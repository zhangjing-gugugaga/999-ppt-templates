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1.xml" ContentType="application/vnd.openxmlformats-officedocument.presentationml.notesSlide+xml"/>
  <Override PartName="/ppt/theme/themeOverride2.xml" ContentType="application/vnd.openxmlformats-officedocument.themeOverr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2.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3.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4.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5.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6.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7.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8.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9.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10.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11.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12.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13.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14.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15.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16.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notesSlides/notesSlide17.xml" ContentType="application/vnd.openxmlformats-officedocument.presentationml.notesSlide+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18.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notesSlides/notesSlide19.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notesSlides/notesSlide20.xml" ContentType="application/vnd.openxmlformats-officedocument.presentationml.notesSlide+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21.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notesSlides/notesSlide22.xml" ContentType="application/vnd.openxmlformats-officedocument.presentationml.notesSlide+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notesSlides/notesSlide23.xml" ContentType="application/vnd.openxmlformats-officedocument.presentationml.notesSlide+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notesSlides/notesSlide24.xml" ContentType="application/vnd.openxmlformats-officedocument.presentationml.notesSlide+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notesSlides/notesSlide25.xml" ContentType="application/vnd.openxmlformats-officedocument.presentationml.notesSlide+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notesSlides/notesSlide26.xml" ContentType="application/vnd.openxmlformats-officedocument.presentationml.notesSlide+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notesSlides/notesSlide27.xml" ContentType="application/vnd.openxmlformats-officedocument.presentationml.notesSlide+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notesSlides/notesSlide28.xml" ContentType="application/vnd.openxmlformats-officedocument.presentationml.notesSlide+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notesSlides/notesSlide29.xml" ContentType="application/vnd.openxmlformats-officedocument.presentationml.notesSlide+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7" r:id="rId3"/>
    <p:sldId id="259" r:id="rId4"/>
    <p:sldId id="378" r:id="rId5"/>
    <p:sldId id="286" r:id="rId6"/>
    <p:sldId id="7614" r:id="rId7"/>
    <p:sldId id="315" r:id="rId8"/>
    <p:sldId id="495" r:id="rId9"/>
    <p:sldId id="483" r:id="rId10"/>
    <p:sldId id="261" r:id="rId11"/>
    <p:sldId id="7609" r:id="rId12"/>
    <p:sldId id="292" r:id="rId13"/>
    <p:sldId id="3089" r:id="rId14"/>
    <p:sldId id="421" r:id="rId15"/>
    <p:sldId id="661" r:id="rId16"/>
    <p:sldId id="532" r:id="rId17"/>
    <p:sldId id="262" r:id="rId18"/>
    <p:sldId id="699" r:id="rId19"/>
    <p:sldId id="708" r:id="rId20"/>
    <p:sldId id="309" r:id="rId21"/>
    <p:sldId id="368" r:id="rId22"/>
    <p:sldId id="626" r:id="rId23"/>
    <p:sldId id="271" r:id="rId24"/>
    <p:sldId id="263" r:id="rId25"/>
    <p:sldId id="377" r:id="rId26"/>
    <p:sldId id="491" r:id="rId27"/>
    <p:sldId id="267" r:id="rId28"/>
    <p:sldId id="333" r:id="rId29"/>
    <p:sldId id="339" r:id="rId30"/>
    <p:sldId id="7616" r:id="rId31"/>
  </p:sldIdLst>
  <p:sldSz cx="12192000" cy="6858000"/>
  <p:notesSz cx="6858000" cy="9144000"/>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9445F"/>
    <a:srgbClr val="F3F3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6" d="100"/>
          <a:sy n="86" d="100"/>
        </p:scale>
        <p:origin x="204" y="96"/>
      </p:cViewPr>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01D26E-C954-4325-8D60-F7255B36F372}" type="datetimeFigureOut">
              <a:rPr kumimoji="1" lang="ja-JP" altLang="en-US" smtClean="0"/>
              <a:t>2023/3/16</a:t>
            </a:fld>
            <a:endParaRPr kumimoji="1" lang="ja-JP"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endParaRPr kumimoji="1" lang="ja-JP"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68B7D5-F69B-4165-AC63-66F868234E40}" type="slidenum">
              <a:rPr kumimoji="1" lang="ja-JP" altLang="en-US" smtClean="0"/>
              <a:t>‹#›</a:t>
            </a:fld>
            <a:endParaRPr kumimoji="1" lang="ja-JP" altLang="en-US"/>
          </a:p>
        </p:txBody>
      </p:sp>
    </p:spTree>
    <p:extLst>
      <p:ext uri="{BB962C8B-B14F-4D97-AF65-F5344CB8AC3E}">
        <p14:creationId xmlns:p14="http://schemas.microsoft.com/office/powerpoint/2010/main" val="198268545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ja-JP" altLang="en-US"/>
          </a:p>
        </p:txBody>
      </p:sp>
      <p:sp>
        <p:nvSpPr>
          <p:cNvPr id="4" name="灯片编号占位符 3"/>
          <p:cNvSpPr>
            <a:spLocks noGrp="1"/>
          </p:cNvSpPr>
          <p:nvPr>
            <p:ph type="sldNum" sz="quarter" idx="5"/>
          </p:nvPr>
        </p:nvSpPr>
        <p:spPr/>
        <p:txBody>
          <a:bodyPr/>
          <a:lstStyle/>
          <a:p>
            <a:fld id="{C368B7D5-F69B-4165-AC63-66F868234E40}" type="slidenum">
              <a:rPr kumimoji="1" lang="ja-JP" altLang="en-US" smtClean="0"/>
              <a:t>1</a:t>
            </a:fld>
            <a:endParaRPr kumimoji="1" lang="ja-JP" altLang="en-US"/>
          </a:p>
        </p:txBody>
      </p:sp>
    </p:spTree>
    <p:extLst>
      <p:ext uri="{BB962C8B-B14F-4D97-AF65-F5344CB8AC3E}">
        <p14:creationId xmlns:p14="http://schemas.microsoft.com/office/powerpoint/2010/main" val="2101491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ja-JP" altLang="en-US"/>
          </a:p>
        </p:txBody>
      </p:sp>
      <p:sp>
        <p:nvSpPr>
          <p:cNvPr id="4" name="灯片编号占位符 3"/>
          <p:cNvSpPr>
            <a:spLocks noGrp="1"/>
          </p:cNvSpPr>
          <p:nvPr>
            <p:ph type="sldNum" sz="quarter" idx="5"/>
          </p:nvPr>
        </p:nvSpPr>
        <p:spPr/>
        <p:txBody>
          <a:bodyPr/>
          <a:lstStyle/>
          <a:p>
            <a:fld id="{C368B7D5-F69B-4165-AC63-66F868234E40}" type="slidenum">
              <a:rPr kumimoji="1" lang="ja-JP" altLang="en-US" smtClean="0"/>
              <a:t>2</a:t>
            </a:fld>
            <a:endParaRPr kumimoji="1" lang="ja-JP" altLang="en-US"/>
          </a:p>
        </p:txBody>
      </p:sp>
    </p:spTree>
    <p:extLst>
      <p:ext uri="{BB962C8B-B14F-4D97-AF65-F5344CB8AC3E}">
        <p14:creationId xmlns:p14="http://schemas.microsoft.com/office/powerpoint/2010/main" val="10821834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ja-JP" altLang="en-US"/>
          </a:p>
        </p:txBody>
      </p:sp>
      <p:sp>
        <p:nvSpPr>
          <p:cNvPr id="4" name="灯片编号占位符 3"/>
          <p:cNvSpPr>
            <a:spLocks noGrp="1"/>
          </p:cNvSpPr>
          <p:nvPr>
            <p:ph type="sldNum" sz="quarter" idx="5"/>
          </p:nvPr>
        </p:nvSpPr>
        <p:spPr/>
        <p:txBody>
          <a:bodyPr/>
          <a:lstStyle/>
          <a:p>
            <a:fld id="{C368B7D5-F69B-4165-AC63-66F868234E40}" type="slidenum">
              <a:rPr kumimoji="1" lang="ja-JP" altLang="en-US" smtClean="0"/>
              <a:t>3</a:t>
            </a:fld>
            <a:endParaRPr kumimoji="1" lang="ja-JP" altLang="en-US"/>
          </a:p>
        </p:txBody>
      </p:sp>
    </p:spTree>
    <p:extLst>
      <p:ext uri="{BB962C8B-B14F-4D97-AF65-F5344CB8AC3E}">
        <p14:creationId xmlns:p14="http://schemas.microsoft.com/office/powerpoint/2010/main" val="4678776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4</a:t>
            </a:fld>
            <a:endParaRPr lang="zh-CN" altLang="en-US"/>
          </a:p>
        </p:txBody>
      </p:sp>
    </p:spTree>
    <p:extLst>
      <p:ext uri="{BB962C8B-B14F-4D97-AF65-F5344CB8AC3E}">
        <p14:creationId xmlns:p14="http://schemas.microsoft.com/office/powerpoint/2010/main" val="26934754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676D80A-9C4E-4C5F-A6C1-7C5B99C315CB}" type="slidenum">
              <a:rPr lang="zh-CN" altLang="en-US" smtClean="0">
                <a:solidFill>
                  <a:prstClr val="black"/>
                </a:solidFill>
              </a:rPr>
              <a:pPr/>
              <a:t>5</a:t>
            </a:fld>
            <a:endParaRPr lang="zh-CN" altLang="en-US">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DF94BC7-A3C7-4A13-9752-ED9C107D9EA2}" type="slidenum">
              <a:rPr lang="en-US" smtClean="0"/>
              <a:t>6</a:t>
            </a:fld>
            <a:endParaRPr lang="en-US"/>
          </a:p>
        </p:txBody>
      </p:sp>
    </p:spTree>
    <p:extLst>
      <p:ext uri="{BB962C8B-B14F-4D97-AF65-F5344CB8AC3E}">
        <p14:creationId xmlns:p14="http://schemas.microsoft.com/office/powerpoint/2010/main" val="2732144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672C434-8567-4407-B6F6-E087651574FD}" type="slidenum">
              <a:rPr lang="zh-CN" altLang="en-US" smtClean="0"/>
              <a:t>7</a:t>
            </a:fld>
            <a:endParaRPr lang="zh-CN" altLang="en-US"/>
          </a:p>
        </p:txBody>
      </p:sp>
    </p:spTree>
    <p:extLst>
      <p:ext uri="{BB962C8B-B14F-4D97-AF65-F5344CB8AC3E}">
        <p14:creationId xmlns:p14="http://schemas.microsoft.com/office/powerpoint/2010/main" val="34360375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6AB80DF-7149-4668-8AFC-84716B8DA499}" type="slidenum">
              <a:rPr lang="en-US" smtClean="0"/>
              <a:t>8</a:t>
            </a:fld>
            <a:endParaRPr lang="en-US"/>
          </a:p>
        </p:txBody>
      </p:sp>
    </p:spTree>
    <p:extLst>
      <p:ext uri="{BB962C8B-B14F-4D97-AF65-F5344CB8AC3E}">
        <p14:creationId xmlns:p14="http://schemas.microsoft.com/office/powerpoint/2010/main" val="2119475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6AB80DF-7149-4668-8AFC-84716B8DA499}" type="slidenum">
              <a:rPr lang="en-US" smtClean="0"/>
              <a:t>9</a:t>
            </a:fld>
            <a:endParaRPr lang="en-US"/>
          </a:p>
        </p:txBody>
      </p:sp>
    </p:spTree>
    <p:extLst>
      <p:ext uri="{BB962C8B-B14F-4D97-AF65-F5344CB8AC3E}">
        <p14:creationId xmlns:p14="http://schemas.microsoft.com/office/powerpoint/2010/main" val="3385477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ja-JP" altLang="en-US"/>
          </a:p>
        </p:txBody>
      </p:sp>
      <p:sp>
        <p:nvSpPr>
          <p:cNvPr id="4" name="灯片编号占位符 3"/>
          <p:cNvSpPr>
            <a:spLocks noGrp="1"/>
          </p:cNvSpPr>
          <p:nvPr>
            <p:ph type="sldNum" sz="quarter" idx="5"/>
          </p:nvPr>
        </p:nvSpPr>
        <p:spPr/>
        <p:txBody>
          <a:bodyPr/>
          <a:lstStyle/>
          <a:p>
            <a:fld id="{C368B7D5-F69B-4165-AC63-66F868234E40}" type="slidenum">
              <a:rPr kumimoji="1" lang="ja-JP" altLang="en-US" smtClean="0"/>
              <a:t>10</a:t>
            </a:fld>
            <a:endParaRPr kumimoji="1" lang="ja-JP" altLang="en-US"/>
          </a:p>
        </p:txBody>
      </p:sp>
    </p:spTree>
    <p:extLst>
      <p:ext uri="{BB962C8B-B14F-4D97-AF65-F5344CB8AC3E}">
        <p14:creationId xmlns:p14="http://schemas.microsoft.com/office/powerpoint/2010/main" val="31922329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11</a:t>
            </a:fld>
            <a:endParaRPr lang="zh-CN" altLang="en-US"/>
          </a:p>
        </p:txBody>
      </p:sp>
    </p:spTree>
    <p:extLst>
      <p:ext uri="{BB962C8B-B14F-4D97-AF65-F5344CB8AC3E}">
        <p14:creationId xmlns:p14="http://schemas.microsoft.com/office/powerpoint/2010/main" val="30262120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6508CDE-7DB3-4484-AD77-BB7B3554A443}" type="slidenum">
              <a:rPr lang="zh-CN" altLang="en-US" smtClean="0"/>
              <a:t>12</a:t>
            </a:fld>
            <a:endParaRPr lang="zh-CN" altLang="en-US"/>
          </a:p>
        </p:txBody>
      </p:sp>
    </p:spTree>
    <p:extLst>
      <p:ext uri="{BB962C8B-B14F-4D97-AF65-F5344CB8AC3E}">
        <p14:creationId xmlns:p14="http://schemas.microsoft.com/office/powerpoint/2010/main" val="8543435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26B02EC-97C0-4E19-AA45-E904FCC1D11E}" type="slidenum">
              <a:rPr kumimoji="0" lang="en-GB"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9895116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54A064-BAC9-4BA4-B181-A8106ED4661D}" type="slidenum">
              <a:rPr lang="zh-CN" altLang="en-US" smtClean="0"/>
              <a:t>14</a:t>
            </a:fld>
            <a:endParaRPr lang="zh-CN" altLang="en-US"/>
          </a:p>
        </p:txBody>
      </p:sp>
    </p:spTree>
    <p:extLst>
      <p:ext uri="{BB962C8B-B14F-4D97-AF65-F5344CB8AC3E}">
        <p14:creationId xmlns:p14="http://schemas.microsoft.com/office/powerpoint/2010/main" val="16887517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8CE94A7-C4C0-4312-9A43-1209F3AEDD1F}" type="slidenum">
              <a:rPr lang="en-US" smtClean="0"/>
              <a:t>15</a:t>
            </a:fld>
            <a:endParaRPr lang="en-US"/>
          </a:p>
        </p:txBody>
      </p:sp>
    </p:spTree>
    <p:extLst>
      <p:ext uri="{BB962C8B-B14F-4D97-AF65-F5344CB8AC3E}">
        <p14:creationId xmlns:p14="http://schemas.microsoft.com/office/powerpoint/2010/main" val="7756684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EB1757-8956-4EB9-A61B-2BB94BC071D8}" type="slidenum">
              <a:rPr lang="zh-CN" altLang="en-US" smtClean="0"/>
              <a:t>16</a:t>
            </a:fld>
            <a:endParaRPr lang="zh-CN" altLang="en-US"/>
          </a:p>
        </p:txBody>
      </p:sp>
    </p:spTree>
    <p:extLst>
      <p:ext uri="{BB962C8B-B14F-4D97-AF65-F5344CB8AC3E}">
        <p14:creationId xmlns:p14="http://schemas.microsoft.com/office/powerpoint/2010/main" val="19563941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ja-JP" altLang="en-US"/>
          </a:p>
        </p:txBody>
      </p:sp>
      <p:sp>
        <p:nvSpPr>
          <p:cNvPr id="4" name="灯片编号占位符 3"/>
          <p:cNvSpPr>
            <a:spLocks noGrp="1"/>
          </p:cNvSpPr>
          <p:nvPr>
            <p:ph type="sldNum" sz="quarter" idx="5"/>
          </p:nvPr>
        </p:nvSpPr>
        <p:spPr/>
        <p:txBody>
          <a:bodyPr/>
          <a:lstStyle/>
          <a:p>
            <a:fld id="{C368B7D5-F69B-4165-AC63-66F868234E40}" type="slidenum">
              <a:rPr kumimoji="1" lang="ja-JP" altLang="en-US" smtClean="0"/>
              <a:t>17</a:t>
            </a:fld>
            <a:endParaRPr kumimoji="1" lang="ja-JP" altLang="en-US"/>
          </a:p>
        </p:txBody>
      </p:sp>
    </p:spTree>
    <p:extLst>
      <p:ext uri="{BB962C8B-B14F-4D97-AF65-F5344CB8AC3E}">
        <p14:creationId xmlns:p14="http://schemas.microsoft.com/office/powerpoint/2010/main" val="16695285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1ED6C2-C006-47B6-8E94-CD4F1FDBFE98}" type="slidenum">
              <a:rPr lang="zh-CN" altLang="en-US" smtClean="0"/>
              <a:t>18</a:t>
            </a:fld>
            <a:endParaRPr lang="zh-CN" altLang="en-US"/>
          </a:p>
        </p:txBody>
      </p:sp>
    </p:spTree>
    <p:extLst>
      <p:ext uri="{BB962C8B-B14F-4D97-AF65-F5344CB8AC3E}">
        <p14:creationId xmlns:p14="http://schemas.microsoft.com/office/powerpoint/2010/main" val="39478406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DF94BC7-A3C7-4A13-9752-ED9C107D9EA2}" type="slidenum">
              <a:rPr lang="en-US" smtClean="0"/>
              <a:t>19</a:t>
            </a:fld>
            <a:endParaRPr lang="en-US"/>
          </a:p>
        </p:txBody>
      </p:sp>
    </p:spTree>
    <p:extLst>
      <p:ext uri="{BB962C8B-B14F-4D97-AF65-F5344CB8AC3E}">
        <p14:creationId xmlns:p14="http://schemas.microsoft.com/office/powerpoint/2010/main" val="31368569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8D192C4-25BB-4383-BB05-658516DE2198}" type="slidenum">
              <a:rPr lang="zh-CN" altLang="en-US" smtClean="0"/>
              <a:t>20</a:t>
            </a:fld>
            <a:endParaRPr lang="zh-CN" altLang="en-US"/>
          </a:p>
        </p:txBody>
      </p:sp>
    </p:spTree>
    <p:extLst>
      <p:ext uri="{BB962C8B-B14F-4D97-AF65-F5344CB8AC3E}">
        <p14:creationId xmlns:p14="http://schemas.microsoft.com/office/powerpoint/2010/main" val="24022454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21</a:t>
            </a:fld>
            <a:endParaRPr lang="zh-CN" altLang="en-US"/>
          </a:p>
        </p:txBody>
      </p:sp>
    </p:spTree>
    <p:extLst>
      <p:ext uri="{BB962C8B-B14F-4D97-AF65-F5344CB8AC3E}">
        <p14:creationId xmlns:p14="http://schemas.microsoft.com/office/powerpoint/2010/main" val="22479641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EB1757-8956-4EB9-A61B-2BB94BC071D8}" type="slidenum">
              <a:rPr lang="zh-CN" altLang="en-US" smtClean="0"/>
              <a:t>22</a:t>
            </a:fld>
            <a:endParaRPr lang="zh-CN" altLang="en-US"/>
          </a:p>
        </p:txBody>
      </p:sp>
    </p:spTree>
    <p:extLst>
      <p:ext uri="{BB962C8B-B14F-4D97-AF65-F5344CB8AC3E}">
        <p14:creationId xmlns:p14="http://schemas.microsoft.com/office/powerpoint/2010/main" val="41508243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1ED6C2-C006-47B6-8E94-CD4F1FDBFE98}" type="slidenum">
              <a:rPr lang="zh-CN" altLang="en-US" smtClean="0"/>
              <a:t>23</a:t>
            </a:fld>
            <a:endParaRPr lang="zh-CN" altLang="en-US"/>
          </a:p>
        </p:txBody>
      </p:sp>
    </p:spTree>
    <p:extLst>
      <p:ext uri="{BB962C8B-B14F-4D97-AF65-F5344CB8AC3E}">
        <p14:creationId xmlns:p14="http://schemas.microsoft.com/office/powerpoint/2010/main" val="45963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ja-JP" altLang="en-US"/>
          </a:p>
        </p:txBody>
      </p:sp>
      <p:sp>
        <p:nvSpPr>
          <p:cNvPr id="4" name="灯片编号占位符 3"/>
          <p:cNvSpPr>
            <a:spLocks noGrp="1"/>
          </p:cNvSpPr>
          <p:nvPr>
            <p:ph type="sldNum" sz="quarter" idx="5"/>
          </p:nvPr>
        </p:nvSpPr>
        <p:spPr/>
        <p:txBody>
          <a:bodyPr/>
          <a:lstStyle/>
          <a:p>
            <a:fld id="{C368B7D5-F69B-4165-AC63-66F868234E40}" type="slidenum">
              <a:rPr kumimoji="1" lang="ja-JP" altLang="en-US" smtClean="0"/>
              <a:t>24</a:t>
            </a:fld>
            <a:endParaRPr kumimoji="1" lang="ja-JP" altLang="en-US"/>
          </a:p>
        </p:txBody>
      </p:sp>
    </p:spTree>
    <p:extLst>
      <p:ext uri="{BB962C8B-B14F-4D97-AF65-F5344CB8AC3E}">
        <p14:creationId xmlns:p14="http://schemas.microsoft.com/office/powerpoint/2010/main" val="26629688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25</a:t>
            </a:fld>
            <a:endParaRPr lang="zh-CN" altLang="en-US"/>
          </a:p>
        </p:txBody>
      </p:sp>
    </p:spTree>
    <p:extLst>
      <p:ext uri="{BB962C8B-B14F-4D97-AF65-F5344CB8AC3E}">
        <p14:creationId xmlns:p14="http://schemas.microsoft.com/office/powerpoint/2010/main" val="32890364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6AB80DF-7149-4668-8AFC-84716B8DA499}" type="slidenum">
              <a:rPr lang="en-US" smtClean="0"/>
              <a:t>26</a:t>
            </a:fld>
            <a:endParaRPr lang="en-US"/>
          </a:p>
        </p:txBody>
      </p:sp>
    </p:spTree>
    <p:extLst>
      <p:ext uri="{BB962C8B-B14F-4D97-AF65-F5344CB8AC3E}">
        <p14:creationId xmlns:p14="http://schemas.microsoft.com/office/powerpoint/2010/main" val="31723974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1ED6C2-C006-47B6-8E94-CD4F1FDBFE98}" type="slidenum">
              <a:rPr lang="zh-CN" altLang="en-US" smtClean="0"/>
              <a:t>27</a:t>
            </a:fld>
            <a:endParaRPr lang="zh-CN" altLang="en-US"/>
          </a:p>
        </p:txBody>
      </p:sp>
    </p:spTree>
    <p:extLst>
      <p:ext uri="{BB962C8B-B14F-4D97-AF65-F5344CB8AC3E}">
        <p14:creationId xmlns:p14="http://schemas.microsoft.com/office/powerpoint/2010/main" val="6800003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EB1757-8956-4EB9-A61B-2BB94BC071D8}" type="slidenum">
              <a:rPr lang="zh-CN" altLang="en-US" smtClean="0"/>
              <a:t>28</a:t>
            </a:fld>
            <a:endParaRPr lang="zh-CN" altLang="en-US"/>
          </a:p>
        </p:txBody>
      </p:sp>
    </p:spTree>
    <p:extLst>
      <p:ext uri="{BB962C8B-B14F-4D97-AF65-F5344CB8AC3E}">
        <p14:creationId xmlns:p14="http://schemas.microsoft.com/office/powerpoint/2010/main" val="33952842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EB1757-8956-4EB9-A61B-2BB94BC071D8}" type="slidenum">
              <a:rPr lang="zh-CN" altLang="en-US" smtClean="0"/>
              <a:t>29</a:t>
            </a:fld>
            <a:endParaRPr lang="zh-CN" altLang="en-US"/>
          </a:p>
        </p:txBody>
      </p:sp>
    </p:spTree>
    <p:extLst>
      <p:ext uri="{BB962C8B-B14F-4D97-AF65-F5344CB8AC3E}">
        <p14:creationId xmlns:p14="http://schemas.microsoft.com/office/powerpoint/2010/main" val="16185544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ja-JP" altLang="en-US"/>
          </a:p>
        </p:txBody>
      </p:sp>
      <p:sp>
        <p:nvSpPr>
          <p:cNvPr id="4" name="灯片编号占位符 3"/>
          <p:cNvSpPr>
            <a:spLocks noGrp="1"/>
          </p:cNvSpPr>
          <p:nvPr>
            <p:ph type="sldNum" sz="quarter" idx="5"/>
          </p:nvPr>
        </p:nvSpPr>
        <p:spPr/>
        <p:txBody>
          <a:bodyPr/>
          <a:lstStyle/>
          <a:p>
            <a:fld id="{C368B7D5-F69B-4165-AC63-66F868234E40}" type="slidenum">
              <a:rPr kumimoji="1" lang="ja-JP" altLang="en-US" smtClean="0"/>
              <a:t>30</a:t>
            </a:fld>
            <a:endParaRPr kumimoji="1" lang="ja-JP" altLang="en-US"/>
          </a:p>
        </p:txBody>
      </p:sp>
    </p:spTree>
    <p:extLst>
      <p:ext uri="{BB962C8B-B14F-4D97-AF65-F5344CB8AC3E}">
        <p14:creationId xmlns:p14="http://schemas.microsoft.com/office/powerpoint/2010/main" val="22067313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2023-3-16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051827620"/>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2023-3-16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598653943"/>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2023-3-16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12184157"/>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2023-3-16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05825717"/>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2023-3-16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8117047"/>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2023-3-16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4406021"/>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2023-3-16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523006"/>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2023-3-16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94758376"/>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2023-3-16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77805659"/>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2023-3-16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188717747"/>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2023-3-16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025501431"/>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043080"/>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Left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8293909"/>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714452"/>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and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5469991"/>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9171684"/>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9_Title Slide">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1526720" y="1870363"/>
            <a:ext cx="3470564" cy="3470564"/>
          </a:xfrm>
          <a:custGeom>
            <a:avLst/>
            <a:gdLst>
              <a:gd name="connsiteX0" fmla="*/ 1735282 w 3470564"/>
              <a:gd name="connsiteY0" fmla="*/ 0 h 3470564"/>
              <a:gd name="connsiteX1" fmla="*/ 3470564 w 3470564"/>
              <a:gd name="connsiteY1" fmla="*/ 1735282 h 3470564"/>
              <a:gd name="connsiteX2" fmla="*/ 1735282 w 3470564"/>
              <a:gd name="connsiteY2" fmla="*/ 3470564 h 3470564"/>
              <a:gd name="connsiteX3" fmla="*/ 0 w 3470564"/>
              <a:gd name="connsiteY3" fmla="*/ 1735282 h 3470564"/>
              <a:gd name="connsiteX4" fmla="*/ 1735282 w 3470564"/>
              <a:gd name="connsiteY4" fmla="*/ 0 h 34705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564" h="3470564">
                <a:moveTo>
                  <a:pt x="1735282" y="0"/>
                </a:moveTo>
                <a:cubicBezTo>
                  <a:pt x="2693652" y="0"/>
                  <a:pt x="3470564" y="776912"/>
                  <a:pt x="3470564" y="1735282"/>
                </a:cubicBezTo>
                <a:cubicBezTo>
                  <a:pt x="3470564" y="2693652"/>
                  <a:pt x="2693652" y="3470564"/>
                  <a:pt x="1735282" y="3470564"/>
                </a:cubicBezTo>
                <a:cubicBezTo>
                  <a:pt x="776912" y="3470564"/>
                  <a:pt x="0" y="2693652"/>
                  <a:pt x="0" y="1735282"/>
                </a:cubicBezTo>
                <a:cubicBezTo>
                  <a:pt x="0" y="776912"/>
                  <a:pt x="776912" y="0"/>
                  <a:pt x="1735282" y="0"/>
                </a:cubicBezTo>
                <a:close/>
              </a:path>
            </a:pathLst>
          </a:custGeom>
        </p:spPr>
        <p:txBody>
          <a:bodyPr wrap="square">
            <a:noAutofit/>
          </a:bodyPr>
          <a:lstStyle/>
          <a:p>
            <a:endParaRPr lang="en-US"/>
          </a:p>
        </p:txBody>
      </p:sp>
    </p:spTree>
    <p:extLst>
      <p:ext uri="{BB962C8B-B14F-4D97-AF65-F5344CB8AC3E}">
        <p14:creationId xmlns:p14="http://schemas.microsoft.com/office/powerpoint/2010/main" val="979061163"/>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1196927"/>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内容与标题">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FCA8327F-BB1F-4B4B-A501-E907E1C3789A}"/>
              </a:ext>
            </a:extLst>
          </p:cNvPr>
          <p:cNvGrpSpPr/>
          <p:nvPr userDrawn="1"/>
        </p:nvGrpSpPr>
        <p:grpSpPr>
          <a:xfrm>
            <a:off x="-1" y="-1"/>
            <a:ext cx="12153446" cy="6858001"/>
            <a:chOff x="-1" y="-1"/>
            <a:chExt cx="12153446" cy="6858001"/>
          </a:xfrm>
        </p:grpSpPr>
        <p:pic>
          <p:nvPicPr>
            <p:cNvPr id="9" name="图片 8">
              <a:extLst>
                <a:ext uri="{FF2B5EF4-FFF2-40B4-BE49-F238E27FC236}">
                  <a16:creationId xmlns:a16="http://schemas.microsoft.com/office/drawing/2014/main" id="{0841250E-9914-4355-96D2-F578177EFB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flipV="1">
              <a:off x="0" y="-1"/>
              <a:ext cx="579004" cy="1632857"/>
            </a:xfrm>
            <a:prstGeom prst="rect">
              <a:avLst/>
            </a:prstGeom>
          </p:spPr>
        </p:pic>
        <p:pic>
          <p:nvPicPr>
            <p:cNvPr id="10" name="图片 9">
              <a:extLst>
                <a:ext uri="{FF2B5EF4-FFF2-40B4-BE49-F238E27FC236}">
                  <a16:creationId xmlns:a16="http://schemas.microsoft.com/office/drawing/2014/main" id="{3CAD6A60-459B-4EA7-B36B-4F56C0AC265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flipV="1">
              <a:off x="1095338" y="0"/>
              <a:ext cx="726695" cy="1121228"/>
            </a:xfrm>
            <a:prstGeom prst="rect">
              <a:avLst/>
            </a:prstGeom>
          </p:spPr>
        </p:pic>
        <p:pic>
          <p:nvPicPr>
            <p:cNvPr id="11" name="图片 10">
              <a:extLst>
                <a:ext uri="{FF2B5EF4-FFF2-40B4-BE49-F238E27FC236}">
                  <a16:creationId xmlns:a16="http://schemas.microsoft.com/office/drawing/2014/main" id="{CFED6653-A498-47B3-94A9-9E4A13CEEE0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57040"/>
            <a:stretch/>
          </p:blipFill>
          <p:spPr>
            <a:xfrm>
              <a:off x="-1" y="0"/>
              <a:ext cx="1270791" cy="1010481"/>
            </a:xfrm>
            <a:prstGeom prst="rect">
              <a:avLst/>
            </a:prstGeom>
          </p:spPr>
        </p:pic>
        <p:pic>
          <p:nvPicPr>
            <p:cNvPr id="12" name="图片 11">
              <a:extLst>
                <a:ext uri="{FF2B5EF4-FFF2-40B4-BE49-F238E27FC236}">
                  <a16:creationId xmlns:a16="http://schemas.microsoft.com/office/drawing/2014/main" id="{1950AAE3-B8EA-46FB-BFB4-6FA6D95697FA}"/>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8297"/>
            <a:stretch/>
          </p:blipFill>
          <p:spPr>
            <a:xfrm flipV="1">
              <a:off x="10518532" y="6073218"/>
              <a:ext cx="830262" cy="784782"/>
            </a:xfrm>
            <a:prstGeom prst="rect">
              <a:avLst/>
            </a:prstGeom>
          </p:spPr>
        </p:pic>
        <p:pic>
          <p:nvPicPr>
            <p:cNvPr id="13" name="图片 12">
              <a:extLst>
                <a:ext uri="{FF2B5EF4-FFF2-40B4-BE49-F238E27FC236}">
                  <a16:creationId xmlns:a16="http://schemas.microsoft.com/office/drawing/2014/main" id="{14BF8EAC-0FB8-4F35-AC5D-A25C49D79D3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11528927" y="4949071"/>
              <a:ext cx="624518" cy="1908928"/>
            </a:xfrm>
            <a:prstGeom prst="rect">
              <a:avLst/>
            </a:prstGeom>
          </p:spPr>
        </p:pic>
      </p:grpSp>
    </p:spTree>
    <p:extLst>
      <p:ext uri="{BB962C8B-B14F-4D97-AF65-F5344CB8AC3E}">
        <p14:creationId xmlns:p14="http://schemas.microsoft.com/office/powerpoint/2010/main" val="2755358485"/>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3F0"/>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2023-3-16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003094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notesSlide" Target="../notesSlides/notesSlide1.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slideLayout" Target="../slideLayouts/slideLayout7.xml"/><Relationship Id="rId2" Type="http://schemas.openxmlformats.org/officeDocument/2006/relationships/tags" Target="../tags/tag2.xml"/><Relationship Id="rId16" Type="http://schemas.openxmlformats.org/officeDocument/2006/relationships/image" Target="../media/image8.png"/><Relationship Id="rId1" Type="http://schemas.openxmlformats.org/officeDocument/2006/relationships/themeOverride" Target="../theme/themeOverride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image" Target="../media/image7.png"/><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tags" Target="../tags/tag23.xml"/><Relationship Id="rId18" Type="http://schemas.openxmlformats.org/officeDocument/2006/relationships/slideLayout" Target="../slideLayouts/slideLayout7.xml"/><Relationship Id="rId3" Type="http://schemas.openxmlformats.org/officeDocument/2006/relationships/tags" Target="../tags/tag13.xml"/><Relationship Id="rId21" Type="http://schemas.openxmlformats.org/officeDocument/2006/relationships/image" Target="../media/image9.png"/><Relationship Id="rId7" Type="http://schemas.openxmlformats.org/officeDocument/2006/relationships/tags" Target="../tags/tag17.xml"/><Relationship Id="rId12" Type="http://schemas.openxmlformats.org/officeDocument/2006/relationships/tags" Target="../tags/tag22.xml"/><Relationship Id="rId17" Type="http://schemas.openxmlformats.org/officeDocument/2006/relationships/tags" Target="../tags/tag27.xml"/><Relationship Id="rId2" Type="http://schemas.openxmlformats.org/officeDocument/2006/relationships/tags" Target="../tags/tag12.xml"/><Relationship Id="rId16" Type="http://schemas.openxmlformats.org/officeDocument/2006/relationships/tags" Target="../tags/tag26.xml"/><Relationship Id="rId20" Type="http://schemas.openxmlformats.org/officeDocument/2006/relationships/image" Target="../media/image6.png"/><Relationship Id="rId1" Type="http://schemas.openxmlformats.org/officeDocument/2006/relationships/themeOverride" Target="../theme/themeOverride2.xml"/><Relationship Id="rId6" Type="http://schemas.openxmlformats.org/officeDocument/2006/relationships/tags" Target="../tags/tag16.xml"/><Relationship Id="rId11" Type="http://schemas.openxmlformats.org/officeDocument/2006/relationships/tags" Target="../tags/tag21.xml"/><Relationship Id="rId5" Type="http://schemas.openxmlformats.org/officeDocument/2006/relationships/tags" Target="../tags/tag15.xml"/><Relationship Id="rId15" Type="http://schemas.openxmlformats.org/officeDocument/2006/relationships/tags" Target="../tags/tag25.xml"/><Relationship Id="rId10" Type="http://schemas.openxmlformats.org/officeDocument/2006/relationships/tags" Target="../tags/tag20.xml"/><Relationship Id="rId19" Type="http://schemas.openxmlformats.org/officeDocument/2006/relationships/notesSlide" Target="../notesSlides/notesSlide2.xml"/><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tags" Target="../tags/tag24.xml"/></Relationships>
</file>

<file path=ppt/slides/_rels/slide3.xml.rels><?xml version="1.0" encoding="UTF-8" standalone="yes"?>
<Relationships xmlns="http://schemas.openxmlformats.org/package/2006/relationships"><Relationship Id="rId8" Type="http://schemas.openxmlformats.org/officeDocument/2006/relationships/tags" Target="../tags/tag35.xml"/><Relationship Id="rId13" Type="http://schemas.openxmlformats.org/officeDocument/2006/relationships/image" Target="../media/image6.png"/><Relationship Id="rId3" Type="http://schemas.openxmlformats.org/officeDocument/2006/relationships/tags" Target="../tags/tag30.xml"/><Relationship Id="rId7" Type="http://schemas.openxmlformats.org/officeDocument/2006/relationships/tags" Target="../tags/tag34.xml"/><Relationship Id="rId12" Type="http://schemas.openxmlformats.org/officeDocument/2006/relationships/image" Target="../media/image10.png"/><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notesSlide" Target="../notesSlides/notesSlide3.xml"/><Relationship Id="rId5" Type="http://schemas.openxmlformats.org/officeDocument/2006/relationships/tags" Target="../tags/tag32.xml"/><Relationship Id="rId10" Type="http://schemas.openxmlformats.org/officeDocument/2006/relationships/slideLayout" Target="../slideLayouts/slideLayout7.xml"/><Relationship Id="rId4" Type="http://schemas.openxmlformats.org/officeDocument/2006/relationships/tags" Target="../tags/tag31.xml"/><Relationship Id="rId9" Type="http://schemas.openxmlformats.org/officeDocument/2006/relationships/tags" Target="../tags/tag36.xml"/></Relationships>
</file>

<file path=ppt/slides/_rels/slide4.xml.rels><?xml version="1.0" encoding="UTF-8" standalone="yes"?>
<Relationships xmlns="http://schemas.openxmlformats.org/package/2006/relationships"><Relationship Id="rId3" Type="http://schemas.openxmlformats.org/officeDocument/2006/relationships/tags" Target="../tags/tag39.xml"/><Relationship Id="rId7" Type="http://schemas.openxmlformats.org/officeDocument/2006/relationships/image" Target="../media/image12.png"/><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11.png"/><Relationship Id="rId5" Type="http://schemas.openxmlformats.org/officeDocument/2006/relationships/notesSlide" Target="../notesSlides/notesSlide4.xml"/><Relationship Id="rId4"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tags" Target="../tags/tag42.xml"/><Relationship Id="rId7" Type="http://schemas.openxmlformats.org/officeDocument/2006/relationships/image" Target="../media/image12.png"/><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image" Target="../media/image11.png"/><Relationship Id="rId5" Type="http://schemas.openxmlformats.org/officeDocument/2006/relationships/notesSlide" Target="../notesSlides/notesSlide5.xml"/><Relationship Id="rId4"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image" Target="../media/image12.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image" Target="../media/image11.png"/><Relationship Id="rId5" Type="http://schemas.openxmlformats.org/officeDocument/2006/relationships/notesSlide" Target="../notesSlides/notesSlide6.xml"/><Relationship Id="rId4"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tags" Target="../tags/tag48.xml"/><Relationship Id="rId7" Type="http://schemas.openxmlformats.org/officeDocument/2006/relationships/image" Target="../media/image12.png"/><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image" Target="../media/image11.png"/><Relationship Id="rId5" Type="http://schemas.openxmlformats.org/officeDocument/2006/relationships/notesSlide" Target="../notesSlides/notesSlide7.xml"/><Relationship Id="rId4"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tags" Target="../tags/tag51.xml"/><Relationship Id="rId7" Type="http://schemas.openxmlformats.org/officeDocument/2006/relationships/image" Target="../media/image12.png"/><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11.png"/><Relationship Id="rId5" Type="http://schemas.openxmlformats.org/officeDocument/2006/relationships/notesSlide" Target="../notesSlides/notesSlide8.xml"/><Relationship Id="rId4"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54.xml"/><Relationship Id="rId7" Type="http://schemas.openxmlformats.org/officeDocument/2006/relationships/image" Target="../media/image14.png"/><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image" Target="../media/image13.png"/><Relationship Id="rId5" Type="http://schemas.openxmlformats.org/officeDocument/2006/relationships/notesSlide" Target="../notesSlides/notesSlide9.xml"/><Relationship Id="rId4" Type="http://schemas.openxmlformats.org/officeDocument/2006/relationships/slideLayout" Target="../slideLayouts/slideLayout7.xml"/><Relationship Id="rId9"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tags" Target="../tags/tag62.xml"/><Relationship Id="rId13" Type="http://schemas.openxmlformats.org/officeDocument/2006/relationships/image" Target="../media/image6.png"/><Relationship Id="rId3" Type="http://schemas.openxmlformats.org/officeDocument/2006/relationships/tags" Target="../tags/tag57.xml"/><Relationship Id="rId7" Type="http://schemas.openxmlformats.org/officeDocument/2006/relationships/tags" Target="../tags/tag61.xml"/><Relationship Id="rId12" Type="http://schemas.openxmlformats.org/officeDocument/2006/relationships/image" Target="../media/image10.png"/><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notesSlide" Target="../notesSlides/notesSlide10.xml"/><Relationship Id="rId5" Type="http://schemas.openxmlformats.org/officeDocument/2006/relationships/tags" Target="../tags/tag59.xml"/><Relationship Id="rId10" Type="http://schemas.openxmlformats.org/officeDocument/2006/relationships/slideLayout" Target="../slideLayouts/slideLayout7.xml"/><Relationship Id="rId4" Type="http://schemas.openxmlformats.org/officeDocument/2006/relationships/tags" Target="../tags/tag58.xml"/><Relationship Id="rId9" Type="http://schemas.openxmlformats.org/officeDocument/2006/relationships/tags" Target="../tags/tag63.xml"/></Relationships>
</file>

<file path=ppt/slides/_rels/slide11.xml.rels><?xml version="1.0" encoding="UTF-8" standalone="yes"?>
<Relationships xmlns="http://schemas.openxmlformats.org/package/2006/relationships"><Relationship Id="rId3" Type="http://schemas.openxmlformats.org/officeDocument/2006/relationships/tags" Target="../tags/tag66.xml"/><Relationship Id="rId7" Type="http://schemas.openxmlformats.org/officeDocument/2006/relationships/image" Target="../media/image12.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image" Target="../media/image11.png"/><Relationship Id="rId5" Type="http://schemas.openxmlformats.org/officeDocument/2006/relationships/notesSlide" Target="../notesSlides/notesSlide11.xml"/><Relationship Id="rId4"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tags" Target="../tags/tag69.xml"/><Relationship Id="rId7" Type="http://schemas.openxmlformats.org/officeDocument/2006/relationships/image" Target="../media/image12.png"/><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image" Target="../media/image11.png"/><Relationship Id="rId5" Type="http://schemas.openxmlformats.org/officeDocument/2006/relationships/notesSlide" Target="../notesSlides/notesSlide12.xml"/><Relationship Id="rId4"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tags" Target="../tags/tag72.xml"/><Relationship Id="rId7" Type="http://schemas.openxmlformats.org/officeDocument/2006/relationships/image" Target="../media/image12.png"/><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image" Target="../media/image11.png"/><Relationship Id="rId5" Type="http://schemas.openxmlformats.org/officeDocument/2006/relationships/notesSlide" Target="../notesSlides/notesSlide13.xml"/><Relationship Id="rId4"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tags" Target="../tags/tag75.xml"/><Relationship Id="rId7" Type="http://schemas.openxmlformats.org/officeDocument/2006/relationships/image" Target="../media/image12.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11.png"/><Relationship Id="rId5" Type="http://schemas.openxmlformats.org/officeDocument/2006/relationships/notesSlide" Target="../notesSlides/notesSlide14.xml"/><Relationship Id="rId4"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tags" Target="../tags/tag78.xml"/><Relationship Id="rId7" Type="http://schemas.openxmlformats.org/officeDocument/2006/relationships/image" Target="../media/image12.png"/><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image" Target="../media/image11.png"/><Relationship Id="rId5" Type="http://schemas.openxmlformats.org/officeDocument/2006/relationships/notesSlide" Target="../notesSlides/notesSlide15.xml"/><Relationship Id="rId4"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tags" Target="../tags/tag81.xml"/><Relationship Id="rId7" Type="http://schemas.openxmlformats.org/officeDocument/2006/relationships/image" Target="../media/image12.png"/><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11.png"/><Relationship Id="rId5" Type="http://schemas.openxmlformats.org/officeDocument/2006/relationships/notesSlide" Target="../notesSlides/notesSlide16.xml"/><Relationship Id="rId4"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tags" Target="../tags/tag89.xml"/><Relationship Id="rId13" Type="http://schemas.openxmlformats.org/officeDocument/2006/relationships/image" Target="../media/image6.png"/><Relationship Id="rId3" Type="http://schemas.openxmlformats.org/officeDocument/2006/relationships/tags" Target="../tags/tag84.xml"/><Relationship Id="rId7" Type="http://schemas.openxmlformats.org/officeDocument/2006/relationships/tags" Target="../tags/tag88.xml"/><Relationship Id="rId12" Type="http://schemas.openxmlformats.org/officeDocument/2006/relationships/image" Target="../media/image10.png"/><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11" Type="http://schemas.openxmlformats.org/officeDocument/2006/relationships/notesSlide" Target="../notesSlides/notesSlide17.xml"/><Relationship Id="rId5" Type="http://schemas.openxmlformats.org/officeDocument/2006/relationships/tags" Target="../tags/tag86.xml"/><Relationship Id="rId10" Type="http://schemas.openxmlformats.org/officeDocument/2006/relationships/slideLayout" Target="../slideLayouts/slideLayout7.xml"/><Relationship Id="rId4" Type="http://schemas.openxmlformats.org/officeDocument/2006/relationships/tags" Target="../tags/tag85.xml"/><Relationship Id="rId9" Type="http://schemas.openxmlformats.org/officeDocument/2006/relationships/tags" Target="../tags/tag90.xml"/></Relationships>
</file>

<file path=ppt/slides/_rels/slide18.xml.rels><?xml version="1.0" encoding="UTF-8" standalone="yes"?>
<Relationships xmlns="http://schemas.openxmlformats.org/package/2006/relationships"><Relationship Id="rId3" Type="http://schemas.openxmlformats.org/officeDocument/2006/relationships/tags" Target="../tags/tag93.xml"/><Relationship Id="rId7" Type="http://schemas.openxmlformats.org/officeDocument/2006/relationships/image" Target="../media/image12.png"/><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image" Target="../media/image11.png"/><Relationship Id="rId5" Type="http://schemas.openxmlformats.org/officeDocument/2006/relationships/notesSlide" Target="../notesSlides/notesSlide18.xml"/><Relationship Id="rId4"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tags" Target="../tags/tag96.xml"/><Relationship Id="rId7" Type="http://schemas.openxmlformats.org/officeDocument/2006/relationships/image" Target="../media/image12.png"/><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image" Target="../media/image11.png"/><Relationship Id="rId5" Type="http://schemas.openxmlformats.org/officeDocument/2006/relationships/notesSlide" Target="../notesSlides/notesSlide19.xml"/><Relationship Id="rId4"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tags" Target="../tags/tag99.xml"/><Relationship Id="rId7" Type="http://schemas.openxmlformats.org/officeDocument/2006/relationships/image" Target="../media/image12.png"/><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image" Target="../media/image11.png"/><Relationship Id="rId5" Type="http://schemas.openxmlformats.org/officeDocument/2006/relationships/notesSlide" Target="../notesSlides/notesSlide20.xml"/><Relationship Id="rId4"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tags" Target="../tags/tag102.xml"/><Relationship Id="rId7" Type="http://schemas.openxmlformats.org/officeDocument/2006/relationships/image" Target="../media/image12.png"/><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image" Target="../media/image11.png"/><Relationship Id="rId5" Type="http://schemas.openxmlformats.org/officeDocument/2006/relationships/notesSlide" Target="../notesSlides/notesSlide21.xml"/><Relationship Id="rId4"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tags" Target="../tags/tag105.xml"/><Relationship Id="rId7" Type="http://schemas.openxmlformats.org/officeDocument/2006/relationships/image" Target="../media/image12.png"/><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image" Target="../media/image11.png"/><Relationship Id="rId5" Type="http://schemas.openxmlformats.org/officeDocument/2006/relationships/notesSlide" Target="../notesSlides/notesSlide22.xml"/><Relationship Id="rId4"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tags" Target="../tags/tag108.xml"/><Relationship Id="rId7" Type="http://schemas.openxmlformats.org/officeDocument/2006/relationships/image" Target="../media/image12.png"/><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image" Target="../media/image11.png"/><Relationship Id="rId5" Type="http://schemas.openxmlformats.org/officeDocument/2006/relationships/notesSlide" Target="../notesSlides/notesSlide23.xml"/><Relationship Id="rId4"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tags" Target="../tags/tag116.xml"/><Relationship Id="rId13" Type="http://schemas.openxmlformats.org/officeDocument/2006/relationships/image" Target="../media/image6.png"/><Relationship Id="rId3" Type="http://schemas.openxmlformats.org/officeDocument/2006/relationships/tags" Target="../tags/tag111.xml"/><Relationship Id="rId7" Type="http://schemas.openxmlformats.org/officeDocument/2006/relationships/tags" Target="../tags/tag115.xml"/><Relationship Id="rId12" Type="http://schemas.openxmlformats.org/officeDocument/2006/relationships/image" Target="../media/image10.png"/><Relationship Id="rId2" Type="http://schemas.openxmlformats.org/officeDocument/2006/relationships/tags" Target="../tags/tag110.xml"/><Relationship Id="rId1" Type="http://schemas.openxmlformats.org/officeDocument/2006/relationships/tags" Target="../tags/tag109.xml"/><Relationship Id="rId6" Type="http://schemas.openxmlformats.org/officeDocument/2006/relationships/tags" Target="../tags/tag114.xml"/><Relationship Id="rId11" Type="http://schemas.openxmlformats.org/officeDocument/2006/relationships/notesSlide" Target="../notesSlides/notesSlide24.xml"/><Relationship Id="rId5" Type="http://schemas.openxmlformats.org/officeDocument/2006/relationships/tags" Target="../tags/tag113.xml"/><Relationship Id="rId10" Type="http://schemas.openxmlformats.org/officeDocument/2006/relationships/slideLayout" Target="../slideLayouts/slideLayout7.xml"/><Relationship Id="rId4" Type="http://schemas.openxmlformats.org/officeDocument/2006/relationships/tags" Target="../tags/tag112.xml"/><Relationship Id="rId9" Type="http://schemas.openxmlformats.org/officeDocument/2006/relationships/tags" Target="../tags/tag117.xml"/></Relationships>
</file>

<file path=ppt/slides/_rels/slide2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120.xml"/><Relationship Id="rId7" Type="http://schemas.openxmlformats.org/officeDocument/2006/relationships/image" Target="../media/image16.svg"/><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image" Target="../media/image15.png"/><Relationship Id="rId5" Type="http://schemas.openxmlformats.org/officeDocument/2006/relationships/notesSlide" Target="../notesSlides/notesSlide25.xml"/><Relationship Id="rId4" Type="http://schemas.openxmlformats.org/officeDocument/2006/relationships/slideLayout" Target="../slideLayouts/slideLayout7.xml"/><Relationship Id="rId9"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tags" Target="../tags/tag123.xml"/><Relationship Id="rId7" Type="http://schemas.openxmlformats.org/officeDocument/2006/relationships/image" Target="../media/image12.png"/><Relationship Id="rId2" Type="http://schemas.openxmlformats.org/officeDocument/2006/relationships/tags" Target="../tags/tag122.xml"/><Relationship Id="rId1" Type="http://schemas.openxmlformats.org/officeDocument/2006/relationships/tags" Target="../tags/tag121.xml"/><Relationship Id="rId6" Type="http://schemas.openxmlformats.org/officeDocument/2006/relationships/image" Target="../media/image11.png"/><Relationship Id="rId5" Type="http://schemas.openxmlformats.org/officeDocument/2006/relationships/notesSlide" Target="../notesSlides/notesSlide26.xml"/><Relationship Id="rId4"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tags" Target="../tags/tag126.xml"/><Relationship Id="rId7" Type="http://schemas.openxmlformats.org/officeDocument/2006/relationships/image" Target="../media/image12.png"/><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image" Target="../media/image11.png"/><Relationship Id="rId5" Type="http://schemas.openxmlformats.org/officeDocument/2006/relationships/notesSlide" Target="../notesSlides/notesSlide27.xml"/><Relationship Id="rId4"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tags" Target="../tags/tag129.xml"/><Relationship Id="rId7" Type="http://schemas.openxmlformats.org/officeDocument/2006/relationships/image" Target="../media/image12.png"/><Relationship Id="rId2" Type="http://schemas.openxmlformats.org/officeDocument/2006/relationships/tags" Target="../tags/tag128.xml"/><Relationship Id="rId1" Type="http://schemas.openxmlformats.org/officeDocument/2006/relationships/tags" Target="../tags/tag127.xml"/><Relationship Id="rId6" Type="http://schemas.openxmlformats.org/officeDocument/2006/relationships/image" Target="../media/image11.png"/><Relationship Id="rId5" Type="http://schemas.openxmlformats.org/officeDocument/2006/relationships/notesSlide" Target="../notesSlides/notesSlide28.xml"/><Relationship Id="rId4"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tags" Target="../tags/tag132.xml"/><Relationship Id="rId7" Type="http://schemas.openxmlformats.org/officeDocument/2006/relationships/image" Target="../media/image12.png"/><Relationship Id="rId2" Type="http://schemas.openxmlformats.org/officeDocument/2006/relationships/tags" Target="../tags/tag131.xml"/><Relationship Id="rId1" Type="http://schemas.openxmlformats.org/officeDocument/2006/relationships/tags" Target="../tags/tag130.xml"/><Relationship Id="rId6" Type="http://schemas.openxmlformats.org/officeDocument/2006/relationships/image" Target="../media/image11.png"/><Relationship Id="rId5" Type="http://schemas.openxmlformats.org/officeDocument/2006/relationships/notesSlide" Target="../notesSlides/notesSlide29.xml"/><Relationship Id="rId4"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tags" Target="../tags/tag140.xml"/><Relationship Id="rId13" Type="http://schemas.openxmlformats.org/officeDocument/2006/relationships/image" Target="../media/image6.png"/><Relationship Id="rId3" Type="http://schemas.openxmlformats.org/officeDocument/2006/relationships/tags" Target="../tags/tag135.xml"/><Relationship Id="rId7" Type="http://schemas.openxmlformats.org/officeDocument/2006/relationships/tags" Target="../tags/tag139.xml"/><Relationship Id="rId12" Type="http://schemas.openxmlformats.org/officeDocument/2006/relationships/notesSlide" Target="../notesSlides/notesSlide30.xml"/><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tags" Target="../tags/tag138.xml"/><Relationship Id="rId11" Type="http://schemas.openxmlformats.org/officeDocument/2006/relationships/slideLayout" Target="../slideLayouts/slideLayout7.xml"/><Relationship Id="rId5" Type="http://schemas.openxmlformats.org/officeDocument/2006/relationships/tags" Target="../tags/tag137.xml"/><Relationship Id="rId15" Type="http://schemas.openxmlformats.org/officeDocument/2006/relationships/image" Target="../media/image8.png"/><Relationship Id="rId10" Type="http://schemas.openxmlformats.org/officeDocument/2006/relationships/tags" Target="../tags/tag142.xml"/><Relationship Id="rId4" Type="http://schemas.openxmlformats.org/officeDocument/2006/relationships/tags" Target="../tags/tag136.xml"/><Relationship Id="rId9" Type="http://schemas.openxmlformats.org/officeDocument/2006/relationships/tags" Target="../tags/tag141.xml"/><Relationship Id="rId1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A-图片 4">
            <a:extLst>
              <a:ext uri="{FF2B5EF4-FFF2-40B4-BE49-F238E27FC236}">
                <a16:creationId xmlns:a16="http://schemas.microsoft.com/office/drawing/2014/main" id="{47FC2181-40EB-4DE3-AC4E-AA387E14B601}"/>
              </a:ext>
            </a:extLst>
          </p:cNvPr>
          <p:cNvPicPr>
            <a:picLocks noChangeAspect="1"/>
          </p:cNvPicPr>
          <p:nvPr>
            <p:custDataLst>
              <p:tags r:id="rId2"/>
            </p:custDataLst>
          </p:nvPr>
        </p:nvPicPr>
        <p:blipFill>
          <a:blip r:embed="rId14" cstate="print">
            <a:extLst>
              <a:ext uri="{28A0092B-C50C-407E-A947-70E740481C1C}">
                <a14:useLocalDpi xmlns:a14="http://schemas.microsoft.com/office/drawing/2010/main" val="0"/>
              </a:ext>
            </a:extLst>
          </a:blip>
          <a:stretch>
            <a:fillRect/>
          </a:stretch>
        </p:blipFill>
        <p:spPr>
          <a:xfrm rot="16200000">
            <a:off x="11001867" y="1092648"/>
            <a:ext cx="775742" cy="853316"/>
          </a:xfrm>
          <a:prstGeom prst="rect">
            <a:avLst/>
          </a:prstGeom>
        </p:spPr>
      </p:pic>
      <p:grpSp>
        <p:nvGrpSpPr>
          <p:cNvPr id="12" name="PA-组合 11">
            <a:extLst>
              <a:ext uri="{FF2B5EF4-FFF2-40B4-BE49-F238E27FC236}">
                <a16:creationId xmlns:a16="http://schemas.microsoft.com/office/drawing/2014/main" id="{DED0E7F4-5AF5-41D6-AACE-356B2133DBC8}"/>
              </a:ext>
            </a:extLst>
          </p:cNvPr>
          <p:cNvGrpSpPr/>
          <p:nvPr>
            <p:custDataLst>
              <p:tags r:id="rId3"/>
            </p:custDataLst>
          </p:nvPr>
        </p:nvGrpSpPr>
        <p:grpSpPr>
          <a:xfrm>
            <a:off x="1040886" y="729916"/>
            <a:ext cx="10110227" cy="5398168"/>
            <a:chOff x="1648900" y="585538"/>
            <a:chExt cx="10110227" cy="5398168"/>
          </a:xfrm>
        </p:grpSpPr>
        <p:pic>
          <p:nvPicPr>
            <p:cNvPr id="7" name="PA-图片 6">
              <a:extLst>
                <a:ext uri="{FF2B5EF4-FFF2-40B4-BE49-F238E27FC236}">
                  <a16:creationId xmlns:a16="http://schemas.microsoft.com/office/drawing/2014/main" id="{E00BAE66-4853-4DCE-92D5-C16E00319285}"/>
                </a:ext>
              </a:extLst>
            </p:cNvPr>
            <p:cNvPicPr>
              <a:picLocks noChangeAspect="1"/>
            </p:cNvPicPr>
            <p:nvPr>
              <p:custDataLst>
                <p:tags r:id="rId9"/>
              </p:custDataLst>
            </p:nvPr>
          </p:nvPicPr>
          <p:blipFill rotWithShape="1">
            <a:blip r:embed="rId15" cstate="print">
              <a:extLst>
                <a:ext uri="{28A0092B-C50C-407E-A947-70E740481C1C}">
                  <a14:useLocalDpi xmlns:a14="http://schemas.microsoft.com/office/drawing/2010/main" val="0"/>
                </a:ext>
              </a:extLst>
            </a:blip>
            <a:srcRect l="16354"/>
            <a:stretch/>
          </p:blipFill>
          <p:spPr>
            <a:xfrm>
              <a:off x="8400234" y="585538"/>
              <a:ext cx="3358893" cy="5398168"/>
            </a:xfrm>
            <a:prstGeom prst="rect">
              <a:avLst/>
            </a:prstGeom>
          </p:spPr>
        </p:pic>
        <p:pic>
          <p:nvPicPr>
            <p:cNvPr id="9" name="PA-图片 8">
              <a:extLst>
                <a:ext uri="{FF2B5EF4-FFF2-40B4-BE49-F238E27FC236}">
                  <a16:creationId xmlns:a16="http://schemas.microsoft.com/office/drawing/2014/main" id="{3DE9FE3F-17CE-4C7F-A676-B1062BACF6CE}"/>
                </a:ext>
              </a:extLst>
            </p:cNvPr>
            <p:cNvPicPr>
              <a:picLocks noChangeAspect="1"/>
            </p:cNvPicPr>
            <p:nvPr>
              <p:custDataLst>
                <p:tags r:id="rId10"/>
              </p:custDataLst>
            </p:nvPr>
          </p:nvPicPr>
          <p:blipFill rotWithShape="1">
            <a:blip r:embed="rId15" cstate="print">
              <a:extLst>
                <a:ext uri="{28A0092B-C50C-407E-A947-70E740481C1C}">
                  <a14:useLocalDpi xmlns:a14="http://schemas.microsoft.com/office/drawing/2010/main" val="0"/>
                </a:ext>
              </a:extLst>
            </a:blip>
            <a:srcRect r="32086"/>
            <a:stretch/>
          </p:blipFill>
          <p:spPr>
            <a:xfrm>
              <a:off x="1648900" y="585538"/>
              <a:ext cx="2727158" cy="5398168"/>
            </a:xfrm>
            <a:prstGeom prst="rect">
              <a:avLst/>
            </a:prstGeom>
          </p:spPr>
        </p:pic>
        <p:pic>
          <p:nvPicPr>
            <p:cNvPr id="11" name="PA-图片 10">
              <a:extLst>
                <a:ext uri="{FF2B5EF4-FFF2-40B4-BE49-F238E27FC236}">
                  <a16:creationId xmlns:a16="http://schemas.microsoft.com/office/drawing/2014/main" id="{102F5A9A-1582-4606-80FE-00C647527334}"/>
                </a:ext>
              </a:extLst>
            </p:cNvPr>
            <p:cNvPicPr>
              <a:picLocks noChangeAspect="1"/>
            </p:cNvPicPr>
            <p:nvPr>
              <p:custDataLst>
                <p:tags r:id="rId11"/>
              </p:custDataLst>
            </p:nvPr>
          </p:nvPicPr>
          <p:blipFill rotWithShape="1">
            <a:blip r:embed="rId16" cstate="print">
              <a:extLst>
                <a:ext uri="{28A0092B-C50C-407E-A947-70E740481C1C}">
                  <a14:useLocalDpi xmlns:a14="http://schemas.microsoft.com/office/drawing/2010/main" val="0"/>
                </a:ext>
              </a:extLst>
            </a:blip>
            <a:srcRect l="16354" r="27510"/>
            <a:stretch/>
          </p:blipFill>
          <p:spPr>
            <a:xfrm flipH="1">
              <a:off x="4376058" y="585538"/>
              <a:ext cx="4024176" cy="5398168"/>
            </a:xfrm>
            <a:prstGeom prst="rect">
              <a:avLst/>
            </a:prstGeom>
          </p:spPr>
        </p:pic>
      </p:grpSp>
      <p:sp>
        <p:nvSpPr>
          <p:cNvPr id="14" name="PA-矩形 13">
            <a:extLst>
              <a:ext uri="{FF2B5EF4-FFF2-40B4-BE49-F238E27FC236}">
                <a16:creationId xmlns:a16="http://schemas.microsoft.com/office/drawing/2014/main" id="{7DBAC21F-0254-4C47-A3A5-BB581B5A3099}"/>
              </a:ext>
            </a:extLst>
          </p:cNvPr>
          <p:cNvSpPr/>
          <p:nvPr>
            <p:custDataLst>
              <p:tags r:id="rId4"/>
            </p:custDataLst>
          </p:nvPr>
        </p:nvSpPr>
        <p:spPr>
          <a:xfrm>
            <a:off x="2194730" y="4643796"/>
            <a:ext cx="1741650" cy="312650"/>
          </a:xfrm>
          <a:prstGeom prst="rect">
            <a:avLst/>
          </a:prstGeom>
        </p:spPr>
        <p:txBody>
          <a:bodyPr wrap="square" numCol="1" spcCol="360000">
            <a:spAutoFit/>
          </a:bodyPr>
          <a:lstStyle/>
          <a:p>
            <a:pPr algn="dist" defTabSz="608965">
              <a:lnSpc>
                <a:spcPct val="130000"/>
              </a:lnSpc>
            </a:pPr>
            <a:r>
              <a:rPr lang="en-US" altLang="zh-CN" sz="1200" dirty="0">
                <a:solidFill>
                  <a:srgbClr val="39445F"/>
                </a:solidFill>
                <a:latin typeface="+mj-ea"/>
                <a:ea typeface="+mj-ea"/>
                <a:sym typeface="思源黑体 CN Medium" panose="020B0600000000000000" pitchFamily="34" charset="-122"/>
              </a:rPr>
              <a:t>SENYANSHEJI</a:t>
            </a:r>
            <a:endParaRPr lang="zh-CN" altLang="en-US" sz="1200" dirty="0">
              <a:solidFill>
                <a:srgbClr val="39445F"/>
              </a:solidFill>
              <a:latin typeface="+mj-ea"/>
              <a:ea typeface="+mj-ea"/>
              <a:sym typeface="思源黑体 CN Medium" panose="020B0600000000000000" pitchFamily="34" charset="-122"/>
            </a:endParaRPr>
          </a:p>
        </p:txBody>
      </p:sp>
      <p:sp>
        <p:nvSpPr>
          <p:cNvPr id="15" name="PA-矩形 14">
            <a:extLst>
              <a:ext uri="{FF2B5EF4-FFF2-40B4-BE49-F238E27FC236}">
                <a16:creationId xmlns:a16="http://schemas.microsoft.com/office/drawing/2014/main" id="{9D789075-6895-4ECC-829B-10DEF5C7D011}"/>
              </a:ext>
            </a:extLst>
          </p:cNvPr>
          <p:cNvSpPr/>
          <p:nvPr>
            <p:custDataLst>
              <p:tags r:id="rId5"/>
            </p:custDataLst>
          </p:nvPr>
        </p:nvSpPr>
        <p:spPr>
          <a:xfrm>
            <a:off x="4437934" y="4658886"/>
            <a:ext cx="1293793" cy="312650"/>
          </a:xfrm>
          <a:prstGeom prst="rect">
            <a:avLst/>
          </a:prstGeom>
        </p:spPr>
        <p:txBody>
          <a:bodyPr wrap="square" numCol="1" spcCol="360000">
            <a:spAutoFit/>
          </a:bodyPr>
          <a:lstStyle/>
          <a:p>
            <a:pPr algn="dist" defTabSz="608965">
              <a:lnSpc>
                <a:spcPct val="130000"/>
              </a:lnSpc>
            </a:pPr>
            <a:r>
              <a:rPr lang="en-US" altLang="zh-CN" sz="1200" dirty="0">
                <a:solidFill>
                  <a:srgbClr val="39445F"/>
                </a:solidFill>
                <a:latin typeface="+mj-ea"/>
                <a:ea typeface="+mj-ea"/>
                <a:sym typeface="思源黑体 CN Medium" panose="020B0600000000000000" pitchFamily="34" charset="-122"/>
              </a:rPr>
              <a:t>2023.06.06</a:t>
            </a:r>
            <a:endParaRPr lang="zh-CN" altLang="en-US" sz="1200" dirty="0">
              <a:solidFill>
                <a:srgbClr val="39445F"/>
              </a:solidFill>
              <a:latin typeface="+mj-ea"/>
              <a:ea typeface="+mj-ea"/>
              <a:sym typeface="思源黑体 CN Medium" panose="020B0600000000000000" pitchFamily="34" charset="-122"/>
            </a:endParaRPr>
          </a:p>
        </p:txBody>
      </p:sp>
      <p:sp>
        <p:nvSpPr>
          <p:cNvPr id="17" name="PA-矩形 16">
            <a:extLst>
              <a:ext uri="{FF2B5EF4-FFF2-40B4-BE49-F238E27FC236}">
                <a16:creationId xmlns:a16="http://schemas.microsoft.com/office/drawing/2014/main" id="{A112F90B-13BA-4EB9-B745-5DAC6C72D6B2}"/>
              </a:ext>
            </a:extLst>
          </p:cNvPr>
          <p:cNvSpPr/>
          <p:nvPr>
            <p:custDataLst>
              <p:tags r:id="rId6"/>
            </p:custDataLst>
          </p:nvPr>
        </p:nvSpPr>
        <p:spPr>
          <a:xfrm>
            <a:off x="2113455" y="1970412"/>
            <a:ext cx="5982329" cy="1446550"/>
          </a:xfrm>
          <a:prstGeom prst="rect">
            <a:avLst/>
          </a:prstGeom>
        </p:spPr>
        <p:txBody>
          <a:bodyPr wrap="square">
            <a:spAutoFit/>
          </a:bodyPr>
          <a:lstStyle/>
          <a:p>
            <a:pPr algn="dist"/>
            <a:r>
              <a:rPr lang="en-US" altLang="zh-CN" sz="8800" dirty="0">
                <a:solidFill>
                  <a:srgbClr val="39445F"/>
                </a:solidFill>
                <a:latin typeface="Franklin Gothic Heavy" panose="020B0903020102020204" pitchFamily="34" charset="0"/>
                <a:ea typeface="庞门正道标题体" panose="02010600030101010101" pitchFamily="2" charset="-122"/>
                <a:sym typeface="思源黑体 CN Medium" panose="020B0600000000000000" pitchFamily="34" charset="-122"/>
              </a:rPr>
              <a:t>SUMMARY</a:t>
            </a:r>
          </a:p>
        </p:txBody>
      </p:sp>
      <p:cxnSp>
        <p:nvCxnSpPr>
          <p:cNvPr id="18" name="PA-直接连接符 17">
            <a:extLst>
              <a:ext uri="{FF2B5EF4-FFF2-40B4-BE49-F238E27FC236}">
                <a16:creationId xmlns:a16="http://schemas.microsoft.com/office/drawing/2014/main" id="{9E7729D8-9BD6-407E-97D3-AFD3EB07967E}"/>
              </a:ext>
            </a:extLst>
          </p:cNvPr>
          <p:cNvCxnSpPr/>
          <p:nvPr>
            <p:custDataLst>
              <p:tags r:id="rId7"/>
            </p:custDataLst>
          </p:nvPr>
        </p:nvCxnSpPr>
        <p:spPr>
          <a:xfrm>
            <a:off x="2273407" y="4598936"/>
            <a:ext cx="4662068" cy="0"/>
          </a:xfrm>
          <a:prstGeom prst="line">
            <a:avLst/>
          </a:prstGeom>
          <a:ln w="19050">
            <a:solidFill>
              <a:srgbClr val="39445F"/>
            </a:solidFill>
          </a:ln>
        </p:spPr>
        <p:style>
          <a:lnRef idx="1">
            <a:schemeClr val="accent1"/>
          </a:lnRef>
          <a:fillRef idx="0">
            <a:schemeClr val="accent1"/>
          </a:fillRef>
          <a:effectRef idx="0">
            <a:schemeClr val="accent1"/>
          </a:effectRef>
          <a:fontRef idx="minor">
            <a:schemeClr val="tx1"/>
          </a:fontRef>
        </p:style>
      </p:cxnSp>
      <p:sp>
        <p:nvSpPr>
          <p:cNvPr id="19" name="PA-文本框 8">
            <a:extLst>
              <a:ext uri="{FF2B5EF4-FFF2-40B4-BE49-F238E27FC236}">
                <a16:creationId xmlns:a16="http://schemas.microsoft.com/office/drawing/2014/main" id="{DF29AF8A-AEDC-4C6C-B787-9D7CF48FD0DF}"/>
              </a:ext>
            </a:extLst>
          </p:cNvPr>
          <p:cNvSpPr txBox="1"/>
          <p:nvPr>
            <p:custDataLst>
              <p:tags r:id="rId8"/>
            </p:custDataLst>
          </p:nvPr>
        </p:nvSpPr>
        <p:spPr>
          <a:xfrm>
            <a:off x="2192749" y="3130605"/>
            <a:ext cx="5865307" cy="3145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50000"/>
              </a:lnSpc>
            </a:pPr>
            <a:r>
              <a:rPr lang="en-US" altLang="zh-CN" sz="1050" dirty="0">
                <a:solidFill>
                  <a:srgbClr val="39445F"/>
                </a:solidFill>
                <a:latin typeface="+mj-ea"/>
                <a:ea typeface="+mj-ea"/>
                <a:cs typeface="Aharoni" panose="02010803020104030203" pitchFamily="2" charset="-79"/>
                <a:sym typeface="+mn-lt"/>
              </a:rPr>
              <a:t>THIS POWERPOINT MADE BY SHENYAN.</a:t>
            </a:r>
            <a:endParaRPr lang="zh-CN" altLang="en-US" sz="1050" dirty="0">
              <a:solidFill>
                <a:srgbClr val="39445F"/>
              </a:solidFill>
              <a:latin typeface="+mj-ea"/>
              <a:ea typeface="+mj-ea"/>
              <a:cs typeface="Aharoni" panose="02010803020104030203" pitchFamily="2" charset="-79"/>
              <a:sym typeface="+mn-lt"/>
            </a:endParaRPr>
          </a:p>
        </p:txBody>
      </p:sp>
    </p:spTree>
    <p:extLst>
      <p:ext uri="{BB962C8B-B14F-4D97-AF65-F5344CB8AC3E}">
        <p14:creationId xmlns:p14="http://schemas.microsoft.com/office/powerpoint/2010/main" val="1853402081"/>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nodeType="withEffect">
                                  <p:stCondLst>
                                    <p:cond delay="0"/>
                                  </p:stCondLst>
                                  <p:childTnLst>
                                    <p:set>
                                      <p:cBhvr>
                                        <p:cTn id="6" dur="750" fill="hold">
                                          <p:stCondLst>
                                            <p:cond delay="0"/>
                                          </p:stCondLst>
                                        </p:cTn>
                                        <p:tgtEl>
                                          <p:spTgt spid="5"/>
                                        </p:tgtEl>
                                        <p:attrNameLst>
                                          <p:attrName>style.visibility</p:attrName>
                                        </p:attrNameLst>
                                      </p:cBhvr>
                                      <p:to>
                                        <p:strVal val="visible"/>
                                      </p:to>
                                    </p:set>
                                    <p:anim to="" calcmode="lin" valueType="num">
                                      <p:cBhvr>
                                        <p:cTn id="7" dur="750" fill="hold">
                                          <p:stCondLst>
                                            <p:cond delay="0"/>
                                          </p:stCondLst>
                                        </p:cTn>
                                        <p:tgtEl>
                                          <p:spTgt spid="5"/>
                                        </p:tgtEl>
                                        <p:attrNameLst>
                                          <p:attrName>ppt_h</p:attrName>
                                        </p:attrNameLst>
                                      </p:cBhvr>
                                      <p:tavLst>
                                        <p:tav tm="0" fmla="#ppt_h-#ppt_h*((1.5-1.5*$)^3-(1.5-1.5*$)^2)">
                                          <p:val>
                                            <p:strVal val="0"/>
                                          </p:val>
                                        </p:tav>
                                        <p:tav tm="100000">
                                          <p:val>
                                            <p:strVal val="1"/>
                                          </p:val>
                                        </p:tav>
                                      </p:tavLst>
                                    </p:anim>
                                    <p:anim to="" calcmode="lin" valueType="num">
                                      <p:cBhvr>
                                        <p:cTn id="8" dur="750" fill="hold">
                                          <p:stCondLst>
                                            <p:cond delay="0"/>
                                          </p:stCondLst>
                                        </p:cTn>
                                        <p:tgtEl>
                                          <p:spTgt spid="5"/>
                                        </p:tgtEl>
                                        <p:attrNameLst>
                                          <p:attrName>ppt_w</p:attrName>
                                        </p:attrNameLst>
                                      </p:cBhvr>
                                      <p:tavLst>
                                        <p:tav tm="0" fmla="#ppt_w-#ppt_w*((1.5-1.5*$)^3-(1.5-1.5*$)^2)">
                                          <p:val>
                                            <p:strVal val="0"/>
                                          </p:val>
                                        </p:tav>
                                        <p:tav tm="100000">
                                          <p:val>
                                            <p:strVal val="1"/>
                                          </p:val>
                                        </p:tav>
                                      </p:tavLst>
                                    </p:anim>
                                    <p:anim to="" calcmode="lin" valueType="num">
                                      <p:cBhvr>
                                        <p:cTn id="9" dur="750" fill="hold">
                                          <p:stCondLst>
                                            <p:cond delay="0"/>
                                          </p:stCondLst>
                                        </p:cTn>
                                        <p:tgtEl>
                                          <p:spTgt spid="5"/>
                                        </p:tgtEl>
                                        <p:attrNameLst>
                                          <p:attrName>transform.rotation_z</p:attrName>
                                        </p:attrNameLst>
                                      </p:cBhvr>
                                      <p:tavLst>
                                        <p:tav tm="0" fmla="#ppt_r+45*((1.5-1.5*$)^3-(1.5-1.5*$)^2)">
                                          <p:val>
                                            <p:strVal val="0"/>
                                          </p:val>
                                        </p:tav>
                                        <p:tav tm="100000">
                                          <p:val>
                                            <p:strVal val="1"/>
                                          </p:val>
                                        </p:tav>
                                      </p:tavLst>
                                    </p:anim>
                                    <p:animEffect filter="fade">
                                      <p:cBhvr>
                                        <p:cTn id="10" dur="750">
                                          <p:stCondLst>
                                            <p:cond delay="0"/>
                                          </p:stCondLst>
                                        </p:cTn>
                                        <p:tgtEl>
                                          <p:spTgt spid="5"/>
                                        </p:tgtEl>
                                      </p:cBhvr>
                                    </p:animEffect>
                                  </p:childTnLst>
                                </p:cTn>
                              </p:par>
                              <p:par>
                                <p:cTn id="11" presetID="0" presetClass="entr" presetSubtype="0" fill="hold" nodeType="withEffect">
                                  <p:stCondLst>
                                    <p:cond delay="0"/>
                                  </p:stCondLst>
                                  <p:childTnLst>
                                    <p:set>
                                      <p:cBhvr>
                                        <p:cTn id="12" dur="750" fill="hold">
                                          <p:stCondLst>
                                            <p:cond delay="0"/>
                                          </p:stCondLst>
                                        </p:cTn>
                                        <p:tgtEl>
                                          <p:spTgt spid="12"/>
                                        </p:tgtEl>
                                        <p:attrNameLst>
                                          <p:attrName>style.visibility</p:attrName>
                                        </p:attrNameLst>
                                      </p:cBhvr>
                                      <p:to>
                                        <p:strVal val="visible"/>
                                      </p:to>
                                    </p:set>
                                    <p:anim to="" calcmode="lin" valueType="num">
                                      <p:cBhvr>
                                        <p:cTn id="13" dur="750" fill="hold">
                                          <p:stCondLst>
                                            <p:cond delay="0"/>
                                          </p:stCondLst>
                                        </p:cTn>
                                        <p:tgtEl>
                                          <p:spTgt spid="12"/>
                                        </p:tgtEl>
                                        <p:attrNameLst>
                                          <p:attrName>ppt_h</p:attrName>
                                        </p:attrNameLst>
                                      </p:cBhvr>
                                      <p:tavLst>
                                        <p:tav tm="0" fmla="#ppt_h-#ppt_h*((1.5-1.5*$)^3-(1.5-1.5*$)^2)">
                                          <p:val>
                                            <p:strVal val="0"/>
                                          </p:val>
                                        </p:tav>
                                        <p:tav tm="100000">
                                          <p:val>
                                            <p:strVal val="1"/>
                                          </p:val>
                                        </p:tav>
                                      </p:tavLst>
                                    </p:anim>
                                    <p:anim to="" calcmode="lin" valueType="num">
                                      <p:cBhvr>
                                        <p:cTn id="14" dur="750" fill="hold">
                                          <p:stCondLst>
                                            <p:cond delay="0"/>
                                          </p:stCondLst>
                                        </p:cTn>
                                        <p:tgtEl>
                                          <p:spTgt spid="12"/>
                                        </p:tgtEl>
                                        <p:attrNameLst>
                                          <p:attrName>ppt_w</p:attrName>
                                        </p:attrNameLst>
                                      </p:cBhvr>
                                      <p:tavLst>
                                        <p:tav tm="0" fmla="#ppt_w-#ppt_w*((1.5-1.5*$)^3-(1.5-1.5*$)^2)">
                                          <p:val>
                                            <p:strVal val="0"/>
                                          </p:val>
                                        </p:tav>
                                        <p:tav tm="100000">
                                          <p:val>
                                            <p:strVal val="1"/>
                                          </p:val>
                                        </p:tav>
                                      </p:tavLst>
                                    </p:anim>
                                    <p:anim to="" calcmode="lin" valueType="num">
                                      <p:cBhvr>
                                        <p:cTn id="15" dur="750" fill="hold">
                                          <p:stCondLst>
                                            <p:cond delay="0"/>
                                          </p:stCondLst>
                                        </p:cTn>
                                        <p:tgtEl>
                                          <p:spTgt spid="12"/>
                                        </p:tgtEl>
                                        <p:attrNameLst>
                                          <p:attrName>transform.rotation_z</p:attrName>
                                        </p:attrNameLst>
                                      </p:cBhvr>
                                      <p:tavLst>
                                        <p:tav tm="0" fmla="#ppt_r+45*((1.5-1.5*$)^3-(1.5-1.5*$)^2)">
                                          <p:val>
                                            <p:strVal val="0"/>
                                          </p:val>
                                        </p:tav>
                                        <p:tav tm="100000">
                                          <p:val>
                                            <p:strVal val="1"/>
                                          </p:val>
                                        </p:tav>
                                      </p:tavLst>
                                    </p:anim>
                                    <p:animEffect filter="fade">
                                      <p:cBhvr>
                                        <p:cTn id="16" dur="750">
                                          <p:stCondLst>
                                            <p:cond delay="0"/>
                                          </p:stCondLst>
                                        </p:cTn>
                                        <p:tgtEl>
                                          <p:spTgt spid="12"/>
                                        </p:tgtEl>
                                      </p:cBhvr>
                                    </p:animEffect>
                                  </p:childTnLst>
                                </p:cTn>
                              </p:par>
                              <p:par>
                                <p:cTn id="17" presetID="0" presetClass="entr" presetSubtype="0" fill="hold" grpId="0" nodeType="withEffect">
                                  <p:stCondLst>
                                    <p:cond delay="0"/>
                                  </p:stCondLst>
                                  <p:childTnLst>
                                    <p:set>
                                      <p:cBhvr>
                                        <p:cTn id="18" dur="750" fill="hold">
                                          <p:stCondLst>
                                            <p:cond delay="0"/>
                                          </p:stCondLst>
                                        </p:cTn>
                                        <p:tgtEl>
                                          <p:spTgt spid="14"/>
                                        </p:tgtEl>
                                        <p:attrNameLst>
                                          <p:attrName>style.visibility</p:attrName>
                                        </p:attrNameLst>
                                      </p:cBhvr>
                                      <p:to>
                                        <p:strVal val="visible"/>
                                      </p:to>
                                    </p:set>
                                    <p:anim to="" calcmode="lin" valueType="num">
                                      <p:cBhvr>
                                        <p:cTn id="19" dur="750" fill="hold">
                                          <p:stCondLst>
                                            <p:cond delay="0"/>
                                          </p:stCondLst>
                                        </p:cTn>
                                        <p:tgtEl>
                                          <p:spTgt spid="14"/>
                                        </p:tgtEl>
                                        <p:attrNameLst>
                                          <p:attrName>ppt_h</p:attrName>
                                        </p:attrNameLst>
                                      </p:cBhvr>
                                      <p:tavLst>
                                        <p:tav tm="0" fmla="#ppt_h-#ppt_h*((1.5-1.5*$)^3-(1.5-1.5*$)^2)">
                                          <p:val>
                                            <p:strVal val="0"/>
                                          </p:val>
                                        </p:tav>
                                        <p:tav tm="100000">
                                          <p:val>
                                            <p:strVal val="1"/>
                                          </p:val>
                                        </p:tav>
                                      </p:tavLst>
                                    </p:anim>
                                    <p:anim to="" calcmode="lin" valueType="num">
                                      <p:cBhvr>
                                        <p:cTn id="20" dur="750" fill="hold">
                                          <p:stCondLst>
                                            <p:cond delay="0"/>
                                          </p:stCondLst>
                                        </p:cTn>
                                        <p:tgtEl>
                                          <p:spTgt spid="14"/>
                                        </p:tgtEl>
                                        <p:attrNameLst>
                                          <p:attrName>ppt_w</p:attrName>
                                        </p:attrNameLst>
                                      </p:cBhvr>
                                      <p:tavLst>
                                        <p:tav tm="0" fmla="#ppt_w-#ppt_w*((1.5-1.5*$)^3-(1.5-1.5*$)^2)">
                                          <p:val>
                                            <p:strVal val="0"/>
                                          </p:val>
                                        </p:tav>
                                        <p:tav tm="100000">
                                          <p:val>
                                            <p:strVal val="1"/>
                                          </p:val>
                                        </p:tav>
                                      </p:tavLst>
                                    </p:anim>
                                    <p:anim to="" calcmode="lin" valueType="num">
                                      <p:cBhvr>
                                        <p:cTn id="21" dur="750" fill="hold">
                                          <p:stCondLst>
                                            <p:cond delay="0"/>
                                          </p:stCondLst>
                                        </p:cTn>
                                        <p:tgtEl>
                                          <p:spTgt spid="14"/>
                                        </p:tgtEl>
                                        <p:attrNameLst>
                                          <p:attrName>transform.rotation_z</p:attrName>
                                        </p:attrNameLst>
                                      </p:cBhvr>
                                      <p:tavLst>
                                        <p:tav tm="0" fmla="#ppt_r+45*((1.5-1.5*$)^3-(1.5-1.5*$)^2)">
                                          <p:val>
                                            <p:strVal val="0"/>
                                          </p:val>
                                        </p:tav>
                                        <p:tav tm="100000">
                                          <p:val>
                                            <p:strVal val="1"/>
                                          </p:val>
                                        </p:tav>
                                      </p:tavLst>
                                    </p:anim>
                                    <p:animEffect filter="fade">
                                      <p:cBhvr>
                                        <p:cTn id="22" dur="750">
                                          <p:stCondLst>
                                            <p:cond delay="0"/>
                                          </p:stCondLst>
                                        </p:cTn>
                                        <p:tgtEl>
                                          <p:spTgt spid="14"/>
                                        </p:tgtEl>
                                      </p:cBhvr>
                                    </p:animEffect>
                                  </p:childTnLst>
                                </p:cTn>
                              </p:par>
                              <p:par>
                                <p:cTn id="23" presetID="0" presetClass="entr" presetSubtype="0" fill="hold" grpId="0" nodeType="withEffect">
                                  <p:stCondLst>
                                    <p:cond delay="0"/>
                                  </p:stCondLst>
                                  <p:childTnLst>
                                    <p:set>
                                      <p:cBhvr>
                                        <p:cTn id="24" dur="750" fill="hold">
                                          <p:stCondLst>
                                            <p:cond delay="0"/>
                                          </p:stCondLst>
                                        </p:cTn>
                                        <p:tgtEl>
                                          <p:spTgt spid="15"/>
                                        </p:tgtEl>
                                        <p:attrNameLst>
                                          <p:attrName>style.visibility</p:attrName>
                                        </p:attrNameLst>
                                      </p:cBhvr>
                                      <p:to>
                                        <p:strVal val="visible"/>
                                      </p:to>
                                    </p:set>
                                    <p:anim to="" calcmode="lin" valueType="num">
                                      <p:cBhvr>
                                        <p:cTn id="25" dur="750" fill="hold">
                                          <p:stCondLst>
                                            <p:cond delay="0"/>
                                          </p:stCondLst>
                                        </p:cTn>
                                        <p:tgtEl>
                                          <p:spTgt spid="15"/>
                                        </p:tgtEl>
                                        <p:attrNameLst>
                                          <p:attrName>ppt_h</p:attrName>
                                        </p:attrNameLst>
                                      </p:cBhvr>
                                      <p:tavLst>
                                        <p:tav tm="0" fmla="#ppt_h-#ppt_h*((1.5-1.5*$)^3-(1.5-1.5*$)^2)">
                                          <p:val>
                                            <p:strVal val="0"/>
                                          </p:val>
                                        </p:tav>
                                        <p:tav tm="100000">
                                          <p:val>
                                            <p:strVal val="1"/>
                                          </p:val>
                                        </p:tav>
                                      </p:tavLst>
                                    </p:anim>
                                    <p:anim to="" calcmode="lin" valueType="num">
                                      <p:cBhvr>
                                        <p:cTn id="26" dur="750" fill="hold">
                                          <p:stCondLst>
                                            <p:cond delay="0"/>
                                          </p:stCondLst>
                                        </p:cTn>
                                        <p:tgtEl>
                                          <p:spTgt spid="15"/>
                                        </p:tgtEl>
                                        <p:attrNameLst>
                                          <p:attrName>ppt_w</p:attrName>
                                        </p:attrNameLst>
                                      </p:cBhvr>
                                      <p:tavLst>
                                        <p:tav tm="0" fmla="#ppt_w-#ppt_w*((1.5-1.5*$)^3-(1.5-1.5*$)^2)">
                                          <p:val>
                                            <p:strVal val="0"/>
                                          </p:val>
                                        </p:tav>
                                        <p:tav tm="100000">
                                          <p:val>
                                            <p:strVal val="1"/>
                                          </p:val>
                                        </p:tav>
                                      </p:tavLst>
                                    </p:anim>
                                    <p:anim to="" calcmode="lin" valueType="num">
                                      <p:cBhvr>
                                        <p:cTn id="27" dur="750" fill="hold">
                                          <p:stCondLst>
                                            <p:cond delay="0"/>
                                          </p:stCondLst>
                                        </p:cTn>
                                        <p:tgtEl>
                                          <p:spTgt spid="15"/>
                                        </p:tgtEl>
                                        <p:attrNameLst>
                                          <p:attrName>transform.rotation_z</p:attrName>
                                        </p:attrNameLst>
                                      </p:cBhvr>
                                      <p:tavLst>
                                        <p:tav tm="0" fmla="#ppt_r+45*((1.5-1.5*$)^3-(1.5-1.5*$)^2)">
                                          <p:val>
                                            <p:strVal val="0"/>
                                          </p:val>
                                        </p:tav>
                                        <p:tav tm="100000">
                                          <p:val>
                                            <p:strVal val="1"/>
                                          </p:val>
                                        </p:tav>
                                      </p:tavLst>
                                    </p:anim>
                                    <p:animEffect filter="fade">
                                      <p:cBhvr>
                                        <p:cTn id="28" dur="750">
                                          <p:stCondLst>
                                            <p:cond delay="0"/>
                                          </p:stCondLst>
                                        </p:cTn>
                                        <p:tgtEl>
                                          <p:spTgt spid="15"/>
                                        </p:tgtEl>
                                      </p:cBhvr>
                                    </p:animEffect>
                                  </p:childTnLst>
                                </p:cTn>
                              </p:par>
                              <p:par>
                                <p:cTn id="29" presetID="0" presetClass="entr" presetSubtype="0" fill="hold" grpId="0" nodeType="withEffect">
                                  <p:stCondLst>
                                    <p:cond delay="0"/>
                                  </p:stCondLst>
                                  <p:childTnLst>
                                    <p:set>
                                      <p:cBhvr>
                                        <p:cTn id="30" dur="750" fill="hold">
                                          <p:stCondLst>
                                            <p:cond delay="0"/>
                                          </p:stCondLst>
                                        </p:cTn>
                                        <p:tgtEl>
                                          <p:spTgt spid="17"/>
                                        </p:tgtEl>
                                        <p:attrNameLst>
                                          <p:attrName>style.visibility</p:attrName>
                                        </p:attrNameLst>
                                      </p:cBhvr>
                                      <p:to>
                                        <p:strVal val="visible"/>
                                      </p:to>
                                    </p:set>
                                    <p:anim to="" calcmode="lin" valueType="num">
                                      <p:cBhvr>
                                        <p:cTn id="31" dur="750" fill="hold">
                                          <p:stCondLst>
                                            <p:cond delay="0"/>
                                          </p:stCondLst>
                                        </p:cTn>
                                        <p:tgtEl>
                                          <p:spTgt spid="17"/>
                                        </p:tgtEl>
                                        <p:attrNameLst>
                                          <p:attrName>ppt_h</p:attrName>
                                        </p:attrNameLst>
                                      </p:cBhvr>
                                      <p:tavLst>
                                        <p:tav tm="0" fmla="#ppt_h-#ppt_h*((1.5-1.5*$)^3-(1.5-1.5*$)^2)">
                                          <p:val>
                                            <p:strVal val="0"/>
                                          </p:val>
                                        </p:tav>
                                        <p:tav tm="100000">
                                          <p:val>
                                            <p:strVal val="1"/>
                                          </p:val>
                                        </p:tav>
                                      </p:tavLst>
                                    </p:anim>
                                    <p:anim to="" calcmode="lin" valueType="num">
                                      <p:cBhvr>
                                        <p:cTn id="32" dur="750" fill="hold">
                                          <p:stCondLst>
                                            <p:cond delay="0"/>
                                          </p:stCondLst>
                                        </p:cTn>
                                        <p:tgtEl>
                                          <p:spTgt spid="17"/>
                                        </p:tgtEl>
                                        <p:attrNameLst>
                                          <p:attrName>ppt_w</p:attrName>
                                        </p:attrNameLst>
                                      </p:cBhvr>
                                      <p:tavLst>
                                        <p:tav tm="0" fmla="#ppt_w-#ppt_w*((1.5-1.5*$)^3-(1.5-1.5*$)^2)">
                                          <p:val>
                                            <p:strVal val="0"/>
                                          </p:val>
                                        </p:tav>
                                        <p:tav tm="100000">
                                          <p:val>
                                            <p:strVal val="1"/>
                                          </p:val>
                                        </p:tav>
                                      </p:tavLst>
                                    </p:anim>
                                    <p:anim to="" calcmode="lin" valueType="num">
                                      <p:cBhvr>
                                        <p:cTn id="33" dur="750" fill="hold">
                                          <p:stCondLst>
                                            <p:cond delay="0"/>
                                          </p:stCondLst>
                                        </p:cTn>
                                        <p:tgtEl>
                                          <p:spTgt spid="17"/>
                                        </p:tgtEl>
                                        <p:attrNameLst>
                                          <p:attrName>transform.rotation_z</p:attrName>
                                        </p:attrNameLst>
                                      </p:cBhvr>
                                      <p:tavLst>
                                        <p:tav tm="0" fmla="#ppt_r+45*((1.5-1.5*$)^3-(1.5-1.5*$)^2)">
                                          <p:val>
                                            <p:strVal val="0"/>
                                          </p:val>
                                        </p:tav>
                                        <p:tav tm="100000">
                                          <p:val>
                                            <p:strVal val="1"/>
                                          </p:val>
                                        </p:tav>
                                      </p:tavLst>
                                    </p:anim>
                                    <p:animEffect filter="fade">
                                      <p:cBhvr>
                                        <p:cTn id="34" dur="750">
                                          <p:stCondLst>
                                            <p:cond delay="0"/>
                                          </p:stCondLst>
                                        </p:cTn>
                                        <p:tgtEl>
                                          <p:spTgt spid="17"/>
                                        </p:tgtEl>
                                      </p:cBhvr>
                                    </p:animEffect>
                                  </p:childTnLst>
                                </p:cTn>
                              </p:par>
                              <p:par>
                                <p:cTn id="35" presetID="0" presetClass="entr" presetSubtype="0" fill="hold" nodeType="withEffect">
                                  <p:stCondLst>
                                    <p:cond delay="0"/>
                                  </p:stCondLst>
                                  <p:childTnLst>
                                    <p:set>
                                      <p:cBhvr>
                                        <p:cTn id="36" dur="750" fill="hold">
                                          <p:stCondLst>
                                            <p:cond delay="0"/>
                                          </p:stCondLst>
                                        </p:cTn>
                                        <p:tgtEl>
                                          <p:spTgt spid="18"/>
                                        </p:tgtEl>
                                        <p:attrNameLst>
                                          <p:attrName>style.visibility</p:attrName>
                                        </p:attrNameLst>
                                      </p:cBhvr>
                                      <p:to>
                                        <p:strVal val="visible"/>
                                      </p:to>
                                    </p:set>
                                    <p:anim to="" calcmode="lin" valueType="num">
                                      <p:cBhvr>
                                        <p:cTn id="37" dur="750" fill="hold">
                                          <p:stCondLst>
                                            <p:cond delay="0"/>
                                          </p:stCondLst>
                                        </p:cTn>
                                        <p:tgtEl>
                                          <p:spTgt spid="18"/>
                                        </p:tgtEl>
                                        <p:attrNameLst>
                                          <p:attrName>ppt_h</p:attrName>
                                        </p:attrNameLst>
                                      </p:cBhvr>
                                      <p:tavLst>
                                        <p:tav tm="0" fmla="#ppt_h-#ppt_h*((1.5-1.5*$)^3-(1.5-1.5*$)^2)">
                                          <p:val>
                                            <p:strVal val="0"/>
                                          </p:val>
                                        </p:tav>
                                        <p:tav tm="100000">
                                          <p:val>
                                            <p:strVal val="1"/>
                                          </p:val>
                                        </p:tav>
                                      </p:tavLst>
                                    </p:anim>
                                    <p:anim to="" calcmode="lin" valueType="num">
                                      <p:cBhvr>
                                        <p:cTn id="38" dur="750" fill="hold">
                                          <p:stCondLst>
                                            <p:cond delay="0"/>
                                          </p:stCondLst>
                                        </p:cTn>
                                        <p:tgtEl>
                                          <p:spTgt spid="18"/>
                                        </p:tgtEl>
                                        <p:attrNameLst>
                                          <p:attrName>ppt_w</p:attrName>
                                        </p:attrNameLst>
                                      </p:cBhvr>
                                      <p:tavLst>
                                        <p:tav tm="0" fmla="#ppt_w-#ppt_w*((1.5-1.5*$)^3-(1.5-1.5*$)^2)">
                                          <p:val>
                                            <p:strVal val="0"/>
                                          </p:val>
                                        </p:tav>
                                        <p:tav tm="100000">
                                          <p:val>
                                            <p:strVal val="1"/>
                                          </p:val>
                                        </p:tav>
                                      </p:tavLst>
                                    </p:anim>
                                    <p:anim to="" calcmode="lin" valueType="num">
                                      <p:cBhvr>
                                        <p:cTn id="39" dur="750" fill="hold">
                                          <p:stCondLst>
                                            <p:cond delay="0"/>
                                          </p:stCondLst>
                                        </p:cTn>
                                        <p:tgtEl>
                                          <p:spTgt spid="18"/>
                                        </p:tgtEl>
                                        <p:attrNameLst>
                                          <p:attrName>transform.rotation_z</p:attrName>
                                        </p:attrNameLst>
                                      </p:cBhvr>
                                      <p:tavLst>
                                        <p:tav tm="0" fmla="#ppt_r+45*((1.5-1.5*$)^3-(1.5-1.5*$)^2)">
                                          <p:val>
                                            <p:strVal val="0"/>
                                          </p:val>
                                        </p:tav>
                                        <p:tav tm="100000">
                                          <p:val>
                                            <p:strVal val="1"/>
                                          </p:val>
                                        </p:tav>
                                      </p:tavLst>
                                    </p:anim>
                                    <p:animEffect filter="fade">
                                      <p:cBhvr>
                                        <p:cTn id="40" dur="750">
                                          <p:stCondLst>
                                            <p:cond delay="0"/>
                                          </p:stCondLst>
                                        </p:cTn>
                                        <p:tgtEl>
                                          <p:spTgt spid="18"/>
                                        </p:tgtEl>
                                      </p:cBhvr>
                                    </p:animEffect>
                                  </p:childTnLst>
                                </p:cTn>
                              </p:par>
                              <p:par>
                                <p:cTn id="41" presetID="0" presetClass="entr" presetSubtype="0" fill="hold" grpId="0" nodeType="withEffect">
                                  <p:stCondLst>
                                    <p:cond delay="0"/>
                                  </p:stCondLst>
                                  <p:childTnLst>
                                    <p:set>
                                      <p:cBhvr>
                                        <p:cTn id="42" dur="750" fill="hold">
                                          <p:stCondLst>
                                            <p:cond delay="0"/>
                                          </p:stCondLst>
                                        </p:cTn>
                                        <p:tgtEl>
                                          <p:spTgt spid="19"/>
                                        </p:tgtEl>
                                        <p:attrNameLst>
                                          <p:attrName>style.visibility</p:attrName>
                                        </p:attrNameLst>
                                      </p:cBhvr>
                                      <p:to>
                                        <p:strVal val="visible"/>
                                      </p:to>
                                    </p:set>
                                    <p:anim to="" calcmode="lin" valueType="num">
                                      <p:cBhvr>
                                        <p:cTn id="43" dur="750" fill="hold">
                                          <p:stCondLst>
                                            <p:cond delay="0"/>
                                          </p:stCondLst>
                                        </p:cTn>
                                        <p:tgtEl>
                                          <p:spTgt spid="19"/>
                                        </p:tgtEl>
                                        <p:attrNameLst>
                                          <p:attrName>ppt_h</p:attrName>
                                        </p:attrNameLst>
                                      </p:cBhvr>
                                      <p:tavLst>
                                        <p:tav tm="0" fmla="#ppt_h-#ppt_h*((1.5-1.5*$)^3-(1.5-1.5*$)^2)">
                                          <p:val>
                                            <p:strVal val="0"/>
                                          </p:val>
                                        </p:tav>
                                        <p:tav tm="100000">
                                          <p:val>
                                            <p:strVal val="1"/>
                                          </p:val>
                                        </p:tav>
                                      </p:tavLst>
                                    </p:anim>
                                    <p:anim to="" calcmode="lin" valueType="num">
                                      <p:cBhvr>
                                        <p:cTn id="44" dur="750" fill="hold">
                                          <p:stCondLst>
                                            <p:cond delay="0"/>
                                          </p:stCondLst>
                                        </p:cTn>
                                        <p:tgtEl>
                                          <p:spTgt spid="19"/>
                                        </p:tgtEl>
                                        <p:attrNameLst>
                                          <p:attrName>ppt_w</p:attrName>
                                        </p:attrNameLst>
                                      </p:cBhvr>
                                      <p:tavLst>
                                        <p:tav tm="0" fmla="#ppt_w-#ppt_w*((1.5-1.5*$)^3-(1.5-1.5*$)^2)">
                                          <p:val>
                                            <p:strVal val="0"/>
                                          </p:val>
                                        </p:tav>
                                        <p:tav tm="100000">
                                          <p:val>
                                            <p:strVal val="1"/>
                                          </p:val>
                                        </p:tav>
                                      </p:tavLst>
                                    </p:anim>
                                    <p:anim to="" calcmode="lin" valueType="num">
                                      <p:cBhvr>
                                        <p:cTn id="45" dur="750" fill="hold">
                                          <p:stCondLst>
                                            <p:cond delay="0"/>
                                          </p:stCondLst>
                                        </p:cTn>
                                        <p:tgtEl>
                                          <p:spTgt spid="19"/>
                                        </p:tgtEl>
                                        <p:attrNameLst>
                                          <p:attrName>transform.rotation_z</p:attrName>
                                        </p:attrNameLst>
                                      </p:cBhvr>
                                      <p:tavLst>
                                        <p:tav tm="0" fmla="#ppt_r+45*((1.5-1.5*$)^3-(1.5-1.5*$)^2)">
                                          <p:val>
                                            <p:strVal val="0"/>
                                          </p:val>
                                        </p:tav>
                                        <p:tav tm="100000">
                                          <p:val>
                                            <p:strVal val="1"/>
                                          </p:val>
                                        </p:tav>
                                      </p:tavLst>
                                    </p:anim>
                                    <p:animEffect filter="fade">
                                      <p:cBhvr>
                                        <p:cTn id="46" dur="750">
                                          <p:stCondLst>
                                            <p:cond delay="0"/>
                                          </p:stCondLst>
                                        </p:cTn>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7" grpId="0"/>
      <p:bldP spid="1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A-图片 2">
            <a:extLst>
              <a:ext uri="{FF2B5EF4-FFF2-40B4-BE49-F238E27FC236}">
                <a16:creationId xmlns:a16="http://schemas.microsoft.com/office/drawing/2014/main" id="{66EC47EC-D051-4ABD-A2E4-5F4A9F20B145}"/>
              </a:ext>
            </a:extLst>
          </p:cNvPr>
          <p:cNvPicPr>
            <a:picLocks noChangeAspect="1"/>
          </p:cNvPicPr>
          <p:nvPr>
            <p:custDataLst>
              <p:tags r:id="rId2"/>
            </p:custDataLst>
          </p:nvPr>
        </p:nvPicPr>
        <p:blipFill>
          <a:blip r:embed="rId20" cstate="print">
            <a:extLst>
              <a:ext uri="{28A0092B-C50C-407E-A947-70E740481C1C}">
                <a14:useLocalDpi xmlns:a14="http://schemas.microsoft.com/office/drawing/2010/main" val="0"/>
              </a:ext>
            </a:extLst>
          </a:blip>
          <a:stretch>
            <a:fillRect/>
          </a:stretch>
        </p:blipFill>
        <p:spPr>
          <a:xfrm rot="16200000">
            <a:off x="4522689" y="1562911"/>
            <a:ext cx="775742" cy="853316"/>
          </a:xfrm>
          <a:prstGeom prst="rect">
            <a:avLst/>
          </a:prstGeom>
        </p:spPr>
      </p:pic>
      <p:pic>
        <p:nvPicPr>
          <p:cNvPr id="5" name="PA-图片 4">
            <a:extLst>
              <a:ext uri="{FF2B5EF4-FFF2-40B4-BE49-F238E27FC236}">
                <a16:creationId xmlns:a16="http://schemas.microsoft.com/office/drawing/2014/main" id="{731C0FF6-02BC-4604-AC3F-CC7020FCC27E}"/>
              </a:ext>
            </a:extLst>
          </p:cNvPr>
          <p:cNvPicPr>
            <a:picLocks noChangeAspect="1"/>
          </p:cNvPicPr>
          <p:nvPr>
            <p:custDataLst>
              <p:tags r:id="rId3"/>
            </p:custDataLst>
          </p:nvPr>
        </p:nvPicPr>
        <p:blipFill>
          <a:blip r:embed="rId21" cstate="print">
            <a:extLst>
              <a:ext uri="{28A0092B-C50C-407E-A947-70E740481C1C}">
                <a14:useLocalDpi xmlns:a14="http://schemas.microsoft.com/office/drawing/2010/main" val="0"/>
              </a:ext>
            </a:extLst>
          </a:blip>
          <a:stretch>
            <a:fillRect/>
          </a:stretch>
        </p:blipFill>
        <p:spPr>
          <a:xfrm>
            <a:off x="1369796" y="1280159"/>
            <a:ext cx="3246473" cy="4689566"/>
          </a:xfrm>
          <a:prstGeom prst="rect">
            <a:avLst/>
          </a:prstGeom>
        </p:spPr>
      </p:pic>
      <p:sp>
        <p:nvSpPr>
          <p:cNvPr id="21" name="PA-矩形8435759">
            <a:extLst>
              <a:ext uri="{FF2B5EF4-FFF2-40B4-BE49-F238E27FC236}">
                <a16:creationId xmlns:a16="http://schemas.microsoft.com/office/drawing/2014/main" id="{4CE53034-370D-4E81-8FB2-3D60470AD687}"/>
              </a:ext>
            </a:extLst>
          </p:cNvPr>
          <p:cNvSpPr/>
          <p:nvPr>
            <p:custDataLst>
              <p:tags r:id="rId4"/>
            </p:custDataLst>
          </p:nvPr>
        </p:nvSpPr>
        <p:spPr>
          <a:xfrm>
            <a:off x="1612178" y="1658867"/>
            <a:ext cx="923330" cy="3540265"/>
          </a:xfrm>
          <a:prstGeom prst="rect">
            <a:avLst/>
          </a:prstGeom>
        </p:spPr>
        <p:txBody>
          <a:bodyPr vert="eaVert" wrap="none">
            <a:spAutoFit/>
          </a:bodyPr>
          <a:lstStyle/>
          <a:p>
            <a:r>
              <a:rPr lang="en-US" altLang="zh-CN" sz="4800" b="1" dirty="0">
                <a:solidFill>
                  <a:srgbClr val="3F3D56"/>
                </a:solidFill>
                <a:latin typeface="思源黑体" panose="020B0400000000000000" pitchFamily="34" charset="-122"/>
                <a:ea typeface="思源黑体" panose="020B0400000000000000" pitchFamily="34" charset="-122"/>
                <a:sym typeface="思源黑体" panose="020B0400000000000000" pitchFamily="34" charset="-122"/>
              </a:rPr>
              <a:t>CONTENTS</a:t>
            </a:r>
          </a:p>
        </p:txBody>
      </p:sp>
      <p:grpSp>
        <p:nvGrpSpPr>
          <p:cNvPr id="22" name="PA-组合 21">
            <a:extLst>
              <a:ext uri="{FF2B5EF4-FFF2-40B4-BE49-F238E27FC236}">
                <a16:creationId xmlns:a16="http://schemas.microsoft.com/office/drawing/2014/main" id="{BF84EEAC-962E-4445-9527-7FA7B7730F09}"/>
              </a:ext>
            </a:extLst>
          </p:cNvPr>
          <p:cNvGrpSpPr/>
          <p:nvPr>
            <p:custDataLst>
              <p:tags r:id="rId5"/>
            </p:custDataLst>
          </p:nvPr>
        </p:nvGrpSpPr>
        <p:grpSpPr>
          <a:xfrm>
            <a:off x="6238073" y="1774990"/>
            <a:ext cx="4584131" cy="615553"/>
            <a:chOff x="5456293" y="2357814"/>
            <a:chExt cx="4584131" cy="615553"/>
          </a:xfrm>
        </p:grpSpPr>
        <p:sp>
          <p:nvSpPr>
            <p:cNvPr id="23" name="PA-矩形 22">
              <a:extLst>
                <a:ext uri="{FF2B5EF4-FFF2-40B4-BE49-F238E27FC236}">
                  <a16:creationId xmlns:a16="http://schemas.microsoft.com/office/drawing/2014/main" id="{C27E541C-5ECD-486D-84C8-D9FE90A1F7BD}"/>
                </a:ext>
              </a:extLst>
            </p:cNvPr>
            <p:cNvSpPr/>
            <p:nvPr>
              <p:custDataLst>
                <p:tags r:id="rId16"/>
              </p:custDataLst>
            </p:nvPr>
          </p:nvSpPr>
          <p:spPr>
            <a:xfrm>
              <a:off x="5456293" y="2430920"/>
              <a:ext cx="537048" cy="537048"/>
            </a:xfrm>
            <a:prstGeom prst="rect">
              <a:avLst/>
            </a:prstGeom>
            <a:solidFill>
              <a:schemeClr val="accent1"/>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思源黑体 CN Medium" panose="020B0600000000000000" pitchFamily="34" charset="-122"/>
                  <a:ea typeface="思源黑体 CN Medium" panose="020B0600000000000000" pitchFamily="34" charset="-122"/>
                  <a:cs typeface="+mn-ea"/>
                  <a:sym typeface="+mn-lt"/>
                </a:rPr>
                <a:t>01</a:t>
              </a:r>
            </a:p>
          </p:txBody>
        </p:sp>
        <p:sp>
          <p:nvSpPr>
            <p:cNvPr id="24" name="PA-文本框 23">
              <a:extLst>
                <a:ext uri="{FF2B5EF4-FFF2-40B4-BE49-F238E27FC236}">
                  <a16:creationId xmlns:a16="http://schemas.microsoft.com/office/drawing/2014/main" id="{257FE38A-9043-498C-B749-BB0226413C27}"/>
                </a:ext>
              </a:extLst>
            </p:cNvPr>
            <p:cNvSpPr txBox="1"/>
            <p:nvPr>
              <p:custDataLst>
                <p:tags r:id="rId17"/>
              </p:custDataLst>
            </p:nvPr>
          </p:nvSpPr>
          <p:spPr>
            <a:xfrm>
              <a:off x="6253137" y="2357814"/>
              <a:ext cx="3787287" cy="615553"/>
            </a:xfrm>
            <a:prstGeom prst="rect">
              <a:avLst/>
            </a:prstGeom>
            <a:noFill/>
          </p:spPr>
          <p:txBody>
            <a:bodyPr wrap="square" rtlCol="0">
              <a:spAutoFit/>
            </a:bodyPr>
            <a:lstStyle/>
            <a:p>
              <a:r>
                <a:rPr lang="en-US" altLang="zh-CN" dirty="0">
                  <a:solidFill>
                    <a:srgbClr val="39445F"/>
                  </a:solidFill>
                  <a:latin typeface="思源黑体 CN Medium" panose="020B0600000000000000" pitchFamily="34" charset="-122"/>
                  <a:ea typeface="思源黑体 CN Medium" panose="020B0600000000000000" pitchFamily="34" charset="-122"/>
                  <a:cs typeface="+mn-ea"/>
                  <a:sym typeface="+mn-lt"/>
                </a:rPr>
                <a:t>Enter title here</a:t>
              </a:r>
            </a:p>
            <a:p>
              <a:r>
                <a:rPr lang="en-US" altLang="zh-CN" sz="800" dirty="0">
                  <a:solidFill>
                    <a:srgbClr val="39445F"/>
                  </a:solidFill>
                  <a:latin typeface="思源黑体 CN Medium" panose="020B0600000000000000" pitchFamily="34" charset="-122"/>
                  <a:ea typeface="思源黑体 CN Medium" panose="020B0600000000000000" pitchFamily="34" charset="-122"/>
                  <a:cs typeface="+mn-ea"/>
                  <a:sym typeface="+mn-lt"/>
                </a:rPr>
                <a:t>This </a:t>
              </a:r>
              <a:r>
                <a:rPr lang="en-US" altLang="zh-CN" sz="800" dirty="0" err="1">
                  <a:solidFill>
                    <a:srgbClr val="39445F"/>
                  </a:solidFill>
                  <a:latin typeface="思源黑体 CN Medium" panose="020B0600000000000000" pitchFamily="34" charset="-122"/>
                  <a:ea typeface="思源黑体 CN Medium" panose="020B0600000000000000" pitchFamily="34" charset="-122"/>
                  <a:cs typeface="+mn-ea"/>
                  <a:sym typeface="+mn-lt"/>
                </a:rPr>
                <a:t>powerpoint</a:t>
              </a:r>
              <a:r>
                <a:rPr lang="en-US" altLang="zh-CN" sz="800" dirty="0">
                  <a:solidFill>
                    <a:srgbClr val="39445F"/>
                  </a:solidFill>
                  <a:latin typeface="思源黑体 CN Medium" panose="020B0600000000000000" pitchFamily="34" charset="-122"/>
                  <a:ea typeface="思源黑体 CN Medium" panose="020B0600000000000000" pitchFamily="34" charset="-122"/>
                  <a:cs typeface="+mn-ea"/>
                  <a:sym typeface="+mn-lt"/>
                </a:rPr>
                <a:t> is made by </a:t>
              </a:r>
              <a:r>
                <a:rPr lang="en-US" altLang="zh-CN" sz="800" dirty="0" err="1">
                  <a:solidFill>
                    <a:srgbClr val="39445F"/>
                  </a:solidFill>
                  <a:latin typeface="思源黑体 CN Medium" panose="020B0600000000000000" pitchFamily="34" charset="-122"/>
                  <a:ea typeface="思源黑体 CN Medium" panose="020B0600000000000000" pitchFamily="34" charset="-122"/>
                  <a:cs typeface="+mn-ea"/>
                  <a:sym typeface="+mn-lt"/>
                </a:rPr>
                <a:t>senyan</a:t>
              </a:r>
              <a:r>
                <a:rPr lang="en-US" altLang="zh-CN" sz="800" dirty="0">
                  <a:solidFill>
                    <a:srgbClr val="39445F"/>
                  </a:solidFill>
                  <a:latin typeface="思源黑体 CN Medium" panose="020B0600000000000000" pitchFamily="34" charset="-122"/>
                  <a:ea typeface="思源黑体 CN Medium" panose="020B0600000000000000" pitchFamily="34" charset="-122"/>
                  <a:cs typeface="+mn-ea"/>
                  <a:sym typeface="+mn-lt"/>
                </a:rPr>
                <a:t>. everything in this template is all </a:t>
              </a:r>
              <a:r>
                <a:rPr lang="en-US" altLang="zh-CN" sz="800" dirty="0" err="1">
                  <a:solidFill>
                    <a:srgbClr val="39445F"/>
                  </a:solidFill>
                  <a:latin typeface="思源黑体 CN Medium" panose="020B0600000000000000" pitchFamily="34" charset="-122"/>
                  <a:ea typeface="思源黑体 CN Medium" panose="020B0600000000000000" pitchFamily="34" charset="-122"/>
                  <a:cs typeface="+mn-ea"/>
                  <a:sym typeface="+mn-lt"/>
                </a:rPr>
                <a:t>orginal</a:t>
              </a:r>
              <a:r>
                <a:rPr lang="en-US" altLang="zh-CN" sz="800" dirty="0">
                  <a:solidFill>
                    <a:srgbClr val="39445F"/>
                  </a:solidFill>
                  <a:latin typeface="思源黑体 CN Medium" panose="020B0600000000000000" pitchFamily="34" charset="-122"/>
                  <a:ea typeface="思源黑体 CN Medium" panose="020B0600000000000000" pitchFamily="34" charset="-122"/>
                  <a:cs typeface="+mn-ea"/>
                  <a:sym typeface="+mn-lt"/>
                </a:rPr>
                <a:t>. This </a:t>
              </a:r>
              <a:r>
                <a:rPr lang="en-US" altLang="zh-CN" sz="800" dirty="0" err="1">
                  <a:solidFill>
                    <a:srgbClr val="39445F"/>
                  </a:solidFill>
                  <a:latin typeface="思源黑体 CN Medium" panose="020B0600000000000000" pitchFamily="34" charset="-122"/>
                  <a:ea typeface="思源黑体 CN Medium" panose="020B0600000000000000" pitchFamily="34" charset="-122"/>
                  <a:cs typeface="+mn-ea"/>
                  <a:sym typeface="+mn-lt"/>
                </a:rPr>
                <a:t>powerpoint</a:t>
              </a:r>
              <a:r>
                <a:rPr lang="en-US" altLang="zh-CN" sz="800" dirty="0">
                  <a:solidFill>
                    <a:srgbClr val="39445F"/>
                  </a:solidFill>
                  <a:latin typeface="思源黑体 CN Medium" panose="020B0600000000000000" pitchFamily="34" charset="-122"/>
                  <a:ea typeface="思源黑体 CN Medium" panose="020B0600000000000000" pitchFamily="34" charset="-122"/>
                  <a:cs typeface="+mn-ea"/>
                  <a:sym typeface="+mn-lt"/>
                </a:rPr>
                <a:t> is made by </a:t>
              </a:r>
              <a:r>
                <a:rPr lang="en-US" altLang="zh-CN" sz="800" dirty="0" err="1">
                  <a:solidFill>
                    <a:srgbClr val="39445F"/>
                  </a:solidFill>
                  <a:latin typeface="思源黑体 CN Medium" panose="020B0600000000000000" pitchFamily="34" charset="-122"/>
                  <a:ea typeface="思源黑体 CN Medium" panose="020B0600000000000000" pitchFamily="34" charset="-122"/>
                  <a:cs typeface="+mn-ea"/>
                  <a:sym typeface="+mn-lt"/>
                </a:rPr>
                <a:t>senyan</a:t>
              </a:r>
              <a:r>
                <a:rPr lang="en-US" altLang="zh-CN" sz="800" dirty="0">
                  <a:solidFill>
                    <a:srgbClr val="39445F"/>
                  </a:solidFill>
                  <a:latin typeface="思源黑体 CN Medium" panose="020B0600000000000000" pitchFamily="34" charset="-122"/>
                  <a:ea typeface="思源黑体 CN Medium" panose="020B0600000000000000" pitchFamily="34" charset="-122"/>
                  <a:cs typeface="+mn-ea"/>
                  <a:sym typeface="+mn-lt"/>
                </a:rPr>
                <a:t>. </a:t>
              </a:r>
              <a:endParaRPr lang="zh-CN" altLang="en-US" sz="800" b="1" dirty="0">
                <a:solidFill>
                  <a:srgbClr val="39445F"/>
                </a:solidFill>
                <a:latin typeface="思源黑体 CN Medium" panose="020B0600000000000000" pitchFamily="34" charset="-122"/>
                <a:ea typeface="思源黑体 CN Medium" panose="020B0600000000000000" pitchFamily="34" charset="-122"/>
                <a:cs typeface="+mn-ea"/>
                <a:sym typeface="+mn-lt"/>
              </a:endParaRPr>
            </a:p>
          </p:txBody>
        </p:sp>
      </p:grpSp>
      <p:grpSp>
        <p:nvGrpSpPr>
          <p:cNvPr id="25" name="PA-组合 24">
            <a:extLst>
              <a:ext uri="{FF2B5EF4-FFF2-40B4-BE49-F238E27FC236}">
                <a16:creationId xmlns:a16="http://schemas.microsoft.com/office/drawing/2014/main" id="{0B0D5EA4-33B9-4869-948B-1A071F40D49C}"/>
              </a:ext>
            </a:extLst>
          </p:cNvPr>
          <p:cNvGrpSpPr/>
          <p:nvPr>
            <p:custDataLst>
              <p:tags r:id="rId6"/>
            </p:custDataLst>
          </p:nvPr>
        </p:nvGrpSpPr>
        <p:grpSpPr>
          <a:xfrm>
            <a:off x="6238073" y="2679970"/>
            <a:ext cx="4584131" cy="719364"/>
            <a:chOff x="5456293" y="3575646"/>
            <a:chExt cx="4584131" cy="719364"/>
          </a:xfrm>
        </p:grpSpPr>
        <p:sp>
          <p:nvSpPr>
            <p:cNvPr id="26" name="PA-矩形 25">
              <a:extLst>
                <a:ext uri="{FF2B5EF4-FFF2-40B4-BE49-F238E27FC236}">
                  <a16:creationId xmlns:a16="http://schemas.microsoft.com/office/drawing/2014/main" id="{2546EA4A-C9A3-4738-8DCA-FE39EC91F3C5}"/>
                </a:ext>
              </a:extLst>
            </p:cNvPr>
            <p:cNvSpPr/>
            <p:nvPr>
              <p:custDataLst>
                <p:tags r:id="rId14"/>
              </p:custDataLst>
            </p:nvPr>
          </p:nvSpPr>
          <p:spPr>
            <a:xfrm>
              <a:off x="5456293" y="3662820"/>
              <a:ext cx="537048" cy="537048"/>
            </a:xfrm>
            <a:prstGeom prst="rect">
              <a:avLst/>
            </a:prstGeom>
            <a:solidFill>
              <a:schemeClr val="accent1"/>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思源黑体 CN Medium" panose="020B0600000000000000" pitchFamily="34" charset="-122"/>
                  <a:ea typeface="思源黑体 CN Medium" panose="020B0600000000000000" pitchFamily="34" charset="-122"/>
                  <a:cs typeface="+mn-ea"/>
                  <a:sym typeface="+mn-lt"/>
                </a:rPr>
                <a:t>02</a:t>
              </a:r>
            </a:p>
          </p:txBody>
        </p:sp>
        <p:sp>
          <p:nvSpPr>
            <p:cNvPr id="27" name="PA-文本框 26">
              <a:extLst>
                <a:ext uri="{FF2B5EF4-FFF2-40B4-BE49-F238E27FC236}">
                  <a16:creationId xmlns:a16="http://schemas.microsoft.com/office/drawing/2014/main" id="{F82DD105-214A-49AE-BAE8-BFCB6EFAEC7B}"/>
                </a:ext>
              </a:extLst>
            </p:cNvPr>
            <p:cNvSpPr txBox="1"/>
            <p:nvPr>
              <p:custDataLst>
                <p:tags r:id="rId15"/>
              </p:custDataLst>
            </p:nvPr>
          </p:nvSpPr>
          <p:spPr>
            <a:xfrm>
              <a:off x="6253137" y="3575646"/>
              <a:ext cx="3787287" cy="719364"/>
            </a:xfrm>
            <a:prstGeom prst="rect">
              <a:avLst/>
            </a:prstGeom>
            <a:noFill/>
          </p:spPr>
          <p:txBody>
            <a:bodyPr wrap="square" rtlCol="0">
              <a:spAutoFit/>
            </a:bodyPr>
            <a:lstStyle/>
            <a:p>
              <a:r>
                <a:rPr lang="en-US" altLang="zh-CN" dirty="0">
                  <a:solidFill>
                    <a:srgbClr val="39445F"/>
                  </a:solidFill>
                  <a:latin typeface="思源黑体 CN Medium" panose="020B0600000000000000" pitchFamily="34" charset="-122"/>
                  <a:ea typeface="思源黑体 CN Medium" panose="020B0600000000000000" pitchFamily="34" charset="-122"/>
                  <a:cs typeface="+mn-ea"/>
                  <a:sym typeface="+mn-lt"/>
                </a:rPr>
                <a:t>Enter title here</a:t>
              </a:r>
            </a:p>
            <a:p>
              <a:pPr>
                <a:lnSpc>
                  <a:spcPct val="150000"/>
                </a:lnSpc>
              </a:pPr>
              <a:r>
                <a:rPr lang="en-US" altLang="zh-CN" sz="800" dirty="0">
                  <a:solidFill>
                    <a:srgbClr val="39445F"/>
                  </a:solidFill>
                  <a:latin typeface="思源黑体 CN Medium" panose="020B0600000000000000" pitchFamily="34" charset="-122"/>
                  <a:ea typeface="思源黑体 CN Medium" panose="020B0600000000000000" pitchFamily="34" charset="-122"/>
                  <a:cs typeface="+mn-ea"/>
                  <a:sym typeface="+mn-lt"/>
                </a:rPr>
                <a:t>This </a:t>
              </a:r>
              <a:r>
                <a:rPr lang="en-US" altLang="zh-CN" sz="800" dirty="0" err="1">
                  <a:solidFill>
                    <a:srgbClr val="39445F"/>
                  </a:solidFill>
                  <a:latin typeface="思源黑体 CN Medium" panose="020B0600000000000000" pitchFamily="34" charset="-122"/>
                  <a:ea typeface="思源黑体 CN Medium" panose="020B0600000000000000" pitchFamily="34" charset="-122"/>
                  <a:cs typeface="+mn-ea"/>
                  <a:sym typeface="+mn-lt"/>
                </a:rPr>
                <a:t>powerpoint</a:t>
              </a:r>
              <a:r>
                <a:rPr lang="en-US" altLang="zh-CN" sz="800" dirty="0">
                  <a:solidFill>
                    <a:srgbClr val="39445F"/>
                  </a:solidFill>
                  <a:latin typeface="思源黑体 CN Medium" panose="020B0600000000000000" pitchFamily="34" charset="-122"/>
                  <a:ea typeface="思源黑体 CN Medium" panose="020B0600000000000000" pitchFamily="34" charset="-122"/>
                  <a:cs typeface="+mn-ea"/>
                  <a:sym typeface="+mn-lt"/>
                </a:rPr>
                <a:t> is made by </a:t>
              </a:r>
              <a:r>
                <a:rPr lang="en-US" altLang="zh-CN" sz="800" dirty="0" err="1">
                  <a:solidFill>
                    <a:srgbClr val="39445F"/>
                  </a:solidFill>
                  <a:latin typeface="思源黑体 CN Medium" panose="020B0600000000000000" pitchFamily="34" charset="-122"/>
                  <a:ea typeface="思源黑体 CN Medium" panose="020B0600000000000000" pitchFamily="34" charset="-122"/>
                  <a:cs typeface="+mn-ea"/>
                  <a:sym typeface="+mn-lt"/>
                </a:rPr>
                <a:t>senyan</a:t>
              </a:r>
              <a:r>
                <a:rPr lang="en-US" altLang="zh-CN" sz="800" dirty="0">
                  <a:solidFill>
                    <a:srgbClr val="39445F"/>
                  </a:solidFill>
                  <a:latin typeface="思源黑体 CN Medium" panose="020B0600000000000000" pitchFamily="34" charset="-122"/>
                  <a:ea typeface="思源黑体 CN Medium" panose="020B0600000000000000" pitchFamily="34" charset="-122"/>
                  <a:cs typeface="+mn-ea"/>
                  <a:sym typeface="+mn-lt"/>
                </a:rPr>
                <a:t>. everything in this template is all </a:t>
              </a:r>
              <a:r>
                <a:rPr lang="en-US" altLang="zh-CN" sz="800" dirty="0" err="1">
                  <a:solidFill>
                    <a:srgbClr val="39445F"/>
                  </a:solidFill>
                  <a:latin typeface="思源黑体 CN Medium" panose="020B0600000000000000" pitchFamily="34" charset="-122"/>
                  <a:ea typeface="思源黑体 CN Medium" panose="020B0600000000000000" pitchFamily="34" charset="-122"/>
                  <a:cs typeface="+mn-ea"/>
                  <a:sym typeface="+mn-lt"/>
                </a:rPr>
                <a:t>orginal</a:t>
              </a:r>
              <a:r>
                <a:rPr lang="en-US" altLang="zh-CN" sz="800" dirty="0">
                  <a:solidFill>
                    <a:srgbClr val="39445F"/>
                  </a:solidFill>
                  <a:latin typeface="思源黑体 CN Medium" panose="020B0600000000000000" pitchFamily="34" charset="-122"/>
                  <a:ea typeface="思源黑体 CN Medium" panose="020B0600000000000000" pitchFamily="34" charset="-122"/>
                  <a:cs typeface="+mn-ea"/>
                  <a:sym typeface="+mn-lt"/>
                </a:rPr>
                <a:t>. This </a:t>
              </a:r>
              <a:r>
                <a:rPr lang="en-US" altLang="zh-CN" sz="800" dirty="0" err="1">
                  <a:solidFill>
                    <a:srgbClr val="39445F"/>
                  </a:solidFill>
                  <a:latin typeface="思源黑体 CN Medium" panose="020B0600000000000000" pitchFamily="34" charset="-122"/>
                  <a:ea typeface="思源黑体 CN Medium" panose="020B0600000000000000" pitchFamily="34" charset="-122"/>
                  <a:cs typeface="+mn-ea"/>
                  <a:sym typeface="+mn-lt"/>
                </a:rPr>
                <a:t>powerpoint</a:t>
              </a:r>
              <a:r>
                <a:rPr lang="en-US" altLang="zh-CN" sz="800" dirty="0">
                  <a:solidFill>
                    <a:srgbClr val="39445F"/>
                  </a:solidFill>
                  <a:latin typeface="思源黑体 CN Medium" panose="020B0600000000000000" pitchFamily="34" charset="-122"/>
                  <a:ea typeface="思源黑体 CN Medium" panose="020B0600000000000000" pitchFamily="34" charset="-122"/>
                  <a:cs typeface="+mn-ea"/>
                  <a:sym typeface="+mn-lt"/>
                </a:rPr>
                <a:t> is made by </a:t>
              </a:r>
              <a:r>
                <a:rPr lang="en-US" altLang="zh-CN" sz="800" dirty="0" err="1">
                  <a:solidFill>
                    <a:srgbClr val="39445F"/>
                  </a:solidFill>
                  <a:latin typeface="思源黑体 CN Medium" panose="020B0600000000000000" pitchFamily="34" charset="-122"/>
                  <a:ea typeface="思源黑体 CN Medium" panose="020B0600000000000000" pitchFamily="34" charset="-122"/>
                  <a:cs typeface="+mn-ea"/>
                  <a:sym typeface="+mn-lt"/>
                </a:rPr>
                <a:t>senyan</a:t>
              </a:r>
              <a:r>
                <a:rPr lang="en-US" altLang="zh-CN" sz="800" dirty="0">
                  <a:solidFill>
                    <a:srgbClr val="39445F"/>
                  </a:solidFill>
                  <a:latin typeface="思源黑体 CN Medium" panose="020B0600000000000000" pitchFamily="34" charset="-122"/>
                  <a:ea typeface="思源黑体 CN Medium" panose="020B0600000000000000" pitchFamily="34" charset="-122"/>
                  <a:cs typeface="+mn-ea"/>
                  <a:sym typeface="+mn-lt"/>
                </a:rPr>
                <a:t>. </a:t>
              </a:r>
              <a:endParaRPr lang="zh-CN" altLang="en-US" sz="800" dirty="0">
                <a:solidFill>
                  <a:srgbClr val="39445F"/>
                </a:solidFill>
                <a:latin typeface="思源黑体 CN Medium" panose="020B0600000000000000" pitchFamily="34" charset="-122"/>
                <a:ea typeface="思源黑体 CN Medium" panose="020B0600000000000000" pitchFamily="34" charset="-122"/>
                <a:cs typeface="+mn-ea"/>
                <a:sym typeface="+mn-lt"/>
              </a:endParaRPr>
            </a:p>
          </p:txBody>
        </p:sp>
      </p:grpSp>
      <p:grpSp>
        <p:nvGrpSpPr>
          <p:cNvPr id="28" name="PA-组合 27">
            <a:extLst>
              <a:ext uri="{FF2B5EF4-FFF2-40B4-BE49-F238E27FC236}">
                <a16:creationId xmlns:a16="http://schemas.microsoft.com/office/drawing/2014/main" id="{7627AFEF-C528-4AF5-A786-E01000CD64F8}"/>
              </a:ext>
            </a:extLst>
          </p:cNvPr>
          <p:cNvGrpSpPr/>
          <p:nvPr>
            <p:custDataLst>
              <p:tags r:id="rId7"/>
            </p:custDataLst>
          </p:nvPr>
        </p:nvGrpSpPr>
        <p:grpSpPr>
          <a:xfrm>
            <a:off x="6238073" y="3741019"/>
            <a:ext cx="4584131" cy="719364"/>
            <a:chOff x="5456293" y="4793478"/>
            <a:chExt cx="4584131" cy="719364"/>
          </a:xfrm>
        </p:grpSpPr>
        <p:sp>
          <p:nvSpPr>
            <p:cNvPr id="29" name="PA-矩形 28">
              <a:extLst>
                <a:ext uri="{FF2B5EF4-FFF2-40B4-BE49-F238E27FC236}">
                  <a16:creationId xmlns:a16="http://schemas.microsoft.com/office/drawing/2014/main" id="{DAC6E776-7CC2-4764-8E60-4637DD7B370A}"/>
                </a:ext>
              </a:extLst>
            </p:cNvPr>
            <p:cNvSpPr/>
            <p:nvPr>
              <p:custDataLst>
                <p:tags r:id="rId12"/>
              </p:custDataLst>
            </p:nvPr>
          </p:nvSpPr>
          <p:spPr>
            <a:xfrm>
              <a:off x="5456293" y="4894720"/>
              <a:ext cx="537048" cy="537048"/>
            </a:xfrm>
            <a:prstGeom prst="rect">
              <a:avLst/>
            </a:prstGeom>
            <a:solidFill>
              <a:schemeClr val="accent1"/>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思源黑体 CN Medium" panose="020B0600000000000000" pitchFamily="34" charset="-122"/>
                  <a:ea typeface="思源黑体 CN Medium" panose="020B0600000000000000" pitchFamily="34" charset="-122"/>
                  <a:cs typeface="+mn-ea"/>
                  <a:sym typeface="+mn-lt"/>
                </a:rPr>
                <a:t>03</a:t>
              </a:r>
            </a:p>
          </p:txBody>
        </p:sp>
        <p:sp>
          <p:nvSpPr>
            <p:cNvPr id="30" name="PA-文本框 29">
              <a:extLst>
                <a:ext uri="{FF2B5EF4-FFF2-40B4-BE49-F238E27FC236}">
                  <a16:creationId xmlns:a16="http://schemas.microsoft.com/office/drawing/2014/main" id="{AFCABC6B-AD63-4669-A033-96A56E313A12}"/>
                </a:ext>
              </a:extLst>
            </p:cNvPr>
            <p:cNvSpPr txBox="1"/>
            <p:nvPr>
              <p:custDataLst>
                <p:tags r:id="rId13"/>
              </p:custDataLst>
            </p:nvPr>
          </p:nvSpPr>
          <p:spPr>
            <a:xfrm>
              <a:off x="6253137" y="4793478"/>
              <a:ext cx="3787287" cy="719364"/>
            </a:xfrm>
            <a:prstGeom prst="rect">
              <a:avLst/>
            </a:prstGeom>
            <a:noFill/>
          </p:spPr>
          <p:txBody>
            <a:bodyPr wrap="square" rtlCol="0">
              <a:spAutoFit/>
            </a:bodyPr>
            <a:lstStyle/>
            <a:p>
              <a:r>
                <a:rPr lang="en-US" altLang="zh-CN" dirty="0">
                  <a:solidFill>
                    <a:srgbClr val="39445F"/>
                  </a:solidFill>
                  <a:latin typeface="思源黑体 CN Medium" panose="020B0600000000000000" pitchFamily="34" charset="-122"/>
                  <a:ea typeface="思源黑体 CN Medium" panose="020B0600000000000000" pitchFamily="34" charset="-122"/>
                  <a:cs typeface="+mn-ea"/>
                  <a:sym typeface="+mn-lt"/>
                </a:rPr>
                <a:t>Enter title here</a:t>
              </a:r>
            </a:p>
            <a:p>
              <a:pPr>
                <a:lnSpc>
                  <a:spcPct val="150000"/>
                </a:lnSpc>
              </a:pPr>
              <a:r>
                <a:rPr lang="en-US" altLang="zh-CN" sz="800" dirty="0">
                  <a:solidFill>
                    <a:srgbClr val="39445F"/>
                  </a:solidFill>
                  <a:latin typeface="思源黑体 CN Medium" panose="020B0600000000000000" pitchFamily="34" charset="-122"/>
                  <a:ea typeface="思源黑体 CN Medium" panose="020B0600000000000000" pitchFamily="34" charset="-122"/>
                  <a:cs typeface="+mn-ea"/>
                  <a:sym typeface="+mn-lt"/>
                </a:rPr>
                <a:t>This </a:t>
              </a:r>
              <a:r>
                <a:rPr lang="en-US" altLang="zh-CN" sz="800" dirty="0" err="1">
                  <a:solidFill>
                    <a:srgbClr val="39445F"/>
                  </a:solidFill>
                  <a:latin typeface="思源黑体 CN Medium" panose="020B0600000000000000" pitchFamily="34" charset="-122"/>
                  <a:ea typeface="思源黑体 CN Medium" panose="020B0600000000000000" pitchFamily="34" charset="-122"/>
                  <a:cs typeface="+mn-ea"/>
                  <a:sym typeface="+mn-lt"/>
                </a:rPr>
                <a:t>powerpoint</a:t>
              </a:r>
              <a:r>
                <a:rPr lang="en-US" altLang="zh-CN" sz="800" dirty="0">
                  <a:solidFill>
                    <a:srgbClr val="39445F"/>
                  </a:solidFill>
                  <a:latin typeface="思源黑体 CN Medium" panose="020B0600000000000000" pitchFamily="34" charset="-122"/>
                  <a:ea typeface="思源黑体 CN Medium" panose="020B0600000000000000" pitchFamily="34" charset="-122"/>
                  <a:cs typeface="+mn-ea"/>
                  <a:sym typeface="+mn-lt"/>
                </a:rPr>
                <a:t> is made by </a:t>
              </a:r>
              <a:r>
                <a:rPr lang="en-US" altLang="zh-CN" sz="800" dirty="0" err="1">
                  <a:solidFill>
                    <a:srgbClr val="39445F"/>
                  </a:solidFill>
                  <a:latin typeface="思源黑体 CN Medium" panose="020B0600000000000000" pitchFamily="34" charset="-122"/>
                  <a:ea typeface="思源黑体 CN Medium" panose="020B0600000000000000" pitchFamily="34" charset="-122"/>
                  <a:cs typeface="+mn-ea"/>
                  <a:sym typeface="+mn-lt"/>
                </a:rPr>
                <a:t>senyan</a:t>
              </a:r>
              <a:r>
                <a:rPr lang="en-US" altLang="zh-CN" sz="800" dirty="0">
                  <a:solidFill>
                    <a:srgbClr val="39445F"/>
                  </a:solidFill>
                  <a:latin typeface="思源黑体 CN Medium" panose="020B0600000000000000" pitchFamily="34" charset="-122"/>
                  <a:ea typeface="思源黑体 CN Medium" panose="020B0600000000000000" pitchFamily="34" charset="-122"/>
                  <a:cs typeface="+mn-ea"/>
                  <a:sym typeface="+mn-lt"/>
                </a:rPr>
                <a:t>. everything in this template is all </a:t>
              </a:r>
              <a:r>
                <a:rPr lang="en-US" altLang="zh-CN" sz="800" dirty="0" err="1">
                  <a:solidFill>
                    <a:srgbClr val="39445F"/>
                  </a:solidFill>
                  <a:latin typeface="思源黑体 CN Medium" panose="020B0600000000000000" pitchFamily="34" charset="-122"/>
                  <a:ea typeface="思源黑体 CN Medium" panose="020B0600000000000000" pitchFamily="34" charset="-122"/>
                  <a:cs typeface="+mn-ea"/>
                  <a:sym typeface="+mn-lt"/>
                </a:rPr>
                <a:t>orginal</a:t>
              </a:r>
              <a:r>
                <a:rPr lang="en-US" altLang="zh-CN" sz="800" dirty="0">
                  <a:solidFill>
                    <a:srgbClr val="39445F"/>
                  </a:solidFill>
                  <a:latin typeface="思源黑体 CN Medium" panose="020B0600000000000000" pitchFamily="34" charset="-122"/>
                  <a:ea typeface="思源黑体 CN Medium" panose="020B0600000000000000" pitchFamily="34" charset="-122"/>
                  <a:cs typeface="+mn-ea"/>
                  <a:sym typeface="+mn-lt"/>
                </a:rPr>
                <a:t>. This </a:t>
              </a:r>
              <a:r>
                <a:rPr lang="en-US" altLang="zh-CN" sz="800" dirty="0" err="1">
                  <a:solidFill>
                    <a:srgbClr val="39445F"/>
                  </a:solidFill>
                  <a:latin typeface="思源黑体 CN Medium" panose="020B0600000000000000" pitchFamily="34" charset="-122"/>
                  <a:ea typeface="思源黑体 CN Medium" panose="020B0600000000000000" pitchFamily="34" charset="-122"/>
                  <a:cs typeface="+mn-ea"/>
                  <a:sym typeface="+mn-lt"/>
                </a:rPr>
                <a:t>powerpoint</a:t>
              </a:r>
              <a:r>
                <a:rPr lang="en-US" altLang="zh-CN" sz="800" dirty="0">
                  <a:solidFill>
                    <a:srgbClr val="39445F"/>
                  </a:solidFill>
                  <a:latin typeface="思源黑体 CN Medium" panose="020B0600000000000000" pitchFamily="34" charset="-122"/>
                  <a:ea typeface="思源黑体 CN Medium" panose="020B0600000000000000" pitchFamily="34" charset="-122"/>
                  <a:cs typeface="+mn-ea"/>
                  <a:sym typeface="+mn-lt"/>
                </a:rPr>
                <a:t> is made by </a:t>
              </a:r>
              <a:r>
                <a:rPr lang="en-US" altLang="zh-CN" sz="800" dirty="0" err="1">
                  <a:solidFill>
                    <a:srgbClr val="39445F"/>
                  </a:solidFill>
                  <a:latin typeface="思源黑体 CN Medium" panose="020B0600000000000000" pitchFamily="34" charset="-122"/>
                  <a:ea typeface="思源黑体 CN Medium" panose="020B0600000000000000" pitchFamily="34" charset="-122"/>
                  <a:cs typeface="+mn-ea"/>
                  <a:sym typeface="+mn-lt"/>
                </a:rPr>
                <a:t>senyan</a:t>
              </a:r>
              <a:r>
                <a:rPr lang="en-US" altLang="zh-CN" sz="800" dirty="0">
                  <a:solidFill>
                    <a:srgbClr val="39445F"/>
                  </a:solidFill>
                  <a:latin typeface="思源黑体 CN Medium" panose="020B0600000000000000" pitchFamily="34" charset="-122"/>
                  <a:ea typeface="思源黑体 CN Medium" panose="020B0600000000000000" pitchFamily="34" charset="-122"/>
                  <a:cs typeface="+mn-ea"/>
                  <a:sym typeface="+mn-lt"/>
                </a:rPr>
                <a:t>. </a:t>
              </a:r>
              <a:endParaRPr lang="zh-CN" altLang="en-US" sz="800" dirty="0">
                <a:solidFill>
                  <a:srgbClr val="39445F"/>
                </a:solidFill>
                <a:latin typeface="思源黑体 CN Medium" panose="020B0600000000000000" pitchFamily="34" charset="-122"/>
                <a:ea typeface="思源黑体 CN Medium" panose="020B0600000000000000" pitchFamily="34" charset="-122"/>
                <a:cs typeface="+mn-ea"/>
                <a:sym typeface="+mn-lt"/>
              </a:endParaRPr>
            </a:p>
          </p:txBody>
        </p:sp>
      </p:grpSp>
      <p:grpSp>
        <p:nvGrpSpPr>
          <p:cNvPr id="31" name="PA-组合 30">
            <a:extLst>
              <a:ext uri="{FF2B5EF4-FFF2-40B4-BE49-F238E27FC236}">
                <a16:creationId xmlns:a16="http://schemas.microsoft.com/office/drawing/2014/main" id="{BEE742C7-35C1-48A4-B64C-2EE5D54D087B}"/>
              </a:ext>
            </a:extLst>
          </p:cNvPr>
          <p:cNvGrpSpPr/>
          <p:nvPr>
            <p:custDataLst>
              <p:tags r:id="rId8"/>
            </p:custDataLst>
          </p:nvPr>
        </p:nvGrpSpPr>
        <p:grpSpPr>
          <a:xfrm>
            <a:off x="6238073" y="4802068"/>
            <a:ext cx="4584131" cy="719364"/>
            <a:chOff x="5456293" y="6039446"/>
            <a:chExt cx="4584131" cy="719364"/>
          </a:xfrm>
        </p:grpSpPr>
        <p:sp>
          <p:nvSpPr>
            <p:cNvPr id="32" name="PA-矩形 31">
              <a:extLst>
                <a:ext uri="{FF2B5EF4-FFF2-40B4-BE49-F238E27FC236}">
                  <a16:creationId xmlns:a16="http://schemas.microsoft.com/office/drawing/2014/main" id="{684C31AB-DCBB-472A-AF2B-984D45E82525}"/>
                </a:ext>
              </a:extLst>
            </p:cNvPr>
            <p:cNvSpPr/>
            <p:nvPr>
              <p:custDataLst>
                <p:tags r:id="rId10"/>
              </p:custDataLst>
            </p:nvPr>
          </p:nvSpPr>
          <p:spPr>
            <a:xfrm>
              <a:off x="5456293" y="6126620"/>
              <a:ext cx="537048" cy="537048"/>
            </a:xfrm>
            <a:prstGeom prst="rect">
              <a:avLst/>
            </a:prstGeom>
            <a:solidFill>
              <a:schemeClr val="accent1"/>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思源黑体 CN Medium" panose="020B0600000000000000" pitchFamily="34" charset="-122"/>
                  <a:ea typeface="思源黑体 CN Medium" panose="020B0600000000000000" pitchFamily="34" charset="-122"/>
                  <a:cs typeface="+mn-ea"/>
                  <a:sym typeface="+mn-lt"/>
                </a:rPr>
                <a:t>04</a:t>
              </a:r>
            </a:p>
          </p:txBody>
        </p:sp>
        <p:sp>
          <p:nvSpPr>
            <p:cNvPr id="33" name="PA-文本框 32">
              <a:extLst>
                <a:ext uri="{FF2B5EF4-FFF2-40B4-BE49-F238E27FC236}">
                  <a16:creationId xmlns:a16="http://schemas.microsoft.com/office/drawing/2014/main" id="{0C03D39B-3E3F-4E04-BA31-50DB0C61B68E}"/>
                </a:ext>
              </a:extLst>
            </p:cNvPr>
            <p:cNvSpPr txBox="1"/>
            <p:nvPr>
              <p:custDataLst>
                <p:tags r:id="rId11"/>
              </p:custDataLst>
            </p:nvPr>
          </p:nvSpPr>
          <p:spPr>
            <a:xfrm>
              <a:off x="6253137" y="6039446"/>
              <a:ext cx="3787287" cy="719364"/>
            </a:xfrm>
            <a:prstGeom prst="rect">
              <a:avLst/>
            </a:prstGeom>
            <a:noFill/>
          </p:spPr>
          <p:txBody>
            <a:bodyPr wrap="square" rtlCol="0">
              <a:spAutoFit/>
            </a:bodyPr>
            <a:lstStyle/>
            <a:p>
              <a:r>
                <a:rPr lang="en-US" altLang="zh-CN" dirty="0">
                  <a:solidFill>
                    <a:srgbClr val="39445F"/>
                  </a:solidFill>
                  <a:latin typeface="思源黑体 CN Medium" panose="020B0600000000000000" pitchFamily="34" charset="-122"/>
                  <a:ea typeface="思源黑体 CN Medium" panose="020B0600000000000000" pitchFamily="34" charset="-122"/>
                  <a:cs typeface="+mn-ea"/>
                  <a:sym typeface="+mn-lt"/>
                </a:rPr>
                <a:t>Enter title here</a:t>
              </a:r>
            </a:p>
            <a:p>
              <a:pPr>
                <a:lnSpc>
                  <a:spcPct val="150000"/>
                </a:lnSpc>
              </a:pPr>
              <a:r>
                <a:rPr lang="en-US" altLang="zh-CN" sz="800" dirty="0">
                  <a:solidFill>
                    <a:srgbClr val="39445F"/>
                  </a:solidFill>
                  <a:latin typeface="思源黑体 CN Medium" panose="020B0600000000000000" pitchFamily="34" charset="-122"/>
                  <a:ea typeface="思源黑体 CN Medium" panose="020B0600000000000000" pitchFamily="34" charset="-122"/>
                  <a:cs typeface="+mn-ea"/>
                  <a:sym typeface="+mn-lt"/>
                </a:rPr>
                <a:t>This </a:t>
              </a:r>
              <a:r>
                <a:rPr lang="en-US" altLang="zh-CN" sz="800" dirty="0" err="1">
                  <a:solidFill>
                    <a:srgbClr val="39445F"/>
                  </a:solidFill>
                  <a:latin typeface="思源黑体 CN Medium" panose="020B0600000000000000" pitchFamily="34" charset="-122"/>
                  <a:ea typeface="思源黑体 CN Medium" panose="020B0600000000000000" pitchFamily="34" charset="-122"/>
                  <a:cs typeface="+mn-ea"/>
                  <a:sym typeface="+mn-lt"/>
                </a:rPr>
                <a:t>powerpoint</a:t>
              </a:r>
              <a:r>
                <a:rPr lang="en-US" altLang="zh-CN" sz="800" dirty="0">
                  <a:solidFill>
                    <a:srgbClr val="39445F"/>
                  </a:solidFill>
                  <a:latin typeface="思源黑体 CN Medium" panose="020B0600000000000000" pitchFamily="34" charset="-122"/>
                  <a:ea typeface="思源黑体 CN Medium" panose="020B0600000000000000" pitchFamily="34" charset="-122"/>
                  <a:cs typeface="+mn-ea"/>
                  <a:sym typeface="+mn-lt"/>
                </a:rPr>
                <a:t> is made by </a:t>
              </a:r>
              <a:r>
                <a:rPr lang="en-US" altLang="zh-CN" sz="800" dirty="0" err="1">
                  <a:solidFill>
                    <a:srgbClr val="39445F"/>
                  </a:solidFill>
                  <a:latin typeface="思源黑体 CN Medium" panose="020B0600000000000000" pitchFamily="34" charset="-122"/>
                  <a:ea typeface="思源黑体 CN Medium" panose="020B0600000000000000" pitchFamily="34" charset="-122"/>
                  <a:cs typeface="+mn-ea"/>
                  <a:sym typeface="+mn-lt"/>
                </a:rPr>
                <a:t>senyan</a:t>
              </a:r>
              <a:r>
                <a:rPr lang="en-US" altLang="zh-CN" sz="800" dirty="0">
                  <a:solidFill>
                    <a:srgbClr val="39445F"/>
                  </a:solidFill>
                  <a:latin typeface="思源黑体 CN Medium" panose="020B0600000000000000" pitchFamily="34" charset="-122"/>
                  <a:ea typeface="思源黑体 CN Medium" panose="020B0600000000000000" pitchFamily="34" charset="-122"/>
                  <a:cs typeface="+mn-ea"/>
                  <a:sym typeface="+mn-lt"/>
                </a:rPr>
                <a:t>. everything in this template is all </a:t>
              </a:r>
              <a:r>
                <a:rPr lang="en-US" altLang="zh-CN" sz="800" dirty="0" err="1">
                  <a:solidFill>
                    <a:srgbClr val="39445F"/>
                  </a:solidFill>
                  <a:latin typeface="思源黑体 CN Medium" panose="020B0600000000000000" pitchFamily="34" charset="-122"/>
                  <a:ea typeface="思源黑体 CN Medium" panose="020B0600000000000000" pitchFamily="34" charset="-122"/>
                  <a:cs typeface="+mn-ea"/>
                  <a:sym typeface="+mn-lt"/>
                </a:rPr>
                <a:t>orginal</a:t>
              </a:r>
              <a:r>
                <a:rPr lang="en-US" altLang="zh-CN" sz="800" dirty="0">
                  <a:solidFill>
                    <a:srgbClr val="39445F"/>
                  </a:solidFill>
                  <a:latin typeface="思源黑体 CN Medium" panose="020B0600000000000000" pitchFamily="34" charset="-122"/>
                  <a:ea typeface="思源黑体 CN Medium" panose="020B0600000000000000" pitchFamily="34" charset="-122"/>
                  <a:cs typeface="+mn-ea"/>
                  <a:sym typeface="+mn-lt"/>
                </a:rPr>
                <a:t>. This </a:t>
              </a:r>
              <a:r>
                <a:rPr lang="en-US" altLang="zh-CN" sz="800" dirty="0" err="1">
                  <a:solidFill>
                    <a:srgbClr val="39445F"/>
                  </a:solidFill>
                  <a:latin typeface="思源黑体 CN Medium" panose="020B0600000000000000" pitchFamily="34" charset="-122"/>
                  <a:ea typeface="思源黑体 CN Medium" panose="020B0600000000000000" pitchFamily="34" charset="-122"/>
                  <a:cs typeface="+mn-ea"/>
                  <a:sym typeface="+mn-lt"/>
                </a:rPr>
                <a:t>powerpoint</a:t>
              </a:r>
              <a:r>
                <a:rPr lang="en-US" altLang="zh-CN" sz="800" dirty="0">
                  <a:solidFill>
                    <a:srgbClr val="39445F"/>
                  </a:solidFill>
                  <a:latin typeface="思源黑体 CN Medium" panose="020B0600000000000000" pitchFamily="34" charset="-122"/>
                  <a:ea typeface="思源黑体 CN Medium" panose="020B0600000000000000" pitchFamily="34" charset="-122"/>
                  <a:cs typeface="+mn-ea"/>
                  <a:sym typeface="+mn-lt"/>
                </a:rPr>
                <a:t> is made by </a:t>
              </a:r>
              <a:r>
                <a:rPr lang="en-US" altLang="zh-CN" sz="800" dirty="0" err="1">
                  <a:solidFill>
                    <a:srgbClr val="39445F"/>
                  </a:solidFill>
                  <a:latin typeface="思源黑体 CN Medium" panose="020B0600000000000000" pitchFamily="34" charset="-122"/>
                  <a:ea typeface="思源黑体 CN Medium" panose="020B0600000000000000" pitchFamily="34" charset="-122"/>
                  <a:cs typeface="+mn-ea"/>
                  <a:sym typeface="+mn-lt"/>
                </a:rPr>
                <a:t>senyan</a:t>
              </a:r>
              <a:r>
                <a:rPr lang="en-US" altLang="zh-CN" sz="800" dirty="0">
                  <a:solidFill>
                    <a:srgbClr val="39445F"/>
                  </a:solidFill>
                  <a:latin typeface="思源黑体 CN Medium" panose="020B0600000000000000" pitchFamily="34" charset="-122"/>
                  <a:ea typeface="思源黑体 CN Medium" panose="020B0600000000000000" pitchFamily="34" charset="-122"/>
                  <a:cs typeface="+mn-ea"/>
                  <a:sym typeface="+mn-lt"/>
                </a:rPr>
                <a:t>. </a:t>
              </a:r>
              <a:endParaRPr lang="zh-CN" altLang="en-US" sz="800" dirty="0">
                <a:solidFill>
                  <a:srgbClr val="39445F"/>
                </a:solidFill>
                <a:latin typeface="思源黑体 CN Medium" panose="020B0600000000000000" pitchFamily="34" charset="-122"/>
                <a:ea typeface="思源黑体 CN Medium" panose="020B0600000000000000" pitchFamily="34" charset="-122"/>
                <a:cs typeface="+mn-ea"/>
                <a:sym typeface="+mn-lt"/>
              </a:endParaRPr>
            </a:p>
          </p:txBody>
        </p:sp>
      </p:grpSp>
      <p:sp>
        <p:nvSpPr>
          <p:cNvPr id="34" name="PA-矩形8435759">
            <a:extLst>
              <a:ext uri="{FF2B5EF4-FFF2-40B4-BE49-F238E27FC236}">
                <a16:creationId xmlns:a16="http://schemas.microsoft.com/office/drawing/2014/main" id="{EB7B3965-3ABA-42DD-B573-D61E932CE638}"/>
              </a:ext>
            </a:extLst>
          </p:cNvPr>
          <p:cNvSpPr/>
          <p:nvPr>
            <p:custDataLst>
              <p:tags r:id="rId9"/>
            </p:custDataLst>
          </p:nvPr>
        </p:nvSpPr>
        <p:spPr>
          <a:xfrm>
            <a:off x="2394861" y="1699135"/>
            <a:ext cx="923330" cy="1323439"/>
          </a:xfrm>
          <a:prstGeom prst="rect">
            <a:avLst/>
          </a:prstGeom>
        </p:spPr>
        <p:txBody>
          <a:bodyPr vert="eaVert" wrap="none">
            <a:spAutoFit/>
          </a:bodyPr>
          <a:lstStyle/>
          <a:p>
            <a:r>
              <a:rPr lang="zh-CN" altLang="en-US" sz="4800" b="1" dirty="0">
                <a:solidFill>
                  <a:srgbClr val="3F3D56"/>
                </a:solidFill>
                <a:latin typeface="思源黑体" panose="020B0400000000000000" pitchFamily="34" charset="-122"/>
                <a:ea typeface="思源黑体" panose="020B0400000000000000" pitchFamily="34" charset="-122"/>
                <a:sym typeface="思源黑体" panose="020B0400000000000000" pitchFamily="34" charset="-122"/>
              </a:rPr>
              <a:t>目录</a:t>
            </a:r>
            <a:endParaRPr lang="en-US" altLang="zh-CN" sz="4800" b="1" dirty="0">
              <a:solidFill>
                <a:srgbClr val="3F3D56"/>
              </a:solidFill>
              <a:latin typeface="思源黑体" panose="020B0400000000000000" pitchFamily="34" charset="-122"/>
              <a:ea typeface="思源黑体" panose="020B0400000000000000" pitchFamily="34" charset="-122"/>
              <a:sym typeface="思源黑体" panose="020B0400000000000000" pitchFamily="34" charset="-122"/>
            </a:endParaRPr>
          </a:p>
        </p:txBody>
      </p:sp>
    </p:spTree>
    <p:extLst>
      <p:ext uri="{BB962C8B-B14F-4D97-AF65-F5344CB8AC3E}">
        <p14:creationId xmlns:p14="http://schemas.microsoft.com/office/powerpoint/2010/main" val="248098360"/>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nodeType="withEffect">
                                  <p:stCondLst>
                                    <p:cond delay="0"/>
                                  </p:stCondLst>
                                  <p:childTnLst>
                                    <p:set>
                                      <p:cBhvr>
                                        <p:cTn id="6" dur="750" fill="hold">
                                          <p:stCondLst>
                                            <p:cond delay="0"/>
                                          </p:stCondLst>
                                        </p:cTn>
                                        <p:tgtEl>
                                          <p:spTgt spid="3"/>
                                        </p:tgtEl>
                                        <p:attrNameLst>
                                          <p:attrName>style.visibility</p:attrName>
                                        </p:attrNameLst>
                                      </p:cBhvr>
                                      <p:to>
                                        <p:strVal val="visible"/>
                                      </p:to>
                                    </p:set>
                                    <p:anim to="" calcmode="lin" valueType="num">
                                      <p:cBhvr>
                                        <p:cTn id="7" dur="750" fill="hold">
                                          <p:stCondLst>
                                            <p:cond delay="0"/>
                                          </p:stCondLst>
                                        </p:cTn>
                                        <p:tgtEl>
                                          <p:spTgt spid="3"/>
                                        </p:tgtEl>
                                        <p:attrNameLst>
                                          <p:attrName>ppt_h</p:attrName>
                                        </p:attrNameLst>
                                      </p:cBhvr>
                                      <p:tavLst>
                                        <p:tav tm="0" fmla="#ppt_h-#ppt_h*((1.5-1.5*$)^3-(1.5-1.5*$)^2)">
                                          <p:val>
                                            <p:strVal val="0"/>
                                          </p:val>
                                        </p:tav>
                                        <p:tav tm="100000">
                                          <p:val>
                                            <p:strVal val="1"/>
                                          </p:val>
                                        </p:tav>
                                      </p:tavLst>
                                    </p:anim>
                                    <p:anim to="" calcmode="lin" valueType="num">
                                      <p:cBhvr>
                                        <p:cTn id="8" dur="750" fill="hold">
                                          <p:stCondLst>
                                            <p:cond delay="0"/>
                                          </p:stCondLst>
                                        </p:cTn>
                                        <p:tgtEl>
                                          <p:spTgt spid="3"/>
                                        </p:tgtEl>
                                        <p:attrNameLst>
                                          <p:attrName>ppt_w</p:attrName>
                                        </p:attrNameLst>
                                      </p:cBhvr>
                                      <p:tavLst>
                                        <p:tav tm="0" fmla="#ppt_w-#ppt_w*((1.5-1.5*$)^3-(1.5-1.5*$)^2)">
                                          <p:val>
                                            <p:strVal val="0"/>
                                          </p:val>
                                        </p:tav>
                                        <p:tav tm="100000">
                                          <p:val>
                                            <p:strVal val="1"/>
                                          </p:val>
                                        </p:tav>
                                      </p:tavLst>
                                    </p:anim>
                                    <p:anim to="" calcmode="lin" valueType="num">
                                      <p:cBhvr>
                                        <p:cTn id="9" dur="750" fill="hold">
                                          <p:stCondLst>
                                            <p:cond delay="0"/>
                                          </p:stCondLst>
                                        </p:cTn>
                                        <p:tgtEl>
                                          <p:spTgt spid="3"/>
                                        </p:tgtEl>
                                        <p:attrNameLst>
                                          <p:attrName>ppt_x</p:attrName>
                                        </p:attrNameLst>
                                      </p:cBhvr>
                                      <p:tavLst>
                                        <p:tav tm="0" fmla="#ppt_x-(#ppt_x-0.5)*((1.5-1.5*$)^3-(1.5-1.5*$)^2)">
                                          <p:val>
                                            <p:strVal val="0"/>
                                          </p:val>
                                        </p:tav>
                                        <p:tav tm="100000">
                                          <p:val>
                                            <p:strVal val="1"/>
                                          </p:val>
                                        </p:tav>
                                      </p:tavLst>
                                    </p:anim>
                                    <p:anim to="" calcmode="lin" valueType="num">
                                      <p:cBhvr>
                                        <p:cTn id="10" dur="750" fill="hold">
                                          <p:stCondLst>
                                            <p:cond delay="0"/>
                                          </p:stCondLst>
                                        </p:cTn>
                                        <p:tgtEl>
                                          <p:spTgt spid="3"/>
                                        </p:tgtEl>
                                        <p:attrNameLst>
                                          <p:attrName>ppt_y</p:attrName>
                                        </p:attrNameLst>
                                      </p:cBhvr>
                                      <p:tavLst>
                                        <p:tav tm="0" fmla="#ppt_y-(#ppt_y-0.5)*((1.5-1.5*$)^3-(1.5-1.5*$)^2)">
                                          <p:val>
                                            <p:strVal val="0"/>
                                          </p:val>
                                        </p:tav>
                                        <p:tav tm="100000">
                                          <p:val>
                                            <p:strVal val="1"/>
                                          </p:val>
                                        </p:tav>
                                      </p:tavLst>
                                    </p:anim>
                                  </p:childTnLst>
                                </p:cTn>
                              </p:par>
                              <p:par>
                                <p:cTn id="11" presetID="0" presetClass="entr" presetSubtype="0" fill="hold" nodeType="withEffect">
                                  <p:stCondLst>
                                    <p:cond delay="0"/>
                                  </p:stCondLst>
                                  <p:childTnLst>
                                    <p:set>
                                      <p:cBhvr>
                                        <p:cTn id="12" dur="750" fill="hold">
                                          <p:stCondLst>
                                            <p:cond delay="0"/>
                                          </p:stCondLst>
                                        </p:cTn>
                                        <p:tgtEl>
                                          <p:spTgt spid="5"/>
                                        </p:tgtEl>
                                        <p:attrNameLst>
                                          <p:attrName>style.visibility</p:attrName>
                                        </p:attrNameLst>
                                      </p:cBhvr>
                                      <p:to>
                                        <p:strVal val="visible"/>
                                      </p:to>
                                    </p:set>
                                    <p:anim to="" calcmode="lin" valueType="num">
                                      <p:cBhvr>
                                        <p:cTn id="13" dur="750" fill="hold">
                                          <p:stCondLst>
                                            <p:cond delay="0"/>
                                          </p:stCondLst>
                                        </p:cTn>
                                        <p:tgtEl>
                                          <p:spTgt spid="5"/>
                                        </p:tgtEl>
                                        <p:attrNameLst>
                                          <p:attrName>ppt_h</p:attrName>
                                        </p:attrNameLst>
                                      </p:cBhvr>
                                      <p:tavLst>
                                        <p:tav tm="0" fmla="#ppt_h-#ppt_h*((1.5-1.5*$)^3-(1.5-1.5*$)^2)">
                                          <p:val>
                                            <p:strVal val="0"/>
                                          </p:val>
                                        </p:tav>
                                        <p:tav tm="100000">
                                          <p:val>
                                            <p:strVal val="1"/>
                                          </p:val>
                                        </p:tav>
                                      </p:tavLst>
                                    </p:anim>
                                    <p:anim to="" calcmode="lin" valueType="num">
                                      <p:cBhvr>
                                        <p:cTn id="14" dur="750" fill="hold">
                                          <p:stCondLst>
                                            <p:cond delay="0"/>
                                          </p:stCondLst>
                                        </p:cTn>
                                        <p:tgtEl>
                                          <p:spTgt spid="5"/>
                                        </p:tgtEl>
                                        <p:attrNameLst>
                                          <p:attrName>ppt_w</p:attrName>
                                        </p:attrNameLst>
                                      </p:cBhvr>
                                      <p:tavLst>
                                        <p:tav tm="0" fmla="#ppt_w-#ppt_w*((1.5-1.5*$)^3-(1.5-1.5*$)^2)">
                                          <p:val>
                                            <p:strVal val="0"/>
                                          </p:val>
                                        </p:tav>
                                        <p:tav tm="100000">
                                          <p:val>
                                            <p:strVal val="1"/>
                                          </p:val>
                                        </p:tav>
                                      </p:tavLst>
                                    </p:anim>
                                    <p:anim to="" calcmode="lin" valueType="num">
                                      <p:cBhvr>
                                        <p:cTn id="15" dur="750" fill="hold">
                                          <p:stCondLst>
                                            <p:cond delay="0"/>
                                          </p:stCondLst>
                                        </p:cTn>
                                        <p:tgtEl>
                                          <p:spTgt spid="5"/>
                                        </p:tgtEl>
                                        <p:attrNameLst>
                                          <p:attrName>ppt_x</p:attrName>
                                        </p:attrNameLst>
                                      </p:cBhvr>
                                      <p:tavLst>
                                        <p:tav tm="0" fmla="#ppt_x-(#ppt_x-0.5)*((1.5-1.5*$)^3-(1.5-1.5*$)^2)">
                                          <p:val>
                                            <p:strVal val="0"/>
                                          </p:val>
                                        </p:tav>
                                        <p:tav tm="100000">
                                          <p:val>
                                            <p:strVal val="1"/>
                                          </p:val>
                                        </p:tav>
                                      </p:tavLst>
                                    </p:anim>
                                    <p:anim to="" calcmode="lin" valueType="num">
                                      <p:cBhvr>
                                        <p:cTn id="16" dur="750" fill="hold">
                                          <p:stCondLst>
                                            <p:cond delay="0"/>
                                          </p:stCondLst>
                                        </p:cTn>
                                        <p:tgtEl>
                                          <p:spTgt spid="5"/>
                                        </p:tgtEl>
                                        <p:attrNameLst>
                                          <p:attrName>ppt_y</p:attrName>
                                        </p:attrNameLst>
                                      </p:cBhvr>
                                      <p:tavLst>
                                        <p:tav tm="0" fmla="#ppt_y-(#ppt_y-0.5)*((1.5-1.5*$)^3-(1.5-1.5*$)^2)">
                                          <p:val>
                                            <p:strVal val="0"/>
                                          </p:val>
                                        </p:tav>
                                        <p:tav tm="100000">
                                          <p:val>
                                            <p:strVal val="1"/>
                                          </p:val>
                                        </p:tav>
                                      </p:tavLst>
                                    </p:anim>
                                  </p:childTnLst>
                                </p:cTn>
                              </p:par>
                              <p:par>
                                <p:cTn id="17" presetID="0" presetClass="entr" presetSubtype="0" fill="hold" grpId="0" nodeType="withEffect">
                                  <p:stCondLst>
                                    <p:cond delay="0"/>
                                  </p:stCondLst>
                                  <p:childTnLst>
                                    <p:set>
                                      <p:cBhvr>
                                        <p:cTn id="18" dur="750" fill="hold">
                                          <p:stCondLst>
                                            <p:cond delay="0"/>
                                          </p:stCondLst>
                                        </p:cTn>
                                        <p:tgtEl>
                                          <p:spTgt spid="21"/>
                                        </p:tgtEl>
                                        <p:attrNameLst>
                                          <p:attrName>style.visibility</p:attrName>
                                        </p:attrNameLst>
                                      </p:cBhvr>
                                      <p:to>
                                        <p:strVal val="visible"/>
                                      </p:to>
                                    </p:set>
                                    <p:anim to="" calcmode="lin" valueType="num">
                                      <p:cBhvr>
                                        <p:cTn id="19" dur="750" fill="hold">
                                          <p:stCondLst>
                                            <p:cond delay="0"/>
                                          </p:stCondLst>
                                        </p:cTn>
                                        <p:tgtEl>
                                          <p:spTgt spid="21"/>
                                        </p:tgtEl>
                                        <p:attrNameLst>
                                          <p:attrName>ppt_h</p:attrName>
                                        </p:attrNameLst>
                                      </p:cBhvr>
                                      <p:tavLst>
                                        <p:tav tm="0" fmla="#ppt_h-#ppt_h*((1.5-1.5*$)^3-(1.5-1.5*$)^2)">
                                          <p:val>
                                            <p:strVal val="0"/>
                                          </p:val>
                                        </p:tav>
                                        <p:tav tm="100000">
                                          <p:val>
                                            <p:strVal val="1"/>
                                          </p:val>
                                        </p:tav>
                                      </p:tavLst>
                                    </p:anim>
                                    <p:anim to="" calcmode="lin" valueType="num">
                                      <p:cBhvr>
                                        <p:cTn id="20" dur="750" fill="hold">
                                          <p:stCondLst>
                                            <p:cond delay="0"/>
                                          </p:stCondLst>
                                        </p:cTn>
                                        <p:tgtEl>
                                          <p:spTgt spid="21"/>
                                        </p:tgtEl>
                                        <p:attrNameLst>
                                          <p:attrName>ppt_w</p:attrName>
                                        </p:attrNameLst>
                                      </p:cBhvr>
                                      <p:tavLst>
                                        <p:tav tm="0" fmla="#ppt_w-#ppt_w*((1.5-1.5*$)^3-(1.5-1.5*$)^2)">
                                          <p:val>
                                            <p:strVal val="0"/>
                                          </p:val>
                                        </p:tav>
                                        <p:tav tm="100000">
                                          <p:val>
                                            <p:strVal val="1"/>
                                          </p:val>
                                        </p:tav>
                                      </p:tavLst>
                                    </p:anim>
                                    <p:anim to="" calcmode="lin" valueType="num">
                                      <p:cBhvr>
                                        <p:cTn id="21" dur="750" fill="hold">
                                          <p:stCondLst>
                                            <p:cond delay="0"/>
                                          </p:stCondLst>
                                        </p:cTn>
                                        <p:tgtEl>
                                          <p:spTgt spid="21"/>
                                        </p:tgtEl>
                                        <p:attrNameLst>
                                          <p:attrName>ppt_x</p:attrName>
                                        </p:attrNameLst>
                                      </p:cBhvr>
                                      <p:tavLst>
                                        <p:tav tm="0" fmla="#ppt_x-(#ppt_x-0.5)*((1.5-1.5*$)^3-(1.5-1.5*$)^2)">
                                          <p:val>
                                            <p:strVal val="0"/>
                                          </p:val>
                                        </p:tav>
                                        <p:tav tm="100000">
                                          <p:val>
                                            <p:strVal val="1"/>
                                          </p:val>
                                        </p:tav>
                                      </p:tavLst>
                                    </p:anim>
                                    <p:anim to="" calcmode="lin" valueType="num">
                                      <p:cBhvr>
                                        <p:cTn id="22" dur="750" fill="hold">
                                          <p:stCondLst>
                                            <p:cond delay="0"/>
                                          </p:stCondLst>
                                        </p:cTn>
                                        <p:tgtEl>
                                          <p:spTgt spid="21"/>
                                        </p:tgtEl>
                                        <p:attrNameLst>
                                          <p:attrName>ppt_y</p:attrName>
                                        </p:attrNameLst>
                                      </p:cBhvr>
                                      <p:tavLst>
                                        <p:tav tm="0" fmla="#ppt_y-(#ppt_y-0.5)*((1.5-1.5*$)^3-(1.5-1.5*$)^2)">
                                          <p:val>
                                            <p:strVal val="0"/>
                                          </p:val>
                                        </p:tav>
                                        <p:tav tm="100000">
                                          <p:val>
                                            <p:strVal val="1"/>
                                          </p:val>
                                        </p:tav>
                                      </p:tavLst>
                                    </p:anim>
                                  </p:childTnLst>
                                </p:cTn>
                              </p:par>
                              <p:par>
                                <p:cTn id="23" presetID="0" presetClass="entr" presetSubtype="0" fill="hold" grpId="0" nodeType="withEffect">
                                  <p:stCondLst>
                                    <p:cond delay="0"/>
                                  </p:stCondLst>
                                  <p:childTnLst>
                                    <p:set>
                                      <p:cBhvr>
                                        <p:cTn id="24" dur="750" fill="hold">
                                          <p:stCondLst>
                                            <p:cond delay="0"/>
                                          </p:stCondLst>
                                        </p:cTn>
                                        <p:tgtEl>
                                          <p:spTgt spid="34"/>
                                        </p:tgtEl>
                                        <p:attrNameLst>
                                          <p:attrName>style.visibility</p:attrName>
                                        </p:attrNameLst>
                                      </p:cBhvr>
                                      <p:to>
                                        <p:strVal val="visible"/>
                                      </p:to>
                                    </p:set>
                                    <p:anim to="" calcmode="lin" valueType="num">
                                      <p:cBhvr>
                                        <p:cTn id="25" dur="750" fill="hold">
                                          <p:stCondLst>
                                            <p:cond delay="0"/>
                                          </p:stCondLst>
                                        </p:cTn>
                                        <p:tgtEl>
                                          <p:spTgt spid="34"/>
                                        </p:tgtEl>
                                        <p:attrNameLst>
                                          <p:attrName>ppt_h</p:attrName>
                                        </p:attrNameLst>
                                      </p:cBhvr>
                                      <p:tavLst>
                                        <p:tav tm="0" fmla="#ppt_h-#ppt_h*((1.5-1.5*$)^3-(1.5-1.5*$)^2)">
                                          <p:val>
                                            <p:strVal val="0"/>
                                          </p:val>
                                        </p:tav>
                                        <p:tav tm="100000">
                                          <p:val>
                                            <p:strVal val="1"/>
                                          </p:val>
                                        </p:tav>
                                      </p:tavLst>
                                    </p:anim>
                                    <p:anim to="" calcmode="lin" valueType="num">
                                      <p:cBhvr>
                                        <p:cTn id="26" dur="750" fill="hold">
                                          <p:stCondLst>
                                            <p:cond delay="0"/>
                                          </p:stCondLst>
                                        </p:cTn>
                                        <p:tgtEl>
                                          <p:spTgt spid="34"/>
                                        </p:tgtEl>
                                        <p:attrNameLst>
                                          <p:attrName>ppt_w</p:attrName>
                                        </p:attrNameLst>
                                      </p:cBhvr>
                                      <p:tavLst>
                                        <p:tav tm="0" fmla="#ppt_w-#ppt_w*((1.5-1.5*$)^3-(1.5-1.5*$)^2)">
                                          <p:val>
                                            <p:strVal val="0"/>
                                          </p:val>
                                        </p:tav>
                                        <p:tav tm="100000">
                                          <p:val>
                                            <p:strVal val="1"/>
                                          </p:val>
                                        </p:tav>
                                      </p:tavLst>
                                    </p:anim>
                                    <p:anim to="" calcmode="lin" valueType="num">
                                      <p:cBhvr>
                                        <p:cTn id="27" dur="750" fill="hold">
                                          <p:stCondLst>
                                            <p:cond delay="0"/>
                                          </p:stCondLst>
                                        </p:cTn>
                                        <p:tgtEl>
                                          <p:spTgt spid="34"/>
                                        </p:tgtEl>
                                        <p:attrNameLst>
                                          <p:attrName>ppt_x</p:attrName>
                                        </p:attrNameLst>
                                      </p:cBhvr>
                                      <p:tavLst>
                                        <p:tav tm="0" fmla="#ppt_x-(#ppt_x-0.5)*((1.5-1.5*$)^3-(1.5-1.5*$)^2)">
                                          <p:val>
                                            <p:strVal val="0"/>
                                          </p:val>
                                        </p:tav>
                                        <p:tav tm="100000">
                                          <p:val>
                                            <p:strVal val="1"/>
                                          </p:val>
                                        </p:tav>
                                      </p:tavLst>
                                    </p:anim>
                                    <p:anim to="" calcmode="lin" valueType="num">
                                      <p:cBhvr>
                                        <p:cTn id="28" dur="750" fill="hold">
                                          <p:stCondLst>
                                            <p:cond delay="0"/>
                                          </p:stCondLst>
                                        </p:cTn>
                                        <p:tgtEl>
                                          <p:spTgt spid="34"/>
                                        </p:tgtEl>
                                        <p:attrNameLst>
                                          <p:attrName>ppt_y</p:attrName>
                                        </p:attrNameLst>
                                      </p:cBhvr>
                                      <p:tavLst>
                                        <p:tav tm="0" fmla="#ppt_y-(#ppt_y-0.5)*((1.5-1.5*$)^3-(1.5-1.5*$)^2)">
                                          <p:val>
                                            <p:strVal val="0"/>
                                          </p:val>
                                        </p:tav>
                                        <p:tav tm="100000">
                                          <p:val>
                                            <p:strVal val="1"/>
                                          </p:val>
                                        </p:tav>
                                      </p:tavLst>
                                    </p:anim>
                                  </p:childTnLst>
                                </p:cTn>
                              </p:par>
                            </p:childTnLst>
                          </p:cTn>
                        </p:par>
                        <p:par>
                          <p:cTn id="29" fill="hold">
                            <p:stCondLst>
                              <p:cond delay="750"/>
                            </p:stCondLst>
                            <p:childTnLst>
                              <p:par>
                                <p:cTn id="30" presetID="0" presetClass="entr" presetSubtype="0" fill="hold" nodeType="afterEffect">
                                  <p:stCondLst>
                                    <p:cond delay="0"/>
                                  </p:stCondLst>
                                  <p:childTnLst>
                                    <p:set>
                                      <p:cBhvr>
                                        <p:cTn id="31" dur="700" fill="hold">
                                          <p:stCondLst>
                                            <p:cond delay="0"/>
                                          </p:stCondLst>
                                        </p:cTn>
                                        <p:tgtEl>
                                          <p:spTgt spid="22"/>
                                        </p:tgtEl>
                                        <p:attrNameLst>
                                          <p:attrName>style.visibility</p:attrName>
                                        </p:attrNameLst>
                                      </p:cBhvr>
                                      <p:to>
                                        <p:strVal val="visible"/>
                                      </p:to>
                                    </p:set>
                                    <p:anim to="" calcmode="lin" valueType="num">
                                      <p:cBhvr>
                                        <p:cTn id="32" dur="700" fill="hold">
                                          <p:stCondLst>
                                            <p:cond delay="0"/>
                                          </p:stCondLst>
                                        </p:cTn>
                                        <p:tgtEl>
                                          <p:spTgt spid="22"/>
                                        </p:tgtEl>
                                        <p:attrNameLst>
                                          <p:attrName>ppt_x</p:attrName>
                                        </p:attrNameLst>
                                      </p:cBhvr>
                                      <p:tavLst>
                                        <p:tav tm="0" fmla="#ppt_x-#ppt_w*((1.5-1.5*$)^3-(1.5-1.5*$)^2)">
                                          <p:val>
                                            <p:strVal val="0"/>
                                          </p:val>
                                        </p:tav>
                                        <p:tav tm="100000">
                                          <p:val>
                                            <p:strVal val="1"/>
                                          </p:val>
                                        </p:tav>
                                      </p:tavLst>
                                    </p:anim>
                                    <p:animEffect filter="fade">
                                      <p:cBhvr>
                                        <p:cTn id="33" dur="700">
                                          <p:stCondLst>
                                            <p:cond delay="0"/>
                                          </p:stCondLst>
                                        </p:cTn>
                                        <p:tgtEl>
                                          <p:spTgt spid="22"/>
                                        </p:tgtEl>
                                      </p:cBhvr>
                                    </p:animEffect>
                                  </p:childTnLst>
                                </p:cTn>
                              </p:par>
                            </p:childTnLst>
                          </p:cTn>
                        </p:par>
                        <p:par>
                          <p:cTn id="34" fill="hold">
                            <p:stCondLst>
                              <p:cond delay="1450"/>
                            </p:stCondLst>
                            <p:childTnLst>
                              <p:par>
                                <p:cTn id="35" presetID="0" presetClass="entr" presetSubtype="0" fill="hold" nodeType="afterEffect">
                                  <p:stCondLst>
                                    <p:cond delay="0"/>
                                  </p:stCondLst>
                                  <p:childTnLst>
                                    <p:set>
                                      <p:cBhvr>
                                        <p:cTn id="36" dur="700" fill="hold">
                                          <p:stCondLst>
                                            <p:cond delay="0"/>
                                          </p:stCondLst>
                                        </p:cTn>
                                        <p:tgtEl>
                                          <p:spTgt spid="25"/>
                                        </p:tgtEl>
                                        <p:attrNameLst>
                                          <p:attrName>style.visibility</p:attrName>
                                        </p:attrNameLst>
                                      </p:cBhvr>
                                      <p:to>
                                        <p:strVal val="visible"/>
                                      </p:to>
                                    </p:set>
                                    <p:anim to="" calcmode="lin" valueType="num">
                                      <p:cBhvr>
                                        <p:cTn id="37" dur="700" fill="hold">
                                          <p:stCondLst>
                                            <p:cond delay="0"/>
                                          </p:stCondLst>
                                        </p:cTn>
                                        <p:tgtEl>
                                          <p:spTgt spid="25"/>
                                        </p:tgtEl>
                                        <p:attrNameLst>
                                          <p:attrName>ppt_x</p:attrName>
                                        </p:attrNameLst>
                                      </p:cBhvr>
                                      <p:tavLst>
                                        <p:tav tm="0" fmla="#ppt_x-#ppt_w*((1.5-1.5*$)^3-(1.5-1.5*$)^2)">
                                          <p:val>
                                            <p:strVal val="0"/>
                                          </p:val>
                                        </p:tav>
                                        <p:tav tm="100000">
                                          <p:val>
                                            <p:strVal val="1"/>
                                          </p:val>
                                        </p:tav>
                                      </p:tavLst>
                                    </p:anim>
                                    <p:animEffect filter="fade">
                                      <p:cBhvr>
                                        <p:cTn id="38" dur="700">
                                          <p:stCondLst>
                                            <p:cond delay="0"/>
                                          </p:stCondLst>
                                        </p:cTn>
                                        <p:tgtEl>
                                          <p:spTgt spid="25"/>
                                        </p:tgtEl>
                                      </p:cBhvr>
                                    </p:animEffect>
                                  </p:childTnLst>
                                </p:cTn>
                              </p:par>
                            </p:childTnLst>
                          </p:cTn>
                        </p:par>
                        <p:par>
                          <p:cTn id="39" fill="hold">
                            <p:stCondLst>
                              <p:cond delay="2150"/>
                            </p:stCondLst>
                            <p:childTnLst>
                              <p:par>
                                <p:cTn id="40" presetID="0" presetClass="entr" presetSubtype="0" fill="hold" nodeType="afterEffect">
                                  <p:stCondLst>
                                    <p:cond delay="0"/>
                                  </p:stCondLst>
                                  <p:childTnLst>
                                    <p:set>
                                      <p:cBhvr>
                                        <p:cTn id="41" dur="700" fill="hold">
                                          <p:stCondLst>
                                            <p:cond delay="0"/>
                                          </p:stCondLst>
                                        </p:cTn>
                                        <p:tgtEl>
                                          <p:spTgt spid="28"/>
                                        </p:tgtEl>
                                        <p:attrNameLst>
                                          <p:attrName>style.visibility</p:attrName>
                                        </p:attrNameLst>
                                      </p:cBhvr>
                                      <p:to>
                                        <p:strVal val="visible"/>
                                      </p:to>
                                    </p:set>
                                    <p:anim to="" calcmode="lin" valueType="num">
                                      <p:cBhvr>
                                        <p:cTn id="42" dur="700" fill="hold">
                                          <p:stCondLst>
                                            <p:cond delay="0"/>
                                          </p:stCondLst>
                                        </p:cTn>
                                        <p:tgtEl>
                                          <p:spTgt spid="28"/>
                                        </p:tgtEl>
                                        <p:attrNameLst>
                                          <p:attrName>ppt_x</p:attrName>
                                        </p:attrNameLst>
                                      </p:cBhvr>
                                      <p:tavLst>
                                        <p:tav tm="0" fmla="#ppt_x-#ppt_w*((1.5-1.5*$)^3-(1.5-1.5*$)^2)">
                                          <p:val>
                                            <p:strVal val="0"/>
                                          </p:val>
                                        </p:tav>
                                        <p:tav tm="100000">
                                          <p:val>
                                            <p:strVal val="1"/>
                                          </p:val>
                                        </p:tav>
                                      </p:tavLst>
                                    </p:anim>
                                    <p:animEffect filter="fade">
                                      <p:cBhvr>
                                        <p:cTn id="43" dur="700">
                                          <p:stCondLst>
                                            <p:cond delay="0"/>
                                          </p:stCondLst>
                                        </p:cTn>
                                        <p:tgtEl>
                                          <p:spTgt spid="28"/>
                                        </p:tgtEl>
                                      </p:cBhvr>
                                    </p:animEffect>
                                  </p:childTnLst>
                                </p:cTn>
                              </p:par>
                            </p:childTnLst>
                          </p:cTn>
                        </p:par>
                        <p:par>
                          <p:cTn id="44" fill="hold">
                            <p:stCondLst>
                              <p:cond delay="2850"/>
                            </p:stCondLst>
                            <p:childTnLst>
                              <p:par>
                                <p:cTn id="45" presetID="0" presetClass="entr" presetSubtype="0" fill="hold" nodeType="afterEffect">
                                  <p:stCondLst>
                                    <p:cond delay="0"/>
                                  </p:stCondLst>
                                  <p:childTnLst>
                                    <p:set>
                                      <p:cBhvr>
                                        <p:cTn id="46" dur="700" fill="hold">
                                          <p:stCondLst>
                                            <p:cond delay="0"/>
                                          </p:stCondLst>
                                        </p:cTn>
                                        <p:tgtEl>
                                          <p:spTgt spid="31"/>
                                        </p:tgtEl>
                                        <p:attrNameLst>
                                          <p:attrName>style.visibility</p:attrName>
                                        </p:attrNameLst>
                                      </p:cBhvr>
                                      <p:to>
                                        <p:strVal val="visible"/>
                                      </p:to>
                                    </p:set>
                                    <p:anim to="" calcmode="lin" valueType="num">
                                      <p:cBhvr>
                                        <p:cTn id="47" dur="700" fill="hold">
                                          <p:stCondLst>
                                            <p:cond delay="0"/>
                                          </p:stCondLst>
                                        </p:cTn>
                                        <p:tgtEl>
                                          <p:spTgt spid="31"/>
                                        </p:tgtEl>
                                        <p:attrNameLst>
                                          <p:attrName>ppt_x</p:attrName>
                                        </p:attrNameLst>
                                      </p:cBhvr>
                                      <p:tavLst>
                                        <p:tav tm="0" fmla="#ppt_x-#ppt_w*((1.5-1.5*$)^3-(1.5-1.5*$)^2)">
                                          <p:val>
                                            <p:strVal val="0"/>
                                          </p:val>
                                        </p:tav>
                                        <p:tav tm="100000">
                                          <p:val>
                                            <p:strVal val="1"/>
                                          </p:val>
                                        </p:tav>
                                      </p:tavLst>
                                    </p:anim>
                                    <p:animEffect filter="fade">
                                      <p:cBhvr>
                                        <p:cTn id="48" dur="700">
                                          <p:stCondLst>
                                            <p:cond delay="0"/>
                                          </p:stCondLst>
                                        </p:cTn>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A-图片 2">
            <a:extLst>
              <a:ext uri="{FF2B5EF4-FFF2-40B4-BE49-F238E27FC236}">
                <a16:creationId xmlns:a16="http://schemas.microsoft.com/office/drawing/2014/main" id="{C152380C-1044-4F54-9247-E54E4912CA58}"/>
              </a:ext>
            </a:extLst>
          </p:cNvPr>
          <p:cNvPicPr>
            <a:picLocks noChangeAspect="1"/>
          </p:cNvPicPr>
          <p:nvPr>
            <p:custDataLst>
              <p:tags r:id="rId1"/>
            </p:custDataLst>
          </p:nvPr>
        </p:nvPicPr>
        <p:blipFill>
          <a:blip r:embed="rId12" cstate="print">
            <a:extLst>
              <a:ext uri="{28A0092B-C50C-407E-A947-70E740481C1C}">
                <a14:useLocalDpi xmlns:a14="http://schemas.microsoft.com/office/drawing/2010/main" val="0"/>
              </a:ext>
            </a:extLst>
          </a:blip>
          <a:stretch>
            <a:fillRect/>
          </a:stretch>
        </p:blipFill>
        <p:spPr>
          <a:xfrm>
            <a:off x="684458" y="-1489165"/>
            <a:ext cx="5101551" cy="6858000"/>
          </a:xfrm>
          <a:prstGeom prst="rect">
            <a:avLst/>
          </a:prstGeom>
        </p:spPr>
      </p:pic>
      <p:sp>
        <p:nvSpPr>
          <p:cNvPr id="4" name="PA-文本框矩形8435759">
            <a:extLst>
              <a:ext uri="{FF2B5EF4-FFF2-40B4-BE49-F238E27FC236}">
                <a16:creationId xmlns:a16="http://schemas.microsoft.com/office/drawing/2014/main" id="{A5F55E60-3D57-4D3A-8B09-4A773B243F83}"/>
              </a:ext>
            </a:extLst>
          </p:cNvPr>
          <p:cNvSpPr txBox="1"/>
          <p:nvPr>
            <p:custDataLst>
              <p:tags r:id="rId2"/>
            </p:custDataLst>
          </p:nvPr>
        </p:nvSpPr>
        <p:spPr>
          <a:xfrm>
            <a:off x="6418854" y="4084008"/>
            <a:ext cx="1083347" cy="900000"/>
          </a:xfrm>
          <a:prstGeom prst="rect">
            <a:avLst/>
          </a:prstGeom>
          <a:noFill/>
          <a:ln w="117475">
            <a:noFill/>
          </a:ln>
        </p:spPr>
        <p:txBody>
          <a:bodyPr wrap="none" rtlCol="0">
            <a:prstTxWarp prst="textPlain">
              <a:avLst/>
            </a:prstTxWarp>
            <a:spAutoFit/>
          </a:bodyPr>
          <a:lstStyle/>
          <a:p>
            <a:r>
              <a:rPr lang="en-US" altLang="zh-CN" spc="100" dirty="0">
                <a:latin typeface="思源黑体 CN Heavy" panose="020B0A00000000000000" pitchFamily="34" charset="-122"/>
                <a:ea typeface="思源黑体 CN Heavy" panose="020B0A00000000000000" pitchFamily="34" charset="-122"/>
                <a:cs typeface="Arial" panose="020B0604020202020204" pitchFamily="34" charset="0"/>
                <a:sym typeface="思源黑体" panose="020B0400000000000000" pitchFamily="34" charset="-122"/>
              </a:rPr>
              <a:t>01</a:t>
            </a:r>
            <a:endParaRPr lang="zh-CN" altLang="en-US" spc="100" dirty="0">
              <a:latin typeface="思源黑体 CN Heavy" panose="020B0A00000000000000" pitchFamily="34" charset="-122"/>
              <a:ea typeface="思源黑体 CN Heavy" panose="020B0A00000000000000" pitchFamily="34" charset="-122"/>
              <a:cs typeface="Arial" panose="020B0604020202020204" pitchFamily="34" charset="0"/>
              <a:sym typeface="思源黑体" panose="020B0400000000000000" pitchFamily="34" charset="-122"/>
            </a:endParaRPr>
          </a:p>
        </p:txBody>
      </p:sp>
      <p:sp>
        <p:nvSpPr>
          <p:cNvPr id="5" name="PA-矩形 4">
            <a:extLst>
              <a:ext uri="{FF2B5EF4-FFF2-40B4-BE49-F238E27FC236}">
                <a16:creationId xmlns:a16="http://schemas.microsoft.com/office/drawing/2014/main" id="{6A12246E-8450-421C-BE84-A5BF121BF8FB}"/>
              </a:ext>
            </a:extLst>
          </p:cNvPr>
          <p:cNvSpPr/>
          <p:nvPr>
            <p:custDataLst>
              <p:tags r:id="rId3"/>
            </p:custDataLst>
          </p:nvPr>
        </p:nvSpPr>
        <p:spPr>
          <a:xfrm>
            <a:off x="6096000" y="5167399"/>
            <a:ext cx="1859414" cy="2083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solidFill>
            </a:endParaRPr>
          </a:p>
        </p:txBody>
      </p:sp>
      <p:sp>
        <p:nvSpPr>
          <p:cNvPr id="6" name="PA-矩形8435759">
            <a:extLst>
              <a:ext uri="{FF2B5EF4-FFF2-40B4-BE49-F238E27FC236}">
                <a16:creationId xmlns:a16="http://schemas.microsoft.com/office/drawing/2014/main" id="{D2F0FC0D-40C2-48FF-8D01-FD44F7430546}"/>
              </a:ext>
            </a:extLst>
          </p:cNvPr>
          <p:cNvSpPr/>
          <p:nvPr>
            <p:custDataLst>
              <p:tags r:id="rId4"/>
            </p:custDataLst>
          </p:nvPr>
        </p:nvSpPr>
        <p:spPr>
          <a:xfrm>
            <a:off x="8043354" y="4768671"/>
            <a:ext cx="3220874" cy="600164"/>
          </a:xfrm>
          <a:prstGeom prst="rect">
            <a:avLst/>
          </a:prstGeom>
        </p:spPr>
        <p:txBody>
          <a:bodyPr wrap="square">
            <a:spAutoFit/>
          </a:bodyPr>
          <a:lstStyle/>
          <a:p>
            <a:pPr lvl="0"/>
            <a:r>
              <a:rPr lang="en-US" altLang="zh-CN" sz="1100" dirty="0">
                <a:latin typeface="思源黑体 CN Medium" panose="020B0600000000000000" pitchFamily="34" charset="-122"/>
                <a:ea typeface="思源黑体 CN Medium" panose="020B0600000000000000" pitchFamily="34" charset="-122"/>
                <a:sym typeface="思源黑体" panose="020B0400000000000000" pitchFamily="34" charset="-122"/>
              </a:rPr>
              <a:t>This </a:t>
            </a:r>
            <a:r>
              <a:rPr lang="en-US" altLang="zh-CN" sz="1100" dirty="0" err="1">
                <a:latin typeface="思源黑体 CN Medium" panose="020B0600000000000000" pitchFamily="34" charset="-122"/>
                <a:ea typeface="思源黑体 CN Medium" panose="020B0600000000000000" pitchFamily="34" charset="-122"/>
                <a:sym typeface="思源黑体" panose="020B0400000000000000" pitchFamily="34" charset="-122"/>
              </a:rPr>
              <a:t>powerpoint</a:t>
            </a:r>
            <a:r>
              <a:rPr lang="en-US" altLang="zh-CN" sz="1100" dirty="0">
                <a:latin typeface="思源黑体 CN Medium" panose="020B0600000000000000" pitchFamily="34" charset="-122"/>
                <a:ea typeface="思源黑体 CN Medium" panose="020B0600000000000000" pitchFamily="34" charset="-122"/>
                <a:sym typeface="思源黑体" panose="020B0400000000000000" pitchFamily="34" charset="-122"/>
              </a:rPr>
              <a:t> is made by </a:t>
            </a:r>
            <a:r>
              <a:rPr lang="en-US" altLang="zh-CN" sz="1100" dirty="0" err="1">
                <a:latin typeface="思源黑体 CN Medium" panose="020B0600000000000000" pitchFamily="34" charset="-122"/>
                <a:ea typeface="思源黑体 CN Medium" panose="020B0600000000000000" pitchFamily="34" charset="-122"/>
                <a:sym typeface="思源黑体" panose="020B0400000000000000" pitchFamily="34" charset="-122"/>
              </a:rPr>
              <a:t>senyan</a:t>
            </a:r>
            <a:r>
              <a:rPr lang="en-US" altLang="zh-CN" sz="1100" dirty="0">
                <a:latin typeface="思源黑体 CN Medium" panose="020B0600000000000000" pitchFamily="34" charset="-122"/>
                <a:ea typeface="思源黑体 CN Medium" panose="020B0600000000000000" pitchFamily="34" charset="-122"/>
                <a:sym typeface="思源黑体" panose="020B0400000000000000" pitchFamily="34" charset="-122"/>
              </a:rPr>
              <a:t>. everything in this template is all </a:t>
            </a:r>
            <a:r>
              <a:rPr lang="en-US" altLang="zh-CN" sz="1100" dirty="0" err="1">
                <a:latin typeface="思源黑体 CN Medium" panose="020B0600000000000000" pitchFamily="34" charset="-122"/>
                <a:ea typeface="思源黑体 CN Medium" panose="020B0600000000000000" pitchFamily="34" charset="-122"/>
                <a:sym typeface="思源黑体" panose="020B0400000000000000" pitchFamily="34" charset="-122"/>
              </a:rPr>
              <a:t>orginal</a:t>
            </a:r>
            <a:r>
              <a:rPr lang="en-US" altLang="zh-CN" sz="1100" dirty="0">
                <a:latin typeface="思源黑体 CN Medium" panose="020B0600000000000000" pitchFamily="34" charset="-122"/>
                <a:ea typeface="思源黑体 CN Medium" panose="020B0600000000000000" pitchFamily="34" charset="-122"/>
                <a:sym typeface="思源黑体" panose="020B0400000000000000" pitchFamily="34" charset="-122"/>
              </a:rPr>
              <a:t>. This </a:t>
            </a:r>
            <a:r>
              <a:rPr lang="en-US" altLang="zh-CN" sz="1100" dirty="0" err="1">
                <a:latin typeface="思源黑体 CN Medium" panose="020B0600000000000000" pitchFamily="34" charset="-122"/>
                <a:ea typeface="思源黑体 CN Medium" panose="020B0600000000000000" pitchFamily="34" charset="-122"/>
                <a:sym typeface="思源黑体" panose="020B0400000000000000" pitchFamily="34" charset="-122"/>
              </a:rPr>
              <a:t>powerpoint</a:t>
            </a:r>
            <a:r>
              <a:rPr lang="en-US" altLang="zh-CN" sz="1100" dirty="0">
                <a:latin typeface="思源黑体 CN Medium" panose="020B0600000000000000" pitchFamily="34" charset="-122"/>
                <a:ea typeface="思源黑体 CN Medium" panose="020B0600000000000000" pitchFamily="34" charset="-122"/>
                <a:sym typeface="思源黑体" panose="020B0400000000000000" pitchFamily="34" charset="-122"/>
              </a:rPr>
              <a:t> is made by </a:t>
            </a:r>
            <a:r>
              <a:rPr lang="en-US" altLang="zh-CN" sz="1100" dirty="0" err="1">
                <a:latin typeface="思源黑体 CN Medium" panose="020B0600000000000000" pitchFamily="34" charset="-122"/>
                <a:ea typeface="思源黑体 CN Medium" panose="020B0600000000000000" pitchFamily="34" charset="-122"/>
                <a:sym typeface="思源黑体" panose="020B0400000000000000" pitchFamily="34" charset="-122"/>
              </a:rPr>
              <a:t>senyan</a:t>
            </a:r>
            <a:r>
              <a:rPr lang="en-US" altLang="zh-CN" sz="1100" dirty="0">
                <a:latin typeface="思源黑体 CN Medium" panose="020B0600000000000000" pitchFamily="34" charset="-122"/>
                <a:ea typeface="思源黑体 CN Medium" panose="020B0600000000000000" pitchFamily="34" charset="-122"/>
                <a:sym typeface="思源黑体" panose="020B0400000000000000" pitchFamily="34" charset="-122"/>
              </a:rPr>
              <a:t>. </a:t>
            </a:r>
            <a:endParaRPr lang="zh-CN" altLang="en-US" sz="1100" dirty="0">
              <a:latin typeface="思源黑体 CN Medium" panose="020B0600000000000000" pitchFamily="34" charset="-122"/>
              <a:ea typeface="思源黑体 CN Medium" panose="020B0600000000000000" pitchFamily="34" charset="-122"/>
              <a:sym typeface="思源黑体" panose="020B0400000000000000" pitchFamily="34" charset="-122"/>
            </a:endParaRPr>
          </a:p>
        </p:txBody>
      </p:sp>
      <p:sp>
        <p:nvSpPr>
          <p:cNvPr id="7" name="PA-矩形8435759">
            <a:extLst>
              <a:ext uri="{FF2B5EF4-FFF2-40B4-BE49-F238E27FC236}">
                <a16:creationId xmlns:a16="http://schemas.microsoft.com/office/drawing/2014/main" id="{C3226FB4-3186-459F-B276-2366E3CF8400}"/>
              </a:ext>
            </a:extLst>
          </p:cNvPr>
          <p:cNvSpPr/>
          <p:nvPr>
            <p:custDataLst>
              <p:tags r:id="rId5"/>
            </p:custDataLst>
          </p:nvPr>
        </p:nvSpPr>
        <p:spPr>
          <a:xfrm>
            <a:off x="8008563" y="4091710"/>
            <a:ext cx="3839577" cy="707886"/>
          </a:xfrm>
          <a:prstGeom prst="rect">
            <a:avLst/>
          </a:prstGeom>
        </p:spPr>
        <p:txBody>
          <a:bodyPr wrap="none">
            <a:spAutoFit/>
          </a:bodyPr>
          <a:lstStyle/>
          <a:p>
            <a:r>
              <a:rPr lang="en-US" altLang="zh-CN" sz="4000" dirty="0">
                <a:latin typeface="思源黑体 CN Medium" panose="020B0600000000000000" pitchFamily="34" charset="-122"/>
                <a:ea typeface="思源黑体 CN Medium" panose="020B0600000000000000" pitchFamily="34" charset="-122"/>
                <a:sym typeface="思源黑体" panose="020B0400000000000000" pitchFamily="34" charset="-122"/>
              </a:rPr>
              <a:t>Enter title here</a:t>
            </a:r>
            <a:endParaRPr lang="zh-CN" altLang="en-US" sz="4000" dirty="0">
              <a:latin typeface="思源黑体 CN Medium" panose="020B0600000000000000" pitchFamily="34" charset="-122"/>
              <a:ea typeface="思源黑体 CN Medium" panose="020B0600000000000000" pitchFamily="34" charset="-122"/>
            </a:endParaRPr>
          </a:p>
        </p:txBody>
      </p:sp>
      <p:pic>
        <p:nvPicPr>
          <p:cNvPr id="8" name="PA-图片 7">
            <a:extLst>
              <a:ext uri="{FF2B5EF4-FFF2-40B4-BE49-F238E27FC236}">
                <a16:creationId xmlns:a16="http://schemas.microsoft.com/office/drawing/2014/main" id="{3FF4F8E7-B25A-45CE-8EF8-5FBB439AA9BB}"/>
              </a:ext>
            </a:extLst>
          </p:cNvPr>
          <p:cNvPicPr>
            <a:picLocks noChangeAspect="1"/>
          </p:cNvPicPr>
          <p:nvPr>
            <p:custDataLst>
              <p:tags r:id="rId6"/>
            </p:custDataLst>
          </p:nvPr>
        </p:nvPicPr>
        <p:blipFill>
          <a:blip r:embed="rId13" cstate="print">
            <a:extLst>
              <a:ext uri="{28A0092B-C50C-407E-A947-70E740481C1C}">
                <a14:useLocalDpi xmlns:a14="http://schemas.microsoft.com/office/drawing/2010/main" val="0"/>
              </a:ext>
            </a:extLst>
          </a:blip>
          <a:stretch>
            <a:fillRect/>
          </a:stretch>
        </p:blipFill>
        <p:spPr>
          <a:xfrm>
            <a:off x="1924910" y="5144650"/>
            <a:ext cx="775742" cy="853316"/>
          </a:xfrm>
          <a:prstGeom prst="rect">
            <a:avLst/>
          </a:prstGeom>
        </p:spPr>
      </p:pic>
      <p:sp>
        <p:nvSpPr>
          <p:cNvPr id="9" name="PA-文本框 8">
            <a:extLst>
              <a:ext uri="{FF2B5EF4-FFF2-40B4-BE49-F238E27FC236}">
                <a16:creationId xmlns:a16="http://schemas.microsoft.com/office/drawing/2014/main" id="{6FB9BC49-B583-4E7C-922A-B378B0CF2D3F}"/>
              </a:ext>
            </a:extLst>
          </p:cNvPr>
          <p:cNvSpPr txBox="1"/>
          <p:nvPr>
            <p:custDataLst>
              <p:tags r:id="rId7"/>
            </p:custDataLst>
          </p:nvPr>
        </p:nvSpPr>
        <p:spPr>
          <a:xfrm>
            <a:off x="1757444" y="1096746"/>
            <a:ext cx="2793157" cy="584775"/>
          </a:xfrm>
          <a:prstGeom prst="rect">
            <a:avLst/>
          </a:prstGeom>
        </p:spPr>
        <p:txBody>
          <a:bodyPr wrap="square">
            <a:spAutoFit/>
          </a:bodyPr>
          <a:lstStyle>
            <a:defPPr>
              <a:defRPr lang="zh-CN"/>
            </a:defPPr>
            <a:lvl1pPr>
              <a:defRPr/>
            </a:lvl1pPr>
          </a:lstStyle>
          <a:p>
            <a:pPr algn="dist"/>
            <a:r>
              <a:rPr lang="en-US" altLang="zh-CN" sz="3200" dirty="0">
                <a:solidFill>
                  <a:srgbClr val="39445F"/>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BUSINESS</a:t>
            </a:r>
          </a:p>
        </p:txBody>
      </p:sp>
      <p:sp>
        <p:nvSpPr>
          <p:cNvPr id="10" name="PA-矩形 9">
            <a:extLst>
              <a:ext uri="{FF2B5EF4-FFF2-40B4-BE49-F238E27FC236}">
                <a16:creationId xmlns:a16="http://schemas.microsoft.com/office/drawing/2014/main" id="{2499CC8F-B292-4BBC-B189-B6901DFB0608}"/>
              </a:ext>
            </a:extLst>
          </p:cNvPr>
          <p:cNvSpPr/>
          <p:nvPr>
            <p:custDataLst>
              <p:tags r:id="rId8"/>
            </p:custDataLst>
          </p:nvPr>
        </p:nvSpPr>
        <p:spPr>
          <a:xfrm>
            <a:off x="1695445" y="1635409"/>
            <a:ext cx="3672553" cy="923330"/>
          </a:xfrm>
          <a:prstGeom prst="rect">
            <a:avLst/>
          </a:prstGeom>
        </p:spPr>
        <p:txBody>
          <a:bodyPr wrap="square">
            <a:spAutoFit/>
          </a:bodyPr>
          <a:lstStyle/>
          <a:p>
            <a:pPr algn="dist"/>
            <a:r>
              <a:rPr lang="en-US" altLang="zh-CN" sz="5400" b="1" dirty="0">
                <a:solidFill>
                  <a:srgbClr val="39445F"/>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SUMMARY</a:t>
            </a:r>
          </a:p>
        </p:txBody>
      </p:sp>
      <p:sp>
        <p:nvSpPr>
          <p:cNvPr id="11" name="PA-矩形 10">
            <a:extLst>
              <a:ext uri="{FF2B5EF4-FFF2-40B4-BE49-F238E27FC236}">
                <a16:creationId xmlns:a16="http://schemas.microsoft.com/office/drawing/2014/main" id="{1AD56DF1-FEBE-4B3C-8E41-DB0F6F731CDD}"/>
              </a:ext>
            </a:extLst>
          </p:cNvPr>
          <p:cNvSpPr/>
          <p:nvPr>
            <p:custDataLst>
              <p:tags r:id="rId9"/>
            </p:custDataLst>
          </p:nvPr>
        </p:nvSpPr>
        <p:spPr>
          <a:xfrm>
            <a:off x="1886558" y="2558739"/>
            <a:ext cx="1628187"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57735137"/>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decel="70000" fill="hold" nodeType="withEffect">
                                  <p:stCondLst>
                                    <p:cond delay="0"/>
                                  </p:stCondLst>
                                  <p:childTnLst>
                                    <p:set>
                                      <p:cBhvr>
                                        <p:cTn id="6" dur="855" fill="hold">
                                          <p:stCondLst>
                                            <p:cond delay="1"/>
                                          </p:stCondLst>
                                        </p:cTn>
                                        <p:tgtEl>
                                          <p:spTgt spid="3"/>
                                        </p:tgtEl>
                                        <p:attrNameLst>
                                          <p:attrName>style.visibility</p:attrName>
                                        </p:attrNameLst>
                                      </p:cBhvr>
                                      <p:to>
                                        <p:strVal val="visible"/>
                                      </p:to>
                                    </p:set>
                                    <p:anim to="" calcmode="lin" valueType="num">
                                      <p:cBhvr>
                                        <p:cTn id="7" dur="1" fill="hold">
                                          <p:stCondLst>
                                            <p:cond delay="0"/>
                                          </p:stCondLst>
                                        </p:cTn>
                                        <p:tgtEl>
                                          <p:spTgt spid="3"/>
                                        </p:tgtEl>
                                        <p:attrNameLst>
                                          <p:attrName>ppt_x</p:attrName>
                                        </p:attrNameLst>
                                      </p:cBhvr>
                                      <p:tavLst>
                                        <p:tav tm="0">
                                          <p:val>
                                            <p:strVal val="#ppt_x"/>
                                          </p:val>
                                        </p:tav>
                                        <p:tav tm="100000">
                                          <p:val>
                                            <p:strVal val="#ppt_x+0.15*sin(rand(0-360)+0)+2"/>
                                          </p:val>
                                        </p:tav>
                                      </p:tavLst>
                                    </p:anim>
                                    <p:anim to="" calcmode="lin" valueType="num">
                                      <p:cBhvr>
                                        <p:cTn id="8" dur="1" fill="hold">
                                          <p:stCondLst>
                                            <p:cond delay="0"/>
                                          </p:stCondLst>
                                        </p:cTn>
                                        <p:tgtEl>
                                          <p:spTgt spid="3"/>
                                        </p:tgtEl>
                                        <p:attrNameLst>
                                          <p:attrName>ppt_y</p:attrName>
                                        </p:attrNameLst>
                                      </p:cBhvr>
                                      <p:tavLst>
                                        <p:tav tm="0">
                                          <p:val>
                                            <p:strVal val="#ppt_y"/>
                                          </p:val>
                                        </p:tav>
                                        <p:tav tm="100000">
                                          <p:val>
                                            <p:strVal val="#ppt_y+0.15*sin(rand(0-360)+0)+2"/>
                                          </p:val>
                                        </p:tav>
                                      </p:tavLst>
                                    </p:anim>
                                    <p:anim to="" calcmode="lin" valueType="num">
                                      <p:cBhvr>
                                        <p:cTn id="9" dur="998" fill="hold">
                                          <p:stCondLst>
                                            <p:cond delay="2"/>
                                          </p:stCondLst>
                                        </p:cTn>
                                        <p:tgtEl>
                                          <p:spTgt spid="3"/>
                                        </p:tgtEl>
                                        <p:attrNameLst>
                                          <p:attrName>style.opacity</p:attrName>
                                        </p:attrNameLst>
                                      </p:cBhvr>
                                      <p:tavLst>
                                        <p:tav tm="0">
                                          <p:val>
                                            <p:strVal val="0"/>
                                          </p:val>
                                        </p:tav>
                                        <p:tav tm="100000">
                                          <p:val>
                                            <p:strVal val="1"/>
                                          </p:val>
                                        </p:tav>
                                      </p:tavLst>
                                    </p:anim>
                                    <p:animScale>
                                      <p:cBhvr>
                                        <p:cTn id="10" dur="998" fill="hold">
                                          <p:stCondLst>
                                            <p:cond delay="1"/>
                                          </p:stCondLst>
                                        </p:cTn>
                                        <p:tgtEl>
                                          <p:spTgt spid="3"/>
                                        </p:tgtEl>
                                      </p:cBhvr>
                                      <p:from x="500000" y="500000"/>
                                      <p:to x="100000" y="100000"/>
                                    </p:animScale>
                                    <p:anim to="" calcmode="lin" valueType="num">
                                      <p:cBhvr>
                                        <p:cTn id="11" dur="714" fill="hold">
                                          <p:stCondLst>
                                            <p:cond delay="286"/>
                                          </p:stCondLst>
                                        </p:cTn>
                                        <p:tgtEl>
                                          <p:spTgt spid="3"/>
                                        </p:tgtEl>
                                        <p:attrNameLst>
                                          <p:attrName>ppt_x</p:attrName>
                                        </p:attrNameLst>
                                      </p:cBhvr>
                                      <p:tavLst>
                                        <p:tav tm="0">
                                          <p:val>
                                            <p:strVal val="ppt_x-2"/>
                                          </p:val>
                                        </p:tav>
                                        <p:tav tm="100000">
                                          <p:val>
                                            <p:strVal val="#ppt_x"/>
                                          </p:val>
                                        </p:tav>
                                      </p:tavLst>
                                    </p:anim>
                                    <p:anim to="" calcmode="lin" valueType="num">
                                      <p:cBhvr>
                                        <p:cTn id="12" dur="714" fill="hold">
                                          <p:stCondLst>
                                            <p:cond delay="286"/>
                                          </p:stCondLst>
                                        </p:cTn>
                                        <p:tgtEl>
                                          <p:spTgt spid="3"/>
                                        </p:tgtEl>
                                        <p:attrNameLst>
                                          <p:attrName>ppt_y</p:attrName>
                                        </p:attrNameLst>
                                      </p:cBhvr>
                                      <p:tavLst>
                                        <p:tav tm="0">
                                          <p:val>
                                            <p:strVal val="ppt_y-2"/>
                                          </p:val>
                                        </p:tav>
                                        <p:tav tm="100000">
                                          <p:val>
                                            <p:strVal val="#ppt_y"/>
                                          </p:val>
                                        </p:tav>
                                      </p:tavLst>
                                    </p:anim>
                                  </p:childTnLst>
                                </p:cTn>
                              </p:par>
                              <p:par>
                                <p:cTn id="13" presetID="0" presetClass="entr" presetSubtype="0" decel="70000" fill="hold" nodeType="withEffect">
                                  <p:stCondLst>
                                    <p:cond delay="0"/>
                                  </p:stCondLst>
                                  <p:childTnLst>
                                    <p:set>
                                      <p:cBhvr>
                                        <p:cTn id="14" dur="855" fill="hold">
                                          <p:stCondLst>
                                            <p:cond delay="1"/>
                                          </p:stCondLst>
                                        </p:cTn>
                                        <p:tgtEl>
                                          <p:spTgt spid="8"/>
                                        </p:tgtEl>
                                        <p:attrNameLst>
                                          <p:attrName>style.visibility</p:attrName>
                                        </p:attrNameLst>
                                      </p:cBhvr>
                                      <p:to>
                                        <p:strVal val="visible"/>
                                      </p:to>
                                    </p:set>
                                    <p:anim to="" calcmode="lin" valueType="num">
                                      <p:cBhvr>
                                        <p:cTn id="15" dur="1" fill="hold">
                                          <p:stCondLst>
                                            <p:cond delay="0"/>
                                          </p:stCondLst>
                                        </p:cTn>
                                        <p:tgtEl>
                                          <p:spTgt spid="8"/>
                                        </p:tgtEl>
                                        <p:attrNameLst>
                                          <p:attrName>ppt_x</p:attrName>
                                        </p:attrNameLst>
                                      </p:cBhvr>
                                      <p:tavLst>
                                        <p:tav tm="0">
                                          <p:val>
                                            <p:strVal val="#ppt_x"/>
                                          </p:val>
                                        </p:tav>
                                        <p:tav tm="100000">
                                          <p:val>
                                            <p:strVal val="#ppt_x+0.15*sin(rand(0-360)+0)+2"/>
                                          </p:val>
                                        </p:tav>
                                      </p:tavLst>
                                    </p:anim>
                                    <p:anim to="" calcmode="lin" valueType="num">
                                      <p:cBhvr>
                                        <p:cTn id="16" dur="1" fill="hold">
                                          <p:stCondLst>
                                            <p:cond delay="0"/>
                                          </p:stCondLst>
                                        </p:cTn>
                                        <p:tgtEl>
                                          <p:spTgt spid="8"/>
                                        </p:tgtEl>
                                        <p:attrNameLst>
                                          <p:attrName>ppt_y</p:attrName>
                                        </p:attrNameLst>
                                      </p:cBhvr>
                                      <p:tavLst>
                                        <p:tav tm="0">
                                          <p:val>
                                            <p:strVal val="#ppt_y"/>
                                          </p:val>
                                        </p:tav>
                                        <p:tav tm="100000">
                                          <p:val>
                                            <p:strVal val="#ppt_y+0.15*sin(rand(0-360)+0)+2"/>
                                          </p:val>
                                        </p:tav>
                                      </p:tavLst>
                                    </p:anim>
                                    <p:anim to="" calcmode="lin" valueType="num">
                                      <p:cBhvr>
                                        <p:cTn id="17" dur="998" fill="hold">
                                          <p:stCondLst>
                                            <p:cond delay="2"/>
                                          </p:stCondLst>
                                        </p:cTn>
                                        <p:tgtEl>
                                          <p:spTgt spid="8"/>
                                        </p:tgtEl>
                                        <p:attrNameLst>
                                          <p:attrName>style.opacity</p:attrName>
                                        </p:attrNameLst>
                                      </p:cBhvr>
                                      <p:tavLst>
                                        <p:tav tm="0">
                                          <p:val>
                                            <p:strVal val="0"/>
                                          </p:val>
                                        </p:tav>
                                        <p:tav tm="100000">
                                          <p:val>
                                            <p:strVal val="1"/>
                                          </p:val>
                                        </p:tav>
                                      </p:tavLst>
                                    </p:anim>
                                    <p:animScale>
                                      <p:cBhvr>
                                        <p:cTn id="18" dur="998" fill="hold">
                                          <p:stCondLst>
                                            <p:cond delay="1"/>
                                          </p:stCondLst>
                                        </p:cTn>
                                        <p:tgtEl>
                                          <p:spTgt spid="8"/>
                                        </p:tgtEl>
                                      </p:cBhvr>
                                      <p:from x="500000" y="500000"/>
                                      <p:to x="100000" y="100000"/>
                                    </p:animScale>
                                    <p:anim to="" calcmode="lin" valueType="num">
                                      <p:cBhvr>
                                        <p:cTn id="19" dur="714" fill="hold">
                                          <p:stCondLst>
                                            <p:cond delay="286"/>
                                          </p:stCondLst>
                                        </p:cTn>
                                        <p:tgtEl>
                                          <p:spTgt spid="8"/>
                                        </p:tgtEl>
                                        <p:attrNameLst>
                                          <p:attrName>ppt_x</p:attrName>
                                        </p:attrNameLst>
                                      </p:cBhvr>
                                      <p:tavLst>
                                        <p:tav tm="0">
                                          <p:val>
                                            <p:strVal val="ppt_x-2"/>
                                          </p:val>
                                        </p:tav>
                                        <p:tav tm="100000">
                                          <p:val>
                                            <p:strVal val="#ppt_x"/>
                                          </p:val>
                                        </p:tav>
                                      </p:tavLst>
                                    </p:anim>
                                    <p:anim to="" calcmode="lin" valueType="num">
                                      <p:cBhvr>
                                        <p:cTn id="20" dur="714" fill="hold">
                                          <p:stCondLst>
                                            <p:cond delay="286"/>
                                          </p:stCondLst>
                                        </p:cTn>
                                        <p:tgtEl>
                                          <p:spTgt spid="8"/>
                                        </p:tgtEl>
                                        <p:attrNameLst>
                                          <p:attrName>ppt_y</p:attrName>
                                        </p:attrNameLst>
                                      </p:cBhvr>
                                      <p:tavLst>
                                        <p:tav tm="0">
                                          <p:val>
                                            <p:strVal val="ppt_y-2"/>
                                          </p:val>
                                        </p:tav>
                                        <p:tav tm="100000">
                                          <p:val>
                                            <p:strVal val="#ppt_y"/>
                                          </p:val>
                                        </p:tav>
                                      </p:tavLst>
                                    </p:anim>
                                  </p:childTnLst>
                                </p:cTn>
                              </p:par>
                              <p:par>
                                <p:cTn id="21" presetID="0" presetClass="entr" presetSubtype="0" decel="70000" fill="hold" grpId="0" nodeType="withEffect">
                                  <p:stCondLst>
                                    <p:cond delay="0"/>
                                  </p:stCondLst>
                                  <p:childTnLst>
                                    <p:set>
                                      <p:cBhvr>
                                        <p:cTn id="22" dur="855" fill="hold">
                                          <p:stCondLst>
                                            <p:cond delay="1"/>
                                          </p:stCondLst>
                                        </p:cTn>
                                        <p:tgtEl>
                                          <p:spTgt spid="9"/>
                                        </p:tgtEl>
                                        <p:attrNameLst>
                                          <p:attrName>style.visibility</p:attrName>
                                        </p:attrNameLst>
                                      </p:cBhvr>
                                      <p:to>
                                        <p:strVal val="visible"/>
                                      </p:to>
                                    </p:set>
                                    <p:anim to="" calcmode="lin" valueType="num">
                                      <p:cBhvr>
                                        <p:cTn id="23" dur="1" fill="hold">
                                          <p:stCondLst>
                                            <p:cond delay="0"/>
                                          </p:stCondLst>
                                        </p:cTn>
                                        <p:tgtEl>
                                          <p:spTgt spid="9"/>
                                        </p:tgtEl>
                                        <p:attrNameLst>
                                          <p:attrName>ppt_x</p:attrName>
                                        </p:attrNameLst>
                                      </p:cBhvr>
                                      <p:tavLst>
                                        <p:tav tm="0">
                                          <p:val>
                                            <p:strVal val="#ppt_x"/>
                                          </p:val>
                                        </p:tav>
                                        <p:tav tm="100000">
                                          <p:val>
                                            <p:strVal val="#ppt_x+0.15*sin(rand(0-360)+0)+2"/>
                                          </p:val>
                                        </p:tav>
                                      </p:tavLst>
                                    </p:anim>
                                    <p:anim to="" calcmode="lin" valueType="num">
                                      <p:cBhvr>
                                        <p:cTn id="24" dur="1" fill="hold">
                                          <p:stCondLst>
                                            <p:cond delay="0"/>
                                          </p:stCondLst>
                                        </p:cTn>
                                        <p:tgtEl>
                                          <p:spTgt spid="9"/>
                                        </p:tgtEl>
                                        <p:attrNameLst>
                                          <p:attrName>ppt_y</p:attrName>
                                        </p:attrNameLst>
                                      </p:cBhvr>
                                      <p:tavLst>
                                        <p:tav tm="0">
                                          <p:val>
                                            <p:strVal val="#ppt_y"/>
                                          </p:val>
                                        </p:tav>
                                        <p:tav tm="100000">
                                          <p:val>
                                            <p:strVal val="#ppt_y+0.15*sin(rand(0-360)+0)+2"/>
                                          </p:val>
                                        </p:tav>
                                      </p:tavLst>
                                    </p:anim>
                                    <p:anim to="" calcmode="lin" valueType="num">
                                      <p:cBhvr>
                                        <p:cTn id="25" dur="998" fill="hold">
                                          <p:stCondLst>
                                            <p:cond delay="2"/>
                                          </p:stCondLst>
                                        </p:cTn>
                                        <p:tgtEl>
                                          <p:spTgt spid="9"/>
                                        </p:tgtEl>
                                        <p:attrNameLst>
                                          <p:attrName>style.opacity</p:attrName>
                                        </p:attrNameLst>
                                      </p:cBhvr>
                                      <p:tavLst>
                                        <p:tav tm="0">
                                          <p:val>
                                            <p:strVal val="0"/>
                                          </p:val>
                                        </p:tav>
                                        <p:tav tm="100000">
                                          <p:val>
                                            <p:strVal val="1"/>
                                          </p:val>
                                        </p:tav>
                                      </p:tavLst>
                                    </p:anim>
                                    <p:animScale>
                                      <p:cBhvr>
                                        <p:cTn id="26" dur="998" fill="hold">
                                          <p:stCondLst>
                                            <p:cond delay="1"/>
                                          </p:stCondLst>
                                        </p:cTn>
                                        <p:tgtEl>
                                          <p:spTgt spid="9"/>
                                        </p:tgtEl>
                                      </p:cBhvr>
                                      <p:from x="500000" y="500000"/>
                                      <p:to x="100000" y="100000"/>
                                    </p:animScale>
                                    <p:anim to="" calcmode="lin" valueType="num">
                                      <p:cBhvr>
                                        <p:cTn id="27" dur="714" fill="hold">
                                          <p:stCondLst>
                                            <p:cond delay="286"/>
                                          </p:stCondLst>
                                        </p:cTn>
                                        <p:tgtEl>
                                          <p:spTgt spid="9"/>
                                        </p:tgtEl>
                                        <p:attrNameLst>
                                          <p:attrName>ppt_x</p:attrName>
                                        </p:attrNameLst>
                                      </p:cBhvr>
                                      <p:tavLst>
                                        <p:tav tm="0">
                                          <p:val>
                                            <p:strVal val="ppt_x-2"/>
                                          </p:val>
                                        </p:tav>
                                        <p:tav tm="100000">
                                          <p:val>
                                            <p:strVal val="#ppt_x"/>
                                          </p:val>
                                        </p:tav>
                                      </p:tavLst>
                                    </p:anim>
                                    <p:anim to="" calcmode="lin" valueType="num">
                                      <p:cBhvr>
                                        <p:cTn id="28" dur="714" fill="hold">
                                          <p:stCondLst>
                                            <p:cond delay="286"/>
                                          </p:stCondLst>
                                        </p:cTn>
                                        <p:tgtEl>
                                          <p:spTgt spid="9"/>
                                        </p:tgtEl>
                                        <p:attrNameLst>
                                          <p:attrName>ppt_y</p:attrName>
                                        </p:attrNameLst>
                                      </p:cBhvr>
                                      <p:tavLst>
                                        <p:tav tm="0">
                                          <p:val>
                                            <p:strVal val="ppt_y-2"/>
                                          </p:val>
                                        </p:tav>
                                        <p:tav tm="100000">
                                          <p:val>
                                            <p:strVal val="#ppt_y"/>
                                          </p:val>
                                        </p:tav>
                                      </p:tavLst>
                                    </p:anim>
                                  </p:childTnLst>
                                </p:cTn>
                              </p:par>
                              <p:par>
                                <p:cTn id="29" presetID="0" presetClass="entr" presetSubtype="0" decel="70000" fill="hold" grpId="0" nodeType="withEffect">
                                  <p:stCondLst>
                                    <p:cond delay="0"/>
                                  </p:stCondLst>
                                  <p:childTnLst>
                                    <p:set>
                                      <p:cBhvr>
                                        <p:cTn id="30" dur="855" fill="hold">
                                          <p:stCondLst>
                                            <p:cond delay="1"/>
                                          </p:stCondLst>
                                        </p:cTn>
                                        <p:tgtEl>
                                          <p:spTgt spid="10"/>
                                        </p:tgtEl>
                                        <p:attrNameLst>
                                          <p:attrName>style.visibility</p:attrName>
                                        </p:attrNameLst>
                                      </p:cBhvr>
                                      <p:to>
                                        <p:strVal val="visible"/>
                                      </p:to>
                                    </p:set>
                                    <p:anim to="" calcmode="lin" valueType="num">
                                      <p:cBhvr>
                                        <p:cTn id="31" dur="1" fill="hold">
                                          <p:stCondLst>
                                            <p:cond delay="0"/>
                                          </p:stCondLst>
                                        </p:cTn>
                                        <p:tgtEl>
                                          <p:spTgt spid="10"/>
                                        </p:tgtEl>
                                        <p:attrNameLst>
                                          <p:attrName>ppt_x</p:attrName>
                                        </p:attrNameLst>
                                      </p:cBhvr>
                                      <p:tavLst>
                                        <p:tav tm="0">
                                          <p:val>
                                            <p:strVal val="#ppt_x"/>
                                          </p:val>
                                        </p:tav>
                                        <p:tav tm="100000">
                                          <p:val>
                                            <p:strVal val="#ppt_x+0.15*sin(rand(0-360)+0)+2"/>
                                          </p:val>
                                        </p:tav>
                                      </p:tavLst>
                                    </p:anim>
                                    <p:anim to="" calcmode="lin" valueType="num">
                                      <p:cBhvr>
                                        <p:cTn id="32" dur="1" fill="hold">
                                          <p:stCondLst>
                                            <p:cond delay="0"/>
                                          </p:stCondLst>
                                        </p:cTn>
                                        <p:tgtEl>
                                          <p:spTgt spid="10"/>
                                        </p:tgtEl>
                                        <p:attrNameLst>
                                          <p:attrName>ppt_y</p:attrName>
                                        </p:attrNameLst>
                                      </p:cBhvr>
                                      <p:tavLst>
                                        <p:tav tm="0">
                                          <p:val>
                                            <p:strVal val="#ppt_y"/>
                                          </p:val>
                                        </p:tav>
                                        <p:tav tm="100000">
                                          <p:val>
                                            <p:strVal val="#ppt_y+0.15*sin(rand(0-360)+0)+2"/>
                                          </p:val>
                                        </p:tav>
                                      </p:tavLst>
                                    </p:anim>
                                    <p:anim to="" calcmode="lin" valueType="num">
                                      <p:cBhvr>
                                        <p:cTn id="33" dur="998" fill="hold">
                                          <p:stCondLst>
                                            <p:cond delay="2"/>
                                          </p:stCondLst>
                                        </p:cTn>
                                        <p:tgtEl>
                                          <p:spTgt spid="10"/>
                                        </p:tgtEl>
                                        <p:attrNameLst>
                                          <p:attrName>style.opacity</p:attrName>
                                        </p:attrNameLst>
                                      </p:cBhvr>
                                      <p:tavLst>
                                        <p:tav tm="0">
                                          <p:val>
                                            <p:strVal val="0"/>
                                          </p:val>
                                        </p:tav>
                                        <p:tav tm="100000">
                                          <p:val>
                                            <p:strVal val="1"/>
                                          </p:val>
                                        </p:tav>
                                      </p:tavLst>
                                    </p:anim>
                                    <p:animScale>
                                      <p:cBhvr>
                                        <p:cTn id="34" dur="998" fill="hold">
                                          <p:stCondLst>
                                            <p:cond delay="1"/>
                                          </p:stCondLst>
                                        </p:cTn>
                                        <p:tgtEl>
                                          <p:spTgt spid="10"/>
                                        </p:tgtEl>
                                      </p:cBhvr>
                                      <p:from x="500000" y="500000"/>
                                      <p:to x="100000" y="100000"/>
                                    </p:animScale>
                                    <p:anim to="" calcmode="lin" valueType="num">
                                      <p:cBhvr>
                                        <p:cTn id="35" dur="714" fill="hold">
                                          <p:stCondLst>
                                            <p:cond delay="286"/>
                                          </p:stCondLst>
                                        </p:cTn>
                                        <p:tgtEl>
                                          <p:spTgt spid="10"/>
                                        </p:tgtEl>
                                        <p:attrNameLst>
                                          <p:attrName>ppt_x</p:attrName>
                                        </p:attrNameLst>
                                      </p:cBhvr>
                                      <p:tavLst>
                                        <p:tav tm="0">
                                          <p:val>
                                            <p:strVal val="ppt_x-2"/>
                                          </p:val>
                                        </p:tav>
                                        <p:tav tm="100000">
                                          <p:val>
                                            <p:strVal val="#ppt_x"/>
                                          </p:val>
                                        </p:tav>
                                      </p:tavLst>
                                    </p:anim>
                                    <p:anim to="" calcmode="lin" valueType="num">
                                      <p:cBhvr>
                                        <p:cTn id="36" dur="714" fill="hold">
                                          <p:stCondLst>
                                            <p:cond delay="286"/>
                                          </p:stCondLst>
                                        </p:cTn>
                                        <p:tgtEl>
                                          <p:spTgt spid="10"/>
                                        </p:tgtEl>
                                        <p:attrNameLst>
                                          <p:attrName>ppt_y</p:attrName>
                                        </p:attrNameLst>
                                      </p:cBhvr>
                                      <p:tavLst>
                                        <p:tav tm="0">
                                          <p:val>
                                            <p:strVal val="ppt_y-2"/>
                                          </p:val>
                                        </p:tav>
                                        <p:tav tm="100000">
                                          <p:val>
                                            <p:strVal val="#ppt_y"/>
                                          </p:val>
                                        </p:tav>
                                      </p:tavLst>
                                    </p:anim>
                                  </p:childTnLst>
                                </p:cTn>
                              </p:par>
                              <p:par>
                                <p:cTn id="37" presetID="0" presetClass="entr" presetSubtype="0" decel="70000" fill="hold" grpId="0" nodeType="withEffect">
                                  <p:stCondLst>
                                    <p:cond delay="0"/>
                                  </p:stCondLst>
                                  <p:childTnLst>
                                    <p:set>
                                      <p:cBhvr>
                                        <p:cTn id="38" dur="855" fill="hold">
                                          <p:stCondLst>
                                            <p:cond delay="1"/>
                                          </p:stCondLst>
                                        </p:cTn>
                                        <p:tgtEl>
                                          <p:spTgt spid="11"/>
                                        </p:tgtEl>
                                        <p:attrNameLst>
                                          <p:attrName>style.visibility</p:attrName>
                                        </p:attrNameLst>
                                      </p:cBhvr>
                                      <p:to>
                                        <p:strVal val="visible"/>
                                      </p:to>
                                    </p:set>
                                    <p:anim to="" calcmode="lin" valueType="num">
                                      <p:cBhvr>
                                        <p:cTn id="39" dur="1" fill="hold">
                                          <p:stCondLst>
                                            <p:cond delay="0"/>
                                          </p:stCondLst>
                                        </p:cTn>
                                        <p:tgtEl>
                                          <p:spTgt spid="11"/>
                                        </p:tgtEl>
                                        <p:attrNameLst>
                                          <p:attrName>ppt_x</p:attrName>
                                        </p:attrNameLst>
                                      </p:cBhvr>
                                      <p:tavLst>
                                        <p:tav tm="0">
                                          <p:val>
                                            <p:strVal val="#ppt_x"/>
                                          </p:val>
                                        </p:tav>
                                        <p:tav tm="100000">
                                          <p:val>
                                            <p:strVal val="#ppt_x+0.15*sin(rand(0-360)+0)+2"/>
                                          </p:val>
                                        </p:tav>
                                      </p:tavLst>
                                    </p:anim>
                                    <p:anim to="" calcmode="lin" valueType="num">
                                      <p:cBhvr>
                                        <p:cTn id="40" dur="1" fill="hold">
                                          <p:stCondLst>
                                            <p:cond delay="0"/>
                                          </p:stCondLst>
                                        </p:cTn>
                                        <p:tgtEl>
                                          <p:spTgt spid="11"/>
                                        </p:tgtEl>
                                        <p:attrNameLst>
                                          <p:attrName>ppt_y</p:attrName>
                                        </p:attrNameLst>
                                      </p:cBhvr>
                                      <p:tavLst>
                                        <p:tav tm="0">
                                          <p:val>
                                            <p:strVal val="#ppt_y"/>
                                          </p:val>
                                        </p:tav>
                                        <p:tav tm="100000">
                                          <p:val>
                                            <p:strVal val="#ppt_y+0.15*sin(rand(0-360)+0)+2"/>
                                          </p:val>
                                        </p:tav>
                                      </p:tavLst>
                                    </p:anim>
                                    <p:anim to="" calcmode="lin" valueType="num">
                                      <p:cBhvr>
                                        <p:cTn id="41" dur="998" fill="hold">
                                          <p:stCondLst>
                                            <p:cond delay="2"/>
                                          </p:stCondLst>
                                        </p:cTn>
                                        <p:tgtEl>
                                          <p:spTgt spid="11"/>
                                        </p:tgtEl>
                                        <p:attrNameLst>
                                          <p:attrName>style.opacity</p:attrName>
                                        </p:attrNameLst>
                                      </p:cBhvr>
                                      <p:tavLst>
                                        <p:tav tm="0">
                                          <p:val>
                                            <p:strVal val="0"/>
                                          </p:val>
                                        </p:tav>
                                        <p:tav tm="100000">
                                          <p:val>
                                            <p:strVal val="1"/>
                                          </p:val>
                                        </p:tav>
                                      </p:tavLst>
                                    </p:anim>
                                    <p:animScale>
                                      <p:cBhvr>
                                        <p:cTn id="42" dur="998" fill="hold">
                                          <p:stCondLst>
                                            <p:cond delay="1"/>
                                          </p:stCondLst>
                                        </p:cTn>
                                        <p:tgtEl>
                                          <p:spTgt spid="11"/>
                                        </p:tgtEl>
                                      </p:cBhvr>
                                      <p:from x="500000" y="500000"/>
                                      <p:to x="100000" y="100000"/>
                                    </p:animScale>
                                    <p:anim to="" calcmode="lin" valueType="num">
                                      <p:cBhvr>
                                        <p:cTn id="43" dur="714" fill="hold">
                                          <p:stCondLst>
                                            <p:cond delay="286"/>
                                          </p:stCondLst>
                                        </p:cTn>
                                        <p:tgtEl>
                                          <p:spTgt spid="11"/>
                                        </p:tgtEl>
                                        <p:attrNameLst>
                                          <p:attrName>ppt_x</p:attrName>
                                        </p:attrNameLst>
                                      </p:cBhvr>
                                      <p:tavLst>
                                        <p:tav tm="0">
                                          <p:val>
                                            <p:strVal val="ppt_x-2"/>
                                          </p:val>
                                        </p:tav>
                                        <p:tav tm="100000">
                                          <p:val>
                                            <p:strVal val="#ppt_x"/>
                                          </p:val>
                                        </p:tav>
                                      </p:tavLst>
                                    </p:anim>
                                    <p:anim to="" calcmode="lin" valueType="num">
                                      <p:cBhvr>
                                        <p:cTn id="44" dur="714" fill="hold">
                                          <p:stCondLst>
                                            <p:cond delay="286"/>
                                          </p:stCondLst>
                                        </p:cTn>
                                        <p:tgtEl>
                                          <p:spTgt spid="11"/>
                                        </p:tgtEl>
                                        <p:attrNameLst>
                                          <p:attrName>ppt_y</p:attrName>
                                        </p:attrNameLst>
                                      </p:cBhvr>
                                      <p:tavLst>
                                        <p:tav tm="0">
                                          <p:val>
                                            <p:strVal val="ppt_y-2"/>
                                          </p:val>
                                        </p:tav>
                                        <p:tav tm="100000">
                                          <p:val>
                                            <p:strVal val="#ppt_y"/>
                                          </p:val>
                                        </p:tav>
                                      </p:tavLst>
                                    </p:anim>
                                  </p:childTnLst>
                                </p:cTn>
                              </p:par>
                              <p:par>
                                <p:cTn id="45" presetID="0" presetClass="entr" presetSubtype="0" fill="hold" grpId="0" nodeType="withEffect">
                                  <p:stCondLst>
                                    <p:cond delay="0"/>
                                  </p:stCondLst>
                                  <p:iterate type="lt">
                                    <p:tmPct val="10000"/>
                                  </p:iterate>
                                  <p:childTnLst>
                                    <p:set>
                                      <p:cBhvr>
                                        <p:cTn id="46" dur="1" fill="hold">
                                          <p:stCondLst>
                                            <p:cond delay="0"/>
                                          </p:stCondLst>
                                        </p:cTn>
                                        <p:tgtEl>
                                          <p:spTgt spid="4"/>
                                        </p:tgtEl>
                                        <p:attrNameLst>
                                          <p:attrName>style.visibility</p:attrName>
                                        </p:attrNameLst>
                                      </p:cBhvr>
                                      <p:to>
                                        <p:strVal val="visible"/>
                                      </p:to>
                                    </p:set>
                                    <p:anim to="" calcmode="lin" valueType="num">
                                      <p:cBhvr>
                                        <p:cTn id="47" dur="700" fill="hold">
                                          <p:stCondLst>
                                            <p:cond delay="0"/>
                                          </p:stCondLst>
                                        </p:cTn>
                                        <p:tgtEl>
                                          <p:spTgt spid="4"/>
                                        </p:tgtEl>
                                        <p:attrNameLst>
                                          <p:attrName>ppt_x</p:attrName>
                                        </p:attrNameLst>
                                      </p:cBhvr>
                                      <p:tavLst>
                                        <p:tav tm="0" fmla="#ppt_x+(-#ppt_w/2*cos(ppt_r/180*pi))*((1.5-1.5*$)^2-(1.5-1.5*$)^3)">
                                          <p:val>
                                            <p:strVal val="0"/>
                                          </p:val>
                                        </p:tav>
                                        <p:tav tm="100000">
                                          <p:val>
                                            <p:strVal val="1"/>
                                          </p:val>
                                        </p:tav>
                                      </p:tavLst>
                                    </p:anim>
                                    <p:anim to="" calcmode="lin" valueType="num">
                                      <p:cBhvr>
                                        <p:cTn id="48" dur="700" fill="hold">
                                          <p:stCondLst>
                                            <p:cond delay="0"/>
                                          </p:stCondLst>
                                        </p:cTn>
                                        <p:tgtEl>
                                          <p:spTgt spid="4"/>
                                        </p:tgtEl>
                                        <p:attrNameLst>
                                          <p:attrName>ppt_y</p:attrName>
                                        </p:attrNameLst>
                                      </p:cBhvr>
                                      <p:tavLst>
                                        <p:tav tm="0" fmla="#ppt_y-(-#ppt_h/2*cos(ppt_r/180*pi))*((1.5-1.5*$)^2-(1.5-1.5*$)^3)">
                                          <p:val>
                                            <p:strVal val="0"/>
                                          </p:val>
                                        </p:tav>
                                        <p:tav tm="100000">
                                          <p:val>
                                            <p:strVal val="1"/>
                                          </p:val>
                                        </p:tav>
                                      </p:tavLst>
                                    </p:anim>
                                    <p:anim to="" calcmode="lin" valueType="num">
                                      <p:cBhvr>
                                        <p:cTn id="49" dur="700" fill="hold">
                                          <p:stCondLst>
                                            <p:cond delay="0"/>
                                          </p:stCondLst>
                                        </p:cTn>
                                        <p:tgtEl>
                                          <p:spTgt spid="4"/>
                                        </p:tgtEl>
                                        <p:attrNameLst>
                                          <p:attrName>ppt_h</p:attrName>
                                        </p:attrNameLst>
                                      </p:cBhvr>
                                      <p:tavLst>
                                        <p:tav tm="0" fmla="#ppt_h-(-#ppt_h)*((1.5-1.5*$)^2-(1.5-1.5*$)^3)">
                                          <p:val>
                                            <p:strVal val="0"/>
                                          </p:val>
                                        </p:tav>
                                        <p:tav tm="100000">
                                          <p:val>
                                            <p:strVal val="1"/>
                                          </p:val>
                                        </p:tav>
                                      </p:tavLst>
                                    </p:anim>
                                    <p:anim to="" calcmode="lin" valueType="num">
                                      <p:cBhvr>
                                        <p:cTn id="50" dur="700" fill="hold">
                                          <p:stCondLst>
                                            <p:cond delay="0"/>
                                          </p:stCondLst>
                                        </p:cTn>
                                        <p:tgtEl>
                                          <p:spTgt spid="4"/>
                                        </p:tgtEl>
                                        <p:attrNameLst>
                                          <p:attrName>ppt_w</p:attrName>
                                        </p:attrNameLst>
                                      </p:cBhvr>
                                      <p:tavLst>
                                        <p:tav tm="0" fmla="#ppt_w-(-#ppt_w)*((1.5-1.5*$)^2-(1.5-1.5*$)^3)">
                                          <p:val>
                                            <p:strVal val="0"/>
                                          </p:val>
                                        </p:tav>
                                        <p:tav tm="100000">
                                          <p:val>
                                            <p:strVal val="1"/>
                                          </p:val>
                                        </p:tav>
                                      </p:tavLst>
                                    </p:anim>
                                  </p:childTnLst>
                                </p:cTn>
                              </p:par>
                              <p:par>
                                <p:cTn id="51" presetID="0" presetClass="entr" presetSubtype="0" fill="hold" grpId="0" nodeType="withEffect">
                                  <p:stCondLst>
                                    <p:cond delay="0"/>
                                  </p:stCondLst>
                                  <p:iterate type="lt">
                                    <p:tmPct val="10000"/>
                                  </p:iterate>
                                  <p:childTnLst>
                                    <p:set>
                                      <p:cBhvr>
                                        <p:cTn id="52" dur="1" fill="hold">
                                          <p:stCondLst>
                                            <p:cond delay="0"/>
                                          </p:stCondLst>
                                        </p:cTn>
                                        <p:tgtEl>
                                          <p:spTgt spid="5"/>
                                        </p:tgtEl>
                                        <p:attrNameLst>
                                          <p:attrName>style.visibility</p:attrName>
                                        </p:attrNameLst>
                                      </p:cBhvr>
                                      <p:to>
                                        <p:strVal val="visible"/>
                                      </p:to>
                                    </p:set>
                                    <p:anim to="" calcmode="lin" valueType="num">
                                      <p:cBhvr>
                                        <p:cTn id="53" dur="700" fill="hold">
                                          <p:stCondLst>
                                            <p:cond delay="0"/>
                                          </p:stCondLst>
                                        </p:cTn>
                                        <p:tgtEl>
                                          <p:spTgt spid="5"/>
                                        </p:tgtEl>
                                        <p:attrNameLst>
                                          <p:attrName>ppt_x</p:attrName>
                                        </p:attrNameLst>
                                      </p:cBhvr>
                                      <p:tavLst>
                                        <p:tav tm="0" fmla="#ppt_x+(-#ppt_w/2*cos(ppt_r/180*pi))*((1.5-1.5*$)^2-(1.5-1.5*$)^3)">
                                          <p:val>
                                            <p:strVal val="0"/>
                                          </p:val>
                                        </p:tav>
                                        <p:tav tm="100000">
                                          <p:val>
                                            <p:strVal val="1"/>
                                          </p:val>
                                        </p:tav>
                                      </p:tavLst>
                                    </p:anim>
                                    <p:anim to="" calcmode="lin" valueType="num">
                                      <p:cBhvr>
                                        <p:cTn id="54" dur="700" fill="hold">
                                          <p:stCondLst>
                                            <p:cond delay="0"/>
                                          </p:stCondLst>
                                        </p:cTn>
                                        <p:tgtEl>
                                          <p:spTgt spid="5"/>
                                        </p:tgtEl>
                                        <p:attrNameLst>
                                          <p:attrName>ppt_y</p:attrName>
                                        </p:attrNameLst>
                                      </p:cBhvr>
                                      <p:tavLst>
                                        <p:tav tm="0" fmla="#ppt_y-(-#ppt_h/2*cos(ppt_r/180*pi))*((1.5-1.5*$)^2-(1.5-1.5*$)^3)">
                                          <p:val>
                                            <p:strVal val="0"/>
                                          </p:val>
                                        </p:tav>
                                        <p:tav tm="100000">
                                          <p:val>
                                            <p:strVal val="1"/>
                                          </p:val>
                                        </p:tav>
                                      </p:tavLst>
                                    </p:anim>
                                    <p:anim to="" calcmode="lin" valueType="num">
                                      <p:cBhvr>
                                        <p:cTn id="55" dur="700" fill="hold">
                                          <p:stCondLst>
                                            <p:cond delay="0"/>
                                          </p:stCondLst>
                                        </p:cTn>
                                        <p:tgtEl>
                                          <p:spTgt spid="5"/>
                                        </p:tgtEl>
                                        <p:attrNameLst>
                                          <p:attrName>ppt_h</p:attrName>
                                        </p:attrNameLst>
                                      </p:cBhvr>
                                      <p:tavLst>
                                        <p:tav tm="0" fmla="#ppt_h-(-#ppt_h)*((1.5-1.5*$)^2-(1.5-1.5*$)^3)">
                                          <p:val>
                                            <p:strVal val="0"/>
                                          </p:val>
                                        </p:tav>
                                        <p:tav tm="100000">
                                          <p:val>
                                            <p:strVal val="1"/>
                                          </p:val>
                                        </p:tav>
                                      </p:tavLst>
                                    </p:anim>
                                    <p:anim to="" calcmode="lin" valueType="num">
                                      <p:cBhvr>
                                        <p:cTn id="56" dur="700" fill="hold">
                                          <p:stCondLst>
                                            <p:cond delay="0"/>
                                          </p:stCondLst>
                                        </p:cTn>
                                        <p:tgtEl>
                                          <p:spTgt spid="5"/>
                                        </p:tgtEl>
                                        <p:attrNameLst>
                                          <p:attrName>ppt_w</p:attrName>
                                        </p:attrNameLst>
                                      </p:cBhvr>
                                      <p:tavLst>
                                        <p:tav tm="0" fmla="#ppt_w-(-#ppt_w)*((1.5-1.5*$)^2-(1.5-1.5*$)^3)">
                                          <p:val>
                                            <p:strVal val="0"/>
                                          </p:val>
                                        </p:tav>
                                        <p:tav tm="100000">
                                          <p:val>
                                            <p:strVal val="1"/>
                                          </p:val>
                                        </p:tav>
                                      </p:tavLst>
                                    </p:anim>
                                  </p:childTnLst>
                                </p:cTn>
                              </p:par>
                              <p:par>
                                <p:cTn id="57" presetID="0" presetClass="entr" presetSubtype="0" fill="hold" grpId="0" nodeType="withEffect">
                                  <p:stCondLst>
                                    <p:cond delay="0"/>
                                  </p:stCondLst>
                                  <p:iterate type="lt">
                                    <p:tmPct val="10000"/>
                                  </p:iterate>
                                  <p:childTnLst>
                                    <p:set>
                                      <p:cBhvr>
                                        <p:cTn id="58" dur="1" fill="hold">
                                          <p:stCondLst>
                                            <p:cond delay="0"/>
                                          </p:stCondLst>
                                        </p:cTn>
                                        <p:tgtEl>
                                          <p:spTgt spid="7"/>
                                        </p:tgtEl>
                                        <p:attrNameLst>
                                          <p:attrName>style.visibility</p:attrName>
                                        </p:attrNameLst>
                                      </p:cBhvr>
                                      <p:to>
                                        <p:strVal val="visible"/>
                                      </p:to>
                                    </p:set>
                                    <p:anim to="" calcmode="lin" valueType="num">
                                      <p:cBhvr>
                                        <p:cTn id="59" dur="700" fill="hold">
                                          <p:stCondLst>
                                            <p:cond delay="0"/>
                                          </p:stCondLst>
                                        </p:cTn>
                                        <p:tgtEl>
                                          <p:spTgt spid="7"/>
                                        </p:tgtEl>
                                        <p:attrNameLst>
                                          <p:attrName>ppt_x</p:attrName>
                                        </p:attrNameLst>
                                      </p:cBhvr>
                                      <p:tavLst>
                                        <p:tav tm="0" fmla="#ppt_x+(-#ppt_w/2*cos(ppt_r/180*pi))*((1.5-1.5*$)^2-(1.5-1.5*$)^3)">
                                          <p:val>
                                            <p:strVal val="0"/>
                                          </p:val>
                                        </p:tav>
                                        <p:tav tm="100000">
                                          <p:val>
                                            <p:strVal val="1"/>
                                          </p:val>
                                        </p:tav>
                                      </p:tavLst>
                                    </p:anim>
                                    <p:anim to="" calcmode="lin" valueType="num">
                                      <p:cBhvr>
                                        <p:cTn id="60" dur="700" fill="hold">
                                          <p:stCondLst>
                                            <p:cond delay="0"/>
                                          </p:stCondLst>
                                        </p:cTn>
                                        <p:tgtEl>
                                          <p:spTgt spid="7"/>
                                        </p:tgtEl>
                                        <p:attrNameLst>
                                          <p:attrName>ppt_y</p:attrName>
                                        </p:attrNameLst>
                                      </p:cBhvr>
                                      <p:tavLst>
                                        <p:tav tm="0" fmla="#ppt_y-(-#ppt_h/2*cos(ppt_r/180*pi))*((1.5-1.5*$)^2-(1.5-1.5*$)^3)">
                                          <p:val>
                                            <p:strVal val="0"/>
                                          </p:val>
                                        </p:tav>
                                        <p:tav tm="100000">
                                          <p:val>
                                            <p:strVal val="1"/>
                                          </p:val>
                                        </p:tav>
                                      </p:tavLst>
                                    </p:anim>
                                    <p:anim to="" calcmode="lin" valueType="num">
                                      <p:cBhvr>
                                        <p:cTn id="61" dur="700" fill="hold">
                                          <p:stCondLst>
                                            <p:cond delay="0"/>
                                          </p:stCondLst>
                                        </p:cTn>
                                        <p:tgtEl>
                                          <p:spTgt spid="7"/>
                                        </p:tgtEl>
                                        <p:attrNameLst>
                                          <p:attrName>ppt_h</p:attrName>
                                        </p:attrNameLst>
                                      </p:cBhvr>
                                      <p:tavLst>
                                        <p:tav tm="0" fmla="#ppt_h-(-#ppt_h)*((1.5-1.5*$)^2-(1.5-1.5*$)^3)">
                                          <p:val>
                                            <p:strVal val="0"/>
                                          </p:val>
                                        </p:tav>
                                        <p:tav tm="100000">
                                          <p:val>
                                            <p:strVal val="1"/>
                                          </p:val>
                                        </p:tav>
                                      </p:tavLst>
                                    </p:anim>
                                    <p:anim to="" calcmode="lin" valueType="num">
                                      <p:cBhvr>
                                        <p:cTn id="62" dur="700" fill="hold">
                                          <p:stCondLst>
                                            <p:cond delay="0"/>
                                          </p:stCondLst>
                                        </p:cTn>
                                        <p:tgtEl>
                                          <p:spTgt spid="7"/>
                                        </p:tgtEl>
                                        <p:attrNameLst>
                                          <p:attrName>ppt_w</p:attrName>
                                        </p:attrNameLst>
                                      </p:cBhvr>
                                      <p:tavLst>
                                        <p:tav tm="0" fmla="#ppt_w-(-#ppt_w)*((1.5-1.5*$)^2-(1.5-1.5*$)^3)">
                                          <p:val>
                                            <p:strVal val="0"/>
                                          </p:val>
                                        </p:tav>
                                        <p:tav tm="100000">
                                          <p:val>
                                            <p:strVal val="1"/>
                                          </p:val>
                                        </p:tav>
                                      </p:tavLst>
                                    </p:anim>
                                  </p:childTnLst>
                                </p:cTn>
                              </p:par>
                              <p:par>
                                <p:cTn id="63" presetID="0" presetClass="entr" presetSubtype="0" fill="hold" grpId="0" nodeType="withEffect">
                                  <p:stCondLst>
                                    <p:cond delay="0"/>
                                  </p:stCondLst>
                                  <p:childTnLst>
                                    <p:set>
                                      <p:cBhvr>
                                        <p:cTn id="64" dur="750" fill="hold">
                                          <p:stCondLst>
                                            <p:cond delay="0"/>
                                          </p:stCondLst>
                                        </p:cTn>
                                        <p:tgtEl>
                                          <p:spTgt spid="6"/>
                                        </p:tgtEl>
                                        <p:attrNameLst>
                                          <p:attrName>style.visibility</p:attrName>
                                        </p:attrNameLst>
                                      </p:cBhvr>
                                      <p:to>
                                        <p:strVal val="visible"/>
                                      </p:to>
                                    </p:set>
                                    <p:anim to="" calcmode="lin" valueType="num">
                                      <p:cBhvr>
                                        <p:cTn id="65" dur="750" fill="hold">
                                          <p:stCondLst>
                                            <p:cond delay="0"/>
                                          </p:stCondLst>
                                        </p:cTn>
                                        <p:tgtEl>
                                          <p:spTgt spid="6"/>
                                        </p:tgtEl>
                                        <p:attrNameLst>
                                          <p:attrName>ppt_h</p:attrName>
                                        </p:attrNameLst>
                                      </p:cBhvr>
                                      <p:tavLst>
                                        <p:tav tm="0" fmla="#ppt_h/2*($)^8">
                                          <p:val>
                                            <p:strVal val="0"/>
                                          </p:val>
                                        </p:tav>
                                        <p:tav tm="50000" fmla="#ppt_h-#ppt_h/2*(2-$)^8">
                                          <p:val>
                                            <p:strVal val="1"/>
                                          </p:val>
                                        </p:tav>
                                        <p:tav tm="100000">
                                          <p:val>
                                            <p:strVal val="2"/>
                                          </p:val>
                                        </p:tav>
                                      </p:tavLst>
                                    </p:anim>
                                    <p:anim to="" calcmode="lin" valueType="num">
                                      <p:cBhvr>
                                        <p:cTn id="66" dur="750" fill="hold">
                                          <p:stCondLst>
                                            <p:cond delay="0"/>
                                          </p:stCondLst>
                                        </p:cTn>
                                        <p:tgtEl>
                                          <p:spTgt spid="6"/>
                                        </p:tgtEl>
                                        <p:attrNameLst>
                                          <p:attrName>ppt_w</p:attrName>
                                        </p:attrNameLst>
                                      </p:cBhvr>
                                      <p:tavLst>
                                        <p:tav tm="0" fmla="#ppt_w/2*($)^8">
                                          <p:val>
                                            <p:strVal val="0"/>
                                          </p:val>
                                        </p:tav>
                                        <p:tav tm="50000" fmla="#ppt_w-#ppt_w/2*(2-$)^8">
                                          <p:val>
                                            <p:strVal val="1"/>
                                          </p:val>
                                        </p:tav>
                                        <p:tav tm="100000">
                                          <p:val>
                                            <p:strVal val="2"/>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p:bldP spid="9" grpId="0"/>
      <p:bldP spid="10" grpId="0"/>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B75409F0-13CA-D24E-8317-2A146EA718FB}"/>
              </a:ext>
            </a:extLst>
          </p:cNvPr>
          <p:cNvSpPr txBox="1"/>
          <p:nvPr/>
        </p:nvSpPr>
        <p:spPr>
          <a:xfrm>
            <a:off x="1357513" y="5806568"/>
            <a:ext cx="1543647" cy="276999"/>
          </a:xfrm>
          <a:prstGeom prst="rect">
            <a:avLst/>
          </a:prstGeom>
          <a:noFill/>
        </p:spPr>
        <p:txBody>
          <a:bodyPr wrap="square" rtlCol="0">
            <a:spAutoFit/>
          </a:bodyPr>
          <a:lstStyle/>
          <a:p>
            <a:pPr algn="ctr"/>
            <a:r>
              <a:rPr lang="en-US" altLang="zh-CN" sz="1200"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1th.QUARTER</a:t>
            </a:r>
            <a:endParaRPr lang="zh-CN" altLang="en-US" sz="1200"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 name="TextBox 13">
            <a:extLst>
              <a:ext uri="{FF2B5EF4-FFF2-40B4-BE49-F238E27FC236}">
                <a16:creationId xmlns:a16="http://schemas.microsoft.com/office/drawing/2014/main" id="{5A340B3E-BC3C-1B4E-ACC3-D5A80F2ACCFA}"/>
              </a:ext>
            </a:extLst>
          </p:cNvPr>
          <p:cNvSpPr txBox="1"/>
          <p:nvPr/>
        </p:nvSpPr>
        <p:spPr>
          <a:xfrm>
            <a:off x="1092921" y="5113499"/>
            <a:ext cx="264592" cy="169598"/>
          </a:xfrm>
          <a:prstGeom prst="rect">
            <a:avLst/>
          </a:prstGeom>
          <a:noFill/>
        </p:spPr>
        <p:txBody>
          <a:bodyPr wrap="square" lIns="0" tIns="0" rIns="0" bIns="0" rtlCol="0">
            <a:spAutoFit/>
          </a:bodyPr>
          <a:lstStyle/>
          <a:p>
            <a:pPr algn="just"/>
            <a:r>
              <a:rPr lang="en-US" altLang="zh-CN" sz="1102"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100</a:t>
            </a:r>
            <a:endParaRPr lang="zh-CN" altLang="en-US" sz="1102"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7" name="TextBox 17">
            <a:extLst>
              <a:ext uri="{FF2B5EF4-FFF2-40B4-BE49-F238E27FC236}">
                <a16:creationId xmlns:a16="http://schemas.microsoft.com/office/drawing/2014/main" id="{E75D7D92-AA0F-4547-A441-6DAF68EC0E1B}"/>
              </a:ext>
            </a:extLst>
          </p:cNvPr>
          <p:cNvSpPr txBox="1"/>
          <p:nvPr/>
        </p:nvSpPr>
        <p:spPr>
          <a:xfrm>
            <a:off x="1092921" y="4661488"/>
            <a:ext cx="264592" cy="169598"/>
          </a:xfrm>
          <a:prstGeom prst="rect">
            <a:avLst/>
          </a:prstGeom>
          <a:noFill/>
        </p:spPr>
        <p:txBody>
          <a:bodyPr wrap="square" lIns="0" tIns="0" rIns="0" bIns="0" rtlCol="0">
            <a:spAutoFit/>
          </a:bodyPr>
          <a:lstStyle/>
          <a:p>
            <a:pPr algn="just"/>
            <a:r>
              <a:rPr lang="en-US" altLang="zh-CN" sz="1102"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200</a:t>
            </a:r>
            <a:endParaRPr lang="zh-CN" altLang="en-US" sz="1102"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8" name="TextBox 18">
            <a:extLst>
              <a:ext uri="{FF2B5EF4-FFF2-40B4-BE49-F238E27FC236}">
                <a16:creationId xmlns:a16="http://schemas.microsoft.com/office/drawing/2014/main" id="{22EE6F62-2D49-3541-8B69-EA11BF407A27}"/>
              </a:ext>
            </a:extLst>
          </p:cNvPr>
          <p:cNvSpPr txBox="1"/>
          <p:nvPr/>
        </p:nvSpPr>
        <p:spPr>
          <a:xfrm>
            <a:off x="1092921" y="4209477"/>
            <a:ext cx="264592" cy="169598"/>
          </a:xfrm>
          <a:prstGeom prst="rect">
            <a:avLst/>
          </a:prstGeom>
          <a:noFill/>
        </p:spPr>
        <p:txBody>
          <a:bodyPr wrap="square" lIns="0" tIns="0" rIns="0" bIns="0" rtlCol="0">
            <a:spAutoFit/>
          </a:bodyPr>
          <a:lstStyle/>
          <a:p>
            <a:pPr algn="just"/>
            <a:r>
              <a:rPr lang="en-US" altLang="zh-CN" sz="1102"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300</a:t>
            </a:r>
            <a:endParaRPr lang="zh-CN" altLang="en-US" sz="1102"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9" name="TextBox 19">
            <a:extLst>
              <a:ext uri="{FF2B5EF4-FFF2-40B4-BE49-F238E27FC236}">
                <a16:creationId xmlns:a16="http://schemas.microsoft.com/office/drawing/2014/main" id="{34742CD0-8654-B24A-B360-DAE54B6B549C}"/>
              </a:ext>
            </a:extLst>
          </p:cNvPr>
          <p:cNvSpPr txBox="1"/>
          <p:nvPr/>
        </p:nvSpPr>
        <p:spPr>
          <a:xfrm>
            <a:off x="1092921" y="3757465"/>
            <a:ext cx="264592" cy="169598"/>
          </a:xfrm>
          <a:prstGeom prst="rect">
            <a:avLst/>
          </a:prstGeom>
          <a:noFill/>
        </p:spPr>
        <p:txBody>
          <a:bodyPr wrap="square" lIns="0" tIns="0" rIns="0" bIns="0" rtlCol="0">
            <a:spAutoFit/>
          </a:bodyPr>
          <a:lstStyle/>
          <a:p>
            <a:pPr algn="just"/>
            <a:r>
              <a:rPr lang="en-US" altLang="zh-CN" sz="1102"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400</a:t>
            </a:r>
            <a:endParaRPr lang="zh-CN" altLang="en-US" sz="1102"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0" name="TextBox 20">
            <a:extLst>
              <a:ext uri="{FF2B5EF4-FFF2-40B4-BE49-F238E27FC236}">
                <a16:creationId xmlns:a16="http://schemas.microsoft.com/office/drawing/2014/main" id="{2228C531-EE0E-E74C-A665-D2649E3C93B3}"/>
              </a:ext>
            </a:extLst>
          </p:cNvPr>
          <p:cNvSpPr txBox="1"/>
          <p:nvPr/>
        </p:nvSpPr>
        <p:spPr>
          <a:xfrm>
            <a:off x="1092921" y="3305455"/>
            <a:ext cx="264592" cy="169598"/>
          </a:xfrm>
          <a:prstGeom prst="rect">
            <a:avLst/>
          </a:prstGeom>
          <a:noFill/>
        </p:spPr>
        <p:txBody>
          <a:bodyPr wrap="square" lIns="0" tIns="0" rIns="0" bIns="0" rtlCol="0">
            <a:spAutoFit/>
          </a:bodyPr>
          <a:lstStyle/>
          <a:p>
            <a:pPr algn="just"/>
            <a:r>
              <a:rPr lang="en-US" altLang="zh-CN" sz="1102"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500</a:t>
            </a:r>
            <a:endParaRPr lang="zh-CN" altLang="en-US" sz="1102"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1" name="TextBox 21">
            <a:extLst>
              <a:ext uri="{FF2B5EF4-FFF2-40B4-BE49-F238E27FC236}">
                <a16:creationId xmlns:a16="http://schemas.microsoft.com/office/drawing/2014/main" id="{CBFAC6DF-D605-4D49-AE4F-5112AEFB0A34}"/>
              </a:ext>
            </a:extLst>
          </p:cNvPr>
          <p:cNvSpPr txBox="1"/>
          <p:nvPr/>
        </p:nvSpPr>
        <p:spPr>
          <a:xfrm>
            <a:off x="1092921" y="2853444"/>
            <a:ext cx="264592" cy="169598"/>
          </a:xfrm>
          <a:prstGeom prst="rect">
            <a:avLst/>
          </a:prstGeom>
          <a:noFill/>
        </p:spPr>
        <p:txBody>
          <a:bodyPr wrap="square" lIns="0" tIns="0" rIns="0" bIns="0" rtlCol="0">
            <a:spAutoFit/>
          </a:bodyPr>
          <a:lstStyle/>
          <a:p>
            <a:pPr algn="just"/>
            <a:r>
              <a:rPr lang="en-US" altLang="zh-CN" sz="1102"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600</a:t>
            </a:r>
            <a:endParaRPr lang="zh-CN" altLang="en-US" sz="1102"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2" name="TextBox 22">
            <a:extLst>
              <a:ext uri="{FF2B5EF4-FFF2-40B4-BE49-F238E27FC236}">
                <a16:creationId xmlns:a16="http://schemas.microsoft.com/office/drawing/2014/main" id="{6E69E907-312A-964F-A337-AEF89F63CD75}"/>
              </a:ext>
            </a:extLst>
          </p:cNvPr>
          <p:cNvSpPr txBox="1"/>
          <p:nvPr/>
        </p:nvSpPr>
        <p:spPr>
          <a:xfrm>
            <a:off x="1092921" y="2393785"/>
            <a:ext cx="264592" cy="169598"/>
          </a:xfrm>
          <a:prstGeom prst="rect">
            <a:avLst/>
          </a:prstGeom>
          <a:noFill/>
        </p:spPr>
        <p:txBody>
          <a:bodyPr wrap="square" lIns="0" tIns="0" rIns="0" bIns="0" rtlCol="0">
            <a:spAutoFit/>
          </a:bodyPr>
          <a:lstStyle/>
          <a:p>
            <a:pPr algn="just"/>
            <a:r>
              <a:rPr lang="en-US" altLang="zh-CN" sz="1102"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700</a:t>
            </a:r>
            <a:endParaRPr lang="zh-CN" altLang="en-US" sz="1102"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13" name="组合 12">
            <a:extLst>
              <a:ext uri="{FF2B5EF4-FFF2-40B4-BE49-F238E27FC236}">
                <a16:creationId xmlns:a16="http://schemas.microsoft.com/office/drawing/2014/main" id="{8A459497-E9CF-2B4E-847A-691FE222D9A4}"/>
              </a:ext>
            </a:extLst>
          </p:cNvPr>
          <p:cNvGrpSpPr/>
          <p:nvPr/>
        </p:nvGrpSpPr>
        <p:grpSpPr>
          <a:xfrm>
            <a:off x="1445714" y="2034246"/>
            <a:ext cx="5468232" cy="3616089"/>
            <a:chOff x="1126939" y="1350372"/>
            <a:chExt cx="4464496" cy="2952328"/>
          </a:xfrm>
        </p:grpSpPr>
        <p:cxnSp>
          <p:nvCxnSpPr>
            <p:cNvPr id="14" name="直接连接符 3">
              <a:extLst>
                <a:ext uri="{FF2B5EF4-FFF2-40B4-BE49-F238E27FC236}">
                  <a16:creationId xmlns:a16="http://schemas.microsoft.com/office/drawing/2014/main" id="{523A8BBC-C339-994D-A701-37B1FBB22DD5}"/>
                </a:ext>
              </a:extLst>
            </p:cNvPr>
            <p:cNvCxnSpPr/>
            <p:nvPr/>
          </p:nvCxnSpPr>
          <p:spPr>
            <a:xfrm>
              <a:off x="1126939" y="4302700"/>
              <a:ext cx="4464496"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5">
              <a:extLst>
                <a:ext uri="{FF2B5EF4-FFF2-40B4-BE49-F238E27FC236}">
                  <a16:creationId xmlns:a16="http://schemas.microsoft.com/office/drawing/2014/main" id="{E4984660-A438-5241-8F88-8BCAE9D3EB78}"/>
                </a:ext>
              </a:extLst>
            </p:cNvPr>
            <p:cNvCxnSpPr/>
            <p:nvPr/>
          </p:nvCxnSpPr>
          <p:spPr>
            <a:xfrm>
              <a:off x="1126939" y="3933659"/>
              <a:ext cx="4464496"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6">
              <a:extLst>
                <a:ext uri="{FF2B5EF4-FFF2-40B4-BE49-F238E27FC236}">
                  <a16:creationId xmlns:a16="http://schemas.microsoft.com/office/drawing/2014/main" id="{369F90AE-994F-874B-89FD-A8279E712496}"/>
                </a:ext>
              </a:extLst>
            </p:cNvPr>
            <p:cNvCxnSpPr/>
            <p:nvPr/>
          </p:nvCxnSpPr>
          <p:spPr>
            <a:xfrm>
              <a:off x="1126939" y="3564618"/>
              <a:ext cx="4464496"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7">
              <a:extLst>
                <a:ext uri="{FF2B5EF4-FFF2-40B4-BE49-F238E27FC236}">
                  <a16:creationId xmlns:a16="http://schemas.microsoft.com/office/drawing/2014/main" id="{556D935D-F087-3247-87F3-BB7A03C4E5CF}"/>
                </a:ext>
              </a:extLst>
            </p:cNvPr>
            <p:cNvCxnSpPr/>
            <p:nvPr/>
          </p:nvCxnSpPr>
          <p:spPr>
            <a:xfrm>
              <a:off x="1126939" y="3195577"/>
              <a:ext cx="4464496"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8">
              <a:extLst>
                <a:ext uri="{FF2B5EF4-FFF2-40B4-BE49-F238E27FC236}">
                  <a16:creationId xmlns:a16="http://schemas.microsoft.com/office/drawing/2014/main" id="{2D9DCEA6-C833-0943-AD60-F686672E32D3}"/>
                </a:ext>
              </a:extLst>
            </p:cNvPr>
            <p:cNvCxnSpPr/>
            <p:nvPr/>
          </p:nvCxnSpPr>
          <p:spPr>
            <a:xfrm>
              <a:off x="1126939" y="2826536"/>
              <a:ext cx="4464496"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9">
              <a:extLst>
                <a:ext uri="{FF2B5EF4-FFF2-40B4-BE49-F238E27FC236}">
                  <a16:creationId xmlns:a16="http://schemas.microsoft.com/office/drawing/2014/main" id="{DE7778FC-737D-1749-891B-68AD8C696363}"/>
                </a:ext>
              </a:extLst>
            </p:cNvPr>
            <p:cNvCxnSpPr/>
            <p:nvPr/>
          </p:nvCxnSpPr>
          <p:spPr>
            <a:xfrm>
              <a:off x="1126939" y="2457495"/>
              <a:ext cx="4464496"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0">
              <a:extLst>
                <a:ext uri="{FF2B5EF4-FFF2-40B4-BE49-F238E27FC236}">
                  <a16:creationId xmlns:a16="http://schemas.microsoft.com/office/drawing/2014/main" id="{0110A75F-9111-E44B-B152-E9BE29B0E4C2}"/>
                </a:ext>
              </a:extLst>
            </p:cNvPr>
            <p:cNvCxnSpPr/>
            <p:nvPr/>
          </p:nvCxnSpPr>
          <p:spPr>
            <a:xfrm>
              <a:off x="1126939" y="2088454"/>
              <a:ext cx="4464496"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11">
              <a:extLst>
                <a:ext uri="{FF2B5EF4-FFF2-40B4-BE49-F238E27FC236}">
                  <a16:creationId xmlns:a16="http://schemas.microsoft.com/office/drawing/2014/main" id="{D563B9D6-659F-FD40-9733-3847592B6DE0}"/>
                </a:ext>
              </a:extLst>
            </p:cNvPr>
            <p:cNvCxnSpPr/>
            <p:nvPr/>
          </p:nvCxnSpPr>
          <p:spPr>
            <a:xfrm>
              <a:off x="1126939" y="1719413"/>
              <a:ext cx="4464496"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3">
              <a:extLst>
                <a:ext uri="{FF2B5EF4-FFF2-40B4-BE49-F238E27FC236}">
                  <a16:creationId xmlns:a16="http://schemas.microsoft.com/office/drawing/2014/main" id="{8502BD97-6189-0944-B825-139A40B594EC}"/>
                </a:ext>
              </a:extLst>
            </p:cNvPr>
            <p:cNvCxnSpPr/>
            <p:nvPr/>
          </p:nvCxnSpPr>
          <p:spPr>
            <a:xfrm>
              <a:off x="1126939" y="1350372"/>
              <a:ext cx="4464496"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23" name="TextBox 24">
            <a:extLst>
              <a:ext uri="{FF2B5EF4-FFF2-40B4-BE49-F238E27FC236}">
                <a16:creationId xmlns:a16="http://schemas.microsoft.com/office/drawing/2014/main" id="{CAE9C2BC-771A-434D-B93B-4826779DD379}"/>
              </a:ext>
            </a:extLst>
          </p:cNvPr>
          <p:cNvSpPr txBox="1"/>
          <p:nvPr/>
        </p:nvSpPr>
        <p:spPr>
          <a:xfrm>
            <a:off x="1092921" y="1949422"/>
            <a:ext cx="264592" cy="169598"/>
          </a:xfrm>
          <a:prstGeom prst="rect">
            <a:avLst/>
          </a:prstGeom>
          <a:noFill/>
        </p:spPr>
        <p:txBody>
          <a:bodyPr wrap="square" lIns="0" tIns="0" rIns="0" bIns="0" rtlCol="0">
            <a:spAutoFit/>
          </a:bodyPr>
          <a:lstStyle/>
          <a:p>
            <a:pPr algn="just"/>
            <a:r>
              <a:rPr lang="en-US" altLang="zh-CN" sz="1102"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800</a:t>
            </a:r>
            <a:endParaRPr lang="zh-CN" altLang="en-US" sz="1102"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4" name="TextBox 25">
            <a:extLst>
              <a:ext uri="{FF2B5EF4-FFF2-40B4-BE49-F238E27FC236}">
                <a16:creationId xmlns:a16="http://schemas.microsoft.com/office/drawing/2014/main" id="{09DEBE7D-F4E6-9E4D-9023-B3B706352095}"/>
              </a:ext>
            </a:extLst>
          </p:cNvPr>
          <p:cNvSpPr txBox="1"/>
          <p:nvPr/>
        </p:nvSpPr>
        <p:spPr>
          <a:xfrm>
            <a:off x="1092921" y="5565511"/>
            <a:ext cx="264592" cy="169598"/>
          </a:xfrm>
          <a:prstGeom prst="rect">
            <a:avLst/>
          </a:prstGeom>
          <a:noFill/>
        </p:spPr>
        <p:txBody>
          <a:bodyPr wrap="square" lIns="0" tIns="0" rIns="0" bIns="0" rtlCol="0">
            <a:spAutoFit/>
          </a:bodyPr>
          <a:lstStyle/>
          <a:p>
            <a:pPr algn="just"/>
            <a:r>
              <a:rPr lang="en-US" altLang="zh-CN" sz="1102"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0</a:t>
            </a:r>
            <a:endParaRPr lang="zh-CN" altLang="en-US" sz="1102"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5" name="矩形 24">
            <a:extLst>
              <a:ext uri="{FF2B5EF4-FFF2-40B4-BE49-F238E27FC236}">
                <a16:creationId xmlns:a16="http://schemas.microsoft.com/office/drawing/2014/main" id="{0956B79A-6394-DD4E-A30F-3B1FC95C2922}"/>
              </a:ext>
            </a:extLst>
          </p:cNvPr>
          <p:cNvSpPr/>
          <p:nvPr/>
        </p:nvSpPr>
        <p:spPr>
          <a:xfrm>
            <a:off x="1868585" y="2938269"/>
            <a:ext cx="586978" cy="271206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6" name="矩形 25">
            <a:extLst>
              <a:ext uri="{FF2B5EF4-FFF2-40B4-BE49-F238E27FC236}">
                <a16:creationId xmlns:a16="http://schemas.microsoft.com/office/drawing/2014/main" id="{75878FB5-EF1C-2A46-AFE2-09A6CE45F887}"/>
              </a:ext>
            </a:extLst>
          </p:cNvPr>
          <p:cNvSpPr/>
          <p:nvPr/>
        </p:nvSpPr>
        <p:spPr>
          <a:xfrm>
            <a:off x="1765186" y="3842291"/>
            <a:ext cx="793776" cy="1808047"/>
          </a:xfrm>
          <a:prstGeom prst="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7" name="矩形 26">
            <a:extLst>
              <a:ext uri="{FF2B5EF4-FFF2-40B4-BE49-F238E27FC236}">
                <a16:creationId xmlns:a16="http://schemas.microsoft.com/office/drawing/2014/main" id="{40D9EC57-93A9-BB47-AF7C-E568992F0841}"/>
              </a:ext>
            </a:extLst>
          </p:cNvPr>
          <p:cNvSpPr/>
          <p:nvPr/>
        </p:nvSpPr>
        <p:spPr>
          <a:xfrm>
            <a:off x="3216937" y="3842284"/>
            <a:ext cx="586978" cy="180804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8" name="矩形 27">
            <a:extLst>
              <a:ext uri="{FF2B5EF4-FFF2-40B4-BE49-F238E27FC236}">
                <a16:creationId xmlns:a16="http://schemas.microsoft.com/office/drawing/2014/main" id="{0BEE49AD-BF5A-7444-ABD7-82CDF486A2D7}"/>
              </a:ext>
            </a:extLst>
          </p:cNvPr>
          <p:cNvSpPr/>
          <p:nvPr/>
        </p:nvSpPr>
        <p:spPr>
          <a:xfrm>
            <a:off x="3113538" y="4379118"/>
            <a:ext cx="793776" cy="127121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9" name="矩形 28">
            <a:extLst>
              <a:ext uri="{FF2B5EF4-FFF2-40B4-BE49-F238E27FC236}">
                <a16:creationId xmlns:a16="http://schemas.microsoft.com/office/drawing/2014/main" id="{D5A4B338-EB67-614A-8789-24D93394C612}"/>
              </a:ext>
            </a:extLst>
          </p:cNvPr>
          <p:cNvSpPr/>
          <p:nvPr/>
        </p:nvSpPr>
        <p:spPr>
          <a:xfrm>
            <a:off x="4577368" y="3390272"/>
            <a:ext cx="586978" cy="226005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0" name="矩形 29">
            <a:extLst>
              <a:ext uri="{FF2B5EF4-FFF2-40B4-BE49-F238E27FC236}">
                <a16:creationId xmlns:a16="http://schemas.microsoft.com/office/drawing/2014/main" id="{6DEC86E1-89FD-7148-BDDF-59CF4522A46C}"/>
              </a:ext>
            </a:extLst>
          </p:cNvPr>
          <p:cNvSpPr/>
          <p:nvPr/>
        </p:nvSpPr>
        <p:spPr>
          <a:xfrm>
            <a:off x="4473969" y="4147604"/>
            <a:ext cx="793776" cy="15027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1" name="矩形 30">
            <a:extLst>
              <a:ext uri="{FF2B5EF4-FFF2-40B4-BE49-F238E27FC236}">
                <a16:creationId xmlns:a16="http://schemas.microsoft.com/office/drawing/2014/main" id="{92892988-D7CA-8F4B-8FAD-23B8E74E94EB}"/>
              </a:ext>
            </a:extLst>
          </p:cNvPr>
          <p:cNvSpPr/>
          <p:nvPr/>
        </p:nvSpPr>
        <p:spPr>
          <a:xfrm>
            <a:off x="5945104" y="2486253"/>
            <a:ext cx="586978" cy="316407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2" name="矩形 31">
            <a:extLst>
              <a:ext uri="{FF2B5EF4-FFF2-40B4-BE49-F238E27FC236}">
                <a16:creationId xmlns:a16="http://schemas.microsoft.com/office/drawing/2014/main" id="{322823E8-14E2-3246-8A36-18342B3A2C60}"/>
              </a:ext>
            </a:extLst>
          </p:cNvPr>
          <p:cNvSpPr/>
          <p:nvPr/>
        </p:nvSpPr>
        <p:spPr>
          <a:xfrm>
            <a:off x="5841705" y="2736442"/>
            <a:ext cx="793776" cy="29138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3" name="TextBox 48">
            <a:extLst>
              <a:ext uri="{FF2B5EF4-FFF2-40B4-BE49-F238E27FC236}">
                <a16:creationId xmlns:a16="http://schemas.microsoft.com/office/drawing/2014/main" id="{1E3E2CFD-0633-494E-AABA-8EA1623D460A}"/>
              </a:ext>
            </a:extLst>
          </p:cNvPr>
          <p:cNvSpPr txBox="1"/>
          <p:nvPr/>
        </p:nvSpPr>
        <p:spPr>
          <a:xfrm>
            <a:off x="7508278" y="3179475"/>
            <a:ext cx="3595942" cy="492443"/>
          </a:xfrm>
          <a:prstGeom prst="rect">
            <a:avLst/>
          </a:prstGeom>
          <a:noFill/>
        </p:spPr>
        <p:txBody>
          <a:bodyPr wrap="square" lIns="0" tIns="0" rIns="0" bIns="0" rtlCol="0">
            <a:spAutoFit/>
          </a:bodyPr>
          <a:lstStyle/>
          <a:p>
            <a:r>
              <a:rPr lang="zh-CN" altLang="en-US" sz="3200" dirty="0">
                <a:solidFill>
                  <a:schemeClr val="tx1">
                    <a:lumMod val="75000"/>
                    <a:lumOff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输入你的标题</a:t>
            </a:r>
          </a:p>
        </p:txBody>
      </p:sp>
      <p:sp>
        <p:nvSpPr>
          <p:cNvPr id="34" name="TextBox 49">
            <a:extLst>
              <a:ext uri="{FF2B5EF4-FFF2-40B4-BE49-F238E27FC236}">
                <a16:creationId xmlns:a16="http://schemas.microsoft.com/office/drawing/2014/main" id="{AE7EF4F5-9FA4-4C45-A57D-823FB6647381}"/>
              </a:ext>
            </a:extLst>
          </p:cNvPr>
          <p:cNvSpPr txBox="1"/>
          <p:nvPr/>
        </p:nvSpPr>
        <p:spPr>
          <a:xfrm>
            <a:off x="7508278" y="4147807"/>
            <a:ext cx="4512552" cy="830997"/>
          </a:xfrm>
          <a:prstGeom prst="rect">
            <a:avLst/>
          </a:prstGeom>
          <a:noFill/>
        </p:spPr>
        <p:txBody>
          <a:bodyPr wrap="square" lIns="0" tIns="0" rIns="0" bIns="0" rtlCol="0">
            <a:spAutoFit/>
          </a:bodyPr>
          <a:lstStyle/>
          <a:p>
            <a:r>
              <a:rPr lang="en-US" altLang="zh-CN" sz="5400" dirty="0">
                <a:solidFill>
                  <a:schemeClr val="accent1">
                    <a:lumMod val="7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12.648.258</a:t>
            </a:r>
            <a:endParaRPr lang="zh-CN" altLang="en-US" sz="5400" dirty="0">
              <a:solidFill>
                <a:schemeClr val="accent1">
                  <a:lumMod val="7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5" name="TextBox 51">
            <a:extLst>
              <a:ext uri="{FF2B5EF4-FFF2-40B4-BE49-F238E27FC236}">
                <a16:creationId xmlns:a16="http://schemas.microsoft.com/office/drawing/2014/main" id="{F8540232-F1C9-514F-84A2-DF32374E2037}"/>
              </a:ext>
            </a:extLst>
          </p:cNvPr>
          <p:cNvSpPr txBox="1"/>
          <p:nvPr/>
        </p:nvSpPr>
        <p:spPr>
          <a:xfrm>
            <a:off x="7531361" y="3795104"/>
            <a:ext cx="2264688" cy="263918"/>
          </a:xfrm>
          <a:prstGeom prst="rect">
            <a:avLst/>
          </a:prstGeom>
          <a:noFill/>
        </p:spPr>
        <p:txBody>
          <a:bodyPr wrap="square" lIns="0" tIns="0" rIns="0" bIns="0" rtlCol="0">
            <a:spAutoFit/>
          </a:bodyPr>
          <a:lstStyle/>
          <a:p>
            <a:r>
              <a:rPr lang="en-US" altLang="zh-CN" sz="1715" spc="300" dirty="0">
                <a:solidFill>
                  <a:schemeClr val="tx1">
                    <a:lumMod val="75000"/>
                    <a:lumOff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SALES VOLUME:</a:t>
            </a:r>
            <a:endParaRPr lang="zh-CN" altLang="en-US" sz="1715" spc="300" dirty="0">
              <a:solidFill>
                <a:schemeClr val="tx1">
                  <a:lumMod val="75000"/>
                  <a:lumOff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6" name="椭圆 35">
            <a:extLst>
              <a:ext uri="{FF2B5EF4-FFF2-40B4-BE49-F238E27FC236}">
                <a16:creationId xmlns:a16="http://schemas.microsoft.com/office/drawing/2014/main" id="{32B32BF8-323C-F945-8443-65B2317472DC}"/>
              </a:ext>
            </a:extLst>
          </p:cNvPr>
          <p:cNvSpPr/>
          <p:nvPr/>
        </p:nvSpPr>
        <p:spPr>
          <a:xfrm>
            <a:off x="7520457" y="5600620"/>
            <a:ext cx="222384" cy="222384"/>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solidFill>
                <a:schemeClr val="accent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7" name="椭圆 36">
            <a:extLst>
              <a:ext uri="{FF2B5EF4-FFF2-40B4-BE49-F238E27FC236}">
                <a16:creationId xmlns:a16="http://schemas.microsoft.com/office/drawing/2014/main" id="{7654C813-7848-A644-ADBB-11F42644DF63}"/>
              </a:ext>
            </a:extLst>
          </p:cNvPr>
          <p:cNvSpPr/>
          <p:nvPr/>
        </p:nvSpPr>
        <p:spPr>
          <a:xfrm>
            <a:off x="7520457" y="5174226"/>
            <a:ext cx="222384" cy="22238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solidFill>
                <a:schemeClr val="accent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8" name="TextBox 54">
            <a:extLst>
              <a:ext uri="{FF2B5EF4-FFF2-40B4-BE49-F238E27FC236}">
                <a16:creationId xmlns:a16="http://schemas.microsoft.com/office/drawing/2014/main" id="{0EDDC57F-58EF-7840-9613-922D7CC83554}"/>
              </a:ext>
            </a:extLst>
          </p:cNvPr>
          <p:cNvSpPr txBox="1"/>
          <p:nvPr/>
        </p:nvSpPr>
        <p:spPr>
          <a:xfrm>
            <a:off x="7894650" y="5579515"/>
            <a:ext cx="1590873" cy="263918"/>
          </a:xfrm>
          <a:prstGeom prst="rect">
            <a:avLst/>
          </a:prstGeom>
          <a:noFill/>
        </p:spPr>
        <p:txBody>
          <a:bodyPr wrap="square" lIns="0" tIns="0" rIns="0" bIns="0" rtlCol="0">
            <a:spAutoFit/>
          </a:bodyPr>
          <a:lstStyle/>
          <a:p>
            <a:r>
              <a:rPr lang="en-US" altLang="zh-CN" sz="1715" b="1" dirty="0">
                <a:solidFill>
                  <a:schemeClr val="tx1">
                    <a:lumMod val="75000"/>
                    <a:lumOff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ENTER TITLE</a:t>
            </a:r>
            <a:endParaRPr lang="zh-CN" altLang="en-US" sz="1715" b="1" dirty="0">
              <a:solidFill>
                <a:schemeClr val="tx1">
                  <a:lumMod val="75000"/>
                  <a:lumOff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9" name="TextBox 55">
            <a:extLst>
              <a:ext uri="{FF2B5EF4-FFF2-40B4-BE49-F238E27FC236}">
                <a16:creationId xmlns:a16="http://schemas.microsoft.com/office/drawing/2014/main" id="{AF3C17B4-E9D1-D649-B626-87DEFBB7C966}"/>
              </a:ext>
            </a:extLst>
          </p:cNvPr>
          <p:cNvSpPr txBox="1"/>
          <p:nvPr/>
        </p:nvSpPr>
        <p:spPr>
          <a:xfrm>
            <a:off x="7894650" y="5151138"/>
            <a:ext cx="1590873" cy="263918"/>
          </a:xfrm>
          <a:prstGeom prst="rect">
            <a:avLst/>
          </a:prstGeom>
          <a:noFill/>
        </p:spPr>
        <p:txBody>
          <a:bodyPr wrap="square" lIns="0" tIns="0" rIns="0" bIns="0" rtlCol="0">
            <a:spAutoFit/>
          </a:bodyPr>
          <a:lstStyle/>
          <a:p>
            <a:r>
              <a:rPr lang="en-US" altLang="zh-CN" sz="1715" b="1" dirty="0">
                <a:solidFill>
                  <a:schemeClr val="tx1">
                    <a:lumMod val="75000"/>
                    <a:lumOff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ENTER TITLE</a:t>
            </a:r>
            <a:endParaRPr lang="zh-CN" altLang="en-US" sz="1715" b="1" dirty="0">
              <a:solidFill>
                <a:schemeClr val="tx1">
                  <a:lumMod val="75000"/>
                  <a:lumOff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0" name="TextBox 9">
            <a:extLst>
              <a:ext uri="{FF2B5EF4-FFF2-40B4-BE49-F238E27FC236}">
                <a16:creationId xmlns:a16="http://schemas.microsoft.com/office/drawing/2014/main" id="{7CD2A13E-0AC6-034F-BC8B-7BE4C5E73206}"/>
              </a:ext>
            </a:extLst>
          </p:cNvPr>
          <p:cNvSpPr txBox="1">
            <a:spLocks noChangeArrowheads="1"/>
          </p:cNvSpPr>
          <p:nvPr/>
        </p:nvSpPr>
        <p:spPr bwMode="auto">
          <a:xfrm>
            <a:off x="1758608" y="2437675"/>
            <a:ext cx="88646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lang="en-US" altLang="zh-CN" sz="3200" b="1"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53%</a:t>
            </a:r>
            <a:endParaRPr lang="zh-CN" altLang="en-US" sz="3200" b="1"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1" name="TextBox 9">
            <a:extLst>
              <a:ext uri="{FF2B5EF4-FFF2-40B4-BE49-F238E27FC236}">
                <a16:creationId xmlns:a16="http://schemas.microsoft.com/office/drawing/2014/main" id="{08BDA737-0F58-3840-8BF9-2EA2C68B3B50}"/>
              </a:ext>
            </a:extLst>
          </p:cNvPr>
          <p:cNvSpPr txBox="1">
            <a:spLocks noChangeArrowheads="1"/>
          </p:cNvSpPr>
          <p:nvPr/>
        </p:nvSpPr>
        <p:spPr bwMode="auto">
          <a:xfrm>
            <a:off x="3106960" y="3317031"/>
            <a:ext cx="88646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lang="en-US" altLang="zh-CN" sz="3200" b="1"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72%</a:t>
            </a:r>
            <a:endParaRPr lang="zh-CN" altLang="en-US" sz="3200" b="1"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2" name="TextBox 9">
            <a:extLst>
              <a:ext uri="{FF2B5EF4-FFF2-40B4-BE49-F238E27FC236}">
                <a16:creationId xmlns:a16="http://schemas.microsoft.com/office/drawing/2014/main" id="{2CF6321E-AA2C-F646-A58D-BE6B17842673}"/>
              </a:ext>
            </a:extLst>
          </p:cNvPr>
          <p:cNvSpPr txBox="1">
            <a:spLocks noChangeArrowheads="1"/>
          </p:cNvSpPr>
          <p:nvPr/>
        </p:nvSpPr>
        <p:spPr bwMode="auto">
          <a:xfrm>
            <a:off x="4467390" y="2882258"/>
            <a:ext cx="88646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lang="en-US" altLang="zh-CN" sz="3200" b="1"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60%</a:t>
            </a:r>
            <a:endParaRPr lang="zh-CN" altLang="en-US" sz="3200" b="1"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3" name="TextBox 9">
            <a:extLst>
              <a:ext uri="{FF2B5EF4-FFF2-40B4-BE49-F238E27FC236}">
                <a16:creationId xmlns:a16="http://schemas.microsoft.com/office/drawing/2014/main" id="{4048B4FA-EF3B-644A-9DD5-DC7E11DAEF88}"/>
              </a:ext>
            </a:extLst>
          </p:cNvPr>
          <p:cNvSpPr txBox="1">
            <a:spLocks noChangeArrowheads="1"/>
          </p:cNvSpPr>
          <p:nvPr/>
        </p:nvSpPr>
        <p:spPr bwMode="auto">
          <a:xfrm>
            <a:off x="5835128" y="1948987"/>
            <a:ext cx="88646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lang="en-US" altLang="zh-CN" sz="3200" b="1"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90%</a:t>
            </a:r>
            <a:endParaRPr lang="zh-CN" altLang="en-US" sz="3200" b="1"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7" name="TextBox 12">
            <a:extLst>
              <a:ext uri="{FF2B5EF4-FFF2-40B4-BE49-F238E27FC236}">
                <a16:creationId xmlns:a16="http://schemas.microsoft.com/office/drawing/2014/main" id="{B75409F0-13CA-D24E-8317-2A146EA718FB}"/>
              </a:ext>
            </a:extLst>
          </p:cNvPr>
          <p:cNvSpPr txBox="1"/>
          <p:nvPr/>
        </p:nvSpPr>
        <p:spPr>
          <a:xfrm>
            <a:off x="2735847" y="5806568"/>
            <a:ext cx="1543647" cy="276999"/>
          </a:xfrm>
          <a:prstGeom prst="rect">
            <a:avLst/>
          </a:prstGeom>
          <a:noFill/>
        </p:spPr>
        <p:txBody>
          <a:bodyPr wrap="square" rtlCol="0">
            <a:spAutoFit/>
          </a:bodyPr>
          <a:lstStyle/>
          <a:p>
            <a:pPr algn="ctr"/>
            <a:r>
              <a:rPr lang="en-US" altLang="zh-CN" sz="1200"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2th.QUARTER</a:t>
            </a:r>
            <a:endParaRPr lang="zh-CN" altLang="en-US" sz="1200"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8" name="TextBox 12">
            <a:extLst>
              <a:ext uri="{FF2B5EF4-FFF2-40B4-BE49-F238E27FC236}">
                <a16:creationId xmlns:a16="http://schemas.microsoft.com/office/drawing/2014/main" id="{B75409F0-13CA-D24E-8317-2A146EA718FB}"/>
              </a:ext>
            </a:extLst>
          </p:cNvPr>
          <p:cNvSpPr txBox="1"/>
          <p:nvPr/>
        </p:nvSpPr>
        <p:spPr>
          <a:xfrm>
            <a:off x="4099033" y="5806568"/>
            <a:ext cx="1543647" cy="276999"/>
          </a:xfrm>
          <a:prstGeom prst="rect">
            <a:avLst/>
          </a:prstGeom>
          <a:noFill/>
        </p:spPr>
        <p:txBody>
          <a:bodyPr wrap="square" rtlCol="0">
            <a:spAutoFit/>
          </a:bodyPr>
          <a:lstStyle/>
          <a:p>
            <a:pPr algn="ctr"/>
            <a:r>
              <a:rPr lang="en-US" altLang="zh-CN" sz="1200"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3th.QUARTER</a:t>
            </a:r>
            <a:endParaRPr lang="zh-CN" altLang="en-US" sz="1200"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9" name="TextBox 12">
            <a:extLst>
              <a:ext uri="{FF2B5EF4-FFF2-40B4-BE49-F238E27FC236}">
                <a16:creationId xmlns:a16="http://schemas.microsoft.com/office/drawing/2014/main" id="{B75409F0-13CA-D24E-8317-2A146EA718FB}"/>
              </a:ext>
            </a:extLst>
          </p:cNvPr>
          <p:cNvSpPr txBox="1"/>
          <p:nvPr/>
        </p:nvSpPr>
        <p:spPr>
          <a:xfrm>
            <a:off x="5462219" y="5806568"/>
            <a:ext cx="1543647" cy="276999"/>
          </a:xfrm>
          <a:prstGeom prst="rect">
            <a:avLst/>
          </a:prstGeom>
          <a:noFill/>
        </p:spPr>
        <p:txBody>
          <a:bodyPr wrap="square" rtlCol="0">
            <a:spAutoFit/>
          </a:bodyPr>
          <a:lstStyle/>
          <a:p>
            <a:pPr algn="ctr"/>
            <a:r>
              <a:rPr lang="en-US" altLang="zh-CN" sz="1200"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4th.QUARTER</a:t>
            </a:r>
            <a:endParaRPr lang="zh-CN" altLang="en-US" sz="1200" dirty="0">
              <a:solidFill>
                <a:schemeClr val="bg2">
                  <a:lumMod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44" name="Group 2_1">
            <a:extLst>
              <a:ext uri="{FF2B5EF4-FFF2-40B4-BE49-F238E27FC236}">
                <a16:creationId xmlns:a16="http://schemas.microsoft.com/office/drawing/2014/main" id="{F9D4851B-9065-4157-BF5C-25EE7D5113E8}"/>
              </a:ext>
            </a:extLst>
          </p:cNvPr>
          <p:cNvGrpSpPr/>
          <p:nvPr/>
        </p:nvGrpSpPr>
        <p:grpSpPr>
          <a:xfrm>
            <a:off x="0" y="0"/>
            <a:ext cx="1751115" cy="1097152"/>
            <a:chOff x="0" y="0"/>
            <a:chExt cx="1751115" cy="1097152"/>
          </a:xfrm>
        </p:grpSpPr>
        <p:grpSp>
          <p:nvGrpSpPr>
            <p:cNvPr id="45" name="组合 44">
              <a:extLst>
                <a:ext uri="{FF2B5EF4-FFF2-40B4-BE49-F238E27FC236}">
                  <a16:creationId xmlns:a16="http://schemas.microsoft.com/office/drawing/2014/main" id="{A112A90B-33A9-4C9C-BED9-0CC070F6BD5F}"/>
                </a:ext>
              </a:extLst>
            </p:cNvPr>
            <p:cNvGrpSpPr/>
            <p:nvPr/>
          </p:nvGrpSpPr>
          <p:grpSpPr>
            <a:xfrm>
              <a:off x="0" y="0"/>
              <a:ext cx="1751115" cy="1097152"/>
              <a:chOff x="-1832690" y="-1312191"/>
              <a:chExt cx="4302458" cy="3292533"/>
            </a:xfrm>
          </p:grpSpPr>
          <p:pic>
            <p:nvPicPr>
              <p:cNvPr id="50" name="PA-图片 2">
                <a:extLst>
                  <a:ext uri="{FF2B5EF4-FFF2-40B4-BE49-F238E27FC236}">
                    <a16:creationId xmlns:a16="http://schemas.microsoft.com/office/drawing/2014/main" id="{A5DC4CBC-DBA6-4E32-8563-94EB6F865C84}"/>
                  </a:ext>
                </a:extLst>
              </p:cNvPr>
              <p:cNvPicPr>
                <a:picLocks noChangeAspect="1"/>
              </p:cNvPicPr>
              <p:nvPr>
                <p:custDataLst>
                  <p:tags r:id="rId2"/>
                </p:custDataLst>
              </p:nvPr>
            </p:nvPicPr>
            <p:blipFill rotWithShape="1">
              <a:blip r:embed="rId6" cstate="print">
                <a:extLst>
                  <a:ext uri="{28A0092B-C50C-407E-A947-70E740481C1C}">
                    <a14:useLocalDpi xmlns:a14="http://schemas.microsoft.com/office/drawing/2010/main" val="0"/>
                  </a:ext>
                </a:extLst>
              </a:blip>
              <a:srcRect l="15664" t="61151"/>
              <a:stretch/>
            </p:blipFill>
            <p:spPr>
              <a:xfrm>
                <a:off x="-1832690" y="-1312191"/>
                <a:ext cx="4302458" cy="2664265"/>
              </a:xfrm>
              <a:prstGeom prst="rect">
                <a:avLst/>
              </a:prstGeom>
            </p:spPr>
          </p:pic>
          <p:pic>
            <p:nvPicPr>
              <p:cNvPr id="51" name="PA-图片 7">
                <a:extLst>
                  <a:ext uri="{FF2B5EF4-FFF2-40B4-BE49-F238E27FC236}">
                    <a16:creationId xmlns:a16="http://schemas.microsoft.com/office/drawing/2014/main" id="{819B8BB4-7892-46DF-B46F-CF723FD06A64}"/>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975373" y="1127025"/>
                <a:ext cx="775743" cy="853317"/>
              </a:xfrm>
              <a:prstGeom prst="rect">
                <a:avLst/>
              </a:prstGeom>
            </p:spPr>
          </p:pic>
        </p:grpSp>
        <p:sp>
          <p:nvSpPr>
            <p:cNvPr id="46" name="PA-矩形8435759">
              <a:extLst>
                <a:ext uri="{FF2B5EF4-FFF2-40B4-BE49-F238E27FC236}">
                  <a16:creationId xmlns:a16="http://schemas.microsoft.com/office/drawing/2014/main" id="{81637244-6CBC-4230-8117-553950659048}"/>
                </a:ext>
              </a:extLst>
            </p:cNvPr>
            <p:cNvSpPr/>
            <p:nvPr>
              <p:custDataLst>
                <p:tags r:id="rId1"/>
              </p:custDataLst>
            </p:nvPr>
          </p:nvSpPr>
          <p:spPr>
            <a:xfrm>
              <a:off x="60033" y="136009"/>
              <a:ext cx="1398588" cy="400110"/>
            </a:xfrm>
            <a:prstGeom prst="rect">
              <a:avLst/>
            </a:prstGeom>
          </p:spPr>
          <p:txBody>
            <a:bodyPr wrap="none">
              <a:spAutoFit/>
            </a:bodyPr>
            <a:lstStyle/>
            <a:p>
              <a:r>
                <a:rPr lang="en-US" altLang="zh-CN" sz="2000" dirty="0">
                  <a:latin typeface="思源黑体 CN Medium" panose="020B0600000000000000" pitchFamily="34" charset="-122"/>
                  <a:ea typeface="思源黑体 CN Medium" panose="020B0600000000000000" pitchFamily="34" charset="-122"/>
                  <a:sym typeface="思源黑体" panose="020B0400000000000000" pitchFamily="34" charset="-122"/>
                </a:rPr>
                <a:t>Enter title</a:t>
              </a:r>
              <a:endParaRPr lang="zh-CN" altLang="en-US" sz="2000" dirty="0">
                <a:latin typeface="思源黑体 CN Medium" panose="020B0600000000000000" pitchFamily="34" charset="-122"/>
                <a:ea typeface="思源黑体 CN Medium" panose="020B0600000000000000" pitchFamily="34" charset="-122"/>
              </a:endParaRPr>
            </a:p>
          </p:txBody>
        </p:sp>
      </p:grpSp>
    </p:spTree>
    <p:extLst>
      <p:ext uri="{BB962C8B-B14F-4D97-AF65-F5344CB8AC3E}">
        <p14:creationId xmlns:p14="http://schemas.microsoft.com/office/powerpoint/2010/main" val="3573390468"/>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1000"/>
                                        <p:tgtEl>
                                          <p:spTgt spid="32"/>
                                        </p:tgtEl>
                                      </p:cBhvr>
                                    </p:animEffect>
                                    <p:anim calcmode="lin" valueType="num">
                                      <p:cBhvr>
                                        <p:cTn id="8" dur="1000" fill="hold"/>
                                        <p:tgtEl>
                                          <p:spTgt spid="32"/>
                                        </p:tgtEl>
                                        <p:attrNameLst>
                                          <p:attrName>ppt_x</p:attrName>
                                        </p:attrNameLst>
                                      </p:cBhvr>
                                      <p:tavLst>
                                        <p:tav tm="0">
                                          <p:val>
                                            <p:strVal val="#ppt_x"/>
                                          </p:val>
                                        </p:tav>
                                        <p:tav tm="100000">
                                          <p:val>
                                            <p:strVal val="#ppt_x"/>
                                          </p:val>
                                        </p:tav>
                                      </p:tavLst>
                                    </p:anim>
                                    <p:anim calcmode="lin" valueType="num">
                                      <p:cBhvr>
                                        <p:cTn id="9" dur="1000" fill="hold"/>
                                        <p:tgtEl>
                                          <p:spTgt spid="3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1000"/>
                                        <p:tgtEl>
                                          <p:spTgt spid="30"/>
                                        </p:tgtEl>
                                      </p:cBhvr>
                                    </p:animEffect>
                                    <p:anim calcmode="lin" valueType="num">
                                      <p:cBhvr>
                                        <p:cTn id="13" dur="1000" fill="hold"/>
                                        <p:tgtEl>
                                          <p:spTgt spid="30"/>
                                        </p:tgtEl>
                                        <p:attrNameLst>
                                          <p:attrName>ppt_x</p:attrName>
                                        </p:attrNameLst>
                                      </p:cBhvr>
                                      <p:tavLst>
                                        <p:tav tm="0">
                                          <p:val>
                                            <p:strVal val="#ppt_x"/>
                                          </p:val>
                                        </p:tav>
                                        <p:tav tm="100000">
                                          <p:val>
                                            <p:strVal val="#ppt_x"/>
                                          </p:val>
                                        </p:tav>
                                      </p:tavLst>
                                    </p:anim>
                                    <p:anim calcmode="lin" valueType="num">
                                      <p:cBhvr>
                                        <p:cTn id="14" dur="1000" fill="hold"/>
                                        <p:tgtEl>
                                          <p:spTgt spid="3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1000"/>
                                        <p:tgtEl>
                                          <p:spTgt spid="28"/>
                                        </p:tgtEl>
                                      </p:cBhvr>
                                    </p:animEffect>
                                    <p:anim calcmode="lin" valueType="num">
                                      <p:cBhvr>
                                        <p:cTn id="18" dur="1000" fill="hold"/>
                                        <p:tgtEl>
                                          <p:spTgt spid="28"/>
                                        </p:tgtEl>
                                        <p:attrNameLst>
                                          <p:attrName>ppt_x</p:attrName>
                                        </p:attrNameLst>
                                      </p:cBhvr>
                                      <p:tavLst>
                                        <p:tav tm="0">
                                          <p:val>
                                            <p:strVal val="#ppt_x"/>
                                          </p:val>
                                        </p:tav>
                                        <p:tav tm="100000">
                                          <p:val>
                                            <p:strVal val="#ppt_x"/>
                                          </p:val>
                                        </p:tav>
                                      </p:tavLst>
                                    </p:anim>
                                    <p:anim calcmode="lin" valueType="num">
                                      <p:cBhvr>
                                        <p:cTn id="19" dur="1000" fill="hold"/>
                                        <p:tgtEl>
                                          <p:spTgt spid="2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1000"/>
                                        <p:tgtEl>
                                          <p:spTgt spid="26"/>
                                        </p:tgtEl>
                                      </p:cBhvr>
                                    </p:animEffect>
                                    <p:anim calcmode="lin" valueType="num">
                                      <p:cBhvr>
                                        <p:cTn id="23" dur="1000" fill="hold"/>
                                        <p:tgtEl>
                                          <p:spTgt spid="26"/>
                                        </p:tgtEl>
                                        <p:attrNameLst>
                                          <p:attrName>ppt_x</p:attrName>
                                        </p:attrNameLst>
                                      </p:cBhvr>
                                      <p:tavLst>
                                        <p:tav tm="0">
                                          <p:val>
                                            <p:strVal val="#ppt_x"/>
                                          </p:val>
                                        </p:tav>
                                        <p:tav tm="100000">
                                          <p:val>
                                            <p:strVal val="#ppt_x"/>
                                          </p:val>
                                        </p:tav>
                                      </p:tavLst>
                                    </p:anim>
                                    <p:anim calcmode="lin" valueType="num">
                                      <p:cBhvr>
                                        <p:cTn id="24" dur="1000" fill="hold"/>
                                        <p:tgtEl>
                                          <p:spTgt spid="2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fade">
                                      <p:cBhvr>
                                        <p:cTn id="27" dur="1000"/>
                                        <p:tgtEl>
                                          <p:spTgt spid="40"/>
                                        </p:tgtEl>
                                      </p:cBhvr>
                                    </p:animEffect>
                                    <p:anim calcmode="lin" valueType="num">
                                      <p:cBhvr>
                                        <p:cTn id="28" dur="1000" fill="hold"/>
                                        <p:tgtEl>
                                          <p:spTgt spid="40"/>
                                        </p:tgtEl>
                                        <p:attrNameLst>
                                          <p:attrName>ppt_x</p:attrName>
                                        </p:attrNameLst>
                                      </p:cBhvr>
                                      <p:tavLst>
                                        <p:tav tm="0">
                                          <p:val>
                                            <p:strVal val="#ppt_x"/>
                                          </p:val>
                                        </p:tav>
                                        <p:tav tm="100000">
                                          <p:val>
                                            <p:strVal val="#ppt_x"/>
                                          </p:val>
                                        </p:tav>
                                      </p:tavLst>
                                    </p:anim>
                                    <p:anim calcmode="lin" valueType="num">
                                      <p:cBhvr>
                                        <p:cTn id="29" dur="1000" fill="hold"/>
                                        <p:tgtEl>
                                          <p:spTgt spid="40"/>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fade">
                                      <p:cBhvr>
                                        <p:cTn id="32" dur="1000"/>
                                        <p:tgtEl>
                                          <p:spTgt spid="41"/>
                                        </p:tgtEl>
                                      </p:cBhvr>
                                    </p:animEffect>
                                    <p:anim calcmode="lin" valueType="num">
                                      <p:cBhvr>
                                        <p:cTn id="33" dur="1000" fill="hold"/>
                                        <p:tgtEl>
                                          <p:spTgt spid="41"/>
                                        </p:tgtEl>
                                        <p:attrNameLst>
                                          <p:attrName>ppt_x</p:attrName>
                                        </p:attrNameLst>
                                      </p:cBhvr>
                                      <p:tavLst>
                                        <p:tav tm="0">
                                          <p:val>
                                            <p:strVal val="#ppt_x"/>
                                          </p:val>
                                        </p:tav>
                                        <p:tav tm="100000">
                                          <p:val>
                                            <p:strVal val="#ppt_x"/>
                                          </p:val>
                                        </p:tav>
                                      </p:tavLst>
                                    </p:anim>
                                    <p:anim calcmode="lin" valueType="num">
                                      <p:cBhvr>
                                        <p:cTn id="34" dur="1000" fill="hold"/>
                                        <p:tgtEl>
                                          <p:spTgt spid="41"/>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animEffect transition="in" filter="fade">
                                      <p:cBhvr>
                                        <p:cTn id="37" dur="1000"/>
                                        <p:tgtEl>
                                          <p:spTgt spid="42"/>
                                        </p:tgtEl>
                                      </p:cBhvr>
                                    </p:animEffect>
                                    <p:anim calcmode="lin" valueType="num">
                                      <p:cBhvr>
                                        <p:cTn id="38" dur="1000" fill="hold"/>
                                        <p:tgtEl>
                                          <p:spTgt spid="42"/>
                                        </p:tgtEl>
                                        <p:attrNameLst>
                                          <p:attrName>ppt_x</p:attrName>
                                        </p:attrNameLst>
                                      </p:cBhvr>
                                      <p:tavLst>
                                        <p:tav tm="0">
                                          <p:val>
                                            <p:strVal val="#ppt_x"/>
                                          </p:val>
                                        </p:tav>
                                        <p:tav tm="100000">
                                          <p:val>
                                            <p:strVal val="#ppt_x"/>
                                          </p:val>
                                        </p:tav>
                                      </p:tavLst>
                                    </p:anim>
                                    <p:anim calcmode="lin" valueType="num">
                                      <p:cBhvr>
                                        <p:cTn id="39" dur="1000" fill="hold"/>
                                        <p:tgtEl>
                                          <p:spTgt spid="42"/>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1000"/>
                                        <p:tgtEl>
                                          <p:spTgt spid="43"/>
                                        </p:tgtEl>
                                      </p:cBhvr>
                                    </p:animEffect>
                                    <p:anim calcmode="lin" valueType="num">
                                      <p:cBhvr>
                                        <p:cTn id="43" dur="1000" fill="hold"/>
                                        <p:tgtEl>
                                          <p:spTgt spid="43"/>
                                        </p:tgtEl>
                                        <p:attrNameLst>
                                          <p:attrName>ppt_x</p:attrName>
                                        </p:attrNameLst>
                                      </p:cBhvr>
                                      <p:tavLst>
                                        <p:tav tm="0">
                                          <p:val>
                                            <p:strVal val="#ppt_x"/>
                                          </p:val>
                                        </p:tav>
                                        <p:tav tm="100000">
                                          <p:val>
                                            <p:strVal val="#ppt_x"/>
                                          </p:val>
                                        </p:tav>
                                      </p:tavLst>
                                    </p:anim>
                                    <p:anim calcmode="lin" valueType="num">
                                      <p:cBhvr>
                                        <p:cTn id="44"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fade">
                                      <p:cBhvr>
                                        <p:cTn id="49" dur="1000"/>
                                        <p:tgtEl>
                                          <p:spTgt spid="33"/>
                                        </p:tgtEl>
                                      </p:cBhvr>
                                    </p:animEffect>
                                    <p:anim calcmode="lin" valueType="num">
                                      <p:cBhvr>
                                        <p:cTn id="50" dur="1000" fill="hold"/>
                                        <p:tgtEl>
                                          <p:spTgt spid="33"/>
                                        </p:tgtEl>
                                        <p:attrNameLst>
                                          <p:attrName>ppt_x</p:attrName>
                                        </p:attrNameLst>
                                      </p:cBhvr>
                                      <p:tavLst>
                                        <p:tav tm="0">
                                          <p:val>
                                            <p:strVal val="#ppt_x"/>
                                          </p:val>
                                        </p:tav>
                                        <p:tav tm="100000">
                                          <p:val>
                                            <p:strVal val="#ppt_x"/>
                                          </p:val>
                                        </p:tav>
                                      </p:tavLst>
                                    </p:anim>
                                    <p:anim calcmode="lin" valueType="num">
                                      <p:cBhvr>
                                        <p:cTn id="51" dur="1000" fill="hold"/>
                                        <p:tgtEl>
                                          <p:spTgt spid="33"/>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fade">
                                      <p:cBhvr>
                                        <p:cTn id="54" dur="1000"/>
                                        <p:tgtEl>
                                          <p:spTgt spid="35"/>
                                        </p:tgtEl>
                                      </p:cBhvr>
                                    </p:animEffect>
                                    <p:anim calcmode="lin" valueType="num">
                                      <p:cBhvr>
                                        <p:cTn id="55" dur="1000" fill="hold"/>
                                        <p:tgtEl>
                                          <p:spTgt spid="35"/>
                                        </p:tgtEl>
                                        <p:attrNameLst>
                                          <p:attrName>ppt_x</p:attrName>
                                        </p:attrNameLst>
                                      </p:cBhvr>
                                      <p:tavLst>
                                        <p:tav tm="0">
                                          <p:val>
                                            <p:strVal val="#ppt_x"/>
                                          </p:val>
                                        </p:tav>
                                        <p:tav tm="100000">
                                          <p:val>
                                            <p:strVal val="#ppt_x"/>
                                          </p:val>
                                        </p:tav>
                                      </p:tavLst>
                                    </p:anim>
                                    <p:anim calcmode="lin" valueType="num">
                                      <p:cBhvr>
                                        <p:cTn id="56" dur="1000" fill="hold"/>
                                        <p:tgtEl>
                                          <p:spTgt spid="35"/>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1000"/>
                                        <p:tgtEl>
                                          <p:spTgt spid="34"/>
                                        </p:tgtEl>
                                      </p:cBhvr>
                                    </p:animEffect>
                                    <p:anim calcmode="lin" valueType="num">
                                      <p:cBhvr>
                                        <p:cTn id="60" dur="1000" fill="hold"/>
                                        <p:tgtEl>
                                          <p:spTgt spid="34"/>
                                        </p:tgtEl>
                                        <p:attrNameLst>
                                          <p:attrName>ppt_x</p:attrName>
                                        </p:attrNameLst>
                                      </p:cBhvr>
                                      <p:tavLst>
                                        <p:tav tm="0">
                                          <p:val>
                                            <p:strVal val="#ppt_x"/>
                                          </p:val>
                                        </p:tav>
                                        <p:tav tm="100000">
                                          <p:val>
                                            <p:strVal val="#ppt_x"/>
                                          </p:val>
                                        </p:tav>
                                      </p:tavLst>
                                    </p:anim>
                                    <p:anim calcmode="lin" valueType="num">
                                      <p:cBhvr>
                                        <p:cTn id="61"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animBg="1"/>
      <p:bldP spid="30" grpId="0" animBg="1"/>
      <p:bldP spid="32" grpId="0" animBg="1"/>
      <p:bldP spid="33" grpId="0"/>
      <p:bldP spid="34" grpId="0"/>
      <p:bldP spid="35" grpId="0"/>
      <p:bldP spid="40" grpId="0"/>
      <p:bldP spid="41" grpId="0"/>
      <p:bldP spid="42" grpId="0"/>
      <p:bldP spid="4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2773515" y="3352124"/>
            <a:ext cx="1866254" cy="1920733"/>
          </a:xfrm>
          <a:prstGeom prst="line">
            <a:avLst/>
          </a:prstGeom>
          <a:noFill/>
          <a:ln w="9525">
            <a:solidFill>
              <a:srgbClr val="626262"/>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16" name="直接连接符 15"/>
          <p:cNvCxnSpPr/>
          <p:nvPr/>
        </p:nvCxnSpPr>
        <p:spPr>
          <a:xfrm flipH="1" flipV="1">
            <a:off x="4622803" y="3354143"/>
            <a:ext cx="2481288" cy="878737"/>
          </a:xfrm>
          <a:prstGeom prst="line">
            <a:avLst/>
          </a:prstGeom>
          <a:noFill/>
          <a:ln w="9525">
            <a:solidFill>
              <a:srgbClr val="626262"/>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19" name="直接连接符 18"/>
          <p:cNvCxnSpPr/>
          <p:nvPr/>
        </p:nvCxnSpPr>
        <p:spPr>
          <a:xfrm flipH="1">
            <a:off x="7104088" y="2193744"/>
            <a:ext cx="2240396" cy="2034916"/>
          </a:xfrm>
          <a:prstGeom prst="line">
            <a:avLst/>
          </a:prstGeom>
          <a:noFill/>
          <a:ln w="9525">
            <a:solidFill>
              <a:srgbClr val="626262"/>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sp>
        <p:nvSpPr>
          <p:cNvPr id="3" name="椭圆 2"/>
          <p:cNvSpPr/>
          <p:nvPr/>
        </p:nvSpPr>
        <p:spPr>
          <a:xfrm>
            <a:off x="2255575" y="4754920"/>
            <a:ext cx="1035877" cy="1035877"/>
          </a:xfrm>
          <a:prstGeom prst="ellipse">
            <a:avLst/>
          </a:prstGeom>
          <a:solidFill>
            <a:schemeClr val="accent1"/>
          </a:solidFill>
          <a:ln w="25400">
            <a:no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87" tIns="60943" rIns="121887" bIns="60943" rtlCol="0" anchor="ctr"/>
          <a:lstStyle/>
          <a:p>
            <a:pPr algn="ctr" defTabSz="1218565"/>
            <a:endParaRPr lang="zh-CN" altLang="en-US" sz="2100">
              <a:solidFill>
                <a:prstClr val="white"/>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4" name="椭圆 3"/>
          <p:cNvSpPr/>
          <p:nvPr/>
        </p:nvSpPr>
        <p:spPr>
          <a:xfrm>
            <a:off x="3958065" y="2670421"/>
            <a:ext cx="1363403" cy="1363403"/>
          </a:xfrm>
          <a:prstGeom prst="ellipse">
            <a:avLst/>
          </a:prstGeom>
          <a:solidFill>
            <a:schemeClr val="accent2"/>
          </a:solidFill>
          <a:ln w="25400">
            <a:no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87" tIns="60943" rIns="121887" bIns="60943" rtlCol="0" anchor="ctr"/>
          <a:lstStyle/>
          <a:p>
            <a:pPr algn="ctr" defTabSz="1218565"/>
            <a:endParaRPr lang="zh-CN" altLang="en-US" sz="2100">
              <a:solidFill>
                <a:prstClr val="white"/>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5" name="椭圆 4"/>
          <p:cNvSpPr/>
          <p:nvPr/>
        </p:nvSpPr>
        <p:spPr>
          <a:xfrm>
            <a:off x="6288022" y="3396805"/>
            <a:ext cx="1556883" cy="1556883"/>
          </a:xfrm>
          <a:prstGeom prst="ellipse">
            <a:avLst/>
          </a:prstGeom>
          <a:solidFill>
            <a:schemeClr val="accent1"/>
          </a:solidFill>
          <a:ln w="25400">
            <a:no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87" tIns="60943" rIns="121887" bIns="60943" rtlCol="0" anchor="ctr"/>
          <a:lstStyle/>
          <a:p>
            <a:pPr algn="ctr" defTabSz="1218565"/>
            <a:endParaRPr lang="zh-CN" altLang="en-US" sz="2100">
              <a:solidFill>
                <a:prstClr val="white"/>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6" name="椭圆 5"/>
          <p:cNvSpPr/>
          <p:nvPr/>
        </p:nvSpPr>
        <p:spPr>
          <a:xfrm>
            <a:off x="8400256" y="1757581"/>
            <a:ext cx="1315368" cy="1315368"/>
          </a:xfrm>
          <a:prstGeom prst="ellipse">
            <a:avLst/>
          </a:prstGeom>
          <a:solidFill>
            <a:schemeClr val="accent2"/>
          </a:solidFill>
          <a:ln w="25400">
            <a:no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87" tIns="60943" rIns="121887" bIns="60943" rtlCol="0" anchor="ctr"/>
          <a:lstStyle/>
          <a:p>
            <a:pPr algn="ctr" defTabSz="1218565"/>
            <a:endParaRPr lang="zh-CN" altLang="en-US" sz="2100">
              <a:solidFill>
                <a:prstClr val="white"/>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46" name="矩形 45"/>
          <p:cNvSpPr/>
          <p:nvPr/>
        </p:nvSpPr>
        <p:spPr>
          <a:xfrm>
            <a:off x="3599724" y="5214228"/>
            <a:ext cx="2873799" cy="1059936"/>
          </a:xfrm>
          <a:prstGeom prst="rect">
            <a:avLst/>
          </a:prstGeom>
        </p:spPr>
        <p:txBody>
          <a:bodyPr wrap="square" lIns="121887" tIns="60943" rIns="121887" bIns="60943">
            <a:spAutoFit/>
          </a:bodyPr>
          <a:lstStyle/>
          <a:p>
            <a:pPr>
              <a:lnSpc>
                <a:spcPct val="130000"/>
              </a:lnSpc>
            </a:pPr>
            <a:r>
              <a:rPr lang="zh-CN" altLang="zh-CN" sz="1200" dirty="0">
                <a:solidFill>
                  <a:schemeClr val="dk1">
                    <a:lumMod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请在此添加您的文字内容，请在此添加您的文字内容。请在此添加您的文字内容，请在此添加您的文字内容。</a:t>
            </a:r>
          </a:p>
          <a:p>
            <a:pPr>
              <a:lnSpc>
                <a:spcPct val="130000"/>
              </a:lnSpc>
            </a:pPr>
            <a:endParaRPr lang="zh-CN" altLang="zh-CN" sz="1200" dirty="0">
              <a:solidFill>
                <a:schemeClr val="dk1">
                  <a:lumMod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47" name="矩形 46"/>
          <p:cNvSpPr/>
          <p:nvPr/>
        </p:nvSpPr>
        <p:spPr>
          <a:xfrm>
            <a:off x="3668364" y="4869619"/>
            <a:ext cx="2318088" cy="492408"/>
          </a:xfrm>
          <a:prstGeom prst="rect">
            <a:avLst/>
          </a:prstGeom>
        </p:spPr>
        <p:txBody>
          <a:bodyPr wrap="square" lIns="121887" tIns="60943" rIns="121887" bIns="60943">
            <a:spAutoFit/>
          </a:bodyPr>
          <a:lstStyle/>
          <a:p>
            <a:r>
              <a:rPr lang="zh-CN" altLang="en-US" sz="2400" b="1" dirty="0">
                <a:solidFill>
                  <a:schemeClr val="dk1"/>
                </a:solidFill>
                <a:latin typeface="思源黑体 CN Regular" panose="020B0500000000000000" pitchFamily="34" charset="-122"/>
                <a:ea typeface="思源黑体 CN Regular" panose="020B0500000000000000" pitchFamily="34" charset="-122"/>
                <a:cs typeface="Helvetica"/>
                <a:sym typeface="思源黑体 CN Regular" panose="020B0500000000000000" pitchFamily="34" charset="-122"/>
              </a:rPr>
              <a:t>添加标题</a:t>
            </a:r>
          </a:p>
        </p:txBody>
      </p:sp>
      <p:sp>
        <p:nvSpPr>
          <p:cNvPr id="49" name="矩形 48"/>
          <p:cNvSpPr/>
          <p:nvPr/>
        </p:nvSpPr>
        <p:spPr>
          <a:xfrm>
            <a:off x="1638308" y="2735435"/>
            <a:ext cx="2318088" cy="492408"/>
          </a:xfrm>
          <a:prstGeom prst="rect">
            <a:avLst/>
          </a:prstGeom>
        </p:spPr>
        <p:txBody>
          <a:bodyPr wrap="square" lIns="121887" tIns="60943" rIns="121887" bIns="60943">
            <a:spAutoFit/>
          </a:bodyPr>
          <a:lstStyle/>
          <a:p>
            <a:pPr algn="r"/>
            <a:r>
              <a:rPr lang="zh-CN" altLang="en-US" sz="2400" b="1" dirty="0">
                <a:solidFill>
                  <a:schemeClr val="dk1"/>
                </a:solidFill>
                <a:latin typeface="思源黑体 CN Regular" panose="020B0500000000000000" pitchFamily="34" charset="-122"/>
                <a:ea typeface="思源黑体 CN Regular" panose="020B0500000000000000" pitchFamily="34" charset="-122"/>
                <a:cs typeface="Helvetica"/>
                <a:sym typeface="思源黑体 CN Regular" panose="020B0500000000000000" pitchFamily="34" charset="-122"/>
              </a:rPr>
              <a:t>添加标题</a:t>
            </a:r>
          </a:p>
        </p:txBody>
      </p:sp>
      <p:sp>
        <p:nvSpPr>
          <p:cNvPr id="51" name="矩形 50"/>
          <p:cNvSpPr/>
          <p:nvPr/>
        </p:nvSpPr>
        <p:spPr>
          <a:xfrm>
            <a:off x="8071417" y="3813722"/>
            <a:ext cx="2318088" cy="492408"/>
          </a:xfrm>
          <a:prstGeom prst="rect">
            <a:avLst/>
          </a:prstGeom>
        </p:spPr>
        <p:txBody>
          <a:bodyPr wrap="square" lIns="121887" tIns="60943" rIns="121887" bIns="60943">
            <a:spAutoFit/>
          </a:bodyPr>
          <a:lstStyle/>
          <a:p>
            <a:r>
              <a:rPr lang="zh-CN" altLang="en-US" sz="2400" b="1" dirty="0">
                <a:solidFill>
                  <a:schemeClr val="dk1"/>
                </a:solidFill>
                <a:latin typeface="思源黑体 CN Regular" panose="020B0500000000000000" pitchFamily="34" charset="-122"/>
                <a:ea typeface="思源黑体 CN Regular" panose="020B0500000000000000" pitchFamily="34" charset="-122"/>
                <a:cs typeface="Helvetica"/>
                <a:sym typeface="思源黑体 CN Regular" panose="020B0500000000000000" pitchFamily="34" charset="-122"/>
              </a:rPr>
              <a:t>添加标题</a:t>
            </a:r>
          </a:p>
        </p:txBody>
      </p:sp>
      <p:sp>
        <p:nvSpPr>
          <p:cNvPr id="53" name="矩形 52"/>
          <p:cNvSpPr/>
          <p:nvPr/>
        </p:nvSpPr>
        <p:spPr>
          <a:xfrm>
            <a:off x="6905646" y="1781859"/>
            <a:ext cx="2318088" cy="492408"/>
          </a:xfrm>
          <a:prstGeom prst="rect">
            <a:avLst/>
          </a:prstGeom>
        </p:spPr>
        <p:txBody>
          <a:bodyPr wrap="square" lIns="121887" tIns="60943" rIns="121887" bIns="60943">
            <a:spAutoFit/>
          </a:bodyPr>
          <a:lstStyle/>
          <a:p>
            <a:r>
              <a:rPr lang="zh-CN" altLang="en-US" sz="2400" b="1" dirty="0">
                <a:solidFill>
                  <a:schemeClr val="dk1"/>
                </a:solidFill>
                <a:latin typeface="思源黑体 CN Regular" panose="020B0500000000000000" pitchFamily="34" charset="-122"/>
                <a:ea typeface="思源黑体 CN Regular" panose="020B0500000000000000" pitchFamily="34" charset="-122"/>
                <a:cs typeface="Helvetica"/>
                <a:sym typeface="思源黑体 CN Regular" panose="020B0500000000000000" pitchFamily="34" charset="-122"/>
              </a:rPr>
              <a:t>添加标题</a:t>
            </a:r>
          </a:p>
        </p:txBody>
      </p:sp>
      <p:sp>
        <p:nvSpPr>
          <p:cNvPr id="59" name="文本框 9"/>
          <p:cNvSpPr txBox="1"/>
          <p:nvPr/>
        </p:nvSpPr>
        <p:spPr>
          <a:xfrm>
            <a:off x="2517385" y="5001381"/>
            <a:ext cx="512254" cy="615519"/>
          </a:xfrm>
          <a:prstGeom prst="rect">
            <a:avLst/>
          </a:prstGeom>
          <a:noFill/>
        </p:spPr>
        <p:txBody>
          <a:bodyPr wrap="none" lIns="121887" tIns="60943" rIns="121887" bIns="60943" rtlCol="0" anchor="ctr">
            <a:spAutoFit/>
          </a:bodyPr>
          <a:lstStyle/>
          <a:p>
            <a:pPr algn="ctr" defTabSz="1218565"/>
            <a:r>
              <a:rPr lang="en-US" altLang="zh-CN" sz="3200" dirty="0">
                <a:solidFill>
                  <a:prstClr val="white"/>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A</a:t>
            </a:r>
            <a:endParaRPr lang="zh-CN" altLang="en-US" sz="3200" dirty="0">
              <a:solidFill>
                <a:prstClr val="white"/>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60" name="文本框 9"/>
          <p:cNvSpPr txBox="1"/>
          <p:nvPr/>
        </p:nvSpPr>
        <p:spPr>
          <a:xfrm>
            <a:off x="4311506" y="2976012"/>
            <a:ext cx="656523" cy="861740"/>
          </a:xfrm>
          <a:prstGeom prst="rect">
            <a:avLst/>
          </a:prstGeom>
          <a:noFill/>
        </p:spPr>
        <p:txBody>
          <a:bodyPr wrap="none" lIns="121887" tIns="60943" rIns="121887" bIns="60943" rtlCol="0" anchor="ctr">
            <a:spAutoFit/>
          </a:bodyPr>
          <a:lstStyle/>
          <a:p>
            <a:pPr algn="ctr" defTabSz="1218565"/>
            <a:r>
              <a:rPr lang="en-US" altLang="zh-CN" sz="4800" dirty="0">
                <a:solidFill>
                  <a:prstClr val="white"/>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B</a:t>
            </a:r>
            <a:endParaRPr lang="zh-CN" altLang="en-US" sz="4800" dirty="0">
              <a:solidFill>
                <a:prstClr val="white"/>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61" name="文本框 9"/>
          <p:cNvSpPr txBox="1"/>
          <p:nvPr/>
        </p:nvSpPr>
        <p:spPr>
          <a:xfrm>
            <a:off x="6703700" y="3709403"/>
            <a:ext cx="685377" cy="938684"/>
          </a:xfrm>
          <a:prstGeom prst="rect">
            <a:avLst/>
          </a:prstGeom>
          <a:noFill/>
        </p:spPr>
        <p:txBody>
          <a:bodyPr wrap="none" lIns="121887" tIns="60943" rIns="121887" bIns="60943" rtlCol="0" anchor="ctr">
            <a:spAutoFit/>
          </a:bodyPr>
          <a:lstStyle/>
          <a:p>
            <a:pPr algn="ctr" defTabSz="1218565"/>
            <a:r>
              <a:rPr lang="en-US" altLang="zh-CN" sz="5300" dirty="0">
                <a:solidFill>
                  <a:prstClr val="white"/>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C</a:t>
            </a:r>
            <a:endParaRPr lang="zh-CN" altLang="en-US" sz="5300" dirty="0">
              <a:solidFill>
                <a:prstClr val="white"/>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62" name="文本框 9"/>
          <p:cNvSpPr txBox="1"/>
          <p:nvPr/>
        </p:nvSpPr>
        <p:spPr>
          <a:xfrm>
            <a:off x="8742505" y="2062246"/>
            <a:ext cx="630875" cy="784796"/>
          </a:xfrm>
          <a:prstGeom prst="rect">
            <a:avLst/>
          </a:prstGeom>
          <a:noFill/>
        </p:spPr>
        <p:txBody>
          <a:bodyPr wrap="none" lIns="121887" tIns="60943" rIns="121887" bIns="60943" rtlCol="0" anchor="ctr">
            <a:spAutoFit/>
          </a:bodyPr>
          <a:lstStyle/>
          <a:p>
            <a:pPr algn="ctr" defTabSz="1218565"/>
            <a:r>
              <a:rPr lang="en-US" altLang="zh-CN" sz="4300" dirty="0">
                <a:solidFill>
                  <a:prstClr val="white"/>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D</a:t>
            </a:r>
            <a:endParaRPr lang="zh-CN" altLang="en-US" sz="4300" dirty="0">
              <a:solidFill>
                <a:prstClr val="white"/>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37" name="矩形 36"/>
          <p:cNvSpPr/>
          <p:nvPr/>
        </p:nvSpPr>
        <p:spPr>
          <a:xfrm>
            <a:off x="8071417" y="4285037"/>
            <a:ext cx="2873799" cy="1059936"/>
          </a:xfrm>
          <a:prstGeom prst="rect">
            <a:avLst/>
          </a:prstGeom>
        </p:spPr>
        <p:txBody>
          <a:bodyPr wrap="square" lIns="121887" tIns="60943" rIns="121887" bIns="60943">
            <a:spAutoFit/>
          </a:bodyPr>
          <a:lstStyle/>
          <a:p>
            <a:pPr>
              <a:lnSpc>
                <a:spcPct val="130000"/>
              </a:lnSpc>
            </a:pPr>
            <a:r>
              <a:rPr lang="zh-CN" altLang="zh-CN" sz="1200" dirty="0">
                <a:solidFill>
                  <a:schemeClr val="dk1">
                    <a:lumMod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请在此添加您的文字内容，请在此添加您的文字内容。请在此添加您的文字内容，请在此添加您的文字内容。</a:t>
            </a:r>
          </a:p>
          <a:p>
            <a:pPr>
              <a:lnSpc>
                <a:spcPct val="130000"/>
              </a:lnSpc>
            </a:pPr>
            <a:endParaRPr lang="zh-CN" altLang="zh-CN" sz="1200" dirty="0">
              <a:solidFill>
                <a:schemeClr val="dk1">
                  <a:lumMod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38" name="矩形 37"/>
          <p:cNvSpPr/>
          <p:nvPr/>
        </p:nvSpPr>
        <p:spPr>
          <a:xfrm>
            <a:off x="5526460" y="2246144"/>
            <a:ext cx="2873799" cy="1059936"/>
          </a:xfrm>
          <a:prstGeom prst="rect">
            <a:avLst/>
          </a:prstGeom>
        </p:spPr>
        <p:txBody>
          <a:bodyPr wrap="square" lIns="121887" tIns="60943" rIns="121887" bIns="60943">
            <a:spAutoFit/>
          </a:bodyPr>
          <a:lstStyle/>
          <a:p>
            <a:pPr>
              <a:lnSpc>
                <a:spcPct val="130000"/>
              </a:lnSpc>
            </a:pPr>
            <a:r>
              <a:rPr lang="zh-CN" altLang="zh-CN" sz="1200" dirty="0">
                <a:solidFill>
                  <a:schemeClr val="dk1">
                    <a:lumMod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请在此添加您的文字内容，请在此添加您的文字内容。请在此添加您的文字内容，请在此添加您的文字内容。</a:t>
            </a:r>
          </a:p>
          <a:p>
            <a:pPr>
              <a:lnSpc>
                <a:spcPct val="130000"/>
              </a:lnSpc>
            </a:pPr>
            <a:endParaRPr lang="zh-CN" altLang="zh-CN" sz="1200" dirty="0">
              <a:solidFill>
                <a:schemeClr val="dk1">
                  <a:lumMod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40" name="矩形 39"/>
          <p:cNvSpPr/>
          <p:nvPr/>
        </p:nvSpPr>
        <p:spPr>
          <a:xfrm>
            <a:off x="1077175" y="3211198"/>
            <a:ext cx="2873799" cy="1059936"/>
          </a:xfrm>
          <a:prstGeom prst="rect">
            <a:avLst/>
          </a:prstGeom>
        </p:spPr>
        <p:txBody>
          <a:bodyPr wrap="square" lIns="121887" tIns="60943" rIns="121887" bIns="60943">
            <a:spAutoFit/>
          </a:bodyPr>
          <a:lstStyle/>
          <a:p>
            <a:pPr>
              <a:lnSpc>
                <a:spcPct val="130000"/>
              </a:lnSpc>
            </a:pPr>
            <a:r>
              <a:rPr lang="zh-CN" altLang="zh-CN" sz="1200" dirty="0">
                <a:solidFill>
                  <a:schemeClr val="dk1">
                    <a:lumMod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请在此添加您的文字内容，请在此添加您的文字内容。请在此添加您的文字内容，请在此添加您的文字内容。</a:t>
            </a:r>
          </a:p>
          <a:p>
            <a:pPr>
              <a:lnSpc>
                <a:spcPct val="130000"/>
              </a:lnSpc>
            </a:pPr>
            <a:endParaRPr lang="zh-CN" altLang="zh-CN" sz="1200" dirty="0">
              <a:solidFill>
                <a:schemeClr val="dk1">
                  <a:lumMod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grpSp>
        <p:nvGrpSpPr>
          <p:cNvPr id="21" name="Group 2_1">
            <a:extLst>
              <a:ext uri="{FF2B5EF4-FFF2-40B4-BE49-F238E27FC236}">
                <a16:creationId xmlns:a16="http://schemas.microsoft.com/office/drawing/2014/main" id="{BE69671D-5867-4084-BD08-1BF3C66A2498}"/>
              </a:ext>
            </a:extLst>
          </p:cNvPr>
          <p:cNvGrpSpPr/>
          <p:nvPr/>
        </p:nvGrpSpPr>
        <p:grpSpPr>
          <a:xfrm>
            <a:off x="0" y="0"/>
            <a:ext cx="1751115" cy="1097152"/>
            <a:chOff x="0" y="0"/>
            <a:chExt cx="1751115" cy="1097152"/>
          </a:xfrm>
        </p:grpSpPr>
        <p:grpSp>
          <p:nvGrpSpPr>
            <p:cNvPr id="22" name="组合 21">
              <a:extLst>
                <a:ext uri="{FF2B5EF4-FFF2-40B4-BE49-F238E27FC236}">
                  <a16:creationId xmlns:a16="http://schemas.microsoft.com/office/drawing/2014/main" id="{D1C4D7A1-0ADF-45E8-B349-BF8DE0E62643}"/>
                </a:ext>
              </a:extLst>
            </p:cNvPr>
            <p:cNvGrpSpPr/>
            <p:nvPr/>
          </p:nvGrpSpPr>
          <p:grpSpPr>
            <a:xfrm>
              <a:off x="0" y="0"/>
              <a:ext cx="1751115" cy="1097152"/>
              <a:chOff x="-1832690" y="-1312191"/>
              <a:chExt cx="4302458" cy="3292533"/>
            </a:xfrm>
          </p:grpSpPr>
          <p:pic>
            <p:nvPicPr>
              <p:cNvPr id="24" name="PA-图片 2">
                <a:extLst>
                  <a:ext uri="{FF2B5EF4-FFF2-40B4-BE49-F238E27FC236}">
                    <a16:creationId xmlns:a16="http://schemas.microsoft.com/office/drawing/2014/main" id="{1175A381-5F7D-4639-90F4-87A5791E1E27}"/>
                  </a:ext>
                </a:extLst>
              </p:cNvPr>
              <p:cNvPicPr>
                <a:picLocks noChangeAspect="1"/>
              </p:cNvPicPr>
              <p:nvPr>
                <p:custDataLst>
                  <p:tags r:id="rId2"/>
                </p:custDataLst>
              </p:nvPr>
            </p:nvPicPr>
            <p:blipFill rotWithShape="1">
              <a:blip r:embed="rId6" cstate="print">
                <a:extLst>
                  <a:ext uri="{28A0092B-C50C-407E-A947-70E740481C1C}">
                    <a14:useLocalDpi xmlns:a14="http://schemas.microsoft.com/office/drawing/2010/main" val="0"/>
                  </a:ext>
                </a:extLst>
              </a:blip>
              <a:srcRect l="15664" t="61151"/>
              <a:stretch/>
            </p:blipFill>
            <p:spPr>
              <a:xfrm>
                <a:off x="-1832690" y="-1312191"/>
                <a:ext cx="4302458" cy="2664265"/>
              </a:xfrm>
              <a:prstGeom prst="rect">
                <a:avLst/>
              </a:prstGeom>
            </p:spPr>
          </p:pic>
          <p:pic>
            <p:nvPicPr>
              <p:cNvPr id="25" name="PA-图片 7">
                <a:extLst>
                  <a:ext uri="{FF2B5EF4-FFF2-40B4-BE49-F238E27FC236}">
                    <a16:creationId xmlns:a16="http://schemas.microsoft.com/office/drawing/2014/main" id="{DB88F6ED-3383-4B8E-8DC4-1AF9AD515AD7}"/>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975373" y="1127025"/>
                <a:ext cx="775743" cy="853317"/>
              </a:xfrm>
              <a:prstGeom prst="rect">
                <a:avLst/>
              </a:prstGeom>
            </p:spPr>
          </p:pic>
        </p:grpSp>
        <p:sp>
          <p:nvSpPr>
            <p:cNvPr id="23" name="PA-矩形8435759">
              <a:extLst>
                <a:ext uri="{FF2B5EF4-FFF2-40B4-BE49-F238E27FC236}">
                  <a16:creationId xmlns:a16="http://schemas.microsoft.com/office/drawing/2014/main" id="{C7A9EEF2-ADB9-4597-BB2E-0E199E82087B}"/>
                </a:ext>
              </a:extLst>
            </p:cNvPr>
            <p:cNvSpPr/>
            <p:nvPr>
              <p:custDataLst>
                <p:tags r:id="rId1"/>
              </p:custDataLst>
            </p:nvPr>
          </p:nvSpPr>
          <p:spPr>
            <a:xfrm>
              <a:off x="60033" y="136009"/>
              <a:ext cx="1398588" cy="400110"/>
            </a:xfrm>
            <a:prstGeom prst="rect">
              <a:avLst/>
            </a:prstGeom>
          </p:spPr>
          <p:txBody>
            <a:bodyPr wrap="none">
              <a:spAutoFit/>
            </a:bodyPr>
            <a:lstStyle/>
            <a:p>
              <a:r>
                <a:rPr lang="en-US" altLang="zh-CN" sz="2000" dirty="0">
                  <a:latin typeface="思源黑体 CN Medium" panose="020B0600000000000000" pitchFamily="34" charset="-122"/>
                  <a:ea typeface="思源黑体 CN Medium" panose="020B0600000000000000" pitchFamily="34" charset="-122"/>
                  <a:sym typeface="思源黑体" panose="020B0400000000000000" pitchFamily="34" charset="-122"/>
                </a:rPr>
                <a:t>Enter title</a:t>
              </a:r>
              <a:endParaRPr lang="zh-CN" altLang="en-US" sz="2000" dirty="0">
                <a:latin typeface="思源黑体 CN Medium" panose="020B0600000000000000" pitchFamily="34" charset="-122"/>
                <a:ea typeface="思源黑体 CN Medium" panose="020B0600000000000000"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50"/>
                                        <p:tgtEl>
                                          <p:spTgt spid="3"/>
                                        </p:tgtEl>
                                      </p:cBhvr>
                                    </p:animEffect>
                                    <p:anim calcmode="lin" valueType="num">
                                      <p:cBhvr>
                                        <p:cTn id="8" dur="750" fill="hold"/>
                                        <p:tgtEl>
                                          <p:spTgt spid="3"/>
                                        </p:tgtEl>
                                        <p:attrNameLst>
                                          <p:attrName>ppt_x</p:attrName>
                                        </p:attrNameLst>
                                      </p:cBhvr>
                                      <p:tavLst>
                                        <p:tav tm="0">
                                          <p:val>
                                            <p:strVal val="#ppt_x"/>
                                          </p:val>
                                        </p:tav>
                                        <p:tav tm="100000">
                                          <p:val>
                                            <p:strVal val="#ppt_x"/>
                                          </p:val>
                                        </p:tav>
                                      </p:tavLst>
                                    </p:anim>
                                    <p:anim calcmode="lin" valueType="num">
                                      <p:cBhvr>
                                        <p:cTn id="9" dur="75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59"/>
                                        </p:tgtEl>
                                        <p:attrNameLst>
                                          <p:attrName>style.visibility</p:attrName>
                                        </p:attrNameLst>
                                      </p:cBhvr>
                                      <p:to>
                                        <p:strVal val="visible"/>
                                      </p:to>
                                    </p:set>
                                    <p:anim calcmode="lin" valueType="num">
                                      <p:cBhvr>
                                        <p:cTn id="13" dur="500" fill="hold"/>
                                        <p:tgtEl>
                                          <p:spTgt spid="59"/>
                                        </p:tgtEl>
                                        <p:attrNameLst>
                                          <p:attrName>ppt_w</p:attrName>
                                        </p:attrNameLst>
                                      </p:cBhvr>
                                      <p:tavLst>
                                        <p:tav tm="0">
                                          <p:val>
                                            <p:fltVal val="0"/>
                                          </p:val>
                                        </p:tav>
                                        <p:tav tm="100000">
                                          <p:val>
                                            <p:strVal val="#ppt_w"/>
                                          </p:val>
                                        </p:tav>
                                      </p:tavLst>
                                    </p:anim>
                                    <p:anim calcmode="lin" valueType="num">
                                      <p:cBhvr>
                                        <p:cTn id="14" dur="500" fill="hold"/>
                                        <p:tgtEl>
                                          <p:spTgt spid="59"/>
                                        </p:tgtEl>
                                        <p:attrNameLst>
                                          <p:attrName>ppt_h</p:attrName>
                                        </p:attrNameLst>
                                      </p:cBhvr>
                                      <p:tavLst>
                                        <p:tav tm="0">
                                          <p:val>
                                            <p:fltVal val="0"/>
                                          </p:val>
                                        </p:tav>
                                        <p:tav tm="100000">
                                          <p:val>
                                            <p:strVal val="#ppt_h"/>
                                          </p:val>
                                        </p:tav>
                                      </p:tavLst>
                                    </p:anim>
                                    <p:animEffect transition="in" filter="fade">
                                      <p:cBhvr>
                                        <p:cTn id="15" dur="500"/>
                                        <p:tgtEl>
                                          <p:spTgt spid="59"/>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down)">
                                      <p:cBhvr>
                                        <p:cTn id="19" dur="500"/>
                                        <p:tgtEl>
                                          <p:spTgt spid="14"/>
                                        </p:tgtEl>
                                      </p:cBhvr>
                                    </p:animEffect>
                                  </p:childTnLst>
                                </p:cTn>
                              </p:par>
                            </p:childTnLst>
                          </p:cTn>
                        </p:par>
                        <p:par>
                          <p:cTn id="20" fill="hold">
                            <p:stCondLst>
                              <p:cond delay="2000"/>
                            </p:stCondLst>
                            <p:childTnLst>
                              <p:par>
                                <p:cTn id="21" presetID="42" presetClass="entr" presetSubtype="0"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750"/>
                                        <p:tgtEl>
                                          <p:spTgt spid="4"/>
                                        </p:tgtEl>
                                      </p:cBhvr>
                                    </p:animEffect>
                                    <p:anim calcmode="lin" valueType="num">
                                      <p:cBhvr>
                                        <p:cTn id="24" dur="750" fill="hold"/>
                                        <p:tgtEl>
                                          <p:spTgt spid="4"/>
                                        </p:tgtEl>
                                        <p:attrNameLst>
                                          <p:attrName>ppt_x</p:attrName>
                                        </p:attrNameLst>
                                      </p:cBhvr>
                                      <p:tavLst>
                                        <p:tav tm="0">
                                          <p:val>
                                            <p:strVal val="#ppt_x"/>
                                          </p:val>
                                        </p:tav>
                                        <p:tav tm="100000">
                                          <p:val>
                                            <p:strVal val="#ppt_x"/>
                                          </p:val>
                                        </p:tav>
                                      </p:tavLst>
                                    </p:anim>
                                    <p:anim calcmode="lin" valueType="num">
                                      <p:cBhvr>
                                        <p:cTn id="25" dur="750" fill="hold"/>
                                        <p:tgtEl>
                                          <p:spTgt spid="4"/>
                                        </p:tgtEl>
                                        <p:attrNameLst>
                                          <p:attrName>ppt_y</p:attrName>
                                        </p:attrNameLst>
                                      </p:cBhvr>
                                      <p:tavLst>
                                        <p:tav tm="0">
                                          <p:val>
                                            <p:strVal val="#ppt_y+.1"/>
                                          </p:val>
                                        </p:tav>
                                        <p:tav tm="100000">
                                          <p:val>
                                            <p:strVal val="#ppt_y"/>
                                          </p:val>
                                        </p:tav>
                                      </p:tavLst>
                                    </p:anim>
                                  </p:childTnLst>
                                </p:cTn>
                              </p:par>
                            </p:childTnLst>
                          </p:cTn>
                        </p:par>
                        <p:par>
                          <p:cTn id="26" fill="hold">
                            <p:stCondLst>
                              <p:cond delay="3000"/>
                            </p:stCondLst>
                            <p:childTnLst>
                              <p:par>
                                <p:cTn id="27" presetID="53" presetClass="entr" presetSubtype="16" fill="hold" grpId="0" nodeType="afterEffect">
                                  <p:stCondLst>
                                    <p:cond delay="0"/>
                                  </p:stCondLst>
                                  <p:childTnLst>
                                    <p:set>
                                      <p:cBhvr>
                                        <p:cTn id="28" dur="1" fill="hold">
                                          <p:stCondLst>
                                            <p:cond delay="0"/>
                                          </p:stCondLst>
                                        </p:cTn>
                                        <p:tgtEl>
                                          <p:spTgt spid="60"/>
                                        </p:tgtEl>
                                        <p:attrNameLst>
                                          <p:attrName>style.visibility</p:attrName>
                                        </p:attrNameLst>
                                      </p:cBhvr>
                                      <p:to>
                                        <p:strVal val="visible"/>
                                      </p:to>
                                    </p:set>
                                    <p:anim calcmode="lin" valueType="num">
                                      <p:cBhvr>
                                        <p:cTn id="29" dur="500" fill="hold"/>
                                        <p:tgtEl>
                                          <p:spTgt spid="60"/>
                                        </p:tgtEl>
                                        <p:attrNameLst>
                                          <p:attrName>ppt_w</p:attrName>
                                        </p:attrNameLst>
                                      </p:cBhvr>
                                      <p:tavLst>
                                        <p:tav tm="0">
                                          <p:val>
                                            <p:fltVal val="0"/>
                                          </p:val>
                                        </p:tav>
                                        <p:tav tm="100000">
                                          <p:val>
                                            <p:strVal val="#ppt_w"/>
                                          </p:val>
                                        </p:tav>
                                      </p:tavLst>
                                    </p:anim>
                                    <p:anim calcmode="lin" valueType="num">
                                      <p:cBhvr>
                                        <p:cTn id="30" dur="500" fill="hold"/>
                                        <p:tgtEl>
                                          <p:spTgt spid="60"/>
                                        </p:tgtEl>
                                        <p:attrNameLst>
                                          <p:attrName>ppt_h</p:attrName>
                                        </p:attrNameLst>
                                      </p:cBhvr>
                                      <p:tavLst>
                                        <p:tav tm="0">
                                          <p:val>
                                            <p:fltVal val="0"/>
                                          </p:val>
                                        </p:tav>
                                        <p:tav tm="100000">
                                          <p:val>
                                            <p:strVal val="#ppt_h"/>
                                          </p:val>
                                        </p:tav>
                                      </p:tavLst>
                                    </p:anim>
                                    <p:animEffect transition="in" filter="fade">
                                      <p:cBhvr>
                                        <p:cTn id="31" dur="500"/>
                                        <p:tgtEl>
                                          <p:spTgt spid="60"/>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wipe(left)">
                                      <p:cBhvr>
                                        <p:cTn id="35" dur="500"/>
                                        <p:tgtEl>
                                          <p:spTgt spid="16"/>
                                        </p:tgtEl>
                                      </p:cBhvr>
                                    </p:animEffect>
                                  </p:childTnLst>
                                </p:cTn>
                              </p:par>
                            </p:childTnLst>
                          </p:cTn>
                        </p:par>
                        <p:par>
                          <p:cTn id="36" fill="hold">
                            <p:stCondLst>
                              <p:cond delay="4000"/>
                            </p:stCondLst>
                            <p:childTnLst>
                              <p:par>
                                <p:cTn id="37" presetID="42" presetClass="entr" presetSubtype="0" fill="hold" grpId="0" nodeType="after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750"/>
                                        <p:tgtEl>
                                          <p:spTgt spid="5"/>
                                        </p:tgtEl>
                                      </p:cBhvr>
                                    </p:animEffect>
                                    <p:anim calcmode="lin" valueType="num">
                                      <p:cBhvr>
                                        <p:cTn id="40" dur="750" fill="hold"/>
                                        <p:tgtEl>
                                          <p:spTgt spid="5"/>
                                        </p:tgtEl>
                                        <p:attrNameLst>
                                          <p:attrName>ppt_x</p:attrName>
                                        </p:attrNameLst>
                                      </p:cBhvr>
                                      <p:tavLst>
                                        <p:tav tm="0">
                                          <p:val>
                                            <p:strVal val="#ppt_x"/>
                                          </p:val>
                                        </p:tav>
                                        <p:tav tm="100000">
                                          <p:val>
                                            <p:strVal val="#ppt_x"/>
                                          </p:val>
                                        </p:tav>
                                      </p:tavLst>
                                    </p:anim>
                                    <p:anim calcmode="lin" valueType="num">
                                      <p:cBhvr>
                                        <p:cTn id="41" dur="750" fill="hold"/>
                                        <p:tgtEl>
                                          <p:spTgt spid="5"/>
                                        </p:tgtEl>
                                        <p:attrNameLst>
                                          <p:attrName>ppt_y</p:attrName>
                                        </p:attrNameLst>
                                      </p:cBhvr>
                                      <p:tavLst>
                                        <p:tav tm="0">
                                          <p:val>
                                            <p:strVal val="#ppt_y+.1"/>
                                          </p:val>
                                        </p:tav>
                                        <p:tav tm="100000">
                                          <p:val>
                                            <p:strVal val="#ppt_y"/>
                                          </p:val>
                                        </p:tav>
                                      </p:tavLst>
                                    </p:anim>
                                  </p:childTnLst>
                                </p:cTn>
                              </p:par>
                            </p:childTnLst>
                          </p:cTn>
                        </p:par>
                        <p:par>
                          <p:cTn id="42" fill="hold">
                            <p:stCondLst>
                              <p:cond delay="5000"/>
                            </p:stCondLst>
                            <p:childTnLst>
                              <p:par>
                                <p:cTn id="43" presetID="53" presetClass="entr" presetSubtype="16" fill="hold" grpId="0" nodeType="afterEffect">
                                  <p:stCondLst>
                                    <p:cond delay="0"/>
                                  </p:stCondLst>
                                  <p:childTnLst>
                                    <p:set>
                                      <p:cBhvr>
                                        <p:cTn id="44" dur="1" fill="hold">
                                          <p:stCondLst>
                                            <p:cond delay="0"/>
                                          </p:stCondLst>
                                        </p:cTn>
                                        <p:tgtEl>
                                          <p:spTgt spid="61"/>
                                        </p:tgtEl>
                                        <p:attrNameLst>
                                          <p:attrName>style.visibility</p:attrName>
                                        </p:attrNameLst>
                                      </p:cBhvr>
                                      <p:to>
                                        <p:strVal val="visible"/>
                                      </p:to>
                                    </p:set>
                                    <p:anim calcmode="lin" valueType="num">
                                      <p:cBhvr>
                                        <p:cTn id="45" dur="500" fill="hold"/>
                                        <p:tgtEl>
                                          <p:spTgt spid="61"/>
                                        </p:tgtEl>
                                        <p:attrNameLst>
                                          <p:attrName>ppt_w</p:attrName>
                                        </p:attrNameLst>
                                      </p:cBhvr>
                                      <p:tavLst>
                                        <p:tav tm="0">
                                          <p:val>
                                            <p:fltVal val="0"/>
                                          </p:val>
                                        </p:tav>
                                        <p:tav tm="100000">
                                          <p:val>
                                            <p:strVal val="#ppt_w"/>
                                          </p:val>
                                        </p:tav>
                                      </p:tavLst>
                                    </p:anim>
                                    <p:anim calcmode="lin" valueType="num">
                                      <p:cBhvr>
                                        <p:cTn id="46" dur="500" fill="hold"/>
                                        <p:tgtEl>
                                          <p:spTgt spid="61"/>
                                        </p:tgtEl>
                                        <p:attrNameLst>
                                          <p:attrName>ppt_h</p:attrName>
                                        </p:attrNameLst>
                                      </p:cBhvr>
                                      <p:tavLst>
                                        <p:tav tm="0">
                                          <p:val>
                                            <p:fltVal val="0"/>
                                          </p:val>
                                        </p:tav>
                                        <p:tav tm="100000">
                                          <p:val>
                                            <p:strVal val="#ppt_h"/>
                                          </p:val>
                                        </p:tav>
                                      </p:tavLst>
                                    </p:anim>
                                    <p:animEffect transition="in" filter="fade">
                                      <p:cBhvr>
                                        <p:cTn id="47" dur="500"/>
                                        <p:tgtEl>
                                          <p:spTgt spid="61"/>
                                        </p:tgtEl>
                                      </p:cBhvr>
                                    </p:animEffect>
                                  </p:childTnLst>
                                </p:cTn>
                              </p:par>
                            </p:childTnLst>
                          </p:cTn>
                        </p:par>
                        <p:par>
                          <p:cTn id="48" fill="hold">
                            <p:stCondLst>
                              <p:cond delay="5500"/>
                            </p:stCondLst>
                            <p:childTnLst>
                              <p:par>
                                <p:cTn id="49" presetID="22" presetClass="entr" presetSubtype="4" fill="hold"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wipe(down)">
                                      <p:cBhvr>
                                        <p:cTn id="51" dur="500"/>
                                        <p:tgtEl>
                                          <p:spTgt spid="19"/>
                                        </p:tgtEl>
                                      </p:cBhvr>
                                    </p:animEffect>
                                  </p:childTnLst>
                                </p:cTn>
                              </p:par>
                            </p:childTnLst>
                          </p:cTn>
                        </p:par>
                        <p:par>
                          <p:cTn id="52" fill="hold">
                            <p:stCondLst>
                              <p:cond delay="6000"/>
                            </p:stCondLst>
                            <p:childTnLst>
                              <p:par>
                                <p:cTn id="53" presetID="42" presetClass="entr" presetSubtype="0" fill="hold" grpId="0" nodeType="after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fade">
                                      <p:cBhvr>
                                        <p:cTn id="55" dur="750"/>
                                        <p:tgtEl>
                                          <p:spTgt spid="6"/>
                                        </p:tgtEl>
                                      </p:cBhvr>
                                    </p:animEffect>
                                    <p:anim calcmode="lin" valueType="num">
                                      <p:cBhvr>
                                        <p:cTn id="56" dur="750" fill="hold"/>
                                        <p:tgtEl>
                                          <p:spTgt spid="6"/>
                                        </p:tgtEl>
                                        <p:attrNameLst>
                                          <p:attrName>ppt_x</p:attrName>
                                        </p:attrNameLst>
                                      </p:cBhvr>
                                      <p:tavLst>
                                        <p:tav tm="0">
                                          <p:val>
                                            <p:strVal val="#ppt_x"/>
                                          </p:val>
                                        </p:tav>
                                        <p:tav tm="100000">
                                          <p:val>
                                            <p:strVal val="#ppt_x"/>
                                          </p:val>
                                        </p:tav>
                                      </p:tavLst>
                                    </p:anim>
                                    <p:anim calcmode="lin" valueType="num">
                                      <p:cBhvr>
                                        <p:cTn id="57" dur="750" fill="hold"/>
                                        <p:tgtEl>
                                          <p:spTgt spid="6"/>
                                        </p:tgtEl>
                                        <p:attrNameLst>
                                          <p:attrName>ppt_y</p:attrName>
                                        </p:attrNameLst>
                                      </p:cBhvr>
                                      <p:tavLst>
                                        <p:tav tm="0">
                                          <p:val>
                                            <p:strVal val="#ppt_y+.1"/>
                                          </p:val>
                                        </p:tav>
                                        <p:tav tm="100000">
                                          <p:val>
                                            <p:strVal val="#ppt_y"/>
                                          </p:val>
                                        </p:tav>
                                      </p:tavLst>
                                    </p:anim>
                                  </p:childTnLst>
                                </p:cTn>
                              </p:par>
                            </p:childTnLst>
                          </p:cTn>
                        </p:par>
                        <p:par>
                          <p:cTn id="58" fill="hold">
                            <p:stCondLst>
                              <p:cond delay="7000"/>
                            </p:stCondLst>
                            <p:childTnLst>
                              <p:par>
                                <p:cTn id="59" presetID="53" presetClass="entr" presetSubtype="16" fill="hold" grpId="0" nodeType="afterEffect">
                                  <p:stCondLst>
                                    <p:cond delay="0"/>
                                  </p:stCondLst>
                                  <p:childTnLst>
                                    <p:set>
                                      <p:cBhvr>
                                        <p:cTn id="60" dur="1" fill="hold">
                                          <p:stCondLst>
                                            <p:cond delay="0"/>
                                          </p:stCondLst>
                                        </p:cTn>
                                        <p:tgtEl>
                                          <p:spTgt spid="62"/>
                                        </p:tgtEl>
                                        <p:attrNameLst>
                                          <p:attrName>style.visibility</p:attrName>
                                        </p:attrNameLst>
                                      </p:cBhvr>
                                      <p:to>
                                        <p:strVal val="visible"/>
                                      </p:to>
                                    </p:set>
                                    <p:anim calcmode="lin" valueType="num">
                                      <p:cBhvr>
                                        <p:cTn id="61" dur="500" fill="hold"/>
                                        <p:tgtEl>
                                          <p:spTgt spid="62"/>
                                        </p:tgtEl>
                                        <p:attrNameLst>
                                          <p:attrName>ppt_w</p:attrName>
                                        </p:attrNameLst>
                                      </p:cBhvr>
                                      <p:tavLst>
                                        <p:tav tm="0">
                                          <p:val>
                                            <p:fltVal val="0"/>
                                          </p:val>
                                        </p:tav>
                                        <p:tav tm="100000">
                                          <p:val>
                                            <p:strVal val="#ppt_w"/>
                                          </p:val>
                                        </p:tav>
                                      </p:tavLst>
                                    </p:anim>
                                    <p:anim calcmode="lin" valueType="num">
                                      <p:cBhvr>
                                        <p:cTn id="62" dur="500" fill="hold"/>
                                        <p:tgtEl>
                                          <p:spTgt spid="62"/>
                                        </p:tgtEl>
                                        <p:attrNameLst>
                                          <p:attrName>ppt_h</p:attrName>
                                        </p:attrNameLst>
                                      </p:cBhvr>
                                      <p:tavLst>
                                        <p:tav tm="0">
                                          <p:val>
                                            <p:fltVal val="0"/>
                                          </p:val>
                                        </p:tav>
                                        <p:tav tm="100000">
                                          <p:val>
                                            <p:strVal val="#ppt_h"/>
                                          </p:val>
                                        </p:tav>
                                      </p:tavLst>
                                    </p:anim>
                                    <p:animEffect transition="in" filter="fade">
                                      <p:cBhvr>
                                        <p:cTn id="63" dur="500"/>
                                        <p:tgtEl>
                                          <p:spTgt spid="62"/>
                                        </p:tgtEl>
                                      </p:cBhvr>
                                    </p:animEffect>
                                  </p:childTnLst>
                                </p:cTn>
                              </p:par>
                            </p:childTnLst>
                          </p:cTn>
                        </p:par>
                        <p:par>
                          <p:cTn id="64" fill="hold">
                            <p:stCondLst>
                              <p:cond delay="7500"/>
                            </p:stCondLst>
                            <p:childTnLst>
                              <p:par>
                                <p:cTn id="65" presetID="22" presetClass="entr" presetSubtype="2" fill="hold" grpId="0" nodeType="after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wipe(right)">
                                      <p:cBhvr>
                                        <p:cTn id="67" dur="500"/>
                                        <p:tgtEl>
                                          <p:spTgt spid="49"/>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47"/>
                                        </p:tgtEl>
                                        <p:attrNameLst>
                                          <p:attrName>style.visibility</p:attrName>
                                        </p:attrNameLst>
                                      </p:cBhvr>
                                      <p:to>
                                        <p:strVal val="visible"/>
                                      </p:to>
                                    </p:set>
                                    <p:animEffect transition="in" filter="wipe(left)">
                                      <p:cBhvr>
                                        <p:cTn id="70" dur="500"/>
                                        <p:tgtEl>
                                          <p:spTgt spid="47"/>
                                        </p:tgtEl>
                                      </p:cBhvr>
                                    </p:animEffect>
                                  </p:childTnLst>
                                </p:cTn>
                              </p:par>
                              <p:par>
                                <p:cTn id="71" presetID="22" presetClass="entr" presetSubtype="2" fill="hold" grpId="0" nodeType="withEffect">
                                  <p:stCondLst>
                                    <p:cond delay="0"/>
                                  </p:stCondLst>
                                  <p:childTnLst>
                                    <p:set>
                                      <p:cBhvr>
                                        <p:cTn id="72" dur="1" fill="hold">
                                          <p:stCondLst>
                                            <p:cond delay="0"/>
                                          </p:stCondLst>
                                        </p:cTn>
                                        <p:tgtEl>
                                          <p:spTgt spid="53"/>
                                        </p:tgtEl>
                                        <p:attrNameLst>
                                          <p:attrName>style.visibility</p:attrName>
                                        </p:attrNameLst>
                                      </p:cBhvr>
                                      <p:to>
                                        <p:strVal val="visible"/>
                                      </p:to>
                                    </p:set>
                                    <p:animEffect transition="in" filter="wipe(right)">
                                      <p:cBhvr>
                                        <p:cTn id="73" dur="500"/>
                                        <p:tgtEl>
                                          <p:spTgt spid="53"/>
                                        </p:tgtEl>
                                      </p:cBhvr>
                                    </p:animEffect>
                                  </p:childTnLst>
                                </p:cTn>
                              </p:par>
                              <p:par>
                                <p:cTn id="74" presetID="22" presetClass="entr" presetSubtype="8" fill="hold" grpId="0" nodeType="withEffect">
                                  <p:stCondLst>
                                    <p:cond delay="0"/>
                                  </p:stCondLst>
                                  <p:childTnLst>
                                    <p:set>
                                      <p:cBhvr>
                                        <p:cTn id="75" dur="1" fill="hold">
                                          <p:stCondLst>
                                            <p:cond delay="0"/>
                                          </p:stCondLst>
                                        </p:cTn>
                                        <p:tgtEl>
                                          <p:spTgt spid="51"/>
                                        </p:tgtEl>
                                        <p:attrNameLst>
                                          <p:attrName>style.visibility</p:attrName>
                                        </p:attrNameLst>
                                      </p:cBhvr>
                                      <p:to>
                                        <p:strVal val="visible"/>
                                      </p:to>
                                    </p:set>
                                    <p:animEffect transition="in" filter="wipe(left)">
                                      <p:cBhvr>
                                        <p:cTn id="76" dur="500"/>
                                        <p:tgtEl>
                                          <p:spTgt spid="51"/>
                                        </p:tgtEl>
                                      </p:cBhvr>
                                    </p:animEffect>
                                  </p:childTnLst>
                                </p:cTn>
                              </p:par>
                              <p:par>
                                <p:cTn id="77" presetID="22" presetClass="entr" presetSubtype="8" fill="hold" grpId="0" nodeType="withEffect">
                                  <p:stCondLst>
                                    <p:cond delay="0"/>
                                  </p:stCondLst>
                                  <p:childTnLst>
                                    <p:set>
                                      <p:cBhvr>
                                        <p:cTn id="78" dur="1" fill="hold">
                                          <p:stCondLst>
                                            <p:cond delay="0"/>
                                          </p:stCondLst>
                                        </p:cTn>
                                        <p:tgtEl>
                                          <p:spTgt spid="37"/>
                                        </p:tgtEl>
                                        <p:attrNameLst>
                                          <p:attrName>style.visibility</p:attrName>
                                        </p:attrNameLst>
                                      </p:cBhvr>
                                      <p:to>
                                        <p:strVal val="visible"/>
                                      </p:to>
                                    </p:set>
                                    <p:animEffect transition="in" filter="wipe(left)">
                                      <p:cBhvr>
                                        <p:cTn id="79" dur="500"/>
                                        <p:tgtEl>
                                          <p:spTgt spid="37"/>
                                        </p:tgtEl>
                                      </p:cBhvr>
                                    </p:animEffect>
                                  </p:childTnLst>
                                </p:cTn>
                              </p:par>
                              <p:par>
                                <p:cTn id="80" presetID="22" presetClass="entr" presetSubtype="8" fill="hold" grpId="0" nodeType="withEffect">
                                  <p:stCondLst>
                                    <p:cond delay="0"/>
                                  </p:stCondLst>
                                  <p:childTnLst>
                                    <p:set>
                                      <p:cBhvr>
                                        <p:cTn id="81" dur="1" fill="hold">
                                          <p:stCondLst>
                                            <p:cond delay="0"/>
                                          </p:stCondLst>
                                        </p:cTn>
                                        <p:tgtEl>
                                          <p:spTgt spid="38"/>
                                        </p:tgtEl>
                                        <p:attrNameLst>
                                          <p:attrName>style.visibility</p:attrName>
                                        </p:attrNameLst>
                                      </p:cBhvr>
                                      <p:to>
                                        <p:strVal val="visible"/>
                                      </p:to>
                                    </p:set>
                                    <p:animEffect transition="in" filter="wipe(left)">
                                      <p:cBhvr>
                                        <p:cTn id="82" dur="500"/>
                                        <p:tgtEl>
                                          <p:spTgt spid="38"/>
                                        </p:tgtEl>
                                      </p:cBhvr>
                                    </p:animEffect>
                                  </p:childTnLst>
                                </p:cTn>
                              </p:par>
                              <p:par>
                                <p:cTn id="83" presetID="22" presetClass="entr" presetSubtype="8" fill="hold" grpId="0" nodeType="withEffect">
                                  <p:stCondLst>
                                    <p:cond delay="0"/>
                                  </p:stCondLst>
                                  <p:childTnLst>
                                    <p:set>
                                      <p:cBhvr>
                                        <p:cTn id="84" dur="1" fill="hold">
                                          <p:stCondLst>
                                            <p:cond delay="0"/>
                                          </p:stCondLst>
                                        </p:cTn>
                                        <p:tgtEl>
                                          <p:spTgt spid="46"/>
                                        </p:tgtEl>
                                        <p:attrNameLst>
                                          <p:attrName>style.visibility</p:attrName>
                                        </p:attrNameLst>
                                      </p:cBhvr>
                                      <p:to>
                                        <p:strVal val="visible"/>
                                      </p:to>
                                    </p:set>
                                    <p:animEffect transition="in" filter="wipe(left)">
                                      <p:cBhvr>
                                        <p:cTn id="85" dur="500"/>
                                        <p:tgtEl>
                                          <p:spTgt spid="46"/>
                                        </p:tgtEl>
                                      </p:cBhvr>
                                    </p:animEffect>
                                  </p:childTnLst>
                                </p:cTn>
                              </p:par>
                              <p:par>
                                <p:cTn id="86" presetID="22" presetClass="entr" presetSubtype="8" fill="hold" grpId="0" nodeType="withEffect">
                                  <p:stCondLst>
                                    <p:cond delay="0"/>
                                  </p:stCondLst>
                                  <p:childTnLst>
                                    <p:set>
                                      <p:cBhvr>
                                        <p:cTn id="87" dur="1" fill="hold">
                                          <p:stCondLst>
                                            <p:cond delay="0"/>
                                          </p:stCondLst>
                                        </p:cTn>
                                        <p:tgtEl>
                                          <p:spTgt spid="40"/>
                                        </p:tgtEl>
                                        <p:attrNameLst>
                                          <p:attrName>style.visibility</p:attrName>
                                        </p:attrNameLst>
                                      </p:cBhvr>
                                      <p:to>
                                        <p:strVal val="visible"/>
                                      </p:to>
                                    </p:set>
                                    <p:animEffect transition="in" filter="wipe(left)">
                                      <p:cBhvr>
                                        <p:cTn id="88"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46" grpId="0"/>
      <p:bldP spid="47" grpId="0"/>
      <p:bldP spid="49" grpId="0"/>
      <p:bldP spid="51" grpId="0"/>
      <p:bldP spid="53" grpId="0"/>
      <p:bldP spid="59" grpId="0"/>
      <p:bldP spid="60" grpId="0"/>
      <p:bldP spid="61" grpId="0"/>
      <p:bldP spid="62" grpId="0"/>
      <p:bldP spid="37" grpId="0"/>
      <p:bldP spid="38" grpId="0"/>
      <p:bldP spid="4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6"/>
          <p:cNvSpPr>
            <a:spLocks noChangeArrowheads="1"/>
          </p:cNvSpPr>
          <p:nvPr/>
        </p:nvSpPr>
        <p:spPr bwMode="auto">
          <a:xfrm>
            <a:off x="555584" y="3634487"/>
            <a:ext cx="243417" cy="245533"/>
          </a:xfrm>
          <a:prstGeom prst="ellipse">
            <a:avLst/>
          </a:prstGeom>
          <a:solidFill>
            <a:schemeClr val="accent1">
              <a:lumMod val="40000"/>
              <a:lumOff val="60000"/>
            </a:schemeClr>
          </a:solidFill>
          <a:ln>
            <a:noFill/>
          </a:ln>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 name="Oval 27"/>
          <p:cNvSpPr>
            <a:spLocks noChangeArrowheads="1"/>
          </p:cNvSpPr>
          <p:nvPr/>
        </p:nvSpPr>
        <p:spPr bwMode="auto">
          <a:xfrm>
            <a:off x="957750" y="3634487"/>
            <a:ext cx="241300" cy="245533"/>
          </a:xfrm>
          <a:prstGeom prst="ellipse">
            <a:avLst/>
          </a:prstGeom>
          <a:solidFill>
            <a:schemeClr val="accent1"/>
          </a:solidFill>
          <a:ln>
            <a:noFill/>
          </a:ln>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 name="Oval 28"/>
          <p:cNvSpPr>
            <a:spLocks noChangeArrowheads="1"/>
          </p:cNvSpPr>
          <p:nvPr/>
        </p:nvSpPr>
        <p:spPr bwMode="auto">
          <a:xfrm>
            <a:off x="1359917" y="3634487"/>
            <a:ext cx="243417" cy="245533"/>
          </a:xfrm>
          <a:prstGeom prst="ellipse">
            <a:avLst/>
          </a:prstGeom>
          <a:solidFill>
            <a:schemeClr val="accent1">
              <a:lumMod val="40000"/>
              <a:lumOff val="60000"/>
            </a:schemeClr>
          </a:solidFill>
          <a:ln>
            <a:noFill/>
          </a:ln>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 name="Oval 29"/>
          <p:cNvSpPr>
            <a:spLocks noChangeArrowheads="1"/>
          </p:cNvSpPr>
          <p:nvPr/>
        </p:nvSpPr>
        <p:spPr bwMode="auto">
          <a:xfrm>
            <a:off x="1762083" y="3634487"/>
            <a:ext cx="241300" cy="245533"/>
          </a:xfrm>
          <a:prstGeom prst="ellipse">
            <a:avLst/>
          </a:prstGeom>
          <a:solidFill>
            <a:schemeClr val="accent1">
              <a:lumMod val="40000"/>
              <a:lumOff val="60000"/>
            </a:schemeClr>
          </a:solidFill>
          <a:ln>
            <a:noFill/>
          </a:ln>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7" name="Oval 30"/>
          <p:cNvSpPr>
            <a:spLocks noChangeArrowheads="1"/>
          </p:cNvSpPr>
          <p:nvPr/>
        </p:nvSpPr>
        <p:spPr bwMode="auto">
          <a:xfrm>
            <a:off x="2162134" y="3634487"/>
            <a:ext cx="241300" cy="245533"/>
          </a:xfrm>
          <a:prstGeom prst="ellipse">
            <a:avLst/>
          </a:prstGeom>
          <a:solidFill>
            <a:schemeClr val="accent1">
              <a:lumMod val="40000"/>
              <a:lumOff val="60000"/>
            </a:schemeClr>
          </a:solidFill>
          <a:ln>
            <a:noFill/>
          </a:ln>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8" name="Oval 31"/>
          <p:cNvSpPr>
            <a:spLocks noChangeArrowheads="1"/>
          </p:cNvSpPr>
          <p:nvPr/>
        </p:nvSpPr>
        <p:spPr bwMode="auto">
          <a:xfrm>
            <a:off x="2566417" y="3634487"/>
            <a:ext cx="241300" cy="245533"/>
          </a:xfrm>
          <a:prstGeom prst="ellipse">
            <a:avLst/>
          </a:prstGeom>
          <a:solidFill>
            <a:schemeClr val="accent2">
              <a:lumMod val="40000"/>
              <a:lumOff val="60000"/>
            </a:schemeClr>
          </a:solidFill>
          <a:ln>
            <a:noFill/>
          </a:ln>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9" name="Oval 32"/>
          <p:cNvSpPr>
            <a:spLocks noChangeArrowheads="1"/>
          </p:cNvSpPr>
          <p:nvPr/>
        </p:nvSpPr>
        <p:spPr bwMode="auto">
          <a:xfrm>
            <a:off x="2966467" y="3634487"/>
            <a:ext cx="241300" cy="245533"/>
          </a:xfrm>
          <a:prstGeom prst="ellipse">
            <a:avLst/>
          </a:prstGeom>
          <a:solidFill>
            <a:schemeClr val="accent2"/>
          </a:solidFill>
          <a:ln>
            <a:noFill/>
          </a:ln>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0" name="Oval 33"/>
          <p:cNvSpPr>
            <a:spLocks noChangeArrowheads="1"/>
          </p:cNvSpPr>
          <p:nvPr/>
        </p:nvSpPr>
        <p:spPr bwMode="auto">
          <a:xfrm>
            <a:off x="3366517" y="3634487"/>
            <a:ext cx="241300" cy="245533"/>
          </a:xfrm>
          <a:prstGeom prst="ellipse">
            <a:avLst/>
          </a:prstGeom>
          <a:solidFill>
            <a:schemeClr val="accent2">
              <a:lumMod val="40000"/>
              <a:lumOff val="60000"/>
            </a:schemeClr>
          </a:solidFill>
          <a:ln>
            <a:noFill/>
          </a:ln>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1" name="Oval 34"/>
          <p:cNvSpPr>
            <a:spLocks noChangeArrowheads="1"/>
          </p:cNvSpPr>
          <p:nvPr/>
        </p:nvSpPr>
        <p:spPr bwMode="auto">
          <a:xfrm>
            <a:off x="3770801" y="3634487"/>
            <a:ext cx="241300" cy="245533"/>
          </a:xfrm>
          <a:prstGeom prst="ellipse">
            <a:avLst/>
          </a:prstGeom>
          <a:solidFill>
            <a:schemeClr val="accent2">
              <a:lumMod val="40000"/>
              <a:lumOff val="60000"/>
            </a:schemeClr>
          </a:solidFill>
          <a:ln>
            <a:noFill/>
          </a:ln>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2" name="Oval 35"/>
          <p:cNvSpPr>
            <a:spLocks noChangeArrowheads="1"/>
          </p:cNvSpPr>
          <p:nvPr/>
        </p:nvSpPr>
        <p:spPr bwMode="auto">
          <a:xfrm>
            <a:off x="4170850" y="3634487"/>
            <a:ext cx="241300" cy="245533"/>
          </a:xfrm>
          <a:prstGeom prst="ellipse">
            <a:avLst/>
          </a:prstGeom>
          <a:solidFill>
            <a:schemeClr val="accent2">
              <a:lumMod val="40000"/>
              <a:lumOff val="60000"/>
            </a:schemeClr>
          </a:solidFill>
          <a:ln>
            <a:noFill/>
          </a:ln>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3" name="Oval 36"/>
          <p:cNvSpPr>
            <a:spLocks noChangeArrowheads="1"/>
          </p:cNvSpPr>
          <p:nvPr/>
        </p:nvSpPr>
        <p:spPr bwMode="auto">
          <a:xfrm>
            <a:off x="4575133" y="3634487"/>
            <a:ext cx="237067" cy="245533"/>
          </a:xfrm>
          <a:prstGeom prst="ellipse">
            <a:avLst/>
          </a:prstGeom>
          <a:solidFill>
            <a:schemeClr val="accent3">
              <a:lumMod val="40000"/>
              <a:lumOff val="60000"/>
            </a:schemeClr>
          </a:solidFill>
          <a:ln>
            <a:noFill/>
          </a:ln>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4" name="Oval 37"/>
          <p:cNvSpPr>
            <a:spLocks noChangeArrowheads="1"/>
          </p:cNvSpPr>
          <p:nvPr/>
        </p:nvSpPr>
        <p:spPr bwMode="auto">
          <a:xfrm>
            <a:off x="4975183" y="3634487"/>
            <a:ext cx="241300" cy="245533"/>
          </a:xfrm>
          <a:prstGeom prst="ellipse">
            <a:avLst/>
          </a:prstGeom>
          <a:solidFill>
            <a:schemeClr val="accent3"/>
          </a:solidFill>
          <a:ln>
            <a:noFill/>
          </a:ln>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5" name="Oval 38"/>
          <p:cNvSpPr>
            <a:spLocks noChangeArrowheads="1"/>
          </p:cNvSpPr>
          <p:nvPr/>
        </p:nvSpPr>
        <p:spPr bwMode="auto">
          <a:xfrm>
            <a:off x="5375234" y="3634487"/>
            <a:ext cx="241300" cy="245533"/>
          </a:xfrm>
          <a:prstGeom prst="ellipse">
            <a:avLst/>
          </a:prstGeom>
          <a:solidFill>
            <a:schemeClr val="accent3">
              <a:lumMod val="40000"/>
              <a:lumOff val="60000"/>
            </a:schemeClr>
          </a:solidFill>
          <a:ln>
            <a:noFill/>
          </a:ln>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6" name="Oval 39"/>
          <p:cNvSpPr>
            <a:spLocks noChangeArrowheads="1"/>
          </p:cNvSpPr>
          <p:nvPr/>
        </p:nvSpPr>
        <p:spPr bwMode="auto">
          <a:xfrm>
            <a:off x="5779517" y="3634487"/>
            <a:ext cx="241300" cy="245533"/>
          </a:xfrm>
          <a:prstGeom prst="ellipse">
            <a:avLst/>
          </a:prstGeom>
          <a:solidFill>
            <a:schemeClr val="accent3">
              <a:lumMod val="40000"/>
              <a:lumOff val="60000"/>
            </a:schemeClr>
          </a:solidFill>
          <a:ln>
            <a:noFill/>
          </a:ln>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7" name="Oval 40"/>
          <p:cNvSpPr>
            <a:spLocks noChangeArrowheads="1"/>
          </p:cNvSpPr>
          <p:nvPr/>
        </p:nvSpPr>
        <p:spPr bwMode="auto">
          <a:xfrm>
            <a:off x="6179567" y="3634487"/>
            <a:ext cx="241300" cy="245533"/>
          </a:xfrm>
          <a:prstGeom prst="ellipse">
            <a:avLst/>
          </a:prstGeom>
          <a:solidFill>
            <a:schemeClr val="accent3">
              <a:lumMod val="40000"/>
              <a:lumOff val="60000"/>
            </a:schemeClr>
          </a:solidFill>
          <a:ln>
            <a:noFill/>
          </a:ln>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8" name="Oval 41"/>
          <p:cNvSpPr>
            <a:spLocks noChangeArrowheads="1"/>
          </p:cNvSpPr>
          <p:nvPr/>
        </p:nvSpPr>
        <p:spPr bwMode="auto">
          <a:xfrm>
            <a:off x="6579617" y="3634487"/>
            <a:ext cx="243417" cy="245533"/>
          </a:xfrm>
          <a:prstGeom prst="ellipse">
            <a:avLst/>
          </a:prstGeom>
          <a:solidFill>
            <a:schemeClr val="accent4">
              <a:lumMod val="40000"/>
              <a:lumOff val="60000"/>
            </a:schemeClr>
          </a:solidFill>
          <a:ln>
            <a:noFill/>
          </a:ln>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9" name="Oval 42"/>
          <p:cNvSpPr>
            <a:spLocks noChangeArrowheads="1"/>
          </p:cNvSpPr>
          <p:nvPr/>
        </p:nvSpPr>
        <p:spPr bwMode="auto">
          <a:xfrm>
            <a:off x="6983901" y="3634487"/>
            <a:ext cx="241300" cy="245533"/>
          </a:xfrm>
          <a:prstGeom prst="ellipse">
            <a:avLst/>
          </a:prstGeom>
          <a:solidFill>
            <a:schemeClr val="accent4"/>
          </a:solidFill>
          <a:ln>
            <a:noFill/>
          </a:ln>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0" name="Oval 43"/>
          <p:cNvSpPr>
            <a:spLocks noChangeArrowheads="1"/>
          </p:cNvSpPr>
          <p:nvPr/>
        </p:nvSpPr>
        <p:spPr bwMode="auto">
          <a:xfrm>
            <a:off x="7383950" y="3634487"/>
            <a:ext cx="243417" cy="245533"/>
          </a:xfrm>
          <a:prstGeom prst="ellipse">
            <a:avLst/>
          </a:prstGeom>
          <a:solidFill>
            <a:schemeClr val="accent4">
              <a:lumMod val="40000"/>
              <a:lumOff val="60000"/>
            </a:schemeClr>
          </a:solidFill>
          <a:ln>
            <a:noFill/>
          </a:ln>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1" name="Oval 44"/>
          <p:cNvSpPr>
            <a:spLocks noChangeArrowheads="1"/>
          </p:cNvSpPr>
          <p:nvPr/>
        </p:nvSpPr>
        <p:spPr bwMode="auto">
          <a:xfrm>
            <a:off x="7786117" y="3634487"/>
            <a:ext cx="241300" cy="245533"/>
          </a:xfrm>
          <a:prstGeom prst="ellipse">
            <a:avLst/>
          </a:prstGeom>
          <a:solidFill>
            <a:schemeClr val="accent4">
              <a:lumMod val="40000"/>
              <a:lumOff val="60000"/>
            </a:schemeClr>
          </a:solidFill>
          <a:ln>
            <a:noFill/>
          </a:ln>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2" name="Oval 45"/>
          <p:cNvSpPr>
            <a:spLocks noChangeArrowheads="1"/>
          </p:cNvSpPr>
          <p:nvPr/>
        </p:nvSpPr>
        <p:spPr bwMode="auto">
          <a:xfrm>
            <a:off x="8188284" y="3634487"/>
            <a:ext cx="243417" cy="245533"/>
          </a:xfrm>
          <a:prstGeom prst="ellipse">
            <a:avLst/>
          </a:prstGeom>
          <a:solidFill>
            <a:schemeClr val="accent5">
              <a:lumMod val="40000"/>
              <a:lumOff val="60000"/>
            </a:schemeClr>
          </a:solidFill>
          <a:ln>
            <a:noFill/>
          </a:ln>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3" name="Oval 46"/>
          <p:cNvSpPr>
            <a:spLocks noChangeArrowheads="1"/>
          </p:cNvSpPr>
          <p:nvPr/>
        </p:nvSpPr>
        <p:spPr bwMode="auto">
          <a:xfrm>
            <a:off x="8590450" y="3634487"/>
            <a:ext cx="241300" cy="245533"/>
          </a:xfrm>
          <a:prstGeom prst="ellipse">
            <a:avLst/>
          </a:prstGeom>
          <a:solidFill>
            <a:schemeClr val="accent5"/>
          </a:solidFill>
          <a:ln>
            <a:noFill/>
          </a:ln>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4" name="Oval 47"/>
          <p:cNvSpPr>
            <a:spLocks noChangeArrowheads="1"/>
          </p:cNvSpPr>
          <p:nvPr/>
        </p:nvSpPr>
        <p:spPr bwMode="auto">
          <a:xfrm>
            <a:off x="8990501" y="3634487"/>
            <a:ext cx="241300" cy="245533"/>
          </a:xfrm>
          <a:prstGeom prst="ellipse">
            <a:avLst/>
          </a:prstGeom>
          <a:solidFill>
            <a:schemeClr val="accent5">
              <a:lumMod val="40000"/>
              <a:lumOff val="60000"/>
            </a:schemeClr>
          </a:solidFill>
          <a:ln>
            <a:noFill/>
          </a:ln>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5" name="Oval 48"/>
          <p:cNvSpPr>
            <a:spLocks noChangeArrowheads="1"/>
          </p:cNvSpPr>
          <p:nvPr/>
        </p:nvSpPr>
        <p:spPr bwMode="auto">
          <a:xfrm>
            <a:off x="9394783" y="3634487"/>
            <a:ext cx="241300" cy="245533"/>
          </a:xfrm>
          <a:prstGeom prst="ellipse">
            <a:avLst/>
          </a:prstGeom>
          <a:solidFill>
            <a:schemeClr val="accent5">
              <a:lumMod val="40000"/>
              <a:lumOff val="60000"/>
            </a:schemeClr>
          </a:solidFill>
          <a:ln>
            <a:noFill/>
          </a:ln>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6" name="Oval 49"/>
          <p:cNvSpPr>
            <a:spLocks noChangeArrowheads="1"/>
          </p:cNvSpPr>
          <p:nvPr/>
        </p:nvSpPr>
        <p:spPr bwMode="auto">
          <a:xfrm>
            <a:off x="9794834" y="3634487"/>
            <a:ext cx="241300" cy="245533"/>
          </a:xfrm>
          <a:prstGeom prst="ellipse">
            <a:avLst/>
          </a:prstGeom>
          <a:solidFill>
            <a:schemeClr val="accent5">
              <a:lumMod val="40000"/>
              <a:lumOff val="60000"/>
            </a:schemeClr>
          </a:solidFill>
          <a:ln>
            <a:noFill/>
          </a:ln>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7" name="Oval 50"/>
          <p:cNvSpPr>
            <a:spLocks noChangeArrowheads="1"/>
          </p:cNvSpPr>
          <p:nvPr/>
        </p:nvSpPr>
        <p:spPr bwMode="auto">
          <a:xfrm>
            <a:off x="10199116" y="3634487"/>
            <a:ext cx="237067" cy="245533"/>
          </a:xfrm>
          <a:prstGeom prst="ellipse">
            <a:avLst/>
          </a:prstGeom>
          <a:solidFill>
            <a:schemeClr val="accent5">
              <a:lumMod val="40000"/>
              <a:lumOff val="60000"/>
            </a:schemeClr>
          </a:solidFill>
          <a:ln>
            <a:noFill/>
          </a:ln>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8" name="Freeform 51"/>
          <p:cNvSpPr>
            <a:spLocks/>
          </p:cNvSpPr>
          <p:nvPr/>
        </p:nvSpPr>
        <p:spPr bwMode="auto">
          <a:xfrm>
            <a:off x="10594933" y="3621788"/>
            <a:ext cx="493184" cy="497417"/>
          </a:xfrm>
          <a:custGeom>
            <a:avLst/>
            <a:gdLst>
              <a:gd name="T0" fmla="*/ 135 w 149"/>
              <a:gd name="T1" fmla="*/ 66 h 149"/>
              <a:gd name="T2" fmla="*/ 140 w 149"/>
              <a:gd name="T3" fmla="*/ 60 h 149"/>
              <a:gd name="T4" fmla="*/ 135 w 149"/>
              <a:gd name="T5" fmla="*/ 14 h 149"/>
              <a:gd name="T6" fmla="*/ 89 w 149"/>
              <a:gd name="T7" fmla="*/ 9 h 149"/>
              <a:gd name="T8" fmla="*/ 83 w 149"/>
              <a:gd name="T9" fmla="*/ 14 h 149"/>
              <a:gd name="T10" fmla="*/ 14 w 149"/>
              <a:gd name="T11" fmla="*/ 83 h 149"/>
              <a:gd name="T12" fmla="*/ 10 w 149"/>
              <a:gd name="T13" fmla="*/ 89 h 149"/>
              <a:gd name="T14" fmla="*/ 14 w 149"/>
              <a:gd name="T15" fmla="*/ 135 h 149"/>
              <a:gd name="T16" fmla="*/ 60 w 149"/>
              <a:gd name="T17" fmla="*/ 139 h 149"/>
              <a:gd name="T18" fmla="*/ 66 w 149"/>
              <a:gd name="T19" fmla="*/ 135 h 149"/>
              <a:gd name="T20" fmla="*/ 135 w 149"/>
              <a:gd name="T21" fmla="*/ 66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9" h="149">
                <a:moveTo>
                  <a:pt x="135" y="66"/>
                </a:moveTo>
                <a:cubicBezTo>
                  <a:pt x="137" y="64"/>
                  <a:pt x="138" y="62"/>
                  <a:pt x="140" y="60"/>
                </a:cubicBezTo>
                <a:cubicBezTo>
                  <a:pt x="149" y="46"/>
                  <a:pt x="147" y="27"/>
                  <a:pt x="135" y="14"/>
                </a:cubicBezTo>
                <a:cubicBezTo>
                  <a:pt x="122" y="2"/>
                  <a:pt x="103" y="0"/>
                  <a:pt x="89" y="9"/>
                </a:cubicBezTo>
                <a:cubicBezTo>
                  <a:pt x="87" y="11"/>
                  <a:pt x="85" y="12"/>
                  <a:pt x="83" y="14"/>
                </a:cubicBezTo>
                <a:cubicBezTo>
                  <a:pt x="14" y="83"/>
                  <a:pt x="14" y="83"/>
                  <a:pt x="14" y="83"/>
                </a:cubicBezTo>
                <a:cubicBezTo>
                  <a:pt x="12" y="85"/>
                  <a:pt x="11" y="87"/>
                  <a:pt x="10" y="89"/>
                </a:cubicBezTo>
                <a:cubicBezTo>
                  <a:pt x="0" y="103"/>
                  <a:pt x="1" y="122"/>
                  <a:pt x="14" y="135"/>
                </a:cubicBezTo>
                <a:cubicBezTo>
                  <a:pt x="26" y="148"/>
                  <a:pt x="46" y="149"/>
                  <a:pt x="60" y="139"/>
                </a:cubicBezTo>
                <a:cubicBezTo>
                  <a:pt x="62" y="138"/>
                  <a:pt x="64" y="137"/>
                  <a:pt x="66" y="135"/>
                </a:cubicBezTo>
                <a:lnTo>
                  <a:pt x="135" y="66"/>
                </a:lnTo>
                <a:close/>
              </a:path>
            </a:pathLst>
          </a:custGeom>
          <a:solidFill>
            <a:schemeClr val="accent5">
              <a:alpha val="50000"/>
            </a:schemeClr>
          </a:solidFill>
          <a:ln>
            <a:noFill/>
          </a:ln>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9" name="Freeform 52"/>
          <p:cNvSpPr>
            <a:spLocks/>
          </p:cNvSpPr>
          <p:nvPr/>
        </p:nvSpPr>
        <p:spPr bwMode="auto">
          <a:xfrm>
            <a:off x="10594933" y="3393187"/>
            <a:ext cx="493184" cy="499533"/>
          </a:xfrm>
          <a:custGeom>
            <a:avLst/>
            <a:gdLst>
              <a:gd name="T0" fmla="*/ 65 w 149"/>
              <a:gd name="T1" fmla="*/ 14 h 149"/>
              <a:gd name="T2" fmla="*/ 59 w 149"/>
              <a:gd name="T3" fmla="*/ 9 h 149"/>
              <a:gd name="T4" fmla="*/ 14 w 149"/>
              <a:gd name="T5" fmla="*/ 14 h 149"/>
              <a:gd name="T6" fmla="*/ 9 w 149"/>
              <a:gd name="T7" fmla="*/ 60 h 149"/>
              <a:gd name="T8" fmla="*/ 14 w 149"/>
              <a:gd name="T9" fmla="*/ 65 h 149"/>
              <a:gd name="T10" fmla="*/ 83 w 149"/>
              <a:gd name="T11" fmla="*/ 135 h 149"/>
              <a:gd name="T12" fmla="*/ 88 w 149"/>
              <a:gd name="T13" fmla="*/ 139 h 149"/>
              <a:gd name="T14" fmla="*/ 135 w 149"/>
              <a:gd name="T15" fmla="*/ 135 h 149"/>
              <a:gd name="T16" fmla="*/ 139 w 149"/>
              <a:gd name="T17" fmla="*/ 88 h 149"/>
              <a:gd name="T18" fmla="*/ 135 w 149"/>
              <a:gd name="T19" fmla="*/ 83 h 149"/>
              <a:gd name="T20" fmla="*/ 65 w 149"/>
              <a:gd name="T21" fmla="*/ 1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9" h="149">
                <a:moveTo>
                  <a:pt x="65" y="14"/>
                </a:moveTo>
                <a:cubicBezTo>
                  <a:pt x="64" y="12"/>
                  <a:pt x="62" y="10"/>
                  <a:pt x="59" y="9"/>
                </a:cubicBezTo>
                <a:cubicBezTo>
                  <a:pt x="45" y="0"/>
                  <a:pt x="26" y="1"/>
                  <a:pt x="14" y="14"/>
                </a:cubicBezTo>
                <a:cubicBezTo>
                  <a:pt x="1" y="26"/>
                  <a:pt x="0" y="46"/>
                  <a:pt x="9" y="60"/>
                </a:cubicBezTo>
                <a:cubicBezTo>
                  <a:pt x="10" y="62"/>
                  <a:pt x="12" y="64"/>
                  <a:pt x="14" y="65"/>
                </a:cubicBezTo>
                <a:cubicBezTo>
                  <a:pt x="83" y="135"/>
                  <a:pt x="83" y="135"/>
                  <a:pt x="83" y="135"/>
                </a:cubicBezTo>
                <a:cubicBezTo>
                  <a:pt x="85" y="137"/>
                  <a:pt x="86" y="138"/>
                  <a:pt x="88" y="139"/>
                </a:cubicBezTo>
                <a:cubicBezTo>
                  <a:pt x="102" y="149"/>
                  <a:pt x="122" y="148"/>
                  <a:pt x="135" y="135"/>
                </a:cubicBezTo>
                <a:cubicBezTo>
                  <a:pt x="147" y="122"/>
                  <a:pt x="149" y="103"/>
                  <a:pt x="139" y="88"/>
                </a:cubicBezTo>
                <a:cubicBezTo>
                  <a:pt x="138" y="87"/>
                  <a:pt x="136" y="85"/>
                  <a:pt x="135" y="83"/>
                </a:cubicBezTo>
                <a:lnTo>
                  <a:pt x="65" y="14"/>
                </a:lnTo>
                <a:close/>
              </a:path>
            </a:pathLst>
          </a:custGeom>
          <a:solidFill>
            <a:schemeClr val="accent5">
              <a:alpha val="50000"/>
            </a:schemeClr>
          </a:solidFill>
          <a:ln>
            <a:noFill/>
          </a:ln>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cxnSp>
        <p:nvCxnSpPr>
          <p:cNvPr id="30" name="Straight Connector 29"/>
          <p:cNvCxnSpPr/>
          <p:nvPr/>
        </p:nvCxnSpPr>
        <p:spPr>
          <a:xfrm flipV="1">
            <a:off x="1055116" y="2382479"/>
            <a:ext cx="0" cy="1358900"/>
          </a:xfrm>
          <a:prstGeom prst="line">
            <a:avLst/>
          </a:prstGeom>
          <a:ln w="12700">
            <a:headEnd type="none"/>
            <a:tailEnd type="ova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3080767" y="3803821"/>
            <a:ext cx="0" cy="1358900"/>
          </a:xfrm>
          <a:prstGeom prst="line">
            <a:avLst/>
          </a:prstGeom>
          <a:ln w="12700">
            <a:solidFill>
              <a:schemeClr val="accent2"/>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5108533" y="2382479"/>
            <a:ext cx="0" cy="1358900"/>
          </a:xfrm>
          <a:prstGeom prst="line">
            <a:avLst/>
          </a:prstGeom>
          <a:ln w="12700">
            <a:solidFill>
              <a:schemeClr val="accent3"/>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7096084" y="3803821"/>
            <a:ext cx="0" cy="1358900"/>
          </a:xfrm>
          <a:prstGeom prst="line">
            <a:avLst/>
          </a:prstGeom>
          <a:ln w="12700">
            <a:solidFill>
              <a:schemeClr val="accent4"/>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8687817" y="2382479"/>
            <a:ext cx="0" cy="1358900"/>
          </a:xfrm>
          <a:prstGeom prst="line">
            <a:avLst/>
          </a:prstGeom>
          <a:ln w="12700">
            <a:solidFill>
              <a:schemeClr val="accent5"/>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1781134" y="2167120"/>
            <a:ext cx="1976073" cy="338554"/>
          </a:xfrm>
          <a:prstGeom prst="rect">
            <a:avLst/>
          </a:prstGeom>
          <a:noFill/>
        </p:spPr>
        <p:txBody>
          <a:bodyPr wrap="square" rtlCol="0">
            <a:spAutoFit/>
          </a:bodyPr>
          <a:lstStyle/>
          <a:p>
            <a:r>
              <a:rPr lang="id-ID" sz="1600"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Brief</a:t>
            </a:r>
          </a:p>
        </p:txBody>
      </p:sp>
      <p:sp>
        <p:nvSpPr>
          <p:cNvPr id="36" name="Rectangle 35"/>
          <p:cNvSpPr/>
          <p:nvPr/>
        </p:nvSpPr>
        <p:spPr>
          <a:xfrm>
            <a:off x="1781133" y="2411391"/>
            <a:ext cx="2534873" cy="894347"/>
          </a:xfrm>
          <a:prstGeom prst="rect">
            <a:avLst/>
          </a:prstGeom>
        </p:spPr>
        <p:txBody>
          <a:bodyPr wrap="square">
            <a:spAutoFit/>
          </a:bodyPr>
          <a:lstStyle/>
          <a:p>
            <a:pPr algn="just">
              <a:lnSpc>
                <a:spcPct val="150000"/>
              </a:lnSpc>
            </a:pPr>
            <a:r>
              <a:rPr lang="en-US" sz="1200"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Contrary to It has roots in a piece of classical Latin literature from 45 BC. </a:t>
            </a:r>
            <a:endParaRPr lang="en-US" sz="1200" b="1"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7" name="TextBox 36"/>
          <p:cNvSpPr txBox="1"/>
          <p:nvPr/>
        </p:nvSpPr>
        <p:spPr>
          <a:xfrm>
            <a:off x="5716017" y="2167120"/>
            <a:ext cx="1976073" cy="338554"/>
          </a:xfrm>
          <a:prstGeom prst="rect">
            <a:avLst/>
          </a:prstGeom>
          <a:noFill/>
        </p:spPr>
        <p:txBody>
          <a:bodyPr wrap="square" rtlCol="0">
            <a:spAutoFit/>
          </a:bodyPr>
          <a:lstStyle/>
          <a:p>
            <a:r>
              <a:rPr lang="id-ID" sz="1600"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Development</a:t>
            </a:r>
          </a:p>
        </p:txBody>
      </p:sp>
      <p:sp>
        <p:nvSpPr>
          <p:cNvPr id="38" name="Rectangle 37"/>
          <p:cNvSpPr/>
          <p:nvPr/>
        </p:nvSpPr>
        <p:spPr>
          <a:xfrm>
            <a:off x="5716016" y="2411391"/>
            <a:ext cx="2534873" cy="894347"/>
          </a:xfrm>
          <a:prstGeom prst="rect">
            <a:avLst/>
          </a:prstGeom>
        </p:spPr>
        <p:txBody>
          <a:bodyPr wrap="square">
            <a:spAutoFit/>
          </a:bodyPr>
          <a:lstStyle/>
          <a:p>
            <a:pPr algn="just">
              <a:lnSpc>
                <a:spcPct val="150000"/>
              </a:lnSpc>
            </a:pPr>
            <a:r>
              <a:rPr lang="en-US" sz="1200"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Contrary to It has roots in a piece of classical Latin literature from 45 BC. </a:t>
            </a:r>
            <a:endParaRPr lang="en-US" sz="1200" b="1"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9" name="TextBox 38"/>
          <p:cNvSpPr txBox="1"/>
          <p:nvPr/>
        </p:nvSpPr>
        <p:spPr>
          <a:xfrm>
            <a:off x="9315576" y="2167120"/>
            <a:ext cx="1976073" cy="338554"/>
          </a:xfrm>
          <a:prstGeom prst="rect">
            <a:avLst/>
          </a:prstGeom>
          <a:noFill/>
        </p:spPr>
        <p:txBody>
          <a:bodyPr wrap="square" rtlCol="0">
            <a:spAutoFit/>
          </a:bodyPr>
          <a:lstStyle/>
          <a:p>
            <a:r>
              <a:rPr lang="id-ID" sz="1600"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Tuning</a:t>
            </a:r>
          </a:p>
        </p:txBody>
      </p:sp>
      <p:sp>
        <p:nvSpPr>
          <p:cNvPr id="40" name="Rectangle 39"/>
          <p:cNvSpPr/>
          <p:nvPr/>
        </p:nvSpPr>
        <p:spPr>
          <a:xfrm>
            <a:off x="9315574" y="2411391"/>
            <a:ext cx="2534873" cy="894347"/>
          </a:xfrm>
          <a:prstGeom prst="rect">
            <a:avLst/>
          </a:prstGeom>
        </p:spPr>
        <p:txBody>
          <a:bodyPr wrap="square">
            <a:spAutoFit/>
          </a:bodyPr>
          <a:lstStyle/>
          <a:p>
            <a:pPr algn="just">
              <a:lnSpc>
                <a:spcPct val="150000"/>
              </a:lnSpc>
            </a:pPr>
            <a:r>
              <a:rPr lang="en-US" sz="1200"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Contrary to It has roots in a piece of classical Latin literature from 45 BC. </a:t>
            </a:r>
            <a:endParaRPr lang="en-US" sz="1200" b="1"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1" name="TextBox 40"/>
          <p:cNvSpPr txBox="1"/>
          <p:nvPr/>
        </p:nvSpPr>
        <p:spPr>
          <a:xfrm>
            <a:off x="3790744" y="4290654"/>
            <a:ext cx="1976073" cy="338554"/>
          </a:xfrm>
          <a:prstGeom prst="rect">
            <a:avLst/>
          </a:prstGeom>
          <a:noFill/>
        </p:spPr>
        <p:txBody>
          <a:bodyPr wrap="square" rtlCol="0">
            <a:spAutoFit/>
          </a:bodyPr>
          <a:lstStyle/>
          <a:p>
            <a:r>
              <a:rPr lang="id-ID" sz="1600"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Idea</a:t>
            </a:r>
          </a:p>
        </p:txBody>
      </p:sp>
      <p:sp>
        <p:nvSpPr>
          <p:cNvPr id="42" name="Rectangle 41"/>
          <p:cNvSpPr/>
          <p:nvPr/>
        </p:nvSpPr>
        <p:spPr>
          <a:xfrm>
            <a:off x="3790742" y="4534925"/>
            <a:ext cx="2534873" cy="894347"/>
          </a:xfrm>
          <a:prstGeom prst="rect">
            <a:avLst/>
          </a:prstGeom>
        </p:spPr>
        <p:txBody>
          <a:bodyPr wrap="square">
            <a:spAutoFit/>
          </a:bodyPr>
          <a:lstStyle/>
          <a:p>
            <a:pPr algn="just">
              <a:lnSpc>
                <a:spcPct val="150000"/>
              </a:lnSpc>
            </a:pPr>
            <a:r>
              <a:rPr lang="en-US" sz="1200"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Contrary to It has roots in a piece of classical Latin literature from 45 BC. </a:t>
            </a:r>
            <a:endParaRPr lang="en-US" sz="1200" b="1"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3" name="TextBox 42"/>
          <p:cNvSpPr txBox="1"/>
          <p:nvPr/>
        </p:nvSpPr>
        <p:spPr>
          <a:xfrm>
            <a:off x="7789126" y="4290654"/>
            <a:ext cx="1976073" cy="338554"/>
          </a:xfrm>
          <a:prstGeom prst="rect">
            <a:avLst/>
          </a:prstGeom>
          <a:noFill/>
        </p:spPr>
        <p:txBody>
          <a:bodyPr wrap="square" rtlCol="0">
            <a:spAutoFit/>
          </a:bodyPr>
          <a:lstStyle/>
          <a:p>
            <a:r>
              <a:rPr lang="id-ID" sz="1600"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Testing</a:t>
            </a:r>
          </a:p>
        </p:txBody>
      </p:sp>
      <p:sp>
        <p:nvSpPr>
          <p:cNvPr id="44" name="Rectangle 43"/>
          <p:cNvSpPr/>
          <p:nvPr/>
        </p:nvSpPr>
        <p:spPr>
          <a:xfrm>
            <a:off x="7789125" y="4534925"/>
            <a:ext cx="2534873" cy="894347"/>
          </a:xfrm>
          <a:prstGeom prst="rect">
            <a:avLst/>
          </a:prstGeom>
        </p:spPr>
        <p:txBody>
          <a:bodyPr wrap="square">
            <a:spAutoFit/>
          </a:bodyPr>
          <a:lstStyle/>
          <a:p>
            <a:pPr algn="just">
              <a:lnSpc>
                <a:spcPct val="150000"/>
              </a:lnSpc>
            </a:pPr>
            <a:r>
              <a:rPr lang="en-US" sz="1200"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Contrary to It has roots in a piece of classical Latin literature from 45 BC. </a:t>
            </a:r>
            <a:endParaRPr lang="en-US" sz="1200" b="1"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45" name="Group 44"/>
          <p:cNvGrpSpPr/>
          <p:nvPr/>
        </p:nvGrpSpPr>
        <p:grpSpPr>
          <a:xfrm>
            <a:off x="1273134" y="2242071"/>
            <a:ext cx="480485" cy="408644"/>
            <a:chOff x="73025" y="504825"/>
            <a:chExt cx="987425" cy="839788"/>
          </a:xfrm>
          <a:solidFill>
            <a:schemeClr val="accent1"/>
          </a:solidFill>
        </p:grpSpPr>
        <p:sp>
          <p:nvSpPr>
            <p:cNvPr id="46" name="Freeform 56"/>
            <p:cNvSpPr>
              <a:spLocks noEditPoints="1"/>
            </p:cNvSpPr>
            <p:nvPr/>
          </p:nvSpPr>
          <p:spPr bwMode="auto">
            <a:xfrm>
              <a:off x="73025" y="504825"/>
              <a:ext cx="987425" cy="839788"/>
            </a:xfrm>
            <a:custGeom>
              <a:avLst/>
              <a:gdLst>
                <a:gd name="T0" fmla="*/ 311 w 622"/>
                <a:gd name="T1" fmla="*/ 529 h 529"/>
                <a:gd name="T2" fmla="*/ 309 w 622"/>
                <a:gd name="T3" fmla="*/ 529 h 529"/>
                <a:gd name="T4" fmla="*/ 0 w 622"/>
                <a:gd name="T5" fmla="*/ 488 h 529"/>
                <a:gd name="T6" fmla="*/ 0 w 622"/>
                <a:gd name="T7" fmla="*/ 0 h 529"/>
                <a:gd name="T8" fmla="*/ 311 w 622"/>
                <a:gd name="T9" fmla="*/ 41 h 529"/>
                <a:gd name="T10" fmla="*/ 622 w 622"/>
                <a:gd name="T11" fmla="*/ 0 h 529"/>
                <a:gd name="T12" fmla="*/ 622 w 622"/>
                <a:gd name="T13" fmla="*/ 488 h 529"/>
                <a:gd name="T14" fmla="*/ 311 w 622"/>
                <a:gd name="T15" fmla="*/ 529 h 529"/>
                <a:gd name="T16" fmla="*/ 29 w 622"/>
                <a:gd name="T17" fmla="*/ 464 h 529"/>
                <a:gd name="T18" fmla="*/ 311 w 622"/>
                <a:gd name="T19" fmla="*/ 500 h 529"/>
                <a:gd name="T20" fmla="*/ 593 w 622"/>
                <a:gd name="T21" fmla="*/ 464 h 529"/>
                <a:gd name="T22" fmla="*/ 593 w 622"/>
                <a:gd name="T23" fmla="*/ 33 h 529"/>
                <a:gd name="T24" fmla="*/ 311 w 622"/>
                <a:gd name="T25" fmla="*/ 69 h 529"/>
                <a:gd name="T26" fmla="*/ 309 w 622"/>
                <a:gd name="T27" fmla="*/ 69 h 529"/>
                <a:gd name="T28" fmla="*/ 29 w 622"/>
                <a:gd name="T29" fmla="*/ 33 h 529"/>
                <a:gd name="T30" fmla="*/ 29 w 622"/>
                <a:gd name="T31" fmla="*/ 464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22" h="529">
                  <a:moveTo>
                    <a:pt x="311" y="529"/>
                  </a:moveTo>
                  <a:lnTo>
                    <a:pt x="309" y="529"/>
                  </a:lnTo>
                  <a:lnTo>
                    <a:pt x="0" y="488"/>
                  </a:lnTo>
                  <a:lnTo>
                    <a:pt x="0" y="0"/>
                  </a:lnTo>
                  <a:lnTo>
                    <a:pt x="311" y="41"/>
                  </a:lnTo>
                  <a:lnTo>
                    <a:pt x="622" y="0"/>
                  </a:lnTo>
                  <a:lnTo>
                    <a:pt x="622" y="488"/>
                  </a:lnTo>
                  <a:lnTo>
                    <a:pt x="311" y="529"/>
                  </a:lnTo>
                  <a:close/>
                  <a:moveTo>
                    <a:pt x="29" y="464"/>
                  </a:moveTo>
                  <a:lnTo>
                    <a:pt x="311" y="500"/>
                  </a:lnTo>
                  <a:lnTo>
                    <a:pt x="593" y="464"/>
                  </a:lnTo>
                  <a:lnTo>
                    <a:pt x="593" y="33"/>
                  </a:lnTo>
                  <a:lnTo>
                    <a:pt x="311" y="69"/>
                  </a:lnTo>
                  <a:lnTo>
                    <a:pt x="309" y="69"/>
                  </a:lnTo>
                  <a:lnTo>
                    <a:pt x="29" y="33"/>
                  </a:lnTo>
                  <a:lnTo>
                    <a:pt x="29" y="4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7" name="Rectangle 57"/>
            <p:cNvSpPr>
              <a:spLocks noChangeArrowheads="1"/>
            </p:cNvSpPr>
            <p:nvPr/>
          </p:nvSpPr>
          <p:spPr bwMode="auto">
            <a:xfrm>
              <a:off x="544513" y="592138"/>
              <a:ext cx="44450" cy="7286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8" name="Freeform 58"/>
            <p:cNvSpPr>
              <a:spLocks/>
            </p:cNvSpPr>
            <p:nvPr/>
          </p:nvSpPr>
          <p:spPr bwMode="auto">
            <a:xfrm>
              <a:off x="711200" y="546100"/>
              <a:ext cx="166688" cy="342900"/>
            </a:xfrm>
            <a:custGeom>
              <a:avLst/>
              <a:gdLst>
                <a:gd name="T0" fmla="*/ 105 w 105"/>
                <a:gd name="T1" fmla="*/ 216 h 216"/>
                <a:gd name="T2" fmla="*/ 53 w 105"/>
                <a:gd name="T3" fmla="*/ 189 h 216"/>
                <a:gd name="T4" fmla="*/ 0 w 105"/>
                <a:gd name="T5" fmla="*/ 216 h 216"/>
                <a:gd name="T6" fmla="*/ 0 w 105"/>
                <a:gd name="T7" fmla="*/ 10 h 216"/>
                <a:gd name="T8" fmla="*/ 29 w 105"/>
                <a:gd name="T9" fmla="*/ 10 h 216"/>
                <a:gd name="T10" fmla="*/ 29 w 105"/>
                <a:gd name="T11" fmla="*/ 168 h 216"/>
                <a:gd name="T12" fmla="*/ 53 w 105"/>
                <a:gd name="T13" fmla="*/ 156 h 216"/>
                <a:gd name="T14" fmla="*/ 76 w 105"/>
                <a:gd name="T15" fmla="*/ 168 h 216"/>
                <a:gd name="T16" fmla="*/ 76 w 105"/>
                <a:gd name="T17" fmla="*/ 0 h 216"/>
                <a:gd name="T18" fmla="*/ 105 w 105"/>
                <a:gd name="T19" fmla="*/ 0 h 216"/>
                <a:gd name="T20" fmla="*/ 105 w 105"/>
                <a:gd name="T21" fmla="*/ 216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216">
                  <a:moveTo>
                    <a:pt x="105" y="216"/>
                  </a:moveTo>
                  <a:lnTo>
                    <a:pt x="53" y="189"/>
                  </a:lnTo>
                  <a:lnTo>
                    <a:pt x="0" y="216"/>
                  </a:lnTo>
                  <a:lnTo>
                    <a:pt x="0" y="10"/>
                  </a:lnTo>
                  <a:lnTo>
                    <a:pt x="29" y="10"/>
                  </a:lnTo>
                  <a:lnTo>
                    <a:pt x="29" y="168"/>
                  </a:lnTo>
                  <a:lnTo>
                    <a:pt x="53" y="156"/>
                  </a:lnTo>
                  <a:lnTo>
                    <a:pt x="76" y="168"/>
                  </a:lnTo>
                  <a:lnTo>
                    <a:pt x="76" y="0"/>
                  </a:lnTo>
                  <a:lnTo>
                    <a:pt x="105" y="0"/>
                  </a:lnTo>
                  <a:lnTo>
                    <a:pt x="105" y="2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9" name="Freeform 59"/>
            <p:cNvSpPr>
              <a:spLocks/>
            </p:cNvSpPr>
            <p:nvPr/>
          </p:nvSpPr>
          <p:spPr bwMode="auto">
            <a:xfrm>
              <a:off x="184150" y="660400"/>
              <a:ext cx="295275" cy="76200"/>
            </a:xfrm>
            <a:custGeom>
              <a:avLst/>
              <a:gdLst>
                <a:gd name="T0" fmla="*/ 181 w 186"/>
                <a:gd name="T1" fmla="*/ 48 h 48"/>
                <a:gd name="T2" fmla="*/ 0 w 186"/>
                <a:gd name="T3" fmla="*/ 29 h 48"/>
                <a:gd name="T4" fmla="*/ 4 w 186"/>
                <a:gd name="T5" fmla="*/ 0 h 48"/>
                <a:gd name="T6" fmla="*/ 186 w 186"/>
                <a:gd name="T7" fmla="*/ 19 h 48"/>
                <a:gd name="T8" fmla="*/ 181 w 186"/>
                <a:gd name="T9" fmla="*/ 48 h 48"/>
              </a:gdLst>
              <a:ahLst/>
              <a:cxnLst>
                <a:cxn ang="0">
                  <a:pos x="T0" y="T1"/>
                </a:cxn>
                <a:cxn ang="0">
                  <a:pos x="T2" y="T3"/>
                </a:cxn>
                <a:cxn ang="0">
                  <a:pos x="T4" y="T5"/>
                </a:cxn>
                <a:cxn ang="0">
                  <a:pos x="T6" y="T7"/>
                </a:cxn>
                <a:cxn ang="0">
                  <a:pos x="T8" y="T9"/>
                </a:cxn>
              </a:cxnLst>
              <a:rect l="0" t="0" r="r" b="b"/>
              <a:pathLst>
                <a:path w="186" h="48">
                  <a:moveTo>
                    <a:pt x="181" y="48"/>
                  </a:moveTo>
                  <a:lnTo>
                    <a:pt x="0" y="29"/>
                  </a:lnTo>
                  <a:lnTo>
                    <a:pt x="4" y="0"/>
                  </a:lnTo>
                  <a:lnTo>
                    <a:pt x="186" y="19"/>
                  </a:lnTo>
                  <a:lnTo>
                    <a:pt x="181"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0" name="Freeform 60"/>
            <p:cNvSpPr>
              <a:spLocks/>
            </p:cNvSpPr>
            <p:nvPr/>
          </p:nvSpPr>
          <p:spPr bwMode="auto">
            <a:xfrm>
              <a:off x="184150" y="812800"/>
              <a:ext cx="295275" cy="76200"/>
            </a:xfrm>
            <a:custGeom>
              <a:avLst/>
              <a:gdLst>
                <a:gd name="T0" fmla="*/ 181 w 186"/>
                <a:gd name="T1" fmla="*/ 48 h 48"/>
                <a:gd name="T2" fmla="*/ 0 w 186"/>
                <a:gd name="T3" fmla="*/ 28 h 48"/>
                <a:gd name="T4" fmla="*/ 4 w 186"/>
                <a:gd name="T5" fmla="*/ 0 h 48"/>
                <a:gd name="T6" fmla="*/ 186 w 186"/>
                <a:gd name="T7" fmla="*/ 19 h 48"/>
                <a:gd name="T8" fmla="*/ 181 w 186"/>
                <a:gd name="T9" fmla="*/ 48 h 48"/>
              </a:gdLst>
              <a:ahLst/>
              <a:cxnLst>
                <a:cxn ang="0">
                  <a:pos x="T0" y="T1"/>
                </a:cxn>
                <a:cxn ang="0">
                  <a:pos x="T2" y="T3"/>
                </a:cxn>
                <a:cxn ang="0">
                  <a:pos x="T4" y="T5"/>
                </a:cxn>
                <a:cxn ang="0">
                  <a:pos x="T6" y="T7"/>
                </a:cxn>
                <a:cxn ang="0">
                  <a:pos x="T8" y="T9"/>
                </a:cxn>
              </a:cxnLst>
              <a:rect l="0" t="0" r="r" b="b"/>
              <a:pathLst>
                <a:path w="186" h="48">
                  <a:moveTo>
                    <a:pt x="181" y="48"/>
                  </a:moveTo>
                  <a:lnTo>
                    <a:pt x="0" y="28"/>
                  </a:lnTo>
                  <a:lnTo>
                    <a:pt x="4" y="0"/>
                  </a:lnTo>
                  <a:lnTo>
                    <a:pt x="186" y="19"/>
                  </a:lnTo>
                  <a:lnTo>
                    <a:pt x="181"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1" name="Freeform 61"/>
            <p:cNvSpPr>
              <a:spLocks/>
            </p:cNvSpPr>
            <p:nvPr/>
          </p:nvSpPr>
          <p:spPr bwMode="auto">
            <a:xfrm>
              <a:off x="184150" y="963613"/>
              <a:ext cx="295275" cy="76200"/>
            </a:xfrm>
            <a:custGeom>
              <a:avLst/>
              <a:gdLst>
                <a:gd name="T0" fmla="*/ 181 w 186"/>
                <a:gd name="T1" fmla="*/ 48 h 48"/>
                <a:gd name="T2" fmla="*/ 0 w 186"/>
                <a:gd name="T3" fmla="*/ 29 h 48"/>
                <a:gd name="T4" fmla="*/ 4 w 186"/>
                <a:gd name="T5" fmla="*/ 0 h 48"/>
                <a:gd name="T6" fmla="*/ 186 w 186"/>
                <a:gd name="T7" fmla="*/ 20 h 48"/>
                <a:gd name="T8" fmla="*/ 181 w 186"/>
                <a:gd name="T9" fmla="*/ 48 h 48"/>
              </a:gdLst>
              <a:ahLst/>
              <a:cxnLst>
                <a:cxn ang="0">
                  <a:pos x="T0" y="T1"/>
                </a:cxn>
                <a:cxn ang="0">
                  <a:pos x="T2" y="T3"/>
                </a:cxn>
                <a:cxn ang="0">
                  <a:pos x="T4" y="T5"/>
                </a:cxn>
                <a:cxn ang="0">
                  <a:pos x="T6" y="T7"/>
                </a:cxn>
                <a:cxn ang="0">
                  <a:pos x="T8" y="T9"/>
                </a:cxn>
              </a:cxnLst>
              <a:rect l="0" t="0" r="r" b="b"/>
              <a:pathLst>
                <a:path w="186" h="48">
                  <a:moveTo>
                    <a:pt x="181" y="48"/>
                  </a:moveTo>
                  <a:lnTo>
                    <a:pt x="0" y="29"/>
                  </a:lnTo>
                  <a:lnTo>
                    <a:pt x="4" y="0"/>
                  </a:lnTo>
                  <a:lnTo>
                    <a:pt x="186" y="20"/>
                  </a:lnTo>
                  <a:lnTo>
                    <a:pt x="181"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2" name="Freeform 62"/>
            <p:cNvSpPr>
              <a:spLocks/>
            </p:cNvSpPr>
            <p:nvPr/>
          </p:nvSpPr>
          <p:spPr bwMode="auto">
            <a:xfrm>
              <a:off x="184150" y="1116013"/>
              <a:ext cx="295275" cy="76200"/>
            </a:xfrm>
            <a:custGeom>
              <a:avLst/>
              <a:gdLst>
                <a:gd name="T0" fmla="*/ 181 w 186"/>
                <a:gd name="T1" fmla="*/ 48 h 48"/>
                <a:gd name="T2" fmla="*/ 0 w 186"/>
                <a:gd name="T3" fmla="*/ 29 h 48"/>
                <a:gd name="T4" fmla="*/ 4 w 186"/>
                <a:gd name="T5" fmla="*/ 0 h 48"/>
                <a:gd name="T6" fmla="*/ 186 w 186"/>
                <a:gd name="T7" fmla="*/ 19 h 48"/>
                <a:gd name="T8" fmla="*/ 181 w 186"/>
                <a:gd name="T9" fmla="*/ 48 h 48"/>
              </a:gdLst>
              <a:ahLst/>
              <a:cxnLst>
                <a:cxn ang="0">
                  <a:pos x="T0" y="T1"/>
                </a:cxn>
                <a:cxn ang="0">
                  <a:pos x="T2" y="T3"/>
                </a:cxn>
                <a:cxn ang="0">
                  <a:pos x="T4" y="T5"/>
                </a:cxn>
                <a:cxn ang="0">
                  <a:pos x="T6" y="T7"/>
                </a:cxn>
                <a:cxn ang="0">
                  <a:pos x="T8" y="T9"/>
                </a:cxn>
              </a:cxnLst>
              <a:rect l="0" t="0" r="r" b="b"/>
              <a:pathLst>
                <a:path w="186" h="48">
                  <a:moveTo>
                    <a:pt x="181" y="48"/>
                  </a:moveTo>
                  <a:lnTo>
                    <a:pt x="0" y="29"/>
                  </a:lnTo>
                  <a:lnTo>
                    <a:pt x="4" y="0"/>
                  </a:lnTo>
                  <a:lnTo>
                    <a:pt x="186" y="19"/>
                  </a:lnTo>
                  <a:lnTo>
                    <a:pt x="181"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3" name="Freeform 63"/>
            <p:cNvSpPr>
              <a:spLocks/>
            </p:cNvSpPr>
            <p:nvPr/>
          </p:nvSpPr>
          <p:spPr bwMode="auto">
            <a:xfrm>
              <a:off x="654050" y="963613"/>
              <a:ext cx="296863" cy="76200"/>
            </a:xfrm>
            <a:custGeom>
              <a:avLst/>
              <a:gdLst>
                <a:gd name="T0" fmla="*/ 5 w 187"/>
                <a:gd name="T1" fmla="*/ 48 h 48"/>
                <a:gd name="T2" fmla="*/ 0 w 187"/>
                <a:gd name="T3" fmla="*/ 20 h 48"/>
                <a:gd name="T4" fmla="*/ 182 w 187"/>
                <a:gd name="T5" fmla="*/ 0 h 48"/>
                <a:gd name="T6" fmla="*/ 187 w 187"/>
                <a:gd name="T7" fmla="*/ 29 h 48"/>
                <a:gd name="T8" fmla="*/ 5 w 187"/>
                <a:gd name="T9" fmla="*/ 48 h 48"/>
              </a:gdLst>
              <a:ahLst/>
              <a:cxnLst>
                <a:cxn ang="0">
                  <a:pos x="T0" y="T1"/>
                </a:cxn>
                <a:cxn ang="0">
                  <a:pos x="T2" y="T3"/>
                </a:cxn>
                <a:cxn ang="0">
                  <a:pos x="T4" y="T5"/>
                </a:cxn>
                <a:cxn ang="0">
                  <a:pos x="T6" y="T7"/>
                </a:cxn>
                <a:cxn ang="0">
                  <a:pos x="T8" y="T9"/>
                </a:cxn>
              </a:cxnLst>
              <a:rect l="0" t="0" r="r" b="b"/>
              <a:pathLst>
                <a:path w="187" h="48">
                  <a:moveTo>
                    <a:pt x="5" y="48"/>
                  </a:moveTo>
                  <a:lnTo>
                    <a:pt x="0" y="20"/>
                  </a:lnTo>
                  <a:lnTo>
                    <a:pt x="182" y="0"/>
                  </a:lnTo>
                  <a:lnTo>
                    <a:pt x="187" y="29"/>
                  </a:lnTo>
                  <a:lnTo>
                    <a:pt x="5"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4" name="Freeform 64"/>
            <p:cNvSpPr>
              <a:spLocks/>
            </p:cNvSpPr>
            <p:nvPr/>
          </p:nvSpPr>
          <p:spPr bwMode="auto">
            <a:xfrm>
              <a:off x="654050" y="1116013"/>
              <a:ext cx="296863" cy="76200"/>
            </a:xfrm>
            <a:custGeom>
              <a:avLst/>
              <a:gdLst>
                <a:gd name="T0" fmla="*/ 5 w 187"/>
                <a:gd name="T1" fmla="*/ 48 h 48"/>
                <a:gd name="T2" fmla="*/ 0 w 187"/>
                <a:gd name="T3" fmla="*/ 19 h 48"/>
                <a:gd name="T4" fmla="*/ 182 w 187"/>
                <a:gd name="T5" fmla="*/ 0 h 48"/>
                <a:gd name="T6" fmla="*/ 187 w 187"/>
                <a:gd name="T7" fmla="*/ 29 h 48"/>
                <a:gd name="T8" fmla="*/ 5 w 187"/>
                <a:gd name="T9" fmla="*/ 48 h 48"/>
              </a:gdLst>
              <a:ahLst/>
              <a:cxnLst>
                <a:cxn ang="0">
                  <a:pos x="T0" y="T1"/>
                </a:cxn>
                <a:cxn ang="0">
                  <a:pos x="T2" y="T3"/>
                </a:cxn>
                <a:cxn ang="0">
                  <a:pos x="T4" y="T5"/>
                </a:cxn>
                <a:cxn ang="0">
                  <a:pos x="T6" y="T7"/>
                </a:cxn>
                <a:cxn ang="0">
                  <a:pos x="T8" y="T9"/>
                </a:cxn>
              </a:cxnLst>
              <a:rect l="0" t="0" r="r" b="b"/>
              <a:pathLst>
                <a:path w="187" h="48">
                  <a:moveTo>
                    <a:pt x="5" y="48"/>
                  </a:moveTo>
                  <a:lnTo>
                    <a:pt x="0" y="19"/>
                  </a:lnTo>
                  <a:lnTo>
                    <a:pt x="182" y="0"/>
                  </a:lnTo>
                  <a:lnTo>
                    <a:pt x="187" y="29"/>
                  </a:lnTo>
                  <a:lnTo>
                    <a:pt x="5"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grpSp>
        <p:nvGrpSpPr>
          <p:cNvPr id="55" name="Group 54"/>
          <p:cNvGrpSpPr/>
          <p:nvPr/>
        </p:nvGrpSpPr>
        <p:grpSpPr>
          <a:xfrm>
            <a:off x="3342010" y="4379605"/>
            <a:ext cx="389468" cy="560761"/>
            <a:chOff x="828675" y="4084638"/>
            <a:chExt cx="685800" cy="987425"/>
          </a:xfrm>
          <a:solidFill>
            <a:schemeClr val="accent2"/>
          </a:solidFill>
        </p:grpSpPr>
        <p:sp>
          <p:nvSpPr>
            <p:cNvPr id="56" name="Freeform 68"/>
            <p:cNvSpPr>
              <a:spLocks noEditPoints="1"/>
            </p:cNvSpPr>
            <p:nvPr/>
          </p:nvSpPr>
          <p:spPr bwMode="auto">
            <a:xfrm>
              <a:off x="828675" y="4084638"/>
              <a:ext cx="685800" cy="714375"/>
            </a:xfrm>
            <a:custGeom>
              <a:avLst/>
              <a:gdLst>
                <a:gd name="T0" fmla="*/ 140 w 180"/>
                <a:gd name="T1" fmla="*/ 188 h 188"/>
                <a:gd name="T2" fmla="*/ 40 w 180"/>
                <a:gd name="T3" fmla="*/ 188 h 188"/>
                <a:gd name="T4" fmla="*/ 40 w 180"/>
                <a:gd name="T5" fmla="*/ 165 h 188"/>
                <a:gd name="T6" fmla="*/ 0 w 180"/>
                <a:gd name="T7" fmla="*/ 90 h 188"/>
                <a:gd name="T8" fmla="*/ 90 w 180"/>
                <a:gd name="T9" fmla="*/ 0 h 188"/>
                <a:gd name="T10" fmla="*/ 180 w 180"/>
                <a:gd name="T11" fmla="*/ 90 h 188"/>
                <a:gd name="T12" fmla="*/ 140 w 180"/>
                <a:gd name="T13" fmla="*/ 165 h 188"/>
                <a:gd name="T14" fmla="*/ 140 w 180"/>
                <a:gd name="T15" fmla="*/ 188 h 188"/>
                <a:gd name="T16" fmla="*/ 52 w 180"/>
                <a:gd name="T17" fmla="*/ 176 h 188"/>
                <a:gd name="T18" fmla="*/ 128 w 180"/>
                <a:gd name="T19" fmla="*/ 176 h 188"/>
                <a:gd name="T20" fmla="*/ 128 w 180"/>
                <a:gd name="T21" fmla="*/ 158 h 188"/>
                <a:gd name="T22" fmla="*/ 131 w 180"/>
                <a:gd name="T23" fmla="*/ 156 h 188"/>
                <a:gd name="T24" fmla="*/ 168 w 180"/>
                <a:gd name="T25" fmla="*/ 90 h 188"/>
                <a:gd name="T26" fmla="*/ 90 w 180"/>
                <a:gd name="T27" fmla="*/ 12 h 188"/>
                <a:gd name="T28" fmla="*/ 12 w 180"/>
                <a:gd name="T29" fmla="*/ 90 h 188"/>
                <a:gd name="T30" fmla="*/ 49 w 180"/>
                <a:gd name="T31" fmla="*/ 157 h 188"/>
                <a:gd name="T32" fmla="*/ 52 w 180"/>
                <a:gd name="T33" fmla="*/ 159 h 188"/>
                <a:gd name="T34" fmla="*/ 52 w 180"/>
                <a:gd name="T35" fmla="*/ 176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0" h="188">
                  <a:moveTo>
                    <a:pt x="140" y="188"/>
                  </a:moveTo>
                  <a:cubicBezTo>
                    <a:pt x="40" y="188"/>
                    <a:pt x="40" y="188"/>
                    <a:pt x="40" y="188"/>
                  </a:cubicBezTo>
                  <a:cubicBezTo>
                    <a:pt x="40" y="165"/>
                    <a:pt x="40" y="165"/>
                    <a:pt x="40" y="165"/>
                  </a:cubicBezTo>
                  <a:cubicBezTo>
                    <a:pt x="15" y="149"/>
                    <a:pt x="0" y="120"/>
                    <a:pt x="0" y="90"/>
                  </a:cubicBezTo>
                  <a:cubicBezTo>
                    <a:pt x="0" y="40"/>
                    <a:pt x="40" y="0"/>
                    <a:pt x="90" y="0"/>
                  </a:cubicBezTo>
                  <a:cubicBezTo>
                    <a:pt x="140" y="0"/>
                    <a:pt x="180" y="40"/>
                    <a:pt x="180" y="90"/>
                  </a:cubicBezTo>
                  <a:cubicBezTo>
                    <a:pt x="180" y="120"/>
                    <a:pt x="165" y="148"/>
                    <a:pt x="140" y="165"/>
                  </a:cubicBezTo>
                  <a:lnTo>
                    <a:pt x="140" y="188"/>
                  </a:lnTo>
                  <a:close/>
                  <a:moveTo>
                    <a:pt x="52" y="176"/>
                  </a:moveTo>
                  <a:cubicBezTo>
                    <a:pt x="128" y="176"/>
                    <a:pt x="128" y="176"/>
                    <a:pt x="128" y="176"/>
                  </a:cubicBezTo>
                  <a:cubicBezTo>
                    <a:pt x="128" y="158"/>
                    <a:pt x="128" y="158"/>
                    <a:pt x="128" y="158"/>
                  </a:cubicBezTo>
                  <a:cubicBezTo>
                    <a:pt x="131" y="156"/>
                    <a:pt x="131" y="156"/>
                    <a:pt x="131" y="156"/>
                  </a:cubicBezTo>
                  <a:cubicBezTo>
                    <a:pt x="154" y="142"/>
                    <a:pt x="168" y="117"/>
                    <a:pt x="168" y="90"/>
                  </a:cubicBezTo>
                  <a:cubicBezTo>
                    <a:pt x="168" y="47"/>
                    <a:pt x="133" y="12"/>
                    <a:pt x="90" y="12"/>
                  </a:cubicBezTo>
                  <a:cubicBezTo>
                    <a:pt x="47" y="12"/>
                    <a:pt x="12" y="47"/>
                    <a:pt x="12" y="90"/>
                  </a:cubicBezTo>
                  <a:cubicBezTo>
                    <a:pt x="12" y="117"/>
                    <a:pt x="26" y="143"/>
                    <a:pt x="49" y="157"/>
                  </a:cubicBezTo>
                  <a:cubicBezTo>
                    <a:pt x="52" y="159"/>
                    <a:pt x="52" y="159"/>
                    <a:pt x="52" y="159"/>
                  </a:cubicBezTo>
                  <a:lnTo>
                    <a:pt x="52" y="1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7" name="Freeform 69"/>
            <p:cNvSpPr>
              <a:spLocks/>
            </p:cNvSpPr>
            <p:nvPr/>
          </p:nvSpPr>
          <p:spPr bwMode="auto">
            <a:xfrm>
              <a:off x="1042988" y="4467226"/>
              <a:ext cx="90488" cy="312738"/>
            </a:xfrm>
            <a:custGeom>
              <a:avLst/>
              <a:gdLst>
                <a:gd name="T0" fmla="*/ 29 w 57"/>
                <a:gd name="T1" fmla="*/ 197 h 197"/>
                <a:gd name="T2" fmla="*/ 0 w 57"/>
                <a:gd name="T3" fmla="*/ 5 h 197"/>
                <a:gd name="T4" fmla="*/ 29 w 57"/>
                <a:gd name="T5" fmla="*/ 0 h 197"/>
                <a:gd name="T6" fmla="*/ 57 w 57"/>
                <a:gd name="T7" fmla="*/ 192 h 197"/>
                <a:gd name="T8" fmla="*/ 29 w 57"/>
                <a:gd name="T9" fmla="*/ 197 h 197"/>
              </a:gdLst>
              <a:ahLst/>
              <a:cxnLst>
                <a:cxn ang="0">
                  <a:pos x="T0" y="T1"/>
                </a:cxn>
                <a:cxn ang="0">
                  <a:pos x="T2" y="T3"/>
                </a:cxn>
                <a:cxn ang="0">
                  <a:pos x="T4" y="T5"/>
                </a:cxn>
                <a:cxn ang="0">
                  <a:pos x="T6" y="T7"/>
                </a:cxn>
                <a:cxn ang="0">
                  <a:pos x="T8" y="T9"/>
                </a:cxn>
              </a:cxnLst>
              <a:rect l="0" t="0" r="r" b="b"/>
              <a:pathLst>
                <a:path w="57" h="197">
                  <a:moveTo>
                    <a:pt x="29" y="197"/>
                  </a:moveTo>
                  <a:lnTo>
                    <a:pt x="0" y="5"/>
                  </a:lnTo>
                  <a:lnTo>
                    <a:pt x="29" y="0"/>
                  </a:lnTo>
                  <a:lnTo>
                    <a:pt x="57" y="192"/>
                  </a:lnTo>
                  <a:lnTo>
                    <a:pt x="29" y="1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8" name="Freeform 70"/>
            <p:cNvSpPr>
              <a:spLocks/>
            </p:cNvSpPr>
            <p:nvPr/>
          </p:nvSpPr>
          <p:spPr bwMode="auto">
            <a:xfrm>
              <a:off x="1209675" y="4467226"/>
              <a:ext cx="92075" cy="312738"/>
            </a:xfrm>
            <a:custGeom>
              <a:avLst/>
              <a:gdLst>
                <a:gd name="T0" fmla="*/ 29 w 58"/>
                <a:gd name="T1" fmla="*/ 197 h 197"/>
                <a:gd name="T2" fmla="*/ 0 w 58"/>
                <a:gd name="T3" fmla="*/ 192 h 197"/>
                <a:gd name="T4" fmla="*/ 29 w 58"/>
                <a:gd name="T5" fmla="*/ 0 h 197"/>
                <a:gd name="T6" fmla="*/ 58 w 58"/>
                <a:gd name="T7" fmla="*/ 5 h 197"/>
                <a:gd name="T8" fmla="*/ 29 w 58"/>
                <a:gd name="T9" fmla="*/ 197 h 197"/>
              </a:gdLst>
              <a:ahLst/>
              <a:cxnLst>
                <a:cxn ang="0">
                  <a:pos x="T0" y="T1"/>
                </a:cxn>
                <a:cxn ang="0">
                  <a:pos x="T2" y="T3"/>
                </a:cxn>
                <a:cxn ang="0">
                  <a:pos x="T4" y="T5"/>
                </a:cxn>
                <a:cxn ang="0">
                  <a:pos x="T6" y="T7"/>
                </a:cxn>
                <a:cxn ang="0">
                  <a:pos x="T8" y="T9"/>
                </a:cxn>
              </a:cxnLst>
              <a:rect l="0" t="0" r="r" b="b"/>
              <a:pathLst>
                <a:path w="58" h="197">
                  <a:moveTo>
                    <a:pt x="29" y="197"/>
                  </a:moveTo>
                  <a:lnTo>
                    <a:pt x="0" y="192"/>
                  </a:lnTo>
                  <a:lnTo>
                    <a:pt x="29" y="0"/>
                  </a:lnTo>
                  <a:lnTo>
                    <a:pt x="58" y="5"/>
                  </a:lnTo>
                  <a:lnTo>
                    <a:pt x="29" y="1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9" name="Freeform 71"/>
            <p:cNvSpPr>
              <a:spLocks/>
            </p:cNvSpPr>
            <p:nvPr/>
          </p:nvSpPr>
          <p:spPr bwMode="auto">
            <a:xfrm>
              <a:off x="1050925" y="4456113"/>
              <a:ext cx="242888" cy="106363"/>
            </a:xfrm>
            <a:custGeom>
              <a:avLst/>
              <a:gdLst>
                <a:gd name="T0" fmla="*/ 103 w 153"/>
                <a:gd name="T1" fmla="*/ 67 h 67"/>
                <a:gd name="T2" fmla="*/ 76 w 153"/>
                <a:gd name="T3" fmla="*/ 39 h 67"/>
                <a:gd name="T4" fmla="*/ 50 w 153"/>
                <a:gd name="T5" fmla="*/ 67 h 67"/>
                <a:gd name="T6" fmla="*/ 0 w 153"/>
                <a:gd name="T7" fmla="*/ 31 h 67"/>
                <a:gd name="T8" fmla="*/ 19 w 153"/>
                <a:gd name="T9" fmla="*/ 7 h 67"/>
                <a:gd name="T10" fmla="*/ 45 w 153"/>
                <a:gd name="T11" fmla="*/ 29 h 67"/>
                <a:gd name="T12" fmla="*/ 76 w 153"/>
                <a:gd name="T13" fmla="*/ 0 h 67"/>
                <a:gd name="T14" fmla="*/ 108 w 153"/>
                <a:gd name="T15" fmla="*/ 29 h 67"/>
                <a:gd name="T16" fmla="*/ 134 w 153"/>
                <a:gd name="T17" fmla="*/ 7 h 67"/>
                <a:gd name="T18" fmla="*/ 153 w 153"/>
                <a:gd name="T19" fmla="*/ 31 h 67"/>
                <a:gd name="T20" fmla="*/ 103 w 153"/>
                <a:gd name="T21"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3" h="67">
                  <a:moveTo>
                    <a:pt x="103" y="67"/>
                  </a:moveTo>
                  <a:lnTo>
                    <a:pt x="76" y="39"/>
                  </a:lnTo>
                  <a:lnTo>
                    <a:pt x="50" y="67"/>
                  </a:lnTo>
                  <a:lnTo>
                    <a:pt x="0" y="31"/>
                  </a:lnTo>
                  <a:lnTo>
                    <a:pt x="19" y="7"/>
                  </a:lnTo>
                  <a:lnTo>
                    <a:pt x="45" y="29"/>
                  </a:lnTo>
                  <a:lnTo>
                    <a:pt x="76" y="0"/>
                  </a:lnTo>
                  <a:lnTo>
                    <a:pt x="108" y="29"/>
                  </a:lnTo>
                  <a:lnTo>
                    <a:pt x="134" y="7"/>
                  </a:lnTo>
                  <a:lnTo>
                    <a:pt x="153" y="31"/>
                  </a:lnTo>
                  <a:lnTo>
                    <a:pt x="103"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0" name="Freeform 72"/>
            <p:cNvSpPr>
              <a:spLocks noEditPoints="1"/>
            </p:cNvSpPr>
            <p:nvPr/>
          </p:nvSpPr>
          <p:spPr bwMode="auto">
            <a:xfrm>
              <a:off x="981075" y="4752976"/>
              <a:ext cx="381000" cy="136525"/>
            </a:xfrm>
            <a:custGeom>
              <a:avLst/>
              <a:gdLst>
                <a:gd name="T0" fmla="*/ 240 w 240"/>
                <a:gd name="T1" fmla="*/ 86 h 86"/>
                <a:gd name="T2" fmla="*/ 0 w 240"/>
                <a:gd name="T3" fmla="*/ 86 h 86"/>
                <a:gd name="T4" fmla="*/ 0 w 240"/>
                <a:gd name="T5" fmla="*/ 0 h 86"/>
                <a:gd name="T6" fmla="*/ 240 w 240"/>
                <a:gd name="T7" fmla="*/ 0 h 86"/>
                <a:gd name="T8" fmla="*/ 240 w 240"/>
                <a:gd name="T9" fmla="*/ 86 h 86"/>
                <a:gd name="T10" fmla="*/ 29 w 240"/>
                <a:gd name="T11" fmla="*/ 57 h 86"/>
                <a:gd name="T12" fmla="*/ 212 w 240"/>
                <a:gd name="T13" fmla="*/ 57 h 86"/>
                <a:gd name="T14" fmla="*/ 212 w 240"/>
                <a:gd name="T15" fmla="*/ 29 h 86"/>
                <a:gd name="T16" fmla="*/ 29 w 240"/>
                <a:gd name="T17" fmla="*/ 29 h 86"/>
                <a:gd name="T18" fmla="*/ 29 w 240"/>
                <a:gd name="T19" fmla="*/ 5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0" h="86">
                  <a:moveTo>
                    <a:pt x="240" y="86"/>
                  </a:moveTo>
                  <a:lnTo>
                    <a:pt x="0" y="86"/>
                  </a:lnTo>
                  <a:lnTo>
                    <a:pt x="0" y="0"/>
                  </a:lnTo>
                  <a:lnTo>
                    <a:pt x="240" y="0"/>
                  </a:lnTo>
                  <a:lnTo>
                    <a:pt x="240" y="86"/>
                  </a:lnTo>
                  <a:close/>
                  <a:moveTo>
                    <a:pt x="29" y="57"/>
                  </a:moveTo>
                  <a:lnTo>
                    <a:pt x="212" y="57"/>
                  </a:lnTo>
                  <a:lnTo>
                    <a:pt x="212" y="29"/>
                  </a:lnTo>
                  <a:lnTo>
                    <a:pt x="29" y="29"/>
                  </a:lnTo>
                  <a:lnTo>
                    <a:pt x="29" y="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1" name="Freeform 73"/>
            <p:cNvSpPr>
              <a:spLocks noEditPoints="1"/>
            </p:cNvSpPr>
            <p:nvPr/>
          </p:nvSpPr>
          <p:spPr bwMode="auto">
            <a:xfrm>
              <a:off x="1012825" y="4843463"/>
              <a:ext cx="319088" cy="136525"/>
            </a:xfrm>
            <a:custGeom>
              <a:avLst/>
              <a:gdLst>
                <a:gd name="T0" fmla="*/ 201 w 201"/>
                <a:gd name="T1" fmla="*/ 86 h 86"/>
                <a:gd name="T2" fmla="*/ 0 w 201"/>
                <a:gd name="T3" fmla="*/ 86 h 86"/>
                <a:gd name="T4" fmla="*/ 0 w 201"/>
                <a:gd name="T5" fmla="*/ 0 h 86"/>
                <a:gd name="T6" fmla="*/ 201 w 201"/>
                <a:gd name="T7" fmla="*/ 0 h 86"/>
                <a:gd name="T8" fmla="*/ 201 w 201"/>
                <a:gd name="T9" fmla="*/ 86 h 86"/>
                <a:gd name="T10" fmla="*/ 28 w 201"/>
                <a:gd name="T11" fmla="*/ 58 h 86"/>
                <a:gd name="T12" fmla="*/ 172 w 201"/>
                <a:gd name="T13" fmla="*/ 58 h 86"/>
                <a:gd name="T14" fmla="*/ 172 w 201"/>
                <a:gd name="T15" fmla="*/ 29 h 86"/>
                <a:gd name="T16" fmla="*/ 28 w 201"/>
                <a:gd name="T17" fmla="*/ 29 h 86"/>
                <a:gd name="T18" fmla="*/ 28 w 201"/>
                <a:gd name="T19" fmla="*/ 5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1" h="86">
                  <a:moveTo>
                    <a:pt x="201" y="86"/>
                  </a:moveTo>
                  <a:lnTo>
                    <a:pt x="0" y="86"/>
                  </a:lnTo>
                  <a:lnTo>
                    <a:pt x="0" y="0"/>
                  </a:lnTo>
                  <a:lnTo>
                    <a:pt x="201" y="0"/>
                  </a:lnTo>
                  <a:lnTo>
                    <a:pt x="201" y="86"/>
                  </a:lnTo>
                  <a:close/>
                  <a:moveTo>
                    <a:pt x="28" y="58"/>
                  </a:moveTo>
                  <a:lnTo>
                    <a:pt x="172" y="58"/>
                  </a:lnTo>
                  <a:lnTo>
                    <a:pt x="172" y="29"/>
                  </a:lnTo>
                  <a:lnTo>
                    <a:pt x="28" y="29"/>
                  </a:lnTo>
                  <a:lnTo>
                    <a:pt x="28"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2" name="Freeform 74"/>
            <p:cNvSpPr>
              <a:spLocks noEditPoints="1"/>
            </p:cNvSpPr>
            <p:nvPr/>
          </p:nvSpPr>
          <p:spPr bwMode="auto">
            <a:xfrm>
              <a:off x="1042988" y="4935538"/>
              <a:ext cx="258763" cy="136525"/>
            </a:xfrm>
            <a:custGeom>
              <a:avLst/>
              <a:gdLst>
                <a:gd name="T0" fmla="*/ 163 w 163"/>
                <a:gd name="T1" fmla="*/ 86 h 86"/>
                <a:gd name="T2" fmla="*/ 0 w 163"/>
                <a:gd name="T3" fmla="*/ 86 h 86"/>
                <a:gd name="T4" fmla="*/ 0 w 163"/>
                <a:gd name="T5" fmla="*/ 0 h 86"/>
                <a:gd name="T6" fmla="*/ 163 w 163"/>
                <a:gd name="T7" fmla="*/ 0 h 86"/>
                <a:gd name="T8" fmla="*/ 163 w 163"/>
                <a:gd name="T9" fmla="*/ 86 h 86"/>
                <a:gd name="T10" fmla="*/ 29 w 163"/>
                <a:gd name="T11" fmla="*/ 57 h 86"/>
                <a:gd name="T12" fmla="*/ 134 w 163"/>
                <a:gd name="T13" fmla="*/ 57 h 86"/>
                <a:gd name="T14" fmla="*/ 134 w 163"/>
                <a:gd name="T15" fmla="*/ 28 h 86"/>
                <a:gd name="T16" fmla="*/ 29 w 163"/>
                <a:gd name="T17" fmla="*/ 28 h 86"/>
                <a:gd name="T18" fmla="*/ 29 w 163"/>
                <a:gd name="T19" fmla="*/ 5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3" h="86">
                  <a:moveTo>
                    <a:pt x="163" y="86"/>
                  </a:moveTo>
                  <a:lnTo>
                    <a:pt x="0" y="86"/>
                  </a:lnTo>
                  <a:lnTo>
                    <a:pt x="0" y="0"/>
                  </a:lnTo>
                  <a:lnTo>
                    <a:pt x="163" y="0"/>
                  </a:lnTo>
                  <a:lnTo>
                    <a:pt x="163" y="86"/>
                  </a:lnTo>
                  <a:close/>
                  <a:moveTo>
                    <a:pt x="29" y="57"/>
                  </a:moveTo>
                  <a:lnTo>
                    <a:pt x="134" y="57"/>
                  </a:lnTo>
                  <a:lnTo>
                    <a:pt x="134" y="28"/>
                  </a:lnTo>
                  <a:lnTo>
                    <a:pt x="29" y="28"/>
                  </a:lnTo>
                  <a:lnTo>
                    <a:pt x="29" y="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grpSp>
        <p:nvGrpSpPr>
          <p:cNvPr id="63" name="Group 62"/>
          <p:cNvGrpSpPr/>
          <p:nvPr/>
        </p:nvGrpSpPr>
        <p:grpSpPr>
          <a:xfrm>
            <a:off x="7291979" y="4379604"/>
            <a:ext cx="473676" cy="444691"/>
            <a:chOff x="2492375" y="1277938"/>
            <a:chExt cx="985838" cy="925512"/>
          </a:xfrm>
          <a:solidFill>
            <a:schemeClr val="accent4"/>
          </a:solidFill>
        </p:grpSpPr>
        <p:sp>
          <p:nvSpPr>
            <p:cNvPr id="64" name="Freeform 78"/>
            <p:cNvSpPr>
              <a:spLocks/>
            </p:cNvSpPr>
            <p:nvPr/>
          </p:nvSpPr>
          <p:spPr bwMode="auto">
            <a:xfrm>
              <a:off x="3024188" y="1747838"/>
              <a:ext cx="104775" cy="106362"/>
            </a:xfrm>
            <a:custGeom>
              <a:avLst/>
              <a:gdLst>
                <a:gd name="T0" fmla="*/ 47 w 66"/>
                <a:gd name="T1" fmla="*/ 67 h 67"/>
                <a:gd name="T2" fmla="*/ 0 w 66"/>
                <a:gd name="T3" fmla="*/ 20 h 67"/>
                <a:gd name="T4" fmla="*/ 19 w 66"/>
                <a:gd name="T5" fmla="*/ 0 h 67"/>
                <a:gd name="T6" fmla="*/ 66 w 66"/>
                <a:gd name="T7" fmla="*/ 48 h 67"/>
                <a:gd name="T8" fmla="*/ 47 w 66"/>
                <a:gd name="T9" fmla="*/ 67 h 67"/>
              </a:gdLst>
              <a:ahLst/>
              <a:cxnLst>
                <a:cxn ang="0">
                  <a:pos x="T0" y="T1"/>
                </a:cxn>
                <a:cxn ang="0">
                  <a:pos x="T2" y="T3"/>
                </a:cxn>
                <a:cxn ang="0">
                  <a:pos x="T4" y="T5"/>
                </a:cxn>
                <a:cxn ang="0">
                  <a:pos x="T6" y="T7"/>
                </a:cxn>
                <a:cxn ang="0">
                  <a:pos x="T8" y="T9"/>
                </a:cxn>
              </a:cxnLst>
              <a:rect l="0" t="0" r="r" b="b"/>
              <a:pathLst>
                <a:path w="66" h="67">
                  <a:moveTo>
                    <a:pt x="47" y="67"/>
                  </a:moveTo>
                  <a:lnTo>
                    <a:pt x="0" y="20"/>
                  </a:lnTo>
                  <a:lnTo>
                    <a:pt x="19" y="0"/>
                  </a:lnTo>
                  <a:lnTo>
                    <a:pt x="66" y="48"/>
                  </a:lnTo>
                  <a:lnTo>
                    <a:pt x="47"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5" name="Freeform 79"/>
            <p:cNvSpPr>
              <a:spLocks noEditPoints="1"/>
            </p:cNvSpPr>
            <p:nvPr/>
          </p:nvSpPr>
          <p:spPr bwMode="auto">
            <a:xfrm>
              <a:off x="3038475" y="1763713"/>
              <a:ext cx="439738" cy="439737"/>
            </a:xfrm>
            <a:custGeom>
              <a:avLst/>
              <a:gdLst>
                <a:gd name="T0" fmla="*/ 201 w 277"/>
                <a:gd name="T1" fmla="*/ 277 h 277"/>
                <a:gd name="T2" fmla="*/ 0 w 277"/>
                <a:gd name="T3" fmla="*/ 77 h 277"/>
                <a:gd name="T4" fmla="*/ 77 w 277"/>
                <a:gd name="T5" fmla="*/ 0 h 277"/>
                <a:gd name="T6" fmla="*/ 277 w 277"/>
                <a:gd name="T7" fmla="*/ 201 h 277"/>
                <a:gd name="T8" fmla="*/ 201 w 277"/>
                <a:gd name="T9" fmla="*/ 277 h 277"/>
                <a:gd name="T10" fmla="*/ 38 w 277"/>
                <a:gd name="T11" fmla="*/ 77 h 277"/>
                <a:gd name="T12" fmla="*/ 201 w 277"/>
                <a:gd name="T13" fmla="*/ 239 h 277"/>
                <a:gd name="T14" fmla="*/ 239 w 277"/>
                <a:gd name="T15" fmla="*/ 201 h 277"/>
                <a:gd name="T16" fmla="*/ 77 w 277"/>
                <a:gd name="T17" fmla="*/ 38 h 277"/>
                <a:gd name="T18" fmla="*/ 38 w 277"/>
                <a:gd name="T19" fmla="*/ 77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7" h="277">
                  <a:moveTo>
                    <a:pt x="201" y="277"/>
                  </a:moveTo>
                  <a:lnTo>
                    <a:pt x="0" y="77"/>
                  </a:lnTo>
                  <a:lnTo>
                    <a:pt x="77" y="0"/>
                  </a:lnTo>
                  <a:lnTo>
                    <a:pt x="277" y="201"/>
                  </a:lnTo>
                  <a:lnTo>
                    <a:pt x="201" y="277"/>
                  </a:lnTo>
                  <a:close/>
                  <a:moveTo>
                    <a:pt x="38" y="77"/>
                  </a:moveTo>
                  <a:lnTo>
                    <a:pt x="201" y="239"/>
                  </a:lnTo>
                  <a:lnTo>
                    <a:pt x="239" y="201"/>
                  </a:lnTo>
                  <a:lnTo>
                    <a:pt x="77" y="38"/>
                  </a:lnTo>
                  <a:lnTo>
                    <a:pt x="38" y="7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6" name="Freeform 80"/>
            <p:cNvSpPr>
              <a:spLocks noEditPoints="1"/>
            </p:cNvSpPr>
            <p:nvPr/>
          </p:nvSpPr>
          <p:spPr bwMode="auto">
            <a:xfrm>
              <a:off x="2554288" y="1277938"/>
              <a:ext cx="249238" cy="250825"/>
            </a:xfrm>
            <a:custGeom>
              <a:avLst/>
              <a:gdLst>
                <a:gd name="T0" fmla="*/ 74 w 157"/>
                <a:gd name="T1" fmla="*/ 158 h 158"/>
                <a:gd name="T2" fmla="*/ 0 w 157"/>
                <a:gd name="T3" fmla="*/ 36 h 158"/>
                <a:gd name="T4" fmla="*/ 35 w 157"/>
                <a:gd name="T5" fmla="*/ 0 h 158"/>
                <a:gd name="T6" fmla="*/ 157 w 157"/>
                <a:gd name="T7" fmla="*/ 74 h 158"/>
                <a:gd name="T8" fmla="*/ 74 w 157"/>
                <a:gd name="T9" fmla="*/ 158 h 158"/>
                <a:gd name="T10" fmla="*/ 38 w 157"/>
                <a:gd name="T11" fmla="*/ 41 h 158"/>
                <a:gd name="T12" fmla="*/ 78 w 157"/>
                <a:gd name="T13" fmla="*/ 110 h 158"/>
                <a:gd name="T14" fmla="*/ 109 w 157"/>
                <a:gd name="T15" fmla="*/ 79 h 158"/>
                <a:gd name="T16" fmla="*/ 40 w 157"/>
                <a:gd name="T17" fmla="*/ 38 h 158"/>
                <a:gd name="T18" fmla="*/ 38 w 157"/>
                <a:gd name="T19" fmla="*/ 41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7" h="158">
                  <a:moveTo>
                    <a:pt x="74" y="158"/>
                  </a:moveTo>
                  <a:lnTo>
                    <a:pt x="0" y="36"/>
                  </a:lnTo>
                  <a:lnTo>
                    <a:pt x="35" y="0"/>
                  </a:lnTo>
                  <a:lnTo>
                    <a:pt x="157" y="74"/>
                  </a:lnTo>
                  <a:lnTo>
                    <a:pt x="74" y="158"/>
                  </a:lnTo>
                  <a:close/>
                  <a:moveTo>
                    <a:pt x="38" y="41"/>
                  </a:moveTo>
                  <a:lnTo>
                    <a:pt x="78" y="110"/>
                  </a:lnTo>
                  <a:lnTo>
                    <a:pt x="109" y="79"/>
                  </a:lnTo>
                  <a:lnTo>
                    <a:pt x="40" y="38"/>
                  </a:lnTo>
                  <a:lnTo>
                    <a:pt x="38"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7" name="Freeform 81"/>
            <p:cNvSpPr>
              <a:spLocks/>
            </p:cNvSpPr>
            <p:nvPr/>
          </p:nvSpPr>
          <p:spPr bwMode="auto">
            <a:xfrm>
              <a:off x="2705100" y="1430338"/>
              <a:ext cx="227013" cy="227012"/>
            </a:xfrm>
            <a:custGeom>
              <a:avLst/>
              <a:gdLst>
                <a:gd name="T0" fmla="*/ 124 w 143"/>
                <a:gd name="T1" fmla="*/ 143 h 143"/>
                <a:gd name="T2" fmla="*/ 0 w 143"/>
                <a:gd name="T3" fmla="*/ 19 h 143"/>
                <a:gd name="T4" fmla="*/ 19 w 143"/>
                <a:gd name="T5" fmla="*/ 0 h 143"/>
                <a:gd name="T6" fmla="*/ 143 w 143"/>
                <a:gd name="T7" fmla="*/ 124 h 143"/>
                <a:gd name="T8" fmla="*/ 124 w 143"/>
                <a:gd name="T9" fmla="*/ 143 h 143"/>
              </a:gdLst>
              <a:ahLst/>
              <a:cxnLst>
                <a:cxn ang="0">
                  <a:pos x="T0" y="T1"/>
                </a:cxn>
                <a:cxn ang="0">
                  <a:pos x="T2" y="T3"/>
                </a:cxn>
                <a:cxn ang="0">
                  <a:pos x="T4" y="T5"/>
                </a:cxn>
                <a:cxn ang="0">
                  <a:pos x="T6" y="T7"/>
                </a:cxn>
                <a:cxn ang="0">
                  <a:pos x="T8" y="T9"/>
                </a:cxn>
              </a:cxnLst>
              <a:rect l="0" t="0" r="r" b="b"/>
              <a:pathLst>
                <a:path w="143" h="143">
                  <a:moveTo>
                    <a:pt x="124" y="143"/>
                  </a:moveTo>
                  <a:lnTo>
                    <a:pt x="0" y="19"/>
                  </a:lnTo>
                  <a:lnTo>
                    <a:pt x="19" y="0"/>
                  </a:lnTo>
                  <a:lnTo>
                    <a:pt x="143" y="124"/>
                  </a:lnTo>
                  <a:lnTo>
                    <a:pt x="124" y="1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8" name="Freeform 82"/>
            <p:cNvSpPr>
              <a:spLocks noEditPoints="1"/>
            </p:cNvSpPr>
            <p:nvPr/>
          </p:nvSpPr>
          <p:spPr bwMode="auto">
            <a:xfrm>
              <a:off x="2492375" y="1285875"/>
              <a:ext cx="903288" cy="898525"/>
            </a:xfrm>
            <a:custGeom>
              <a:avLst/>
              <a:gdLst>
                <a:gd name="T0" fmla="*/ 14 w 238"/>
                <a:gd name="T1" fmla="*/ 237 h 237"/>
                <a:gd name="T2" fmla="*/ 0 w 238"/>
                <a:gd name="T3" fmla="*/ 224 h 237"/>
                <a:gd name="T4" fmla="*/ 9 w 238"/>
                <a:gd name="T5" fmla="*/ 195 h 237"/>
                <a:gd name="T6" fmla="*/ 142 w 238"/>
                <a:gd name="T7" fmla="*/ 60 h 237"/>
                <a:gd name="T8" fmla="*/ 142 w 238"/>
                <a:gd name="T9" fmla="*/ 46 h 237"/>
                <a:gd name="T10" fmla="*/ 198 w 238"/>
                <a:gd name="T11" fmla="*/ 0 h 237"/>
                <a:gd name="T12" fmla="*/ 207 w 238"/>
                <a:gd name="T13" fmla="*/ 0 h 237"/>
                <a:gd name="T14" fmla="*/ 191 w 238"/>
                <a:gd name="T15" fmla="*/ 37 h 237"/>
                <a:gd name="T16" fmla="*/ 201 w 238"/>
                <a:gd name="T17" fmla="*/ 48 h 237"/>
                <a:gd name="T18" fmla="*/ 238 w 238"/>
                <a:gd name="T19" fmla="*/ 31 h 237"/>
                <a:gd name="T20" fmla="*/ 238 w 238"/>
                <a:gd name="T21" fmla="*/ 40 h 237"/>
                <a:gd name="T22" fmla="*/ 192 w 238"/>
                <a:gd name="T23" fmla="*/ 96 h 237"/>
                <a:gd name="T24" fmla="*/ 178 w 238"/>
                <a:gd name="T25" fmla="*/ 96 h 237"/>
                <a:gd name="T26" fmla="*/ 43 w 238"/>
                <a:gd name="T27" fmla="*/ 229 h 237"/>
                <a:gd name="T28" fmla="*/ 14 w 238"/>
                <a:gd name="T29" fmla="*/ 237 h 237"/>
                <a:gd name="T30" fmla="*/ 14 w 238"/>
                <a:gd name="T31" fmla="*/ 220 h 237"/>
                <a:gd name="T32" fmla="*/ 17 w 238"/>
                <a:gd name="T33" fmla="*/ 223 h 237"/>
                <a:gd name="T34" fmla="*/ 37 w 238"/>
                <a:gd name="T35" fmla="*/ 219 h 237"/>
                <a:gd name="T36" fmla="*/ 174 w 238"/>
                <a:gd name="T37" fmla="*/ 84 h 237"/>
                <a:gd name="T38" fmla="*/ 192 w 238"/>
                <a:gd name="T39" fmla="*/ 84 h 237"/>
                <a:gd name="T40" fmla="*/ 226 w 238"/>
                <a:gd name="T41" fmla="*/ 50 h 237"/>
                <a:gd name="T42" fmla="*/ 199 w 238"/>
                <a:gd name="T43" fmla="*/ 62 h 237"/>
                <a:gd name="T44" fmla="*/ 177 w 238"/>
                <a:gd name="T45" fmla="*/ 40 h 237"/>
                <a:gd name="T46" fmla="*/ 189 w 238"/>
                <a:gd name="T47" fmla="*/ 13 h 237"/>
                <a:gd name="T48" fmla="*/ 154 w 238"/>
                <a:gd name="T49" fmla="*/ 46 h 237"/>
                <a:gd name="T50" fmla="*/ 154 w 238"/>
                <a:gd name="T51" fmla="*/ 64 h 237"/>
                <a:gd name="T52" fmla="*/ 19 w 238"/>
                <a:gd name="T53" fmla="*/ 201 h 237"/>
                <a:gd name="T54" fmla="*/ 14 w 238"/>
                <a:gd name="T55" fmla="*/ 220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8" h="237">
                  <a:moveTo>
                    <a:pt x="14" y="237"/>
                  </a:moveTo>
                  <a:cubicBezTo>
                    <a:pt x="0" y="224"/>
                    <a:pt x="0" y="224"/>
                    <a:pt x="0" y="224"/>
                  </a:cubicBezTo>
                  <a:cubicBezTo>
                    <a:pt x="9" y="195"/>
                    <a:pt x="9" y="195"/>
                    <a:pt x="9" y="195"/>
                  </a:cubicBezTo>
                  <a:cubicBezTo>
                    <a:pt x="142" y="60"/>
                    <a:pt x="142" y="60"/>
                    <a:pt x="142" y="60"/>
                  </a:cubicBezTo>
                  <a:cubicBezTo>
                    <a:pt x="142" y="46"/>
                    <a:pt x="142" y="46"/>
                    <a:pt x="142" y="46"/>
                  </a:cubicBezTo>
                  <a:cubicBezTo>
                    <a:pt x="142" y="29"/>
                    <a:pt x="149" y="0"/>
                    <a:pt x="198" y="0"/>
                  </a:cubicBezTo>
                  <a:cubicBezTo>
                    <a:pt x="207" y="0"/>
                    <a:pt x="207" y="0"/>
                    <a:pt x="207" y="0"/>
                  </a:cubicBezTo>
                  <a:cubicBezTo>
                    <a:pt x="191" y="37"/>
                    <a:pt x="191" y="37"/>
                    <a:pt x="191" y="37"/>
                  </a:cubicBezTo>
                  <a:cubicBezTo>
                    <a:pt x="201" y="48"/>
                    <a:pt x="201" y="48"/>
                    <a:pt x="201" y="48"/>
                  </a:cubicBezTo>
                  <a:cubicBezTo>
                    <a:pt x="238" y="31"/>
                    <a:pt x="238" y="31"/>
                    <a:pt x="238" y="31"/>
                  </a:cubicBezTo>
                  <a:cubicBezTo>
                    <a:pt x="238" y="40"/>
                    <a:pt x="238" y="40"/>
                    <a:pt x="238" y="40"/>
                  </a:cubicBezTo>
                  <a:cubicBezTo>
                    <a:pt x="238" y="89"/>
                    <a:pt x="209" y="96"/>
                    <a:pt x="192" y="96"/>
                  </a:cubicBezTo>
                  <a:cubicBezTo>
                    <a:pt x="178" y="96"/>
                    <a:pt x="178" y="96"/>
                    <a:pt x="178" y="96"/>
                  </a:cubicBezTo>
                  <a:cubicBezTo>
                    <a:pt x="43" y="229"/>
                    <a:pt x="43" y="229"/>
                    <a:pt x="43" y="229"/>
                  </a:cubicBezTo>
                  <a:lnTo>
                    <a:pt x="14" y="237"/>
                  </a:lnTo>
                  <a:close/>
                  <a:moveTo>
                    <a:pt x="14" y="220"/>
                  </a:moveTo>
                  <a:cubicBezTo>
                    <a:pt x="17" y="223"/>
                    <a:pt x="17" y="223"/>
                    <a:pt x="17" y="223"/>
                  </a:cubicBezTo>
                  <a:cubicBezTo>
                    <a:pt x="37" y="219"/>
                    <a:pt x="37" y="219"/>
                    <a:pt x="37" y="219"/>
                  </a:cubicBezTo>
                  <a:cubicBezTo>
                    <a:pt x="174" y="84"/>
                    <a:pt x="174" y="84"/>
                    <a:pt x="174" y="84"/>
                  </a:cubicBezTo>
                  <a:cubicBezTo>
                    <a:pt x="192" y="84"/>
                    <a:pt x="192" y="84"/>
                    <a:pt x="192" y="84"/>
                  </a:cubicBezTo>
                  <a:cubicBezTo>
                    <a:pt x="212" y="84"/>
                    <a:pt x="223" y="73"/>
                    <a:pt x="226" y="50"/>
                  </a:cubicBezTo>
                  <a:cubicBezTo>
                    <a:pt x="199" y="62"/>
                    <a:pt x="199" y="62"/>
                    <a:pt x="199" y="62"/>
                  </a:cubicBezTo>
                  <a:cubicBezTo>
                    <a:pt x="177" y="40"/>
                    <a:pt x="177" y="40"/>
                    <a:pt x="177" y="40"/>
                  </a:cubicBezTo>
                  <a:cubicBezTo>
                    <a:pt x="189" y="13"/>
                    <a:pt x="189" y="13"/>
                    <a:pt x="189" y="13"/>
                  </a:cubicBezTo>
                  <a:cubicBezTo>
                    <a:pt x="165" y="15"/>
                    <a:pt x="154" y="26"/>
                    <a:pt x="154" y="46"/>
                  </a:cubicBezTo>
                  <a:cubicBezTo>
                    <a:pt x="154" y="64"/>
                    <a:pt x="154" y="64"/>
                    <a:pt x="154" y="64"/>
                  </a:cubicBezTo>
                  <a:cubicBezTo>
                    <a:pt x="19" y="201"/>
                    <a:pt x="19" y="201"/>
                    <a:pt x="19" y="201"/>
                  </a:cubicBezTo>
                  <a:lnTo>
                    <a:pt x="14" y="2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grpSp>
        <p:nvGrpSpPr>
          <p:cNvPr id="69" name="Group 68"/>
          <p:cNvGrpSpPr/>
          <p:nvPr/>
        </p:nvGrpSpPr>
        <p:grpSpPr>
          <a:xfrm>
            <a:off x="8844450" y="2280824"/>
            <a:ext cx="516471" cy="515640"/>
            <a:chOff x="8648700" y="3778250"/>
            <a:chExt cx="987425" cy="985838"/>
          </a:xfrm>
          <a:solidFill>
            <a:schemeClr val="accent5"/>
          </a:solidFill>
        </p:grpSpPr>
        <p:sp>
          <p:nvSpPr>
            <p:cNvPr id="70" name="Freeform 86"/>
            <p:cNvSpPr>
              <a:spLocks noEditPoints="1"/>
            </p:cNvSpPr>
            <p:nvPr/>
          </p:nvSpPr>
          <p:spPr bwMode="auto">
            <a:xfrm>
              <a:off x="8648700" y="3778250"/>
              <a:ext cx="987425" cy="985838"/>
            </a:xfrm>
            <a:custGeom>
              <a:avLst/>
              <a:gdLst>
                <a:gd name="T0" fmla="*/ 130 w 260"/>
                <a:gd name="T1" fmla="*/ 260 h 260"/>
                <a:gd name="T2" fmla="*/ 38 w 260"/>
                <a:gd name="T3" fmla="*/ 222 h 260"/>
                <a:gd name="T4" fmla="*/ 0 w 260"/>
                <a:gd name="T5" fmla="*/ 130 h 260"/>
                <a:gd name="T6" fmla="*/ 38 w 260"/>
                <a:gd name="T7" fmla="*/ 38 h 260"/>
                <a:gd name="T8" fmla="*/ 130 w 260"/>
                <a:gd name="T9" fmla="*/ 0 h 260"/>
                <a:gd name="T10" fmla="*/ 222 w 260"/>
                <a:gd name="T11" fmla="*/ 38 h 260"/>
                <a:gd name="T12" fmla="*/ 260 w 260"/>
                <a:gd name="T13" fmla="*/ 130 h 260"/>
                <a:gd name="T14" fmla="*/ 130 w 260"/>
                <a:gd name="T15" fmla="*/ 260 h 260"/>
                <a:gd name="T16" fmla="*/ 130 w 260"/>
                <a:gd name="T17" fmla="*/ 260 h 260"/>
                <a:gd name="T18" fmla="*/ 130 w 260"/>
                <a:gd name="T19" fmla="*/ 260 h 260"/>
                <a:gd name="T20" fmla="*/ 130 w 260"/>
                <a:gd name="T21" fmla="*/ 248 h 260"/>
                <a:gd name="T22" fmla="*/ 130 w 260"/>
                <a:gd name="T23" fmla="*/ 254 h 260"/>
                <a:gd name="T24" fmla="*/ 130 w 260"/>
                <a:gd name="T25" fmla="*/ 248 h 260"/>
                <a:gd name="T26" fmla="*/ 248 w 260"/>
                <a:gd name="T27" fmla="*/ 130 h 260"/>
                <a:gd name="T28" fmla="*/ 214 w 260"/>
                <a:gd name="T29" fmla="*/ 46 h 260"/>
                <a:gd name="T30" fmla="*/ 130 w 260"/>
                <a:gd name="T31" fmla="*/ 12 h 260"/>
                <a:gd name="T32" fmla="*/ 46 w 260"/>
                <a:gd name="T33" fmla="*/ 46 h 260"/>
                <a:gd name="T34" fmla="*/ 12 w 260"/>
                <a:gd name="T35" fmla="*/ 130 h 260"/>
                <a:gd name="T36" fmla="*/ 46 w 260"/>
                <a:gd name="T37" fmla="*/ 214 h 260"/>
                <a:gd name="T38" fmla="*/ 130 w 260"/>
                <a:gd name="T39" fmla="*/ 248 h 260"/>
                <a:gd name="T40" fmla="*/ 130 w 260"/>
                <a:gd name="T41" fmla="*/ 248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0" h="260">
                  <a:moveTo>
                    <a:pt x="130" y="260"/>
                  </a:moveTo>
                  <a:cubicBezTo>
                    <a:pt x="95" y="260"/>
                    <a:pt x="62" y="247"/>
                    <a:pt x="38" y="222"/>
                  </a:cubicBezTo>
                  <a:cubicBezTo>
                    <a:pt x="13" y="198"/>
                    <a:pt x="0" y="165"/>
                    <a:pt x="0" y="130"/>
                  </a:cubicBezTo>
                  <a:cubicBezTo>
                    <a:pt x="0" y="95"/>
                    <a:pt x="13" y="62"/>
                    <a:pt x="38" y="38"/>
                  </a:cubicBezTo>
                  <a:cubicBezTo>
                    <a:pt x="62" y="13"/>
                    <a:pt x="95" y="0"/>
                    <a:pt x="130" y="0"/>
                  </a:cubicBezTo>
                  <a:cubicBezTo>
                    <a:pt x="165" y="0"/>
                    <a:pt x="198" y="13"/>
                    <a:pt x="222" y="38"/>
                  </a:cubicBezTo>
                  <a:cubicBezTo>
                    <a:pt x="247" y="62"/>
                    <a:pt x="260" y="95"/>
                    <a:pt x="260" y="130"/>
                  </a:cubicBezTo>
                  <a:cubicBezTo>
                    <a:pt x="260" y="202"/>
                    <a:pt x="202" y="260"/>
                    <a:pt x="130" y="260"/>
                  </a:cubicBezTo>
                  <a:cubicBezTo>
                    <a:pt x="130" y="260"/>
                    <a:pt x="130" y="260"/>
                    <a:pt x="130" y="260"/>
                  </a:cubicBezTo>
                  <a:cubicBezTo>
                    <a:pt x="130" y="260"/>
                    <a:pt x="130" y="260"/>
                    <a:pt x="130" y="260"/>
                  </a:cubicBezTo>
                  <a:close/>
                  <a:moveTo>
                    <a:pt x="130" y="248"/>
                  </a:moveTo>
                  <a:cubicBezTo>
                    <a:pt x="130" y="254"/>
                    <a:pt x="130" y="254"/>
                    <a:pt x="130" y="254"/>
                  </a:cubicBezTo>
                  <a:cubicBezTo>
                    <a:pt x="130" y="248"/>
                    <a:pt x="130" y="248"/>
                    <a:pt x="130" y="248"/>
                  </a:cubicBezTo>
                  <a:cubicBezTo>
                    <a:pt x="195" y="248"/>
                    <a:pt x="248" y="195"/>
                    <a:pt x="248" y="130"/>
                  </a:cubicBezTo>
                  <a:cubicBezTo>
                    <a:pt x="248" y="98"/>
                    <a:pt x="236" y="69"/>
                    <a:pt x="214" y="46"/>
                  </a:cubicBezTo>
                  <a:cubicBezTo>
                    <a:pt x="191" y="24"/>
                    <a:pt x="162" y="12"/>
                    <a:pt x="130" y="12"/>
                  </a:cubicBezTo>
                  <a:cubicBezTo>
                    <a:pt x="98" y="12"/>
                    <a:pt x="69" y="24"/>
                    <a:pt x="46" y="46"/>
                  </a:cubicBezTo>
                  <a:cubicBezTo>
                    <a:pt x="24" y="69"/>
                    <a:pt x="12" y="98"/>
                    <a:pt x="12" y="130"/>
                  </a:cubicBezTo>
                  <a:cubicBezTo>
                    <a:pt x="12" y="162"/>
                    <a:pt x="24" y="191"/>
                    <a:pt x="46" y="214"/>
                  </a:cubicBezTo>
                  <a:cubicBezTo>
                    <a:pt x="69" y="236"/>
                    <a:pt x="98" y="248"/>
                    <a:pt x="130" y="248"/>
                  </a:cubicBezTo>
                  <a:cubicBezTo>
                    <a:pt x="130" y="248"/>
                    <a:pt x="130" y="248"/>
                    <a:pt x="130" y="2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71" name="Freeform 87"/>
            <p:cNvSpPr>
              <a:spLocks/>
            </p:cNvSpPr>
            <p:nvPr/>
          </p:nvSpPr>
          <p:spPr bwMode="auto">
            <a:xfrm>
              <a:off x="8785225" y="3914775"/>
              <a:ext cx="714375" cy="357188"/>
            </a:xfrm>
            <a:custGeom>
              <a:avLst/>
              <a:gdLst>
                <a:gd name="T0" fmla="*/ 188 w 188"/>
                <a:gd name="T1" fmla="*/ 94 h 94"/>
                <a:gd name="T2" fmla="*/ 176 w 188"/>
                <a:gd name="T3" fmla="*/ 94 h 94"/>
                <a:gd name="T4" fmla="*/ 152 w 188"/>
                <a:gd name="T5" fmla="*/ 36 h 94"/>
                <a:gd name="T6" fmla="*/ 94 w 188"/>
                <a:gd name="T7" fmla="*/ 12 h 94"/>
                <a:gd name="T8" fmla="*/ 36 w 188"/>
                <a:gd name="T9" fmla="*/ 36 h 94"/>
                <a:gd name="T10" fmla="*/ 12 w 188"/>
                <a:gd name="T11" fmla="*/ 94 h 94"/>
                <a:gd name="T12" fmla="*/ 0 w 188"/>
                <a:gd name="T13" fmla="*/ 94 h 94"/>
                <a:gd name="T14" fmla="*/ 28 w 188"/>
                <a:gd name="T15" fmla="*/ 28 h 94"/>
                <a:gd name="T16" fmla="*/ 94 w 188"/>
                <a:gd name="T17" fmla="*/ 0 h 94"/>
                <a:gd name="T18" fmla="*/ 160 w 188"/>
                <a:gd name="T19" fmla="*/ 28 h 94"/>
                <a:gd name="T20" fmla="*/ 188 w 188"/>
                <a:gd name="T21"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8" h="94">
                  <a:moveTo>
                    <a:pt x="188" y="94"/>
                  </a:moveTo>
                  <a:cubicBezTo>
                    <a:pt x="176" y="94"/>
                    <a:pt x="176" y="94"/>
                    <a:pt x="176" y="94"/>
                  </a:cubicBezTo>
                  <a:cubicBezTo>
                    <a:pt x="176" y="72"/>
                    <a:pt x="167" y="52"/>
                    <a:pt x="152" y="36"/>
                  </a:cubicBezTo>
                  <a:cubicBezTo>
                    <a:pt x="136" y="21"/>
                    <a:pt x="116" y="12"/>
                    <a:pt x="94" y="12"/>
                  </a:cubicBezTo>
                  <a:cubicBezTo>
                    <a:pt x="72" y="12"/>
                    <a:pt x="52" y="21"/>
                    <a:pt x="36" y="36"/>
                  </a:cubicBezTo>
                  <a:cubicBezTo>
                    <a:pt x="21" y="52"/>
                    <a:pt x="12" y="72"/>
                    <a:pt x="12" y="94"/>
                  </a:cubicBezTo>
                  <a:cubicBezTo>
                    <a:pt x="0" y="94"/>
                    <a:pt x="0" y="94"/>
                    <a:pt x="0" y="94"/>
                  </a:cubicBezTo>
                  <a:cubicBezTo>
                    <a:pt x="0" y="69"/>
                    <a:pt x="10" y="45"/>
                    <a:pt x="28" y="28"/>
                  </a:cubicBezTo>
                  <a:cubicBezTo>
                    <a:pt x="45" y="10"/>
                    <a:pt x="69" y="0"/>
                    <a:pt x="94" y="0"/>
                  </a:cubicBezTo>
                  <a:cubicBezTo>
                    <a:pt x="119" y="0"/>
                    <a:pt x="143" y="10"/>
                    <a:pt x="160" y="28"/>
                  </a:cubicBezTo>
                  <a:cubicBezTo>
                    <a:pt x="178" y="45"/>
                    <a:pt x="188" y="69"/>
                    <a:pt x="188" y="9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72" name="Freeform 88"/>
            <p:cNvSpPr>
              <a:spLocks/>
            </p:cNvSpPr>
            <p:nvPr/>
          </p:nvSpPr>
          <p:spPr bwMode="auto">
            <a:xfrm>
              <a:off x="9001125" y="4165600"/>
              <a:ext cx="133350" cy="139700"/>
            </a:xfrm>
            <a:custGeom>
              <a:avLst/>
              <a:gdLst>
                <a:gd name="T0" fmla="*/ 62 w 84"/>
                <a:gd name="T1" fmla="*/ 88 h 88"/>
                <a:gd name="T2" fmla="*/ 0 w 84"/>
                <a:gd name="T3" fmla="*/ 19 h 88"/>
                <a:gd name="T4" fmla="*/ 24 w 84"/>
                <a:gd name="T5" fmla="*/ 0 h 88"/>
                <a:gd name="T6" fmla="*/ 84 w 84"/>
                <a:gd name="T7" fmla="*/ 69 h 88"/>
                <a:gd name="T8" fmla="*/ 62 w 84"/>
                <a:gd name="T9" fmla="*/ 88 h 88"/>
              </a:gdLst>
              <a:ahLst/>
              <a:cxnLst>
                <a:cxn ang="0">
                  <a:pos x="T0" y="T1"/>
                </a:cxn>
                <a:cxn ang="0">
                  <a:pos x="T2" y="T3"/>
                </a:cxn>
                <a:cxn ang="0">
                  <a:pos x="T4" y="T5"/>
                </a:cxn>
                <a:cxn ang="0">
                  <a:pos x="T6" y="T7"/>
                </a:cxn>
                <a:cxn ang="0">
                  <a:pos x="T8" y="T9"/>
                </a:cxn>
              </a:cxnLst>
              <a:rect l="0" t="0" r="r" b="b"/>
              <a:pathLst>
                <a:path w="84" h="88">
                  <a:moveTo>
                    <a:pt x="62" y="88"/>
                  </a:moveTo>
                  <a:lnTo>
                    <a:pt x="0" y="19"/>
                  </a:lnTo>
                  <a:lnTo>
                    <a:pt x="24" y="0"/>
                  </a:lnTo>
                  <a:lnTo>
                    <a:pt x="84" y="69"/>
                  </a:lnTo>
                  <a:lnTo>
                    <a:pt x="62" y="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73" name="Freeform 89"/>
            <p:cNvSpPr>
              <a:spLocks noEditPoints="1"/>
            </p:cNvSpPr>
            <p:nvPr/>
          </p:nvSpPr>
          <p:spPr bwMode="auto">
            <a:xfrm>
              <a:off x="9088438" y="4259263"/>
              <a:ext cx="111125" cy="111125"/>
            </a:xfrm>
            <a:custGeom>
              <a:avLst/>
              <a:gdLst>
                <a:gd name="T0" fmla="*/ 14 w 29"/>
                <a:gd name="T1" fmla="*/ 29 h 29"/>
                <a:gd name="T2" fmla="*/ 4 w 29"/>
                <a:gd name="T3" fmla="*/ 25 h 29"/>
                <a:gd name="T4" fmla="*/ 0 w 29"/>
                <a:gd name="T5" fmla="*/ 15 h 29"/>
                <a:gd name="T6" fmla="*/ 4 w 29"/>
                <a:gd name="T7" fmla="*/ 5 h 29"/>
                <a:gd name="T8" fmla="*/ 24 w 29"/>
                <a:gd name="T9" fmla="*/ 5 h 29"/>
                <a:gd name="T10" fmla="*/ 24 w 29"/>
                <a:gd name="T11" fmla="*/ 25 h 29"/>
                <a:gd name="T12" fmla="*/ 14 w 29"/>
                <a:gd name="T13" fmla="*/ 29 h 29"/>
                <a:gd name="T14" fmla="*/ 14 w 29"/>
                <a:gd name="T15" fmla="*/ 13 h 29"/>
                <a:gd name="T16" fmla="*/ 13 w 29"/>
                <a:gd name="T17" fmla="*/ 14 h 29"/>
                <a:gd name="T18" fmla="*/ 12 w 29"/>
                <a:gd name="T19" fmla="*/ 15 h 29"/>
                <a:gd name="T20" fmla="*/ 13 w 29"/>
                <a:gd name="T21" fmla="*/ 16 h 29"/>
                <a:gd name="T22" fmla="*/ 14 w 29"/>
                <a:gd name="T23" fmla="*/ 17 h 29"/>
                <a:gd name="T24" fmla="*/ 15 w 29"/>
                <a:gd name="T25" fmla="*/ 16 h 29"/>
                <a:gd name="T26" fmla="*/ 15 w 29"/>
                <a:gd name="T27" fmla="*/ 14 h 29"/>
                <a:gd name="T28" fmla="*/ 14 w 29"/>
                <a:gd name="T29" fmla="*/ 13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 h="29">
                  <a:moveTo>
                    <a:pt x="14" y="29"/>
                  </a:moveTo>
                  <a:cubicBezTo>
                    <a:pt x="10" y="29"/>
                    <a:pt x="7" y="28"/>
                    <a:pt x="4" y="25"/>
                  </a:cubicBezTo>
                  <a:cubicBezTo>
                    <a:pt x="1" y="22"/>
                    <a:pt x="0" y="19"/>
                    <a:pt x="0" y="15"/>
                  </a:cubicBezTo>
                  <a:cubicBezTo>
                    <a:pt x="0" y="11"/>
                    <a:pt x="1" y="8"/>
                    <a:pt x="4" y="5"/>
                  </a:cubicBezTo>
                  <a:cubicBezTo>
                    <a:pt x="9" y="0"/>
                    <a:pt x="19" y="0"/>
                    <a:pt x="24" y="5"/>
                  </a:cubicBezTo>
                  <a:cubicBezTo>
                    <a:pt x="29" y="10"/>
                    <a:pt x="29" y="19"/>
                    <a:pt x="24" y="25"/>
                  </a:cubicBezTo>
                  <a:cubicBezTo>
                    <a:pt x="21" y="28"/>
                    <a:pt x="18" y="29"/>
                    <a:pt x="14" y="29"/>
                  </a:cubicBezTo>
                  <a:close/>
                  <a:moveTo>
                    <a:pt x="14" y="13"/>
                  </a:moveTo>
                  <a:cubicBezTo>
                    <a:pt x="14" y="13"/>
                    <a:pt x="13" y="13"/>
                    <a:pt x="13" y="14"/>
                  </a:cubicBezTo>
                  <a:cubicBezTo>
                    <a:pt x="12" y="14"/>
                    <a:pt x="12" y="15"/>
                    <a:pt x="12" y="15"/>
                  </a:cubicBezTo>
                  <a:cubicBezTo>
                    <a:pt x="12" y="15"/>
                    <a:pt x="12" y="16"/>
                    <a:pt x="13" y="16"/>
                  </a:cubicBezTo>
                  <a:cubicBezTo>
                    <a:pt x="13" y="17"/>
                    <a:pt x="14" y="17"/>
                    <a:pt x="14" y="17"/>
                  </a:cubicBezTo>
                  <a:cubicBezTo>
                    <a:pt x="14" y="17"/>
                    <a:pt x="15" y="17"/>
                    <a:pt x="15" y="16"/>
                  </a:cubicBezTo>
                  <a:cubicBezTo>
                    <a:pt x="16" y="16"/>
                    <a:pt x="16" y="14"/>
                    <a:pt x="15" y="14"/>
                  </a:cubicBezTo>
                  <a:cubicBezTo>
                    <a:pt x="15" y="13"/>
                    <a:pt x="14" y="13"/>
                    <a:pt x="14"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grpSp>
        <p:nvGrpSpPr>
          <p:cNvPr id="74" name="Group 73"/>
          <p:cNvGrpSpPr/>
          <p:nvPr/>
        </p:nvGrpSpPr>
        <p:grpSpPr>
          <a:xfrm>
            <a:off x="5248395" y="2282084"/>
            <a:ext cx="493019" cy="493017"/>
            <a:chOff x="7524750" y="4162426"/>
            <a:chExt cx="420688" cy="420687"/>
          </a:xfrm>
          <a:solidFill>
            <a:schemeClr val="accent3"/>
          </a:solidFill>
        </p:grpSpPr>
        <p:sp>
          <p:nvSpPr>
            <p:cNvPr id="75" name="Freeform 93"/>
            <p:cNvSpPr>
              <a:spLocks noEditPoints="1"/>
            </p:cNvSpPr>
            <p:nvPr/>
          </p:nvSpPr>
          <p:spPr bwMode="auto">
            <a:xfrm>
              <a:off x="7524750" y="4162426"/>
              <a:ext cx="420688" cy="420687"/>
            </a:xfrm>
            <a:custGeom>
              <a:avLst/>
              <a:gdLst>
                <a:gd name="T0" fmla="*/ 102 w 265"/>
                <a:gd name="T1" fmla="*/ 265 h 265"/>
                <a:gd name="T2" fmla="*/ 86 w 265"/>
                <a:gd name="T3" fmla="*/ 221 h 265"/>
                <a:gd name="T4" fmla="*/ 18 w 265"/>
                <a:gd name="T5" fmla="*/ 206 h 265"/>
                <a:gd name="T6" fmla="*/ 39 w 265"/>
                <a:gd name="T7" fmla="*/ 163 h 265"/>
                <a:gd name="T8" fmla="*/ 0 w 265"/>
                <a:gd name="T9" fmla="*/ 102 h 265"/>
                <a:gd name="T10" fmla="*/ 44 w 265"/>
                <a:gd name="T11" fmla="*/ 86 h 265"/>
                <a:gd name="T12" fmla="*/ 59 w 265"/>
                <a:gd name="T13" fmla="*/ 18 h 265"/>
                <a:gd name="T14" fmla="*/ 102 w 265"/>
                <a:gd name="T15" fmla="*/ 39 h 265"/>
                <a:gd name="T16" fmla="*/ 163 w 265"/>
                <a:gd name="T17" fmla="*/ 0 h 265"/>
                <a:gd name="T18" fmla="*/ 179 w 265"/>
                <a:gd name="T19" fmla="*/ 44 h 265"/>
                <a:gd name="T20" fmla="*/ 247 w 265"/>
                <a:gd name="T21" fmla="*/ 59 h 265"/>
                <a:gd name="T22" fmla="*/ 226 w 265"/>
                <a:gd name="T23" fmla="*/ 102 h 265"/>
                <a:gd name="T24" fmla="*/ 265 w 265"/>
                <a:gd name="T25" fmla="*/ 163 h 265"/>
                <a:gd name="T26" fmla="*/ 221 w 265"/>
                <a:gd name="T27" fmla="*/ 179 h 265"/>
                <a:gd name="T28" fmla="*/ 206 w 265"/>
                <a:gd name="T29" fmla="*/ 247 h 265"/>
                <a:gd name="T30" fmla="*/ 163 w 265"/>
                <a:gd name="T31" fmla="*/ 226 h 265"/>
                <a:gd name="T32" fmla="*/ 114 w 265"/>
                <a:gd name="T33" fmla="*/ 253 h 265"/>
                <a:gd name="T34" fmla="*/ 151 w 265"/>
                <a:gd name="T35" fmla="*/ 218 h 265"/>
                <a:gd name="T36" fmla="*/ 206 w 265"/>
                <a:gd name="T37" fmla="*/ 230 h 265"/>
                <a:gd name="T38" fmla="*/ 207 w 265"/>
                <a:gd name="T39" fmla="*/ 183 h 265"/>
                <a:gd name="T40" fmla="*/ 253 w 265"/>
                <a:gd name="T41" fmla="*/ 151 h 265"/>
                <a:gd name="T42" fmla="*/ 218 w 265"/>
                <a:gd name="T43" fmla="*/ 114 h 265"/>
                <a:gd name="T44" fmla="*/ 230 w 265"/>
                <a:gd name="T45" fmla="*/ 59 h 265"/>
                <a:gd name="T46" fmla="*/ 183 w 265"/>
                <a:gd name="T47" fmla="*/ 58 h 265"/>
                <a:gd name="T48" fmla="*/ 151 w 265"/>
                <a:gd name="T49" fmla="*/ 12 h 265"/>
                <a:gd name="T50" fmla="*/ 114 w 265"/>
                <a:gd name="T51" fmla="*/ 47 h 265"/>
                <a:gd name="T52" fmla="*/ 59 w 265"/>
                <a:gd name="T53" fmla="*/ 35 h 265"/>
                <a:gd name="T54" fmla="*/ 58 w 265"/>
                <a:gd name="T55" fmla="*/ 82 h 265"/>
                <a:gd name="T56" fmla="*/ 12 w 265"/>
                <a:gd name="T57" fmla="*/ 114 h 265"/>
                <a:gd name="T58" fmla="*/ 47 w 265"/>
                <a:gd name="T59" fmla="*/ 151 h 265"/>
                <a:gd name="T60" fmla="*/ 35 w 265"/>
                <a:gd name="T61" fmla="*/ 206 h 265"/>
                <a:gd name="T62" fmla="*/ 82 w 265"/>
                <a:gd name="T63" fmla="*/ 207 h 265"/>
                <a:gd name="T64" fmla="*/ 114 w 265"/>
                <a:gd name="T65" fmla="*/ 253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65" h="265">
                  <a:moveTo>
                    <a:pt x="163" y="265"/>
                  </a:moveTo>
                  <a:lnTo>
                    <a:pt x="102" y="265"/>
                  </a:lnTo>
                  <a:lnTo>
                    <a:pt x="102" y="226"/>
                  </a:lnTo>
                  <a:lnTo>
                    <a:pt x="86" y="221"/>
                  </a:lnTo>
                  <a:lnTo>
                    <a:pt x="59" y="247"/>
                  </a:lnTo>
                  <a:lnTo>
                    <a:pt x="18" y="206"/>
                  </a:lnTo>
                  <a:lnTo>
                    <a:pt x="44" y="179"/>
                  </a:lnTo>
                  <a:lnTo>
                    <a:pt x="39" y="163"/>
                  </a:lnTo>
                  <a:lnTo>
                    <a:pt x="0" y="163"/>
                  </a:lnTo>
                  <a:lnTo>
                    <a:pt x="0" y="102"/>
                  </a:lnTo>
                  <a:lnTo>
                    <a:pt x="39" y="102"/>
                  </a:lnTo>
                  <a:lnTo>
                    <a:pt x="44" y="86"/>
                  </a:lnTo>
                  <a:lnTo>
                    <a:pt x="18" y="59"/>
                  </a:lnTo>
                  <a:lnTo>
                    <a:pt x="59" y="18"/>
                  </a:lnTo>
                  <a:lnTo>
                    <a:pt x="86" y="44"/>
                  </a:lnTo>
                  <a:lnTo>
                    <a:pt x="102" y="39"/>
                  </a:lnTo>
                  <a:lnTo>
                    <a:pt x="102" y="0"/>
                  </a:lnTo>
                  <a:lnTo>
                    <a:pt x="163" y="0"/>
                  </a:lnTo>
                  <a:lnTo>
                    <a:pt x="163" y="39"/>
                  </a:lnTo>
                  <a:lnTo>
                    <a:pt x="179" y="44"/>
                  </a:lnTo>
                  <a:lnTo>
                    <a:pt x="206" y="18"/>
                  </a:lnTo>
                  <a:lnTo>
                    <a:pt x="247" y="59"/>
                  </a:lnTo>
                  <a:lnTo>
                    <a:pt x="221" y="86"/>
                  </a:lnTo>
                  <a:lnTo>
                    <a:pt x="226" y="102"/>
                  </a:lnTo>
                  <a:lnTo>
                    <a:pt x="265" y="102"/>
                  </a:lnTo>
                  <a:lnTo>
                    <a:pt x="265" y="163"/>
                  </a:lnTo>
                  <a:lnTo>
                    <a:pt x="226" y="163"/>
                  </a:lnTo>
                  <a:lnTo>
                    <a:pt x="221" y="179"/>
                  </a:lnTo>
                  <a:lnTo>
                    <a:pt x="247" y="206"/>
                  </a:lnTo>
                  <a:lnTo>
                    <a:pt x="206" y="247"/>
                  </a:lnTo>
                  <a:lnTo>
                    <a:pt x="179" y="221"/>
                  </a:lnTo>
                  <a:lnTo>
                    <a:pt x="163" y="226"/>
                  </a:lnTo>
                  <a:lnTo>
                    <a:pt x="163" y="265"/>
                  </a:lnTo>
                  <a:close/>
                  <a:moveTo>
                    <a:pt x="114" y="253"/>
                  </a:moveTo>
                  <a:lnTo>
                    <a:pt x="151" y="253"/>
                  </a:lnTo>
                  <a:lnTo>
                    <a:pt x="151" y="218"/>
                  </a:lnTo>
                  <a:lnTo>
                    <a:pt x="183" y="207"/>
                  </a:lnTo>
                  <a:lnTo>
                    <a:pt x="206" y="230"/>
                  </a:lnTo>
                  <a:lnTo>
                    <a:pt x="230" y="206"/>
                  </a:lnTo>
                  <a:lnTo>
                    <a:pt x="207" y="183"/>
                  </a:lnTo>
                  <a:lnTo>
                    <a:pt x="218" y="151"/>
                  </a:lnTo>
                  <a:lnTo>
                    <a:pt x="253" y="151"/>
                  </a:lnTo>
                  <a:lnTo>
                    <a:pt x="253" y="114"/>
                  </a:lnTo>
                  <a:lnTo>
                    <a:pt x="218" y="114"/>
                  </a:lnTo>
                  <a:lnTo>
                    <a:pt x="207" y="82"/>
                  </a:lnTo>
                  <a:lnTo>
                    <a:pt x="230" y="59"/>
                  </a:lnTo>
                  <a:lnTo>
                    <a:pt x="206" y="35"/>
                  </a:lnTo>
                  <a:lnTo>
                    <a:pt x="183" y="58"/>
                  </a:lnTo>
                  <a:lnTo>
                    <a:pt x="151" y="47"/>
                  </a:lnTo>
                  <a:lnTo>
                    <a:pt x="151" y="12"/>
                  </a:lnTo>
                  <a:lnTo>
                    <a:pt x="114" y="12"/>
                  </a:lnTo>
                  <a:lnTo>
                    <a:pt x="114" y="47"/>
                  </a:lnTo>
                  <a:lnTo>
                    <a:pt x="82" y="58"/>
                  </a:lnTo>
                  <a:lnTo>
                    <a:pt x="59" y="35"/>
                  </a:lnTo>
                  <a:lnTo>
                    <a:pt x="35" y="59"/>
                  </a:lnTo>
                  <a:lnTo>
                    <a:pt x="58" y="82"/>
                  </a:lnTo>
                  <a:lnTo>
                    <a:pt x="47" y="114"/>
                  </a:lnTo>
                  <a:lnTo>
                    <a:pt x="12" y="114"/>
                  </a:lnTo>
                  <a:lnTo>
                    <a:pt x="12" y="151"/>
                  </a:lnTo>
                  <a:lnTo>
                    <a:pt x="47" y="151"/>
                  </a:lnTo>
                  <a:lnTo>
                    <a:pt x="58" y="183"/>
                  </a:lnTo>
                  <a:lnTo>
                    <a:pt x="35" y="206"/>
                  </a:lnTo>
                  <a:lnTo>
                    <a:pt x="59" y="230"/>
                  </a:lnTo>
                  <a:lnTo>
                    <a:pt x="82" y="207"/>
                  </a:lnTo>
                  <a:lnTo>
                    <a:pt x="114" y="218"/>
                  </a:lnTo>
                  <a:lnTo>
                    <a:pt x="114" y="2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76" name="Freeform 94"/>
            <p:cNvSpPr>
              <a:spLocks noEditPoints="1"/>
            </p:cNvSpPr>
            <p:nvPr/>
          </p:nvSpPr>
          <p:spPr bwMode="auto">
            <a:xfrm>
              <a:off x="7686675" y="4324350"/>
              <a:ext cx="96838" cy="9683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7"/>
                    <a:pt x="0" y="30"/>
                  </a:cubicBezTo>
                  <a:cubicBezTo>
                    <a:pt x="0" y="13"/>
                    <a:pt x="13" y="0"/>
                    <a:pt x="30" y="0"/>
                  </a:cubicBezTo>
                  <a:cubicBezTo>
                    <a:pt x="47" y="0"/>
                    <a:pt x="60" y="13"/>
                    <a:pt x="60" y="30"/>
                  </a:cubicBezTo>
                  <a:cubicBezTo>
                    <a:pt x="60" y="47"/>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grpSp>
        <p:nvGrpSpPr>
          <p:cNvPr id="77" name="Group 2_1">
            <a:extLst>
              <a:ext uri="{FF2B5EF4-FFF2-40B4-BE49-F238E27FC236}">
                <a16:creationId xmlns:a16="http://schemas.microsoft.com/office/drawing/2014/main" id="{954F2A88-386E-45D6-A13B-9150973BA555}"/>
              </a:ext>
            </a:extLst>
          </p:cNvPr>
          <p:cNvGrpSpPr/>
          <p:nvPr/>
        </p:nvGrpSpPr>
        <p:grpSpPr>
          <a:xfrm>
            <a:off x="0" y="0"/>
            <a:ext cx="1751115" cy="1097152"/>
            <a:chOff x="0" y="0"/>
            <a:chExt cx="1751115" cy="1097152"/>
          </a:xfrm>
        </p:grpSpPr>
        <p:grpSp>
          <p:nvGrpSpPr>
            <p:cNvPr id="78" name="组合 77">
              <a:extLst>
                <a:ext uri="{FF2B5EF4-FFF2-40B4-BE49-F238E27FC236}">
                  <a16:creationId xmlns:a16="http://schemas.microsoft.com/office/drawing/2014/main" id="{959542D9-0364-4C60-8AB7-E4939813C25F}"/>
                </a:ext>
              </a:extLst>
            </p:cNvPr>
            <p:cNvGrpSpPr/>
            <p:nvPr/>
          </p:nvGrpSpPr>
          <p:grpSpPr>
            <a:xfrm>
              <a:off x="0" y="0"/>
              <a:ext cx="1751115" cy="1097152"/>
              <a:chOff x="-1832690" y="-1312191"/>
              <a:chExt cx="4302458" cy="3292533"/>
            </a:xfrm>
          </p:grpSpPr>
          <p:pic>
            <p:nvPicPr>
              <p:cNvPr id="80" name="PA-图片 2">
                <a:extLst>
                  <a:ext uri="{FF2B5EF4-FFF2-40B4-BE49-F238E27FC236}">
                    <a16:creationId xmlns:a16="http://schemas.microsoft.com/office/drawing/2014/main" id="{7FC97980-3F19-4AC7-AE3C-E8ACBA942BE2}"/>
                  </a:ext>
                </a:extLst>
              </p:cNvPr>
              <p:cNvPicPr>
                <a:picLocks noChangeAspect="1"/>
              </p:cNvPicPr>
              <p:nvPr>
                <p:custDataLst>
                  <p:tags r:id="rId2"/>
                </p:custDataLst>
              </p:nvPr>
            </p:nvPicPr>
            <p:blipFill rotWithShape="1">
              <a:blip r:embed="rId6" cstate="print">
                <a:extLst>
                  <a:ext uri="{28A0092B-C50C-407E-A947-70E740481C1C}">
                    <a14:useLocalDpi xmlns:a14="http://schemas.microsoft.com/office/drawing/2010/main" val="0"/>
                  </a:ext>
                </a:extLst>
              </a:blip>
              <a:srcRect l="15664" t="61151"/>
              <a:stretch/>
            </p:blipFill>
            <p:spPr>
              <a:xfrm>
                <a:off x="-1832690" y="-1312191"/>
                <a:ext cx="4302458" cy="2664265"/>
              </a:xfrm>
              <a:prstGeom prst="rect">
                <a:avLst/>
              </a:prstGeom>
            </p:spPr>
          </p:pic>
          <p:pic>
            <p:nvPicPr>
              <p:cNvPr id="81" name="PA-图片 7">
                <a:extLst>
                  <a:ext uri="{FF2B5EF4-FFF2-40B4-BE49-F238E27FC236}">
                    <a16:creationId xmlns:a16="http://schemas.microsoft.com/office/drawing/2014/main" id="{A6A3FDE5-3AAA-4D6C-9E55-FF74C8141F29}"/>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975373" y="1127025"/>
                <a:ext cx="775743" cy="853317"/>
              </a:xfrm>
              <a:prstGeom prst="rect">
                <a:avLst/>
              </a:prstGeom>
            </p:spPr>
          </p:pic>
        </p:grpSp>
        <p:sp>
          <p:nvSpPr>
            <p:cNvPr id="79" name="PA-矩形8435759">
              <a:extLst>
                <a:ext uri="{FF2B5EF4-FFF2-40B4-BE49-F238E27FC236}">
                  <a16:creationId xmlns:a16="http://schemas.microsoft.com/office/drawing/2014/main" id="{FF0FCFA1-E886-4546-89DF-765F12D055D4}"/>
                </a:ext>
              </a:extLst>
            </p:cNvPr>
            <p:cNvSpPr/>
            <p:nvPr>
              <p:custDataLst>
                <p:tags r:id="rId1"/>
              </p:custDataLst>
            </p:nvPr>
          </p:nvSpPr>
          <p:spPr>
            <a:xfrm>
              <a:off x="60033" y="136009"/>
              <a:ext cx="1398588" cy="400110"/>
            </a:xfrm>
            <a:prstGeom prst="rect">
              <a:avLst/>
            </a:prstGeom>
          </p:spPr>
          <p:txBody>
            <a:bodyPr wrap="none">
              <a:spAutoFit/>
            </a:bodyPr>
            <a:lstStyle/>
            <a:p>
              <a:r>
                <a:rPr lang="en-US" altLang="zh-CN" sz="2000" dirty="0">
                  <a:latin typeface="思源黑体 CN Medium" panose="020B0600000000000000" pitchFamily="34" charset="-122"/>
                  <a:ea typeface="思源黑体 CN Medium" panose="020B0600000000000000" pitchFamily="34" charset="-122"/>
                  <a:sym typeface="思源黑体" panose="020B0400000000000000" pitchFamily="34" charset="-122"/>
                </a:rPr>
                <a:t>Enter title</a:t>
              </a:r>
              <a:endParaRPr lang="zh-CN" altLang="en-US" sz="2000" dirty="0">
                <a:latin typeface="思源黑体 CN Medium" panose="020B0600000000000000" pitchFamily="34" charset="-122"/>
                <a:ea typeface="思源黑体 CN Medium" panose="020B0600000000000000" pitchFamily="34" charset="-122"/>
              </a:endParaRPr>
            </a:p>
          </p:txBody>
        </p:sp>
      </p:grpSp>
    </p:spTree>
    <p:extLst>
      <p:ext uri="{BB962C8B-B14F-4D97-AF65-F5344CB8AC3E}">
        <p14:creationId xmlns:p14="http://schemas.microsoft.com/office/powerpoint/2010/main" val="1067004543"/>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fltVal val="0"/>
                                          </p:val>
                                        </p:tav>
                                        <p:tav tm="100000">
                                          <p:val>
                                            <p:strVal val="#ppt_w"/>
                                          </p:val>
                                        </p:tav>
                                      </p:tavLst>
                                    </p:anim>
                                    <p:anim calcmode="lin" valueType="num">
                                      <p:cBhvr>
                                        <p:cTn id="14" dur="500" fill="hold"/>
                                        <p:tgtEl>
                                          <p:spTgt spid="4"/>
                                        </p:tgtEl>
                                        <p:attrNameLst>
                                          <p:attrName>ppt_h</p:attrName>
                                        </p:attrNameLst>
                                      </p:cBhvr>
                                      <p:tavLst>
                                        <p:tav tm="0">
                                          <p:val>
                                            <p:fltVal val="0"/>
                                          </p:val>
                                        </p:tav>
                                        <p:tav tm="100000">
                                          <p:val>
                                            <p:strVal val="#ppt_h"/>
                                          </p:val>
                                        </p:tav>
                                      </p:tavLst>
                                    </p:anim>
                                    <p:animEffect transition="in" filter="fade">
                                      <p:cBhvr>
                                        <p:cTn id="15" dur="500"/>
                                        <p:tgtEl>
                                          <p:spTgt spid="4"/>
                                        </p:tgtEl>
                                      </p:cBhvr>
                                    </p:animEffect>
                                  </p:childTnLst>
                                </p:cTn>
                              </p:par>
                            </p:childTnLst>
                          </p:cTn>
                        </p:par>
                        <p:par>
                          <p:cTn id="16" fill="hold">
                            <p:stCondLst>
                              <p:cond delay="1000"/>
                            </p:stCondLst>
                            <p:childTnLst>
                              <p:par>
                                <p:cTn id="17" presetID="22" presetClass="entr" presetSubtype="4"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wipe(down)">
                                      <p:cBhvr>
                                        <p:cTn id="19" dur="500"/>
                                        <p:tgtEl>
                                          <p:spTgt spid="30"/>
                                        </p:tgtEl>
                                      </p:cBhvr>
                                    </p:animEffect>
                                  </p:childTnLst>
                                </p:cTn>
                              </p:par>
                            </p:childTnLst>
                          </p:cTn>
                        </p:par>
                        <p:par>
                          <p:cTn id="20" fill="hold">
                            <p:stCondLst>
                              <p:cond delay="1500"/>
                            </p:stCondLst>
                            <p:childTnLst>
                              <p:par>
                                <p:cTn id="21" presetID="53" presetClass="entr" presetSubtype="16" fill="hold" nodeType="afterEffect">
                                  <p:stCondLst>
                                    <p:cond delay="0"/>
                                  </p:stCondLst>
                                  <p:childTnLst>
                                    <p:set>
                                      <p:cBhvr>
                                        <p:cTn id="22" dur="1" fill="hold">
                                          <p:stCondLst>
                                            <p:cond delay="0"/>
                                          </p:stCondLst>
                                        </p:cTn>
                                        <p:tgtEl>
                                          <p:spTgt spid="45"/>
                                        </p:tgtEl>
                                        <p:attrNameLst>
                                          <p:attrName>style.visibility</p:attrName>
                                        </p:attrNameLst>
                                      </p:cBhvr>
                                      <p:to>
                                        <p:strVal val="visible"/>
                                      </p:to>
                                    </p:set>
                                    <p:anim calcmode="lin" valueType="num">
                                      <p:cBhvr>
                                        <p:cTn id="23" dur="500" fill="hold"/>
                                        <p:tgtEl>
                                          <p:spTgt spid="45"/>
                                        </p:tgtEl>
                                        <p:attrNameLst>
                                          <p:attrName>ppt_w</p:attrName>
                                        </p:attrNameLst>
                                      </p:cBhvr>
                                      <p:tavLst>
                                        <p:tav tm="0">
                                          <p:val>
                                            <p:fltVal val="0"/>
                                          </p:val>
                                        </p:tav>
                                        <p:tav tm="100000">
                                          <p:val>
                                            <p:strVal val="#ppt_w"/>
                                          </p:val>
                                        </p:tav>
                                      </p:tavLst>
                                    </p:anim>
                                    <p:anim calcmode="lin" valueType="num">
                                      <p:cBhvr>
                                        <p:cTn id="24" dur="500" fill="hold"/>
                                        <p:tgtEl>
                                          <p:spTgt spid="45"/>
                                        </p:tgtEl>
                                        <p:attrNameLst>
                                          <p:attrName>ppt_h</p:attrName>
                                        </p:attrNameLst>
                                      </p:cBhvr>
                                      <p:tavLst>
                                        <p:tav tm="0">
                                          <p:val>
                                            <p:fltVal val="0"/>
                                          </p:val>
                                        </p:tav>
                                        <p:tav tm="100000">
                                          <p:val>
                                            <p:strVal val="#ppt_h"/>
                                          </p:val>
                                        </p:tav>
                                      </p:tavLst>
                                    </p:anim>
                                    <p:animEffect transition="in" filter="fade">
                                      <p:cBhvr>
                                        <p:cTn id="25" dur="500"/>
                                        <p:tgtEl>
                                          <p:spTgt spid="45"/>
                                        </p:tgtEl>
                                      </p:cBhvr>
                                    </p:animEffect>
                                  </p:childTnLst>
                                </p:cTn>
                              </p:par>
                            </p:childTnLst>
                          </p:cTn>
                        </p:par>
                        <p:par>
                          <p:cTn id="26" fill="hold">
                            <p:stCondLst>
                              <p:cond delay="2000"/>
                            </p:stCondLst>
                            <p:childTnLst>
                              <p:par>
                                <p:cTn id="27" presetID="10" presetClass="entr" presetSubtype="0" fill="hold" grpId="0" nodeType="afterEffect">
                                  <p:stCondLst>
                                    <p:cond delay="0"/>
                                  </p:stCondLst>
                                  <p:childTnLst>
                                    <p:set>
                                      <p:cBhvr>
                                        <p:cTn id="28" dur="1" fill="hold">
                                          <p:stCondLst>
                                            <p:cond delay="0"/>
                                          </p:stCondLst>
                                        </p:cTn>
                                        <p:tgtEl>
                                          <p:spTgt spid="35"/>
                                        </p:tgtEl>
                                        <p:attrNameLst>
                                          <p:attrName>style.visibility</p:attrName>
                                        </p:attrNameLst>
                                      </p:cBhvr>
                                      <p:to>
                                        <p:strVal val="visible"/>
                                      </p:to>
                                    </p:set>
                                    <p:animEffect transition="in" filter="fade">
                                      <p:cBhvr>
                                        <p:cTn id="29" dur="500"/>
                                        <p:tgtEl>
                                          <p:spTgt spid="35"/>
                                        </p:tgtEl>
                                      </p:cBhvr>
                                    </p:animEffect>
                                  </p:childTnLst>
                                </p:cTn>
                              </p:par>
                            </p:childTnLst>
                          </p:cTn>
                        </p:par>
                        <p:par>
                          <p:cTn id="30" fill="hold">
                            <p:stCondLst>
                              <p:cond delay="2500"/>
                            </p:stCondLst>
                            <p:childTnLst>
                              <p:par>
                                <p:cTn id="31" presetID="10" presetClass="entr" presetSubtype="0" fill="hold" grpId="0" nodeType="afterEffect">
                                  <p:stCondLst>
                                    <p:cond delay="0"/>
                                  </p:stCondLst>
                                  <p:childTnLst>
                                    <p:set>
                                      <p:cBhvr>
                                        <p:cTn id="32" dur="1" fill="hold">
                                          <p:stCondLst>
                                            <p:cond delay="0"/>
                                          </p:stCondLst>
                                        </p:cTn>
                                        <p:tgtEl>
                                          <p:spTgt spid="36"/>
                                        </p:tgtEl>
                                        <p:attrNameLst>
                                          <p:attrName>style.visibility</p:attrName>
                                        </p:attrNameLst>
                                      </p:cBhvr>
                                      <p:to>
                                        <p:strVal val="visible"/>
                                      </p:to>
                                    </p:set>
                                    <p:animEffect transition="in" filter="fade">
                                      <p:cBhvr>
                                        <p:cTn id="33" dur="500"/>
                                        <p:tgtEl>
                                          <p:spTgt spid="36"/>
                                        </p:tgtEl>
                                      </p:cBhvr>
                                    </p:animEffect>
                                  </p:childTnLst>
                                </p:cTn>
                              </p:par>
                            </p:childTnLst>
                          </p:cTn>
                        </p:par>
                        <p:par>
                          <p:cTn id="34" fill="hold">
                            <p:stCondLst>
                              <p:cond delay="3000"/>
                            </p:stCondLst>
                            <p:childTnLst>
                              <p:par>
                                <p:cTn id="35" presetID="53" presetClass="entr" presetSubtype="16" fill="hold" grpId="0" nodeType="after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p:cTn id="37" dur="500" fill="hold"/>
                                        <p:tgtEl>
                                          <p:spTgt spid="5"/>
                                        </p:tgtEl>
                                        <p:attrNameLst>
                                          <p:attrName>ppt_w</p:attrName>
                                        </p:attrNameLst>
                                      </p:cBhvr>
                                      <p:tavLst>
                                        <p:tav tm="0">
                                          <p:val>
                                            <p:fltVal val="0"/>
                                          </p:val>
                                        </p:tav>
                                        <p:tav tm="100000">
                                          <p:val>
                                            <p:strVal val="#ppt_w"/>
                                          </p:val>
                                        </p:tav>
                                      </p:tavLst>
                                    </p:anim>
                                    <p:anim calcmode="lin" valueType="num">
                                      <p:cBhvr>
                                        <p:cTn id="38" dur="500" fill="hold"/>
                                        <p:tgtEl>
                                          <p:spTgt spid="5"/>
                                        </p:tgtEl>
                                        <p:attrNameLst>
                                          <p:attrName>ppt_h</p:attrName>
                                        </p:attrNameLst>
                                      </p:cBhvr>
                                      <p:tavLst>
                                        <p:tav tm="0">
                                          <p:val>
                                            <p:fltVal val="0"/>
                                          </p:val>
                                        </p:tav>
                                        <p:tav tm="100000">
                                          <p:val>
                                            <p:strVal val="#ppt_h"/>
                                          </p:val>
                                        </p:tav>
                                      </p:tavLst>
                                    </p:anim>
                                    <p:animEffect transition="in" filter="fade">
                                      <p:cBhvr>
                                        <p:cTn id="39" dur="500"/>
                                        <p:tgtEl>
                                          <p:spTgt spid="5"/>
                                        </p:tgtEl>
                                      </p:cBhvr>
                                    </p:animEffect>
                                  </p:childTnLst>
                                </p:cTn>
                              </p:par>
                            </p:childTnLst>
                          </p:cTn>
                        </p:par>
                        <p:par>
                          <p:cTn id="40" fill="hold">
                            <p:stCondLst>
                              <p:cond delay="3500"/>
                            </p:stCondLst>
                            <p:childTnLst>
                              <p:par>
                                <p:cTn id="41" presetID="53" presetClass="entr" presetSubtype="16" fill="hold" grpId="0" nodeType="afterEffect">
                                  <p:stCondLst>
                                    <p:cond delay="0"/>
                                  </p:stCondLst>
                                  <p:childTnLst>
                                    <p:set>
                                      <p:cBhvr>
                                        <p:cTn id="42" dur="1" fill="hold">
                                          <p:stCondLst>
                                            <p:cond delay="0"/>
                                          </p:stCondLst>
                                        </p:cTn>
                                        <p:tgtEl>
                                          <p:spTgt spid="6"/>
                                        </p:tgtEl>
                                        <p:attrNameLst>
                                          <p:attrName>style.visibility</p:attrName>
                                        </p:attrNameLst>
                                      </p:cBhvr>
                                      <p:to>
                                        <p:strVal val="visible"/>
                                      </p:to>
                                    </p:set>
                                    <p:anim calcmode="lin" valueType="num">
                                      <p:cBhvr>
                                        <p:cTn id="43" dur="500" fill="hold"/>
                                        <p:tgtEl>
                                          <p:spTgt spid="6"/>
                                        </p:tgtEl>
                                        <p:attrNameLst>
                                          <p:attrName>ppt_w</p:attrName>
                                        </p:attrNameLst>
                                      </p:cBhvr>
                                      <p:tavLst>
                                        <p:tav tm="0">
                                          <p:val>
                                            <p:fltVal val="0"/>
                                          </p:val>
                                        </p:tav>
                                        <p:tav tm="100000">
                                          <p:val>
                                            <p:strVal val="#ppt_w"/>
                                          </p:val>
                                        </p:tav>
                                      </p:tavLst>
                                    </p:anim>
                                    <p:anim calcmode="lin" valueType="num">
                                      <p:cBhvr>
                                        <p:cTn id="44" dur="500" fill="hold"/>
                                        <p:tgtEl>
                                          <p:spTgt spid="6"/>
                                        </p:tgtEl>
                                        <p:attrNameLst>
                                          <p:attrName>ppt_h</p:attrName>
                                        </p:attrNameLst>
                                      </p:cBhvr>
                                      <p:tavLst>
                                        <p:tav tm="0">
                                          <p:val>
                                            <p:fltVal val="0"/>
                                          </p:val>
                                        </p:tav>
                                        <p:tav tm="100000">
                                          <p:val>
                                            <p:strVal val="#ppt_h"/>
                                          </p:val>
                                        </p:tav>
                                      </p:tavLst>
                                    </p:anim>
                                    <p:animEffect transition="in" filter="fade">
                                      <p:cBhvr>
                                        <p:cTn id="45" dur="500"/>
                                        <p:tgtEl>
                                          <p:spTgt spid="6"/>
                                        </p:tgtEl>
                                      </p:cBhvr>
                                    </p:animEffect>
                                  </p:childTnLst>
                                </p:cTn>
                              </p:par>
                            </p:childTnLst>
                          </p:cTn>
                        </p:par>
                        <p:par>
                          <p:cTn id="46" fill="hold">
                            <p:stCondLst>
                              <p:cond delay="4000"/>
                            </p:stCondLst>
                            <p:childTnLst>
                              <p:par>
                                <p:cTn id="47" presetID="53" presetClass="entr" presetSubtype="16" fill="hold" grpId="0" nodeType="afterEffect">
                                  <p:stCondLst>
                                    <p:cond delay="0"/>
                                  </p:stCondLst>
                                  <p:childTnLst>
                                    <p:set>
                                      <p:cBhvr>
                                        <p:cTn id="48" dur="1" fill="hold">
                                          <p:stCondLst>
                                            <p:cond delay="0"/>
                                          </p:stCondLst>
                                        </p:cTn>
                                        <p:tgtEl>
                                          <p:spTgt spid="7"/>
                                        </p:tgtEl>
                                        <p:attrNameLst>
                                          <p:attrName>style.visibility</p:attrName>
                                        </p:attrNameLst>
                                      </p:cBhvr>
                                      <p:to>
                                        <p:strVal val="visible"/>
                                      </p:to>
                                    </p:set>
                                    <p:anim calcmode="lin" valueType="num">
                                      <p:cBhvr>
                                        <p:cTn id="49" dur="500" fill="hold"/>
                                        <p:tgtEl>
                                          <p:spTgt spid="7"/>
                                        </p:tgtEl>
                                        <p:attrNameLst>
                                          <p:attrName>ppt_w</p:attrName>
                                        </p:attrNameLst>
                                      </p:cBhvr>
                                      <p:tavLst>
                                        <p:tav tm="0">
                                          <p:val>
                                            <p:fltVal val="0"/>
                                          </p:val>
                                        </p:tav>
                                        <p:tav tm="100000">
                                          <p:val>
                                            <p:strVal val="#ppt_w"/>
                                          </p:val>
                                        </p:tav>
                                      </p:tavLst>
                                    </p:anim>
                                    <p:anim calcmode="lin" valueType="num">
                                      <p:cBhvr>
                                        <p:cTn id="50" dur="500" fill="hold"/>
                                        <p:tgtEl>
                                          <p:spTgt spid="7"/>
                                        </p:tgtEl>
                                        <p:attrNameLst>
                                          <p:attrName>ppt_h</p:attrName>
                                        </p:attrNameLst>
                                      </p:cBhvr>
                                      <p:tavLst>
                                        <p:tav tm="0">
                                          <p:val>
                                            <p:fltVal val="0"/>
                                          </p:val>
                                        </p:tav>
                                        <p:tav tm="100000">
                                          <p:val>
                                            <p:strVal val="#ppt_h"/>
                                          </p:val>
                                        </p:tav>
                                      </p:tavLst>
                                    </p:anim>
                                    <p:animEffect transition="in" filter="fade">
                                      <p:cBhvr>
                                        <p:cTn id="51" dur="500"/>
                                        <p:tgtEl>
                                          <p:spTgt spid="7"/>
                                        </p:tgtEl>
                                      </p:cBhvr>
                                    </p:animEffect>
                                  </p:childTnLst>
                                </p:cTn>
                              </p:par>
                            </p:childTnLst>
                          </p:cTn>
                        </p:par>
                        <p:par>
                          <p:cTn id="52" fill="hold">
                            <p:stCondLst>
                              <p:cond delay="4500"/>
                            </p:stCondLst>
                            <p:childTnLst>
                              <p:par>
                                <p:cTn id="53" presetID="53" presetClass="entr" presetSubtype="16" fill="hold" grpId="0" nodeType="afterEffect">
                                  <p:stCondLst>
                                    <p:cond delay="0"/>
                                  </p:stCondLst>
                                  <p:childTnLst>
                                    <p:set>
                                      <p:cBhvr>
                                        <p:cTn id="54" dur="1" fill="hold">
                                          <p:stCondLst>
                                            <p:cond delay="0"/>
                                          </p:stCondLst>
                                        </p:cTn>
                                        <p:tgtEl>
                                          <p:spTgt spid="8"/>
                                        </p:tgtEl>
                                        <p:attrNameLst>
                                          <p:attrName>style.visibility</p:attrName>
                                        </p:attrNameLst>
                                      </p:cBhvr>
                                      <p:to>
                                        <p:strVal val="visible"/>
                                      </p:to>
                                    </p:set>
                                    <p:anim calcmode="lin" valueType="num">
                                      <p:cBhvr>
                                        <p:cTn id="55" dur="500" fill="hold"/>
                                        <p:tgtEl>
                                          <p:spTgt spid="8"/>
                                        </p:tgtEl>
                                        <p:attrNameLst>
                                          <p:attrName>ppt_w</p:attrName>
                                        </p:attrNameLst>
                                      </p:cBhvr>
                                      <p:tavLst>
                                        <p:tav tm="0">
                                          <p:val>
                                            <p:fltVal val="0"/>
                                          </p:val>
                                        </p:tav>
                                        <p:tav tm="100000">
                                          <p:val>
                                            <p:strVal val="#ppt_w"/>
                                          </p:val>
                                        </p:tav>
                                      </p:tavLst>
                                    </p:anim>
                                    <p:anim calcmode="lin" valueType="num">
                                      <p:cBhvr>
                                        <p:cTn id="56" dur="500" fill="hold"/>
                                        <p:tgtEl>
                                          <p:spTgt spid="8"/>
                                        </p:tgtEl>
                                        <p:attrNameLst>
                                          <p:attrName>ppt_h</p:attrName>
                                        </p:attrNameLst>
                                      </p:cBhvr>
                                      <p:tavLst>
                                        <p:tav tm="0">
                                          <p:val>
                                            <p:fltVal val="0"/>
                                          </p:val>
                                        </p:tav>
                                        <p:tav tm="100000">
                                          <p:val>
                                            <p:strVal val="#ppt_h"/>
                                          </p:val>
                                        </p:tav>
                                      </p:tavLst>
                                    </p:anim>
                                    <p:animEffect transition="in" filter="fade">
                                      <p:cBhvr>
                                        <p:cTn id="57" dur="500"/>
                                        <p:tgtEl>
                                          <p:spTgt spid="8"/>
                                        </p:tgtEl>
                                      </p:cBhvr>
                                    </p:animEffect>
                                  </p:childTnLst>
                                </p:cTn>
                              </p:par>
                            </p:childTnLst>
                          </p:cTn>
                        </p:par>
                        <p:par>
                          <p:cTn id="58" fill="hold">
                            <p:stCondLst>
                              <p:cond delay="5000"/>
                            </p:stCondLst>
                            <p:childTnLst>
                              <p:par>
                                <p:cTn id="59" presetID="53" presetClass="entr" presetSubtype="16" fill="hold" grpId="0" nodeType="afterEffect">
                                  <p:stCondLst>
                                    <p:cond delay="0"/>
                                  </p:stCondLst>
                                  <p:childTnLst>
                                    <p:set>
                                      <p:cBhvr>
                                        <p:cTn id="60" dur="1" fill="hold">
                                          <p:stCondLst>
                                            <p:cond delay="0"/>
                                          </p:stCondLst>
                                        </p:cTn>
                                        <p:tgtEl>
                                          <p:spTgt spid="9"/>
                                        </p:tgtEl>
                                        <p:attrNameLst>
                                          <p:attrName>style.visibility</p:attrName>
                                        </p:attrNameLst>
                                      </p:cBhvr>
                                      <p:to>
                                        <p:strVal val="visible"/>
                                      </p:to>
                                    </p:set>
                                    <p:anim calcmode="lin" valueType="num">
                                      <p:cBhvr>
                                        <p:cTn id="61" dur="500" fill="hold"/>
                                        <p:tgtEl>
                                          <p:spTgt spid="9"/>
                                        </p:tgtEl>
                                        <p:attrNameLst>
                                          <p:attrName>ppt_w</p:attrName>
                                        </p:attrNameLst>
                                      </p:cBhvr>
                                      <p:tavLst>
                                        <p:tav tm="0">
                                          <p:val>
                                            <p:fltVal val="0"/>
                                          </p:val>
                                        </p:tav>
                                        <p:tav tm="100000">
                                          <p:val>
                                            <p:strVal val="#ppt_w"/>
                                          </p:val>
                                        </p:tav>
                                      </p:tavLst>
                                    </p:anim>
                                    <p:anim calcmode="lin" valueType="num">
                                      <p:cBhvr>
                                        <p:cTn id="62" dur="500" fill="hold"/>
                                        <p:tgtEl>
                                          <p:spTgt spid="9"/>
                                        </p:tgtEl>
                                        <p:attrNameLst>
                                          <p:attrName>ppt_h</p:attrName>
                                        </p:attrNameLst>
                                      </p:cBhvr>
                                      <p:tavLst>
                                        <p:tav tm="0">
                                          <p:val>
                                            <p:fltVal val="0"/>
                                          </p:val>
                                        </p:tav>
                                        <p:tav tm="100000">
                                          <p:val>
                                            <p:strVal val="#ppt_h"/>
                                          </p:val>
                                        </p:tav>
                                      </p:tavLst>
                                    </p:anim>
                                    <p:animEffect transition="in" filter="fade">
                                      <p:cBhvr>
                                        <p:cTn id="63" dur="500"/>
                                        <p:tgtEl>
                                          <p:spTgt spid="9"/>
                                        </p:tgtEl>
                                      </p:cBhvr>
                                    </p:animEffect>
                                  </p:childTnLst>
                                </p:cTn>
                              </p:par>
                            </p:childTnLst>
                          </p:cTn>
                        </p:par>
                        <p:par>
                          <p:cTn id="64" fill="hold">
                            <p:stCondLst>
                              <p:cond delay="5500"/>
                            </p:stCondLst>
                            <p:childTnLst>
                              <p:par>
                                <p:cTn id="65" presetID="22" presetClass="entr" presetSubtype="1" fill="hold" nodeType="after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wipe(up)">
                                      <p:cBhvr>
                                        <p:cTn id="67" dur="500"/>
                                        <p:tgtEl>
                                          <p:spTgt spid="31"/>
                                        </p:tgtEl>
                                      </p:cBhvr>
                                    </p:animEffect>
                                  </p:childTnLst>
                                </p:cTn>
                              </p:par>
                            </p:childTnLst>
                          </p:cTn>
                        </p:par>
                        <p:par>
                          <p:cTn id="68" fill="hold">
                            <p:stCondLst>
                              <p:cond delay="6000"/>
                            </p:stCondLst>
                            <p:childTnLst>
                              <p:par>
                                <p:cTn id="69" presetID="53" presetClass="entr" presetSubtype="16" fill="hold" nodeType="afterEffect">
                                  <p:stCondLst>
                                    <p:cond delay="0"/>
                                  </p:stCondLst>
                                  <p:childTnLst>
                                    <p:set>
                                      <p:cBhvr>
                                        <p:cTn id="70" dur="1" fill="hold">
                                          <p:stCondLst>
                                            <p:cond delay="0"/>
                                          </p:stCondLst>
                                        </p:cTn>
                                        <p:tgtEl>
                                          <p:spTgt spid="55"/>
                                        </p:tgtEl>
                                        <p:attrNameLst>
                                          <p:attrName>style.visibility</p:attrName>
                                        </p:attrNameLst>
                                      </p:cBhvr>
                                      <p:to>
                                        <p:strVal val="visible"/>
                                      </p:to>
                                    </p:set>
                                    <p:anim calcmode="lin" valueType="num">
                                      <p:cBhvr>
                                        <p:cTn id="71" dur="500" fill="hold"/>
                                        <p:tgtEl>
                                          <p:spTgt spid="55"/>
                                        </p:tgtEl>
                                        <p:attrNameLst>
                                          <p:attrName>ppt_w</p:attrName>
                                        </p:attrNameLst>
                                      </p:cBhvr>
                                      <p:tavLst>
                                        <p:tav tm="0">
                                          <p:val>
                                            <p:fltVal val="0"/>
                                          </p:val>
                                        </p:tav>
                                        <p:tav tm="100000">
                                          <p:val>
                                            <p:strVal val="#ppt_w"/>
                                          </p:val>
                                        </p:tav>
                                      </p:tavLst>
                                    </p:anim>
                                    <p:anim calcmode="lin" valueType="num">
                                      <p:cBhvr>
                                        <p:cTn id="72" dur="500" fill="hold"/>
                                        <p:tgtEl>
                                          <p:spTgt spid="55"/>
                                        </p:tgtEl>
                                        <p:attrNameLst>
                                          <p:attrName>ppt_h</p:attrName>
                                        </p:attrNameLst>
                                      </p:cBhvr>
                                      <p:tavLst>
                                        <p:tav tm="0">
                                          <p:val>
                                            <p:fltVal val="0"/>
                                          </p:val>
                                        </p:tav>
                                        <p:tav tm="100000">
                                          <p:val>
                                            <p:strVal val="#ppt_h"/>
                                          </p:val>
                                        </p:tav>
                                      </p:tavLst>
                                    </p:anim>
                                    <p:animEffect transition="in" filter="fade">
                                      <p:cBhvr>
                                        <p:cTn id="73" dur="500"/>
                                        <p:tgtEl>
                                          <p:spTgt spid="55"/>
                                        </p:tgtEl>
                                      </p:cBhvr>
                                    </p:animEffect>
                                  </p:childTnLst>
                                </p:cTn>
                              </p:par>
                            </p:childTnLst>
                          </p:cTn>
                        </p:par>
                        <p:par>
                          <p:cTn id="74" fill="hold">
                            <p:stCondLst>
                              <p:cond delay="6500"/>
                            </p:stCondLst>
                            <p:childTnLst>
                              <p:par>
                                <p:cTn id="75" presetID="10" presetClass="entr" presetSubtype="0" fill="hold" grpId="0" nodeType="afterEffect">
                                  <p:stCondLst>
                                    <p:cond delay="0"/>
                                  </p:stCondLst>
                                  <p:childTnLst>
                                    <p:set>
                                      <p:cBhvr>
                                        <p:cTn id="76" dur="1" fill="hold">
                                          <p:stCondLst>
                                            <p:cond delay="0"/>
                                          </p:stCondLst>
                                        </p:cTn>
                                        <p:tgtEl>
                                          <p:spTgt spid="41"/>
                                        </p:tgtEl>
                                        <p:attrNameLst>
                                          <p:attrName>style.visibility</p:attrName>
                                        </p:attrNameLst>
                                      </p:cBhvr>
                                      <p:to>
                                        <p:strVal val="visible"/>
                                      </p:to>
                                    </p:set>
                                    <p:animEffect transition="in" filter="fade">
                                      <p:cBhvr>
                                        <p:cTn id="77" dur="500"/>
                                        <p:tgtEl>
                                          <p:spTgt spid="41"/>
                                        </p:tgtEl>
                                      </p:cBhvr>
                                    </p:animEffect>
                                  </p:childTnLst>
                                </p:cTn>
                              </p:par>
                            </p:childTnLst>
                          </p:cTn>
                        </p:par>
                        <p:par>
                          <p:cTn id="78" fill="hold">
                            <p:stCondLst>
                              <p:cond delay="7000"/>
                            </p:stCondLst>
                            <p:childTnLst>
                              <p:par>
                                <p:cTn id="79" presetID="10" presetClass="entr" presetSubtype="0" fill="hold" grpId="0" nodeType="afterEffect">
                                  <p:stCondLst>
                                    <p:cond delay="0"/>
                                  </p:stCondLst>
                                  <p:childTnLst>
                                    <p:set>
                                      <p:cBhvr>
                                        <p:cTn id="80" dur="1" fill="hold">
                                          <p:stCondLst>
                                            <p:cond delay="0"/>
                                          </p:stCondLst>
                                        </p:cTn>
                                        <p:tgtEl>
                                          <p:spTgt spid="42"/>
                                        </p:tgtEl>
                                        <p:attrNameLst>
                                          <p:attrName>style.visibility</p:attrName>
                                        </p:attrNameLst>
                                      </p:cBhvr>
                                      <p:to>
                                        <p:strVal val="visible"/>
                                      </p:to>
                                    </p:set>
                                    <p:animEffect transition="in" filter="fade">
                                      <p:cBhvr>
                                        <p:cTn id="81" dur="500"/>
                                        <p:tgtEl>
                                          <p:spTgt spid="42"/>
                                        </p:tgtEl>
                                      </p:cBhvr>
                                    </p:animEffect>
                                  </p:childTnLst>
                                </p:cTn>
                              </p:par>
                            </p:childTnLst>
                          </p:cTn>
                        </p:par>
                        <p:par>
                          <p:cTn id="82" fill="hold">
                            <p:stCondLst>
                              <p:cond delay="7500"/>
                            </p:stCondLst>
                            <p:childTnLst>
                              <p:par>
                                <p:cTn id="83" presetID="53" presetClass="entr" presetSubtype="16" fill="hold" grpId="0" nodeType="afterEffect">
                                  <p:stCondLst>
                                    <p:cond delay="0"/>
                                  </p:stCondLst>
                                  <p:childTnLst>
                                    <p:set>
                                      <p:cBhvr>
                                        <p:cTn id="84" dur="1" fill="hold">
                                          <p:stCondLst>
                                            <p:cond delay="0"/>
                                          </p:stCondLst>
                                        </p:cTn>
                                        <p:tgtEl>
                                          <p:spTgt spid="10"/>
                                        </p:tgtEl>
                                        <p:attrNameLst>
                                          <p:attrName>style.visibility</p:attrName>
                                        </p:attrNameLst>
                                      </p:cBhvr>
                                      <p:to>
                                        <p:strVal val="visible"/>
                                      </p:to>
                                    </p:set>
                                    <p:anim calcmode="lin" valueType="num">
                                      <p:cBhvr>
                                        <p:cTn id="85" dur="500" fill="hold"/>
                                        <p:tgtEl>
                                          <p:spTgt spid="10"/>
                                        </p:tgtEl>
                                        <p:attrNameLst>
                                          <p:attrName>ppt_w</p:attrName>
                                        </p:attrNameLst>
                                      </p:cBhvr>
                                      <p:tavLst>
                                        <p:tav tm="0">
                                          <p:val>
                                            <p:fltVal val="0"/>
                                          </p:val>
                                        </p:tav>
                                        <p:tav tm="100000">
                                          <p:val>
                                            <p:strVal val="#ppt_w"/>
                                          </p:val>
                                        </p:tav>
                                      </p:tavLst>
                                    </p:anim>
                                    <p:anim calcmode="lin" valueType="num">
                                      <p:cBhvr>
                                        <p:cTn id="86" dur="500" fill="hold"/>
                                        <p:tgtEl>
                                          <p:spTgt spid="10"/>
                                        </p:tgtEl>
                                        <p:attrNameLst>
                                          <p:attrName>ppt_h</p:attrName>
                                        </p:attrNameLst>
                                      </p:cBhvr>
                                      <p:tavLst>
                                        <p:tav tm="0">
                                          <p:val>
                                            <p:fltVal val="0"/>
                                          </p:val>
                                        </p:tav>
                                        <p:tav tm="100000">
                                          <p:val>
                                            <p:strVal val="#ppt_h"/>
                                          </p:val>
                                        </p:tav>
                                      </p:tavLst>
                                    </p:anim>
                                    <p:animEffect transition="in" filter="fade">
                                      <p:cBhvr>
                                        <p:cTn id="87" dur="500"/>
                                        <p:tgtEl>
                                          <p:spTgt spid="10"/>
                                        </p:tgtEl>
                                      </p:cBhvr>
                                    </p:animEffect>
                                  </p:childTnLst>
                                </p:cTn>
                              </p:par>
                            </p:childTnLst>
                          </p:cTn>
                        </p:par>
                        <p:par>
                          <p:cTn id="88" fill="hold">
                            <p:stCondLst>
                              <p:cond delay="8000"/>
                            </p:stCondLst>
                            <p:childTnLst>
                              <p:par>
                                <p:cTn id="89" presetID="53" presetClass="entr" presetSubtype="16" fill="hold" grpId="0" nodeType="afterEffect">
                                  <p:stCondLst>
                                    <p:cond delay="0"/>
                                  </p:stCondLst>
                                  <p:childTnLst>
                                    <p:set>
                                      <p:cBhvr>
                                        <p:cTn id="90" dur="1" fill="hold">
                                          <p:stCondLst>
                                            <p:cond delay="0"/>
                                          </p:stCondLst>
                                        </p:cTn>
                                        <p:tgtEl>
                                          <p:spTgt spid="11"/>
                                        </p:tgtEl>
                                        <p:attrNameLst>
                                          <p:attrName>style.visibility</p:attrName>
                                        </p:attrNameLst>
                                      </p:cBhvr>
                                      <p:to>
                                        <p:strVal val="visible"/>
                                      </p:to>
                                    </p:set>
                                    <p:anim calcmode="lin" valueType="num">
                                      <p:cBhvr>
                                        <p:cTn id="91" dur="500" fill="hold"/>
                                        <p:tgtEl>
                                          <p:spTgt spid="11"/>
                                        </p:tgtEl>
                                        <p:attrNameLst>
                                          <p:attrName>ppt_w</p:attrName>
                                        </p:attrNameLst>
                                      </p:cBhvr>
                                      <p:tavLst>
                                        <p:tav tm="0">
                                          <p:val>
                                            <p:fltVal val="0"/>
                                          </p:val>
                                        </p:tav>
                                        <p:tav tm="100000">
                                          <p:val>
                                            <p:strVal val="#ppt_w"/>
                                          </p:val>
                                        </p:tav>
                                      </p:tavLst>
                                    </p:anim>
                                    <p:anim calcmode="lin" valueType="num">
                                      <p:cBhvr>
                                        <p:cTn id="92" dur="500" fill="hold"/>
                                        <p:tgtEl>
                                          <p:spTgt spid="11"/>
                                        </p:tgtEl>
                                        <p:attrNameLst>
                                          <p:attrName>ppt_h</p:attrName>
                                        </p:attrNameLst>
                                      </p:cBhvr>
                                      <p:tavLst>
                                        <p:tav tm="0">
                                          <p:val>
                                            <p:fltVal val="0"/>
                                          </p:val>
                                        </p:tav>
                                        <p:tav tm="100000">
                                          <p:val>
                                            <p:strVal val="#ppt_h"/>
                                          </p:val>
                                        </p:tav>
                                      </p:tavLst>
                                    </p:anim>
                                    <p:animEffect transition="in" filter="fade">
                                      <p:cBhvr>
                                        <p:cTn id="93" dur="500"/>
                                        <p:tgtEl>
                                          <p:spTgt spid="11"/>
                                        </p:tgtEl>
                                      </p:cBhvr>
                                    </p:animEffect>
                                  </p:childTnLst>
                                </p:cTn>
                              </p:par>
                            </p:childTnLst>
                          </p:cTn>
                        </p:par>
                        <p:par>
                          <p:cTn id="94" fill="hold">
                            <p:stCondLst>
                              <p:cond delay="8500"/>
                            </p:stCondLst>
                            <p:childTnLst>
                              <p:par>
                                <p:cTn id="95" presetID="53" presetClass="entr" presetSubtype="16" fill="hold" grpId="0" nodeType="afterEffect">
                                  <p:stCondLst>
                                    <p:cond delay="0"/>
                                  </p:stCondLst>
                                  <p:childTnLst>
                                    <p:set>
                                      <p:cBhvr>
                                        <p:cTn id="96" dur="1" fill="hold">
                                          <p:stCondLst>
                                            <p:cond delay="0"/>
                                          </p:stCondLst>
                                        </p:cTn>
                                        <p:tgtEl>
                                          <p:spTgt spid="12"/>
                                        </p:tgtEl>
                                        <p:attrNameLst>
                                          <p:attrName>style.visibility</p:attrName>
                                        </p:attrNameLst>
                                      </p:cBhvr>
                                      <p:to>
                                        <p:strVal val="visible"/>
                                      </p:to>
                                    </p:set>
                                    <p:anim calcmode="lin" valueType="num">
                                      <p:cBhvr>
                                        <p:cTn id="97" dur="500" fill="hold"/>
                                        <p:tgtEl>
                                          <p:spTgt spid="12"/>
                                        </p:tgtEl>
                                        <p:attrNameLst>
                                          <p:attrName>ppt_w</p:attrName>
                                        </p:attrNameLst>
                                      </p:cBhvr>
                                      <p:tavLst>
                                        <p:tav tm="0">
                                          <p:val>
                                            <p:fltVal val="0"/>
                                          </p:val>
                                        </p:tav>
                                        <p:tav tm="100000">
                                          <p:val>
                                            <p:strVal val="#ppt_w"/>
                                          </p:val>
                                        </p:tav>
                                      </p:tavLst>
                                    </p:anim>
                                    <p:anim calcmode="lin" valueType="num">
                                      <p:cBhvr>
                                        <p:cTn id="98" dur="500" fill="hold"/>
                                        <p:tgtEl>
                                          <p:spTgt spid="12"/>
                                        </p:tgtEl>
                                        <p:attrNameLst>
                                          <p:attrName>ppt_h</p:attrName>
                                        </p:attrNameLst>
                                      </p:cBhvr>
                                      <p:tavLst>
                                        <p:tav tm="0">
                                          <p:val>
                                            <p:fltVal val="0"/>
                                          </p:val>
                                        </p:tav>
                                        <p:tav tm="100000">
                                          <p:val>
                                            <p:strVal val="#ppt_h"/>
                                          </p:val>
                                        </p:tav>
                                      </p:tavLst>
                                    </p:anim>
                                    <p:animEffect transition="in" filter="fade">
                                      <p:cBhvr>
                                        <p:cTn id="99" dur="500"/>
                                        <p:tgtEl>
                                          <p:spTgt spid="12"/>
                                        </p:tgtEl>
                                      </p:cBhvr>
                                    </p:animEffect>
                                  </p:childTnLst>
                                </p:cTn>
                              </p:par>
                            </p:childTnLst>
                          </p:cTn>
                        </p:par>
                        <p:par>
                          <p:cTn id="100" fill="hold">
                            <p:stCondLst>
                              <p:cond delay="9000"/>
                            </p:stCondLst>
                            <p:childTnLst>
                              <p:par>
                                <p:cTn id="101" presetID="53" presetClass="entr" presetSubtype="16" fill="hold" grpId="0" nodeType="afterEffect">
                                  <p:stCondLst>
                                    <p:cond delay="0"/>
                                  </p:stCondLst>
                                  <p:childTnLst>
                                    <p:set>
                                      <p:cBhvr>
                                        <p:cTn id="102" dur="1" fill="hold">
                                          <p:stCondLst>
                                            <p:cond delay="0"/>
                                          </p:stCondLst>
                                        </p:cTn>
                                        <p:tgtEl>
                                          <p:spTgt spid="13"/>
                                        </p:tgtEl>
                                        <p:attrNameLst>
                                          <p:attrName>style.visibility</p:attrName>
                                        </p:attrNameLst>
                                      </p:cBhvr>
                                      <p:to>
                                        <p:strVal val="visible"/>
                                      </p:to>
                                    </p:set>
                                    <p:anim calcmode="lin" valueType="num">
                                      <p:cBhvr>
                                        <p:cTn id="103" dur="500" fill="hold"/>
                                        <p:tgtEl>
                                          <p:spTgt spid="13"/>
                                        </p:tgtEl>
                                        <p:attrNameLst>
                                          <p:attrName>ppt_w</p:attrName>
                                        </p:attrNameLst>
                                      </p:cBhvr>
                                      <p:tavLst>
                                        <p:tav tm="0">
                                          <p:val>
                                            <p:fltVal val="0"/>
                                          </p:val>
                                        </p:tav>
                                        <p:tav tm="100000">
                                          <p:val>
                                            <p:strVal val="#ppt_w"/>
                                          </p:val>
                                        </p:tav>
                                      </p:tavLst>
                                    </p:anim>
                                    <p:anim calcmode="lin" valueType="num">
                                      <p:cBhvr>
                                        <p:cTn id="104" dur="500" fill="hold"/>
                                        <p:tgtEl>
                                          <p:spTgt spid="13"/>
                                        </p:tgtEl>
                                        <p:attrNameLst>
                                          <p:attrName>ppt_h</p:attrName>
                                        </p:attrNameLst>
                                      </p:cBhvr>
                                      <p:tavLst>
                                        <p:tav tm="0">
                                          <p:val>
                                            <p:fltVal val="0"/>
                                          </p:val>
                                        </p:tav>
                                        <p:tav tm="100000">
                                          <p:val>
                                            <p:strVal val="#ppt_h"/>
                                          </p:val>
                                        </p:tav>
                                      </p:tavLst>
                                    </p:anim>
                                    <p:animEffect transition="in" filter="fade">
                                      <p:cBhvr>
                                        <p:cTn id="105" dur="500"/>
                                        <p:tgtEl>
                                          <p:spTgt spid="13"/>
                                        </p:tgtEl>
                                      </p:cBhvr>
                                    </p:animEffect>
                                  </p:childTnLst>
                                </p:cTn>
                              </p:par>
                            </p:childTnLst>
                          </p:cTn>
                        </p:par>
                        <p:par>
                          <p:cTn id="106" fill="hold">
                            <p:stCondLst>
                              <p:cond delay="9500"/>
                            </p:stCondLst>
                            <p:childTnLst>
                              <p:par>
                                <p:cTn id="107" presetID="53" presetClass="entr" presetSubtype="16" fill="hold" grpId="0" nodeType="afterEffect">
                                  <p:stCondLst>
                                    <p:cond delay="0"/>
                                  </p:stCondLst>
                                  <p:childTnLst>
                                    <p:set>
                                      <p:cBhvr>
                                        <p:cTn id="108" dur="1" fill="hold">
                                          <p:stCondLst>
                                            <p:cond delay="0"/>
                                          </p:stCondLst>
                                        </p:cTn>
                                        <p:tgtEl>
                                          <p:spTgt spid="14"/>
                                        </p:tgtEl>
                                        <p:attrNameLst>
                                          <p:attrName>style.visibility</p:attrName>
                                        </p:attrNameLst>
                                      </p:cBhvr>
                                      <p:to>
                                        <p:strVal val="visible"/>
                                      </p:to>
                                    </p:set>
                                    <p:anim calcmode="lin" valueType="num">
                                      <p:cBhvr>
                                        <p:cTn id="109" dur="500" fill="hold"/>
                                        <p:tgtEl>
                                          <p:spTgt spid="14"/>
                                        </p:tgtEl>
                                        <p:attrNameLst>
                                          <p:attrName>ppt_w</p:attrName>
                                        </p:attrNameLst>
                                      </p:cBhvr>
                                      <p:tavLst>
                                        <p:tav tm="0">
                                          <p:val>
                                            <p:fltVal val="0"/>
                                          </p:val>
                                        </p:tav>
                                        <p:tav tm="100000">
                                          <p:val>
                                            <p:strVal val="#ppt_w"/>
                                          </p:val>
                                        </p:tav>
                                      </p:tavLst>
                                    </p:anim>
                                    <p:anim calcmode="lin" valueType="num">
                                      <p:cBhvr>
                                        <p:cTn id="110" dur="500" fill="hold"/>
                                        <p:tgtEl>
                                          <p:spTgt spid="14"/>
                                        </p:tgtEl>
                                        <p:attrNameLst>
                                          <p:attrName>ppt_h</p:attrName>
                                        </p:attrNameLst>
                                      </p:cBhvr>
                                      <p:tavLst>
                                        <p:tav tm="0">
                                          <p:val>
                                            <p:fltVal val="0"/>
                                          </p:val>
                                        </p:tav>
                                        <p:tav tm="100000">
                                          <p:val>
                                            <p:strVal val="#ppt_h"/>
                                          </p:val>
                                        </p:tav>
                                      </p:tavLst>
                                    </p:anim>
                                    <p:animEffect transition="in" filter="fade">
                                      <p:cBhvr>
                                        <p:cTn id="111" dur="500"/>
                                        <p:tgtEl>
                                          <p:spTgt spid="14"/>
                                        </p:tgtEl>
                                      </p:cBhvr>
                                    </p:animEffect>
                                  </p:childTnLst>
                                </p:cTn>
                              </p:par>
                            </p:childTnLst>
                          </p:cTn>
                        </p:par>
                        <p:par>
                          <p:cTn id="112" fill="hold">
                            <p:stCondLst>
                              <p:cond delay="10000"/>
                            </p:stCondLst>
                            <p:childTnLst>
                              <p:par>
                                <p:cTn id="113" presetID="22" presetClass="entr" presetSubtype="4" fill="hold" nodeType="afterEffect">
                                  <p:stCondLst>
                                    <p:cond delay="0"/>
                                  </p:stCondLst>
                                  <p:childTnLst>
                                    <p:set>
                                      <p:cBhvr>
                                        <p:cTn id="114" dur="1" fill="hold">
                                          <p:stCondLst>
                                            <p:cond delay="0"/>
                                          </p:stCondLst>
                                        </p:cTn>
                                        <p:tgtEl>
                                          <p:spTgt spid="32"/>
                                        </p:tgtEl>
                                        <p:attrNameLst>
                                          <p:attrName>style.visibility</p:attrName>
                                        </p:attrNameLst>
                                      </p:cBhvr>
                                      <p:to>
                                        <p:strVal val="visible"/>
                                      </p:to>
                                    </p:set>
                                    <p:animEffect transition="in" filter="wipe(down)">
                                      <p:cBhvr>
                                        <p:cTn id="115" dur="500"/>
                                        <p:tgtEl>
                                          <p:spTgt spid="32"/>
                                        </p:tgtEl>
                                      </p:cBhvr>
                                    </p:animEffect>
                                  </p:childTnLst>
                                </p:cTn>
                              </p:par>
                            </p:childTnLst>
                          </p:cTn>
                        </p:par>
                        <p:par>
                          <p:cTn id="116" fill="hold">
                            <p:stCondLst>
                              <p:cond delay="10500"/>
                            </p:stCondLst>
                            <p:childTnLst>
                              <p:par>
                                <p:cTn id="117" presetID="53" presetClass="entr" presetSubtype="16" fill="hold" nodeType="afterEffect">
                                  <p:stCondLst>
                                    <p:cond delay="0"/>
                                  </p:stCondLst>
                                  <p:childTnLst>
                                    <p:set>
                                      <p:cBhvr>
                                        <p:cTn id="118" dur="1" fill="hold">
                                          <p:stCondLst>
                                            <p:cond delay="0"/>
                                          </p:stCondLst>
                                        </p:cTn>
                                        <p:tgtEl>
                                          <p:spTgt spid="74"/>
                                        </p:tgtEl>
                                        <p:attrNameLst>
                                          <p:attrName>style.visibility</p:attrName>
                                        </p:attrNameLst>
                                      </p:cBhvr>
                                      <p:to>
                                        <p:strVal val="visible"/>
                                      </p:to>
                                    </p:set>
                                    <p:anim calcmode="lin" valueType="num">
                                      <p:cBhvr>
                                        <p:cTn id="119" dur="500" fill="hold"/>
                                        <p:tgtEl>
                                          <p:spTgt spid="74"/>
                                        </p:tgtEl>
                                        <p:attrNameLst>
                                          <p:attrName>ppt_w</p:attrName>
                                        </p:attrNameLst>
                                      </p:cBhvr>
                                      <p:tavLst>
                                        <p:tav tm="0">
                                          <p:val>
                                            <p:fltVal val="0"/>
                                          </p:val>
                                        </p:tav>
                                        <p:tav tm="100000">
                                          <p:val>
                                            <p:strVal val="#ppt_w"/>
                                          </p:val>
                                        </p:tav>
                                      </p:tavLst>
                                    </p:anim>
                                    <p:anim calcmode="lin" valueType="num">
                                      <p:cBhvr>
                                        <p:cTn id="120" dur="500" fill="hold"/>
                                        <p:tgtEl>
                                          <p:spTgt spid="74"/>
                                        </p:tgtEl>
                                        <p:attrNameLst>
                                          <p:attrName>ppt_h</p:attrName>
                                        </p:attrNameLst>
                                      </p:cBhvr>
                                      <p:tavLst>
                                        <p:tav tm="0">
                                          <p:val>
                                            <p:fltVal val="0"/>
                                          </p:val>
                                        </p:tav>
                                        <p:tav tm="100000">
                                          <p:val>
                                            <p:strVal val="#ppt_h"/>
                                          </p:val>
                                        </p:tav>
                                      </p:tavLst>
                                    </p:anim>
                                    <p:animEffect transition="in" filter="fade">
                                      <p:cBhvr>
                                        <p:cTn id="121" dur="500"/>
                                        <p:tgtEl>
                                          <p:spTgt spid="74"/>
                                        </p:tgtEl>
                                      </p:cBhvr>
                                    </p:animEffect>
                                  </p:childTnLst>
                                </p:cTn>
                              </p:par>
                            </p:childTnLst>
                          </p:cTn>
                        </p:par>
                        <p:par>
                          <p:cTn id="122" fill="hold">
                            <p:stCondLst>
                              <p:cond delay="11000"/>
                            </p:stCondLst>
                            <p:childTnLst>
                              <p:par>
                                <p:cTn id="123" presetID="10" presetClass="entr" presetSubtype="0" fill="hold" grpId="0" nodeType="afterEffect">
                                  <p:stCondLst>
                                    <p:cond delay="0"/>
                                  </p:stCondLst>
                                  <p:childTnLst>
                                    <p:set>
                                      <p:cBhvr>
                                        <p:cTn id="124" dur="1" fill="hold">
                                          <p:stCondLst>
                                            <p:cond delay="0"/>
                                          </p:stCondLst>
                                        </p:cTn>
                                        <p:tgtEl>
                                          <p:spTgt spid="37"/>
                                        </p:tgtEl>
                                        <p:attrNameLst>
                                          <p:attrName>style.visibility</p:attrName>
                                        </p:attrNameLst>
                                      </p:cBhvr>
                                      <p:to>
                                        <p:strVal val="visible"/>
                                      </p:to>
                                    </p:set>
                                    <p:animEffect transition="in" filter="fade">
                                      <p:cBhvr>
                                        <p:cTn id="125" dur="500"/>
                                        <p:tgtEl>
                                          <p:spTgt spid="37"/>
                                        </p:tgtEl>
                                      </p:cBhvr>
                                    </p:animEffect>
                                  </p:childTnLst>
                                </p:cTn>
                              </p:par>
                            </p:childTnLst>
                          </p:cTn>
                        </p:par>
                        <p:par>
                          <p:cTn id="126" fill="hold">
                            <p:stCondLst>
                              <p:cond delay="11500"/>
                            </p:stCondLst>
                            <p:childTnLst>
                              <p:par>
                                <p:cTn id="127" presetID="10" presetClass="entr" presetSubtype="0" fill="hold" grpId="0" nodeType="afterEffect">
                                  <p:stCondLst>
                                    <p:cond delay="0"/>
                                  </p:stCondLst>
                                  <p:childTnLst>
                                    <p:set>
                                      <p:cBhvr>
                                        <p:cTn id="128" dur="1" fill="hold">
                                          <p:stCondLst>
                                            <p:cond delay="0"/>
                                          </p:stCondLst>
                                        </p:cTn>
                                        <p:tgtEl>
                                          <p:spTgt spid="38"/>
                                        </p:tgtEl>
                                        <p:attrNameLst>
                                          <p:attrName>style.visibility</p:attrName>
                                        </p:attrNameLst>
                                      </p:cBhvr>
                                      <p:to>
                                        <p:strVal val="visible"/>
                                      </p:to>
                                    </p:set>
                                    <p:animEffect transition="in" filter="fade">
                                      <p:cBhvr>
                                        <p:cTn id="129" dur="500"/>
                                        <p:tgtEl>
                                          <p:spTgt spid="38"/>
                                        </p:tgtEl>
                                      </p:cBhvr>
                                    </p:animEffect>
                                  </p:childTnLst>
                                </p:cTn>
                              </p:par>
                            </p:childTnLst>
                          </p:cTn>
                        </p:par>
                        <p:par>
                          <p:cTn id="130" fill="hold">
                            <p:stCondLst>
                              <p:cond delay="12000"/>
                            </p:stCondLst>
                            <p:childTnLst>
                              <p:par>
                                <p:cTn id="131" presetID="53" presetClass="entr" presetSubtype="16" fill="hold" grpId="0" nodeType="afterEffect">
                                  <p:stCondLst>
                                    <p:cond delay="0"/>
                                  </p:stCondLst>
                                  <p:childTnLst>
                                    <p:set>
                                      <p:cBhvr>
                                        <p:cTn id="132" dur="1" fill="hold">
                                          <p:stCondLst>
                                            <p:cond delay="0"/>
                                          </p:stCondLst>
                                        </p:cTn>
                                        <p:tgtEl>
                                          <p:spTgt spid="15"/>
                                        </p:tgtEl>
                                        <p:attrNameLst>
                                          <p:attrName>style.visibility</p:attrName>
                                        </p:attrNameLst>
                                      </p:cBhvr>
                                      <p:to>
                                        <p:strVal val="visible"/>
                                      </p:to>
                                    </p:set>
                                    <p:anim calcmode="lin" valueType="num">
                                      <p:cBhvr>
                                        <p:cTn id="133" dur="500" fill="hold"/>
                                        <p:tgtEl>
                                          <p:spTgt spid="15"/>
                                        </p:tgtEl>
                                        <p:attrNameLst>
                                          <p:attrName>ppt_w</p:attrName>
                                        </p:attrNameLst>
                                      </p:cBhvr>
                                      <p:tavLst>
                                        <p:tav tm="0">
                                          <p:val>
                                            <p:fltVal val="0"/>
                                          </p:val>
                                        </p:tav>
                                        <p:tav tm="100000">
                                          <p:val>
                                            <p:strVal val="#ppt_w"/>
                                          </p:val>
                                        </p:tav>
                                      </p:tavLst>
                                    </p:anim>
                                    <p:anim calcmode="lin" valueType="num">
                                      <p:cBhvr>
                                        <p:cTn id="134" dur="500" fill="hold"/>
                                        <p:tgtEl>
                                          <p:spTgt spid="15"/>
                                        </p:tgtEl>
                                        <p:attrNameLst>
                                          <p:attrName>ppt_h</p:attrName>
                                        </p:attrNameLst>
                                      </p:cBhvr>
                                      <p:tavLst>
                                        <p:tav tm="0">
                                          <p:val>
                                            <p:fltVal val="0"/>
                                          </p:val>
                                        </p:tav>
                                        <p:tav tm="100000">
                                          <p:val>
                                            <p:strVal val="#ppt_h"/>
                                          </p:val>
                                        </p:tav>
                                      </p:tavLst>
                                    </p:anim>
                                    <p:animEffect transition="in" filter="fade">
                                      <p:cBhvr>
                                        <p:cTn id="135" dur="500"/>
                                        <p:tgtEl>
                                          <p:spTgt spid="15"/>
                                        </p:tgtEl>
                                      </p:cBhvr>
                                    </p:animEffect>
                                  </p:childTnLst>
                                </p:cTn>
                              </p:par>
                            </p:childTnLst>
                          </p:cTn>
                        </p:par>
                        <p:par>
                          <p:cTn id="136" fill="hold">
                            <p:stCondLst>
                              <p:cond delay="12500"/>
                            </p:stCondLst>
                            <p:childTnLst>
                              <p:par>
                                <p:cTn id="137" presetID="53" presetClass="entr" presetSubtype="16" fill="hold" grpId="0" nodeType="afterEffect">
                                  <p:stCondLst>
                                    <p:cond delay="0"/>
                                  </p:stCondLst>
                                  <p:childTnLst>
                                    <p:set>
                                      <p:cBhvr>
                                        <p:cTn id="138" dur="1" fill="hold">
                                          <p:stCondLst>
                                            <p:cond delay="0"/>
                                          </p:stCondLst>
                                        </p:cTn>
                                        <p:tgtEl>
                                          <p:spTgt spid="16"/>
                                        </p:tgtEl>
                                        <p:attrNameLst>
                                          <p:attrName>style.visibility</p:attrName>
                                        </p:attrNameLst>
                                      </p:cBhvr>
                                      <p:to>
                                        <p:strVal val="visible"/>
                                      </p:to>
                                    </p:set>
                                    <p:anim calcmode="lin" valueType="num">
                                      <p:cBhvr>
                                        <p:cTn id="139" dur="500" fill="hold"/>
                                        <p:tgtEl>
                                          <p:spTgt spid="16"/>
                                        </p:tgtEl>
                                        <p:attrNameLst>
                                          <p:attrName>ppt_w</p:attrName>
                                        </p:attrNameLst>
                                      </p:cBhvr>
                                      <p:tavLst>
                                        <p:tav tm="0">
                                          <p:val>
                                            <p:fltVal val="0"/>
                                          </p:val>
                                        </p:tav>
                                        <p:tav tm="100000">
                                          <p:val>
                                            <p:strVal val="#ppt_w"/>
                                          </p:val>
                                        </p:tav>
                                      </p:tavLst>
                                    </p:anim>
                                    <p:anim calcmode="lin" valueType="num">
                                      <p:cBhvr>
                                        <p:cTn id="140" dur="500" fill="hold"/>
                                        <p:tgtEl>
                                          <p:spTgt spid="16"/>
                                        </p:tgtEl>
                                        <p:attrNameLst>
                                          <p:attrName>ppt_h</p:attrName>
                                        </p:attrNameLst>
                                      </p:cBhvr>
                                      <p:tavLst>
                                        <p:tav tm="0">
                                          <p:val>
                                            <p:fltVal val="0"/>
                                          </p:val>
                                        </p:tav>
                                        <p:tav tm="100000">
                                          <p:val>
                                            <p:strVal val="#ppt_h"/>
                                          </p:val>
                                        </p:tav>
                                      </p:tavLst>
                                    </p:anim>
                                    <p:animEffect transition="in" filter="fade">
                                      <p:cBhvr>
                                        <p:cTn id="141" dur="500"/>
                                        <p:tgtEl>
                                          <p:spTgt spid="16"/>
                                        </p:tgtEl>
                                      </p:cBhvr>
                                    </p:animEffect>
                                  </p:childTnLst>
                                </p:cTn>
                              </p:par>
                            </p:childTnLst>
                          </p:cTn>
                        </p:par>
                        <p:par>
                          <p:cTn id="142" fill="hold">
                            <p:stCondLst>
                              <p:cond delay="13000"/>
                            </p:stCondLst>
                            <p:childTnLst>
                              <p:par>
                                <p:cTn id="143" presetID="53" presetClass="entr" presetSubtype="16" fill="hold" grpId="0" nodeType="afterEffect">
                                  <p:stCondLst>
                                    <p:cond delay="0"/>
                                  </p:stCondLst>
                                  <p:childTnLst>
                                    <p:set>
                                      <p:cBhvr>
                                        <p:cTn id="144" dur="1" fill="hold">
                                          <p:stCondLst>
                                            <p:cond delay="0"/>
                                          </p:stCondLst>
                                        </p:cTn>
                                        <p:tgtEl>
                                          <p:spTgt spid="17"/>
                                        </p:tgtEl>
                                        <p:attrNameLst>
                                          <p:attrName>style.visibility</p:attrName>
                                        </p:attrNameLst>
                                      </p:cBhvr>
                                      <p:to>
                                        <p:strVal val="visible"/>
                                      </p:to>
                                    </p:set>
                                    <p:anim calcmode="lin" valueType="num">
                                      <p:cBhvr>
                                        <p:cTn id="145" dur="500" fill="hold"/>
                                        <p:tgtEl>
                                          <p:spTgt spid="17"/>
                                        </p:tgtEl>
                                        <p:attrNameLst>
                                          <p:attrName>ppt_w</p:attrName>
                                        </p:attrNameLst>
                                      </p:cBhvr>
                                      <p:tavLst>
                                        <p:tav tm="0">
                                          <p:val>
                                            <p:fltVal val="0"/>
                                          </p:val>
                                        </p:tav>
                                        <p:tav tm="100000">
                                          <p:val>
                                            <p:strVal val="#ppt_w"/>
                                          </p:val>
                                        </p:tav>
                                      </p:tavLst>
                                    </p:anim>
                                    <p:anim calcmode="lin" valueType="num">
                                      <p:cBhvr>
                                        <p:cTn id="146" dur="500" fill="hold"/>
                                        <p:tgtEl>
                                          <p:spTgt spid="17"/>
                                        </p:tgtEl>
                                        <p:attrNameLst>
                                          <p:attrName>ppt_h</p:attrName>
                                        </p:attrNameLst>
                                      </p:cBhvr>
                                      <p:tavLst>
                                        <p:tav tm="0">
                                          <p:val>
                                            <p:fltVal val="0"/>
                                          </p:val>
                                        </p:tav>
                                        <p:tav tm="100000">
                                          <p:val>
                                            <p:strVal val="#ppt_h"/>
                                          </p:val>
                                        </p:tav>
                                      </p:tavLst>
                                    </p:anim>
                                    <p:animEffect transition="in" filter="fade">
                                      <p:cBhvr>
                                        <p:cTn id="147" dur="500"/>
                                        <p:tgtEl>
                                          <p:spTgt spid="17"/>
                                        </p:tgtEl>
                                      </p:cBhvr>
                                    </p:animEffect>
                                  </p:childTnLst>
                                </p:cTn>
                              </p:par>
                            </p:childTnLst>
                          </p:cTn>
                        </p:par>
                        <p:par>
                          <p:cTn id="148" fill="hold">
                            <p:stCondLst>
                              <p:cond delay="13500"/>
                            </p:stCondLst>
                            <p:childTnLst>
                              <p:par>
                                <p:cTn id="149" presetID="53" presetClass="entr" presetSubtype="16" fill="hold" grpId="0" nodeType="afterEffect">
                                  <p:stCondLst>
                                    <p:cond delay="0"/>
                                  </p:stCondLst>
                                  <p:childTnLst>
                                    <p:set>
                                      <p:cBhvr>
                                        <p:cTn id="150" dur="1" fill="hold">
                                          <p:stCondLst>
                                            <p:cond delay="0"/>
                                          </p:stCondLst>
                                        </p:cTn>
                                        <p:tgtEl>
                                          <p:spTgt spid="18"/>
                                        </p:tgtEl>
                                        <p:attrNameLst>
                                          <p:attrName>style.visibility</p:attrName>
                                        </p:attrNameLst>
                                      </p:cBhvr>
                                      <p:to>
                                        <p:strVal val="visible"/>
                                      </p:to>
                                    </p:set>
                                    <p:anim calcmode="lin" valueType="num">
                                      <p:cBhvr>
                                        <p:cTn id="151" dur="500" fill="hold"/>
                                        <p:tgtEl>
                                          <p:spTgt spid="18"/>
                                        </p:tgtEl>
                                        <p:attrNameLst>
                                          <p:attrName>ppt_w</p:attrName>
                                        </p:attrNameLst>
                                      </p:cBhvr>
                                      <p:tavLst>
                                        <p:tav tm="0">
                                          <p:val>
                                            <p:fltVal val="0"/>
                                          </p:val>
                                        </p:tav>
                                        <p:tav tm="100000">
                                          <p:val>
                                            <p:strVal val="#ppt_w"/>
                                          </p:val>
                                        </p:tav>
                                      </p:tavLst>
                                    </p:anim>
                                    <p:anim calcmode="lin" valueType="num">
                                      <p:cBhvr>
                                        <p:cTn id="152" dur="500" fill="hold"/>
                                        <p:tgtEl>
                                          <p:spTgt spid="18"/>
                                        </p:tgtEl>
                                        <p:attrNameLst>
                                          <p:attrName>ppt_h</p:attrName>
                                        </p:attrNameLst>
                                      </p:cBhvr>
                                      <p:tavLst>
                                        <p:tav tm="0">
                                          <p:val>
                                            <p:fltVal val="0"/>
                                          </p:val>
                                        </p:tav>
                                        <p:tav tm="100000">
                                          <p:val>
                                            <p:strVal val="#ppt_h"/>
                                          </p:val>
                                        </p:tav>
                                      </p:tavLst>
                                    </p:anim>
                                    <p:animEffect transition="in" filter="fade">
                                      <p:cBhvr>
                                        <p:cTn id="153" dur="500"/>
                                        <p:tgtEl>
                                          <p:spTgt spid="18"/>
                                        </p:tgtEl>
                                      </p:cBhvr>
                                    </p:animEffect>
                                  </p:childTnLst>
                                </p:cTn>
                              </p:par>
                            </p:childTnLst>
                          </p:cTn>
                        </p:par>
                        <p:par>
                          <p:cTn id="154" fill="hold">
                            <p:stCondLst>
                              <p:cond delay="14000"/>
                            </p:stCondLst>
                            <p:childTnLst>
                              <p:par>
                                <p:cTn id="155" presetID="53" presetClass="entr" presetSubtype="16" fill="hold" grpId="0" nodeType="afterEffect">
                                  <p:stCondLst>
                                    <p:cond delay="0"/>
                                  </p:stCondLst>
                                  <p:childTnLst>
                                    <p:set>
                                      <p:cBhvr>
                                        <p:cTn id="156" dur="1" fill="hold">
                                          <p:stCondLst>
                                            <p:cond delay="0"/>
                                          </p:stCondLst>
                                        </p:cTn>
                                        <p:tgtEl>
                                          <p:spTgt spid="19"/>
                                        </p:tgtEl>
                                        <p:attrNameLst>
                                          <p:attrName>style.visibility</p:attrName>
                                        </p:attrNameLst>
                                      </p:cBhvr>
                                      <p:to>
                                        <p:strVal val="visible"/>
                                      </p:to>
                                    </p:set>
                                    <p:anim calcmode="lin" valueType="num">
                                      <p:cBhvr>
                                        <p:cTn id="157" dur="500" fill="hold"/>
                                        <p:tgtEl>
                                          <p:spTgt spid="19"/>
                                        </p:tgtEl>
                                        <p:attrNameLst>
                                          <p:attrName>ppt_w</p:attrName>
                                        </p:attrNameLst>
                                      </p:cBhvr>
                                      <p:tavLst>
                                        <p:tav tm="0">
                                          <p:val>
                                            <p:fltVal val="0"/>
                                          </p:val>
                                        </p:tav>
                                        <p:tav tm="100000">
                                          <p:val>
                                            <p:strVal val="#ppt_w"/>
                                          </p:val>
                                        </p:tav>
                                      </p:tavLst>
                                    </p:anim>
                                    <p:anim calcmode="lin" valueType="num">
                                      <p:cBhvr>
                                        <p:cTn id="158" dur="500" fill="hold"/>
                                        <p:tgtEl>
                                          <p:spTgt spid="19"/>
                                        </p:tgtEl>
                                        <p:attrNameLst>
                                          <p:attrName>ppt_h</p:attrName>
                                        </p:attrNameLst>
                                      </p:cBhvr>
                                      <p:tavLst>
                                        <p:tav tm="0">
                                          <p:val>
                                            <p:fltVal val="0"/>
                                          </p:val>
                                        </p:tav>
                                        <p:tav tm="100000">
                                          <p:val>
                                            <p:strVal val="#ppt_h"/>
                                          </p:val>
                                        </p:tav>
                                      </p:tavLst>
                                    </p:anim>
                                    <p:animEffect transition="in" filter="fade">
                                      <p:cBhvr>
                                        <p:cTn id="159" dur="500"/>
                                        <p:tgtEl>
                                          <p:spTgt spid="19"/>
                                        </p:tgtEl>
                                      </p:cBhvr>
                                    </p:animEffect>
                                  </p:childTnLst>
                                </p:cTn>
                              </p:par>
                            </p:childTnLst>
                          </p:cTn>
                        </p:par>
                        <p:par>
                          <p:cTn id="160" fill="hold">
                            <p:stCondLst>
                              <p:cond delay="14500"/>
                            </p:stCondLst>
                            <p:childTnLst>
                              <p:par>
                                <p:cTn id="161" presetID="22" presetClass="entr" presetSubtype="1" fill="hold" nodeType="afterEffect">
                                  <p:stCondLst>
                                    <p:cond delay="0"/>
                                  </p:stCondLst>
                                  <p:childTnLst>
                                    <p:set>
                                      <p:cBhvr>
                                        <p:cTn id="162" dur="1" fill="hold">
                                          <p:stCondLst>
                                            <p:cond delay="0"/>
                                          </p:stCondLst>
                                        </p:cTn>
                                        <p:tgtEl>
                                          <p:spTgt spid="33"/>
                                        </p:tgtEl>
                                        <p:attrNameLst>
                                          <p:attrName>style.visibility</p:attrName>
                                        </p:attrNameLst>
                                      </p:cBhvr>
                                      <p:to>
                                        <p:strVal val="visible"/>
                                      </p:to>
                                    </p:set>
                                    <p:animEffect transition="in" filter="wipe(up)">
                                      <p:cBhvr>
                                        <p:cTn id="163" dur="500"/>
                                        <p:tgtEl>
                                          <p:spTgt spid="33"/>
                                        </p:tgtEl>
                                      </p:cBhvr>
                                    </p:animEffect>
                                  </p:childTnLst>
                                </p:cTn>
                              </p:par>
                            </p:childTnLst>
                          </p:cTn>
                        </p:par>
                        <p:par>
                          <p:cTn id="164" fill="hold">
                            <p:stCondLst>
                              <p:cond delay="15000"/>
                            </p:stCondLst>
                            <p:childTnLst>
                              <p:par>
                                <p:cTn id="165" presetID="53" presetClass="entr" presetSubtype="16" fill="hold" nodeType="afterEffect">
                                  <p:stCondLst>
                                    <p:cond delay="0"/>
                                  </p:stCondLst>
                                  <p:childTnLst>
                                    <p:set>
                                      <p:cBhvr>
                                        <p:cTn id="166" dur="1" fill="hold">
                                          <p:stCondLst>
                                            <p:cond delay="0"/>
                                          </p:stCondLst>
                                        </p:cTn>
                                        <p:tgtEl>
                                          <p:spTgt spid="63"/>
                                        </p:tgtEl>
                                        <p:attrNameLst>
                                          <p:attrName>style.visibility</p:attrName>
                                        </p:attrNameLst>
                                      </p:cBhvr>
                                      <p:to>
                                        <p:strVal val="visible"/>
                                      </p:to>
                                    </p:set>
                                    <p:anim calcmode="lin" valueType="num">
                                      <p:cBhvr>
                                        <p:cTn id="167" dur="500" fill="hold"/>
                                        <p:tgtEl>
                                          <p:spTgt spid="63"/>
                                        </p:tgtEl>
                                        <p:attrNameLst>
                                          <p:attrName>ppt_w</p:attrName>
                                        </p:attrNameLst>
                                      </p:cBhvr>
                                      <p:tavLst>
                                        <p:tav tm="0">
                                          <p:val>
                                            <p:fltVal val="0"/>
                                          </p:val>
                                        </p:tav>
                                        <p:tav tm="100000">
                                          <p:val>
                                            <p:strVal val="#ppt_w"/>
                                          </p:val>
                                        </p:tav>
                                      </p:tavLst>
                                    </p:anim>
                                    <p:anim calcmode="lin" valueType="num">
                                      <p:cBhvr>
                                        <p:cTn id="168" dur="500" fill="hold"/>
                                        <p:tgtEl>
                                          <p:spTgt spid="63"/>
                                        </p:tgtEl>
                                        <p:attrNameLst>
                                          <p:attrName>ppt_h</p:attrName>
                                        </p:attrNameLst>
                                      </p:cBhvr>
                                      <p:tavLst>
                                        <p:tav tm="0">
                                          <p:val>
                                            <p:fltVal val="0"/>
                                          </p:val>
                                        </p:tav>
                                        <p:tav tm="100000">
                                          <p:val>
                                            <p:strVal val="#ppt_h"/>
                                          </p:val>
                                        </p:tav>
                                      </p:tavLst>
                                    </p:anim>
                                    <p:animEffect transition="in" filter="fade">
                                      <p:cBhvr>
                                        <p:cTn id="169" dur="500"/>
                                        <p:tgtEl>
                                          <p:spTgt spid="63"/>
                                        </p:tgtEl>
                                      </p:cBhvr>
                                    </p:animEffect>
                                  </p:childTnLst>
                                </p:cTn>
                              </p:par>
                            </p:childTnLst>
                          </p:cTn>
                        </p:par>
                        <p:par>
                          <p:cTn id="170" fill="hold">
                            <p:stCondLst>
                              <p:cond delay="15500"/>
                            </p:stCondLst>
                            <p:childTnLst>
                              <p:par>
                                <p:cTn id="171" presetID="10" presetClass="entr" presetSubtype="0" fill="hold" grpId="0" nodeType="afterEffect">
                                  <p:stCondLst>
                                    <p:cond delay="0"/>
                                  </p:stCondLst>
                                  <p:childTnLst>
                                    <p:set>
                                      <p:cBhvr>
                                        <p:cTn id="172" dur="1" fill="hold">
                                          <p:stCondLst>
                                            <p:cond delay="0"/>
                                          </p:stCondLst>
                                        </p:cTn>
                                        <p:tgtEl>
                                          <p:spTgt spid="43"/>
                                        </p:tgtEl>
                                        <p:attrNameLst>
                                          <p:attrName>style.visibility</p:attrName>
                                        </p:attrNameLst>
                                      </p:cBhvr>
                                      <p:to>
                                        <p:strVal val="visible"/>
                                      </p:to>
                                    </p:set>
                                    <p:animEffect transition="in" filter="fade">
                                      <p:cBhvr>
                                        <p:cTn id="173" dur="500"/>
                                        <p:tgtEl>
                                          <p:spTgt spid="43"/>
                                        </p:tgtEl>
                                      </p:cBhvr>
                                    </p:animEffect>
                                  </p:childTnLst>
                                </p:cTn>
                              </p:par>
                            </p:childTnLst>
                          </p:cTn>
                        </p:par>
                        <p:par>
                          <p:cTn id="174" fill="hold">
                            <p:stCondLst>
                              <p:cond delay="16000"/>
                            </p:stCondLst>
                            <p:childTnLst>
                              <p:par>
                                <p:cTn id="175" presetID="10" presetClass="entr" presetSubtype="0" fill="hold" grpId="0" nodeType="afterEffect">
                                  <p:stCondLst>
                                    <p:cond delay="0"/>
                                  </p:stCondLst>
                                  <p:childTnLst>
                                    <p:set>
                                      <p:cBhvr>
                                        <p:cTn id="176" dur="1" fill="hold">
                                          <p:stCondLst>
                                            <p:cond delay="0"/>
                                          </p:stCondLst>
                                        </p:cTn>
                                        <p:tgtEl>
                                          <p:spTgt spid="44"/>
                                        </p:tgtEl>
                                        <p:attrNameLst>
                                          <p:attrName>style.visibility</p:attrName>
                                        </p:attrNameLst>
                                      </p:cBhvr>
                                      <p:to>
                                        <p:strVal val="visible"/>
                                      </p:to>
                                    </p:set>
                                    <p:animEffect transition="in" filter="fade">
                                      <p:cBhvr>
                                        <p:cTn id="177" dur="500"/>
                                        <p:tgtEl>
                                          <p:spTgt spid="44"/>
                                        </p:tgtEl>
                                      </p:cBhvr>
                                    </p:animEffect>
                                  </p:childTnLst>
                                </p:cTn>
                              </p:par>
                            </p:childTnLst>
                          </p:cTn>
                        </p:par>
                        <p:par>
                          <p:cTn id="178" fill="hold">
                            <p:stCondLst>
                              <p:cond delay="16500"/>
                            </p:stCondLst>
                            <p:childTnLst>
                              <p:par>
                                <p:cTn id="179" presetID="53" presetClass="entr" presetSubtype="16" fill="hold" grpId="0" nodeType="afterEffect">
                                  <p:stCondLst>
                                    <p:cond delay="0"/>
                                  </p:stCondLst>
                                  <p:childTnLst>
                                    <p:set>
                                      <p:cBhvr>
                                        <p:cTn id="180" dur="1" fill="hold">
                                          <p:stCondLst>
                                            <p:cond delay="0"/>
                                          </p:stCondLst>
                                        </p:cTn>
                                        <p:tgtEl>
                                          <p:spTgt spid="20"/>
                                        </p:tgtEl>
                                        <p:attrNameLst>
                                          <p:attrName>style.visibility</p:attrName>
                                        </p:attrNameLst>
                                      </p:cBhvr>
                                      <p:to>
                                        <p:strVal val="visible"/>
                                      </p:to>
                                    </p:set>
                                    <p:anim calcmode="lin" valueType="num">
                                      <p:cBhvr>
                                        <p:cTn id="181" dur="500" fill="hold"/>
                                        <p:tgtEl>
                                          <p:spTgt spid="20"/>
                                        </p:tgtEl>
                                        <p:attrNameLst>
                                          <p:attrName>ppt_w</p:attrName>
                                        </p:attrNameLst>
                                      </p:cBhvr>
                                      <p:tavLst>
                                        <p:tav tm="0">
                                          <p:val>
                                            <p:fltVal val="0"/>
                                          </p:val>
                                        </p:tav>
                                        <p:tav tm="100000">
                                          <p:val>
                                            <p:strVal val="#ppt_w"/>
                                          </p:val>
                                        </p:tav>
                                      </p:tavLst>
                                    </p:anim>
                                    <p:anim calcmode="lin" valueType="num">
                                      <p:cBhvr>
                                        <p:cTn id="182" dur="500" fill="hold"/>
                                        <p:tgtEl>
                                          <p:spTgt spid="20"/>
                                        </p:tgtEl>
                                        <p:attrNameLst>
                                          <p:attrName>ppt_h</p:attrName>
                                        </p:attrNameLst>
                                      </p:cBhvr>
                                      <p:tavLst>
                                        <p:tav tm="0">
                                          <p:val>
                                            <p:fltVal val="0"/>
                                          </p:val>
                                        </p:tav>
                                        <p:tav tm="100000">
                                          <p:val>
                                            <p:strVal val="#ppt_h"/>
                                          </p:val>
                                        </p:tav>
                                      </p:tavLst>
                                    </p:anim>
                                    <p:animEffect transition="in" filter="fade">
                                      <p:cBhvr>
                                        <p:cTn id="183" dur="500"/>
                                        <p:tgtEl>
                                          <p:spTgt spid="20"/>
                                        </p:tgtEl>
                                      </p:cBhvr>
                                    </p:animEffect>
                                  </p:childTnLst>
                                </p:cTn>
                              </p:par>
                            </p:childTnLst>
                          </p:cTn>
                        </p:par>
                        <p:par>
                          <p:cTn id="184" fill="hold">
                            <p:stCondLst>
                              <p:cond delay="17000"/>
                            </p:stCondLst>
                            <p:childTnLst>
                              <p:par>
                                <p:cTn id="185" presetID="53" presetClass="entr" presetSubtype="16" fill="hold" grpId="0" nodeType="afterEffect">
                                  <p:stCondLst>
                                    <p:cond delay="0"/>
                                  </p:stCondLst>
                                  <p:childTnLst>
                                    <p:set>
                                      <p:cBhvr>
                                        <p:cTn id="186" dur="1" fill="hold">
                                          <p:stCondLst>
                                            <p:cond delay="0"/>
                                          </p:stCondLst>
                                        </p:cTn>
                                        <p:tgtEl>
                                          <p:spTgt spid="21"/>
                                        </p:tgtEl>
                                        <p:attrNameLst>
                                          <p:attrName>style.visibility</p:attrName>
                                        </p:attrNameLst>
                                      </p:cBhvr>
                                      <p:to>
                                        <p:strVal val="visible"/>
                                      </p:to>
                                    </p:set>
                                    <p:anim calcmode="lin" valueType="num">
                                      <p:cBhvr>
                                        <p:cTn id="187" dur="500" fill="hold"/>
                                        <p:tgtEl>
                                          <p:spTgt spid="21"/>
                                        </p:tgtEl>
                                        <p:attrNameLst>
                                          <p:attrName>ppt_w</p:attrName>
                                        </p:attrNameLst>
                                      </p:cBhvr>
                                      <p:tavLst>
                                        <p:tav tm="0">
                                          <p:val>
                                            <p:fltVal val="0"/>
                                          </p:val>
                                        </p:tav>
                                        <p:tav tm="100000">
                                          <p:val>
                                            <p:strVal val="#ppt_w"/>
                                          </p:val>
                                        </p:tav>
                                      </p:tavLst>
                                    </p:anim>
                                    <p:anim calcmode="lin" valueType="num">
                                      <p:cBhvr>
                                        <p:cTn id="188" dur="500" fill="hold"/>
                                        <p:tgtEl>
                                          <p:spTgt spid="21"/>
                                        </p:tgtEl>
                                        <p:attrNameLst>
                                          <p:attrName>ppt_h</p:attrName>
                                        </p:attrNameLst>
                                      </p:cBhvr>
                                      <p:tavLst>
                                        <p:tav tm="0">
                                          <p:val>
                                            <p:fltVal val="0"/>
                                          </p:val>
                                        </p:tav>
                                        <p:tav tm="100000">
                                          <p:val>
                                            <p:strVal val="#ppt_h"/>
                                          </p:val>
                                        </p:tav>
                                      </p:tavLst>
                                    </p:anim>
                                    <p:animEffect transition="in" filter="fade">
                                      <p:cBhvr>
                                        <p:cTn id="189" dur="500"/>
                                        <p:tgtEl>
                                          <p:spTgt spid="21"/>
                                        </p:tgtEl>
                                      </p:cBhvr>
                                    </p:animEffect>
                                  </p:childTnLst>
                                </p:cTn>
                              </p:par>
                            </p:childTnLst>
                          </p:cTn>
                        </p:par>
                        <p:par>
                          <p:cTn id="190" fill="hold">
                            <p:stCondLst>
                              <p:cond delay="17500"/>
                            </p:stCondLst>
                            <p:childTnLst>
                              <p:par>
                                <p:cTn id="191" presetID="53" presetClass="entr" presetSubtype="16" fill="hold" grpId="0" nodeType="afterEffect">
                                  <p:stCondLst>
                                    <p:cond delay="0"/>
                                  </p:stCondLst>
                                  <p:childTnLst>
                                    <p:set>
                                      <p:cBhvr>
                                        <p:cTn id="192" dur="1" fill="hold">
                                          <p:stCondLst>
                                            <p:cond delay="0"/>
                                          </p:stCondLst>
                                        </p:cTn>
                                        <p:tgtEl>
                                          <p:spTgt spid="22"/>
                                        </p:tgtEl>
                                        <p:attrNameLst>
                                          <p:attrName>style.visibility</p:attrName>
                                        </p:attrNameLst>
                                      </p:cBhvr>
                                      <p:to>
                                        <p:strVal val="visible"/>
                                      </p:to>
                                    </p:set>
                                    <p:anim calcmode="lin" valueType="num">
                                      <p:cBhvr>
                                        <p:cTn id="193" dur="500" fill="hold"/>
                                        <p:tgtEl>
                                          <p:spTgt spid="22"/>
                                        </p:tgtEl>
                                        <p:attrNameLst>
                                          <p:attrName>ppt_w</p:attrName>
                                        </p:attrNameLst>
                                      </p:cBhvr>
                                      <p:tavLst>
                                        <p:tav tm="0">
                                          <p:val>
                                            <p:fltVal val="0"/>
                                          </p:val>
                                        </p:tav>
                                        <p:tav tm="100000">
                                          <p:val>
                                            <p:strVal val="#ppt_w"/>
                                          </p:val>
                                        </p:tav>
                                      </p:tavLst>
                                    </p:anim>
                                    <p:anim calcmode="lin" valueType="num">
                                      <p:cBhvr>
                                        <p:cTn id="194" dur="500" fill="hold"/>
                                        <p:tgtEl>
                                          <p:spTgt spid="22"/>
                                        </p:tgtEl>
                                        <p:attrNameLst>
                                          <p:attrName>ppt_h</p:attrName>
                                        </p:attrNameLst>
                                      </p:cBhvr>
                                      <p:tavLst>
                                        <p:tav tm="0">
                                          <p:val>
                                            <p:fltVal val="0"/>
                                          </p:val>
                                        </p:tav>
                                        <p:tav tm="100000">
                                          <p:val>
                                            <p:strVal val="#ppt_h"/>
                                          </p:val>
                                        </p:tav>
                                      </p:tavLst>
                                    </p:anim>
                                    <p:animEffect transition="in" filter="fade">
                                      <p:cBhvr>
                                        <p:cTn id="195" dur="500"/>
                                        <p:tgtEl>
                                          <p:spTgt spid="22"/>
                                        </p:tgtEl>
                                      </p:cBhvr>
                                    </p:animEffect>
                                  </p:childTnLst>
                                </p:cTn>
                              </p:par>
                            </p:childTnLst>
                          </p:cTn>
                        </p:par>
                        <p:par>
                          <p:cTn id="196" fill="hold">
                            <p:stCondLst>
                              <p:cond delay="18000"/>
                            </p:stCondLst>
                            <p:childTnLst>
                              <p:par>
                                <p:cTn id="197" presetID="53" presetClass="entr" presetSubtype="16" fill="hold" grpId="0" nodeType="afterEffect">
                                  <p:stCondLst>
                                    <p:cond delay="0"/>
                                  </p:stCondLst>
                                  <p:childTnLst>
                                    <p:set>
                                      <p:cBhvr>
                                        <p:cTn id="198" dur="1" fill="hold">
                                          <p:stCondLst>
                                            <p:cond delay="0"/>
                                          </p:stCondLst>
                                        </p:cTn>
                                        <p:tgtEl>
                                          <p:spTgt spid="23"/>
                                        </p:tgtEl>
                                        <p:attrNameLst>
                                          <p:attrName>style.visibility</p:attrName>
                                        </p:attrNameLst>
                                      </p:cBhvr>
                                      <p:to>
                                        <p:strVal val="visible"/>
                                      </p:to>
                                    </p:set>
                                    <p:anim calcmode="lin" valueType="num">
                                      <p:cBhvr>
                                        <p:cTn id="199" dur="500" fill="hold"/>
                                        <p:tgtEl>
                                          <p:spTgt spid="23"/>
                                        </p:tgtEl>
                                        <p:attrNameLst>
                                          <p:attrName>ppt_w</p:attrName>
                                        </p:attrNameLst>
                                      </p:cBhvr>
                                      <p:tavLst>
                                        <p:tav tm="0">
                                          <p:val>
                                            <p:fltVal val="0"/>
                                          </p:val>
                                        </p:tav>
                                        <p:tav tm="100000">
                                          <p:val>
                                            <p:strVal val="#ppt_w"/>
                                          </p:val>
                                        </p:tav>
                                      </p:tavLst>
                                    </p:anim>
                                    <p:anim calcmode="lin" valueType="num">
                                      <p:cBhvr>
                                        <p:cTn id="200" dur="500" fill="hold"/>
                                        <p:tgtEl>
                                          <p:spTgt spid="23"/>
                                        </p:tgtEl>
                                        <p:attrNameLst>
                                          <p:attrName>ppt_h</p:attrName>
                                        </p:attrNameLst>
                                      </p:cBhvr>
                                      <p:tavLst>
                                        <p:tav tm="0">
                                          <p:val>
                                            <p:fltVal val="0"/>
                                          </p:val>
                                        </p:tav>
                                        <p:tav tm="100000">
                                          <p:val>
                                            <p:strVal val="#ppt_h"/>
                                          </p:val>
                                        </p:tav>
                                      </p:tavLst>
                                    </p:anim>
                                    <p:animEffect transition="in" filter="fade">
                                      <p:cBhvr>
                                        <p:cTn id="201" dur="500"/>
                                        <p:tgtEl>
                                          <p:spTgt spid="23"/>
                                        </p:tgtEl>
                                      </p:cBhvr>
                                    </p:animEffect>
                                  </p:childTnLst>
                                </p:cTn>
                              </p:par>
                            </p:childTnLst>
                          </p:cTn>
                        </p:par>
                        <p:par>
                          <p:cTn id="202" fill="hold">
                            <p:stCondLst>
                              <p:cond delay="18500"/>
                            </p:stCondLst>
                            <p:childTnLst>
                              <p:par>
                                <p:cTn id="203" presetID="22" presetClass="entr" presetSubtype="4" fill="hold" nodeType="afterEffect">
                                  <p:stCondLst>
                                    <p:cond delay="0"/>
                                  </p:stCondLst>
                                  <p:childTnLst>
                                    <p:set>
                                      <p:cBhvr>
                                        <p:cTn id="204" dur="1" fill="hold">
                                          <p:stCondLst>
                                            <p:cond delay="0"/>
                                          </p:stCondLst>
                                        </p:cTn>
                                        <p:tgtEl>
                                          <p:spTgt spid="34"/>
                                        </p:tgtEl>
                                        <p:attrNameLst>
                                          <p:attrName>style.visibility</p:attrName>
                                        </p:attrNameLst>
                                      </p:cBhvr>
                                      <p:to>
                                        <p:strVal val="visible"/>
                                      </p:to>
                                    </p:set>
                                    <p:animEffect transition="in" filter="wipe(down)">
                                      <p:cBhvr>
                                        <p:cTn id="205" dur="500"/>
                                        <p:tgtEl>
                                          <p:spTgt spid="34"/>
                                        </p:tgtEl>
                                      </p:cBhvr>
                                    </p:animEffect>
                                  </p:childTnLst>
                                </p:cTn>
                              </p:par>
                            </p:childTnLst>
                          </p:cTn>
                        </p:par>
                        <p:par>
                          <p:cTn id="206" fill="hold">
                            <p:stCondLst>
                              <p:cond delay="19000"/>
                            </p:stCondLst>
                            <p:childTnLst>
                              <p:par>
                                <p:cTn id="207" presetID="53" presetClass="entr" presetSubtype="16" fill="hold" nodeType="afterEffect">
                                  <p:stCondLst>
                                    <p:cond delay="0"/>
                                  </p:stCondLst>
                                  <p:childTnLst>
                                    <p:set>
                                      <p:cBhvr>
                                        <p:cTn id="208" dur="1" fill="hold">
                                          <p:stCondLst>
                                            <p:cond delay="0"/>
                                          </p:stCondLst>
                                        </p:cTn>
                                        <p:tgtEl>
                                          <p:spTgt spid="69"/>
                                        </p:tgtEl>
                                        <p:attrNameLst>
                                          <p:attrName>style.visibility</p:attrName>
                                        </p:attrNameLst>
                                      </p:cBhvr>
                                      <p:to>
                                        <p:strVal val="visible"/>
                                      </p:to>
                                    </p:set>
                                    <p:anim calcmode="lin" valueType="num">
                                      <p:cBhvr>
                                        <p:cTn id="209" dur="500" fill="hold"/>
                                        <p:tgtEl>
                                          <p:spTgt spid="69"/>
                                        </p:tgtEl>
                                        <p:attrNameLst>
                                          <p:attrName>ppt_w</p:attrName>
                                        </p:attrNameLst>
                                      </p:cBhvr>
                                      <p:tavLst>
                                        <p:tav tm="0">
                                          <p:val>
                                            <p:fltVal val="0"/>
                                          </p:val>
                                        </p:tav>
                                        <p:tav tm="100000">
                                          <p:val>
                                            <p:strVal val="#ppt_w"/>
                                          </p:val>
                                        </p:tav>
                                      </p:tavLst>
                                    </p:anim>
                                    <p:anim calcmode="lin" valueType="num">
                                      <p:cBhvr>
                                        <p:cTn id="210" dur="500" fill="hold"/>
                                        <p:tgtEl>
                                          <p:spTgt spid="69"/>
                                        </p:tgtEl>
                                        <p:attrNameLst>
                                          <p:attrName>ppt_h</p:attrName>
                                        </p:attrNameLst>
                                      </p:cBhvr>
                                      <p:tavLst>
                                        <p:tav tm="0">
                                          <p:val>
                                            <p:fltVal val="0"/>
                                          </p:val>
                                        </p:tav>
                                        <p:tav tm="100000">
                                          <p:val>
                                            <p:strVal val="#ppt_h"/>
                                          </p:val>
                                        </p:tav>
                                      </p:tavLst>
                                    </p:anim>
                                    <p:animEffect transition="in" filter="fade">
                                      <p:cBhvr>
                                        <p:cTn id="211" dur="500"/>
                                        <p:tgtEl>
                                          <p:spTgt spid="69"/>
                                        </p:tgtEl>
                                      </p:cBhvr>
                                    </p:animEffect>
                                  </p:childTnLst>
                                </p:cTn>
                              </p:par>
                            </p:childTnLst>
                          </p:cTn>
                        </p:par>
                        <p:par>
                          <p:cTn id="212" fill="hold">
                            <p:stCondLst>
                              <p:cond delay="19500"/>
                            </p:stCondLst>
                            <p:childTnLst>
                              <p:par>
                                <p:cTn id="213" presetID="10" presetClass="entr" presetSubtype="0" fill="hold" grpId="0" nodeType="afterEffect">
                                  <p:stCondLst>
                                    <p:cond delay="0"/>
                                  </p:stCondLst>
                                  <p:childTnLst>
                                    <p:set>
                                      <p:cBhvr>
                                        <p:cTn id="214" dur="1" fill="hold">
                                          <p:stCondLst>
                                            <p:cond delay="0"/>
                                          </p:stCondLst>
                                        </p:cTn>
                                        <p:tgtEl>
                                          <p:spTgt spid="39"/>
                                        </p:tgtEl>
                                        <p:attrNameLst>
                                          <p:attrName>style.visibility</p:attrName>
                                        </p:attrNameLst>
                                      </p:cBhvr>
                                      <p:to>
                                        <p:strVal val="visible"/>
                                      </p:to>
                                    </p:set>
                                    <p:animEffect transition="in" filter="fade">
                                      <p:cBhvr>
                                        <p:cTn id="215" dur="500"/>
                                        <p:tgtEl>
                                          <p:spTgt spid="39"/>
                                        </p:tgtEl>
                                      </p:cBhvr>
                                    </p:animEffect>
                                  </p:childTnLst>
                                </p:cTn>
                              </p:par>
                            </p:childTnLst>
                          </p:cTn>
                        </p:par>
                        <p:par>
                          <p:cTn id="216" fill="hold">
                            <p:stCondLst>
                              <p:cond delay="20000"/>
                            </p:stCondLst>
                            <p:childTnLst>
                              <p:par>
                                <p:cTn id="217" presetID="10" presetClass="entr" presetSubtype="0" fill="hold" grpId="0" nodeType="afterEffect">
                                  <p:stCondLst>
                                    <p:cond delay="0"/>
                                  </p:stCondLst>
                                  <p:childTnLst>
                                    <p:set>
                                      <p:cBhvr>
                                        <p:cTn id="218" dur="1" fill="hold">
                                          <p:stCondLst>
                                            <p:cond delay="0"/>
                                          </p:stCondLst>
                                        </p:cTn>
                                        <p:tgtEl>
                                          <p:spTgt spid="40"/>
                                        </p:tgtEl>
                                        <p:attrNameLst>
                                          <p:attrName>style.visibility</p:attrName>
                                        </p:attrNameLst>
                                      </p:cBhvr>
                                      <p:to>
                                        <p:strVal val="visible"/>
                                      </p:to>
                                    </p:set>
                                    <p:animEffect transition="in" filter="fade">
                                      <p:cBhvr>
                                        <p:cTn id="219" dur="500"/>
                                        <p:tgtEl>
                                          <p:spTgt spid="40"/>
                                        </p:tgtEl>
                                      </p:cBhvr>
                                    </p:animEffect>
                                  </p:childTnLst>
                                </p:cTn>
                              </p:par>
                            </p:childTnLst>
                          </p:cTn>
                        </p:par>
                        <p:par>
                          <p:cTn id="220" fill="hold">
                            <p:stCondLst>
                              <p:cond delay="20500"/>
                            </p:stCondLst>
                            <p:childTnLst>
                              <p:par>
                                <p:cTn id="221" presetID="53" presetClass="entr" presetSubtype="16" fill="hold" grpId="0" nodeType="afterEffect">
                                  <p:stCondLst>
                                    <p:cond delay="0"/>
                                  </p:stCondLst>
                                  <p:childTnLst>
                                    <p:set>
                                      <p:cBhvr>
                                        <p:cTn id="222" dur="1" fill="hold">
                                          <p:stCondLst>
                                            <p:cond delay="0"/>
                                          </p:stCondLst>
                                        </p:cTn>
                                        <p:tgtEl>
                                          <p:spTgt spid="24"/>
                                        </p:tgtEl>
                                        <p:attrNameLst>
                                          <p:attrName>style.visibility</p:attrName>
                                        </p:attrNameLst>
                                      </p:cBhvr>
                                      <p:to>
                                        <p:strVal val="visible"/>
                                      </p:to>
                                    </p:set>
                                    <p:anim calcmode="lin" valueType="num">
                                      <p:cBhvr>
                                        <p:cTn id="223" dur="500" fill="hold"/>
                                        <p:tgtEl>
                                          <p:spTgt spid="24"/>
                                        </p:tgtEl>
                                        <p:attrNameLst>
                                          <p:attrName>ppt_w</p:attrName>
                                        </p:attrNameLst>
                                      </p:cBhvr>
                                      <p:tavLst>
                                        <p:tav tm="0">
                                          <p:val>
                                            <p:fltVal val="0"/>
                                          </p:val>
                                        </p:tav>
                                        <p:tav tm="100000">
                                          <p:val>
                                            <p:strVal val="#ppt_w"/>
                                          </p:val>
                                        </p:tav>
                                      </p:tavLst>
                                    </p:anim>
                                    <p:anim calcmode="lin" valueType="num">
                                      <p:cBhvr>
                                        <p:cTn id="224" dur="500" fill="hold"/>
                                        <p:tgtEl>
                                          <p:spTgt spid="24"/>
                                        </p:tgtEl>
                                        <p:attrNameLst>
                                          <p:attrName>ppt_h</p:attrName>
                                        </p:attrNameLst>
                                      </p:cBhvr>
                                      <p:tavLst>
                                        <p:tav tm="0">
                                          <p:val>
                                            <p:fltVal val="0"/>
                                          </p:val>
                                        </p:tav>
                                        <p:tav tm="100000">
                                          <p:val>
                                            <p:strVal val="#ppt_h"/>
                                          </p:val>
                                        </p:tav>
                                      </p:tavLst>
                                    </p:anim>
                                    <p:animEffect transition="in" filter="fade">
                                      <p:cBhvr>
                                        <p:cTn id="225" dur="500"/>
                                        <p:tgtEl>
                                          <p:spTgt spid="24"/>
                                        </p:tgtEl>
                                      </p:cBhvr>
                                    </p:animEffect>
                                  </p:childTnLst>
                                </p:cTn>
                              </p:par>
                            </p:childTnLst>
                          </p:cTn>
                        </p:par>
                        <p:par>
                          <p:cTn id="226" fill="hold">
                            <p:stCondLst>
                              <p:cond delay="21000"/>
                            </p:stCondLst>
                            <p:childTnLst>
                              <p:par>
                                <p:cTn id="227" presetID="53" presetClass="entr" presetSubtype="16" fill="hold" grpId="0" nodeType="afterEffect">
                                  <p:stCondLst>
                                    <p:cond delay="0"/>
                                  </p:stCondLst>
                                  <p:childTnLst>
                                    <p:set>
                                      <p:cBhvr>
                                        <p:cTn id="228" dur="1" fill="hold">
                                          <p:stCondLst>
                                            <p:cond delay="0"/>
                                          </p:stCondLst>
                                        </p:cTn>
                                        <p:tgtEl>
                                          <p:spTgt spid="25"/>
                                        </p:tgtEl>
                                        <p:attrNameLst>
                                          <p:attrName>style.visibility</p:attrName>
                                        </p:attrNameLst>
                                      </p:cBhvr>
                                      <p:to>
                                        <p:strVal val="visible"/>
                                      </p:to>
                                    </p:set>
                                    <p:anim calcmode="lin" valueType="num">
                                      <p:cBhvr>
                                        <p:cTn id="229" dur="500" fill="hold"/>
                                        <p:tgtEl>
                                          <p:spTgt spid="25"/>
                                        </p:tgtEl>
                                        <p:attrNameLst>
                                          <p:attrName>ppt_w</p:attrName>
                                        </p:attrNameLst>
                                      </p:cBhvr>
                                      <p:tavLst>
                                        <p:tav tm="0">
                                          <p:val>
                                            <p:fltVal val="0"/>
                                          </p:val>
                                        </p:tav>
                                        <p:tav tm="100000">
                                          <p:val>
                                            <p:strVal val="#ppt_w"/>
                                          </p:val>
                                        </p:tav>
                                      </p:tavLst>
                                    </p:anim>
                                    <p:anim calcmode="lin" valueType="num">
                                      <p:cBhvr>
                                        <p:cTn id="230" dur="500" fill="hold"/>
                                        <p:tgtEl>
                                          <p:spTgt spid="25"/>
                                        </p:tgtEl>
                                        <p:attrNameLst>
                                          <p:attrName>ppt_h</p:attrName>
                                        </p:attrNameLst>
                                      </p:cBhvr>
                                      <p:tavLst>
                                        <p:tav tm="0">
                                          <p:val>
                                            <p:fltVal val="0"/>
                                          </p:val>
                                        </p:tav>
                                        <p:tav tm="100000">
                                          <p:val>
                                            <p:strVal val="#ppt_h"/>
                                          </p:val>
                                        </p:tav>
                                      </p:tavLst>
                                    </p:anim>
                                    <p:animEffect transition="in" filter="fade">
                                      <p:cBhvr>
                                        <p:cTn id="231" dur="500"/>
                                        <p:tgtEl>
                                          <p:spTgt spid="25"/>
                                        </p:tgtEl>
                                      </p:cBhvr>
                                    </p:animEffect>
                                  </p:childTnLst>
                                </p:cTn>
                              </p:par>
                            </p:childTnLst>
                          </p:cTn>
                        </p:par>
                        <p:par>
                          <p:cTn id="232" fill="hold">
                            <p:stCondLst>
                              <p:cond delay="21500"/>
                            </p:stCondLst>
                            <p:childTnLst>
                              <p:par>
                                <p:cTn id="233" presetID="53" presetClass="entr" presetSubtype="16" fill="hold" grpId="0" nodeType="afterEffect">
                                  <p:stCondLst>
                                    <p:cond delay="0"/>
                                  </p:stCondLst>
                                  <p:childTnLst>
                                    <p:set>
                                      <p:cBhvr>
                                        <p:cTn id="234" dur="1" fill="hold">
                                          <p:stCondLst>
                                            <p:cond delay="0"/>
                                          </p:stCondLst>
                                        </p:cTn>
                                        <p:tgtEl>
                                          <p:spTgt spid="26"/>
                                        </p:tgtEl>
                                        <p:attrNameLst>
                                          <p:attrName>style.visibility</p:attrName>
                                        </p:attrNameLst>
                                      </p:cBhvr>
                                      <p:to>
                                        <p:strVal val="visible"/>
                                      </p:to>
                                    </p:set>
                                    <p:anim calcmode="lin" valueType="num">
                                      <p:cBhvr>
                                        <p:cTn id="235" dur="500" fill="hold"/>
                                        <p:tgtEl>
                                          <p:spTgt spid="26"/>
                                        </p:tgtEl>
                                        <p:attrNameLst>
                                          <p:attrName>ppt_w</p:attrName>
                                        </p:attrNameLst>
                                      </p:cBhvr>
                                      <p:tavLst>
                                        <p:tav tm="0">
                                          <p:val>
                                            <p:fltVal val="0"/>
                                          </p:val>
                                        </p:tav>
                                        <p:tav tm="100000">
                                          <p:val>
                                            <p:strVal val="#ppt_w"/>
                                          </p:val>
                                        </p:tav>
                                      </p:tavLst>
                                    </p:anim>
                                    <p:anim calcmode="lin" valueType="num">
                                      <p:cBhvr>
                                        <p:cTn id="236" dur="500" fill="hold"/>
                                        <p:tgtEl>
                                          <p:spTgt spid="26"/>
                                        </p:tgtEl>
                                        <p:attrNameLst>
                                          <p:attrName>ppt_h</p:attrName>
                                        </p:attrNameLst>
                                      </p:cBhvr>
                                      <p:tavLst>
                                        <p:tav tm="0">
                                          <p:val>
                                            <p:fltVal val="0"/>
                                          </p:val>
                                        </p:tav>
                                        <p:tav tm="100000">
                                          <p:val>
                                            <p:strVal val="#ppt_h"/>
                                          </p:val>
                                        </p:tav>
                                      </p:tavLst>
                                    </p:anim>
                                    <p:animEffect transition="in" filter="fade">
                                      <p:cBhvr>
                                        <p:cTn id="237" dur="500"/>
                                        <p:tgtEl>
                                          <p:spTgt spid="26"/>
                                        </p:tgtEl>
                                      </p:cBhvr>
                                    </p:animEffect>
                                  </p:childTnLst>
                                </p:cTn>
                              </p:par>
                            </p:childTnLst>
                          </p:cTn>
                        </p:par>
                        <p:par>
                          <p:cTn id="238" fill="hold">
                            <p:stCondLst>
                              <p:cond delay="22000"/>
                            </p:stCondLst>
                            <p:childTnLst>
                              <p:par>
                                <p:cTn id="239" presetID="53" presetClass="entr" presetSubtype="16" fill="hold" grpId="0" nodeType="afterEffect">
                                  <p:stCondLst>
                                    <p:cond delay="0"/>
                                  </p:stCondLst>
                                  <p:childTnLst>
                                    <p:set>
                                      <p:cBhvr>
                                        <p:cTn id="240" dur="1" fill="hold">
                                          <p:stCondLst>
                                            <p:cond delay="0"/>
                                          </p:stCondLst>
                                        </p:cTn>
                                        <p:tgtEl>
                                          <p:spTgt spid="27"/>
                                        </p:tgtEl>
                                        <p:attrNameLst>
                                          <p:attrName>style.visibility</p:attrName>
                                        </p:attrNameLst>
                                      </p:cBhvr>
                                      <p:to>
                                        <p:strVal val="visible"/>
                                      </p:to>
                                    </p:set>
                                    <p:anim calcmode="lin" valueType="num">
                                      <p:cBhvr>
                                        <p:cTn id="241" dur="500" fill="hold"/>
                                        <p:tgtEl>
                                          <p:spTgt spid="27"/>
                                        </p:tgtEl>
                                        <p:attrNameLst>
                                          <p:attrName>ppt_w</p:attrName>
                                        </p:attrNameLst>
                                      </p:cBhvr>
                                      <p:tavLst>
                                        <p:tav tm="0">
                                          <p:val>
                                            <p:fltVal val="0"/>
                                          </p:val>
                                        </p:tav>
                                        <p:tav tm="100000">
                                          <p:val>
                                            <p:strVal val="#ppt_w"/>
                                          </p:val>
                                        </p:tav>
                                      </p:tavLst>
                                    </p:anim>
                                    <p:anim calcmode="lin" valueType="num">
                                      <p:cBhvr>
                                        <p:cTn id="242" dur="500" fill="hold"/>
                                        <p:tgtEl>
                                          <p:spTgt spid="27"/>
                                        </p:tgtEl>
                                        <p:attrNameLst>
                                          <p:attrName>ppt_h</p:attrName>
                                        </p:attrNameLst>
                                      </p:cBhvr>
                                      <p:tavLst>
                                        <p:tav tm="0">
                                          <p:val>
                                            <p:fltVal val="0"/>
                                          </p:val>
                                        </p:tav>
                                        <p:tav tm="100000">
                                          <p:val>
                                            <p:strVal val="#ppt_h"/>
                                          </p:val>
                                        </p:tav>
                                      </p:tavLst>
                                    </p:anim>
                                    <p:animEffect transition="in" filter="fade">
                                      <p:cBhvr>
                                        <p:cTn id="243" dur="500"/>
                                        <p:tgtEl>
                                          <p:spTgt spid="27"/>
                                        </p:tgtEl>
                                      </p:cBhvr>
                                    </p:animEffect>
                                  </p:childTnLst>
                                </p:cTn>
                              </p:par>
                            </p:childTnLst>
                          </p:cTn>
                        </p:par>
                        <p:par>
                          <p:cTn id="244" fill="hold">
                            <p:stCondLst>
                              <p:cond delay="22500"/>
                            </p:stCondLst>
                            <p:childTnLst>
                              <p:par>
                                <p:cTn id="245" presetID="53" presetClass="entr" presetSubtype="16" fill="hold" grpId="0" nodeType="afterEffect">
                                  <p:stCondLst>
                                    <p:cond delay="0"/>
                                  </p:stCondLst>
                                  <p:childTnLst>
                                    <p:set>
                                      <p:cBhvr>
                                        <p:cTn id="246" dur="1" fill="hold">
                                          <p:stCondLst>
                                            <p:cond delay="0"/>
                                          </p:stCondLst>
                                        </p:cTn>
                                        <p:tgtEl>
                                          <p:spTgt spid="29"/>
                                        </p:tgtEl>
                                        <p:attrNameLst>
                                          <p:attrName>style.visibility</p:attrName>
                                        </p:attrNameLst>
                                      </p:cBhvr>
                                      <p:to>
                                        <p:strVal val="visible"/>
                                      </p:to>
                                    </p:set>
                                    <p:anim calcmode="lin" valueType="num">
                                      <p:cBhvr>
                                        <p:cTn id="247" dur="500" fill="hold"/>
                                        <p:tgtEl>
                                          <p:spTgt spid="29"/>
                                        </p:tgtEl>
                                        <p:attrNameLst>
                                          <p:attrName>ppt_w</p:attrName>
                                        </p:attrNameLst>
                                      </p:cBhvr>
                                      <p:tavLst>
                                        <p:tav tm="0">
                                          <p:val>
                                            <p:fltVal val="0"/>
                                          </p:val>
                                        </p:tav>
                                        <p:tav tm="100000">
                                          <p:val>
                                            <p:strVal val="#ppt_w"/>
                                          </p:val>
                                        </p:tav>
                                      </p:tavLst>
                                    </p:anim>
                                    <p:anim calcmode="lin" valueType="num">
                                      <p:cBhvr>
                                        <p:cTn id="248" dur="500" fill="hold"/>
                                        <p:tgtEl>
                                          <p:spTgt spid="29"/>
                                        </p:tgtEl>
                                        <p:attrNameLst>
                                          <p:attrName>ppt_h</p:attrName>
                                        </p:attrNameLst>
                                      </p:cBhvr>
                                      <p:tavLst>
                                        <p:tav tm="0">
                                          <p:val>
                                            <p:fltVal val="0"/>
                                          </p:val>
                                        </p:tav>
                                        <p:tav tm="100000">
                                          <p:val>
                                            <p:strVal val="#ppt_h"/>
                                          </p:val>
                                        </p:tav>
                                      </p:tavLst>
                                    </p:anim>
                                    <p:animEffect transition="in" filter="fade">
                                      <p:cBhvr>
                                        <p:cTn id="249" dur="500"/>
                                        <p:tgtEl>
                                          <p:spTgt spid="29"/>
                                        </p:tgtEl>
                                      </p:cBhvr>
                                    </p:animEffect>
                                  </p:childTnLst>
                                </p:cTn>
                              </p:par>
                              <p:par>
                                <p:cTn id="250" presetID="53" presetClass="entr" presetSubtype="16" fill="hold" grpId="0" nodeType="withEffect">
                                  <p:stCondLst>
                                    <p:cond delay="0"/>
                                  </p:stCondLst>
                                  <p:childTnLst>
                                    <p:set>
                                      <p:cBhvr>
                                        <p:cTn id="251" dur="1" fill="hold">
                                          <p:stCondLst>
                                            <p:cond delay="0"/>
                                          </p:stCondLst>
                                        </p:cTn>
                                        <p:tgtEl>
                                          <p:spTgt spid="28"/>
                                        </p:tgtEl>
                                        <p:attrNameLst>
                                          <p:attrName>style.visibility</p:attrName>
                                        </p:attrNameLst>
                                      </p:cBhvr>
                                      <p:to>
                                        <p:strVal val="visible"/>
                                      </p:to>
                                    </p:set>
                                    <p:anim calcmode="lin" valueType="num">
                                      <p:cBhvr>
                                        <p:cTn id="252" dur="500" fill="hold"/>
                                        <p:tgtEl>
                                          <p:spTgt spid="28"/>
                                        </p:tgtEl>
                                        <p:attrNameLst>
                                          <p:attrName>ppt_w</p:attrName>
                                        </p:attrNameLst>
                                      </p:cBhvr>
                                      <p:tavLst>
                                        <p:tav tm="0">
                                          <p:val>
                                            <p:fltVal val="0"/>
                                          </p:val>
                                        </p:tav>
                                        <p:tav tm="100000">
                                          <p:val>
                                            <p:strVal val="#ppt_w"/>
                                          </p:val>
                                        </p:tav>
                                      </p:tavLst>
                                    </p:anim>
                                    <p:anim calcmode="lin" valueType="num">
                                      <p:cBhvr>
                                        <p:cTn id="253" dur="500" fill="hold"/>
                                        <p:tgtEl>
                                          <p:spTgt spid="28"/>
                                        </p:tgtEl>
                                        <p:attrNameLst>
                                          <p:attrName>ppt_h</p:attrName>
                                        </p:attrNameLst>
                                      </p:cBhvr>
                                      <p:tavLst>
                                        <p:tav tm="0">
                                          <p:val>
                                            <p:fltVal val="0"/>
                                          </p:val>
                                        </p:tav>
                                        <p:tav tm="100000">
                                          <p:val>
                                            <p:strVal val="#ppt_h"/>
                                          </p:val>
                                        </p:tav>
                                      </p:tavLst>
                                    </p:anim>
                                    <p:animEffect transition="in" filter="fade">
                                      <p:cBhvr>
                                        <p:cTn id="25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5" grpId="0"/>
      <p:bldP spid="36" grpId="0"/>
      <p:bldP spid="37" grpId="0"/>
      <p:bldP spid="38" grpId="0"/>
      <p:bldP spid="39" grpId="0"/>
      <p:bldP spid="40" grpId="0"/>
      <p:bldP spid="41" grpId="0"/>
      <p:bldP spid="42" grpId="0"/>
      <p:bldP spid="43" grpId="0"/>
      <p:bldP spid="4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1C962B7A-CA7D-48CC-8AFF-C963A910ED26}"/>
              </a:ext>
            </a:extLst>
          </p:cNvPr>
          <p:cNvGrpSpPr/>
          <p:nvPr/>
        </p:nvGrpSpPr>
        <p:grpSpPr>
          <a:xfrm>
            <a:off x="6385007" y="1895219"/>
            <a:ext cx="4831610" cy="3698688"/>
            <a:chOff x="6411000" y="1718999"/>
            <a:chExt cx="4831610" cy="3698688"/>
          </a:xfrm>
        </p:grpSpPr>
        <p:grpSp>
          <p:nvGrpSpPr>
            <p:cNvPr id="133" name="ísḷiḋè">
              <a:extLst>
                <a:ext uri="{FF2B5EF4-FFF2-40B4-BE49-F238E27FC236}">
                  <a16:creationId xmlns:a16="http://schemas.microsoft.com/office/drawing/2014/main" id="{F111FF29-3218-43F1-9C71-049B554B8295}"/>
                </a:ext>
              </a:extLst>
            </p:cNvPr>
            <p:cNvGrpSpPr/>
            <p:nvPr/>
          </p:nvGrpSpPr>
          <p:grpSpPr>
            <a:xfrm>
              <a:off x="6411000" y="1718999"/>
              <a:ext cx="4831610" cy="3698688"/>
              <a:chOff x="1307468" y="1448780"/>
              <a:chExt cx="5613221" cy="4297025"/>
            </a:xfrm>
          </p:grpSpPr>
          <p:grpSp>
            <p:nvGrpSpPr>
              <p:cNvPr id="137" name="ïṡľîḍê">
                <a:extLst>
                  <a:ext uri="{FF2B5EF4-FFF2-40B4-BE49-F238E27FC236}">
                    <a16:creationId xmlns:a16="http://schemas.microsoft.com/office/drawing/2014/main" id="{E15E442F-6F54-40F1-97AF-0F61E4008960}"/>
                  </a:ext>
                </a:extLst>
              </p:cNvPr>
              <p:cNvGrpSpPr/>
              <p:nvPr/>
            </p:nvGrpSpPr>
            <p:grpSpPr>
              <a:xfrm flipH="1">
                <a:off x="1542052" y="3121830"/>
                <a:ext cx="1620889" cy="1620883"/>
                <a:chOff x="953424" y="1486519"/>
                <a:chExt cx="2228412" cy="2228408"/>
              </a:xfrm>
              <a:solidFill>
                <a:schemeClr val="accent1"/>
              </a:solidFill>
            </p:grpSpPr>
            <p:sp>
              <p:nvSpPr>
                <p:cNvPr id="150" name="íslidè">
                  <a:extLst>
                    <a:ext uri="{FF2B5EF4-FFF2-40B4-BE49-F238E27FC236}">
                      <a16:creationId xmlns:a16="http://schemas.microsoft.com/office/drawing/2014/main" id="{D810E867-38ED-42B1-BD79-B537043B088F}"/>
                    </a:ext>
                  </a:extLst>
                </p:cNvPr>
                <p:cNvSpPr/>
                <p:nvPr/>
              </p:nvSpPr>
              <p:spPr>
                <a:xfrm>
                  <a:off x="953424" y="1486519"/>
                  <a:ext cx="2228412" cy="2228408"/>
                </a:xfrm>
                <a:custGeom>
                  <a:avLst/>
                  <a:gdLst>
                    <a:gd name="connsiteX0" fmla="*/ 1124074 w 1583637"/>
                    <a:gd name="connsiteY0" fmla="*/ 252493 h 1583637"/>
                    <a:gd name="connsiteX1" fmla="*/ 1247256 w 1583637"/>
                    <a:gd name="connsiteY1" fmla="*/ 149126 h 1583637"/>
                    <a:gd name="connsiteX2" fmla="*/ 1345663 w 1583637"/>
                    <a:gd name="connsiteY2" fmla="*/ 231701 h 1583637"/>
                    <a:gd name="connsiteX3" fmla="*/ 1265256 w 1583637"/>
                    <a:gd name="connsiteY3" fmla="*/ 370961 h 1583637"/>
                    <a:gd name="connsiteX4" fmla="*/ 1393012 w 1583637"/>
                    <a:gd name="connsiteY4" fmla="*/ 592241 h 1583637"/>
                    <a:gd name="connsiteX5" fmla="*/ 1553818 w 1583637"/>
                    <a:gd name="connsiteY5" fmla="*/ 592237 h 1583637"/>
                    <a:gd name="connsiteX6" fmla="*/ 1576125 w 1583637"/>
                    <a:gd name="connsiteY6" fmla="*/ 718748 h 1583637"/>
                    <a:gd name="connsiteX7" fmla="*/ 1425015 w 1583637"/>
                    <a:gd name="connsiteY7" fmla="*/ 773743 h 1583637"/>
                    <a:gd name="connsiteX8" fmla="*/ 1380646 w 1583637"/>
                    <a:gd name="connsiteY8" fmla="*/ 1025372 h 1583637"/>
                    <a:gd name="connsiteX9" fmla="*/ 1503833 w 1583637"/>
                    <a:gd name="connsiteY9" fmla="*/ 1128733 h 1583637"/>
                    <a:gd name="connsiteX10" fmla="*/ 1439602 w 1583637"/>
                    <a:gd name="connsiteY10" fmla="*/ 1239984 h 1583637"/>
                    <a:gd name="connsiteX11" fmla="*/ 1288495 w 1583637"/>
                    <a:gd name="connsiteY11" fmla="*/ 1184982 h 1583637"/>
                    <a:gd name="connsiteX12" fmla="*/ 1092761 w 1583637"/>
                    <a:gd name="connsiteY12" fmla="*/ 1349222 h 1583637"/>
                    <a:gd name="connsiteX13" fmla="*/ 1120689 w 1583637"/>
                    <a:gd name="connsiteY13" fmla="*/ 1507584 h 1583637"/>
                    <a:gd name="connsiteX14" fmla="*/ 999974 w 1583637"/>
                    <a:gd name="connsiteY14" fmla="*/ 1551521 h 1583637"/>
                    <a:gd name="connsiteX15" fmla="*/ 919574 w 1583637"/>
                    <a:gd name="connsiteY15" fmla="*/ 1412257 h 1583637"/>
                    <a:gd name="connsiteX16" fmla="*/ 664062 w 1583637"/>
                    <a:gd name="connsiteY16" fmla="*/ 1412257 h 1583637"/>
                    <a:gd name="connsiteX17" fmla="*/ 583663 w 1583637"/>
                    <a:gd name="connsiteY17" fmla="*/ 1551521 h 1583637"/>
                    <a:gd name="connsiteX18" fmla="*/ 462948 w 1583637"/>
                    <a:gd name="connsiteY18" fmla="*/ 1507584 h 1583637"/>
                    <a:gd name="connsiteX19" fmla="*/ 490876 w 1583637"/>
                    <a:gd name="connsiteY19" fmla="*/ 1349222 h 1583637"/>
                    <a:gd name="connsiteX20" fmla="*/ 295142 w 1583637"/>
                    <a:gd name="connsiteY20" fmla="*/ 1184981 h 1583637"/>
                    <a:gd name="connsiteX21" fmla="*/ 144035 w 1583637"/>
                    <a:gd name="connsiteY21" fmla="*/ 1239984 h 1583637"/>
                    <a:gd name="connsiteX22" fmla="*/ 79804 w 1583637"/>
                    <a:gd name="connsiteY22" fmla="*/ 1128733 h 1583637"/>
                    <a:gd name="connsiteX23" fmla="*/ 202991 w 1583637"/>
                    <a:gd name="connsiteY23" fmla="*/ 1025372 h 1583637"/>
                    <a:gd name="connsiteX24" fmla="*/ 158622 w 1583637"/>
                    <a:gd name="connsiteY24" fmla="*/ 773743 h 1583637"/>
                    <a:gd name="connsiteX25" fmla="*/ 7512 w 1583637"/>
                    <a:gd name="connsiteY25" fmla="*/ 718748 h 1583637"/>
                    <a:gd name="connsiteX26" fmla="*/ 29819 w 1583637"/>
                    <a:gd name="connsiteY26" fmla="*/ 592237 h 1583637"/>
                    <a:gd name="connsiteX27" fmla="*/ 190625 w 1583637"/>
                    <a:gd name="connsiteY27" fmla="*/ 592241 h 1583637"/>
                    <a:gd name="connsiteX28" fmla="*/ 318381 w 1583637"/>
                    <a:gd name="connsiteY28" fmla="*/ 370961 h 1583637"/>
                    <a:gd name="connsiteX29" fmla="*/ 237974 w 1583637"/>
                    <a:gd name="connsiteY29" fmla="*/ 231701 h 1583637"/>
                    <a:gd name="connsiteX30" fmla="*/ 336381 w 1583637"/>
                    <a:gd name="connsiteY30" fmla="*/ 149126 h 1583637"/>
                    <a:gd name="connsiteX31" fmla="*/ 459563 w 1583637"/>
                    <a:gd name="connsiteY31" fmla="*/ 252493 h 1583637"/>
                    <a:gd name="connsiteX32" fmla="*/ 699666 w 1583637"/>
                    <a:gd name="connsiteY32" fmla="*/ 165103 h 1583637"/>
                    <a:gd name="connsiteX33" fmla="*/ 727586 w 1583637"/>
                    <a:gd name="connsiteY33" fmla="*/ 6739 h 1583637"/>
                    <a:gd name="connsiteX34" fmla="*/ 856051 w 1583637"/>
                    <a:gd name="connsiteY34" fmla="*/ 6739 h 1583637"/>
                    <a:gd name="connsiteX35" fmla="*/ 883970 w 1583637"/>
                    <a:gd name="connsiteY35" fmla="*/ 165102 h 1583637"/>
                    <a:gd name="connsiteX36" fmla="*/ 1124073 w 1583637"/>
                    <a:gd name="connsiteY36" fmla="*/ 252493 h 1583637"/>
                    <a:gd name="connsiteX37" fmla="*/ 1124074 w 1583637"/>
                    <a:gd name="connsiteY37" fmla="*/ 252493 h 1583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583637" h="1583637">
                      <a:moveTo>
                        <a:pt x="1124074" y="252493"/>
                      </a:moveTo>
                      <a:lnTo>
                        <a:pt x="1247256" y="149126"/>
                      </a:lnTo>
                      <a:lnTo>
                        <a:pt x="1345663" y="231701"/>
                      </a:lnTo>
                      <a:lnTo>
                        <a:pt x="1265256" y="370961"/>
                      </a:lnTo>
                      <a:cubicBezTo>
                        <a:pt x="1322430" y="435278"/>
                        <a:pt x="1365899" y="510569"/>
                        <a:pt x="1393012" y="592241"/>
                      </a:cubicBezTo>
                      <a:lnTo>
                        <a:pt x="1553818" y="592237"/>
                      </a:lnTo>
                      <a:lnTo>
                        <a:pt x="1576125" y="718748"/>
                      </a:lnTo>
                      <a:lnTo>
                        <a:pt x="1425015" y="773743"/>
                      </a:lnTo>
                      <a:cubicBezTo>
                        <a:pt x="1427471" y="859762"/>
                        <a:pt x="1412374" y="945380"/>
                        <a:pt x="1380646" y="1025372"/>
                      </a:cubicBezTo>
                      <a:lnTo>
                        <a:pt x="1503833" y="1128733"/>
                      </a:lnTo>
                      <a:lnTo>
                        <a:pt x="1439602" y="1239984"/>
                      </a:lnTo>
                      <a:lnTo>
                        <a:pt x="1288495" y="1184982"/>
                      </a:lnTo>
                      <a:cubicBezTo>
                        <a:pt x="1235084" y="1252456"/>
                        <a:pt x="1168484" y="1308339"/>
                        <a:pt x="1092761" y="1349222"/>
                      </a:cubicBezTo>
                      <a:lnTo>
                        <a:pt x="1120689" y="1507584"/>
                      </a:lnTo>
                      <a:lnTo>
                        <a:pt x="999974" y="1551521"/>
                      </a:lnTo>
                      <a:lnTo>
                        <a:pt x="919574" y="1412257"/>
                      </a:lnTo>
                      <a:cubicBezTo>
                        <a:pt x="835287" y="1429613"/>
                        <a:pt x="748348" y="1429613"/>
                        <a:pt x="664062" y="1412257"/>
                      </a:cubicBezTo>
                      <a:lnTo>
                        <a:pt x="583663" y="1551521"/>
                      </a:lnTo>
                      <a:lnTo>
                        <a:pt x="462948" y="1507584"/>
                      </a:lnTo>
                      <a:lnTo>
                        <a:pt x="490876" y="1349222"/>
                      </a:lnTo>
                      <a:cubicBezTo>
                        <a:pt x="415153" y="1308339"/>
                        <a:pt x="348553" y="1252455"/>
                        <a:pt x="295142" y="1184981"/>
                      </a:cubicBezTo>
                      <a:lnTo>
                        <a:pt x="144035" y="1239984"/>
                      </a:lnTo>
                      <a:lnTo>
                        <a:pt x="79804" y="1128733"/>
                      </a:lnTo>
                      <a:lnTo>
                        <a:pt x="202991" y="1025372"/>
                      </a:lnTo>
                      <a:cubicBezTo>
                        <a:pt x="171263" y="945380"/>
                        <a:pt x="156166" y="859762"/>
                        <a:pt x="158622" y="773743"/>
                      </a:cubicBezTo>
                      <a:lnTo>
                        <a:pt x="7512" y="718748"/>
                      </a:lnTo>
                      <a:lnTo>
                        <a:pt x="29819" y="592237"/>
                      </a:lnTo>
                      <a:lnTo>
                        <a:pt x="190625" y="592241"/>
                      </a:lnTo>
                      <a:cubicBezTo>
                        <a:pt x="217738" y="510569"/>
                        <a:pt x="261208" y="435277"/>
                        <a:pt x="318381" y="370961"/>
                      </a:cubicBezTo>
                      <a:lnTo>
                        <a:pt x="237974" y="231701"/>
                      </a:lnTo>
                      <a:lnTo>
                        <a:pt x="336381" y="149126"/>
                      </a:lnTo>
                      <a:lnTo>
                        <a:pt x="459563" y="252493"/>
                      </a:lnTo>
                      <a:cubicBezTo>
                        <a:pt x="532831" y="207356"/>
                        <a:pt x="614527" y="177621"/>
                        <a:pt x="699666" y="165103"/>
                      </a:cubicBezTo>
                      <a:lnTo>
                        <a:pt x="727586" y="6739"/>
                      </a:lnTo>
                      <a:lnTo>
                        <a:pt x="856051" y="6739"/>
                      </a:lnTo>
                      <a:lnTo>
                        <a:pt x="883970" y="165102"/>
                      </a:lnTo>
                      <a:cubicBezTo>
                        <a:pt x="969110" y="177621"/>
                        <a:pt x="1050806" y="207356"/>
                        <a:pt x="1124073" y="252493"/>
                      </a:cubicBezTo>
                      <a:lnTo>
                        <a:pt x="1124074" y="252493"/>
                      </a:lnTo>
                      <a:close/>
                    </a:path>
                  </a:pathLst>
                </a:cu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endParaRPr dirty="0">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51" name="isľiďê">
                  <a:extLst>
                    <a:ext uri="{FF2B5EF4-FFF2-40B4-BE49-F238E27FC236}">
                      <a16:creationId xmlns:a16="http://schemas.microsoft.com/office/drawing/2014/main" id="{F6712DF8-7A77-4581-9E7A-9AF633AE5F33}"/>
                    </a:ext>
                  </a:extLst>
                </p:cNvPr>
                <p:cNvSpPr/>
                <p:nvPr/>
              </p:nvSpPr>
              <p:spPr>
                <a:xfrm>
                  <a:off x="1376346" y="1909439"/>
                  <a:ext cx="1382568" cy="1382568"/>
                </a:xfrm>
                <a:prstGeom prst="ellipse">
                  <a:avLst/>
                </a:prstGeom>
                <a:solidFill>
                  <a:schemeClr val="accent3"/>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grpSp>
          <p:grpSp>
            <p:nvGrpSpPr>
              <p:cNvPr id="138" name="íŝ1ïďé">
                <a:extLst>
                  <a:ext uri="{FF2B5EF4-FFF2-40B4-BE49-F238E27FC236}">
                    <a16:creationId xmlns:a16="http://schemas.microsoft.com/office/drawing/2014/main" id="{F5EF318A-D16A-4E41-86F9-E2EE170DB6C0}"/>
                  </a:ext>
                </a:extLst>
              </p:cNvPr>
              <p:cNvGrpSpPr/>
              <p:nvPr/>
            </p:nvGrpSpPr>
            <p:grpSpPr>
              <a:xfrm rot="342038" flipH="1">
                <a:off x="3043038" y="3326813"/>
                <a:ext cx="2170871" cy="2170868"/>
                <a:chOff x="953424" y="1486519"/>
                <a:chExt cx="2228412" cy="2228408"/>
              </a:xfrm>
              <a:solidFill>
                <a:schemeClr val="accent2"/>
              </a:solidFill>
            </p:grpSpPr>
            <p:sp>
              <p:nvSpPr>
                <p:cNvPr id="148" name="íslîde">
                  <a:extLst>
                    <a:ext uri="{FF2B5EF4-FFF2-40B4-BE49-F238E27FC236}">
                      <a16:creationId xmlns:a16="http://schemas.microsoft.com/office/drawing/2014/main" id="{E57FF0B6-5B84-4D2B-942A-D9AA7E394BA2}"/>
                    </a:ext>
                  </a:extLst>
                </p:cNvPr>
                <p:cNvSpPr/>
                <p:nvPr/>
              </p:nvSpPr>
              <p:spPr>
                <a:xfrm>
                  <a:off x="953424" y="1486519"/>
                  <a:ext cx="2228412" cy="2228408"/>
                </a:xfrm>
                <a:custGeom>
                  <a:avLst/>
                  <a:gdLst>
                    <a:gd name="connsiteX0" fmla="*/ 1124074 w 1583637"/>
                    <a:gd name="connsiteY0" fmla="*/ 252493 h 1583637"/>
                    <a:gd name="connsiteX1" fmla="*/ 1247256 w 1583637"/>
                    <a:gd name="connsiteY1" fmla="*/ 149126 h 1583637"/>
                    <a:gd name="connsiteX2" fmla="*/ 1345663 w 1583637"/>
                    <a:gd name="connsiteY2" fmla="*/ 231701 h 1583637"/>
                    <a:gd name="connsiteX3" fmla="*/ 1265256 w 1583637"/>
                    <a:gd name="connsiteY3" fmla="*/ 370961 h 1583637"/>
                    <a:gd name="connsiteX4" fmla="*/ 1393012 w 1583637"/>
                    <a:gd name="connsiteY4" fmla="*/ 592241 h 1583637"/>
                    <a:gd name="connsiteX5" fmla="*/ 1553818 w 1583637"/>
                    <a:gd name="connsiteY5" fmla="*/ 592237 h 1583637"/>
                    <a:gd name="connsiteX6" fmla="*/ 1576125 w 1583637"/>
                    <a:gd name="connsiteY6" fmla="*/ 718748 h 1583637"/>
                    <a:gd name="connsiteX7" fmla="*/ 1425015 w 1583637"/>
                    <a:gd name="connsiteY7" fmla="*/ 773743 h 1583637"/>
                    <a:gd name="connsiteX8" fmla="*/ 1380646 w 1583637"/>
                    <a:gd name="connsiteY8" fmla="*/ 1025372 h 1583637"/>
                    <a:gd name="connsiteX9" fmla="*/ 1503833 w 1583637"/>
                    <a:gd name="connsiteY9" fmla="*/ 1128733 h 1583637"/>
                    <a:gd name="connsiteX10" fmla="*/ 1439602 w 1583637"/>
                    <a:gd name="connsiteY10" fmla="*/ 1239984 h 1583637"/>
                    <a:gd name="connsiteX11" fmla="*/ 1288495 w 1583637"/>
                    <a:gd name="connsiteY11" fmla="*/ 1184982 h 1583637"/>
                    <a:gd name="connsiteX12" fmla="*/ 1092761 w 1583637"/>
                    <a:gd name="connsiteY12" fmla="*/ 1349222 h 1583637"/>
                    <a:gd name="connsiteX13" fmla="*/ 1120689 w 1583637"/>
                    <a:gd name="connsiteY13" fmla="*/ 1507584 h 1583637"/>
                    <a:gd name="connsiteX14" fmla="*/ 999974 w 1583637"/>
                    <a:gd name="connsiteY14" fmla="*/ 1551521 h 1583637"/>
                    <a:gd name="connsiteX15" fmla="*/ 919574 w 1583637"/>
                    <a:gd name="connsiteY15" fmla="*/ 1412257 h 1583637"/>
                    <a:gd name="connsiteX16" fmla="*/ 664062 w 1583637"/>
                    <a:gd name="connsiteY16" fmla="*/ 1412257 h 1583637"/>
                    <a:gd name="connsiteX17" fmla="*/ 583663 w 1583637"/>
                    <a:gd name="connsiteY17" fmla="*/ 1551521 h 1583637"/>
                    <a:gd name="connsiteX18" fmla="*/ 462948 w 1583637"/>
                    <a:gd name="connsiteY18" fmla="*/ 1507584 h 1583637"/>
                    <a:gd name="connsiteX19" fmla="*/ 490876 w 1583637"/>
                    <a:gd name="connsiteY19" fmla="*/ 1349222 h 1583637"/>
                    <a:gd name="connsiteX20" fmla="*/ 295142 w 1583637"/>
                    <a:gd name="connsiteY20" fmla="*/ 1184981 h 1583637"/>
                    <a:gd name="connsiteX21" fmla="*/ 144035 w 1583637"/>
                    <a:gd name="connsiteY21" fmla="*/ 1239984 h 1583637"/>
                    <a:gd name="connsiteX22" fmla="*/ 79804 w 1583637"/>
                    <a:gd name="connsiteY22" fmla="*/ 1128733 h 1583637"/>
                    <a:gd name="connsiteX23" fmla="*/ 202991 w 1583637"/>
                    <a:gd name="connsiteY23" fmla="*/ 1025372 h 1583637"/>
                    <a:gd name="connsiteX24" fmla="*/ 158622 w 1583637"/>
                    <a:gd name="connsiteY24" fmla="*/ 773743 h 1583637"/>
                    <a:gd name="connsiteX25" fmla="*/ 7512 w 1583637"/>
                    <a:gd name="connsiteY25" fmla="*/ 718748 h 1583637"/>
                    <a:gd name="connsiteX26" fmla="*/ 29819 w 1583637"/>
                    <a:gd name="connsiteY26" fmla="*/ 592237 h 1583637"/>
                    <a:gd name="connsiteX27" fmla="*/ 190625 w 1583637"/>
                    <a:gd name="connsiteY27" fmla="*/ 592241 h 1583637"/>
                    <a:gd name="connsiteX28" fmla="*/ 318381 w 1583637"/>
                    <a:gd name="connsiteY28" fmla="*/ 370961 h 1583637"/>
                    <a:gd name="connsiteX29" fmla="*/ 237974 w 1583637"/>
                    <a:gd name="connsiteY29" fmla="*/ 231701 h 1583637"/>
                    <a:gd name="connsiteX30" fmla="*/ 336381 w 1583637"/>
                    <a:gd name="connsiteY30" fmla="*/ 149126 h 1583637"/>
                    <a:gd name="connsiteX31" fmla="*/ 459563 w 1583637"/>
                    <a:gd name="connsiteY31" fmla="*/ 252493 h 1583637"/>
                    <a:gd name="connsiteX32" fmla="*/ 699666 w 1583637"/>
                    <a:gd name="connsiteY32" fmla="*/ 165103 h 1583637"/>
                    <a:gd name="connsiteX33" fmla="*/ 727586 w 1583637"/>
                    <a:gd name="connsiteY33" fmla="*/ 6739 h 1583637"/>
                    <a:gd name="connsiteX34" fmla="*/ 856051 w 1583637"/>
                    <a:gd name="connsiteY34" fmla="*/ 6739 h 1583637"/>
                    <a:gd name="connsiteX35" fmla="*/ 883970 w 1583637"/>
                    <a:gd name="connsiteY35" fmla="*/ 165102 h 1583637"/>
                    <a:gd name="connsiteX36" fmla="*/ 1124073 w 1583637"/>
                    <a:gd name="connsiteY36" fmla="*/ 252493 h 1583637"/>
                    <a:gd name="connsiteX37" fmla="*/ 1124074 w 1583637"/>
                    <a:gd name="connsiteY37" fmla="*/ 252493 h 1583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583637" h="1583637">
                      <a:moveTo>
                        <a:pt x="1124074" y="252493"/>
                      </a:moveTo>
                      <a:lnTo>
                        <a:pt x="1247256" y="149126"/>
                      </a:lnTo>
                      <a:lnTo>
                        <a:pt x="1345663" y="231701"/>
                      </a:lnTo>
                      <a:lnTo>
                        <a:pt x="1265256" y="370961"/>
                      </a:lnTo>
                      <a:cubicBezTo>
                        <a:pt x="1322430" y="435278"/>
                        <a:pt x="1365899" y="510569"/>
                        <a:pt x="1393012" y="592241"/>
                      </a:cubicBezTo>
                      <a:lnTo>
                        <a:pt x="1553818" y="592237"/>
                      </a:lnTo>
                      <a:lnTo>
                        <a:pt x="1576125" y="718748"/>
                      </a:lnTo>
                      <a:lnTo>
                        <a:pt x="1425015" y="773743"/>
                      </a:lnTo>
                      <a:cubicBezTo>
                        <a:pt x="1427471" y="859762"/>
                        <a:pt x="1412374" y="945380"/>
                        <a:pt x="1380646" y="1025372"/>
                      </a:cubicBezTo>
                      <a:lnTo>
                        <a:pt x="1503833" y="1128733"/>
                      </a:lnTo>
                      <a:lnTo>
                        <a:pt x="1439602" y="1239984"/>
                      </a:lnTo>
                      <a:lnTo>
                        <a:pt x="1288495" y="1184982"/>
                      </a:lnTo>
                      <a:cubicBezTo>
                        <a:pt x="1235084" y="1252456"/>
                        <a:pt x="1168484" y="1308339"/>
                        <a:pt x="1092761" y="1349222"/>
                      </a:cubicBezTo>
                      <a:lnTo>
                        <a:pt x="1120689" y="1507584"/>
                      </a:lnTo>
                      <a:lnTo>
                        <a:pt x="999974" y="1551521"/>
                      </a:lnTo>
                      <a:lnTo>
                        <a:pt x="919574" y="1412257"/>
                      </a:lnTo>
                      <a:cubicBezTo>
                        <a:pt x="835287" y="1429613"/>
                        <a:pt x="748348" y="1429613"/>
                        <a:pt x="664062" y="1412257"/>
                      </a:cubicBezTo>
                      <a:lnTo>
                        <a:pt x="583663" y="1551521"/>
                      </a:lnTo>
                      <a:lnTo>
                        <a:pt x="462948" y="1507584"/>
                      </a:lnTo>
                      <a:lnTo>
                        <a:pt x="490876" y="1349222"/>
                      </a:lnTo>
                      <a:cubicBezTo>
                        <a:pt x="415153" y="1308339"/>
                        <a:pt x="348553" y="1252455"/>
                        <a:pt x="295142" y="1184981"/>
                      </a:cubicBezTo>
                      <a:lnTo>
                        <a:pt x="144035" y="1239984"/>
                      </a:lnTo>
                      <a:lnTo>
                        <a:pt x="79804" y="1128733"/>
                      </a:lnTo>
                      <a:lnTo>
                        <a:pt x="202991" y="1025372"/>
                      </a:lnTo>
                      <a:cubicBezTo>
                        <a:pt x="171263" y="945380"/>
                        <a:pt x="156166" y="859762"/>
                        <a:pt x="158622" y="773743"/>
                      </a:cubicBezTo>
                      <a:lnTo>
                        <a:pt x="7512" y="718748"/>
                      </a:lnTo>
                      <a:lnTo>
                        <a:pt x="29819" y="592237"/>
                      </a:lnTo>
                      <a:lnTo>
                        <a:pt x="190625" y="592241"/>
                      </a:lnTo>
                      <a:cubicBezTo>
                        <a:pt x="217738" y="510569"/>
                        <a:pt x="261208" y="435277"/>
                        <a:pt x="318381" y="370961"/>
                      </a:cubicBezTo>
                      <a:lnTo>
                        <a:pt x="237974" y="231701"/>
                      </a:lnTo>
                      <a:lnTo>
                        <a:pt x="336381" y="149126"/>
                      </a:lnTo>
                      <a:lnTo>
                        <a:pt x="459563" y="252493"/>
                      </a:lnTo>
                      <a:cubicBezTo>
                        <a:pt x="532831" y="207356"/>
                        <a:pt x="614527" y="177621"/>
                        <a:pt x="699666" y="165103"/>
                      </a:cubicBezTo>
                      <a:lnTo>
                        <a:pt x="727586" y="6739"/>
                      </a:lnTo>
                      <a:lnTo>
                        <a:pt x="856051" y="6739"/>
                      </a:lnTo>
                      <a:lnTo>
                        <a:pt x="883970" y="165102"/>
                      </a:lnTo>
                      <a:cubicBezTo>
                        <a:pt x="969110" y="177621"/>
                        <a:pt x="1050806" y="207356"/>
                        <a:pt x="1124073" y="252493"/>
                      </a:cubicBezTo>
                      <a:lnTo>
                        <a:pt x="1124074" y="252493"/>
                      </a:lnTo>
                      <a:close/>
                    </a:path>
                  </a:pathLst>
                </a:custGeom>
                <a:solidFill>
                  <a:schemeClr val="accent2"/>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49" name="ïšļiďê">
                  <a:extLst>
                    <a:ext uri="{FF2B5EF4-FFF2-40B4-BE49-F238E27FC236}">
                      <a16:creationId xmlns:a16="http://schemas.microsoft.com/office/drawing/2014/main" id="{F23CCFD7-C92C-41F0-A75C-63DD9757EED9}"/>
                    </a:ext>
                  </a:extLst>
                </p:cNvPr>
                <p:cNvSpPr/>
                <p:nvPr/>
              </p:nvSpPr>
              <p:spPr>
                <a:xfrm>
                  <a:off x="1376346" y="1909439"/>
                  <a:ext cx="1382568" cy="1382568"/>
                </a:xfrm>
                <a:prstGeom prst="ellipse">
                  <a:avLst/>
                </a:prstGeom>
                <a:solidFill>
                  <a:schemeClr val="accent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grpSp>
          <p:grpSp>
            <p:nvGrpSpPr>
              <p:cNvPr id="139" name="íśľïḋê">
                <a:extLst>
                  <a:ext uri="{FF2B5EF4-FFF2-40B4-BE49-F238E27FC236}">
                    <a16:creationId xmlns:a16="http://schemas.microsoft.com/office/drawing/2014/main" id="{CF37B2DE-6DE3-401A-B110-AE3C4E5BF2A9}"/>
                  </a:ext>
                </a:extLst>
              </p:cNvPr>
              <p:cNvGrpSpPr/>
              <p:nvPr/>
            </p:nvGrpSpPr>
            <p:grpSpPr>
              <a:xfrm rot="342038" flipH="1">
                <a:off x="4434263" y="1747289"/>
                <a:ext cx="2486426" cy="2486423"/>
                <a:chOff x="953424" y="1486519"/>
                <a:chExt cx="2228412" cy="2228408"/>
              </a:xfrm>
              <a:solidFill>
                <a:schemeClr val="accent3"/>
              </a:solidFill>
            </p:grpSpPr>
            <p:sp>
              <p:nvSpPr>
                <p:cNvPr id="146" name="iSlîḍé">
                  <a:extLst>
                    <a:ext uri="{FF2B5EF4-FFF2-40B4-BE49-F238E27FC236}">
                      <a16:creationId xmlns:a16="http://schemas.microsoft.com/office/drawing/2014/main" id="{0606E9B4-39EE-4D61-B505-60AE6A294BC4}"/>
                    </a:ext>
                  </a:extLst>
                </p:cNvPr>
                <p:cNvSpPr/>
                <p:nvPr/>
              </p:nvSpPr>
              <p:spPr>
                <a:xfrm>
                  <a:off x="953424" y="1486519"/>
                  <a:ext cx="2228412" cy="2228408"/>
                </a:xfrm>
                <a:custGeom>
                  <a:avLst/>
                  <a:gdLst>
                    <a:gd name="connsiteX0" fmla="*/ 1124074 w 1583637"/>
                    <a:gd name="connsiteY0" fmla="*/ 252493 h 1583637"/>
                    <a:gd name="connsiteX1" fmla="*/ 1247256 w 1583637"/>
                    <a:gd name="connsiteY1" fmla="*/ 149126 h 1583637"/>
                    <a:gd name="connsiteX2" fmla="*/ 1345663 w 1583637"/>
                    <a:gd name="connsiteY2" fmla="*/ 231701 h 1583637"/>
                    <a:gd name="connsiteX3" fmla="*/ 1265256 w 1583637"/>
                    <a:gd name="connsiteY3" fmla="*/ 370961 h 1583637"/>
                    <a:gd name="connsiteX4" fmla="*/ 1393012 w 1583637"/>
                    <a:gd name="connsiteY4" fmla="*/ 592241 h 1583637"/>
                    <a:gd name="connsiteX5" fmla="*/ 1553818 w 1583637"/>
                    <a:gd name="connsiteY5" fmla="*/ 592237 h 1583637"/>
                    <a:gd name="connsiteX6" fmla="*/ 1576125 w 1583637"/>
                    <a:gd name="connsiteY6" fmla="*/ 718748 h 1583637"/>
                    <a:gd name="connsiteX7" fmla="*/ 1425015 w 1583637"/>
                    <a:gd name="connsiteY7" fmla="*/ 773743 h 1583637"/>
                    <a:gd name="connsiteX8" fmla="*/ 1380646 w 1583637"/>
                    <a:gd name="connsiteY8" fmla="*/ 1025372 h 1583637"/>
                    <a:gd name="connsiteX9" fmla="*/ 1503833 w 1583637"/>
                    <a:gd name="connsiteY9" fmla="*/ 1128733 h 1583637"/>
                    <a:gd name="connsiteX10" fmla="*/ 1439602 w 1583637"/>
                    <a:gd name="connsiteY10" fmla="*/ 1239984 h 1583637"/>
                    <a:gd name="connsiteX11" fmla="*/ 1288495 w 1583637"/>
                    <a:gd name="connsiteY11" fmla="*/ 1184982 h 1583637"/>
                    <a:gd name="connsiteX12" fmla="*/ 1092761 w 1583637"/>
                    <a:gd name="connsiteY12" fmla="*/ 1349222 h 1583637"/>
                    <a:gd name="connsiteX13" fmla="*/ 1120689 w 1583637"/>
                    <a:gd name="connsiteY13" fmla="*/ 1507584 h 1583637"/>
                    <a:gd name="connsiteX14" fmla="*/ 999974 w 1583637"/>
                    <a:gd name="connsiteY14" fmla="*/ 1551521 h 1583637"/>
                    <a:gd name="connsiteX15" fmla="*/ 919574 w 1583637"/>
                    <a:gd name="connsiteY15" fmla="*/ 1412257 h 1583637"/>
                    <a:gd name="connsiteX16" fmla="*/ 664062 w 1583637"/>
                    <a:gd name="connsiteY16" fmla="*/ 1412257 h 1583637"/>
                    <a:gd name="connsiteX17" fmla="*/ 583663 w 1583637"/>
                    <a:gd name="connsiteY17" fmla="*/ 1551521 h 1583637"/>
                    <a:gd name="connsiteX18" fmla="*/ 462948 w 1583637"/>
                    <a:gd name="connsiteY18" fmla="*/ 1507584 h 1583637"/>
                    <a:gd name="connsiteX19" fmla="*/ 490876 w 1583637"/>
                    <a:gd name="connsiteY19" fmla="*/ 1349222 h 1583637"/>
                    <a:gd name="connsiteX20" fmla="*/ 295142 w 1583637"/>
                    <a:gd name="connsiteY20" fmla="*/ 1184981 h 1583637"/>
                    <a:gd name="connsiteX21" fmla="*/ 144035 w 1583637"/>
                    <a:gd name="connsiteY21" fmla="*/ 1239984 h 1583637"/>
                    <a:gd name="connsiteX22" fmla="*/ 79804 w 1583637"/>
                    <a:gd name="connsiteY22" fmla="*/ 1128733 h 1583637"/>
                    <a:gd name="connsiteX23" fmla="*/ 202991 w 1583637"/>
                    <a:gd name="connsiteY23" fmla="*/ 1025372 h 1583637"/>
                    <a:gd name="connsiteX24" fmla="*/ 158622 w 1583637"/>
                    <a:gd name="connsiteY24" fmla="*/ 773743 h 1583637"/>
                    <a:gd name="connsiteX25" fmla="*/ 7512 w 1583637"/>
                    <a:gd name="connsiteY25" fmla="*/ 718748 h 1583637"/>
                    <a:gd name="connsiteX26" fmla="*/ 29819 w 1583637"/>
                    <a:gd name="connsiteY26" fmla="*/ 592237 h 1583637"/>
                    <a:gd name="connsiteX27" fmla="*/ 190625 w 1583637"/>
                    <a:gd name="connsiteY27" fmla="*/ 592241 h 1583637"/>
                    <a:gd name="connsiteX28" fmla="*/ 318381 w 1583637"/>
                    <a:gd name="connsiteY28" fmla="*/ 370961 h 1583637"/>
                    <a:gd name="connsiteX29" fmla="*/ 237974 w 1583637"/>
                    <a:gd name="connsiteY29" fmla="*/ 231701 h 1583637"/>
                    <a:gd name="connsiteX30" fmla="*/ 336381 w 1583637"/>
                    <a:gd name="connsiteY30" fmla="*/ 149126 h 1583637"/>
                    <a:gd name="connsiteX31" fmla="*/ 459563 w 1583637"/>
                    <a:gd name="connsiteY31" fmla="*/ 252493 h 1583637"/>
                    <a:gd name="connsiteX32" fmla="*/ 699666 w 1583637"/>
                    <a:gd name="connsiteY32" fmla="*/ 165103 h 1583637"/>
                    <a:gd name="connsiteX33" fmla="*/ 727586 w 1583637"/>
                    <a:gd name="connsiteY33" fmla="*/ 6739 h 1583637"/>
                    <a:gd name="connsiteX34" fmla="*/ 856051 w 1583637"/>
                    <a:gd name="connsiteY34" fmla="*/ 6739 h 1583637"/>
                    <a:gd name="connsiteX35" fmla="*/ 883970 w 1583637"/>
                    <a:gd name="connsiteY35" fmla="*/ 165102 h 1583637"/>
                    <a:gd name="connsiteX36" fmla="*/ 1124073 w 1583637"/>
                    <a:gd name="connsiteY36" fmla="*/ 252493 h 1583637"/>
                    <a:gd name="connsiteX37" fmla="*/ 1124074 w 1583637"/>
                    <a:gd name="connsiteY37" fmla="*/ 252493 h 1583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583637" h="1583637">
                      <a:moveTo>
                        <a:pt x="1124074" y="252493"/>
                      </a:moveTo>
                      <a:lnTo>
                        <a:pt x="1247256" y="149126"/>
                      </a:lnTo>
                      <a:lnTo>
                        <a:pt x="1345663" y="231701"/>
                      </a:lnTo>
                      <a:lnTo>
                        <a:pt x="1265256" y="370961"/>
                      </a:lnTo>
                      <a:cubicBezTo>
                        <a:pt x="1322430" y="435278"/>
                        <a:pt x="1365899" y="510569"/>
                        <a:pt x="1393012" y="592241"/>
                      </a:cubicBezTo>
                      <a:lnTo>
                        <a:pt x="1553818" y="592237"/>
                      </a:lnTo>
                      <a:lnTo>
                        <a:pt x="1576125" y="718748"/>
                      </a:lnTo>
                      <a:lnTo>
                        <a:pt x="1425015" y="773743"/>
                      </a:lnTo>
                      <a:cubicBezTo>
                        <a:pt x="1427471" y="859762"/>
                        <a:pt x="1412374" y="945380"/>
                        <a:pt x="1380646" y="1025372"/>
                      </a:cubicBezTo>
                      <a:lnTo>
                        <a:pt x="1503833" y="1128733"/>
                      </a:lnTo>
                      <a:lnTo>
                        <a:pt x="1439602" y="1239984"/>
                      </a:lnTo>
                      <a:lnTo>
                        <a:pt x="1288495" y="1184982"/>
                      </a:lnTo>
                      <a:cubicBezTo>
                        <a:pt x="1235084" y="1252456"/>
                        <a:pt x="1168484" y="1308339"/>
                        <a:pt x="1092761" y="1349222"/>
                      </a:cubicBezTo>
                      <a:lnTo>
                        <a:pt x="1120689" y="1507584"/>
                      </a:lnTo>
                      <a:lnTo>
                        <a:pt x="999974" y="1551521"/>
                      </a:lnTo>
                      <a:lnTo>
                        <a:pt x="919574" y="1412257"/>
                      </a:lnTo>
                      <a:cubicBezTo>
                        <a:pt x="835287" y="1429613"/>
                        <a:pt x="748348" y="1429613"/>
                        <a:pt x="664062" y="1412257"/>
                      </a:cubicBezTo>
                      <a:lnTo>
                        <a:pt x="583663" y="1551521"/>
                      </a:lnTo>
                      <a:lnTo>
                        <a:pt x="462948" y="1507584"/>
                      </a:lnTo>
                      <a:lnTo>
                        <a:pt x="490876" y="1349222"/>
                      </a:lnTo>
                      <a:cubicBezTo>
                        <a:pt x="415153" y="1308339"/>
                        <a:pt x="348553" y="1252455"/>
                        <a:pt x="295142" y="1184981"/>
                      </a:cubicBezTo>
                      <a:lnTo>
                        <a:pt x="144035" y="1239984"/>
                      </a:lnTo>
                      <a:lnTo>
                        <a:pt x="79804" y="1128733"/>
                      </a:lnTo>
                      <a:lnTo>
                        <a:pt x="202991" y="1025372"/>
                      </a:lnTo>
                      <a:cubicBezTo>
                        <a:pt x="171263" y="945380"/>
                        <a:pt x="156166" y="859762"/>
                        <a:pt x="158622" y="773743"/>
                      </a:cubicBezTo>
                      <a:lnTo>
                        <a:pt x="7512" y="718748"/>
                      </a:lnTo>
                      <a:lnTo>
                        <a:pt x="29819" y="592237"/>
                      </a:lnTo>
                      <a:lnTo>
                        <a:pt x="190625" y="592241"/>
                      </a:lnTo>
                      <a:cubicBezTo>
                        <a:pt x="217738" y="510569"/>
                        <a:pt x="261208" y="435277"/>
                        <a:pt x="318381" y="370961"/>
                      </a:cubicBezTo>
                      <a:lnTo>
                        <a:pt x="237974" y="231701"/>
                      </a:lnTo>
                      <a:lnTo>
                        <a:pt x="336381" y="149126"/>
                      </a:lnTo>
                      <a:lnTo>
                        <a:pt x="459563" y="252493"/>
                      </a:lnTo>
                      <a:cubicBezTo>
                        <a:pt x="532831" y="207356"/>
                        <a:pt x="614527" y="177621"/>
                        <a:pt x="699666" y="165103"/>
                      </a:cubicBezTo>
                      <a:lnTo>
                        <a:pt x="727586" y="6739"/>
                      </a:lnTo>
                      <a:lnTo>
                        <a:pt x="856051" y="6739"/>
                      </a:lnTo>
                      <a:lnTo>
                        <a:pt x="883970" y="165102"/>
                      </a:lnTo>
                      <a:cubicBezTo>
                        <a:pt x="969110" y="177621"/>
                        <a:pt x="1050806" y="207356"/>
                        <a:pt x="1124073" y="252493"/>
                      </a:cubicBezTo>
                      <a:lnTo>
                        <a:pt x="1124074" y="252493"/>
                      </a:lnTo>
                      <a:close/>
                    </a:path>
                  </a:pathLst>
                </a:custGeom>
                <a:solidFill>
                  <a:schemeClr val="accent1">
                    <a:lumMod val="100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47" name="îSlíḓe">
                  <a:extLst>
                    <a:ext uri="{FF2B5EF4-FFF2-40B4-BE49-F238E27FC236}">
                      <a16:creationId xmlns:a16="http://schemas.microsoft.com/office/drawing/2014/main" id="{4AAFCC4B-F5A9-4E85-B264-4F146B4D6632}"/>
                    </a:ext>
                  </a:extLst>
                </p:cNvPr>
                <p:cNvSpPr/>
                <p:nvPr/>
              </p:nvSpPr>
              <p:spPr>
                <a:xfrm>
                  <a:off x="1376346" y="1909439"/>
                  <a:ext cx="1382568" cy="1382568"/>
                </a:xfrm>
                <a:prstGeom prst="ellipse">
                  <a:avLst/>
                </a:prstGeom>
                <a:solidFill>
                  <a:schemeClr val="accent1">
                    <a:lumMod val="10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grpSp>
          <p:sp>
            <p:nvSpPr>
              <p:cNvPr id="140" name="îṥḷíḍe">
                <a:extLst>
                  <a:ext uri="{FF2B5EF4-FFF2-40B4-BE49-F238E27FC236}">
                    <a16:creationId xmlns:a16="http://schemas.microsoft.com/office/drawing/2014/main" id="{378D4764-CA01-4E5E-8552-DF3459542F71}"/>
                  </a:ext>
                </a:extLst>
              </p:cNvPr>
              <p:cNvSpPr/>
              <p:nvPr/>
            </p:nvSpPr>
            <p:spPr>
              <a:xfrm>
                <a:off x="1307468" y="2848782"/>
                <a:ext cx="1897756" cy="1897756"/>
              </a:xfrm>
              <a:prstGeom prst="arc">
                <a:avLst>
                  <a:gd name="adj1" fmla="val 11101589"/>
                  <a:gd name="adj2" fmla="val 18700949"/>
                </a:avLst>
              </a:prstGeom>
              <a:ln w="28575" cap="rnd">
                <a:solidFill>
                  <a:schemeClr val="accent1">
                    <a:lumMod val="20000"/>
                    <a:lumOff val="80000"/>
                  </a:schemeClr>
                </a:solidFill>
                <a:prstDash val="sysDot"/>
                <a:headEnd type="none" w="med" len="med"/>
                <a:tailEnd type="triangle" w="lg" len="med"/>
              </a:ln>
            </p:spPr>
            <p:style>
              <a:lnRef idx="1">
                <a:schemeClr val="accent1"/>
              </a:lnRef>
              <a:fillRef idx="0">
                <a:schemeClr val="accent1"/>
              </a:fillRef>
              <a:effectRef idx="0">
                <a:schemeClr val="accent1"/>
              </a:effectRef>
              <a:fontRef idx="minor">
                <a:schemeClr val="tx1"/>
              </a:fontRef>
            </p:style>
            <p:txBody>
              <a:bodyPr anchor="ctr"/>
              <a:lstStyle/>
              <a:p>
                <a:pPr algn="ct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41" name="íṥḷîḑé">
                <a:extLst>
                  <a:ext uri="{FF2B5EF4-FFF2-40B4-BE49-F238E27FC236}">
                    <a16:creationId xmlns:a16="http://schemas.microsoft.com/office/drawing/2014/main" id="{41D5D592-94A9-4FB7-89B3-E83B564D7467}"/>
                  </a:ext>
                </a:extLst>
              </p:cNvPr>
              <p:cNvSpPr/>
              <p:nvPr/>
            </p:nvSpPr>
            <p:spPr>
              <a:xfrm flipV="1">
                <a:off x="3034884" y="3453646"/>
                <a:ext cx="2292159" cy="2292159"/>
              </a:xfrm>
              <a:prstGeom prst="arc">
                <a:avLst>
                  <a:gd name="adj1" fmla="val 13730012"/>
                  <a:gd name="adj2" fmla="val 256323"/>
                </a:avLst>
              </a:prstGeom>
              <a:ln w="28575" cap="rnd">
                <a:solidFill>
                  <a:schemeClr val="accent1">
                    <a:lumMod val="20000"/>
                    <a:lumOff val="80000"/>
                  </a:schemeClr>
                </a:solidFill>
                <a:prstDash val="sysDot"/>
                <a:headEnd type="none" w="med" len="med"/>
                <a:tailEnd type="triangle" w="lg" len="med"/>
              </a:ln>
            </p:spPr>
            <p:style>
              <a:lnRef idx="1">
                <a:schemeClr val="accent1"/>
              </a:lnRef>
              <a:fillRef idx="0">
                <a:schemeClr val="accent1"/>
              </a:fillRef>
              <a:effectRef idx="0">
                <a:schemeClr val="accent1"/>
              </a:effectRef>
              <a:fontRef idx="minor">
                <a:schemeClr val="tx1"/>
              </a:fontRef>
            </p:style>
            <p:txBody>
              <a:bodyPr anchor="ctr"/>
              <a:lstStyle/>
              <a:p>
                <a:pPr algn="ct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42" name="íśľîḋe">
                <a:extLst>
                  <a:ext uri="{FF2B5EF4-FFF2-40B4-BE49-F238E27FC236}">
                    <a16:creationId xmlns:a16="http://schemas.microsoft.com/office/drawing/2014/main" id="{23E7E56A-9E49-4974-9DE3-27B86915F0D7}"/>
                  </a:ext>
                </a:extLst>
              </p:cNvPr>
              <p:cNvSpPr/>
              <p:nvPr/>
            </p:nvSpPr>
            <p:spPr>
              <a:xfrm>
                <a:off x="4354619" y="1448780"/>
                <a:ext cx="2292159" cy="2292159"/>
              </a:xfrm>
              <a:prstGeom prst="arc">
                <a:avLst>
                  <a:gd name="adj1" fmla="val 11093161"/>
                  <a:gd name="adj2" fmla="val 18823990"/>
                </a:avLst>
              </a:prstGeom>
              <a:ln w="28575" cap="rnd">
                <a:solidFill>
                  <a:schemeClr val="accent1">
                    <a:lumMod val="100000"/>
                  </a:schemeClr>
                </a:solidFill>
                <a:prstDash val="sysDot"/>
                <a:headEnd type="none" w="med" len="med"/>
                <a:tailEnd type="triangle" w="lg" len="med"/>
              </a:ln>
            </p:spPr>
            <p:style>
              <a:lnRef idx="1">
                <a:schemeClr val="accent1"/>
              </a:lnRef>
              <a:fillRef idx="0">
                <a:schemeClr val="accent1"/>
              </a:fillRef>
              <a:effectRef idx="0">
                <a:schemeClr val="accent1"/>
              </a:effectRef>
              <a:fontRef idx="minor">
                <a:schemeClr val="tx1"/>
              </a:fontRef>
            </p:style>
            <p:txBody>
              <a:bodyPr anchor="ctr"/>
              <a:lstStyle/>
              <a:p>
                <a:pPr algn="ct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grpSp>
        <p:sp>
          <p:nvSpPr>
            <p:cNvPr id="152" name="star-ornament-with-ribbon-tails_57408">
              <a:extLst>
                <a:ext uri="{FF2B5EF4-FFF2-40B4-BE49-F238E27FC236}">
                  <a16:creationId xmlns:a16="http://schemas.microsoft.com/office/drawing/2014/main" id="{3F6E6852-3A71-4F8E-AAEC-FDD6506F9790}"/>
                </a:ext>
              </a:extLst>
            </p:cNvPr>
            <p:cNvSpPr>
              <a:spLocks noChangeAspect="1"/>
            </p:cNvSpPr>
            <p:nvPr/>
          </p:nvSpPr>
          <p:spPr bwMode="auto">
            <a:xfrm>
              <a:off x="9894122" y="2682744"/>
              <a:ext cx="560786" cy="761954"/>
            </a:xfrm>
            <a:custGeom>
              <a:avLst/>
              <a:gdLst>
                <a:gd name="connsiteX0" fmla="*/ 357061 w 447628"/>
                <a:gd name="connsiteY0" fmla="*/ 396295 h 608203"/>
                <a:gd name="connsiteX1" fmla="*/ 371734 w 447628"/>
                <a:gd name="connsiteY1" fmla="*/ 397778 h 608203"/>
                <a:gd name="connsiteX2" fmla="*/ 441852 w 447628"/>
                <a:gd name="connsiteY2" fmla="*/ 539699 h 608203"/>
                <a:gd name="connsiteX3" fmla="*/ 443709 w 447628"/>
                <a:gd name="connsiteY3" fmla="*/ 546651 h 608203"/>
                <a:gd name="connsiteX4" fmla="*/ 429778 w 447628"/>
                <a:gd name="connsiteY4" fmla="*/ 560927 h 608203"/>
                <a:gd name="connsiteX5" fmla="*/ 425506 w 447628"/>
                <a:gd name="connsiteY5" fmla="*/ 560463 h 608203"/>
                <a:gd name="connsiteX6" fmla="*/ 368762 w 447628"/>
                <a:gd name="connsiteY6" fmla="*/ 544705 h 608203"/>
                <a:gd name="connsiteX7" fmla="*/ 346752 w 447628"/>
                <a:gd name="connsiteY7" fmla="*/ 599304 h 608203"/>
                <a:gd name="connsiteX8" fmla="*/ 334029 w 447628"/>
                <a:gd name="connsiteY8" fmla="*/ 608203 h 608203"/>
                <a:gd name="connsiteX9" fmla="*/ 333471 w 447628"/>
                <a:gd name="connsiteY9" fmla="*/ 608203 h 608203"/>
                <a:gd name="connsiteX10" fmla="*/ 320655 w 447628"/>
                <a:gd name="connsiteY10" fmla="*/ 600231 h 608203"/>
                <a:gd name="connsiteX11" fmla="*/ 253324 w 447628"/>
                <a:gd name="connsiteY11" fmla="*/ 464150 h 608203"/>
                <a:gd name="connsiteX12" fmla="*/ 255832 w 447628"/>
                <a:gd name="connsiteY12" fmla="*/ 460813 h 608203"/>
                <a:gd name="connsiteX13" fmla="*/ 271062 w 447628"/>
                <a:gd name="connsiteY13" fmla="*/ 437453 h 608203"/>
                <a:gd name="connsiteX14" fmla="*/ 294837 w 447628"/>
                <a:gd name="connsiteY14" fmla="*/ 452007 h 608203"/>
                <a:gd name="connsiteX15" fmla="*/ 314990 w 447628"/>
                <a:gd name="connsiteY15" fmla="*/ 457661 h 608203"/>
                <a:gd name="connsiteX16" fmla="*/ 331800 w 447628"/>
                <a:gd name="connsiteY16" fmla="*/ 453861 h 608203"/>
                <a:gd name="connsiteX17" fmla="*/ 353532 w 447628"/>
                <a:gd name="connsiteY17" fmla="*/ 423919 h 608203"/>
                <a:gd name="connsiteX18" fmla="*/ 89869 w 447628"/>
                <a:gd name="connsiteY18" fmla="*/ 395801 h 608203"/>
                <a:gd name="connsiteX19" fmla="*/ 93304 w 447628"/>
                <a:gd name="connsiteY19" fmla="*/ 423429 h 608203"/>
                <a:gd name="connsiteX20" fmla="*/ 114933 w 447628"/>
                <a:gd name="connsiteY20" fmla="*/ 453468 h 608203"/>
                <a:gd name="connsiteX21" fmla="*/ 131828 w 447628"/>
                <a:gd name="connsiteY21" fmla="*/ 457269 h 608203"/>
                <a:gd name="connsiteX22" fmla="*/ 151879 w 447628"/>
                <a:gd name="connsiteY22" fmla="*/ 451706 h 608203"/>
                <a:gd name="connsiteX23" fmla="*/ 175643 w 447628"/>
                <a:gd name="connsiteY23" fmla="*/ 437336 h 608203"/>
                <a:gd name="connsiteX24" fmla="*/ 190775 w 447628"/>
                <a:gd name="connsiteY24" fmla="*/ 460606 h 608203"/>
                <a:gd name="connsiteX25" fmla="*/ 193838 w 447628"/>
                <a:gd name="connsiteY25" fmla="*/ 464778 h 608203"/>
                <a:gd name="connsiteX26" fmla="*/ 126908 w 447628"/>
                <a:gd name="connsiteY26" fmla="*/ 600230 h 608203"/>
                <a:gd name="connsiteX27" fmla="*/ 114098 w 447628"/>
                <a:gd name="connsiteY27" fmla="*/ 608203 h 608203"/>
                <a:gd name="connsiteX28" fmla="*/ 113541 w 447628"/>
                <a:gd name="connsiteY28" fmla="*/ 608203 h 608203"/>
                <a:gd name="connsiteX29" fmla="*/ 100823 w 447628"/>
                <a:gd name="connsiteY29" fmla="*/ 599303 h 608203"/>
                <a:gd name="connsiteX30" fmla="*/ 78730 w 447628"/>
                <a:gd name="connsiteY30" fmla="*/ 544696 h 608203"/>
                <a:gd name="connsiteX31" fmla="*/ 22011 w 447628"/>
                <a:gd name="connsiteY31" fmla="*/ 560457 h 608203"/>
                <a:gd name="connsiteX32" fmla="*/ 7158 w 447628"/>
                <a:gd name="connsiteY32" fmla="*/ 555728 h 608203"/>
                <a:gd name="connsiteX33" fmla="*/ 5394 w 447628"/>
                <a:gd name="connsiteY33" fmla="*/ 540338 h 608203"/>
                <a:gd name="connsiteX34" fmla="*/ 76130 w 447628"/>
                <a:gd name="connsiteY34" fmla="*/ 397192 h 608203"/>
                <a:gd name="connsiteX35" fmla="*/ 223839 w 447628"/>
                <a:gd name="connsiteY35" fmla="*/ 119311 h 608203"/>
                <a:gd name="connsiteX36" fmla="*/ 215669 w 447628"/>
                <a:gd name="connsiteY36" fmla="*/ 124410 h 608203"/>
                <a:gd name="connsiteX37" fmla="*/ 187539 w 447628"/>
                <a:gd name="connsiteY37" fmla="*/ 181330 h 608203"/>
                <a:gd name="connsiteX38" fmla="*/ 124595 w 447628"/>
                <a:gd name="connsiteY38" fmla="*/ 190415 h 608203"/>
                <a:gd name="connsiteX39" fmla="*/ 117260 w 447628"/>
                <a:gd name="connsiteY39" fmla="*/ 196627 h 608203"/>
                <a:gd name="connsiteX40" fmla="*/ 119581 w 447628"/>
                <a:gd name="connsiteY40" fmla="*/ 205897 h 608203"/>
                <a:gd name="connsiteX41" fmla="*/ 165072 w 447628"/>
                <a:gd name="connsiteY41" fmla="*/ 250210 h 608203"/>
                <a:gd name="connsiteX42" fmla="*/ 154396 w 447628"/>
                <a:gd name="connsiteY42" fmla="*/ 312786 h 608203"/>
                <a:gd name="connsiteX43" fmla="*/ 157924 w 447628"/>
                <a:gd name="connsiteY43" fmla="*/ 321593 h 608203"/>
                <a:gd name="connsiteX44" fmla="*/ 167486 w 447628"/>
                <a:gd name="connsiteY44" fmla="*/ 322334 h 608203"/>
                <a:gd name="connsiteX45" fmla="*/ 223839 w 447628"/>
                <a:gd name="connsiteY45" fmla="*/ 292761 h 608203"/>
                <a:gd name="connsiteX46" fmla="*/ 280099 w 447628"/>
                <a:gd name="connsiteY46" fmla="*/ 322334 h 608203"/>
                <a:gd name="connsiteX47" fmla="*/ 284277 w 447628"/>
                <a:gd name="connsiteY47" fmla="*/ 323354 h 608203"/>
                <a:gd name="connsiteX48" fmla="*/ 289661 w 447628"/>
                <a:gd name="connsiteY48" fmla="*/ 321593 h 608203"/>
                <a:gd name="connsiteX49" fmla="*/ 293189 w 447628"/>
                <a:gd name="connsiteY49" fmla="*/ 312786 h 608203"/>
                <a:gd name="connsiteX50" fmla="*/ 282513 w 447628"/>
                <a:gd name="connsiteY50" fmla="*/ 250210 h 608203"/>
                <a:gd name="connsiteX51" fmla="*/ 328004 w 447628"/>
                <a:gd name="connsiteY51" fmla="*/ 205897 h 608203"/>
                <a:gd name="connsiteX52" fmla="*/ 330325 w 447628"/>
                <a:gd name="connsiteY52" fmla="*/ 196627 h 608203"/>
                <a:gd name="connsiteX53" fmla="*/ 322990 w 447628"/>
                <a:gd name="connsiteY53" fmla="*/ 190415 h 608203"/>
                <a:gd name="connsiteX54" fmla="*/ 260046 w 447628"/>
                <a:gd name="connsiteY54" fmla="*/ 181330 h 608203"/>
                <a:gd name="connsiteX55" fmla="*/ 231916 w 447628"/>
                <a:gd name="connsiteY55" fmla="*/ 124410 h 608203"/>
                <a:gd name="connsiteX56" fmla="*/ 223839 w 447628"/>
                <a:gd name="connsiteY56" fmla="*/ 119311 h 608203"/>
                <a:gd name="connsiteX57" fmla="*/ 223746 w 447628"/>
                <a:gd name="connsiteY57" fmla="*/ 0 h 608203"/>
                <a:gd name="connsiteX58" fmla="*/ 238600 w 447628"/>
                <a:gd name="connsiteY58" fmla="*/ 8065 h 608203"/>
                <a:gd name="connsiteX59" fmla="*/ 265152 w 447628"/>
                <a:gd name="connsiteY59" fmla="*/ 48855 h 608203"/>
                <a:gd name="connsiteX60" fmla="*/ 306929 w 447628"/>
                <a:gd name="connsiteY60" fmla="*/ 23732 h 608203"/>
                <a:gd name="connsiteX61" fmla="*/ 316027 w 447628"/>
                <a:gd name="connsiteY61" fmla="*/ 21229 h 608203"/>
                <a:gd name="connsiteX62" fmla="*/ 323826 w 447628"/>
                <a:gd name="connsiteY62" fmla="*/ 22991 h 608203"/>
                <a:gd name="connsiteX63" fmla="*/ 333667 w 447628"/>
                <a:gd name="connsiteY63" fmla="*/ 36711 h 608203"/>
                <a:gd name="connsiteX64" fmla="*/ 339608 w 447628"/>
                <a:gd name="connsiteY64" fmla="*/ 84547 h 608203"/>
                <a:gd name="connsiteX65" fmla="*/ 387699 w 447628"/>
                <a:gd name="connsiteY65" fmla="*/ 80004 h 608203"/>
                <a:gd name="connsiteX66" fmla="*/ 389370 w 447628"/>
                <a:gd name="connsiteY66" fmla="*/ 79911 h 608203"/>
                <a:gd name="connsiteX67" fmla="*/ 403203 w 447628"/>
                <a:gd name="connsiteY67" fmla="*/ 86679 h 608203"/>
                <a:gd name="connsiteX68" fmla="*/ 406174 w 447628"/>
                <a:gd name="connsiteY68" fmla="*/ 103273 h 608203"/>
                <a:gd name="connsiteX69" fmla="*/ 390762 w 447628"/>
                <a:gd name="connsiteY69" fmla="*/ 148976 h 608203"/>
                <a:gd name="connsiteX70" fmla="*/ 435975 w 447628"/>
                <a:gd name="connsiteY70" fmla="*/ 165663 h 608203"/>
                <a:gd name="connsiteX71" fmla="*/ 447208 w 447628"/>
                <a:gd name="connsiteY71" fmla="*/ 178364 h 608203"/>
                <a:gd name="connsiteX72" fmla="*/ 442566 w 447628"/>
                <a:gd name="connsiteY72" fmla="*/ 194680 h 608203"/>
                <a:gd name="connsiteX73" fmla="*/ 408866 w 447628"/>
                <a:gd name="connsiteY73" fmla="*/ 229166 h 608203"/>
                <a:gd name="connsiteX74" fmla="*/ 442381 w 447628"/>
                <a:gd name="connsiteY74" fmla="*/ 263838 h 608203"/>
                <a:gd name="connsiteX75" fmla="*/ 446930 w 447628"/>
                <a:gd name="connsiteY75" fmla="*/ 280154 h 608203"/>
                <a:gd name="connsiteX76" fmla="*/ 435696 w 447628"/>
                <a:gd name="connsiteY76" fmla="*/ 292761 h 608203"/>
                <a:gd name="connsiteX77" fmla="*/ 390298 w 447628"/>
                <a:gd name="connsiteY77" fmla="*/ 309263 h 608203"/>
                <a:gd name="connsiteX78" fmla="*/ 405431 w 447628"/>
                <a:gd name="connsiteY78" fmla="*/ 355059 h 608203"/>
                <a:gd name="connsiteX79" fmla="*/ 402460 w 447628"/>
                <a:gd name="connsiteY79" fmla="*/ 371653 h 608203"/>
                <a:gd name="connsiteX80" fmla="*/ 388627 w 447628"/>
                <a:gd name="connsiteY80" fmla="*/ 378328 h 608203"/>
                <a:gd name="connsiteX81" fmla="*/ 386863 w 447628"/>
                <a:gd name="connsiteY81" fmla="*/ 378235 h 608203"/>
                <a:gd name="connsiteX82" fmla="*/ 338866 w 447628"/>
                <a:gd name="connsiteY82" fmla="*/ 373415 h 608203"/>
                <a:gd name="connsiteX83" fmla="*/ 332646 w 447628"/>
                <a:gd name="connsiteY83" fmla="*/ 421250 h 608203"/>
                <a:gd name="connsiteX84" fmla="*/ 322712 w 447628"/>
                <a:gd name="connsiteY84" fmla="*/ 434878 h 608203"/>
                <a:gd name="connsiteX85" fmla="*/ 315006 w 447628"/>
                <a:gd name="connsiteY85" fmla="*/ 436639 h 608203"/>
                <a:gd name="connsiteX86" fmla="*/ 305815 w 447628"/>
                <a:gd name="connsiteY86" fmla="*/ 434043 h 608203"/>
                <a:gd name="connsiteX87" fmla="*/ 264595 w 447628"/>
                <a:gd name="connsiteY87" fmla="*/ 408920 h 608203"/>
                <a:gd name="connsiteX88" fmla="*/ 238229 w 447628"/>
                <a:gd name="connsiteY88" fmla="*/ 449340 h 608203"/>
                <a:gd name="connsiteX89" fmla="*/ 223375 w 447628"/>
                <a:gd name="connsiteY89" fmla="*/ 457405 h 608203"/>
                <a:gd name="connsiteX90" fmla="*/ 208521 w 447628"/>
                <a:gd name="connsiteY90" fmla="*/ 449247 h 608203"/>
                <a:gd name="connsiteX91" fmla="*/ 182247 w 447628"/>
                <a:gd name="connsiteY91" fmla="*/ 408828 h 608203"/>
                <a:gd name="connsiteX92" fmla="*/ 140934 w 447628"/>
                <a:gd name="connsiteY92" fmla="*/ 433765 h 608203"/>
                <a:gd name="connsiteX93" fmla="*/ 131836 w 447628"/>
                <a:gd name="connsiteY93" fmla="*/ 436361 h 608203"/>
                <a:gd name="connsiteX94" fmla="*/ 124038 w 447628"/>
                <a:gd name="connsiteY94" fmla="*/ 434600 h 608203"/>
                <a:gd name="connsiteX95" fmla="*/ 114197 w 447628"/>
                <a:gd name="connsiteY95" fmla="*/ 420879 h 608203"/>
                <a:gd name="connsiteX96" fmla="*/ 108162 w 447628"/>
                <a:gd name="connsiteY96" fmla="*/ 373044 h 608203"/>
                <a:gd name="connsiteX97" fmla="*/ 60072 w 447628"/>
                <a:gd name="connsiteY97" fmla="*/ 377679 h 608203"/>
                <a:gd name="connsiteX98" fmla="*/ 58401 w 447628"/>
                <a:gd name="connsiteY98" fmla="*/ 377679 h 608203"/>
                <a:gd name="connsiteX99" fmla="*/ 44568 w 447628"/>
                <a:gd name="connsiteY99" fmla="*/ 371004 h 608203"/>
                <a:gd name="connsiteX100" fmla="*/ 41597 w 447628"/>
                <a:gd name="connsiteY100" fmla="*/ 354410 h 608203"/>
                <a:gd name="connsiteX101" fmla="*/ 56915 w 447628"/>
                <a:gd name="connsiteY101" fmla="*/ 308707 h 608203"/>
                <a:gd name="connsiteX102" fmla="*/ 11610 w 447628"/>
                <a:gd name="connsiteY102" fmla="*/ 292020 h 608203"/>
                <a:gd name="connsiteX103" fmla="*/ 470 w 447628"/>
                <a:gd name="connsiteY103" fmla="*/ 279319 h 608203"/>
                <a:gd name="connsiteX104" fmla="*/ 5019 w 447628"/>
                <a:gd name="connsiteY104" fmla="*/ 263096 h 608203"/>
                <a:gd name="connsiteX105" fmla="*/ 38626 w 447628"/>
                <a:gd name="connsiteY105" fmla="*/ 228517 h 608203"/>
                <a:gd name="connsiteX106" fmla="*/ 5111 w 447628"/>
                <a:gd name="connsiteY106" fmla="*/ 193938 h 608203"/>
                <a:gd name="connsiteX107" fmla="*/ 562 w 447628"/>
                <a:gd name="connsiteY107" fmla="*/ 177622 h 608203"/>
                <a:gd name="connsiteX108" fmla="*/ 11703 w 447628"/>
                <a:gd name="connsiteY108" fmla="*/ 164922 h 608203"/>
                <a:gd name="connsiteX109" fmla="*/ 57008 w 447628"/>
                <a:gd name="connsiteY109" fmla="*/ 148420 h 608203"/>
                <a:gd name="connsiteX110" fmla="*/ 41783 w 447628"/>
                <a:gd name="connsiteY110" fmla="*/ 102624 h 608203"/>
                <a:gd name="connsiteX111" fmla="*/ 44754 w 447628"/>
                <a:gd name="connsiteY111" fmla="*/ 86030 h 608203"/>
                <a:gd name="connsiteX112" fmla="*/ 58586 w 447628"/>
                <a:gd name="connsiteY112" fmla="*/ 79355 h 608203"/>
                <a:gd name="connsiteX113" fmla="*/ 60350 w 447628"/>
                <a:gd name="connsiteY113" fmla="*/ 79448 h 608203"/>
                <a:gd name="connsiteX114" fmla="*/ 108441 w 447628"/>
                <a:gd name="connsiteY114" fmla="*/ 84176 h 608203"/>
                <a:gd name="connsiteX115" fmla="*/ 114568 w 447628"/>
                <a:gd name="connsiteY115" fmla="*/ 36340 h 608203"/>
                <a:gd name="connsiteX116" fmla="*/ 124409 w 447628"/>
                <a:gd name="connsiteY116" fmla="*/ 22620 h 608203"/>
                <a:gd name="connsiteX117" fmla="*/ 132115 w 447628"/>
                <a:gd name="connsiteY117" fmla="*/ 20859 h 608203"/>
                <a:gd name="connsiteX118" fmla="*/ 141306 w 447628"/>
                <a:gd name="connsiteY118" fmla="*/ 23454 h 608203"/>
                <a:gd name="connsiteX119" fmla="*/ 182619 w 447628"/>
                <a:gd name="connsiteY119" fmla="*/ 48485 h 608203"/>
                <a:gd name="connsiteX120" fmla="*/ 208892 w 447628"/>
                <a:gd name="connsiteY120" fmla="*/ 8065 h 608203"/>
                <a:gd name="connsiteX121" fmla="*/ 223746 w 447628"/>
                <a:gd name="connsiteY121" fmla="*/ 0 h 60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447628" h="608203">
                  <a:moveTo>
                    <a:pt x="357061" y="396295"/>
                  </a:moveTo>
                  <a:lnTo>
                    <a:pt x="371734" y="397778"/>
                  </a:lnTo>
                  <a:lnTo>
                    <a:pt x="441852" y="539699"/>
                  </a:lnTo>
                  <a:cubicBezTo>
                    <a:pt x="443059" y="541738"/>
                    <a:pt x="443709" y="544149"/>
                    <a:pt x="443709" y="546651"/>
                  </a:cubicBezTo>
                  <a:cubicBezTo>
                    <a:pt x="443709" y="554438"/>
                    <a:pt x="437487" y="560742"/>
                    <a:pt x="429778" y="560927"/>
                  </a:cubicBezTo>
                  <a:cubicBezTo>
                    <a:pt x="428385" y="561020"/>
                    <a:pt x="426899" y="560834"/>
                    <a:pt x="425506" y="560463"/>
                  </a:cubicBezTo>
                  <a:lnTo>
                    <a:pt x="368762" y="544705"/>
                  </a:lnTo>
                  <a:lnTo>
                    <a:pt x="346752" y="599304"/>
                  </a:lnTo>
                  <a:cubicBezTo>
                    <a:pt x="344616" y="604495"/>
                    <a:pt x="339694" y="608018"/>
                    <a:pt x="334029" y="608203"/>
                  </a:cubicBezTo>
                  <a:cubicBezTo>
                    <a:pt x="333843" y="608203"/>
                    <a:pt x="333657" y="608203"/>
                    <a:pt x="333471" y="608203"/>
                  </a:cubicBezTo>
                  <a:cubicBezTo>
                    <a:pt x="328085" y="608203"/>
                    <a:pt x="323070" y="605144"/>
                    <a:pt x="320655" y="600231"/>
                  </a:cubicBezTo>
                  <a:lnTo>
                    <a:pt x="253324" y="464150"/>
                  </a:lnTo>
                  <a:cubicBezTo>
                    <a:pt x="254253" y="463038"/>
                    <a:pt x="255089" y="461925"/>
                    <a:pt x="255832" y="460813"/>
                  </a:cubicBezTo>
                  <a:lnTo>
                    <a:pt x="271062" y="437453"/>
                  </a:lnTo>
                  <a:lnTo>
                    <a:pt x="294837" y="452007"/>
                  </a:lnTo>
                  <a:cubicBezTo>
                    <a:pt x="300874" y="455715"/>
                    <a:pt x="307932" y="457661"/>
                    <a:pt x="314990" y="457661"/>
                  </a:cubicBezTo>
                  <a:cubicBezTo>
                    <a:pt x="320748" y="457661"/>
                    <a:pt x="326599" y="456363"/>
                    <a:pt x="331800" y="453861"/>
                  </a:cubicBezTo>
                  <a:cubicBezTo>
                    <a:pt x="343687" y="448113"/>
                    <a:pt x="351767" y="436989"/>
                    <a:pt x="353532" y="423919"/>
                  </a:cubicBezTo>
                  <a:close/>
                  <a:moveTo>
                    <a:pt x="89869" y="395801"/>
                  </a:moveTo>
                  <a:lnTo>
                    <a:pt x="93304" y="423429"/>
                  </a:lnTo>
                  <a:cubicBezTo>
                    <a:pt x="94975" y="436501"/>
                    <a:pt x="103051" y="447719"/>
                    <a:pt x="114933" y="453468"/>
                  </a:cubicBezTo>
                  <a:cubicBezTo>
                    <a:pt x="120131" y="455971"/>
                    <a:pt x="125980" y="457269"/>
                    <a:pt x="131828" y="457269"/>
                  </a:cubicBezTo>
                  <a:cubicBezTo>
                    <a:pt x="138883" y="457269"/>
                    <a:pt x="145845" y="455322"/>
                    <a:pt x="151879" y="451706"/>
                  </a:cubicBezTo>
                  <a:lnTo>
                    <a:pt x="175643" y="437336"/>
                  </a:lnTo>
                  <a:lnTo>
                    <a:pt x="190775" y="460606"/>
                  </a:lnTo>
                  <a:cubicBezTo>
                    <a:pt x="191796" y="462090"/>
                    <a:pt x="192817" y="463480"/>
                    <a:pt x="193838" y="464778"/>
                  </a:cubicBezTo>
                  <a:lnTo>
                    <a:pt x="126908" y="600230"/>
                  </a:lnTo>
                  <a:cubicBezTo>
                    <a:pt x="124494" y="605144"/>
                    <a:pt x="119482" y="608203"/>
                    <a:pt x="114098" y="608203"/>
                  </a:cubicBezTo>
                  <a:cubicBezTo>
                    <a:pt x="113912" y="608203"/>
                    <a:pt x="113726" y="608203"/>
                    <a:pt x="113541" y="608203"/>
                  </a:cubicBezTo>
                  <a:cubicBezTo>
                    <a:pt x="107878" y="608018"/>
                    <a:pt x="102865" y="604495"/>
                    <a:pt x="100823" y="599303"/>
                  </a:cubicBezTo>
                  <a:lnTo>
                    <a:pt x="78730" y="544696"/>
                  </a:lnTo>
                  <a:lnTo>
                    <a:pt x="22011" y="560457"/>
                  </a:lnTo>
                  <a:cubicBezTo>
                    <a:pt x="16627" y="561940"/>
                    <a:pt x="10778" y="560086"/>
                    <a:pt x="7158" y="555728"/>
                  </a:cubicBezTo>
                  <a:cubicBezTo>
                    <a:pt x="3631" y="551464"/>
                    <a:pt x="2888" y="545345"/>
                    <a:pt x="5394" y="540338"/>
                  </a:cubicBezTo>
                  <a:lnTo>
                    <a:pt x="76130" y="397192"/>
                  </a:lnTo>
                  <a:close/>
                  <a:moveTo>
                    <a:pt x="223839" y="119311"/>
                  </a:moveTo>
                  <a:cubicBezTo>
                    <a:pt x="220311" y="119311"/>
                    <a:pt x="217155" y="121258"/>
                    <a:pt x="215669" y="124410"/>
                  </a:cubicBezTo>
                  <a:lnTo>
                    <a:pt x="187539" y="181330"/>
                  </a:lnTo>
                  <a:lnTo>
                    <a:pt x="124595" y="190415"/>
                  </a:lnTo>
                  <a:cubicBezTo>
                    <a:pt x="121160" y="190879"/>
                    <a:pt x="118374" y="193289"/>
                    <a:pt x="117260" y="196627"/>
                  </a:cubicBezTo>
                  <a:cubicBezTo>
                    <a:pt x="116239" y="199871"/>
                    <a:pt x="117075" y="203487"/>
                    <a:pt x="119581" y="205897"/>
                  </a:cubicBezTo>
                  <a:lnTo>
                    <a:pt x="165072" y="250210"/>
                  </a:lnTo>
                  <a:lnTo>
                    <a:pt x="154396" y="312786"/>
                  </a:lnTo>
                  <a:cubicBezTo>
                    <a:pt x="153746" y="316123"/>
                    <a:pt x="155138" y="319553"/>
                    <a:pt x="157924" y="321593"/>
                  </a:cubicBezTo>
                  <a:cubicBezTo>
                    <a:pt x="160802" y="323632"/>
                    <a:pt x="164422" y="323910"/>
                    <a:pt x="167486" y="322334"/>
                  </a:cubicBezTo>
                  <a:lnTo>
                    <a:pt x="223839" y="292761"/>
                  </a:lnTo>
                  <a:lnTo>
                    <a:pt x="280099" y="322334"/>
                  </a:lnTo>
                  <a:cubicBezTo>
                    <a:pt x="281399" y="322983"/>
                    <a:pt x="282791" y="323354"/>
                    <a:pt x="284277" y="323354"/>
                  </a:cubicBezTo>
                  <a:cubicBezTo>
                    <a:pt x="286134" y="323354"/>
                    <a:pt x="288083" y="322798"/>
                    <a:pt x="289661" y="321593"/>
                  </a:cubicBezTo>
                  <a:cubicBezTo>
                    <a:pt x="292447" y="319553"/>
                    <a:pt x="293839" y="316123"/>
                    <a:pt x="293189" y="312786"/>
                  </a:cubicBezTo>
                  <a:lnTo>
                    <a:pt x="282513" y="250210"/>
                  </a:lnTo>
                  <a:lnTo>
                    <a:pt x="328004" y="205897"/>
                  </a:lnTo>
                  <a:cubicBezTo>
                    <a:pt x="330510" y="203487"/>
                    <a:pt x="331346" y="199871"/>
                    <a:pt x="330325" y="196627"/>
                  </a:cubicBezTo>
                  <a:cubicBezTo>
                    <a:pt x="329211" y="193289"/>
                    <a:pt x="326425" y="190879"/>
                    <a:pt x="322990" y="190415"/>
                  </a:cubicBezTo>
                  <a:lnTo>
                    <a:pt x="260046" y="181330"/>
                  </a:lnTo>
                  <a:lnTo>
                    <a:pt x="231916" y="124410"/>
                  </a:lnTo>
                  <a:cubicBezTo>
                    <a:pt x="230430" y="121258"/>
                    <a:pt x="227274" y="119311"/>
                    <a:pt x="223839" y="119311"/>
                  </a:cubicBezTo>
                  <a:close/>
                  <a:moveTo>
                    <a:pt x="223746" y="0"/>
                  </a:moveTo>
                  <a:cubicBezTo>
                    <a:pt x="229781" y="0"/>
                    <a:pt x="235351" y="3059"/>
                    <a:pt x="238600" y="8065"/>
                  </a:cubicBezTo>
                  <a:lnTo>
                    <a:pt x="265152" y="48855"/>
                  </a:lnTo>
                  <a:lnTo>
                    <a:pt x="306929" y="23732"/>
                  </a:lnTo>
                  <a:cubicBezTo>
                    <a:pt x="309715" y="22064"/>
                    <a:pt x="312871" y="21229"/>
                    <a:pt x="316027" y="21229"/>
                  </a:cubicBezTo>
                  <a:cubicBezTo>
                    <a:pt x="318720" y="21229"/>
                    <a:pt x="321319" y="21786"/>
                    <a:pt x="323826" y="22991"/>
                  </a:cubicBezTo>
                  <a:cubicBezTo>
                    <a:pt x="329211" y="25586"/>
                    <a:pt x="332924" y="30778"/>
                    <a:pt x="333667" y="36711"/>
                  </a:cubicBezTo>
                  <a:lnTo>
                    <a:pt x="339608" y="84547"/>
                  </a:lnTo>
                  <a:lnTo>
                    <a:pt x="387699" y="80004"/>
                  </a:lnTo>
                  <a:cubicBezTo>
                    <a:pt x="388256" y="79911"/>
                    <a:pt x="388813" y="79911"/>
                    <a:pt x="389370" y="79911"/>
                  </a:cubicBezTo>
                  <a:cubicBezTo>
                    <a:pt x="394755" y="79911"/>
                    <a:pt x="399861" y="82414"/>
                    <a:pt x="403203" y="86679"/>
                  </a:cubicBezTo>
                  <a:cubicBezTo>
                    <a:pt x="406916" y="91314"/>
                    <a:pt x="408030" y="97618"/>
                    <a:pt x="406174" y="103273"/>
                  </a:cubicBezTo>
                  <a:lnTo>
                    <a:pt x="390762" y="148976"/>
                  </a:lnTo>
                  <a:lnTo>
                    <a:pt x="435975" y="165663"/>
                  </a:lnTo>
                  <a:cubicBezTo>
                    <a:pt x="441638" y="167796"/>
                    <a:pt x="445816" y="172523"/>
                    <a:pt x="447208" y="178364"/>
                  </a:cubicBezTo>
                  <a:cubicBezTo>
                    <a:pt x="448508" y="184297"/>
                    <a:pt x="446744" y="190323"/>
                    <a:pt x="442566" y="194680"/>
                  </a:cubicBezTo>
                  <a:lnTo>
                    <a:pt x="408866" y="229166"/>
                  </a:lnTo>
                  <a:lnTo>
                    <a:pt x="442381" y="263838"/>
                  </a:lnTo>
                  <a:cubicBezTo>
                    <a:pt x="446558" y="268195"/>
                    <a:pt x="448229" y="274313"/>
                    <a:pt x="446930" y="280154"/>
                  </a:cubicBezTo>
                  <a:cubicBezTo>
                    <a:pt x="445537" y="285994"/>
                    <a:pt x="441359" y="290722"/>
                    <a:pt x="435696" y="292761"/>
                  </a:cubicBezTo>
                  <a:lnTo>
                    <a:pt x="390298" y="309263"/>
                  </a:lnTo>
                  <a:lnTo>
                    <a:pt x="405431" y="355059"/>
                  </a:lnTo>
                  <a:cubicBezTo>
                    <a:pt x="407381" y="360714"/>
                    <a:pt x="406267" y="367018"/>
                    <a:pt x="402460" y="371653"/>
                  </a:cubicBezTo>
                  <a:cubicBezTo>
                    <a:pt x="399118" y="375918"/>
                    <a:pt x="394012" y="378328"/>
                    <a:pt x="388627" y="378328"/>
                  </a:cubicBezTo>
                  <a:cubicBezTo>
                    <a:pt x="388070" y="378328"/>
                    <a:pt x="387513" y="378235"/>
                    <a:pt x="386863" y="378235"/>
                  </a:cubicBezTo>
                  <a:lnTo>
                    <a:pt x="338866" y="373415"/>
                  </a:lnTo>
                  <a:lnTo>
                    <a:pt x="332646" y="421250"/>
                  </a:lnTo>
                  <a:cubicBezTo>
                    <a:pt x="331903" y="427183"/>
                    <a:pt x="328097" y="432375"/>
                    <a:pt x="322712" y="434878"/>
                  </a:cubicBezTo>
                  <a:cubicBezTo>
                    <a:pt x="320298" y="436083"/>
                    <a:pt x="317699" y="436639"/>
                    <a:pt x="315006" y="436639"/>
                  </a:cubicBezTo>
                  <a:cubicBezTo>
                    <a:pt x="311850" y="436639"/>
                    <a:pt x="308600" y="435805"/>
                    <a:pt x="305815" y="434043"/>
                  </a:cubicBezTo>
                  <a:lnTo>
                    <a:pt x="264595" y="408920"/>
                  </a:lnTo>
                  <a:lnTo>
                    <a:pt x="238229" y="449340"/>
                  </a:lnTo>
                  <a:cubicBezTo>
                    <a:pt x="234980" y="454346"/>
                    <a:pt x="229409" y="457405"/>
                    <a:pt x="223375" y="457405"/>
                  </a:cubicBezTo>
                  <a:cubicBezTo>
                    <a:pt x="217340" y="457312"/>
                    <a:pt x="211770" y="454346"/>
                    <a:pt x="208521" y="449247"/>
                  </a:cubicBezTo>
                  <a:lnTo>
                    <a:pt x="182247" y="408828"/>
                  </a:lnTo>
                  <a:lnTo>
                    <a:pt x="140934" y="433765"/>
                  </a:lnTo>
                  <a:cubicBezTo>
                    <a:pt x="138149" y="435434"/>
                    <a:pt x="134993" y="436361"/>
                    <a:pt x="131836" y="436361"/>
                  </a:cubicBezTo>
                  <a:cubicBezTo>
                    <a:pt x="129144" y="436361"/>
                    <a:pt x="126544" y="435712"/>
                    <a:pt x="124038" y="434600"/>
                  </a:cubicBezTo>
                  <a:cubicBezTo>
                    <a:pt x="118653" y="432004"/>
                    <a:pt x="114939" y="426812"/>
                    <a:pt x="114197" y="420879"/>
                  </a:cubicBezTo>
                  <a:lnTo>
                    <a:pt x="108162" y="373044"/>
                  </a:lnTo>
                  <a:lnTo>
                    <a:pt x="60072" y="377679"/>
                  </a:lnTo>
                  <a:cubicBezTo>
                    <a:pt x="59515" y="377679"/>
                    <a:pt x="58958" y="377679"/>
                    <a:pt x="58401" y="377679"/>
                  </a:cubicBezTo>
                  <a:cubicBezTo>
                    <a:pt x="53016" y="377679"/>
                    <a:pt x="47910" y="375269"/>
                    <a:pt x="44568" y="371004"/>
                  </a:cubicBezTo>
                  <a:cubicBezTo>
                    <a:pt x="40761" y="366369"/>
                    <a:pt x="39647" y="360065"/>
                    <a:pt x="41597" y="354410"/>
                  </a:cubicBezTo>
                  <a:lnTo>
                    <a:pt x="56915" y="308707"/>
                  </a:lnTo>
                  <a:lnTo>
                    <a:pt x="11610" y="292020"/>
                  </a:lnTo>
                  <a:cubicBezTo>
                    <a:pt x="5947" y="289980"/>
                    <a:pt x="1769" y="285160"/>
                    <a:pt x="470" y="279319"/>
                  </a:cubicBezTo>
                  <a:cubicBezTo>
                    <a:pt x="-923" y="273479"/>
                    <a:pt x="841" y="267360"/>
                    <a:pt x="5019" y="263096"/>
                  </a:cubicBezTo>
                  <a:lnTo>
                    <a:pt x="38626" y="228517"/>
                  </a:lnTo>
                  <a:lnTo>
                    <a:pt x="5111" y="193938"/>
                  </a:lnTo>
                  <a:cubicBezTo>
                    <a:pt x="934" y="189581"/>
                    <a:pt x="-830" y="183463"/>
                    <a:pt x="562" y="177622"/>
                  </a:cubicBezTo>
                  <a:cubicBezTo>
                    <a:pt x="1862" y="171782"/>
                    <a:pt x="6040" y="167054"/>
                    <a:pt x="11703" y="164922"/>
                  </a:cubicBezTo>
                  <a:lnTo>
                    <a:pt x="57008" y="148420"/>
                  </a:lnTo>
                  <a:lnTo>
                    <a:pt x="41783" y="102624"/>
                  </a:lnTo>
                  <a:cubicBezTo>
                    <a:pt x="39926" y="96969"/>
                    <a:pt x="41040" y="90665"/>
                    <a:pt x="44754" y="86030"/>
                  </a:cubicBezTo>
                  <a:cubicBezTo>
                    <a:pt x="48189" y="81766"/>
                    <a:pt x="53295" y="79355"/>
                    <a:pt x="58586" y="79355"/>
                  </a:cubicBezTo>
                  <a:cubicBezTo>
                    <a:pt x="59236" y="79355"/>
                    <a:pt x="59793" y="79355"/>
                    <a:pt x="60350" y="79448"/>
                  </a:cubicBezTo>
                  <a:lnTo>
                    <a:pt x="108441" y="84176"/>
                  </a:lnTo>
                  <a:lnTo>
                    <a:pt x="114568" y="36340"/>
                  </a:lnTo>
                  <a:cubicBezTo>
                    <a:pt x="115311" y="30407"/>
                    <a:pt x="119024" y="25216"/>
                    <a:pt x="124409" y="22620"/>
                  </a:cubicBezTo>
                  <a:cubicBezTo>
                    <a:pt x="126916" y="21415"/>
                    <a:pt x="129515" y="20859"/>
                    <a:pt x="132115" y="20859"/>
                  </a:cubicBezTo>
                  <a:cubicBezTo>
                    <a:pt x="135364" y="20859"/>
                    <a:pt x="138520" y="21693"/>
                    <a:pt x="141306" y="23454"/>
                  </a:cubicBezTo>
                  <a:lnTo>
                    <a:pt x="182619" y="48485"/>
                  </a:lnTo>
                  <a:lnTo>
                    <a:pt x="208892" y="8065"/>
                  </a:lnTo>
                  <a:cubicBezTo>
                    <a:pt x="212141" y="3059"/>
                    <a:pt x="217712" y="0"/>
                    <a:pt x="223746" y="0"/>
                  </a:cubicBezTo>
                  <a:close/>
                </a:path>
              </a:pathLst>
            </a:custGeom>
            <a:solidFill>
              <a:schemeClr val="bg1"/>
            </a:solidFill>
            <a:ln>
              <a:noFill/>
            </a:ln>
          </p:spPr>
          <p:txBody>
            <a:bodyPr/>
            <a:lstStyle/>
            <a:p>
              <a:endParaRPr lang="zh-CN" altLang="en-US">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53" name="star-ornament-with-ribbon-tails_57408">
              <a:extLst>
                <a:ext uri="{FF2B5EF4-FFF2-40B4-BE49-F238E27FC236}">
                  <a16:creationId xmlns:a16="http://schemas.microsoft.com/office/drawing/2014/main" id="{CC329954-5B23-4EC5-9507-B12DD358174C}"/>
                </a:ext>
              </a:extLst>
            </p:cNvPr>
            <p:cNvSpPr>
              <a:spLocks noChangeAspect="1"/>
            </p:cNvSpPr>
            <p:nvPr/>
          </p:nvSpPr>
          <p:spPr bwMode="auto">
            <a:xfrm>
              <a:off x="8647799" y="4009764"/>
              <a:ext cx="382792" cy="520110"/>
            </a:xfrm>
            <a:custGeom>
              <a:avLst/>
              <a:gdLst>
                <a:gd name="connsiteX0" fmla="*/ 357061 w 447628"/>
                <a:gd name="connsiteY0" fmla="*/ 396295 h 608203"/>
                <a:gd name="connsiteX1" fmla="*/ 371734 w 447628"/>
                <a:gd name="connsiteY1" fmla="*/ 397778 h 608203"/>
                <a:gd name="connsiteX2" fmla="*/ 441852 w 447628"/>
                <a:gd name="connsiteY2" fmla="*/ 539699 h 608203"/>
                <a:gd name="connsiteX3" fmla="*/ 443709 w 447628"/>
                <a:gd name="connsiteY3" fmla="*/ 546651 h 608203"/>
                <a:gd name="connsiteX4" fmla="*/ 429778 w 447628"/>
                <a:gd name="connsiteY4" fmla="*/ 560927 h 608203"/>
                <a:gd name="connsiteX5" fmla="*/ 425506 w 447628"/>
                <a:gd name="connsiteY5" fmla="*/ 560463 h 608203"/>
                <a:gd name="connsiteX6" fmla="*/ 368762 w 447628"/>
                <a:gd name="connsiteY6" fmla="*/ 544705 h 608203"/>
                <a:gd name="connsiteX7" fmla="*/ 346752 w 447628"/>
                <a:gd name="connsiteY7" fmla="*/ 599304 h 608203"/>
                <a:gd name="connsiteX8" fmla="*/ 334029 w 447628"/>
                <a:gd name="connsiteY8" fmla="*/ 608203 h 608203"/>
                <a:gd name="connsiteX9" fmla="*/ 333471 w 447628"/>
                <a:gd name="connsiteY9" fmla="*/ 608203 h 608203"/>
                <a:gd name="connsiteX10" fmla="*/ 320655 w 447628"/>
                <a:gd name="connsiteY10" fmla="*/ 600231 h 608203"/>
                <a:gd name="connsiteX11" fmla="*/ 253324 w 447628"/>
                <a:gd name="connsiteY11" fmla="*/ 464150 h 608203"/>
                <a:gd name="connsiteX12" fmla="*/ 255832 w 447628"/>
                <a:gd name="connsiteY12" fmla="*/ 460813 h 608203"/>
                <a:gd name="connsiteX13" fmla="*/ 271062 w 447628"/>
                <a:gd name="connsiteY13" fmla="*/ 437453 h 608203"/>
                <a:gd name="connsiteX14" fmla="*/ 294837 w 447628"/>
                <a:gd name="connsiteY14" fmla="*/ 452007 h 608203"/>
                <a:gd name="connsiteX15" fmla="*/ 314990 w 447628"/>
                <a:gd name="connsiteY15" fmla="*/ 457661 h 608203"/>
                <a:gd name="connsiteX16" fmla="*/ 331800 w 447628"/>
                <a:gd name="connsiteY16" fmla="*/ 453861 h 608203"/>
                <a:gd name="connsiteX17" fmla="*/ 353532 w 447628"/>
                <a:gd name="connsiteY17" fmla="*/ 423919 h 608203"/>
                <a:gd name="connsiteX18" fmla="*/ 89869 w 447628"/>
                <a:gd name="connsiteY18" fmla="*/ 395801 h 608203"/>
                <a:gd name="connsiteX19" fmla="*/ 93304 w 447628"/>
                <a:gd name="connsiteY19" fmla="*/ 423429 h 608203"/>
                <a:gd name="connsiteX20" fmla="*/ 114933 w 447628"/>
                <a:gd name="connsiteY20" fmla="*/ 453468 h 608203"/>
                <a:gd name="connsiteX21" fmla="*/ 131828 w 447628"/>
                <a:gd name="connsiteY21" fmla="*/ 457269 h 608203"/>
                <a:gd name="connsiteX22" fmla="*/ 151879 w 447628"/>
                <a:gd name="connsiteY22" fmla="*/ 451706 h 608203"/>
                <a:gd name="connsiteX23" fmla="*/ 175643 w 447628"/>
                <a:gd name="connsiteY23" fmla="*/ 437336 h 608203"/>
                <a:gd name="connsiteX24" fmla="*/ 190775 w 447628"/>
                <a:gd name="connsiteY24" fmla="*/ 460606 h 608203"/>
                <a:gd name="connsiteX25" fmla="*/ 193838 w 447628"/>
                <a:gd name="connsiteY25" fmla="*/ 464778 h 608203"/>
                <a:gd name="connsiteX26" fmla="*/ 126908 w 447628"/>
                <a:gd name="connsiteY26" fmla="*/ 600230 h 608203"/>
                <a:gd name="connsiteX27" fmla="*/ 114098 w 447628"/>
                <a:gd name="connsiteY27" fmla="*/ 608203 h 608203"/>
                <a:gd name="connsiteX28" fmla="*/ 113541 w 447628"/>
                <a:gd name="connsiteY28" fmla="*/ 608203 h 608203"/>
                <a:gd name="connsiteX29" fmla="*/ 100823 w 447628"/>
                <a:gd name="connsiteY29" fmla="*/ 599303 h 608203"/>
                <a:gd name="connsiteX30" fmla="*/ 78730 w 447628"/>
                <a:gd name="connsiteY30" fmla="*/ 544696 h 608203"/>
                <a:gd name="connsiteX31" fmla="*/ 22011 w 447628"/>
                <a:gd name="connsiteY31" fmla="*/ 560457 h 608203"/>
                <a:gd name="connsiteX32" fmla="*/ 7158 w 447628"/>
                <a:gd name="connsiteY32" fmla="*/ 555728 h 608203"/>
                <a:gd name="connsiteX33" fmla="*/ 5394 w 447628"/>
                <a:gd name="connsiteY33" fmla="*/ 540338 h 608203"/>
                <a:gd name="connsiteX34" fmla="*/ 76130 w 447628"/>
                <a:gd name="connsiteY34" fmla="*/ 397192 h 608203"/>
                <a:gd name="connsiteX35" fmla="*/ 223839 w 447628"/>
                <a:gd name="connsiteY35" fmla="*/ 119311 h 608203"/>
                <a:gd name="connsiteX36" fmla="*/ 215669 w 447628"/>
                <a:gd name="connsiteY36" fmla="*/ 124410 h 608203"/>
                <a:gd name="connsiteX37" fmla="*/ 187539 w 447628"/>
                <a:gd name="connsiteY37" fmla="*/ 181330 h 608203"/>
                <a:gd name="connsiteX38" fmla="*/ 124595 w 447628"/>
                <a:gd name="connsiteY38" fmla="*/ 190415 h 608203"/>
                <a:gd name="connsiteX39" fmla="*/ 117260 w 447628"/>
                <a:gd name="connsiteY39" fmla="*/ 196627 h 608203"/>
                <a:gd name="connsiteX40" fmla="*/ 119581 w 447628"/>
                <a:gd name="connsiteY40" fmla="*/ 205897 h 608203"/>
                <a:gd name="connsiteX41" fmla="*/ 165072 w 447628"/>
                <a:gd name="connsiteY41" fmla="*/ 250210 h 608203"/>
                <a:gd name="connsiteX42" fmla="*/ 154396 w 447628"/>
                <a:gd name="connsiteY42" fmla="*/ 312786 h 608203"/>
                <a:gd name="connsiteX43" fmla="*/ 157924 w 447628"/>
                <a:gd name="connsiteY43" fmla="*/ 321593 h 608203"/>
                <a:gd name="connsiteX44" fmla="*/ 167486 w 447628"/>
                <a:gd name="connsiteY44" fmla="*/ 322334 h 608203"/>
                <a:gd name="connsiteX45" fmla="*/ 223839 w 447628"/>
                <a:gd name="connsiteY45" fmla="*/ 292761 h 608203"/>
                <a:gd name="connsiteX46" fmla="*/ 280099 w 447628"/>
                <a:gd name="connsiteY46" fmla="*/ 322334 h 608203"/>
                <a:gd name="connsiteX47" fmla="*/ 284277 w 447628"/>
                <a:gd name="connsiteY47" fmla="*/ 323354 h 608203"/>
                <a:gd name="connsiteX48" fmla="*/ 289661 w 447628"/>
                <a:gd name="connsiteY48" fmla="*/ 321593 h 608203"/>
                <a:gd name="connsiteX49" fmla="*/ 293189 w 447628"/>
                <a:gd name="connsiteY49" fmla="*/ 312786 h 608203"/>
                <a:gd name="connsiteX50" fmla="*/ 282513 w 447628"/>
                <a:gd name="connsiteY50" fmla="*/ 250210 h 608203"/>
                <a:gd name="connsiteX51" fmla="*/ 328004 w 447628"/>
                <a:gd name="connsiteY51" fmla="*/ 205897 h 608203"/>
                <a:gd name="connsiteX52" fmla="*/ 330325 w 447628"/>
                <a:gd name="connsiteY52" fmla="*/ 196627 h 608203"/>
                <a:gd name="connsiteX53" fmla="*/ 322990 w 447628"/>
                <a:gd name="connsiteY53" fmla="*/ 190415 h 608203"/>
                <a:gd name="connsiteX54" fmla="*/ 260046 w 447628"/>
                <a:gd name="connsiteY54" fmla="*/ 181330 h 608203"/>
                <a:gd name="connsiteX55" fmla="*/ 231916 w 447628"/>
                <a:gd name="connsiteY55" fmla="*/ 124410 h 608203"/>
                <a:gd name="connsiteX56" fmla="*/ 223839 w 447628"/>
                <a:gd name="connsiteY56" fmla="*/ 119311 h 608203"/>
                <a:gd name="connsiteX57" fmla="*/ 223746 w 447628"/>
                <a:gd name="connsiteY57" fmla="*/ 0 h 608203"/>
                <a:gd name="connsiteX58" fmla="*/ 238600 w 447628"/>
                <a:gd name="connsiteY58" fmla="*/ 8065 h 608203"/>
                <a:gd name="connsiteX59" fmla="*/ 265152 w 447628"/>
                <a:gd name="connsiteY59" fmla="*/ 48855 h 608203"/>
                <a:gd name="connsiteX60" fmla="*/ 306929 w 447628"/>
                <a:gd name="connsiteY60" fmla="*/ 23732 h 608203"/>
                <a:gd name="connsiteX61" fmla="*/ 316027 w 447628"/>
                <a:gd name="connsiteY61" fmla="*/ 21229 h 608203"/>
                <a:gd name="connsiteX62" fmla="*/ 323826 w 447628"/>
                <a:gd name="connsiteY62" fmla="*/ 22991 h 608203"/>
                <a:gd name="connsiteX63" fmla="*/ 333667 w 447628"/>
                <a:gd name="connsiteY63" fmla="*/ 36711 h 608203"/>
                <a:gd name="connsiteX64" fmla="*/ 339608 w 447628"/>
                <a:gd name="connsiteY64" fmla="*/ 84547 h 608203"/>
                <a:gd name="connsiteX65" fmla="*/ 387699 w 447628"/>
                <a:gd name="connsiteY65" fmla="*/ 80004 h 608203"/>
                <a:gd name="connsiteX66" fmla="*/ 389370 w 447628"/>
                <a:gd name="connsiteY66" fmla="*/ 79911 h 608203"/>
                <a:gd name="connsiteX67" fmla="*/ 403203 w 447628"/>
                <a:gd name="connsiteY67" fmla="*/ 86679 h 608203"/>
                <a:gd name="connsiteX68" fmla="*/ 406174 w 447628"/>
                <a:gd name="connsiteY68" fmla="*/ 103273 h 608203"/>
                <a:gd name="connsiteX69" fmla="*/ 390762 w 447628"/>
                <a:gd name="connsiteY69" fmla="*/ 148976 h 608203"/>
                <a:gd name="connsiteX70" fmla="*/ 435975 w 447628"/>
                <a:gd name="connsiteY70" fmla="*/ 165663 h 608203"/>
                <a:gd name="connsiteX71" fmla="*/ 447208 w 447628"/>
                <a:gd name="connsiteY71" fmla="*/ 178364 h 608203"/>
                <a:gd name="connsiteX72" fmla="*/ 442566 w 447628"/>
                <a:gd name="connsiteY72" fmla="*/ 194680 h 608203"/>
                <a:gd name="connsiteX73" fmla="*/ 408866 w 447628"/>
                <a:gd name="connsiteY73" fmla="*/ 229166 h 608203"/>
                <a:gd name="connsiteX74" fmla="*/ 442381 w 447628"/>
                <a:gd name="connsiteY74" fmla="*/ 263838 h 608203"/>
                <a:gd name="connsiteX75" fmla="*/ 446930 w 447628"/>
                <a:gd name="connsiteY75" fmla="*/ 280154 h 608203"/>
                <a:gd name="connsiteX76" fmla="*/ 435696 w 447628"/>
                <a:gd name="connsiteY76" fmla="*/ 292761 h 608203"/>
                <a:gd name="connsiteX77" fmla="*/ 390298 w 447628"/>
                <a:gd name="connsiteY77" fmla="*/ 309263 h 608203"/>
                <a:gd name="connsiteX78" fmla="*/ 405431 w 447628"/>
                <a:gd name="connsiteY78" fmla="*/ 355059 h 608203"/>
                <a:gd name="connsiteX79" fmla="*/ 402460 w 447628"/>
                <a:gd name="connsiteY79" fmla="*/ 371653 h 608203"/>
                <a:gd name="connsiteX80" fmla="*/ 388627 w 447628"/>
                <a:gd name="connsiteY80" fmla="*/ 378328 h 608203"/>
                <a:gd name="connsiteX81" fmla="*/ 386863 w 447628"/>
                <a:gd name="connsiteY81" fmla="*/ 378235 h 608203"/>
                <a:gd name="connsiteX82" fmla="*/ 338866 w 447628"/>
                <a:gd name="connsiteY82" fmla="*/ 373415 h 608203"/>
                <a:gd name="connsiteX83" fmla="*/ 332646 w 447628"/>
                <a:gd name="connsiteY83" fmla="*/ 421250 h 608203"/>
                <a:gd name="connsiteX84" fmla="*/ 322712 w 447628"/>
                <a:gd name="connsiteY84" fmla="*/ 434878 h 608203"/>
                <a:gd name="connsiteX85" fmla="*/ 315006 w 447628"/>
                <a:gd name="connsiteY85" fmla="*/ 436639 h 608203"/>
                <a:gd name="connsiteX86" fmla="*/ 305815 w 447628"/>
                <a:gd name="connsiteY86" fmla="*/ 434043 h 608203"/>
                <a:gd name="connsiteX87" fmla="*/ 264595 w 447628"/>
                <a:gd name="connsiteY87" fmla="*/ 408920 h 608203"/>
                <a:gd name="connsiteX88" fmla="*/ 238229 w 447628"/>
                <a:gd name="connsiteY88" fmla="*/ 449340 h 608203"/>
                <a:gd name="connsiteX89" fmla="*/ 223375 w 447628"/>
                <a:gd name="connsiteY89" fmla="*/ 457405 h 608203"/>
                <a:gd name="connsiteX90" fmla="*/ 208521 w 447628"/>
                <a:gd name="connsiteY90" fmla="*/ 449247 h 608203"/>
                <a:gd name="connsiteX91" fmla="*/ 182247 w 447628"/>
                <a:gd name="connsiteY91" fmla="*/ 408828 h 608203"/>
                <a:gd name="connsiteX92" fmla="*/ 140934 w 447628"/>
                <a:gd name="connsiteY92" fmla="*/ 433765 h 608203"/>
                <a:gd name="connsiteX93" fmla="*/ 131836 w 447628"/>
                <a:gd name="connsiteY93" fmla="*/ 436361 h 608203"/>
                <a:gd name="connsiteX94" fmla="*/ 124038 w 447628"/>
                <a:gd name="connsiteY94" fmla="*/ 434600 h 608203"/>
                <a:gd name="connsiteX95" fmla="*/ 114197 w 447628"/>
                <a:gd name="connsiteY95" fmla="*/ 420879 h 608203"/>
                <a:gd name="connsiteX96" fmla="*/ 108162 w 447628"/>
                <a:gd name="connsiteY96" fmla="*/ 373044 h 608203"/>
                <a:gd name="connsiteX97" fmla="*/ 60072 w 447628"/>
                <a:gd name="connsiteY97" fmla="*/ 377679 h 608203"/>
                <a:gd name="connsiteX98" fmla="*/ 58401 w 447628"/>
                <a:gd name="connsiteY98" fmla="*/ 377679 h 608203"/>
                <a:gd name="connsiteX99" fmla="*/ 44568 w 447628"/>
                <a:gd name="connsiteY99" fmla="*/ 371004 h 608203"/>
                <a:gd name="connsiteX100" fmla="*/ 41597 w 447628"/>
                <a:gd name="connsiteY100" fmla="*/ 354410 h 608203"/>
                <a:gd name="connsiteX101" fmla="*/ 56915 w 447628"/>
                <a:gd name="connsiteY101" fmla="*/ 308707 h 608203"/>
                <a:gd name="connsiteX102" fmla="*/ 11610 w 447628"/>
                <a:gd name="connsiteY102" fmla="*/ 292020 h 608203"/>
                <a:gd name="connsiteX103" fmla="*/ 470 w 447628"/>
                <a:gd name="connsiteY103" fmla="*/ 279319 h 608203"/>
                <a:gd name="connsiteX104" fmla="*/ 5019 w 447628"/>
                <a:gd name="connsiteY104" fmla="*/ 263096 h 608203"/>
                <a:gd name="connsiteX105" fmla="*/ 38626 w 447628"/>
                <a:gd name="connsiteY105" fmla="*/ 228517 h 608203"/>
                <a:gd name="connsiteX106" fmla="*/ 5111 w 447628"/>
                <a:gd name="connsiteY106" fmla="*/ 193938 h 608203"/>
                <a:gd name="connsiteX107" fmla="*/ 562 w 447628"/>
                <a:gd name="connsiteY107" fmla="*/ 177622 h 608203"/>
                <a:gd name="connsiteX108" fmla="*/ 11703 w 447628"/>
                <a:gd name="connsiteY108" fmla="*/ 164922 h 608203"/>
                <a:gd name="connsiteX109" fmla="*/ 57008 w 447628"/>
                <a:gd name="connsiteY109" fmla="*/ 148420 h 608203"/>
                <a:gd name="connsiteX110" fmla="*/ 41783 w 447628"/>
                <a:gd name="connsiteY110" fmla="*/ 102624 h 608203"/>
                <a:gd name="connsiteX111" fmla="*/ 44754 w 447628"/>
                <a:gd name="connsiteY111" fmla="*/ 86030 h 608203"/>
                <a:gd name="connsiteX112" fmla="*/ 58586 w 447628"/>
                <a:gd name="connsiteY112" fmla="*/ 79355 h 608203"/>
                <a:gd name="connsiteX113" fmla="*/ 60350 w 447628"/>
                <a:gd name="connsiteY113" fmla="*/ 79448 h 608203"/>
                <a:gd name="connsiteX114" fmla="*/ 108441 w 447628"/>
                <a:gd name="connsiteY114" fmla="*/ 84176 h 608203"/>
                <a:gd name="connsiteX115" fmla="*/ 114568 w 447628"/>
                <a:gd name="connsiteY115" fmla="*/ 36340 h 608203"/>
                <a:gd name="connsiteX116" fmla="*/ 124409 w 447628"/>
                <a:gd name="connsiteY116" fmla="*/ 22620 h 608203"/>
                <a:gd name="connsiteX117" fmla="*/ 132115 w 447628"/>
                <a:gd name="connsiteY117" fmla="*/ 20859 h 608203"/>
                <a:gd name="connsiteX118" fmla="*/ 141306 w 447628"/>
                <a:gd name="connsiteY118" fmla="*/ 23454 h 608203"/>
                <a:gd name="connsiteX119" fmla="*/ 182619 w 447628"/>
                <a:gd name="connsiteY119" fmla="*/ 48485 h 608203"/>
                <a:gd name="connsiteX120" fmla="*/ 208892 w 447628"/>
                <a:gd name="connsiteY120" fmla="*/ 8065 h 608203"/>
                <a:gd name="connsiteX121" fmla="*/ 223746 w 447628"/>
                <a:gd name="connsiteY121" fmla="*/ 0 h 60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447628" h="608203">
                  <a:moveTo>
                    <a:pt x="357061" y="396295"/>
                  </a:moveTo>
                  <a:lnTo>
                    <a:pt x="371734" y="397778"/>
                  </a:lnTo>
                  <a:lnTo>
                    <a:pt x="441852" y="539699"/>
                  </a:lnTo>
                  <a:cubicBezTo>
                    <a:pt x="443059" y="541738"/>
                    <a:pt x="443709" y="544149"/>
                    <a:pt x="443709" y="546651"/>
                  </a:cubicBezTo>
                  <a:cubicBezTo>
                    <a:pt x="443709" y="554438"/>
                    <a:pt x="437487" y="560742"/>
                    <a:pt x="429778" y="560927"/>
                  </a:cubicBezTo>
                  <a:cubicBezTo>
                    <a:pt x="428385" y="561020"/>
                    <a:pt x="426899" y="560834"/>
                    <a:pt x="425506" y="560463"/>
                  </a:cubicBezTo>
                  <a:lnTo>
                    <a:pt x="368762" y="544705"/>
                  </a:lnTo>
                  <a:lnTo>
                    <a:pt x="346752" y="599304"/>
                  </a:lnTo>
                  <a:cubicBezTo>
                    <a:pt x="344616" y="604495"/>
                    <a:pt x="339694" y="608018"/>
                    <a:pt x="334029" y="608203"/>
                  </a:cubicBezTo>
                  <a:cubicBezTo>
                    <a:pt x="333843" y="608203"/>
                    <a:pt x="333657" y="608203"/>
                    <a:pt x="333471" y="608203"/>
                  </a:cubicBezTo>
                  <a:cubicBezTo>
                    <a:pt x="328085" y="608203"/>
                    <a:pt x="323070" y="605144"/>
                    <a:pt x="320655" y="600231"/>
                  </a:cubicBezTo>
                  <a:lnTo>
                    <a:pt x="253324" y="464150"/>
                  </a:lnTo>
                  <a:cubicBezTo>
                    <a:pt x="254253" y="463038"/>
                    <a:pt x="255089" y="461925"/>
                    <a:pt x="255832" y="460813"/>
                  </a:cubicBezTo>
                  <a:lnTo>
                    <a:pt x="271062" y="437453"/>
                  </a:lnTo>
                  <a:lnTo>
                    <a:pt x="294837" y="452007"/>
                  </a:lnTo>
                  <a:cubicBezTo>
                    <a:pt x="300874" y="455715"/>
                    <a:pt x="307932" y="457661"/>
                    <a:pt x="314990" y="457661"/>
                  </a:cubicBezTo>
                  <a:cubicBezTo>
                    <a:pt x="320748" y="457661"/>
                    <a:pt x="326599" y="456363"/>
                    <a:pt x="331800" y="453861"/>
                  </a:cubicBezTo>
                  <a:cubicBezTo>
                    <a:pt x="343687" y="448113"/>
                    <a:pt x="351767" y="436989"/>
                    <a:pt x="353532" y="423919"/>
                  </a:cubicBezTo>
                  <a:close/>
                  <a:moveTo>
                    <a:pt x="89869" y="395801"/>
                  </a:moveTo>
                  <a:lnTo>
                    <a:pt x="93304" y="423429"/>
                  </a:lnTo>
                  <a:cubicBezTo>
                    <a:pt x="94975" y="436501"/>
                    <a:pt x="103051" y="447719"/>
                    <a:pt x="114933" y="453468"/>
                  </a:cubicBezTo>
                  <a:cubicBezTo>
                    <a:pt x="120131" y="455971"/>
                    <a:pt x="125980" y="457269"/>
                    <a:pt x="131828" y="457269"/>
                  </a:cubicBezTo>
                  <a:cubicBezTo>
                    <a:pt x="138883" y="457269"/>
                    <a:pt x="145845" y="455322"/>
                    <a:pt x="151879" y="451706"/>
                  </a:cubicBezTo>
                  <a:lnTo>
                    <a:pt x="175643" y="437336"/>
                  </a:lnTo>
                  <a:lnTo>
                    <a:pt x="190775" y="460606"/>
                  </a:lnTo>
                  <a:cubicBezTo>
                    <a:pt x="191796" y="462090"/>
                    <a:pt x="192817" y="463480"/>
                    <a:pt x="193838" y="464778"/>
                  </a:cubicBezTo>
                  <a:lnTo>
                    <a:pt x="126908" y="600230"/>
                  </a:lnTo>
                  <a:cubicBezTo>
                    <a:pt x="124494" y="605144"/>
                    <a:pt x="119482" y="608203"/>
                    <a:pt x="114098" y="608203"/>
                  </a:cubicBezTo>
                  <a:cubicBezTo>
                    <a:pt x="113912" y="608203"/>
                    <a:pt x="113726" y="608203"/>
                    <a:pt x="113541" y="608203"/>
                  </a:cubicBezTo>
                  <a:cubicBezTo>
                    <a:pt x="107878" y="608018"/>
                    <a:pt x="102865" y="604495"/>
                    <a:pt x="100823" y="599303"/>
                  </a:cubicBezTo>
                  <a:lnTo>
                    <a:pt x="78730" y="544696"/>
                  </a:lnTo>
                  <a:lnTo>
                    <a:pt x="22011" y="560457"/>
                  </a:lnTo>
                  <a:cubicBezTo>
                    <a:pt x="16627" y="561940"/>
                    <a:pt x="10778" y="560086"/>
                    <a:pt x="7158" y="555728"/>
                  </a:cubicBezTo>
                  <a:cubicBezTo>
                    <a:pt x="3631" y="551464"/>
                    <a:pt x="2888" y="545345"/>
                    <a:pt x="5394" y="540338"/>
                  </a:cubicBezTo>
                  <a:lnTo>
                    <a:pt x="76130" y="397192"/>
                  </a:lnTo>
                  <a:close/>
                  <a:moveTo>
                    <a:pt x="223839" y="119311"/>
                  </a:moveTo>
                  <a:cubicBezTo>
                    <a:pt x="220311" y="119311"/>
                    <a:pt x="217155" y="121258"/>
                    <a:pt x="215669" y="124410"/>
                  </a:cubicBezTo>
                  <a:lnTo>
                    <a:pt x="187539" y="181330"/>
                  </a:lnTo>
                  <a:lnTo>
                    <a:pt x="124595" y="190415"/>
                  </a:lnTo>
                  <a:cubicBezTo>
                    <a:pt x="121160" y="190879"/>
                    <a:pt x="118374" y="193289"/>
                    <a:pt x="117260" y="196627"/>
                  </a:cubicBezTo>
                  <a:cubicBezTo>
                    <a:pt x="116239" y="199871"/>
                    <a:pt x="117075" y="203487"/>
                    <a:pt x="119581" y="205897"/>
                  </a:cubicBezTo>
                  <a:lnTo>
                    <a:pt x="165072" y="250210"/>
                  </a:lnTo>
                  <a:lnTo>
                    <a:pt x="154396" y="312786"/>
                  </a:lnTo>
                  <a:cubicBezTo>
                    <a:pt x="153746" y="316123"/>
                    <a:pt x="155138" y="319553"/>
                    <a:pt x="157924" y="321593"/>
                  </a:cubicBezTo>
                  <a:cubicBezTo>
                    <a:pt x="160802" y="323632"/>
                    <a:pt x="164422" y="323910"/>
                    <a:pt x="167486" y="322334"/>
                  </a:cubicBezTo>
                  <a:lnTo>
                    <a:pt x="223839" y="292761"/>
                  </a:lnTo>
                  <a:lnTo>
                    <a:pt x="280099" y="322334"/>
                  </a:lnTo>
                  <a:cubicBezTo>
                    <a:pt x="281399" y="322983"/>
                    <a:pt x="282791" y="323354"/>
                    <a:pt x="284277" y="323354"/>
                  </a:cubicBezTo>
                  <a:cubicBezTo>
                    <a:pt x="286134" y="323354"/>
                    <a:pt x="288083" y="322798"/>
                    <a:pt x="289661" y="321593"/>
                  </a:cubicBezTo>
                  <a:cubicBezTo>
                    <a:pt x="292447" y="319553"/>
                    <a:pt x="293839" y="316123"/>
                    <a:pt x="293189" y="312786"/>
                  </a:cubicBezTo>
                  <a:lnTo>
                    <a:pt x="282513" y="250210"/>
                  </a:lnTo>
                  <a:lnTo>
                    <a:pt x="328004" y="205897"/>
                  </a:lnTo>
                  <a:cubicBezTo>
                    <a:pt x="330510" y="203487"/>
                    <a:pt x="331346" y="199871"/>
                    <a:pt x="330325" y="196627"/>
                  </a:cubicBezTo>
                  <a:cubicBezTo>
                    <a:pt x="329211" y="193289"/>
                    <a:pt x="326425" y="190879"/>
                    <a:pt x="322990" y="190415"/>
                  </a:cubicBezTo>
                  <a:lnTo>
                    <a:pt x="260046" y="181330"/>
                  </a:lnTo>
                  <a:lnTo>
                    <a:pt x="231916" y="124410"/>
                  </a:lnTo>
                  <a:cubicBezTo>
                    <a:pt x="230430" y="121258"/>
                    <a:pt x="227274" y="119311"/>
                    <a:pt x="223839" y="119311"/>
                  </a:cubicBezTo>
                  <a:close/>
                  <a:moveTo>
                    <a:pt x="223746" y="0"/>
                  </a:moveTo>
                  <a:cubicBezTo>
                    <a:pt x="229781" y="0"/>
                    <a:pt x="235351" y="3059"/>
                    <a:pt x="238600" y="8065"/>
                  </a:cubicBezTo>
                  <a:lnTo>
                    <a:pt x="265152" y="48855"/>
                  </a:lnTo>
                  <a:lnTo>
                    <a:pt x="306929" y="23732"/>
                  </a:lnTo>
                  <a:cubicBezTo>
                    <a:pt x="309715" y="22064"/>
                    <a:pt x="312871" y="21229"/>
                    <a:pt x="316027" y="21229"/>
                  </a:cubicBezTo>
                  <a:cubicBezTo>
                    <a:pt x="318720" y="21229"/>
                    <a:pt x="321319" y="21786"/>
                    <a:pt x="323826" y="22991"/>
                  </a:cubicBezTo>
                  <a:cubicBezTo>
                    <a:pt x="329211" y="25586"/>
                    <a:pt x="332924" y="30778"/>
                    <a:pt x="333667" y="36711"/>
                  </a:cubicBezTo>
                  <a:lnTo>
                    <a:pt x="339608" y="84547"/>
                  </a:lnTo>
                  <a:lnTo>
                    <a:pt x="387699" y="80004"/>
                  </a:lnTo>
                  <a:cubicBezTo>
                    <a:pt x="388256" y="79911"/>
                    <a:pt x="388813" y="79911"/>
                    <a:pt x="389370" y="79911"/>
                  </a:cubicBezTo>
                  <a:cubicBezTo>
                    <a:pt x="394755" y="79911"/>
                    <a:pt x="399861" y="82414"/>
                    <a:pt x="403203" y="86679"/>
                  </a:cubicBezTo>
                  <a:cubicBezTo>
                    <a:pt x="406916" y="91314"/>
                    <a:pt x="408030" y="97618"/>
                    <a:pt x="406174" y="103273"/>
                  </a:cubicBezTo>
                  <a:lnTo>
                    <a:pt x="390762" y="148976"/>
                  </a:lnTo>
                  <a:lnTo>
                    <a:pt x="435975" y="165663"/>
                  </a:lnTo>
                  <a:cubicBezTo>
                    <a:pt x="441638" y="167796"/>
                    <a:pt x="445816" y="172523"/>
                    <a:pt x="447208" y="178364"/>
                  </a:cubicBezTo>
                  <a:cubicBezTo>
                    <a:pt x="448508" y="184297"/>
                    <a:pt x="446744" y="190323"/>
                    <a:pt x="442566" y="194680"/>
                  </a:cubicBezTo>
                  <a:lnTo>
                    <a:pt x="408866" y="229166"/>
                  </a:lnTo>
                  <a:lnTo>
                    <a:pt x="442381" y="263838"/>
                  </a:lnTo>
                  <a:cubicBezTo>
                    <a:pt x="446558" y="268195"/>
                    <a:pt x="448229" y="274313"/>
                    <a:pt x="446930" y="280154"/>
                  </a:cubicBezTo>
                  <a:cubicBezTo>
                    <a:pt x="445537" y="285994"/>
                    <a:pt x="441359" y="290722"/>
                    <a:pt x="435696" y="292761"/>
                  </a:cubicBezTo>
                  <a:lnTo>
                    <a:pt x="390298" y="309263"/>
                  </a:lnTo>
                  <a:lnTo>
                    <a:pt x="405431" y="355059"/>
                  </a:lnTo>
                  <a:cubicBezTo>
                    <a:pt x="407381" y="360714"/>
                    <a:pt x="406267" y="367018"/>
                    <a:pt x="402460" y="371653"/>
                  </a:cubicBezTo>
                  <a:cubicBezTo>
                    <a:pt x="399118" y="375918"/>
                    <a:pt x="394012" y="378328"/>
                    <a:pt x="388627" y="378328"/>
                  </a:cubicBezTo>
                  <a:cubicBezTo>
                    <a:pt x="388070" y="378328"/>
                    <a:pt x="387513" y="378235"/>
                    <a:pt x="386863" y="378235"/>
                  </a:cubicBezTo>
                  <a:lnTo>
                    <a:pt x="338866" y="373415"/>
                  </a:lnTo>
                  <a:lnTo>
                    <a:pt x="332646" y="421250"/>
                  </a:lnTo>
                  <a:cubicBezTo>
                    <a:pt x="331903" y="427183"/>
                    <a:pt x="328097" y="432375"/>
                    <a:pt x="322712" y="434878"/>
                  </a:cubicBezTo>
                  <a:cubicBezTo>
                    <a:pt x="320298" y="436083"/>
                    <a:pt x="317699" y="436639"/>
                    <a:pt x="315006" y="436639"/>
                  </a:cubicBezTo>
                  <a:cubicBezTo>
                    <a:pt x="311850" y="436639"/>
                    <a:pt x="308600" y="435805"/>
                    <a:pt x="305815" y="434043"/>
                  </a:cubicBezTo>
                  <a:lnTo>
                    <a:pt x="264595" y="408920"/>
                  </a:lnTo>
                  <a:lnTo>
                    <a:pt x="238229" y="449340"/>
                  </a:lnTo>
                  <a:cubicBezTo>
                    <a:pt x="234980" y="454346"/>
                    <a:pt x="229409" y="457405"/>
                    <a:pt x="223375" y="457405"/>
                  </a:cubicBezTo>
                  <a:cubicBezTo>
                    <a:pt x="217340" y="457312"/>
                    <a:pt x="211770" y="454346"/>
                    <a:pt x="208521" y="449247"/>
                  </a:cubicBezTo>
                  <a:lnTo>
                    <a:pt x="182247" y="408828"/>
                  </a:lnTo>
                  <a:lnTo>
                    <a:pt x="140934" y="433765"/>
                  </a:lnTo>
                  <a:cubicBezTo>
                    <a:pt x="138149" y="435434"/>
                    <a:pt x="134993" y="436361"/>
                    <a:pt x="131836" y="436361"/>
                  </a:cubicBezTo>
                  <a:cubicBezTo>
                    <a:pt x="129144" y="436361"/>
                    <a:pt x="126544" y="435712"/>
                    <a:pt x="124038" y="434600"/>
                  </a:cubicBezTo>
                  <a:cubicBezTo>
                    <a:pt x="118653" y="432004"/>
                    <a:pt x="114939" y="426812"/>
                    <a:pt x="114197" y="420879"/>
                  </a:cubicBezTo>
                  <a:lnTo>
                    <a:pt x="108162" y="373044"/>
                  </a:lnTo>
                  <a:lnTo>
                    <a:pt x="60072" y="377679"/>
                  </a:lnTo>
                  <a:cubicBezTo>
                    <a:pt x="59515" y="377679"/>
                    <a:pt x="58958" y="377679"/>
                    <a:pt x="58401" y="377679"/>
                  </a:cubicBezTo>
                  <a:cubicBezTo>
                    <a:pt x="53016" y="377679"/>
                    <a:pt x="47910" y="375269"/>
                    <a:pt x="44568" y="371004"/>
                  </a:cubicBezTo>
                  <a:cubicBezTo>
                    <a:pt x="40761" y="366369"/>
                    <a:pt x="39647" y="360065"/>
                    <a:pt x="41597" y="354410"/>
                  </a:cubicBezTo>
                  <a:lnTo>
                    <a:pt x="56915" y="308707"/>
                  </a:lnTo>
                  <a:lnTo>
                    <a:pt x="11610" y="292020"/>
                  </a:lnTo>
                  <a:cubicBezTo>
                    <a:pt x="5947" y="289980"/>
                    <a:pt x="1769" y="285160"/>
                    <a:pt x="470" y="279319"/>
                  </a:cubicBezTo>
                  <a:cubicBezTo>
                    <a:pt x="-923" y="273479"/>
                    <a:pt x="841" y="267360"/>
                    <a:pt x="5019" y="263096"/>
                  </a:cubicBezTo>
                  <a:lnTo>
                    <a:pt x="38626" y="228517"/>
                  </a:lnTo>
                  <a:lnTo>
                    <a:pt x="5111" y="193938"/>
                  </a:lnTo>
                  <a:cubicBezTo>
                    <a:pt x="934" y="189581"/>
                    <a:pt x="-830" y="183463"/>
                    <a:pt x="562" y="177622"/>
                  </a:cubicBezTo>
                  <a:cubicBezTo>
                    <a:pt x="1862" y="171782"/>
                    <a:pt x="6040" y="167054"/>
                    <a:pt x="11703" y="164922"/>
                  </a:cubicBezTo>
                  <a:lnTo>
                    <a:pt x="57008" y="148420"/>
                  </a:lnTo>
                  <a:lnTo>
                    <a:pt x="41783" y="102624"/>
                  </a:lnTo>
                  <a:cubicBezTo>
                    <a:pt x="39926" y="96969"/>
                    <a:pt x="41040" y="90665"/>
                    <a:pt x="44754" y="86030"/>
                  </a:cubicBezTo>
                  <a:cubicBezTo>
                    <a:pt x="48189" y="81766"/>
                    <a:pt x="53295" y="79355"/>
                    <a:pt x="58586" y="79355"/>
                  </a:cubicBezTo>
                  <a:cubicBezTo>
                    <a:pt x="59236" y="79355"/>
                    <a:pt x="59793" y="79355"/>
                    <a:pt x="60350" y="79448"/>
                  </a:cubicBezTo>
                  <a:lnTo>
                    <a:pt x="108441" y="84176"/>
                  </a:lnTo>
                  <a:lnTo>
                    <a:pt x="114568" y="36340"/>
                  </a:lnTo>
                  <a:cubicBezTo>
                    <a:pt x="115311" y="30407"/>
                    <a:pt x="119024" y="25216"/>
                    <a:pt x="124409" y="22620"/>
                  </a:cubicBezTo>
                  <a:cubicBezTo>
                    <a:pt x="126916" y="21415"/>
                    <a:pt x="129515" y="20859"/>
                    <a:pt x="132115" y="20859"/>
                  </a:cubicBezTo>
                  <a:cubicBezTo>
                    <a:pt x="135364" y="20859"/>
                    <a:pt x="138520" y="21693"/>
                    <a:pt x="141306" y="23454"/>
                  </a:cubicBezTo>
                  <a:lnTo>
                    <a:pt x="182619" y="48485"/>
                  </a:lnTo>
                  <a:lnTo>
                    <a:pt x="208892" y="8065"/>
                  </a:lnTo>
                  <a:cubicBezTo>
                    <a:pt x="212141" y="3059"/>
                    <a:pt x="217712" y="0"/>
                    <a:pt x="223746" y="0"/>
                  </a:cubicBezTo>
                  <a:close/>
                </a:path>
              </a:pathLst>
            </a:custGeom>
            <a:solidFill>
              <a:schemeClr val="bg1"/>
            </a:solidFill>
            <a:ln>
              <a:noFill/>
            </a:ln>
          </p:spPr>
          <p:txBody>
            <a:bodyPr/>
            <a:lstStyle/>
            <a:p>
              <a:endParaRPr lang="zh-CN" altLang="en-US">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54" name="star-ornament-with-ribbon-tails_57408">
              <a:extLst>
                <a:ext uri="{FF2B5EF4-FFF2-40B4-BE49-F238E27FC236}">
                  <a16:creationId xmlns:a16="http://schemas.microsoft.com/office/drawing/2014/main" id="{8430BC3D-1B21-47CF-B71C-7A63882FDF67}"/>
                </a:ext>
              </a:extLst>
            </p:cNvPr>
            <p:cNvSpPr>
              <a:spLocks noChangeAspect="1"/>
            </p:cNvSpPr>
            <p:nvPr/>
          </p:nvSpPr>
          <p:spPr bwMode="auto">
            <a:xfrm>
              <a:off x="7146083" y="3635445"/>
              <a:ext cx="328949" cy="446952"/>
            </a:xfrm>
            <a:custGeom>
              <a:avLst/>
              <a:gdLst>
                <a:gd name="connsiteX0" fmla="*/ 357061 w 447628"/>
                <a:gd name="connsiteY0" fmla="*/ 396295 h 608203"/>
                <a:gd name="connsiteX1" fmla="*/ 371734 w 447628"/>
                <a:gd name="connsiteY1" fmla="*/ 397778 h 608203"/>
                <a:gd name="connsiteX2" fmla="*/ 441852 w 447628"/>
                <a:gd name="connsiteY2" fmla="*/ 539699 h 608203"/>
                <a:gd name="connsiteX3" fmla="*/ 443709 w 447628"/>
                <a:gd name="connsiteY3" fmla="*/ 546651 h 608203"/>
                <a:gd name="connsiteX4" fmla="*/ 429778 w 447628"/>
                <a:gd name="connsiteY4" fmla="*/ 560927 h 608203"/>
                <a:gd name="connsiteX5" fmla="*/ 425506 w 447628"/>
                <a:gd name="connsiteY5" fmla="*/ 560463 h 608203"/>
                <a:gd name="connsiteX6" fmla="*/ 368762 w 447628"/>
                <a:gd name="connsiteY6" fmla="*/ 544705 h 608203"/>
                <a:gd name="connsiteX7" fmla="*/ 346752 w 447628"/>
                <a:gd name="connsiteY7" fmla="*/ 599304 h 608203"/>
                <a:gd name="connsiteX8" fmla="*/ 334029 w 447628"/>
                <a:gd name="connsiteY8" fmla="*/ 608203 h 608203"/>
                <a:gd name="connsiteX9" fmla="*/ 333471 w 447628"/>
                <a:gd name="connsiteY9" fmla="*/ 608203 h 608203"/>
                <a:gd name="connsiteX10" fmla="*/ 320655 w 447628"/>
                <a:gd name="connsiteY10" fmla="*/ 600231 h 608203"/>
                <a:gd name="connsiteX11" fmla="*/ 253324 w 447628"/>
                <a:gd name="connsiteY11" fmla="*/ 464150 h 608203"/>
                <a:gd name="connsiteX12" fmla="*/ 255832 w 447628"/>
                <a:gd name="connsiteY12" fmla="*/ 460813 h 608203"/>
                <a:gd name="connsiteX13" fmla="*/ 271062 w 447628"/>
                <a:gd name="connsiteY13" fmla="*/ 437453 h 608203"/>
                <a:gd name="connsiteX14" fmla="*/ 294837 w 447628"/>
                <a:gd name="connsiteY14" fmla="*/ 452007 h 608203"/>
                <a:gd name="connsiteX15" fmla="*/ 314990 w 447628"/>
                <a:gd name="connsiteY15" fmla="*/ 457661 h 608203"/>
                <a:gd name="connsiteX16" fmla="*/ 331800 w 447628"/>
                <a:gd name="connsiteY16" fmla="*/ 453861 h 608203"/>
                <a:gd name="connsiteX17" fmla="*/ 353532 w 447628"/>
                <a:gd name="connsiteY17" fmla="*/ 423919 h 608203"/>
                <a:gd name="connsiteX18" fmla="*/ 89869 w 447628"/>
                <a:gd name="connsiteY18" fmla="*/ 395801 h 608203"/>
                <a:gd name="connsiteX19" fmla="*/ 93304 w 447628"/>
                <a:gd name="connsiteY19" fmla="*/ 423429 h 608203"/>
                <a:gd name="connsiteX20" fmla="*/ 114933 w 447628"/>
                <a:gd name="connsiteY20" fmla="*/ 453468 h 608203"/>
                <a:gd name="connsiteX21" fmla="*/ 131828 w 447628"/>
                <a:gd name="connsiteY21" fmla="*/ 457269 h 608203"/>
                <a:gd name="connsiteX22" fmla="*/ 151879 w 447628"/>
                <a:gd name="connsiteY22" fmla="*/ 451706 h 608203"/>
                <a:gd name="connsiteX23" fmla="*/ 175643 w 447628"/>
                <a:gd name="connsiteY23" fmla="*/ 437336 h 608203"/>
                <a:gd name="connsiteX24" fmla="*/ 190775 w 447628"/>
                <a:gd name="connsiteY24" fmla="*/ 460606 h 608203"/>
                <a:gd name="connsiteX25" fmla="*/ 193838 w 447628"/>
                <a:gd name="connsiteY25" fmla="*/ 464778 h 608203"/>
                <a:gd name="connsiteX26" fmla="*/ 126908 w 447628"/>
                <a:gd name="connsiteY26" fmla="*/ 600230 h 608203"/>
                <a:gd name="connsiteX27" fmla="*/ 114098 w 447628"/>
                <a:gd name="connsiteY27" fmla="*/ 608203 h 608203"/>
                <a:gd name="connsiteX28" fmla="*/ 113541 w 447628"/>
                <a:gd name="connsiteY28" fmla="*/ 608203 h 608203"/>
                <a:gd name="connsiteX29" fmla="*/ 100823 w 447628"/>
                <a:gd name="connsiteY29" fmla="*/ 599303 h 608203"/>
                <a:gd name="connsiteX30" fmla="*/ 78730 w 447628"/>
                <a:gd name="connsiteY30" fmla="*/ 544696 h 608203"/>
                <a:gd name="connsiteX31" fmla="*/ 22011 w 447628"/>
                <a:gd name="connsiteY31" fmla="*/ 560457 h 608203"/>
                <a:gd name="connsiteX32" fmla="*/ 7158 w 447628"/>
                <a:gd name="connsiteY32" fmla="*/ 555728 h 608203"/>
                <a:gd name="connsiteX33" fmla="*/ 5394 w 447628"/>
                <a:gd name="connsiteY33" fmla="*/ 540338 h 608203"/>
                <a:gd name="connsiteX34" fmla="*/ 76130 w 447628"/>
                <a:gd name="connsiteY34" fmla="*/ 397192 h 608203"/>
                <a:gd name="connsiteX35" fmla="*/ 223839 w 447628"/>
                <a:gd name="connsiteY35" fmla="*/ 119311 h 608203"/>
                <a:gd name="connsiteX36" fmla="*/ 215669 w 447628"/>
                <a:gd name="connsiteY36" fmla="*/ 124410 h 608203"/>
                <a:gd name="connsiteX37" fmla="*/ 187539 w 447628"/>
                <a:gd name="connsiteY37" fmla="*/ 181330 h 608203"/>
                <a:gd name="connsiteX38" fmla="*/ 124595 w 447628"/>
                <a:gd name="connsiteY38" fmla="*/ 190415 h 608203"/>
                <a:gd name="connsiteX39" fmla="*/ 117260 w 447628"/>
                <a:gd name="connsiteY39" fmla="*/ 196627 h 608203"/>
                <a:gd name="connsiteX40" fmla="*/ 119581 w 447628"/>
                <a:gd name="connsiteY40" fmla="*/ 205897 h 608203"/>
                <a:gd name="connsiteX41" fmla="*/ 165072 w 447628"/>
                <a:gd name="connsiteY41" fmla="*/ 250210 h 608203"/>
                <a:gd name="connsiteX42" fmla="*/ 154396 w 447628"/>
                <a:gd name="connsiteY42" fmla="*/ 312786 h 608203"/>
                <a:gd name="connsiteX43" fmla="*/ 157924 w 447628"/>
                <a:gd name="connsiteY43" fmla="*/ 321593 h 608203"/>
                <a:gd name="connsiteX44" fmla="*/ 167486 w 447628"/>
                <a:gd name="connsiteY44" fmla="*/ 322334 h 608203"/>
                <a:gd name="connsiteX45" fmla="*/ 223839 w 447628"/>
                <a:gd name="connsiteY45" fmla="*/ 292761 h 608203"/>
                <a:gd name="connsiteX46" fmla="*/ 280099 w 447628"/>
                <a:gd name="connsiteY46" fmla="*/ 322334 h 608203"/>
                <a:gd name="connsiteX47" fmla="*/ 284277 w 447628"/>
                <a:gd name="connsiteY47" fmla="*/ 323354 h 608203"/>
                <a:gd name="connsiteX48" fmla="*/ 289661 w 447628"/>
                <a:gd name="connsiteY48" fmla="*/ 321593 h 608203"/>
                <a:gd name="connsiteX49" fmla="*/ 293189 w 447628"/>
                <a:gd name="connsiteY49" fmla="*/ 312786 h 608203"/>
                <a:gd name="connsiteX50" fmla="*/ 282513 w 447628"/>
                <a:gd name="connsiteY50" fmla="*/ 250210 h 608203"/>
                <a:gd name="connsiteX51" fmla="*/ 328004 w 447628"/>
                <a:gd name="connsiteY51" fmla="*/ 205897 h 608203"/>
                <a:gd name="connsiteX52" fmla="*/ 330325 w 447628"/>
                <a:gd name="connsiteY52" fmla="*/ 196627 h 608203"/>
                <a:gd name="connsiteX53" fmla="*/ 322990 w 447628"/>
                <a:gd name="connsiteY53" fmla="*/ 190415 h 608203"/>
                <a:gd name="connsiteX54" fmla="*/ 260046 w 447628"/>
                <a:gd name="connsiteY54" fmla="*/ 181330 h 608203"/>
                <a:gd name="connsiteX55" fmla="*/ 231916 w 447628"/>
                <a:gd name="connsiteY55" fmla="*/ 124410 h 608203"/>
                <a:gd name="connsiteX56" fmla="*/ 223839 w 447628"/>
                <a:gd name="connsiteY56" fmla="*/ 119311 h 608203"/>
                <a:gd name="connsiteX57" fmla="*/ 223746 w 447628"/>
                <a:gd name="connsiteY57" fmla="*/ 0 h 608203"/>
                <a:gd name="connsiteX58" fmla="*/ 238600 w 447628"/>
                <a:gd name="connsiteY58" fmla="*/ 8065 h 608203"/>
                <a:gd name="connsiteX59" fmla="*/ 265152 w 447628"/>
                <a:gd name="connsiteY59" fmla="*/ 48855 h 608203"/>
                <a:gd name="connsiteX60" fmla="*/ 306929 w 447628"/>
                <a:gd name="connsiteY60" fmla="*/ 23732 h 608203"/>
                <a:gd name="connsiteX61" fmla="*/ 316027 w 447628"/>
                <a:gd name="connsiteY61" fmla="*/ 21229 h 608203"/>
                <a:gd name="connsiteX62" fmla="*/ 323826 w 447628"/>
                <a:gd name="connsiteY62" fmla="*/ 22991 h 608203"/>
                <a:gd name="connsiteX63" fmla="*/ 333667 w 447628"/>
                <a:gd name="connsiteY63" fmla="*/ 36711 h 608203"/>
                <a:gd name="connsiteX64" fmla="*/ 339608 w 447628"/>
                <a:gd name="connsiteY64" fmla="*/ 84547 h 608203"/>
                <a:gd name="connsiteX65" fmla="*/ 387699 w 447628"/>
                <a:gd name="connsiteY65" fmla="*/ 80004 h 608203"/>
                <a:gd name="connsiteX66" fmla="*/ 389370 w 447628"/>
                <a:gd name="connsiteY66" fmla="*/ 79911 h 608203"/>
                <a:gd name="connsiteX67" fmla="*/ 403203 w 447628"/>
                <a:gd name="connsiteY67" fmla="*/ 86679 h 608203"/>
                <a:gd name="connsiteX68" fmla="*/ 406174 w 447628"/>
                <a:gd name="connsiteY68" fmla="*/ 103273 h 608203"/>
                <a:gd name="connsiteX69" fmla="*/ 390762 w 447628"/>
                <a:gd name="connsiteY69" fmla="*/ 148976 h 608203"/>
                <a:gd name="connsiteX70" fmla="*/ 435975 w 447628"/>
                <a:gd name="connsiteY70" fmla="*/ 165663 h 608203"/>
                <a:gd name="connsiteX71" fmla="*/ 447208 w 447628"/>
                <a:gd name="connsiteY71" fmla="*/ 178364 h 608203"/>
                <a:gd name="connsiteX72" fmla="*/ 442566 w 447628"/>
                <a:gd name="connsiteY72" fmla="*/ 194680 h 608203"/>
                <a:gd name="connsiteX73" fmla="*/ 408866 w 447628"/>
                <a:gd name="connsiteY73" fmla="*/ 229166 h 608203"/>
                <a:gd name="connsiteX74" fmla="*/ 442381 w 447628"/>
                <a:gd name="connsiteY74" fmla="*/ 263838 h 608203"/>
                <a:gd name="connsiteX75" fmla="*/ 446930 w 447628"/>
                <a:gd name="connsiteY75" fmla="*/ 280154 h 608203"/>
                <a:gd name="connsiteX76" fmla="*/ 435696 w 447628"/>
                <a:gd name="connsiteY76" fmla="*/ 292761 h 608203"/>
                <a:gd name="connsiteX77" fmla="*/ 390298 w 447628"/>
                <a:gd name="connsiteY77" fmla="*/ 309263 h 608203"/>
                <a:gd name="connsiteX78" fmla="*/ 405431 w 447628"/>
                <a:gd name="connsiteY78" fmla="*/ 355059 h 608203"/>
                <a:gd name="connsiteX79" fmla="*/ 402460 w 447628"/>
                <a:gd name="connsiteY79" fmla="*/ 371653 h 608203"/>
                <a:gd name="connsiteX80" fmla="*/ 388627 w 447628"/>
                <a:gd name="connsiteY80" fmla="*/ 378328 h 608203"/>
                <a:gd name="connsiteX81" fmla="*/ 386863 w 447628"/>
                <a:gd name="connsiteY81" fmla="*/ 378235 h 608203"/>
                <a:gd name="connsiteX82" fmla="*/ 338866 w 447628"/>
                <a:gd name="connsiteY82" fmla="*/ 373415 h 608203"/>
                <a:gd name="connsiteX83" fmla="*/ 332646 w 447628"/>
                <a:gd name="connsiteY83" fmla="*/ 421250 h 608203"/>
                <a:gd name="connsiteX84" fmla="*/ 322712 w 447628"/>
                <a:gd name="connsiteY84" fmla="*/ 434878 h 608203"/>
                <a:gd name="connsiteX85" fmla="*/ 315006 w 447628"/>
                <a:gd name="connsiteY85" fmla="*/ 436639 h 608203"/>
                <a:gd name="connsiteX86" fmla="*/ 305815 w 447628"/>
                <a:gd name="connsiteY86" fmla="*/ 434043 h 608203"/>
                <a:gd name="connsiteX87" fmla="*/ 264595 w 447628"/>
                <a:gd name="connsiteY87" fmla="*/ 408920 h 608203"/>
                <a:gd name="connsiteX88" fmla="*/ 238229 w 447628"/>
                <a:gd name="connsiteY88" fmla="*/ 449340 h 608203"/>
                <a:gd name="connsiteX89" fmla="*/ 223375 w 447628"/>
                <a:gd name="connsiteY89" fmla="*/ 457405 h 608203"/>
                <a:gd name="connsiteX90" fmla="*/ 208521 w 447628"/>
                <a:gd name="connsiteY90" fmla="*/ 449247 h 608203"/>
                <a:gd name="connsiteX91" fmla="*/ 182247 w 447628"/>
                <a:gd name="connsiteY91" fmla="*/ 408828 h 608203"/>
                <a:gd name="connsiteX92" fmla="*/ 140934 w 447628"/>
                <a:gd name="connsiteY92" fmla="*/ 433765 h 608203"/>
                <a:gd name="connsiteX93" fmla="*/ 131836 w 447628"/>
                <a:gd name="connsiteY93" fmla="*/ 436361 h 608203"/>
                <a:gd name="connsiteX94" fmla="*/ 124038 w 447628"/>
                <a:gd name="connsiteY94" fmla="*/ 434600 h 608203"/>
                <a:gd name="connsiteX95" fmla="*/ 114197 w 447628"/>
                <a:gd name="connsiteY95" fmla="*/ 420879 h 608203"/>
                <a:gd name="connsiteX96" fmla="*/ 108162 w 447628"/>
                <a:gd name="connsiteY96" fmla="*/ 373044 h 608203"/>
                <a:gd name="connsiteX97" fmla="*/ 60072 w 447628"/>
                <a:gd name="connsiteY97" fmla="*/ 377679 h 608203"/>
                <a:gd name="connsiteX98" fmla="*/ 58401 w 447628"/>
                <a:gd name="connsiteY98" fmla="*/ 377679 h 608203"/>
                <a:gd name="connsiteX99" fmla="*/ 44568 w 447628"/>
                <a:gd name="connsiteY99" fmla="*/ 371004 h 608203"/>
                <a:gd name="connsiteX100" fmla="*/ 41597 w 447628"/>
                <a:gd name="connsiteY100" fmla="*/ 354410 h 608203"/>
                <a:gd name="connsiteX101" fmla="*/ 56915 w 447628"/>
                <a:gd name="connsiteY101" fmla="*/ 308707 h 608203"/>
                <a:gd name="connsiteX102" fmla="*/ 11610 w 447628"/>
                <a:gd name="connsiteY102" fmla="*/ 292020 h 608203"/>
                <a:gd name="connsiteX103" fmla="*/ 470 w 447628"/>
                <a:gd name="connsiteY103" fmla="*/ 279319 h 608203"/>
                <a:gd name="connsiteX104" fmla="*/ 5019 w 447628"/>
                <a:gd name="connsiteY104" fmla="*/ 263096 h 608203"/>
                <a:gd name="connsiteX105" fmla="*/ 38626 w 447628"/>
                <a:gd name="connsiteY105" fmla="*/ 228517 h 608203"/>
                <a:gd name="connsiteX106" fmla="*/ 5111 w 447628"/>
                <a:gd name="connsiteY106" fmla="*/ 193938 h 608203"/>
                <a:gd name="connsiteX107" fmla="*/ 562 w 447628"/>
                <a:gd name="connsiteY107" fmla="*/ 177622 h 608203"/>
                <a:gd name="connsiteX108" fmla="*/ 11703 w 447628"/>
                <a:gd name="connsiteY108" fmla="*/ 164922 h 608203"/>
                <a:gd name="connsiteX109" fmla="*/ 57008 w 447628"/>
                <a:gd name="connsiteY109" fmla="*/ 148420 h 608203"/>
                <a:gd name="connsiteX110" fmla="*/ 41783 w 447628"/>
                <a:gd name="connsiteY110" fmla="*/ 102624 h 608203"/>
                <a:gd name="connsiteX111" fmla="*/ 44754 w 447628"/>
                <a:gd name="connsiteY111" fmla="*/ 86030 h 608203"/>
                <a:gd name="connsiteX112" fmla="*/ 58586 w 447628"/>
                <a:gd name="connsiteY112" fmla="*/ 79355 h 608203"/>
                <a:gd name="connsiteX113" fmla="*/ 60350 w 447628"/>
                <a:gd name="connsiteY113" fmla="*/ 79448 h 608203"/>
                <a:gd name="connsiteX114" fmla="*/ 108441 w 447628"/>
                <a:gd name="connsiteY114" fmla="*/ 84176 h 608203"/>
                <a:gd name="connsiteX115" fmla="*/ 114568 w 447628"/>
                <a:gd name="connsiteY115" fmla="*/ 36340 h 608203"/>
                <a:gd name="connsiteX116" fmla="*/ 124409 w 447628"/>
                <a:gd name="connsiteY116" fmla="*/ 22620 h 608203"/>
                <a:gd name="connsiteX117" fmla="*/ 132115 w 447628"/>
                <a:gd name="connsiteY117" fmla="*/ 20859 h 608203"/>
                <a:gd name="connsiteX118" fmla="*/ 141306 w 447628"/>
                <a:gd name="connsiteY118" fmla="*/ 23454 h 608203"/>
                <a:gd name="connsiteX119" fmla="*/ 182619 w 447628"/>
                <a:gd name="connsiteY119" fmla="*/ 48485 h 608203"/>
                <a:gd name="connsiteX120" fmla="*/ 208892 w 447628"/>
                <a:gd name="connsiteY120" fmla="*/ 8065 h 608203"/>
                <a:gd name="connsiteX121" fmla="*/ 223746 w 447628"/>
                <a:gd name="connsiteY121" fmla="*/ 0 h 60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447628" h="608203">
                  <a:moveTo>
                    <a:pt x="357061" y="396295"/>
                  </a:moveTo>
                  <a:lnTo>
                    <a:pt x="371734" y="397778"/>
                  </a:lnTo>
                  <a:lnTo>
                    <a:pt x="441852" y="539699"/>
                  </a:lnTo>
                  <a:cubicBezTo>
                    <a:pt x="443059" y="541738"/>
                    <a:pt x="443709" y="544149"/>
                    <a:pt x="443709" y="546651"/>
                  </a:cubicBezTo>
                  <a:cubicBezTo>
                    <a:pt x="443709" y="554438"/>
                    <a:pt x="437487" y="560742"/>
                    <a:pt x="429778" y="560927"/>
                  </a:cubicBezTo>
                  <a:cubicBezTo>
                    <a:pt x="428385" y="561020"/>
                    <a:pt x="426899" y="560834"/>
                    <a:pt x="425506" y="560463"/>
                  </a:cubicBezTo>
                  <a:lnTo>
                    <a:pt x="368762" y="544705"/>
                  </a:lnTo>
                  <a:lnTo>
                    <a:pt x="346752" y="599304"/>
                  </a:lnTo>
                  <a:cubicBezTo>
                    <a:pt x="344616" y="604495"/>
                    <a:pt x="339694" y="608018"/>
                    <a:pt x="334029" y="608203"/>
                  </a:cubicBezTo>
                  <a:cubicBezTo>
                    <a:pt x="333843" y="608203"/>
                    <a:pt x="333657" y="608203"/>
                    <a:pt x="333471" y="608203"/>
                  </a:cubicBezTo>
                  <a:cubicBezTo>
                    <a:pt x="328085" y="608203"/>
                    <a:pt x="323070" y="605144"/>
                    <a:pt x="320655" y="600231"/>
                  </a:cubicBezTo>
                  <a:lnTo>
                    <a:pt x="253324" y="464150"/>
                  </a:lnTo>
                  <a:cubicBezTo>
                    <a:pt x="254253" y="463038"/>
                    <a:pt x="255089" y="461925"/>
                    <a:pt x="255832" y="460813"/>
                  </a:cubicBezTo>
                  <a:lnTo>
                    <a:pt x="271062" y="437453"/>
                  </a:lnTo>
                  <a:lnTo>
                    <a:pt x="294837" y="452007"/>
                  </a:lnTo>
                  <a:cubicBezTo>
                    <a:pt x="300874" y="455715"/>
                    <a:pt x="307932" y="457661"/>
                    <a:pt x="314990" y="457661"/>
                  </a:cubicBezTo>
                  <a:cubicBezTo>
                    <a:pt x="320748" y="457661"/>
                    <a:pt x="326599" y="456363"/>
                    <a:pt x="331800" y="453861"/>
                  </a:cubicBezTo>
                  <a:cubicBezTo>
                    <a:pt x="343687" y="448113"/>
                    <a:pt x="351767" y="436989"/>
                    <a:pt x="353532" y="423919"/>
                  </a:cubicBezTo>
                  <a:close/>
                  <a:moveTo>
                    <a:pt x="89869" y="395801"/>
                  </a:moveTo>
                  <a:lnTo>
                    <a:pt x="93304" y="423429"/>
                  </a:lnTo>
                  <a:cubicBezTo>
                    <a:pt x="94975" y="436501"/>
                    <a:pt x="103051" y="447719"/>
                    <a:pt x="114933" y="453468"/>
                  </a:cubicBezTo>
                  <a:cubicBezTo>
                    <a:pt x="120131" y="455971"/>
                    <a:pt x="125980" y="457269"/>
                    <a:pt x="131828" y="457269"/>
                  </a:cubicBezTo>
                  <a:cubicBezTo>
                    <a:pt x="138883" y="457269"/>
                    <a:pt x="145845" y="455322"/>
                    <a:pt x="151879" y="451706"/>
                  </a:cubicBezTo>
                  <a:lnTo>
                    <a:pt x="175643" y="437336"/>
                  </a:lnTo>
                  <a:lnTo>
                    <a:pt x="190775" y="460606"/>
                  </a:lnTo>
                  <a:cubicBezTo>
                    <a:pt x="191796" y="462090"/>
                    <a:pt x="192817" y="463480"/>
                    <a:pt x="193838" y="464778"/>
                  </a:cubicBezTo>
                  <a:lnTo>
                    <a:pt x="126908" y="600230"/>
                  </a:lnTo>
                  <a:cubicBezTo>
                    <a:pt x="124494" y="605144"/>
                    <a:pt x="119482" y="608203"/>
                    <a:pt x="114098" y="608203"/>
                  </a:cubicBezTo>
                  <a:cubicBezTo>
                    <a:pt x="113912" y="608203"/>
                    <a:pt x="113726" y="608203"/>
                    <a:pt x="113541" y="608203"/>
                  </a:cubicBezTo>
                  <a:cubicBezTo>
                    <a:pt x="107878" y="608018"/>
                    <a:pt x="102865" y="604495"/>
                    <a:pt x="100823" y="599303"/>
                  </a:cubicBezTo>
                  <a:lnTo>
                    <a:pt x="78730" y="544696"/>
                  </a:lnTo>
                  <a:lnTo>
                    <a:pt x="22011" y="560457"/>
                  </a:lnTo>
                  <a:cubicBezTo>
                    <a:pt x="16627" y="561940"/>
                    <a:pt x="10778" y="560086"/>
                    <a:pt x="7158" y="555728"/>
                  </a:cubicBezTo>
                  <a:cubicBezTo>
                    <a:pt x="3631" y="551464"/>
                    <a:pt x="2888" y="545345"/>
                    <a:pt x="5394" y="540338"/>
                  </a:cubicBezTo>
                  <a:lnTo>
                    <a:pt x="76130" y="397192"/>
                  </a:lnTo>
                  <a:close/>
                  <a:moveTo>
                    <a:pt x="223839" y="119311"/>
                  </a:moveTo>
                  <a:cubicBezTo>
                    <a:pt x="220311" y="119311"/>
                    <a:pt x="217155" y="121258"/>
                    <a:pt x="215669" y="124410"/>
                  </a:cubicBezTo>
                  <a:lnTo>
                    <a:pt x="187539" y="181330"/>
                  </a:lnTo>
                  <a:lnTo>
                    <a:pt x="124595" y="190415"/>
                  </a:lnTo>
                  <a:cubicBezTo>
                    <a:pt x="121160" y="190879"/>
                    <a:pt x="118374" y="193289"/>
                    <a:pt x="117260" y="196627"/>
                  </a:cubicBezTo>
                  <a:cubicBezTo>
                    <a:pt x="116239" y="199871"/>
                    <a:pt x="117075" y="203487"/>
                    <a:pt x="119581" y="205897"/>
                  </a:cubicBezTo>
                  <a:lnTo>
                    <a:pt x="165072" y="250210"/>
                  </a:lnTo>
                  <a:lnTo>
                    <a:pt x="154396" y="312786"/>
                  </a:lnTo>
                  <a:cubicBezTo>
                    <a:pt x="153746" y="316123"/>
                    <a:pt x="155138" y="319553"/>
                    <a:pt x="157924" y="321593"/>
                  </a:cubicBezTo>
                  <a:cubicBezTo>
                    <a:pt x="160802" y="323632"/>
                    <a:pt x="164422" y="323910"/>
                    <a:pt x="167486" y="322334"/>
                  </a:cubicBezTo>
                  <a:lnTo>
                    <a:pt x="223839" y="292761"/>
                  </a:lnTo>
                  <a:lnTo>
                    <a:pt x="280099" y="322334"/>
                  </a:lnTo>
                  <a:cubicBezTo>
                    <a:pt x="281399" y="322983"/>
                    <a:pt x="282791" y="323354"/>
                    <a:pt x="284277" y="323354"/>
                  </a:cubicBezTo>
                  <a:cubicBezTo>
                    <a:pt x="286134" y="323354"/>
                    <a:pt x="288083" y="322798"/>
                    <a:pt x="289661" y="321593"/>
                  </a:cubicBezTo>
                  <a:cubicBezTo>
                    <a:pt x="292447" y="319553"/>
                    <a:pt x="293839" y="316123"/>
                    <a:pt x="293189" y="312786"/>
                  </a:cubicBezTo>
                  <a:lnTo>
                    <a:pt x="282513" y="250210"/>
                  </a:lnTo>
                  <a:lnTo>
                    <a:pt x="328004" y="205897"/>
                  </a:lnTo>
                  <a:cubicBezTo>
                    <a:pt x="330510" y="203487"/>
                    <a:pt x="331346" y="199871"/>
                    <a:pt x="330325" y="196627"/>
                  </a:cubicBezTo>
                  <a:cubicBezTo>
                    <a:pt x="329211" y="193289"/>
                    <a:pt x="326425" y="190879"/>
                    <a:pt x="322990" y="190415"/>
                  </a:cubicBezTo>
                  <a:lnTo>
                    <a:pt x="260046" y="181330"/>
                  </a:lnTo>
                  <a:lnTo>
                    <a:pt x="231916" y="124410"/>
                  </a:lnTo>
                  <a:cubicBezTo>
                    <a:pt x="230430" y="121258"/>
                    <a:pt x="227274" y="119311"/>
                    <a:pt x="223839" y="119311"/>
                  </a:cubicBezTo>
                  <a:close/>
                  <a:moveTo>
                    <a:pt x="223746" y="0"/>
                  </a:moveTo>
                  <a:cubicBezTo>
                    <a:pt x="229781" y="0"/>
                    <a:pt x="235351" y="3059"/>
                    <a:pt x="238600" y="8065"/>
                  </a:cubicBezTo>
                  <a:lnTo>
                    <a:pt x="265152" y="48855"/>
                  </a:lnTo>
                  <a:lnTo>
                    <a:pt x="306929" y="23732"/>
                  </a:lnTo>
                  <a:cubicBezTo>
                    <a:pt x="309715" y="22064"/>
                    <a:pt x="312871" y="21229"/>
                    <a:pt x="316027" y="21229"/>
                  </a:cubicBezTo>
                  <a:cubicBezTo>
                    <a:pt x="318720" y="21229"/>
                    <a:pt x="321319" y="21786"/>
                    <a:pt x="323826" y="22991"/>
                  </a:cubicBezTo>
                  <a:cubicBezTo>
                    <a:pt x="329211" y="25586"/>
                    <a:pt x="332924" y="30778"/>
                    <a:pt x="333667" y="36711"/>
                  </a:cubicBezTo>
                  <a:lnTo>
                    <a:pt x="339608" y="84547"/>
                  </a:lnTo>
                  <a:lnTo>
                    <a:pt x="387699" y="80004"/>
                  </a:lnTo>
                  <a:cubicBezTo>
                    <a:pt x="388256" y="79911"/>
                    <a:pt x="388813" y="79911"/>
                    <a:pt x="389370" y="79911"/>
                  </a:cubicBezTo>
                  <a:cubicBezTo>
                    <a:pt x="394755" y="79911"/>
                    <a:pt x="399861" y="82414"/>
                    <a:pt x="403203" y="86679"/>
                  </a:cubicBezTo>
                  <a:cubicBezTo>
                    <a:pt x="406916" y="91314"/>
                    <a:pt x="408030" y="97618"/>
                    <a:pt x="406174" y="103273"/>
                  </a:cubicBezTo>
                  <a:lnTo>
                    <a:pt x="390762" y="148976"/>
                  </a:lnTo>
                  <a:lnTo>
                    <a:pt x="435975" y="165663"/>
                  </a:lnTo>
                  <a:cubicBezTo>
                    <a:pt x="441638" y="167796"/>
                    <a:pt x="445816" y="172523"/>
                    <a:pt x="447208" y="178364"/>
                  </a:cubicBezTo>
                  <a:cubicBezTo>
                    <a:pt x="448508" y="184297"/>
                    <a:pt x="446744" y="190323"/>
                    <a:pt x="442566" y="194680"/>
                  </a:cubicBezTo>
                  <a:lnTo>
                    <a:pt x="408866" y="229166"/>
                  </a:lnTo>
                  <a:lnTo>
                    <a:pt x="442381" y="263838"/>
                  </a:lnTo>
                  <a:cubicBezTo>
                    <a:pt x="446558" y="268195"/>
                    <a:pt x="448229" y="274313"/>
                    <a:pt x="446930" y="280154"/>
                  </a:cubicBezTo>
                  <a:cubicBezTo>
                    <a:pt x="445537" y="285994"/>
                    <a:pt x="441359" y="290722"/>
                    <a:pt x="435696" y="292761"/>
                  </a:cubicBezTo>
                  <a:lnTo>
                    <a:pt x="390298" y="309263"/>
                  </a:lnTo>
                  <a:lnTo>
                    <a:pt x="405431" y="355059"/>
                  </a:lnTo>
                  <a:cubicBezTo>
                    <a:pt x="407381" y="360714"/>
                    <a:pt x="406267" y="367018"/>
                    <a:pt x="402460" y="371653"/>
                  </a:cubicBezTo>
                  <a:cubicBezTo>
                    <a:pt x="399118" y="375918"/>
                    <a:pt x="394012" y="378328"/>
                    <a:pt x="388627" y="378328"/>
                  </a:cubicBezTo>
                  <a:cubicBezTo>
                    <a:pt x="388070" y="378328"/>
                    <a:pt x="387513" y="378235"/>
                    <a:pt x="386863" y="378235"/>
                  </a:cubicBezTo>
                  <a:lnTo>
                    <a:pt x="338866" y="373415"/>
                  </a:lnTo>
                  <a:lnTo>
                    <a:pt x="332646" y="421250"/>
                  </a:lnTo>
                  <a:cubicBezTo>
                    <a:pt x="331903" y="427183"/>
                    <a:pt x="328097" y="432375"/>
                    <a:pt x="322712" y="434878"/>
                  </a:cubicBezTo>
                  <a:cubicBezTo>
                    <a:pt x="320298" y="436083"/>
                    <a:pt x="317699" y="436639"/>
                    <a:pt x="315006" y="436639"/>
                  </a:cubicBezTo>
                  <a:cubicBezTo>
                    <a:pt x="311850" y="436639"/>
                    <a:pt x="308600" y="435805"/>
                    <a:pt x="305815" y="434043"/>
                  </a:cubicBezTo>
                  <a:lnTo>
                    <a:pt x="264595" y="408920"/>
                  </a:lnTo>
                  <a:lnTo>
                    <a:pt x="238229" y="449340"/>
                  </a:lnTo>
                  <a:cubicBezTo>
                    <a:pt x="234980" y="454346"/>
                    <a:pt x="229409" y="457405"/>
                    <a:pt x="223375" y="457405"/>
                  </a:cubicBezTo>
                  <a:cubicBezTo>
                    <a:pt x="217340" y="457312"/>
                    <a:pt x="211770" y="454346"/>
                    <a:pt x="208521" y="449247"/>
                  </a:cubicBezTo>
                  <a:lnTo>
                    <a:pt x="182247" y="408828"/>
                  </a:lnTo>
                  <a:lnTo>
                    <a:pt x="140934" y="433765"/>
                  </a:lnTo>
                  <a:cubicBezTo>
                    <a:pt x="138149" y="435434"/>
                    <a:pt x="134993" y="436361"/>
                    <a:pt x="131836" y="436361"/>
                  </a:cubicBezTo>
                  <a:cubicBezTo>
                    <a:pt x="129144" y="436361"/>
                    <a:pt x="126544" y="435712"/>
                    <a:pt x="124038" y="434600"/>
                  </a:cubicBezTo>
                  <a:cubicBezTo>
                    <a:pt x="118653" y="432004"/>
                    <a:pt x="114939" y="426812"/>
                    <a:pt x="114197" y="420879"/>
                  </a:cubicBezTo>
                  <a:lnTo>
                    <a:pt x="108162" y="373044"/>
                  </a:lnTo>
                  <a:lnTo>
                    <a:pt x="60072" y="377679"/>
                  </a:lnTo>
                  <a:cubicBezTo>
                    <a:pt x="59515" y="377679"/>
                    <a:pt x="58958" y="377679"/>
                    <a:pt x="58401" y="377679"/>
                  </a:cubicBezTo>
                  <a:cubicBezTo>
                    <a:pt x="53016" y="377679"/>
                    <a:pt x="47910" y="375269"/>
                    <a:pt x="44568" y="371004"/>
                  </a:cubicBezTo>
                  <a:cubicBezTo>
                    <a:pt x="40761" y="366369"/>
                    <a:pt x="39647" y="360065"/>
                    <a:pt x="41597" y="354410"/>
                  </a:cubicBezTo>
                  <a:lnTo>
                    <a:pt x="56915" y="308707"/>
                  </a:lnTo>
                  <a:lnTo>
                    <a:pt x="11610" y="292020"/>
                  </a:lnTo>
                  <a:cubicBezTo>
                    <a:pt x="5947" y="289980"/>
                    <a:pt x="1769" y="285160"/>
                    <a:pt x="470" y="279319"/>
                  </a:cubicBezTo>
                  <a:cubicBezTo>
                    <a:pt x="-923" y="273479"/>
                    <a:pt x="841" y="267360"/>
                    <a:pt x="5019" y="263096"/>
                  </a:cubicBezTo>
                  <a:lnTo>
                    <a:pt x="38626" y="228517"/>
                  </a:lnTo>
                  <a:lnTo>
                    <a:pt x="5111" y="193938"/>
                  </a:lnTo>
                  <a:cubicBezTo>
                    <a:pt x="934" y="189581"/>
                    <a:pt x="-830" y="183463"/>
                    <a:pt x="562" y="177622"/>
                  </a:cubicBezTo>
                  <a:cubicBezTo>
                    <a:pt x="1862" y="171782"/>
                    <a:pt x="6040" y="167054"/>
                    <a:pt x="11703" y="164922"/>
                  </a:cubicBezTo>
                  <a:lnTo>
                    <a:pt x="57008" y="148420"/>
                  </a:lnTo>
                  <a:lnTo>
                    <a:pt x="41783" y="102624"/>
                  </a:lnTo>
                  <a:cubicBezTo>
                    <a:pt x="39926" y="96969"/>
                    <a:pt x="41040" y="90665"/>
                    <a:pt x="44754" y="86030"/>
                  </a:cubicBezTo>
                  <a:cubicBezTo>
                    <a:pt x="48189" y="81766"/>
                    <a:pt x="53295" y="79355"/>
                    <a:pt x="58586" y="79355"/>
                  </a:cubicBezTo>
                  <a:cubicBezTo>
                    <a:pt x="59236" y="79355"/>
                    <a:pt x="59793" y="79355"/>
                    <a:pt x="60350" y="79448"/>
                  </a:cubicBezTo>
                  <a:lnTo>
                    <a:pt x="108441" y="84176"/>
                  </a:lnTo>
                  <a:lnTo>
                    <a:pt x="114568" y="36340"/>
                  </a:lnTo>
                  <a:cubicBezTo>
                    <a:pt x="115311" y="30407"/>
                    <a:pt x="119024" y="25216"/>
                    <a:pt x="124409" y="22620"/>
                  </a:cubicBezTo>
                  <a:cubicBezTo>
                    <a:pt x="126916" y="21415"/>
                    <a:pt x="129515" y="20859"/>
                    <a:pt x="132115" y="20859"/>
                  </a:cubicBezTo>
                  <a:cubicBezTo>
                    <a:pt x="135364" y="20859"/>
                    <a:pt x="138520" y="21693"/>
                    <a:pt x="141306" y="23454"/>
                  </a:cubicBezTo>
                  <a:lnTo>
                    <a:pt x="182619" y="48485"/>
                  </a:lnTo>
                  <a:lnTo>
                    <a:pt x="208892" y="8065"/>
                  </a:lnTo>
                  <a:cubicBezTo>
                    <a:pt x="212141" y="3059"/>
                    <a:pt x="217712" y="0"/>
                    <a:pt x="223746" y="0"/>
                  </a:cubicBezTo>
                  <a:close/>
                </a:path>
              </a:pathLst>
            </a:custGeom>
            <a:solidFill>
              <a:schemeClr val="bg1"/>
            </a:solidFill>
            <a:ln>
              <a:noFill/>
            </a:ln>
          </p:spPr>
          <p:txBody>
            <a:bodyPr/>
            <a:lstStyle/>
            <a:p>
              <a:endParaRPr lang="zh-CN" altLang="en-US">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grpSp>
      <p:grpSp>
        <p:nvGrpSpPr>
          <p:cNvPr id="155" name="组合 154">
            <a:extLst>
              <a:ext uri="{FF2B5EF4-FFF2-40B4-BE49-F238E27FC236}">
                <a16:creationId xmlns:a16="http://schemas.microsoft.com/office/drawing/2014/main" id="{ADF37EEF-5D0C-41C5-A0E6-FDE10796781D}"/>
              </a:ext>
            </a:extLst>
          </p:cNvPr>
          <p:cNvGrpSpPr/>
          <p:nvPr/>
        </p:nvGrpSpPr>
        <p:grpSpPr>
          <a:xfrm>
            <a:off x="1342446" y="2223049"/>
            <a:ext cx="4774272" cy="3153135"/>
            <a:chOff x="8034742" y="2474307"/>
            <a:chExt cx="4774272" cy="3153135"/>
          </a:xfrm>
        </p:grpSpPr>
        <p:sp>
          <p:nvSpPr>
            <p:cNvPr id="156" name="文本框 155">
              <a:extLst>
                <a:ext uri="{FF2B5EF4-FFF2-40B4-BE49-F238E27FC236}">
                  <a16:creationId xmlns:a16="http://schemas.microsoft.com/office/drawing/2014/main" id="{0821844E-7A19-4FA1-B215-A735C6E960C6}"/>
                </a:ext>
              </a:extLst>
            </p:cNvPr>
            <p:cNvSpPr txBox="1"/>
            <p:nvPr/>
          </p:nvSpPr>
          <p:spPr>
            <a:xfrm>
              <a:off x="8077774" y="3081898"/>
              <a:ext cx="4731240" cy="738664"/>
            </a:xfrm>
            <a:prstGeom prst="rect">
              <a:avLst/>
            </a:prstGeom>
            <a:noFill/>
          </p:spPr>
          <p:txBody>
            <a:bodyPr wrap="square" rtlCol="0">
              <a:spAutoFit/>
            </a:bodyPr>
            <a:lstStyle/>
            <a:p>
              <a:pPr marL="285750" indent="-285750">
                <a:buFont typeface="Arial" panose="020B0604020202020204" pitchFamily="34" charset="0"/>
                <a:buChar char="•"/>
              </a:pPr>
              <a:r>
                <a:rPr lang="en-US" altLang="zh-CN" sz="1400" dirty="0">
                  <a:solidFill>
                    <a:schemeClr val="dk1">
                      <a:lumMod val="50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Lorem ipsum dolor sit amet, consectetur adipiscing elit. Lorem ipsum dolor sit amet, consectetur adipiscing elit. </a:t>
              </a:r>
              <a:endParaRPr lang="zh-CN" altLang="en-US" sz="1400" dirty="0">
                <a:solidFill>
                  <a:schemeClr val="dk1">
                    <a:lumMod val="50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57" name="文本框 156">
              <a:extLst>
                <a:ext uri="{FF2B5EF4-FFF2-40B4-BE49-F238E27FC236}">
                  <a16:creationId xmlns:a16="http://schemas.microsoft.com/office/drawing/2014/main" id="{C466DE41-88FD-47C1-8E00-FC36632D3E03}"/>
                </a:ext>
              </a:extLst>
            </p:cNvPr>
            <p:cNvSpPr txBox="1"/>
            <p:nvPr/>
          </p:nvSpPr>
          <p:spPr>
            <a:xfrm>
              <a:off x="8034742" y="2474307"/>
              <a:ext cx="3204536" cy="584775"/>
            </a:xfrm>
            <a:prstGeom prst="rect">
              <a:avLst/>
            </a:prstGeom>
            <a:noFill/>
          </p:spPr>
          <p:txBody>
            <a:bodyPr wrap="square" rtlCol="0">
              <a:spAutoFit/>
            </a:bodyPr>
            <a:lstStyle/>
            <a:p>
              <a:r>
                <a:rPr lang="zh-CN" altLang="en-US" sz="3200" dirty="0">
                  <a:latin typeface="思源黑体 CN Regular" panose="020B0500000000000000" pitchFamily="34" charset="-122"/>
                  <a:ea typeface="思源黑体 CN Regular" panose="020B0500000000000000" pitchFamily="34" charset="-122"/>
                  <a:sym typeface="思源黑体 CN Regular" panose="020B0500000000000000" pitchFamily="34" charset="-122"/>
                </a:rPr>
                <a:t>输入你的标题</a:t>
              </a:r>
            </a:p>
          </p:txBody>
        </p:sp>
        <p:sp>
          <p:nvSpPr>
            <p:cNvPr id="158" name="文本框 157">
              <a:extLst>
                <a:ext uri="{FF2B5EF4-FFF2-40B4-BE49-F238E27FC236}">
                  <a16:creationId xmlns:a16="http://schemas.microsoft.com/office/drawing/2014/main" id="{F6519CB3-1A4B-4D0A-AB5F-1DB700108037}"/>
                </a:ext>
              </a:extLst>
            </p:cNvPr>
            <p:cNvSpPr txBox="1"/>
            <p:nvPr/>
          </p:nvSpPr>
          <p:spPr>
            <a:xfrm>
              <a:off x="8077773" y="3984926"/>
              <a:ext cx="4731240" cy="738664"/>
            </a:xfrm>
            <a:prstGeom prst="rect">
              <a:avLst/>
            </a:prstGeom>
            <a:noFill/>
          </p:spPr>
          <p:txBody>
            <a:bodyPr wrap="square" rtlCol="0">
              <a:spAutoFit/>
            </a:bodyPr>
            <a:lstStyle/>
            <a:p>
              <a:pPr marL="285750" indent="-285750">
                <a:buFont typeface="Arial" panose="020B0604020202020204" pitchFamily="34" charset="0"/>
                <a:buChar char="•"/>
              </a:pPr>
              <a:r>
                <a:rPr lang="en-US" altLang="zh-CN" sz="1400" dirty="0">
                  <a:solidFill>
                    <a:schemeClr val="dk1">
                      <a:lumMod val="50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Lorem ipsum dolor sit amet, consectetur adipiscing elit. Lorem ipsum dolor sit amet, consectetur adipiscing elit. </a:t>
              </a:r>
              <a:endParaRPr lang="zh-CN" altLang="en-US" sz="1400" dirty="0">
                <a:solidFill>
                  <a:schemeClr val="dk1">
                    <a:lumMod val="50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59" name="文本框 158">
              <a:extLst>
                <a:ext uri="{FF2B5EF4-FFF2-40B4-BE49-F238E27FC236}">
                  <a16:creationId xmlns:a16="http://schemas.microsoft.com/office/drawing/2014/main" id="{F25B6217-2082-4B50-9B29-8A4997D88CD0}"/>
                </a:ext>
              </a:extLst>
            </p:cNvPr>
            <p:cNvSpPr txBox="1"/>
            <p:nvPr/>
          </p:nvSpPr>
          <p:spPr>
            <a:xfrm>
              <a:off x="8077772" y="4888778"/>
              <a:ext cx="4731240" cy="738664"/>
            </a:xfrm>
            <a:prstGeom prst="rect">
              <a:avLst/>
            </a:prstGeom>
            <a:noFill/>
          </p:spPr>
          <p:txBody>
            <a:bodyPr wrap="square" rtlCol="0">
              <a:spAutoFit/>
            </a:bodyPr>
            <a:lstStyle/>
            <a:p>
              <a:pPr marL="285750" indent="-285750">
                <a:buFont typeface="Arial" panose="020B0604020202020204" pitchFamily="34" charset="0"/>
                <a:buChar char="•"/>
              </a:pPr>
              <a:r>
                <a:rPr lang="en-US" altLang="zh-CN" sz="1400" dirty="0">
                  <a:solidFill>
                    <a:schemeClr val="dk1">
                      <a:lumMod val="50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Lorem ipsum dolor sit amet, consectetur adipiscing elit. Lorem ipsum dolor sit amet, consectetur adipiscing elit. </a:t>
              </a:r>
              <a:endParaRPr lang="zh-CN" altLang="en-US" sz="1400" dirty="0">
                <a:solidFill>
                  <a:schemeClr val="dk1">
                    <a:lumMod val="50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grpSp>
      <p:grpSp>
        <p:nvGrpSpPr>
          <p:cNvPr id="24" name="Group 2_1">
            <a:extLst>
              <a:ext uri="{FF2B5EF4-FFF2-40B4-BE49-F238E27FC236}">
                <a16:creationId xmlns:a16="http://schemas.microsoft.com/office/drawing/2014/main" id="{C5EC031E-4F14-4C84-A3B4-46BC5D18F927}"/>
              </a:ext>
            </a:extLst>
          </p:cNvPr>
          <p:cNvGrpSpPr/>
          <p:nvPr/>
        </p:nvGrpSpPr>
        <p:grpSpPr>
          <a:xfrm>
            <a:off x="0" y="0"/>
            <a:ext cx="1751115" cy="1097152"/>
            <a:chOff x="0" y="0"/>
            <a:chExt cx="1751115" cy="1097152"/>
          </a:xfrm>
        </p:grpSpPr>
        <p:grpSp>
          <p:nvGrpSpPr>
            <p:cNvPr id="25" name="组合 24">
              <a:extLst>
                <a:ext uri="{FF2B5EF4-FFF2-40B4-BE49-F238E27FC236}">
                  <a16:creationId xmlns:a16="http://schemas.microsoft.com/office/drawing/2014/main" id="{A0A7707B-AE78-4AC4-8880-F21F488CFA6E}"/>
                </a:ext>
              </a:extLst>
            </p:cNvPr>
            <p:cNvGrpSpPr/>
            <p:nvPr/>
          </p:nvGrpSpPr>
          <p:grpSpPr>
            <a:xfrm>
              <a:off x="0" y="0"/>
              <a:ext cx="1751115" cy="1097152"/>
              <a:chOff x="-1832690" y="-1312191"/>
              <a:chExt cx="4302458" cy="3292533"/>
            </a:xfrm>
          </p:grpSpPr>
          <p:pic>
            <p:nvPicPr>
              <p:cNvPr id="27" name="PA-图片 2">
                <a:extLst>
                  <a:ext uri="{FF2B5EF4-FFF2-40B4-BE49-F238E27FC236}">
                    <a16:creationId xmlns:a16="http://schemas.microsoft.com/office/drawing/2014/main" id="{03C7F65F-011A-4834-B030-9924A1DD3728}"/>
                  </a:ext>
                </a:extLst>
              </p:cNvPr>
              <p:cNvPicPr>
                <a:picLocks noChangeAspect="1"/>
              </p:cNvPicPr>
              <p:nvPr>
                <p:custDataLst>
                  <p:tags r:id="rId2"/>
                </p:custDataLst>
              </p:nvPr>
            </p:nvPicPr>
            <p:blipFill rotWithShape="1">
              <a:blip r:embed="rId6" cstate="print">
                <a:extLst>
                  <a:ext uri="{28A0092B-C50C-407E-A947-70E740481C1C}">
                    <a14:useLocalDpi xmlns:a14="http://schemas.microsoft.com/office/drawing/2010/main" val="0"/>
                  </a:ext>
                </a:extLst>
              </a:blip>
              <a:srcRect l="15664" t="61151"/>
              <a:stretch/>
            </p:blipFill>
            <p:spPr>
              <a:xfrm>
                <a:off x="-1832690" y="-1312191"/>
                <a:ext cx="4302458" cy="2664265"/>
              </a:xfrm>
              <a:prstGeom prst="rect">
                <a:avLst/>
              </a:prstGeom>
            </p:spPr>
          </p:pic>
          <p:pic>
            <p:nvPicPr>
              <p:cNvPr id="28" name="PA-图片 7">
                <a:extLst>
                  <a:ext uri="{FF2B5EF4-FFF2-40B4-BE49-F238E27FC236}">
                    <a16:creationId xmlns:a16="http://schemas.microsoft.com/office/drawing/2014/main" id="{8F2686CC-1C54-4CA6-A905-99BBC674B841}"/>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975373" y="1127025"/>
                <a:ext cx="775743" cy="853317"/>
              </a:xfrm>
              <a:prstGeom prst="rect">
                <a:avLst/>
              </a:prstGeom>
            </p:spPr>
          </p:pic>
        </p:grpSp>
        <p:sp>
          <p:nvSpPr>
            <p:cNvPr id="26" name="PA-矩形8435759">
              <a:extLst>
                <a:ext uri="{FF2B5EF4-FFF2-40B4-BE49-F238E27FC236}">
                  <a16:creationId xmlns:a16="http://schemas.microsoft.com/office/drawing/2014/main" id="{015CCB38-B975-4FA1-B7F3-E5BF70AC5372}"/>
                </a:ext>
              </a:extLst>
            </p:cNvPr>
            <p:cNvSpPr/>
            <p:nvPr>
              <p:custDataLst>
                <p:tags r:id="rId1"/>
              </p:custDataLst>
            </p:nvPr>
          </p:nvSpPr>
          <p:spPr>
            <a:xfrm>
              <a:off x="60033" y="136009"/>
              <a:ext cx="1398588" cy="400110"/>
            </a:xfrm>
            <a:prstGeom prst="rect">
              <a:avLst/>
            </a:prstGeom>
          </p:spPr>
          <p:txBody>
            <a:bodyPr wrap="none">
              <a:spAutoFit/>
            </a:bodyPr>
            <a:lstStyle/>
            <a:p>
              <a:r>
                <a:rPr lang="en-US" altLang="zh-CN" sz="2000" dirty="0">
                  <a:latin typeface="思源黑体 CN Medium" panose="020B0600000000000000" pitchFamily="34" charset="-122"/>
                  <a:ea typeface="思源黑体 CN Medium" panose="020B0600000000000000" pitchFamily="34" charset="-122"/>
                  <a:sym typeface="思源黑体" panose="020B0400000000000000" pitchFamily="34" charset="-122"/>
                </a:rPr>
                <a:t>Enter title</a:t>
              </a:r>
              <a:endParaRPr lang="zh-CN" altLang="en-US" sz="2000" dirty="0">
                <a:latin typeface="思源黑体 CN Medium" panose="020B0600000000000000" pitchFamily="34" charset="-122"/>
                <a:ea typeface="思源黑体 CN Medium" panose="020B0600000000000000" pitchFamily="34" charset="-122"/>
              </a:endParaRPr>
            </a:p>
          </p:txBody>
        </p:sp>
      </p:grpSp>
    </p:spTree>
    <p:extLst>
      <p:ext uri="{BB962C8B-B14F-4D97-AF65-F5344CB8AC3E}">
        <p14:creationId xmlns:p14="http://schemas.microsoft.com/office/powerpoint/2010/main" val="1093991195"/>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5"/>
                                        </p:tgtEl>
                                        <p:attrNameLst>
                                          <p:attrName>style.visibility</p:attrName>
                                        </p:attrNameLst>
                                      </p:cBhvr>
                                      <p:to>
                                        <p:strVal val="visible"/>
                                      </p:to>
                                    </p:set>
                                    <p:animEffect transition="in" filter="fade">
                                      <p:cBhvr>
                                        <p:cTn id="7" dur="500"/>
                                        <p:tgtEl>
                                          <p:spTgt spid="155"/>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A65B657-7DFC-4CB2-9357-73B6C156CB6F}"/>
              </a:ext>
            </a:extLst>
          </p:cNvPr>
          <p:cNvGrpSpPr/>
          <p:nvPr/>
        </p:nvGrpSpPr>
        <p:grpSpPr>
          <a:xfrm>
            <a:off x="6883400" y="2494243"/>
            <a:ext cx="4875216" cy="3550587"/>
            <a:chOff x="1143000" y="2529308"/>
            <a:chExt cx="4875216" cy="3550587"/>
          </a:xfrm>
        </p:grpSpPr>
        <p:sp>
          <p:nvSpPr>
            <p:cNvPr id="3" name="Freeform 9">
              <a:extLst>
                <a:ext uri="{FF2B5EF4-FFF2-40B4-BE49-F238E27FC236}">
                  <a16:creationId xmlns:a16="http://schemas.microsoft.com/office/drawing/2014/main" id="{1BC433AD-83D1-4074-8079-357447C415B6}"/>
                </a:ext>
              </a:extLst>
            </p:cNvPr>
            <p:cNvSpPr>
              <a:spLocks/>
            </p:cNvSpPr>
            <p:nvPr/>
          </p:nvSpPr>
          <p:spPr bwMode="auto">
            <a:xfrm>
              <a:off x="1143000" y="2986663"/>
              <a:ext cx="566829" cy="379507"/>
            </a:xfrm>
            <a:custGeom>
              <a:avLst/>
              <a:gdLst>
                <a:gd name="T0" fmla="*/ 251 w 312"/>
                <a:gd name="T1" fmla="*/ 87 h 209"/>
                <a:gd name="T2" fmla="*/ 241 w 312"/>
                <a:gd name="T3" fmla="*/ 88 h 209"/>
                <a:gd name="T4" fmla="*/ 241 w 312"/>
                <a:gd name="T5" fmla="*/ 85 h 209"/>
                <a:gd name="T6" fmla="*/ 156 w 312"/>
                <a:gd name="T7" fmla="*/ 0 h 209"/>
                <a:gd name="T8" fmla="*/ 73 w 312"/>
                <a:gd name="T9" fmla="*/ 66 h 209"/>
                <a:gd name="T10" fmla="*/ 71 w 312"/>
                <a:gd name="T11" fmla="*/ 66 h 209"/>
                <a:gd name="T12" fmla="*/ 0 w 312"/>
                <a:gd name="T13" fmla="*/ 138 h 209"/>
                <a:gd name="T14" fmla="*/ 71 w 312"/>
                <a:gd name="T15" fmla="*/ 209 h 209"/>
                <a:gd name="T16" fmla="*/ 251 w 312"/>
                <a:gd name="T17" fmla="*/ 209 h 209"/>
                <a:gd name="T18" fmla="*/ 312 w 312"/>
                <a:gd name="T19" fmla="*/ 148 h 209"/>
                <a:gd name="T20" fmla="*/ 251 w 312"/>
                <a:gd name="T21" fmla="*/ 87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2" h="209">
                  <a:moveTo>
                    <a:pt x="251" y="87"/>
                  </a:moveTo>
                  <a:cubicBezTo>
                    <a:pt x="248" y="87"/>
                    <a:pt x="244" y="88"/>
                    <a:pt x="241" y="88"/>
                  </a:cubicBezTo>
                  <a:cubicBezTo>
                    <a:pt x="241" y="87"/>
                    <a:pt x="241" y="86"/>
                    <a:pt x="241" y="85"/>
                  </a:cubicBezTo>
                  <a:cubicBezTo>
                    <a:pt x="241" y="38"/>
                    <a:pt x="203" y="0"/>
                    <a:pt x="156" y="0"/>
                  </a:cubicBezTo>
                  <a:cubicBezTo>
                    <a:pt x="116" y="0"/>
                    <a:pt x="82" y="28"/>
                    <a:pt x="73" y="66"/>
                  </a:cubicBezTo>
                  <a:cubicBezTo>
                    <a:pt x="73" y="66"/>
                    <a:pt x="72" y="66"/>
                    <a:pt x="71" y="66"/>
                  </a:cubicBezTo>
                  <a:cubicBezTo>
                    <a:pt x="32" y="66"/>
                    <a:pt x="0" y="98"/>
                    <a:pt x="0" y="138"/>
                  </a:cubicBezTo>
                  <a:cubicBezTo>
                    <a:pt x="0" y="177"/>
                    <a:pt x="32" y="209"/>
                    <a:pt x="71" y="209"/>
                  </a:cubicBezTo>
                  <a:cubicBezTo>
                    <a:pt x="251" y="209"/>
                    <a:pt x="251" y="209"/>
                    <a:pt x="251" y="209"/>
                  </a:cubicBezTo>
                  <a:cubicBezTo>
                    <a:pt x="285" y="209"/>
                    <a:pt x="312" y="182"/>
                    <a:pt x="312" y="148"/>
                  </a:cubicBezTo>
                  <a:cubicBezTo>
                    <a:pt x="312" y="115"/>
                    <a:pt x="285" y="87"/>
                    <a:pt x="251" y="87"/>
                  </a:cubicBezTo>
                  <a:close/>
                </a:path>
              </a:pathLst>
            </a:cu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 name="Freeform 10">
              <a:extLst>
                <a:ext uri="{FF2B5EF4-FFF2-40B4-BE49-F238E27FC236}">
                  <a16:creationId xmlns:a16="http://schemas.microsoft.com/office/drawing/2014/main" id="{73787657-E0D1-45D1-B8F1-A4EDA0A10801}"/>
                </a:ext>
              </a:extLst>
            </p:cNvPr>
            <p:cNvSpPr>
              <a:spLocks/>
            </p:cNvSpPr>
            <p:nvPr/>
          </p:nvSpPr>
          <p:spPr bwMode="auto">
            <a:xfrm>
              <a:off x="2969990" y="3041400"/>
              <a:ext cx="506011" cy="339368"/>
            </a:xfrm>
            <a:custGeom>
              <a:avLst/>
              <a:gdLst>
                <a:gd name="T0" fmla="*/ 224 w 278"/>
                <a:gd name="T1" fmla="*/ 78 h 187"/>
                <a:gd name="T2" fmla="*/ 215 w 278"/>
                <a:gd name="T3" fmla="*/ 79 h 187"/>
                <a:gd name="T4" fmla="*/ 215 w 278"/>
                <a:gd name="T5" fmla="*/ 76 h 187"/>
                <a:gd name="T6" fmla="*/ 139 w 278"/>
                <a:gd name="T7" fmla="*/ 0 h 187"/>
                <a:gd name="T8" fmla="*/ 65 w 278"/>
                <a:gd name="T9" fmla="*/ 59 h 187"/>
                <a:gd name="T10" fmla="*/ 63 w 278"/>
                <a:gd name="T11" fmla="*/ 59 h 187"/>
                <a:gd name="T12" fmla="*/ 0 w 278"/>
                <a:gd name="T13" fmla="*/ 123 h 187"/>
                <a:gd name="T14" fmla="*/ 63 w 278"/>
                <a:gd name="T15" fmla="*/ 187 h 187"/>
                <a:gd name="T16" fmla="*/ 224 w 278"/>
                <a:gd name="T17" fmla="*/ 187 h 187"/>
                <a:gd name="T18" fmla="*/ 278 w 278"/>
                <a:gd name="T19" fmla="*/ 132 h 187"/>
                <a:gd name="T20" fmla="*/ 224 w 278"/>
                <a:gd name="T21" fmla="*/ 78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8" h="187">
                  <a:moveTo>
                    <a:pt x="224" y="78"/>
                  </a:moveTo>
                  <a:cubicBezTo>
                    <a:pt x="221" y="78"/>
                    <a:pt x="218" y="78"/>
                    <a:pt x="215" y="79"/>
                  </a:cubicBezTo>
                  <a:cubicBezTo>
                    <a:pt x="215" y="78"/>
                    <a:pt x="215" y="77"/>
                    <a:pt x="215" y="76"/>
                  </a:cubicBezTo>
                  <a:cubicBezTo>
                    <a:pt x="215" y="34"/>
                    <a:pt x="181" y="0"/>
                    <a:pt x="139" y="0"/>
                  </a:cubicBezTo>
                  <a:cubicBezTo>
                    <a:pt x="103" y="0"/>
                    <a:pt x="73" y="25"/>
                    <a:pt x="65" y="59"/>
                  </a:cubicBezTo>
                  <a:cubicBezTo>
                    <a:pt x="65" y="59"/>
                    <a:pt x="64" y="59"/>
                    <a:pt x="63" y="59"/>
                  </a:cubicBezTo>
                  <a:cubicBezTo>
                    <a:pt x="28" y="59"/>
                    <a:pt x="0" y="88"/>
                    <a:pt x="0" y="123"/>
                  </a:cubicBezTo>
                  <a:cubicBezTo>
                    <a:pt x="0" y="158"/>
                    <a:pt x="28" y="187"/>
                    <a:pt x="63" y="187"/>
                  </a:cubicBezTo>
                  <a:cubicBezTo>
                    <a:pt x="224" y="187"/>
                    <a:pt x="224" y="187"/>
                    <a:pt x="224" y="187"/>
                  </a:cubicBezTo>
                  <a:cubicBezTo>
                    <a:pt x="254" y="187"/>
                    <a:pt x="278" y="162"/>
                    <a:pt x="278" y="132"/>
                  </a:cubicBezTo>
                  <a:cubicBezTo>
                    <a:pt x="278" y="102"/>
                    <a:pt x="254" y="78"/>
                    <a:pt x="224" y="78"/>
                  </a:cubicBezTo>
                  <a:close/>
                </a:path>
              </a:pathLst>
            </a:cu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 name="Freeform 11">
              <a:extLst>
                <a:ext uri="{FF2B5EF4-FFF2-40B4-BE49-F238E27FC236}">
                  <a16:creationId xmlns:a16="http://schemas.microsoft.com/office/drawing/2014/main" id="{91A99377-4DFD-4764-925B-161DAB027D3B}"/>
                </a:ext>
              </a:extLst>
            </p:cNvPr>
            <p:cNvSpPr>
              <a:spLocks/>
            </p:cNvSpPr>
            <p:nvPr/>
          </p:nvSpPr>
          <p:spPr bwMode="auto">
            <a:xfrm>
              <a:off x="5601001" y="3012207"/>
              <a:ext cx="417215" cy="270034"/>
            </a:xfrm>
            <a:custGeom>
              <a:avLst/>
              <a:gdLst>
                <a:gd name="T0" fmla="*/ 190 w 229"/>
                <a:gd name="T1" fmla="*/ 71 h 149"/>
                <a:gd name="T2" fmla="*/ 183 w 229"/>
                <a:gd name="T3" fmla="*/ 72 h 149"/>
                <a:gd name="T4" fmla="*/ 184 w 229"/>
                <a:gd name="T5" fmla="*/ 64 h 149"/>
                <a:gd name="T6" fmla="*/ 120 w 229"/>
                <a:gd name="T7" fmla="*/ 0 h 149"/>
                <a:gd name="T8" fmla="*/ 57 w 229"/>
                <a:gd name="T9" fmla="*/ 59 h 149"/>
                <a:gd name="T10" fmla="*/ 46 w 229"/>
                <a:gd name="T11" fmla="*/ 58 h 149"/>
                <a:gd name="T12" fmla="*/ 0 w 229"/>
                <a:gd name="T13" fmla="*/ 103 h 149"/>
                <a:gd name="T14" fmla="*/ 46 w 229"/>
                <a:gd name="T15" fmla="*/ 149 h 149"/>
                <a:gd name="T16" fmla="*/ 190 w 229"/>
                <a:gd name="T17" fmla="*/ 149 h 149"/>
                <a:gd name="T18" fmla="*/ 229 w 229"/>
                <a:gd name="T19" fmla="*/ 110 h 149"/>
                <a:gd name="T20" fmla="*/ 190 w 229"/>
                <a:gd name="T21" fmla="*/ 71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9" h="149">
                  <a:moveTo>
                    <a:pt x="190" y="71"/>
                  </a:moveTo>
                  <a:cubicBezTo>
                    <a:pt x="187" y="71"/>
                    <a:pt x="185" y="71"/>
                    <a:pt x="183" y="72"/>
                  </a:cubicBezTo>
                  <a:cubicBezTo>
                    <a:pt x="184" y="69"/>
                    <a:pt x="184" y="66"/>
                    <a:pt x="184" y="64"/>
                  </a:cubicBezTo>
                  <a:cubicBezTo>
                    <a:pt x="184" y="29"/>
                    <a:pt x="155" y="0"/>
                    <a:pt x="120" y="0"/>
                  </a:cubicBezTo>
                  <a:cubicBezTo>
                    <a:pt x="87" y="0"/>
                    <a:pt x="59" y="26"/>
                    <a:pt x="57" y="59"/>
                  </a:cubicBezTo>
                  <a:cubicBezTo>
                    <a:pt x="54" y="58"/>
                    <a:pt x="50" y="58"/>
                    <a:pt x="46" y="58"/>
                  </a:cubicBezTo>
                  <a:cubicBezTo>
                    <a:pt x="21" y="58"/>
                    <a:pt x="0" y="78"/>
                    <a:pt x="0" y="103"/>
                  </a:cubicBezTo>
                  <a:cubicBezTo>
                    <a:pt x="0" y="129"/>
                    <a:pt x="21" y="149"/>
                    <a:pt x="46" y="149"/>
                  </a:cubicBezTo>
                  <a:cubicBezTo>
                    <a:pt x="190" y="149"/>
                    <a:pt x="190" y="149"/>
                    <a:pt x="190" y="149"/>
                  </a:cubicBezTo>
                  <a:cubicBezTo>
                    <a:pt x="211" y="149"/>
                    <a:pt x="229" y="132"/>
                    <a:pt x="229" y="110"/>
                  </a:cubicBezTo>
                  <a:cubicBezTo>
                    <a:pt x="229" y="89"/>
                    <a:pt x="211" y="71"/>
                    <a:pt x="190" y="71"/>
                  </a:cubicBezTo>
                  <a:close/>
                </a:path>
              </a:pathLst>
            </a:cu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Freeform 12">
              <a:extLst>
                <a:ext uri="{FF2B5EF4-FFF2-40B4-BE49-F238E27FC236}">
                  <a16:creationId xmlns:a16="http://schemas.microsoft.com/office/drawing/2014/main" id="{2C228DCA-350B-4372-A238-24627CEAB463}"/>
                </a:ext>
              </a:extLst>
            </p:cNvPr>
            <p:cNvSpPr>
              <a:spLocks/>
            </p:cNvSpPr>
            <p:nvPr/>
          </p:nvSpPr>
          <p:spPr bwMode="auto">
            <a:xfrm>
              <a:off x="2190296" y="3829608"/>
              <a:ext cx="414783" cy="270034"/>
            </a:xfrm>
            <a:custGeom>
              <a:avLst/>
              <a:gdLst>
                <a:gd name="T0" fmla="*/ 189 w 228"/>
                <a:gd name="T1" fmla="*/ 71 h 149"/>
                <a:gd name="T2" fmla="*/ 183 w 228"/>
                <a:gd name="T3" fmla="*/ 72 h 149"/>
                <a:gd name="T4" fmla="*/ 184 w 228"/>
                <a:gd name="T5" fmla="*/ 64 h 149"/>
                <a:gd name="T6" fmla="*/ 120 w 228"/>
                <a:gd name="T7" fmla="*/ 0 h 149"/>
                <a:gd name="T8" fmla="*/ 57 w 228"/>
                <a:gd name="T9" fmla="*/ 59 h 149"/>
                <a:gd name="T10" fmla="*/ 46 w 228"/>
                <a:gd name="T11" fmla="*/ 58 h 149"/>
                <a:gd name="T12" fmla="*/ 0 w 228"/>
                <a:gd name="T13" fmla="*/ 103 h 149"/>
                <a:gd name="T14" fmla="*/ 46 w 228"/>
                <a:gd name="T15" fmla="*/ 149 h 149"/>
                <a:gd name="T16" fmla="*/ 189 w 228"/>
                <a:gd name="T17" fmla="*/ 149 h 149"/>
                <a:gd name="T18" fmla="*/ 228 w 228"/>
                <a:gd name="T19" fmla="*/ 110 h 149"/>
                <a:gd name="T20" fmla="*/ 189 w 228"/>
                <a:gd name="T21" fmla="*/ 71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8" h="149">
                  <a:moveTo>
                    <a:pt x="189" y="71"/>
                  </a:moveTo>
                  <a:cubicBezTo>
                    <a:pt x="187" y="71"/>
                    <a:pt x="185" y="71"/>
                    <a:pt x="183" y="72"/>
                  </a:cubicBezTo>
                  <a:cubicBezTo>
                    <a:pt x="184" y="69"/>
                    <a:pt x="184" y="66"/>
                    <a:pt x="184" y="64"/>
                  </a:cubicBezTo>
                  <a:cubicBezTo>
                    <a:pt x="184" y="29"/>
                    <a:pt x="155" y="0"/>
                    <a:pt x="120" y="0"/>
                  </a:cubicBezTo>
                  <a:cubicBezTo>
                    <a:pt x="87" y="0"/>
                    <a:pt x="59" y="26"/>
                    <a:pt x="57" y="59"/>
                  </a:cubicBezTo>
                  <a:cubicBezTo>
                    <a:pt x="53" y="58"/>
                    <a:pt x="50" y="58"/>
                    <a:pt x="46" y="58"/>
                  </a:cubicBezTo>
                  <a:cubicBezTo>
                    <a:pt x="21" y="58"/>
                    <a:pt x="0" y="78"/>
                    <a:pt x="0" y="103"/>
                  </a:cubicBezTo>
                  <a:cubicBezTo>
                    <a:pt x="0" y="129"/>
                    <a:pt x="21" y="149"/>
                    <a:pt x="46" y="149"/>
                  </a:cubicBezTo>
                  <a:cubicBezTo>
                    <a:pt x="189" y="149"/>
                    <a:pt x="189" y="149"/>
                    <a:pt x="189" y="149"/>
                  </a:cubicBezTo>
                  <a:cubicBezTo>
                    <a:pt x="211" y="149"/>
                    <a:pt x="228" y="132"/>
                    <a:pt x="228" y="110"/>
                  </a:cubicBezTo>
                  <a:cubicBezTo>
                    <a:pt x="228" y="89"/>
                    <a:pt x="211" y="71"/>
                    <a:pt x="189" y="71"/>
                  </a:cubicBezTo>
                  <a:close/>
                </a:path>
              </a:pathLst>
            </a:cu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Freeform 13">
              <a:extLst>
                <a:ext uri="{FF2B5EF4-FFF2-40B4-BE49-F238E27FC236}">
                  <a16:creationId xmlns:a16="http://schemas.microsoft.com/office/drawing/2014/main" id="{5EBAA12B-0AD2-49E4-B9C1-F630CAE70B43}"/>
                </a:ext>
              </a:extLst>
            </p:cNvPr>
            <p:cNvSpPr>
              <a:spLocks/>
            </p:cNvSpPr>
            <p:nvPr/>
          </p:nvSpPr>
          <p:spPr bwMode="auto">
            <a:xfrm>
              <a:off x="5239739" y="4038824"/>
              <a:ext cx="343017" cy="225029"/>
            </a:xfrm>
            <a:custGeom>
              <a:avLst/>
              <a:gdLst>
                <a:gd name="T0" fmla="*/ 157 w 189"/>
                <a:gd name="T1" fmla="*/ 59 h 124"/>
                <a:gd name="T2" fmla="*/ 152 w 189"/>
                <a:gd name="T3" fmla="*/ 60 h 124"/>
                <a:gd name="T4" fmla="*/ 152 w 189"/>
                <a:gd name="T5" fmla="*/ 53 h 124"/>
                <a:gd name="T6" fmla="*/ 99 w 189"/>
                <a:gd name="T7" fmla="*/ 0 h 124"/>
                <a:gd name="T8" fmla="*/ 47 w 189"/>
                <a:gd name="T9" fmla="*/ 49 h 124"/>
                <a:gd name="T10" fmla="*/ 38 w 189"/>
                <a:gd name="T11" fmla="*/ 48 h 124"/>
                <a:gd name="T12" fmla="*/ 0 w 189"/>
                <a:gd name="T13" fmla="*/ 86 h 124"/>
                <a:gd name="T14" fmla="*/ 38 w 189"/>
                <a:gd name="T15" fmla="*/ 124 h 124"/>
                <a:gd name="T16" fmla="*/ 157 w 189"/>
                <a:gd name="T17" fmla="*/ 124 h 124"/>
                <a:gd name="T18" fmla="*/ 189 w 189"/>
                <a:gd name="T19" fmla="*/ 91 h 124"/>
                <a:gd name="T20" fmla="*/ 157 w 189"/>
                <a:gd name="T21" fmla="*/ 59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9" h="124">
                  <a:moveTo>
                    <a:pt x="157" y="59"/>
                  </a:moveTo>
                  <a:cubicBezTo>
                    <a:pt x="155" y="59"/>
                    <a:pt x="153" y="59"/>
                    <a:pt x="152" y="60"/>
                  </a:cubicBezTo>
                  <a:cubicBezTo>
                    <a:pt x="152" y="57"/>
                    <a:pt x="152" y="55"/>
                    <a:pt x="152" y="53"/>
                  </a:cubicBezTo>
                  <a:cubicBezTo>
                    <a:pt x="152" y="24"/>
                    <a:pt x="128" y="0"/>
                    <a:pt x="99" y="0"/>
                  </a:cubicBezTo>
                  <a:cubicBezTo>
                    <a:pt x="71" y="0"/>
                    <a:pt x="49" y="22"/>
                    <a:pt x="47" y="49"/>
                  </a:cubicBezTo>
                  <a:cubicBezTo>
                    <a:pt x="44" y="48"/>
                    <a:pt x="41" y="48"/>
                    <a:pt x="38" y="48"/>
                  </a:cubicBezTo>
                  <a:cubicBezTo>
                    <a:pt x="17" y="48"/>
                    <a:pt x="0" y="65"/>
                    <a:pt x="0" y="86"/>
                  </a:cubicBezTo>
                  <a:cubicBezTo>
                    <a:pt x="0" y="107"/>
                    <a:pt x="17" y="124"/>
                    <a:pt x="38" y="124"/>
                  </a:cubicBezTo>
                  <a:cubicBezTo>
                    <a:pt x="157" y="124"/>
                    <a:pt x="157" y="124"/>
                    <a:pt x="157" y="124"/>
                  </a:cubicBezTo>
                  <a:cubicBezTo>
                    <a:pt x="175" y="124"/>
                    <a:pt x="189" y="109"/>
                    <a:pt x="189" y="91"/>
                  </a:cubicBezTo>
                  <a:cubicBezTo>
                    <a:pt x="189" y="74"/>
                    <a:pt x="175" y="59"/>
                    <a:pt x="157" y="59"/>
                  </a:cubicBezTo>
                  <a:close/>
                </a:path>
              </a:pathLst>
            </a:cu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Freeform 14">
              <a:extLst>
                <a:ext uri="{FF2B5EF4-FFF2-40B4-BE49-F238E27FC236}">
                  <a16:creationId xmlns:a16="http://schemas.microsoft.com/office/drawing/2014/main" id="{5B2C77DC-E229-40E3-8023-7C3CA1B471D1}"/>
                </a:ext>
              </a:extLst>
            </p:cNvPr>
            <p:cNvSpPr>
              <a:spLocks/>
            </p:cNvSpPr>
            <p:nvPr/>
          </p:nvSpPr>
          <p:spPr bwMode="auto">
            <a:xfrm>
              <a:off x="1631982" y="5255195"/>
              <a:ext cx="234759" cy="294362"/>
            </a:xfrm>
            <a:custGeom>
              <a:avLst/>
              <a:gdLst>
                <a:gd name="T0" fmla="*/ 26 w 129"/>
                <a:gd name="T1" fmla="*/ 152 h 162"/>
                <a:gd name="T2" fmla="*/ 0 w 129"/>
                <a:gd name="T3" fmla="*/ 24 h 162"/>
                <a:gd name="T4" fmla="*/ 92 w 129"/>
                <a:gd name="T5" fmla="*/ 0 h 162"/>
                <a:gd name="T6" fmla="*/ 112 w 129"/>
                <a:gd name="T7" fmla="*/ 128 h 162"/>
                <a:gd name="T8" fmla="*/ 26 w 129"/>
                <a:gd name="T9" fmla="*/ 152 h 162"/>
              </a:gdLst>
              <a:ahLst/>
              <a:cxnLst>
                <a:cxn ang="0">
                  <a:pos x="T0" y="T1"/>
                </a:cxn>
                <a:cxn ang="0">
                  <a:pos x="T2" y="T3"/>
                </a:cxn>
                <a:cxn ang="0">
                  <a:pos x="T4" y="T5"/>
                </a:cxn>
                <a:cxn ang="0">
                  <a:pos x="T6" y="T7"/>
                </a:cxn>
                <a:cxn ang="0">
                  <a:pos x="T8" y="T9"/>
                </a:cxn>
              </a:cxnLst>
              <a:rect l="0" t="0" r="r" b="b"/>
              <a:pathLst>
                <a:path w="129" h="162">
                  <a:moveTo>
                    <a:pt x="26" y="152"/>
                  </a:moveTo>
                  <a:cubicBezTo>
                    <a:pt x="49" y="98"/>
                    <a:pt x="28" y="54"/>
                    <a:pt x="0" y="24"/>
                  </a:cubicBezTo>
                  <a:cubicBezTo>
                    <a:pt x="54" y="25"/>
                    <a:pt x="84" y="11"/>
                    <a:pt x="92" y="0"/>
                  </a:cubicBezTo>
                  <a:cubicBezTo>
                    <a:pt x="115" y="32"/>
                    <a:pt x="129" y="91"/>
                    <a:pt x="112" y="128"/>
                  </a:cubicBezTo>
                  <a:cubicBezTo>
                    <a:pt x="99" y="142"/>
                    <a:pt x="54" y="162"/>
                    <a:pt x="26" y="152"/>
                  </a:cubicBezTo>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Oval 8">
              <a:extLst>
                <a:ext uri="{FF2B5EF4-FFF2-40B4-BE49-F238E27FC236}">
                  <a16:creationId xmlns:a16="http://schemas.microsoft.com/office/drawing/2014/main" id="{B0CF7856-6478-426D-89AC-C2739589A2B9}"/>
                </a:ext>
              </a:extLst>
            </p:cNvPr>
            <p:cNvSpPr>
              <a:spLocks noChangeArrowheads="1"/>
            </p:cNvSpPr>
            <p:nvPr/>
          </p:nvSpPr>
          <p:spPr bwMode="auto">
            <a:xfrm>
              <a:off x="2321665" y="5950959"/>
              <a:ext cx="774829" cy="128936"/>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 name="Freeform 16">
              <a:extLst>
                <a:ext uri="{FF2B5EF4-FFF2-40B4-BE49-F238E27FC236}">
                  <a16:creationId xmlns:a16="http://schemas.microsoft.com/office/drawing/2014/main" id="{B4A8D9FC-2561-4990-A683-512CC73C3D50}"/>
                </a:ext>
              </a:extLst>
            </p:cNvPr>
            <p:cNvSpPr>
              <a:spLocks/>
            </p:cNvSpPr>
            <p:nvPr/>
          </p:nvSpPr>
          <p:spPr bwMode="auto">
            <a:xfrm>
              <a:off x="1642929" y="5288037"/>
              <a:ext cx="92444" cy="10947"/>
            </a:xfrm>
            <a:custGeom>
              <a:avLst/>
              <a:gdLst>
                <a:gd name="T0" fmla="*/ 51 w 51"/>
                <a:gd name="T1" fmla="*/ 0 h 6"/>
                <a:gd name="T2" fmla="*/ 3 w 51"/>
                <a:gd name="T3" fmla="*/ 6 h 6"/>
                <a:gd name="T4" fmla="*/ 0 w 51"/>
                <a:gd name="T5" fmla="*/ 6 h 6"/>
                <a:gd name="T6" fmla="*/ 3 w 51"/>
                <a:gd name="T7" fmla="*/ 6 h 6"/>
                <a:gd name="T8" fmla="*/ 51 w 51"/>
                <a:gd name="T9" fmla="*/ 0 h 6"/>
                <a:gd name="T10" fmla="*/ 51 w 51"/>
                <a:gd name="T11" fmla="*/ 0 h 6"/>
              </a:gdLst>
              <a:ahLst/>
              <a:cxnLst>
                <a:cxn ang="0">
                  <a:pos x="T0" y="T1"/>
                </a:cxn>
                <a:cxn ang="0">
                  <a:pos x="T2" y="T3"/>
                </a:cxn>
                <a:cxn ang="0">
                  <a:pos x="T4" y="T5"/>
                </a:cxn>
                <a:cxn ang="0">
                  <a:pos x="T6" y="T7"/>
                </a:cxn>
                <a:cxn ang="0">
                  <a:pos x="T8" y="T9"/>
                </a:cxn>
                <a:cxn ang="0">
                  <a:pos x="T10" y="T11"/>
                </a:cxn>
              </a:cxnLst>
              <a:rect l="0" t="0" r="r" b="b"/>
              <a:pathLst>
                <a:path w="51" h="6">
                  <a:moveTo>
                    <a:pt x="51" y="0"/>
                  </a:moveTo>
                  <a:cubicBezTo>
                    <a:pt x="38" y="4"/>
                    <a:pt x="22" y="6"/>
                    <a:pt x="3" y="6"/>
                  </a:cubicBezTo>
                  <a:cubicBezTo>
                    <a:pt x="2" y="6"/>
                    <a:pt x="1" y="6"/>
                    <a:pt x="0" y="6"/>
                  </a:cubicBezTo>
                  <a:cubicBezTo>
                    <a:pt x="1" y="6"/>
                    <a:pt x="2" y="6"/>
                    <a:pt x="3" y="6"/>
                  </a:cubicBezTo>
                  <a:cubicBezTo>
                    <a:pt x="22" y="6"/>
                    <a:pt x="38" y="4"/>
                    <a:pt x="51" y="0"/>
                  </a:cubicBezTo>
                  <a:cubicBezTo>
                    <a:pt x="51" y="0"/>
                    <a:pt x="51" y="0"/>
                    <a:pt x="51" y="0"/>
                  </a:cubicBezTo>
                </a:path>
              </a:pathLst>
            </a:custGeom>
            <a:solidFill>
              <a:srgbClr val="7BA1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 name="Freeform 17">
              <a:extLst>
                <a:ext uri="{FF2B5EF4-FFF2-40B4-BE49-F238E27FC236}">
                  <a16:creationId xmlns:a16="http://schemas.microsoft.com/office/drawing/2014/main" id="{4B9C5135-7EA6-4F74-9BC7-87238CB63EC6}"/>
                </a:ext>
              </a:extLst>
            </p:cNvPr>
            <p:cNvSpPr>
              <a:spLocks/>
            </p:cNvSpPr>
            <p:nvPr/>
          </p:nvSpPr>
          <p:spPr bwMode="auto">
            <a:xfrm>
              <a:off x="1679421" y="5531311"/>
              <a:ext cx="2433"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0" y="0"/>
                    <a:pt x="0" y="0"/>
                    <a:pt x="1" y="0"/>
                  </a:cubicBezTo>
                  <a:cubicBezTo>
                    <a:pt x="0" y="0"/>
                    <a:pt x="0" y="0"/>
                    <a:pt x="0" y="0"/>
                  </a:cubicBezTo>
                </a:path>
              </a:pathLst>
            </a:custGeom>
            <a:solidFill>
              <a:srgbClr val="81A99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Freeform 18">
              <a:extLst>
                <a:ext uri="{FF2B5EF4-FFF2-40B4-BE49-F238E27FC236}">
                  <a16:creationId xmlns:a16="http://schemas.microsoft.com/office/drawing/2014/main" id="{B2A5D18A-0C5A-493A-B10B-864A3DA96CD3}"/>
                </a:ext>
              </a:extLst>
            </p:cNvPr>
            <p:cNvSpPr>
              <a:spLocks/>
            </p:cNvSpPr>
            <p:nvPr/>
          </p:nvSpPr>
          <p:spPr bwMode="auto">
            <a:xfrm>
              <a:off x="1631982" y="5288037"/>
              <a:ext cx="169075" cy="246924"/>
            </a:xfrm>
            <a:custGeom>
              <a:avLst/>
              <a:gdLst>
                <a:gd name="T0" fmla="*/ 57 w 93"/>
                <a:gd name="T1" fmla="*/ 0 h 136"/>
                <a:gd name="T2" fmla="*/ 9 w 93"/>
                <a:gd name="T3" fmla="*/ 6 h 136"/>
                <a:gd name="T4" fmla="*/ 6 w 93"/>
                <a:gd name="T5" fmla="*/ 6 h 136"/>
                <a:gd name="T6" fmla="*/ 0 w 93"/>
                <a:gd name="T7" fmla="*/ 6 h 136"/>
                <a:gd name="T8" fmla="*/ 36 w 93"/>
                <a:gd name="T9" fmla="*/ 89 h 136"/>
                <a:gd name="T10" fmla="*/ 26 w 93"/>
                <a:gd name="T11" fmla="*/ 134 h 136"/>
                <a:gd name="T12" fmla="*/ 26 w 93"/>
                <a:gd name="T13" fmla="*/ 134 h 136"/>
                <a:gd name="T14" fmla="*/ 27 w 93"/>
                <a:gd name="T15" fmla="*/ 134 h 136"/>
                <a:gd name="T16" fmla="*/ 34 w 93"/>
                <a:gd name="T17" fmla="*/ 136 h 136"/>
                <a:gd name="T18" fmla="*/ 91 w 93"/>
                <a:gd name="T19" fmla="*/ 88 h 136"/>
                <a:gd name="T20" fmla="*/ 57 w 93"/>
                <a:gd name="T21" fmla="*/ 0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3" h="136">
                  <a:moveTo>
                    <a:pt x="57" y="0"/>
                  </a:moveTo>
                  <a:cubicBezTo>
                    <a:pt x="44" y="4"/>
                    <a:pt x="28" y="6"/>
                    <a:pt x="9" y="6"/>
                  </a:cubicBezTo>
                  <a:cubicBezTo>
                    <a:pt x="8" y="6"/>
                    <a:pt x="7" y="6"/>
                    <a:pt x="6" y="6"/>
                  </a:cubicBezTo>
                  <a:cubicBezTo>
                    <a:pt x="4" y="6"/>
                    <a:pt x="2" y="6"/>
                    <a:pt x="0" y="6"/>
                  </a:cubicBezTo>
                  <a:cubicBezTo>
                    <a:pt x="20" y="27"/>
                    <a:pt x="36" y="55"/>
                    <a:pt x="36" y="89"/>
                  </a:cubicBezTo>
                  <a:cubicBezTo>
                    <a:pt x="36" y="103"/>
                    <a:pt x="33" y="118"/>
                    <a:pt x="26" y="134"/>
                  </a:cubicBezTo>
                  <a:cubicBezTo>
                    <a:pt x="26" y="134"/>
                    <a:pt x="26" y="134"/>
                    <a:pt x="26" y="134"/>
                  </a:cubicBezTo>
                  <a:cubicBezTo>
                    <a:pt x="26" y="134"/>
                    <a:pt x="26" y="134"/>
                    <a:pt x="27" y="134"/>
                  </a:cubicBezTo>
                  <a:cubicBezTo>
                    <a:pt x="29" y="135"/>
                    <a:pt x="31" y="136"/>
                    <a:pt x="34" y="136"/>
                  </a:cubicBezTo>
                  <a:cubicBezTo>
                    <a:pt x="59" y="127"/>
                    <a:pt x="84" y="102"/>
                    <a:pt x="91" y="88"/>
                  </a:cubicBezTo>
                  <a:cubicBezTo>
                    <a:pt x="93" y="59"/>
                    <a:pt x="77" y="25"/>
                    <a:pt x="57" y="0"/>
                  </a:cubicBezTo>
                </a:path>
              </a:pathLst>
            </a:custGeom>
            <a:solidFill>
              <a:srgbClr val="EBEB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 name="Freeform 19">
              <a:extLst>
                <a:ext uri="{FF2B5EF4-FFF2-40B4-BE49-F238E27FC236}">
                  <a16:creationId xmlns:a16="http://schemas.microsoft.com/office/drawing/2014/main" id="{2FD3F5DA-9156-4FE4-84E7-45EB29A66908}"/>
                </a:ext>
              </a:extLst>
            </p:cNvPr>
            <p:cNvSpPr>
              <a:spLocks/>
            </p:cNvSpPr>
            <p:nvPr/>
          </p:nvSpPr>
          <p:spPr bwMode="auto">
            <a:xfrm>
              <a:off x="1521292" y="5240598"/>
              <a:ext cx="267602" cy="301660"/>
            </a:xfrm>
            <a:custGeom>
              <a:avLst/>
              <a:gdLst>
                <a:gd name="T0" fmla="*/ 80 w 147"/>
                <a:gd name="T1" fmla="*/ 166 h 166"/>
                <a:gd name="T2" fmla="*/ 0 w 147"/>
                <a:gd name="T3" fmla="*/ 61 h 166"/>
                <a:gd name="T4" fmla="*/ 73 w 147"/>
                <a:gd name="T5" fmla="*/ 0 h 166"/>
                <a:gd name="T6" fmla="*/ 147 w 147"/>
                <a:gd name="T7" fmla="*/ 107 h 166"/>
                <a:gd name="T8" fmla="*/ 80 w 147"/>
                <a:gd name="T9" fmla="*/ 166 h 166"/>
              </a:gdLst>
              <a:ahLst/>
              <a:cxnLst>
                <a:cxn ang="0">
                  <a:pos x="T0" y="T1"/>
                </a:cxn>
                <a:cxn ang="0">
                  <a:pos x="T2" y="T3"/>
                </a:cxn>
                <a:cxn ang="0">
                  <a:pos x="T4" y="T5"/>
                </a:cxn>
                <a:cxn ang="0">
                  <a:pos x="T6" y="T7"/>
                </a:cxn>
                <a:cxn ang="0">
                  <a:pos x="T8" y="T9"/>
                </a:cxn>
              </a:cxnLst>
              <a:rect l="0" t="0" r="r" b="b"/>
              <a:pathLst>
                <a:path w="147" h="166">
                  <a:moveTo>
                    <a:pt x="80" y="166"/>
                  </a:moveTo>
                  <a:cubicBezTo>
                    <a:pt x="76" y="107"/>
                    <a:pt x="38" y="77"/>
                    <a:pt x="0" y="61"/>
                  </a:cubicBezTo>
                  <a:cubicBezTo>
                    <a:pt x="50" y="39"/>
                    <a:pt x="70" y="13"/>
                    <a:pt x="73" y="0"/>
                  </a:cubicBezTo>
                  <a:cubicBezTo>
                    <a:pt x="107" y="19"/>
                    <a:pt x="146" y="66"/>
                    <a:pt x="147" y="107"/>
                  </a:cubicBezTo>
                  <a:cubicBezTo>
                    <a:pt x="140" y="125"/>
                    <a:pt x="108" y="163"/>
                    <a:pt x="80" y="166"/>
                  </a:cubicBez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 name="Freeform 20">
              <a:extLst>
                <a:ext uri="{FF2B5EF4-FFF2-40B4-BE49-F238E27FC236}">
                  <a16:creationId xmlns:a16="http://schemas.microsoft.com/office/drawing/2014/main" id="{E068D661-BC46-4794-9369-0BDE6E7A2374}"/>
                </a:ext>
              </a:extLst>
            </p:cNvPr>
            <p:cNvSpPr>
              <a:spLocks/>
            </p:cNvSpPr>
            <p:nvPr/>
          </p:nvSpPr>
          <p:spPr bwMode="auto">
            <a:xfrm>
              <a:off x="1152731" y="5037465"/>
              <a:ext cx="290712" cy="283415"/>
            </a:xfrm>
            <a:custGeom>
              <a:avLst/>
              <a:gdLst>
                <a:gd name="T0" fmla="*/ 160 w 160"/>
                <a:gd name="T1" fmla="*/ 106 h 156"/>
                <a:gd name="T2" fmla="*/ 92 w 160"/>
                <a:gd name="T3" fmla="*/ 0 h 156"/>
                <a:gd name="T4" fmla="*/ 0 w 160"/>
                <a:gd name="T5" fmla="*/ 49 h 156"/>
                <a:gd name="T6" fmla="*/ 84 w 160"/>
                <a:gd name="T7" fmla="*/ 156 h 156"/>
                <a:gd name="T8" fmla="*/ 160 w 160"/>
                <a:gd name="T9" fmla="*/ 106 h 156"/>
              </a:gdLst>
              <a:ahLst/>
              <a:cxnLst>
                <a:cxn ang="0">
                  <a:pos x="T0" y="T1"/>
                </a:cxn>
                <a:cxn ang="0">
                  <a:pos x="T2" y="T3"/>
                </a:cxn>
                <a:cxn ang="0">
                  <a:pos x="T4" y="T5"/>
                </a:cxn>
                <a:cxn ang="0">
                  <a:pos x="T6" y="T7"/>
                </a:cxn>
                <a:cxn ang="0">
                  <a:pos x="T8" y="T9"/>
                </a:cxn>
              </a:cxnLst>
              <a:rect l="0" t="0" r="r" b="b"/>
              <a:pathLst>
                <a:path w="160" h="156">
                  <a:moveTo>
                    <a:pt x="160" y="106"/>
                  </a:moveTo>
                  <a:cubicBezTo>
                    <a:pt x="106" y="84"/>
                    <a:pt x="94" y="42"/>
                    <a:pt x="92" y="0"/>
                  </a:cubicBezTo>
                  <a:cubicBezTo>
                    <a:pt x="54" y="40"/>
                    <a:pt x="13" y="50"/>
                    <a:pt x="0" y="49"/>
                  </a:cubicBezTo>
                  <a:cubicBezTo>
                    <a:pt x="6" y="87"/>
                    <a:pt x="45" y="141"/>
                    <a:pt x="84" y="156"/>
                  </a:cubicBezTo>
                  <a:cubicBezTo>
                    <a:pt x="103" y="156"/>
                    <a:pt x="148" y="133"/>
                    <a:pt x="160" y="106"/>
                  </a:cubicBez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 name="Freeform 21">
              <a:extLst>
                <a:ext uri="{FF2B5EF4-FFF2-40B4-BE49-F238E27FC236}">
                  <a16:creationId xmlns:a16="http://schemas.microsoft.com/office/drawing/2014/main" id="{D74D9E6B-F8BE-4B39-8815-AE4FCAB9B61B}"/>
                </a:ext>
              </a:extLst>
            </p:cNvPr>
            <p:cNvSpPr>
              <a:spLocks noEditPoints="1"/>
            </p:cNvSpPr>
            <p:nvPr/>
          </p:nvSpPr>
          <p:spPr bwMode="auto">
            <a:xfrm>
              <a:off x="1605222" y="5369534"/>
              <a:ext cx="364911" cy="441543"/>
            </a:xfrm>
            <a:custGeom>
              <a:avLst/>
              <a:gdLst>
                <a:gd name="T0" fmla="*/ 261 w 300"/>
                <a:gd name="T1" fmla="*/ 215 h 363"/>
                <a:gd name="T2" fmla="*/ 300 w 300"/>
                <a:gd name="T3" fmla="*/ 208 h 363"/>
                <a:gd name="T4" fmla="*/ 272 w 300"/>
                <a:gd name="T5" fmla="*/ 96 h 363"/>
                <a:gd name="T6" fmla="*/ 237 w 300"/>
                <a:gd name="T7" fmla="*/ 108 h 363"/>
                <a:gd name="T8" fmla="*/ 215 w 300"/>
                <a:gd name="T9" fmla="*/ 0 h 363"/>
                <a:gd name="T10" fmla="*/ 0 w 300"/>
                <a:gd name="T11" fmla="*/ 53 h 363"/>
                <a:gd name="T12" fmla="*/ 67 w 300"/>
                <a:gd name="T13" fmla="*/ 363 h 363"/>
                <a:gd name="T14" fmla="*/ 285 w 300"/>
                <a:gd name="T15" fmla="*/ 326 h 363"/>
                <a:gd name="T16" fmla="*/ 261 w 300"/>
                <a:gd name="T17" fmla="*/ 215 h 363"/>
                <a:gd name="T18" fmla="*/ 260 w 300"/>
                <a:gd name="T19" fmla="*/ 120 h 363"/>
                <a:gd name="T20" fmla="*/ 278 w 300"/>
                <a:gd name="T21" fmla="*/ 198 h 363"/>
                <a:gd name="T22" fmla="*/ 258 w 300"/>
                <a:gd name="T23" fmla="*/ 201 h 363"/>
                <a:gd name="T24" fmla="*/ 240 w 300"/>
                <a:gd name="T25" fmla="*/ 123 h 363"/>
                <a:gd name="T26" fmla="*/ 260 w 300"/>
                <a:gd name="T27" fmla="*/ 120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0" h="363">
                  <a:moveTo>
                    <a:pt x="261" y="215"/>
                  </a:moveTo>
                  <a:lnTo>
                    <a:pt x="300" y="208"/>
                  </a:lnTo>
                  <a:lnTo>
                    <a:pt x="272" y="96"/>
                  </a:lnTo>
                  <a:lnTo>
                    <a:pt x="237" y="108"/>
                  </a:lnTo>
                  <a:lnTo>
                    <a:pt x="215" y="0"/>
                  </a:lnTo>
                  <a:lnTo>
                    <a:pt x="0" y="53"/>
                  </a:lnTo>
                  <a:lnTo>
                    <a:pt x="67" y="363"/>
                  </a:lnTo>
                  <a:lnTo>
                    <a:pt x="285" y="326"/>
                  </a:lnTo>
                  <a:lnTo>
                    <a:pt x="261" y="215"/>
                  </a:lnTo>
                  <a:close/>
                  <a:moveTo>
                    <a:pt x="260" y="120"/>
                  </a:moveTo>
                  <a:lnTo>
                    <a:pt x="278" y="198"/>
                  </a:lnTo>
                  <a:lnTo>
                    <a:pt x="258" y="201"/>
                  </a:lnTo>
                  <a:lnTo>
                    <a:pt x="240" y="123"/>
                  </a:lnTo>
                  <a:lnTo>
                    <a:pt x="260" y="120"/>
                  </a:lnTo>
                  <a:close/>
                </a:path>
              </a:pathLst>
            </a:custGeom>
            <a:solidFill>
              <a:srgbClr val="533E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Freeform 22">
              <a:extLst>
                <a:ext uri="{FF2B5EF4-FFF2-40B4-BE49-F238E27FC236}">
                  <a16:creationId xmlns:a16="http://schemas.microsoft.com/office/drawing/2014/main" id="{6DC4226F-2520-4920-A754-A84B5E6AA468}"/>
                </a:ext>
              </a:extLst>
            </p:cNvPr>
            <p:cNvSpPr>
              <a:spLocks/>
            </p:cNvSpPr>
            <p:nvPr/>
          </p:nvSpPr>
          <p:spPr bwMode="auto">
            <a:xfrm>
              <a:off x="1917829" y="5446166"/>
              <a:ext cx="407484" cy="147181"/>
            </a:xfrm>
            <a:custGeom>
              <a:avLst/>
              <a:gdLst>
                <a:gd name="T0" fmla="*/ 0 w 224"/>
                <a:gd name="T1" fmla="*/ 49 h 81"/>
                <a:gd name="T2" fmla="*/ 7 w 224"/>
                <a:gd name="T3" fmla="*/ 53 h 81"/>
                <a:gd name="T4" fmla="*/ 1 w 224"/>
                <a:gd name="T5" fmla="*/ 58 h 81"/>
                <a:gd name="T6" fmla="*/ 9 w 224"/>
                <a:gd name="T7" fmla="*/ 62 h 81"/>
                <a:gd name="T8" fmla="*/ 9 w 224"/>
                <a:gd name="T9" fmla="*/ 63 h 81"/>
                <a:gd name="T10" fmla="*/ 3 w 224"/>
                <a:gd name="T11" fmla="*/ 68 h 81"/>
                <a:gd name="T12" fmla="*/ 11 w 224"/>
                <a:gd name="T13" fmla="*/ 71 h 81"/>
                <a:gd name="T14" fmla="*/ 4 w 224"/>
                <a:gd name="T15" fmla="*/ 77 h 81"/>
                <a:gd name="T16" fmla="*/ 12 w 224"/>
                <a:gd name="T17" fmla="*/ 79 h 81"/>
                <a:gd name="T18" fmla="*/ 224 w 224"/>
                <a:gd name="T19" fmla="*/ 33 h 81"/>
                <a:gd name="T20" fmla="*/ 213 w 224"/>
                <a:gd name="T21" fmla="*/ 0 h 81"/>
                <a:gd name="T22" fmla="*/ 8 w 224"/>
                <a:gd name="T23" fmla="*/ 45 h 81"/>
                <a:gd name="T24" fmla="*/ 0 w 224"/>
                <a:gd name="T25" fmla="*/ 49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4" h="81">
                  <a:moveTo>
                    <a:pt x="0" y="49"/>
                  </a:moveTo>
                  <a:cubicBezTo>
                    <a:pt x="1" y="53"/>
                    <a:pt x="5" y="53"/>
                    <a:pt x="7" y="53"/>
                  </a:cubicBezTo>
                  <a:cubicBezTo>
                    <a:pt x="5" y="53"/>
                    <a:pt x="1" y="54"/>
                    <a:pt x="1" y="58"/>
                  </a:cubicBezTo>
                  <a:cubicBezTo>
                    <a:pt x="2" y="62"/>
                    <a:pt x="7" y="63"/>
                    <a:pt x="9" y="62"/>
                  </a:cubicBezTo>
                  <a:cubicBezTo>
                    <a:pt x="9" y="63"/>
                    <a:pt x="9" y="63"/>
                    <a:pt x="9" y="63"/>
                  </a:cubicBezTo>
                  <a:cubicBezTo>
                    <a:pt x="8" y="63"/>
                    <a:pt x="3" y="64"/>
                    <a:pt x="3" y="68"/>
                  </a:cubicBezTo>
                  <a:cubicBezTo>
                    <a:pt x="3" y="72"/>
                    <a:pt x="9" y="71"/>
                    <a:pt x="11" y="71"/>
                  </a:cubicBezTo>
                  <a:cubicBezTo>
                    <a:pt x="9" y="72"/>
                    <a:pt x="3" y="73"/>
                    <a:pt x="4" y="77"/>
                  </a:cubicBezTo>
                  <a:cubicBezTo>
                    <a:pt x="4" y="81"/>
                    <a:pt x="12" y="79"/>
                    <a:pt x="12" y="79"/>
                  </a:cubicBezTo>
                  <a:cubicBezTo>
                    <a:pt x="152" y="35"/>
                    <a:pt x="224" y="33"/>
                    <a:pt x="224" y="33"/>
                  </a:cubicBezTo>
                  <a:cubicBezTo>
                    <a:pt x="213" y="0"/>
                    <a:pt x="213" y="0"/>
                    <a:pt x="213" y="0"/>
                  </a:cubicBezTo>
                  <a:cubicBezTo>
                    <a:pt x="64" y="24"/>
                    <a:pt x="22" y="42"/>
                    <a:pt x="8" y="45"/>
                  </a:cubicBezTo>
                  <a:cubicBezTo>
                    <a:pt x="8" y="45"/>
                    <a:pt x="0" y="46"/>
                    <a:pt x="0" y="49"/>
                  </a:cubicBezTo>
                  <a:close/>
                </a:path>
              </a:pathLst>
            </a:custGeom>
            <a:solidFill>
              <a:srgbClr val="FDD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Freeform 23">
              <a:extLst>
                <a:ext uri="{FF2B5EF4-FFF2-40B4-BE49-F238E27FC236}">
                  <a16:creationId xmlns:a16="http://schemas.microsoft.com/office/drawing/2014/main" id="{D32A3C84-3935-4A61-9118-83C3B14A7609}"/>
                </a:ext>
              </a:extLst>
            </p:cNvPr>
            <p:cNvSpPr>
              <a:spLocks/>
            </p:cNvSpPr>
            <p:nvPr/>
          </p:nvSpPr>
          <p:spPr bwMode="auto">
            <a:xfrm>
              <a:off x="2862949" y="5115312"/>
              <a:ext cx="282198" cy="296794"/>
            </a:xfrm>
            <a:custGeom>
              <a:avLst/>
              <a:gdLst>
                <a:gd name="T0" fmla="*/ 74 w 155"/>
                <a:gd name="T1" fmla="*/ 1 h 163"/>
                <a:gd name="T2" fmla="*/ 72 w 155"/>
                <a:gd name="T3" fmla="*/ 8 h 163"/>
                <a:gd name="T4" fmla="*/ 66 w 155"/>
                <a:gd name="T5" fmla="*/ 2 h 163"/>
                <a:gd name="T6" fmla="*/ 63 w 155"/>
                <a:gd name="T7" fmla="*/ 11 h 163"/>
                <a:gd name="T8" fmla="*/ 63 w 155"/>
                <a:gd name="T9" fmla="*/ 11 h 163"/>
                <a:gd name="T10" fmla="*/ 57 w 155"/>
                <a:gd name="T11" fmla="*/ 6 h 163"/>
                <a:gd name="T12" fmla="*/ 54 w 155"/>
                <a:gd name="T13" fmla="*/ 14 h 163"/>
                <a:gd name="T14" fmla="*/ 47 w 155"/>
                <a:gd name="T15" fmla="*/ 8 h 163"/>
                <a:gd name="T16" fmla="*/ 47 w 155"/>
                <a:gd name="T17" fmla="*/ 16 h 163"/>
                <a:gd name="T18" fmla="*/ 0 w 155"/>
                <a:gd name="T19" fmla="*/ 121 h 163"/>
                <a:gd name="T20" fmla="*/ 5 w 155"/>
                <a:gd name="T21" fmla="*/ 156 h 163"/>
                <a:gd name="T22" fmla="*/ 80 w 155"/>
                <a:gd name="T23" fmla="*/ 7 h 163"/>
                <a:gd name="T24" fmla="*/ 74 w 155"/>
                <a:gd name="T25" fmla="*/ 1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5" h="163">
                  <a:moveTo>
                    <a:pt x="74" y="1"/>
                  </a:moveTo>
                  <a:cubicBezTo>
                    <a:pt x="71" y="2"/>
                    <a:pt x="72" y="5"/>
                    <a:pt x="72" y="8"/>
                  </a:cubicBezTo>
                  <a:cubicBezTo>
                    <a:pt x="72" y="5"/>
                    <a:pt x="70" y="1"/>
                    <a:pt x="66" y="2"/>
                  </a:cubicBezTo>
                  <a:cubicBezTo>
                    <a:pt x="62" y="4"/>
                    <a:pt x="62" y="9"/>
                    <a:pt x="63" y="11"/>
                  </a:cubicBezTo>
                  <a:cubicBezTo>
                    <a:pt x="63" y="11"/>
                    <a:pt x="63" y="11"/>
                    <a:pt x="63" y="11"/>
                  </a:cubicBezTo>
                  <a:cubicBezTo>
                    <a:pt x="62" y="10"/>
                    <a:pt x="60" y="5"/>
                    <a:pt x="57" y="6"/>
                  </a:cubicBezTo>
                  <a:cubicBezTo>
                    <a:pt x="53" y="7"/>
                    <a:pt x="54" y="12"/>
                    <a:pt x="54" y="14"/>
                  </a:cubicBezTo>
                  <a:cubicBezTo>
                    <a:pt x="54" y="12"/>
                    <a:pt x="51" y="6"/>
                    <a:pt x="47" y="8"/>
                  </a:cubicBezTo>
                  <a:cubicBezTo>
                    <a:pt x="44" y="9"/>
                    <a:pt x="47" y="16"/>
                    <a:pt x="47" y="16"/>
                  </a:cubicBezTo>
                  <a:cubicBezTo>
                    <a:pt x="110" y="149"/>
                    <a:pt x="0" y="121"/>
                    <a:pt x="0" y="121"/>
                  </a:cubicBezTo>
                  <a:cubicBezTo>
                    <a:pt x="5" y="156"/>
                    <a:pt x="5" y="156"/>
                    <a:pt x="5" y="156"/>
                  </a:cubicBezTo>
                  <a:cubicBezTo>
                    <a:pt x="155" y="163"/>
                    <a:pt x="85" y="20"/>
                    <a:pt x="80" y="7"/>
                  </a:cubicBezTo>
                  <a:cubicBezTo>
                    <a:pt x="80" y="7"/>
                    <a:pt x="77" y="0"/>
                    <a:pt x="74" y="1"/>
                  </a:cubicBezTo>
                  <a:close/>
                </a:path>
              </a:pathLst>
            </a:custGeom>
            <a:solidFill>
              <a:srgbClr val="FDD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8" name="Freeform 24">
              <a:extLst>
                <a:ext uri="{FF2B5EF4-FFF2-40B4-BE49-F238E27FC236}">
                  <a16:creationId xmlns:a16="http://schemas.microsoft.com/office/drawing/2014/main" id="{605F7FF3-BA26-4835-8B4E-C84663C5DA09}"/>
                </a:ext>
              </a:extLst>
            </p:cNvPr>
            <p:cNvSpPr>
              <a:spLocks/>
            </p:cNvSpPr>
            <p:nvPr/>
          </p:nvSpPr>
          <p:spPr bwMode="auto">
            <a:xfrm>
              <a:off x="2862949" y="5335475"/>
              <a:ext cx="42573" cy="63252"/>
            </a:xfrm>
            <a:custGeom>
              <a:avLst/>
              <a:gdLst>
                <a:gd name="T0" fmla="*/ 0 w 23"/>
                <a:gd name="T1" fmla="*/ 0 h 35"/>
                <a:gd name="T2" fmla="*/ 5 w 23"/>
                <a:gd name="T3" fmla="*/ 35 h 35"/>
                <a:gd name="T4" fmla="*/ 23 w 23"/>
                <a:gd name="T5" fmla="*/ 35 h 35"/>
                <a:gd name="T6" fmla="*/ 21 w 23"/>
                <a:gd name="T7" fmla="*/ 3 h 35"/>
                <a:gd name="T8" fmla="*/ 0 w 23"/>
                <a:gd name="T9" fmla="*/ 0 h 35"/>
              </a:gdLst>
              <a:ahLst/>
              <a:cxnLst>
                <a:cxn ang="0">
                  <a:pos x="T0" y="T1"/>
                </a:cxn>
                <a:cxn ang="0">
                  <a:pos x="T2" y="T3"/>
                </a:cxn>
                <a:cxn ang="0">
                  <a:pos x="T4" y="T5"/>
                </a:cxn>
                <a:cxn ang="0">
                  <a:pos x="T6" y="T7"/>
                </a:cxn>
                <a:cxn ang="0">
                  <a:pos x="T8" y="T9"/>
                </a:cxn>
              </a:cxnLst>
              <a:rect l="0" t="0" r="r" b="b"/>
              <a:pathLst>
                <a:path w="23" h="35">
                  <a:moveTo>
                    <a:pt x="0" y="0"/>
                  </a:moveTo>
                  <a:cubicBezTo>
                    <a:pt x="5" y="35"/>
                    <a:pt x="5" y="35"/>
                    <a:pt x="5" y="35"/>
                  </a:cubicBezTo>
                  <a:cubicBezTo>
                    <a:pt x="11" y="35"/>
                    <a:pt x="17" y="35"/>
                    <a:pt x="23" y="35"/>
                  </a:cubicBezTo>
                  <a:cubicBezTo>
                    <a:pt x="21" y="3"/>
                    <a:pt x="21" y="3"/>
                    <a:pt x="21" y="3"/>
                  </a:cubicBezTo>
                  <a:cubicBezTo>
                    <a:pt x="10" y="2"/>
                    <a:pt x="0" y="0"/>
                    <a:pt x="0" y="0"/>
                  </a:cubicBez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9" name="Freeform 25">
              <a:extLst>
                <a:ext uri="{FF2B5EF4-FFF2-40B4-BE49-F238E27FC236}">
                  <a16:creationId xmlns:a16="http://schemas.microsoft.com/office/drawing/2014/main" id="{839BA4D5-9E3F-4D79-B42F-BEA5F5803A41}"/>
                </a:ext>
              </a:extLst>
            </p:cNvPr>
            <p:cNvSpPr>
              <a:spLocks/>
            </p:cNvSpPr>
            <p:nvPr/>
          </p:nvSpPr>
          <p:spPr bwMode="auto">
            <a:xfrm>
              <a:off x="2336261" y="5631054"/>
              <a:ext cx="760231" cy="327204"/>
            </a:xfrm>
            <a:custGeom>
              <a:avLst/>
              <a:gdLst>
                <a:gd name="T0" fmla="*/ 409 w 418"/>
                <a:gd name="T1" fmla="*/ 50 h 180"/>
                <a:gd name="T2" fmla="*/ 367 w 418"/>
                <a:gd name="T3" fmla="*/ 69 h 180"/>
                <a:gd name="T4" fmla="*/ 365 w 418"/>
                <a:gd name="T5" fmla="*/ 13 h 180"/>
                <a:gd name="T6" fmla="*/ 323 w 418"/>
                <a:gd name="T7" fmla="*/ 23 h 180"/>
                <a:gd name="T8" fmla="*/ 45 w 418"/>
                <a:gd name="T9" fmla="*/ 84 h 180"/>
                <a:gd name="T10" fmla="*/ 56 w 418"/>
                <a:gd name="T11" fmla="*/ 128 h 180"/>
                <a:gd name="T12" fmla="*/ 24 w 418"/>
                <a:gd name="T13" fmla="*/ 125 h 180"/>
                <a:gd name="T14" fmla="*/ 25 w 418"/>
                <a:gd name="T15" fmla="*/ 177 h 180"/>
                <a:gd name="T16" fmla="*/ 33 w 418"/>
                <a:gd name="T17" fmla="*/ 144 h 180"/>
                <a:gd name="T18" fmla="*/ 74 w 418"/>
                <a:gd name="T19" fmla="*/ 152 h 180"/>
                <a:gd name="T20" fmla="*/ 75 w 418"/>
                <a:gd name="T21" fmla="*/ 98 h 180"/>
                <a:gd name="T22" fmla="*/ 345 w 418"/>
                <a:gd name="T23" fmla="*/ 35 h 180"/>
                <a:gd name="T24" fmla="*/ 355 w 418"/>
                <a:gd name="T25" fmla="*/ 103 h 180"/>
                <a:gd name="T26" fmla="*/ 409 w 418"/>
                <a:gd name="T27" fmla="*/ 5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18" h="180">
                  <a:moveTo>
                    <a:pt x="409" y="50"/>
                  </a:moveTo>
                  <a:cubicBezTo>
                    <a:pt x="400" y="19"/>
                    <a:pt x="367" y="69"/>
                    <a:pt x="367" y="69"/>
                  </a:cubicBezTo>
                  <a:cubicBezTo>
                    <a:pt x="367" y="69"/>
                    <a:pt x="376" y="27"/>
                    <a:pt x="365" y="13"/>
                  </a:cubicBezTo>
                  <a:cubicBezTo>
                    <a:pt x="355" y="0"/>
                    <a:pt x="329" y="18"/>
                    <a:pt x="323" y="23"/>
                  </a:cubicBezTo>
                  <a:cubicBezTo>
                    <a:pt x="45" y="84"/>
                    <a:pt x="45" y="84"/>
                    <a:pt x="45" y="84"/>
                  </a:cubicBezTo>
                  <a:cubicBezTo>
                    <a:pt x="56" y="128"/>
                    <a:pt x="56" y="128"/>
                    <a:pt x="56" y="128"/>
                  </a:cubicBezTo>
                  <a:cubicBezTo>
                    <a:pt x="24" y="125"/>
                    <a:pt x="24" y="125"/>
                    <a:pt x="24" y="125"/>
                  </a:cubicBezTo>
                  <a:cubicBezTo>
                    <a:pt x="24" y="125"/>
                    <a:pt x="0" y="174"/>
                    <a:pt x="25" y="177"/>
                  </a:cubicBezTo>
                  <a:cubicBezTo>
                    <a:pt x="50" y="180"/>
                    <a:pt x="33" y="144"/>
                    <a:pt x="33" y="144"/>
                  </a:cubicBezTo>
                  <a:cubicBezTo>
                    <a:pt x="33" y="144"/>
                    <a:pt x="57" y="157"/>
                    <a:pt x="74" y="152"/>
                  </a:cubicBezTo>
                  <a:cubicBezTo>
                    <a:pt x="88" y="148"/>
                    <a:pt x="77" y="110"/>
                    <a:pt x="75" y="98"/>
                  </a:cubicBezTo>
                  <a:cubicBezTo>
                    <a:pt x="258" y="87"/>
                    <a:pt x="343" y="37"/>
                    <a:pt x="345" y="35"/>
                  </a:cubicBezTo>
                  <a:cubicBezTo>
                    <a:pt x="345" y="35"/>
                    <a:pt x="350" y="80"/>
                    <a:pt x="355" y="103"/>
                  </a:cubicBezTo>
                  <a:cubicBezTo>
                    <a:pt x="355" y="103"/>
                    <a:pt x="418" y="81"/>
                    <a:pt x="409" y="50"/>
                  </a:cubicBezTo>
                  <a:close/>
                </a:path>
              </a:pathLst>
            </a:custGeom>
            <a:solidFill>
              <a:srgbClr val="533E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0" name="Freeform 26">
              <a:extLst>
                <a:ext uri="{FF2B5EF4-FFF2-40B4-BE49-F238E27FC236}">
                  <a16:creationId xmlns:a16="http://schemas.microsoft.com/office/drawing/2014/main" id="{55DAE8C0-889A-4FCB-A191-7B04C3B9A904}"/>
                </a:ext>
              </a:extLst>
            </p:cNvPr>
            <p:cNvSpPr>
              <a:spLocks/>
            </p:cNvSpPr>
            <p:nvPr/>
          </p:nvSpPr>
          <p:spPr bwMode="auto">
            <a:xfrm>
              <a:off x="2862949" y="5335475"/>
              <a:ext cx="27977" cy="63252"/>
            </a:xfrm>
            <a:custGeom>
              <a:avLst/>
              <a:gdLst>
                <a:gd name="T0" fmla="*/ 0 w 15"/>
                <a:gd name="T1" fmla="*/ 0 h 35"/>
                <a:gd name="T2" fmla="*/ 5 w 15"/>
                <a:gd name="T3" fmla="*/ 35 h 35"/>
                <a:gd name="T4" fmla="*/ 15 w 15"/>
                <a:gd name="T5" fmla="*/ 35 h 35"/>
                <a:gd name="T6" fmla="*/ 1 w 15"/>
                <a:gd name="T7" fmla="*/ 0 h 35"/>
                <a:gd name="T8" fmla="*/ 0 w 15"/>
                <a:gd name="T9" fmla="*/ 0 h 35"/>
              </a:gdLst>
              <a:ahLst/>
              <a:cxnLst>
                <a:cxn ang="0">
                  <a:pos x="T0" y="T1"/>
                </a:cxn>
                <a:cxn ang="0">
                  <a:pos x="T2" y="T3"/>
                </a:cxn>
                <a:cxn ang="0">
                  <a:pos x="T4" y="T5"/>
                </a:cxn>
                <a:cxn ang="0">
                  <a:pos x="T6" y="T7"/>
                </a:cxn>
                <a:cxn ang="0">
                  <a:pos x="T8" y="T9"/>
                </a:cxn>
              </a:cxnLst>
              <a:rect l="0" t="0" r="r" b="b"/>
              <a:pathLst>
                <a:path w="15" h="35">
                  <a:moveTo>
                    <a:pt x="0" y="0"/>
                  </a:moveTo>
                  <a:cubicBezTo>
                    <a:pt x="5" y="35"/>
                    <a:pt x="5" y="35"/>
                    <a:pt x="5" y="35"/>
                  </a:cubicBezTo>
                  <a:cubicBezTo>
                    <a:pt x="9" y="35"/>
                    <a:pt x="12" y="35"/>
                    <a:pt x="15" y="35"/>
                  </a:cubicBezTo>
                  <a:cubicBezTo>
                    <a:pt x="1" y="0"/>
                    <a:pt x="1" y="0"/>
                    <a:pt x="1" y="0"/>
                  </a:cubicBezTo>
                  <a:cubicBezTo>
                    <a:pt x="1" y="0"/>
                    <a:pt x="0" y="0"/>
                    <a:pt x="0" y="0"/>
                  </a:cubicBez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1" name="Freeform 27">
              <a:extLst>
                <a:ext uri="{FF2B5EF4-FFF2-40B4-BE49-F238E27FC236}">
                  <a16:creationId xmlns:a16="http://schemas.microsoft.com/office/drawing/2014/main" id="{2E2E6EDB-DACE-4EE2-9B78-730CF6432FFB}"/>
                </a:ext>
              </a:extLst>
            </p:cNvPr>
            <p:cNvSpPr>
              <a:spLocks/>
            </p:cNvSpPr>
            <p:nvPr/>
          </p:nvSpPr>
          <p:spPr bwMode="auto">
            <a:xfrm>
              <a:off x="2215839" y="4628764"/>
              <a:ext cx="647109" cy="827132"/>
            </a:xfrm>
            <a:custGeom>
              <a:avLst/>
              <a:gdLst>
                <a:gd name="T0" fmla="*/ 356 w 356"/>
                <a:gd name="T1" fmla="*/ 387 h 455"/>
                <a:gd name="T2" fmla="*/ 49 w 356"/>
                <a:gd name="T3" fmla="*/ 201 h 455"/>
                <a:gd name="T4" fmla="*/ 49 w 356"/>
                <a:gd name="T5" fmla="*/ 450 h 455"/>
                <a:gd name="T6" fmla="*/ 356 w 356"/>
                <a:gd name="T7" fmla="*/ 387 h 455"/>
              </a:gdLst>
              <a:ahLst/>
              <a:cxnLst>
                <a:cxn ang="0">
                  <a:pos x="T0" y="T1"/>
                </a:cxn>
                <a:cxn ang="0">
                  <a:pos x="T2" y="T3"/>
                </a:cxn>
                <a:cxn ang="0">
                  <a:pos x="T4" y="T5"/>
                </a:cxn>
                <a:cxn ang="0">
                  <a:pos x="T6" y="T7"/>
                </a:cxn>
              </a:cxnLst>
              <a:rect l="0" t="0" r="r" b="b"/>
              <a:pathLst>
                <a:path w="356" h="455">
                  <a:moveTo>
                    <a:pt x="356" y="387"/>
                  </a:moveTo>
                  <a:cubicBezTo>
                    <a:pt x="356" y="387"/>
                    <a:pt x="303" y="0"/>
                    <a:pt x="49" y="201"/>
                  </a:cubicBezTo>
                  <a:cubicBezTo>
                    <a:pt x="49" y="201"/>
                    <a:pt x="0" y="260"/>
                    <a:pt x="49" y="450"/>
                  </a:cubicBezTo>
                  <a:cubicBezTo>
                    <a:pt x="310" y="455"/>
                    <a:pt x="356" y="387"/>
                    <a:pt x="356" y="387"/>
                  </a:cubicBezTo>
                  <a:close/>
                </a:path>
              </a:pathLst>
            </a:custGeom>
            <a:solidFill>
              <a:srgbClr val="FDD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2" name="Freeform 28">
              <a:extLst>
                <a:ext uri="{FF2B5EF4-FFF2-40B4-BE49-F238E27FC236}">
                  <a16:creationId xmlns:a16="http://schemas.microsoft.com/office/drawing/2014/main" id="{BBCAE3E5-2104-42AC-B78C-7991EC3BE112}"/>
                </a:ext>
              </a:extLst>
            </p:cNvPr>
            <p:cNvSpPr>
              <a:spLocks/>
            </p:cNvSpPr>
            <p:nvPr/>
          </p:nvSpPr>
          <p:spPr bwMode="auto">
            <a:xfrm>
              <a:off x="2304635" y="5331827"/>
              <a:ext cx="619133" cy="452490"/>
            </a:xfrm>
            <a:custGeom>
              <a:avLst/>
              <a:gdLst>
                <a:gd name="T0" fmla="*/ 307 w 340"/>
                <a:gd name="T1" fmla="*/ 0 h 249"/>
                <a:gd name="T2" fmla="*/ 340 w 340"/>
                <a:gd name="T3" fmla="*/ 188 h 249"/>
                <a:gd name="T4" fmla="*/ 62 w 340"/>
                <a:gd name="T5" fmla="*/ 249 h 249"/>
                <a:gd name="T6" fmla="*/ 0 w 340"/>
                <a:gd name="T7" fmla="*/ 63 h 249"/>
                <a:gd name="T8" fmla="*/ 307 w 340"/>
                <a:gd name="T9" fmla="*/ 0 h 249"/>
              </a:gdLst>
              <a:ahLst/>
              <a:cxnLst>
                <a:cxn ang="0">
                  <a:pos x="T0" y="T1"/>
                </a:cxn>
                <a:cxn ang="0">
                  <a:pos x="T2" y="T3"/>
                </a:cxn>
                <a:cxn ang="0">
                  <a:pos x="T4" y="T5"/>
                </a:cxn>
                <a:cxn ang="0">
                  <a:pos x="T6" y="T7"/>
                </a:cxn>
                <a:cxn ang="0">
                  <a:pos x="T8" y="T9"/>
                </a:cxn>
              </a:cxnLst>
              <a:rect l="0" t="0" r="r" b="b"/>
              <a:pathLst>
                <a:path w="340" h="249">
                  <a:moveTo>
                    <a:pt x="307" y="0"/>
                  </a:moveTo>
                  <a:cubicBezTo>
                    <a:pt x="340" y="188"/>
                    <a:pt x="340" y="188"/>
                    <a:pt x="340" y="188"/>
                  </a:cubicBezTo>
                  <a:cubicBezTo>
                    <a:pt x="340" y="188"/>
                    <a:pt x="229" y="235"/>
                    <a:pt x="62" y="249"/>
                  </a:cubicBezTo>
                  <a:cubicBezTo>
                    <a:pt x="0" y="63"/>
                    <a:pt x="0" y="63"/>
                    <a:pt x="0" y="63"/>
                  </a:cubicBezTo>
                  <a:cubicBezTo>
                    <a:pt x="0" y="63"/>
                    <a:pt x="211" y="54"/>
                    <a:pt x="307" y="0"/>
                  </a:cubicBez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3" name="Freeform 29">
              <a:extLst>
                <a:ext uri="{FF2B5EF4-FFF2-40B4-BE49-F238E27FC236}">
                  <a16:creationId xmlns:a16="http://schemas.microsoft.com/office/drawing/2014/main" id="{63300E3D-F07B-492E-82E6-C3DA183B6546}"/>
                </a:ext>
              </a:extLst>
            </p:cNvPr>
            <p:cNvSpPr>
              <a:spLocks/>
            </p:cNvSpPr>
            <p:nvPr/>
          </p:nvSpPr>
          <p:spPr bwMode="auto">
            <a:xfrm>
              <a:off x="2501687" y="5401159"/>
              <a:ext cx="265169" cy="246924"/>
            </a:xfrm>
            <a:custGeom>
              <a:avLst/>
              <a:gdLst>
                <a:gd name="T0" fmla="*/ 137 w 146"/>
                <a:gd name="T1" fmla="*/ 0 h 136"/>
                <a:gd name="T2" fmla="*/ 146 w 146"/>
                <a:gd name="T3" fmla="*/ 11 h 136"/>
                <a:gd name="T4" fmla="*/ 140 w 146"/>
                <a:gd name="T5" fmla="*/ 27 h 136"/>
                <a:gd name="T6" fmla="*/ 32 w 146"/>
                <a:gd name="T7" fmla="*/ 136 h 136"/>
                <a:gd name="T8" fmla="*/ 0 w 146"/>
                <a:gd name="T9" fmla="*/ 109 h 136"/>
                <a:gd name="T10" fmla="*/ 28 w 146"/>
                <a:gd name="T11" fmla="*/ 82 h 136"/>
                <a:gd name="T12" fmla="*/ 122 w 146"/>
                <a:gd name="T13" fmla="*/ 31 h 136"/>
                <a:gd name="T14" fmla="*/ 109 w 146"/>
                <a:gd name="T15" fmla="*/ 19 h 136"/>
                <a:gd name="T16" fmla="*/ 113 w 146"/>
                <a:gd name="T17" fmla="*/ 8 h 136"/>
                <a:gd name="T18" fmla="*/ 137 w 146"/>
                <a:gd name="T19" fmla="*/ 0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6" h="136">
                  <a:moveTo>
                    <a:pt x="137" y="0"/>
                  </a:moveTo>
                  <a:cubicBezTo>
                    <a:pt x="146" y="11"/>
                    <a:pt x="146" y="11"/>
                    <a:pt x="146" y="11"/>
                  </a:cubicBezTo>
                  <a:cubicBezTo>
                    <a:pt x="140" y="27"/>
                    <a:pt x="140" y="27"/>
                    <a:pt x="140" y="27"/>
                  </a:cubicBezTo>
                  <a:cubicBezTo>
                    <a:pt x="140" y="27"/>
                    <a:pt x="143" y="120"/>
                    <a:pt x="32" y="136"/>
                  </a:cubicBezTo>
                  <a:cubicBezTo>
                    <a:pt x="0" y="109"/>
                    <a:pt x="0" y="109"/>
                    <a:pt x="0" y="109"/>
                  </a:cubicBezTo>
                  <a:cubicBezTo>
                    <a:pt x="28" y="82"/>
                    <a:pt x="28" y="82"/>
                    <a:pt x="28" y="82"/>
                  </a:cubicBezTo>
                  <a:cubicBezTo>
                    <a:pt x="121" y="90"/>
                    <a:pt x="122" y="31"/>
                    <a:pt x="122" y="31"/>
                  </a:cubicBezTo>
                  <a:cubicBezTo>
                    <a:pt x="109" y="19"/>
                    <a:pt x="109" y="19"/>
                    <a:pt x="109" y="19"/>
                  </a:cubicBezTo>
                  <a:cubicBezTo>
                    <a:pt x="113" y="8"/>
                    <a:pt x="113" y="8"/>
                    <a:pt x="113" y="8"/>
                  </a:cubicBezTo>
                  <a:lnTo>
                    <a:pt x="137" y="0"/>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4" name="Freeform 30">
              <a:extLst>
                <a:ext uri="{FF2B5EF4-FFF2-40B4-BE49-F238E27FC236}">
                  <a16:creationId xmlns:a16="http://schemas.microsoft.com/office/drawing/2014/main" id="{6ED6E116-60ED-4621-A4F9-941B2E09E74E}"/>
                </a:ext>
              </a:extLst>
            </p:cNvPr>
            <p:cNvSpPr>
              <a:spLocks/>
            </p:cNvSpPr>
            <p:nvPr/>
          </p:nvSpPr>
          <p:spPr bwMode="auto">
            <a:xfrm>
              <a:off x="2501687" y="5401159"/>
              <a:ext cx="265169" cy="229895"/>
            </a:xfrm>
            <a:custGeom>
              <a:avLst/>
              <a:gdLst>
                <a:gd name="T0" fmla="*/ 137 w 146"/>
                <a:gd name="T1" fmla="*/ 0 h 127"/>
                <a:gd name="T2" fmla="*/ 146 w 146"/>
                <a:gd name="T3" fmla="*/ 11 h 127"/>
                <a:gd name="T4" fmla="*/ 140 w 146"/>
                <a:gd name="T5" fmla="*/ 27 h 127"/>
                <a:gd name="T6" fmla="*/ 32 w 146"/>
                <a:gd name="T7" fmla="*/ 127 h 127"/>
                <a:gd name="T8" fmla="*/ 0 w 146"/>
                <a:gd name="T9" fmla="*/ 100 h 127"/>
                <a:gd name="T10" fmla="*/ 28 w 146"/>
                <a:gd name="T11" fmla="*/ 73 h 127"/>
                <a:gd name="T12" fmla="*/ 122 w 146"/>
                <a:gd name="T13" fmla="*/ 31 h 127"/>
                <a:gd name="T14" fmla="*/ 109 w 146"/>
                <a:gd name="T15" fmla="*/ 19 h 127"/>
                <a:gd name="T16" fmla="*/ 113 w 146"/>
                <a:gd name="T17" fmla="*/ 8 h 127"/>
                <a:gd name="T18" fmla="*/ 137 w 146"/>
                <a:gd name="T19"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6" h="127">
                  <a:moveTo>
                    <a:pt x="137" y="0"/>
                  </a:moveTo>
                  <a:cubicBezTo>
                    <a:pt x="146" y="11"/>
                    <a:pt x="146" y="11"/>
                    <a:pt x="146" y="11"/>
                  </a:cubicBezTo>
                  <a:cubicBezTo>
                    <a:pt x="140" y="27"/>
                    <a:pt x="140" y="27"/>
                    <a:pt x="140" y="27"/>
                  </a:cubicBezTo>
                  <a:cubicBezTo>
                    <a:pt x="140" y="27"/>
                    <a:pt x="143" y="112"/>
                    <a:pt x="32" y="127"/>
                  </a:cubicBezTo>
                  <a:cubicBezTo>
                    <a:pt x="0" y="100"/>
                    <a:pt x="0" y="100"/>
                    <a:pt x="0" y="100"/>
                  </a:cubicBezTo>
                  <a:cubicBezTo>
                    <a:pt x="28" y="73"/>
                    <a:pt x="28" y="73"/>
                    <a:pt x="28" y="73"/>
                  </a:cubicBezTo>
                  <a:cubicBezTo>
                    <a:pt x="121" y="81"/>
                    <a:pt x="122" y="31"/>
                    <a:pt x="122" y="31"/>
                  </a:cubicBezTo>
                  <a:cubicBezTo>
                    <a:pt x="109" y="19"/>
                    <a:pt x="109" y="19"/>
                    <a:pt x="109" y="19"/>
                  </a:cubicBezTo>
                  <a:cubicBezTo>
                    <a:pt x="113" y="8"/>
                    <a:pt x="113" y="8"/>
                    <a:pt x="113" y="8"/>
                  </a:cubicBezTo>
                  <a:lnTo>
                    <a:pt x="137" y="0"/>
                  </a:lnTo>
                  <a:close/>
                </a:path>
              </a:pathLst>
            </a:custGeom>
            <a:solidFill>
              <a:srgbClr val="533E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5" name="Freeform 31">
              <a:extLst>
                <a:ext uri="{FF2B5EF4-FFF2-40B4-BE49-F238E27FC236}">
                  <a16:creationId xmlns:a16="http://schemas.microsoft.com/office/drawing/2014/main" id="{F6F96E53-0944-4104-91C1-2125935341E8}"/>
                </a:ext>
              </a:extLst>
            </p:cNvPr>
            <p:cNvSpPr>
              <a:spLocks/>
            </p:cNvSpPr>
            <p:nvPr/>
          </p:nvSpPr>
          <p:spPr bwMode="auto">
            <a:xfrm>
              <a:off x="1928776" y="5542259"/>
              <a:ext cx="1216" cy="0"/>
            </a:xfrm>
            <a:custGeom>
              <a:avLst/>
              <a:gdLst>
                <a:gd name="T0" fmla="*/ 0 w 1"/>
                <a:gd name="T1" fmla="*/ 1 w 1"/>
                <a:gd name="T2" fmla="*/ 0 w 1"/>
              </a:gdLst>
              <a:ahLst/>
              <a:cxnLst>
                <a:cxn ang="0">
                  <a:pos x="T0" y="0"/>
                </a:cxn>
                <a:cxn ang="0">
                  <a:pos x="T1" y="0"/>
                </a:cxn>
                <a:cxn ang="0">
                  <a:pos x="T2" y="0"/>
                </a:cxn>
              </a:cxnLst>
              <a:rect l="0" t="0" r="r" b="b"/>
              <a:pathLst>
                <a:path w="1">
                  <a:moveTo>
                    <a:pt x="0" y="0"/>
                  </a:moveTo>
                  <a:lnTo>
                    <a:pt x="1" y="0"/>
                  </a:lnTo>
                  <a:lnTo>
                    <a:pt x="0" y="0"/>
                  </a:lnTo>
                  <a:close/>
                </a:path>
              </a:pathLst>
            </a:custGeom>
            <a:solidFill>
              <a:srgbClr val="FDD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6" name="Freeform 32">
              <a:extLst>
                <a:ext uri="{FF2B5EF4-FFF2-40B4-BE49-F238E27FC236}">
                  <a16:creationId xmlns:a16="http://schemas.microsoft.com/office/drawing/2014/main" id="{17DD459C-B3ED-4787-A467-73C9556A8611}"/>
                </a:ext>
              </a:extLst>
            </p:cNvPr>
            <p:cNvSpPr>
              <a:spLocks/>
            </p:cNvSpPr>
            <p:nvPr/>
          </p:nvSpPr>
          <p:spPr bwMode="auto">
            <a:xfrm>
              <a:off x="2263278" y="5446166"/>
              <a:ext cx="62034" cy="65684"/>
            </a:xfrm>
            <a:custGeom>
              <a:avLst/>
              <a:gdLst>
                <a:gd name="T0" fmla="*/ 23 w 34"/>
                <a:gd name="T1" fmla="*/ 0 h 36"/>
                <a:gd name="T2" fmla="*/ 0 w 34"/>
                <a:gd name="T3" fmla="*/ 4 h 36"/>
                <a:gd name="T4" fmla="*/ 9 w 34"/>
                <a:gd name="T5" fmla="*/ 36 h 36"/>
                <a:gd name="T6" fmla="*/ 34 w 34"/>
                <a:gd name="T7" fmla="*/ 33 h 36"/>
                <a:gd name="T8" fmla="*/ 23 w 34"/>
                <a:gd name="T9" fmla="*/ 0 h 36"/>
              </a:gdLst>
              <a:ahLst/>
              <a:cxnLst>
                <a:cxn ang="0">
                  <a:pos x="T0" y="T1"/>
                </a:cxn>
                <a:cxn ang="0">
                  <a:pos x="T2" y="T3"/>
                </a:cxn>
                <a:cxn ang="0">
                  <a:pos x="T4" y="T5"/>
                </a:cxn>
                <a:cxn ang="0">
                  <a:pos x="T6" y="T7"/>
                </a:cxn>
                <a:cxn ang="0">
                  <a:pos x="T8" y="T9"/>
                </a:cxn>
              </a:cxnLst>
              <a:rect l="0" t="0" r="r" b="b"/>
              <a:pathLst>
                <a:path w="34" h="36">
                  <a:moveTo>
                    <a:pt x="23" y="0"/>
                  </a:moveTo>
                  <a:cubicBezTo>
                    <a:pt x="15" y="2"/>
                    <a:pt x="7" y="3"/>
                    <a:pt x="0" y="4"/>
                  </a:cubicBezTo>
                  <a:cubicBezTo>
                    <a:pt x="9" y="36"/>
                    <a:pt x="9" y="36"/>
                    <a:pt x="9" y="36"/>
                  </a:cubicBezTo>
                  <a:cubicBezTo>
                    <a:pt x="26" y="33"/>
                    <a:pt x="34" y="33"/>
                    <a:pt x="34" y="33"/>
                  </a:cubicBezTo>
                  <a:lnTo>
                    <a:pt x="23" y="0"/>
                  </a:ln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7" name="Freeform 33">
              <a:extLst>
                <a:ext uri="{FF2B5EF4-FFF2-40B4-BE49-F238E27FC236}">
                  <a16:creationId xmlns:a16="http://schemas.microsoft.com/office/drawing/2014/main" id="{A4EC80A6-5750-4EF2-8AE4-DFB92658370F}"/>
                </a:ext>
              </a:extLst>
            </p:cNvPr>
            <p:cNvSpPr>
              <a:spLocks/>
            </p:cNvSpPr>
            <p:nvPr/>
          </p:nvSpPr>
          <p:spPr bwMode="auto">
            <a:xfrm>
              <a:off x="2598997" y="5222353"/>
              <a:ext cx="152046" cy="100959"/>
            </a:xfrm>
            <a:custGeom>
              <a:avLst/>
              <a:gdLst>
                <a:gd name="T0" fmla="*/ 0 w 83"/>
                <a:gd name="T1" fmla="*/ 55 h 55"/>
                <a:gd name="T2" fmla="*/ 52 w 83"/>
                <a:gd name="T3" fmla="*/ 5 h 55"/>
                <a:gd name="T4" fmla="*/ 83 w 83"/>
                <a:gd name="T5" fmla="*/ 31 h 55"/>
                <a:gd name="T6" fmla="*/ 0 w 83"/>
                <a:gd name="T7" fmla="*/ 55 h 55"/>
              </a:gdLst>
              <a:ahLst/>
              <a:cxnLst>
                <a:cxn ang="0">
                  <a:pos x="T0" y="T1"/>
                </a:cxn>
                <a:cxn ang="0">
                  <a:pos x="T2" y="T3"/>
                </a:cxn>
                <a:cxn ang="0">
                  <a:pos x="T4" y="T5"/>
                </a:cxn>
                <a:cxn ang="0">
                  <a:pos x="T6" y="T7"/>
                </a:cxn>
              </a:cxnLst>
              <a:rect l="0" t="0" r="r" b="b"/>
              <a:pathLst>
                <a:path w="83" h="55">
                  <a:moveTo>
                    <a:pt x="0" y="55"/>
                  </a:moveTo>
                  <a:cubicBezTo>
                    <a:pt x="0" y="55"/>
                    <a:pt x="12" y="10"/>
                    <a:pt x="52" y="5"/>
                  </a:cubicBezTo>
                  <a:cubicBezTo>
                    <a:pt x="83" y="0"/>
                    <a:pt x="83" y="31"/>
                    <a:pt x="83" y="31"/>
                  </a:cubicBezTo>
                  <a:cubicBezTo>
                    <a:pt x="83" y="31"/>
                    <a:pt x="54" y="27"/>
                    <a:pt x="0" y="55"/>
                  </a:cubicBezTo>
                  <a:close/>
                </a:path>
              </a:pathLst>
            </a:custGeom>
            <a:solidFill>
              <a:srgbClr val="EB7D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8" name="Freeform 34">
              <a:extLst>
                <a:ext uri="{FF2B5EF4-FFF2-40B4-BE49-F238E27FC236}">
                  <a16:creationId xmlns:a16="http://schemas.microsoft.com/office/drawing/2014/main" id="{05E0678D-50FE-422D-ACBB-B0CD3C8EF5DC}"/>
                </a:ext>
              </a:extLst>
            </p:cNvPr>
            <p:cNvSpPr>
              <a:spLocks/>
            </p:cNvSpPr>
            <p:nvPr/>
          </p:nvSpPr>
          <p:spPr bwMode="auto">
            <a:xfrm>
              <a:off x="1170978" y="5449815"/>
              <a:ext cx="313824" cy="245707"/>
            </a:xfrm>
            <a:custGeom>
              <a:avLst/>
              <a:gdLst>
                <a:gd name="T0" fmla="*/ 154 w 173"/>
                <a:gd name="T1" fmla="*/ 135 h 135"/>
                <a:gd name="T2" fmla="*/ 0 w 173"/>
                <a:gd name="T3" fmla="*/ 128 h 135"/>
                <a:gd name="T4" fmla="*/ 0 w 173"/>
                <a:gd name="T5" fmla="*/ 17 h 135"/>
                <a:gd name="T6" fmla="*/ 152 w 173"/>
                <a:gd name="T7" fmla="*/ 30 h 135"/>
                <a:gd name="T8" fmla="*/ 154 w 173"/>
                <a:gd name="T9" fmla="*/ 135 h 135"/>
              </a:gdLst>
              <a:ahLst/>
              <a:cxnLst>
                <a:cxn ang="0">
                  <a:pos x="T0" y="T1"/>
                </a:cxn>
                <a:cxn ang="0">
                  <a:pos x="T2" y="T3"/>
                </a:cxn>
                <a:cxn ang="0">
                  <a:pos x="T4" y="T5"/>
                </a:cxn>
                <a:cxn ang="0">
                  <a:pos x="T6" y="T7"/>
                </a:cxn>
                <a:cxn ang="0">
                  <a:pos x="T8" y="T9"/>
                </a:cxn>
              </a:cxnLst>
              <a:rect l="0" t="0" r="r" b="b"/>
              <a:pathLst>
                <a:path w="173" h="135">
                  <a:moveTo>
                    <a:pt x="154" y="135"/>
                  </a:moveTo>
                  <a:cubicBezTo>
                    <a:pt x="99" y="94"/>
                    <a:pt x="43" y="106"/>
                    <a:pt x="0" y="128"/>
                  </a:cubicBezTo>
                  <a:cubicBezTo>
                    <a:pt x="18" y="67"/>
                    <a:pt x="10" y="28"/>
                    <a:pt x="0" y="17"/>
                  </a:cubicBezTo>
                  <a:cubicBezTo>
                    <a:pt x="43" y="0"/>
                    <a:pt x="114" y="0"/>
                    <a:pt x="152" y="30"/>
                  </a:cubicBezTo>
                  <a:cubicBezTo>
                    <a:pt x="163" y="50"/>
                    <a:pt x="173" y="107"/>
                    <a:pt x="154" y="135"/>
                  </a:cubicBez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9" name="Freeform 35">
              <a:extLst>
                <a:ext uri="{FF2B5EF4-FFF2-40B4-BE49-F238E27FC236}">
                  <a16:creationId xmlns:a16="http://schemas.microsoft.com/office/drawing/2014/main" id="{7C639232-585D-40D7-B4FB-6B6C920EE3AF}"/>
                </a:ext>
              </a:extLst>
            </p:cNvPr>
            <p:cNvSpPr>
              <a:spLocks/>
            </p:cNvSpPr>
            <p:nvPr/>
          </p:nvSpPr>
          <p:spPr bwMode="auto">
            <a:xfrm>
              <a:off x="2150155" y="5836621"/>
              <a:ext cx="96093" cy="96094"/>
            </a:xfrm>
            <a:custGeom>
              <a:avLst/>
              <a:gdLst>
                <a:gd name="T0" fmla="*/ 53 w 53"/>
                <a:gd name="T1" fmla="*/ 23 h 53"/>
                <a:gd name="T2" fmla="*/ 34 w 53"/>
                <a:gd name="T3" fmla="*/ 5 h 53"/>
                <a:gd name="T4" fmla="*/ 32 w 53"/>
                <a:gd name="T5" fmla="*/ 5 h 53"/>
                <a:gd name="T6" fmla="*/ 19 w 53"/>
                <a:gd name="T7" fmla="*/ 0 h 53"/>
                <a:gd name="T8" fmla="*/ 0 w 53"/>
                <a:gd name="T9" fmla="*/ 19 h 53"/>
                <a:gd name="T10" fmla="*/ 3 w 53"/>
                <a:gd name="T11" fmla="*/ 29 h 53"/>
                <a:gd name="T12" fmla="*/ 0 w 53"/>
                <a:gd name="T13" fmla="*/ 38 h 53"/>
                <a:gd name="T14" fmla="*/ 14 w 53"/>
                <a:gd name="T15" fmla="*/ 52 h 53"/>
                <a:gd name="T16" fmla="*/ 20 w 53"/>
                <a:gd name="T17" fmla="*/ 50 h 53"/>
                <a:gd name="T18" fmla="*/ 29 w 53"/>
                <a:gd name="T19" fmla="*/ 53 h 53"/>
                <a:gd name="T20" fmla="*/ 44 w 53"/>
                <a:gd name="T21" fmla="*/ 39 h 53"/>
                <a:gd name="T22" fmla="*/ 53 w 53"/>
                <a:gd name="T23" fmla="*/ 2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 h="53">
                  <a:moveTo>
                    <a:pt x="53" y="23"/>
                  </a:moveTo>
                  <a:cubicBezTo>
                    <a:pt x="53" y="13"/>
                    <a:pt x="44" y="5"/>
                    <a:pt x="34" y="5"/>
                  </a:cubicBezTo>
                  <a:cubicBezTo>
                    <a:pt x="34" y="5"/>
                    <a:pt x="33" y="5"/>
                    <a:pt x="32" y="5"/>
                  </a:cubicBezTo>
                  <a:cubicBezTo>
                    <a:pt x="28" y="2"/>
                    <a:pt x="24" y="0"/>
                    <a:pt x="19" y="0"/>
                  </a:cubicBezTo>
                  <a:cubicBezTo>
                    <a:pt x="8" y="0"/>
                    <a:pt x="0" y="8"/>
                    <a:pt x="0" y="19"/>
                  </a:cubicBezTo>
                  <a:cubicBezTo>
                    <a:pt x="0" y="22"/>
                    <a:pt x="1" y="26"/>
                    <a:pt x="3" y="29"/>
                  </a:cubicBezTo>
                  <a:cubicBezTo>
                    <a:pt x="1" y="31"/>
                    <a:pt x="0" y="34"/>
                    <a:pt x="0" y="38"/>
                  </a:cubicBezTo>
                  <a:cubicBezTo>
                    <a:pt x="0" y="45"/>
                    <a:pt x="6" y="52"/>
                    <a:pt x="14" y="52"/>
                  </a:cubicBezTo>
                  <a:cubicBezTo>
                    <a:pt x="16" y="52"/>
                    <a:pt x="18" y="51"/>
                    <a:pt x="20" y="50"/>
                  </a:cubicBezTo>
                  <a:cubicBezTo>
                    <a:pt x="23" y="52"/>
                    <a:pt x="26" y="53"/>
                    <a:pt x="29" y="53"/>
                  </a:cubicBezTo>
                  <a:cubicBezTo>
                    <a:pt x="38" y="53"/>
                    <a:pt x="44" y="47"/>
                    <a:pt x="44" y="39"/>
                  </a:cubicBezTo>
                  <a:cubicBezTo>
                    <a:pt x="49" y="35"/>
                    <a:pt x="53" y="30"/>
                    <a:pt x="53" y="23"/>
                  </a:cubicBez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0" name="Freeform 36">
              <a:extLst>
                <a:ext uri="{FF2B5EF4-FFF2-40B4-BE49-F238E27FC236}">
                  <a16:creationId xmlns:a16="http://schemas.microsoft.com/office/drawing/2014/main" id="{77B38761-2062-425A-A2C3-70F4E7E016A3}"/>
                </a:ext>
              </a:extLst>
            </p:cNvPr>
            <p:cNvSpPr>
              <a:spLocks/>
            </p:cNvSpPr>
            <p:nvPr/>
          </p:nvSpPr>
          <p:spPr bwMode="auto">
            <a:xfrm>
              <a:off x="1928776" y="5800129"/>
              <a:ext cx="139882" cy="135018"/>
            </a:xfrm>
            <a:custGeom>
              <a:avLst/>
              <a:gdLst>
                <a:gd name="T0" fmla="*/ 77 w 77"/>
                <a:gd name="T1" fmla="*/ 34 h 74"/>
                <a:gd name="T2" fmla="*/ 58 w 77"/>
                <a:gd name="T3" fmla="*/ 14 h 74"/>
                <a:gd name="T4" fmla="*/ 56 w 77"/>
                <a:gd name="T5" fmla="*/ 14 h 74"/>
                <a:gd name="T6" fmla="*/ 39 w 77"/>
                <a:gd name="T7" fmla="*/ 0 h 74"/>
                <a:gd name="T8" fmla="*/ 21 w 77"/>
                <a:gd name="T9" fmla="*/ 17 h 74"/>
                <a:gd name="T10" fmla="*/ 0 w 77"/>
                <a:gd name="T11" fmla="*/ 40 h 74"/>
                <a:gd name="T12" fmla="*/ 19 w 77"/>
                <a:gd name="T13" fmla="*/ 63 h 74"/>
                <a:gd name="T14" fmla="*/ 39 w 77"/>
                <a:gd name="T15" fmla="*/ 74 h 74"/>
                <a:gd name="T16" fmla="*/ 62 w 77"/>
                <a:gd name="T17" fmla="*/ 53 h 74"/>
                <a:gd name="T18" fmla="*/ 77 w 77"/>
                <a:gd name="T19" fmla="*/ 3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7" h="74">
                  <a:moveTo>
                    <a:pt x="77" y="34"/>
                  </a:moveTo>
                  <a:cubicBezTo>
                    <a:pt x="77" y="23"/>
                    <a:pt x="69" y="14"/>
                    <a:pt x="58" y="14"/>
                  </a:cubicBezTo>
                  <a:cubicBezTo>
                    <a:pt x="57" y="14"/>
                    <a:pt x="57" y="14"/>
                    <a:pt x="56" y="14"/>
                  </a:cubicBezTo>
                  <a:cubicBezTo>
                    <a:pt x="55" y="6"/>
                    <a:pt x="48" y="0"/>
                    <a:pt x="39" y="0"/>
                  </a:cubicBezTo>
                  <a:cubicBezTo>
                    <a:pt x="29" y="0"/>
                    <a:pt x="22" y="8"/>
                    <a:pt x="21" y="17"/>
                  </a:cubicBezTo>
                  <a:cubicBezTo>
                    <a:pt x="9" y="18"/>
                    <a:pt x="0" y="28"/>
                    <a:pt x="0" y="40"/>
                  </a:cubicBezTo>
                  <a:cubicBezTo>
                    <a:pt x="0" y="52"/>
                    <a:pt x="8" y="61"/>
                    <a:pt x="19" y="63"/>
                  </a:cubicBezTo>
                  <a:cubicBezTo>
                    <a:pt x="23" y="70"/>
                    <a:pt x="31" y="74"/>
                    <a:pt x="39" y="74"/>
                  </a:cubicBezTo>
                  <a:cubicBezTo>
                    <a:pt x="51" y="74"/>
                    <a:pt x="61" y="65"/>
                    <a:pt x="62" y="53"/>
                  </a:cubicBezTo>
                  <a:cubicBezTo>
                    <a:pt x="71" y="51"/>
                    <a:pt x="77" y="43"/>
                    <a:pt x="77" y="34"/>
                  </a:cubicBez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1" name="Freeform 37">
              <a:extLst>
                <a:ext uri="{FF2B5EF4-FFF2-40B4-BE49-F238E27FC236}">
                  <a16:creationId xmlns:a16="http://schemas.microsoft.com/office/drawing/2014/main" id="{B7C073E6-6DC3-41E5-960E-9AF2848421D4}"/>
                </a:ext>
              </a:extLst>
            </p:cNvPr>
            <p:cNvSpPr>
              <a:spLocks/>
            </p:cNvSpPr>
            <p:nvPr/>
          </p:nvSpPr>
          <p:spPr bwMode="auto">
            <a:xfrm>
              <a:off x="1832683" y="4918261"/>
              <a:ext cx="85146" cy="66900"/>
            </a:xfrm>
            <a:custGeom>
              <a:avLst/>
              <a:gdLst>
                <a:gd name="T0" fmla="*/ 47 w 47"/>
                <a:gd name="T1" fmla="*/ 27 h 37"/>
                <a:gd name="T2" fmla="*/ 22 w 47"/>
                <a:gd name="T3" fmla="*/ 3 h 37"/>
                <a:gd name="T4" fmla="*/ 2 w 47"/>
                <a:gd name="T5" fmla="*/ 14 h 37"/>
                <a:gd name="T6" fmla="*/ 12 w 47"/>
                <a:gd name="T7" fmla="*/ 33 h 37"/>
                <a:gd name="T8" fmla="*/ 47 w 47"/>
                <a:gd name="T9" fmla="*/ 27 h 37"/>
              </a:gdLst>
              <a:ahLst/>
              <a:cxnLst>
                <a:cxn ang="0">
                  <a:pos x="T0" y="T1"/>
                </a:cxn>
                <a:cxn ang="0">
                  <a:pos x="T2" y="T3"/>
                </a:cxn>
                <a:cxn ang="0">
                  <a:pos x="T4" y="T5"/>
                </a:cxn>
                <a:cxn ang="0">
                  <a:pos x="T6" y="T7"/>
                </a:cxn>
                <a:cxn ang="0">
                  <a:pos x="T8" y="T9"/>
                </a:cxn>
              </a:cxnLst>
              <a:rect l="0" t="0" r="r" b="b"/>
              <a:pathLst>
                <a:path w="47" h="37">
                  <a:moveTo>
                    <a:pt x="47" y="27"/>
                  </a:moveTo>
                  <a:cubicBezTo>
                    <a:pt x="47" y="27"/>
                    <a:pt x="33" y="7"/>
                    <a:pt x="22" y="3"/>
                  </a:cubicBezTo>
                  <a:cubicBezTo>
                    <a:pt x="11" y="0"/>
                    <a:pt x="5" y="6"/>
                    <a:pt x="2" y="14"/>
                  </a:cubicBezTo>
                  <a:cubicBezTo>
                    <a:pt x="0" y="22"/>
                    <a:pt x="4" y="31"/>
                    <a:pt x="12" y="33"/>
                  </a:cubicBezTo>
                  <a:cubicBezTo>
                    <a:pt x="25" y="37"/>
                    <a:pt x="47" y="27"/>
                    <a:pt x="47" y="27"/>
                  </a:cubicBez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2" name="Freeform 38">
              <a:extLst>
                <a:ext uri="{FF2B5EF4-FFF2-40B4-BE49-F238E27FC236}">
                  <a16:creationId xmlns:a16="http://schemas.microsoft.com/office/drawing/2014/main" id="{0624CB1B-8867-433F-8AEB-C5F21F5F7496}"/>
                </a:ext>
              </a:extLst>
            </p:cNvPr>
            <p:cNvSpPr>
              <a:spLocks/>
            </p:cNvSpPr>
            <p:nvPr/>
          </p:nvSpPr>
          <p:spPr bwMode="auto">
            <a:xfrm>
              <a:off x="1973782" y="4904880"/>
              <a:ext cx="87579" cy="66900"/>
            </a:xfrm>
            <a:custGeom>
              <a:avLst/>
              <a:gdLst>
                <a:gd name="T0" fmla="*/ 48 w 48"/>
                <a:gd name="T1" fmla="*/ 27 h 37"/>
                <a:gd name="T2" fmla="*/ 23 w 48"/>
                <a:gd name="T3" fmla="*/ 3 h 37"/>
                <a:gd name="T4" fmla="*/ 3 w 48"/>
                <a:gd name="T5" fmla="*/ 14 h 37"/>
                <a:gd name="T6" fmla="*/ 12 w 48"/>
                <a:gd name="T7" fmla="*/ 33 h 37"/>
                <a:gd name="T8" fmla="*/ 48 w 48"/>
                <a:gd name="T9" fmla="*/ 27 h 37"/>
              </a:gdLst>
              <a:ahLst/>
              <a:cxnLst>
                <a:cxn ang="0">
                  <a:pos x="T0" y="T1"/>
                </a:cxn>
                <a:cxn ang="0">
                  <a:pos x="T2" y="T3"/>
                </a:cxn>
                <a:cxn ang="0">
                  <a:pos x="T4" y="T5"/>
                </a:cxn>
                <a:cxn ang="0">
                  <a:pos x="T6" y="T7"/>
                </a:cxn>
                <a:cxn ang="0">
                  <a:pos x="T8" y="T9"/>
                </a:cxn>
              </a:cxnLst>
              <a:rect l="0" t="0" r="r" b="b"/>
              <a:pathLst>
                <a:path w="48" h="37">
                  <a:moveTo>
                    <a:pt x="48" y="27"/>
                  </a:moveTo>
                  <a:cubicBezTo>
                    <a:pt x="48" y="27"/>
                    <a:pt x="34" y="7"/>
                    <a:pt x="23" y="3"/>
                  </a:cubicBezTo>
                  <a:cubicBezTo>
                    <a:pt x="12" y="0"/>
                    <a:pt x="5" y="6"/>
                    <a:pt x="3" y="14"/>
                  </a:cubicBezTo>
                  <a:cubicBezTo>
                    <a:pt x="0" y="21"/>
                    <a:pt x="4" y="31"/>
                    <a:pt x="12" y="33"/>
                  </a:cubicBezTo>
                  <a:cubicBezTo>
                    <a:pt x="25" y="37"/>
                    <a:pt x="48" y="27"/>
                    <a:pt x="48" y="27"/>
                  </a:cubicBez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3" name="Freeform 39">
              <a:extLst>
                <a:ext uri="{FF2B5EF4-FFF2-40B4-BE49-F238E27FC236}">
                  <a16:creationId xmlns:a16="http://schemas.microsoft.com/office/drawing/2014/main" id="{17EDB29B-C805-4D6A-BBBA-D20239397ED0}"/>
                </a:ext>
              </a:extLst>
            </p:cNvPr>
            <p:cNvSpPr>
              <a:spLocks/>
            </p:cNvSpPr>
            <p:nvPr/>
          </p:nvSpPr>
          <p:spPr bwMode="auto">
            <a:xfrm>
              <a:off x="1972565" y="4716344"/>
              <a:ext cx="85146" cy="66900"/>
            </a:xfrm>
            <a:custGeom>
              <a:avLst/>
              <a:gdLst>
                <a:gd name="T0" fmla="*/ 47 w 47"/>
                <a:gd name="T1" fmla="*/ 27 h 37"/>
                <a:gd name="T2" fmla="*/ 22 w 47"/>
                <a:gd name="T3" fmla="*/ 3 h 37"/>
                <a:gd name="T4" fmla="*/ 2 w 47"/>
                <a:gd name="T5" fmla="*/ 13 h 37"/>
                <a:gd name="T6" fmla="*/ 12 w 47"/>
                <a:gd name="T7" fmla="*/ 33 h 37"/>
                <a:gd name="T8" fmla="*/ 47 w 47"/>
                <a:gd name="T9" fmla="*/ 27 h 37"/>
              </a:gdLst>
              <a:ahLst/>
              <a:cxnLst>
                <a:cxn ang="0">
                  <a:pos x="T0" y="T1"/>
                </a:cxn>
                <a:cxn ang="0">
                  <a:pos x="T2" y="T3"/>
                </a:cxn>
                <a:cxn ang="0">
                  <a:pos x="T4" y="T5"/>
                </a:cxn>
                <a:cxn ang="0">
                  <a:pos x="T6" y="T7"/>
                </a:cxn>
                <a:cxn ang="0">
                  <a:pos x="T8" y="T9"/>
                </a:cxn>
              </a:cxnLst>
              <a:rect l="0" t="0" r="r" b="b"/>
              <a:pathLst>
                <a:path w="47" h="37">
                  <a:moveTo>
                    <a:pt x="47" y="27"/>
                  </a:moveTo>
                  <a:cubicBezTo>
                    <a:pt x="47" y="27"/>
                    <a:pt x="33" y="6"/>
                    <a:pt x="22" y="3"/>
                  </a:cubicBezTo>
                  <a:cubicBezTo>
                    <a:pt x="11" y="0"/>
                    <a:pt x="4" y="5"/>
                    <a:pt x="2" y="13"/>
                  </a:cubicBezTo>
                  <a:cubicBezTo>
                    <a:pt x="0" y="21"/>
                    <a:pt x="4" y="30"/>
                    <a:pt x="12" y="33"/>
                  </a:cubicBezTo>
                  <a:cubicBezTo>
                    <a:pt x="25" y="37"/>
                    <a:pt x="47" y="27"/>
                    <a:pt x="47" y="27"/>
                  </a:cubicBez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4" name="Freeform 40">
              <a:extLst>
                <a:ext uri="{FF2B5EF4-FFF2-40B4-BE49-F238E27FC236}">
                  <a16:creationId xmlns:a16="http://schemas.microsoft.com/office/drawing/2014/main" id="{D7F25697-A44D-4F76-B9B8-EE23389362EA}"/>
                </a:ext>
              </a:extLst>
            </p:cNvPr>
            <p:cNvSpPr>
              <a:spLocks/>
            </p:cNvSpPr>
            <p:nvPr/>
          </p:nvSpPr>
          <p:spPr bwMode="auto">
            <a:xfrm>
              <a:off x="1878906" y="4802705"/>
              <a:ext cx="86362" cy="68117"/>
            </a:xfrm>
            <a:custGeom>
              <a:avLst/>
              <a:gdLst>
                <a:gd name="T0" fmla="*/ 47 w 47"/>
                <a:gd name="T1" fmla="*/ 27 h 37"/>
                <a:gd name="T2" fmla="*/ 22 w 47"/>
                <a:gd name="T3" fmla="*/ 3 h 37"/>
                <a:gd name="T4" fmla="*/ 2 w 47"/>
                <a:gd name="T5" fmla="*/ 13 h 37"/>
                <a:gd name="T6" fmla="*/ 12 w 47"/>
                <a:gd name="T7" fmla="*/ 33 h 37"/>
                <a:gd name="T8" fmla="*/ 47 w 47"/>
                <a:gd name="T9" fmla="*/ 27 h 37"/>
              </a:gdLst>
              <a:ahLst/>
              <a:cxnLst>
                <a:cxn ang="0">
                  <a:pos x="T0" y="T1"/>
                </a:cxn>
                <a:cxn ang="0">
                  <a:pos x="T2" y="T3"/>
                </a:cxn>
                <a:cxn ang="0">
                  <a:pos x="T4" y="T5"/>
                </a:cxn>
                <a:cxn ang="0">
                  <a:pos x="T6" y="T7"/>
                </a:cxn>
                <a:cxn ang="0">
                  <a:pos x="T8" y="T9"/>
                </a:cxn>
              </a:cxnLst>
              <a:rect l="0" t="0" r="r" b="b"/>
              <a:pathLst>
                <a:path w="47" h="37">
                  <a:moveTo>
                    <a:pt x="47" y="27"/>
                  </a:moveTo>
                  <a:cubicBezTo>
                    <a:pt x="47" y="27"/>
                    <a:pt x="33" y="6"/>
                    <a:pt x="22" y="3"/>
                  </a:cubicBezTo>
                  <a:cubicBezTo>
                    <a:pt x="11" y="0"/>
                    <a:pt x="4" y="5"/>
                    <a:pt x="2" y="13"/>
                  </a:cubicBezTo>
                  <a:cubicBezTo>
                    <a:pt x="0" y="21"/>
                    <a:pt x="4" y="30"/>
                    <a:pt x="12" y="33"/>
                  </a:cubicBezTo>
                  <a:cubicBezTo>
                    <a:pt x="25" y="37"/>
                    <a:pt x="47" y="27"/>
                    <a:pt x="47" y="27"/>
                  </a:cubicBez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5" name="Freeform 41">
              <a:extLst>
                <a:ext uri="{FF2B5EF4-FFF2-40B4-BE49-F238E27FC236}">
                  <a16:creationId xmlns:a16="http://schemas.microsoft.com/office/drawing/2014/main" id="{25BBA762-CEE0-4BAD-8356-545BB2D3075F}"/>
                </a:ext>
              </a:extLst>
            </p:cNvPr>
            <p:cNvSpPr>
              <a:spLocks/>
            </p:cNvSpPr>
            <p:nvPr/>
          </p:nvSpPr>
          <p:spPr bwMode="auto">
            <a:xfrm>
              <a:off x="2041899" y="4816086"/>
              <a:ext cx="86362" cy="66900"/>
            </a:xfrm>
            <a:custGeom>
              <a:avLst/>
              <a:gdLst>
                <a:gd name="T0" fmla="*/ 48 w 48"/>
                <a:gd name="T1" fmla="*/ 27 h 37"/>
                <a:gd name="T2" fmla="*/ 23 w 48"/>
                <a:gd name="T3" fmla="*/ 4 h 37"/>
                <a:gd name="T4" fmla="*/ 2 w 48"/>
                <a:gd name="T5" fmla="*/ 14 h 37"/>
                <a:gd name="T6" fmla="*/ 12 w 48"/>
                <a:gd name="T7" fmla="*/ 33 h 37"/>
                <a:gd name="T8" fmla="*/ 48 w 48"/>
                <a:gd name="T9" fmla="*/ 27 h 37"/>
              </a:gdLst>
              <a:ahLst/>
              <a:cxnLst>
                <a:cxn ang="0">
                  <a:pos x="T0" y="T1"/>
                </a:cxn>
                <a:cxn ang="0">
                  <a:pos x="T2" y="T3"/>
                </a:cxn>
                <a:cxn ang="0">
                  <a:pos x="T4" y="T5"/>
                </a:cxn>
                <a:cxn ang="0">
                  <a:pos x="T6" y="T7"/>
                </a:cxn>
                <a:cxn ang="0">
                  <a:pos x="T8" y="T9"/>
                </a:cxn>
              </a:cxnLst>
              <a:rect l="0" t="0" r="r" b="b"/>
              <a:pathLst>
                <a:path w="48" h="37">
                  <a:moveTo>
                    <a:pt x="48" y="27"/>
                  </a:moveTo>
                  <a:cubicBezTo>
                    <a:pt x="48" y="27"/>
                    <a:pt x="34" y="7"/>
                    <a:pt x="23" y="4"/>
                  </a:cubicBezTo>
                  <a:cubicBezTo>
                    <a:pt x="12" y="0"/>
                    <a:pt x="5" y="6"/>
                    <a:pt x="2" y="14"/>
                  </a:cubicBezTo>
                  <a:cubicBezTo>
                    <a:pt x="0" y="22"/>
                    <a:pt x="4" y="31"/>
                    <a:pt x="12" y="33"/>
                  </a:cubicBezTo>
                  <a:cubicBezTo>
                    <a:pt x="25" y="37"/>
                    <a:pt x="48" y="27"/>
                    <a:pt x="48" y="27"/>
                  </a:cubicBez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6" name="Freeform 42">
              <a:extLst>
                <a:ext uri="{FF2B5EF4-FFF2-40B4-BE49-F238E27FC236}">
                  <a16:creationId xmlns:a16="http://schemas.microsoft.com/office/drawing/2014/main" id="{84EBE1AF-2858-4A88-895C-2748E16A0BF2}"/>
                </a:ext>
              </a:extLst>
            </p:cNvPr>
            <p:cNvSpPr>
              <a:spLocks/>
            </p:cNvSpPr>
            <p:nvPr/>
          </p:nvSpPr>
          <p:spPr bwMode="auto">
            <a:xfrm>
              <a:off x="2494389" y="5159102"/>
              <a:ext cx="119204" cy="88795"/>
            </a:xfrm>
            <a:custGeom>
              <a:avLst/>
              <a:gdLst>
                <a:gd name="T0" fmla="*/ 62 w 66"/>
                <a:gd name="T1" fmla="*/ 4 h 49"/>
                <a:gd name="T2" fmla="*/ 2 w 66"/>
                <a:gd name="T3" fmla="*/ 0 h 49"/>
                <a:gd name="T4" fmla="*/ 0 w 66"/>
                <a:gd name="T5" fmla="*/ 2 h 49"/>
                <a:gd name="T6" fmla="*/ 2 w 66"/>
                <a:gd name="T7" fmla="*/ 4 h 49"/>
                <a:gd name="T8" fmla="*/ 53 w 66"/>
                <a:gd name="T9" fmla="*/ 10 h 49"/>
                <a:gd name="T10" fmla="*/ 16 w 66"/>
                <a:gd name="T11" fmla="*/ 46 h 49"/>
                <a:gd name="T12" fmla="*/ 16 w 66"/>
                <a:gd name="T13" fmla="*/ 49 h 49"/>
                <a:gd name="T14" fmla="*/ 18 w 66"/>
                <a:gd name="T15" fmla="*/ 49 h 49"/>
                <a:gd name="T16" fmla="*/ 64 w 66"/>
                <a:gd name="T17" fmla="*/ 10 h 49"/>
                <a:gd name="T18" fmla="*/ 65 w 66"/>
                <a:gd name="T19" fmla="*/ 8 h 49"/>
                <a:gd name="T20" fmla="*/ 62 w 66"/>
                <a:gd name="T21" fmla="*/ 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49">
                  <a:moveTo>
                    <a:pt x="62" y="4"/>
                  </a:moveTo>
                  <a:cubicBezTo>
                    <a:pt x="2" y="0"/>
                    <a:pt x="2" y="0"/>
                    <a:pt x="2" y="0"/>
                  </a:cubicBezTo>
                  <a:cubicBezTo>
                    <a:pt x="1" y="0"/>
                    <a:pt x="0" y="1"/>
                    <a:pt x="0" y="2"/>
                  </a:cubicBezTo>
                  <a:cubicBezTo>
                    <a:pt x="0" y="3"/>
                    <a:pt x="1" y="4"/>
                    <a:pt x="2" y="4"/>
                  </a:cubicBezTo>
                  <a:cubicBezTo>
                    <a:pt x="53" y="10"/>
                    <a:pt x="53" y="10"/>
                    <a:pt x="53" y="10"/>
                  </a:cubicBezTo>
                  <a:cubicBezTo>
                    <a:pt x="16" y="46"/>
                    <a:pt x="16" y="46"/>
                    <a:pt x="16" y="46"/>
                  </a:cubicBezTo>
                  <a:cubicBezTo>
                    <a:pt x="15" y="47"/>
                    <a:pt x="15" y="48"/>
                    <a:pt x="16" y="49"/>
                  </a:cubicBezTo>
                  <a:cubicBezTo>
                    <a:pt x="17" y="49"/>
                    <a:pt x="18" y="49"/>
                    <a:pt x="18" y="49"/>
                  </a:cubicBezTo>
                  <a:cubicBezTo>
                    <a:pt x="64" y="10"/>
                    <a:pt x="64" y="10"/>
                    <a:pt x="64" y="10"/>
                  </a:cubicBezTo>
                  <a:cubicBezTo>
                    <a:pt x="65" y="10"/>
                    <a:pt x="65" y="9"/>
                    <a:pt x="65" y="8"/>
                  </a:cubicBezTo>
                  <a:cubicBezTo>
                    <a:pt x="66" y="6"/>
                    <a:pt x="64" y="4"/>
                    <a:pt x="62" y="4"/>
                  </a:cubicBezTo>
                  <a:close/>
                </a:path>
              </a:pathLst>
            </a:custGeom>
            <a:solidFill>
              <a:srgbClr val="533E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7" name="Freeform 43">
              <a:extLst>
                <a:ext uri="{FF2B5EF4-FFF2-40B4-BE49-F238E27FC236}">
                  <a16:creationId xmlns:a16="http://schemas.microsoft.com/office/drawing/2014/main" id="{4A1619E0-3208-4350-B700-76B9AF1701A7}"/>
                </a:ext>
              </a:extLst>
            </p:cNvPr>
            <p:cNvSpPr>
              <a:spLocks/>
            </p:cNvSpPr>
            <p:nvPr/>
          </p:nvSpPr>
          <p:spPr bwMode="auto">
            <a:xfrm>
              <a:off x="2696307" y="5077605"/>
              <a:ext cx="93661" cy="92444"/>
            </a:xfrm>
            <a:custGeom>
              <a:avLst/>
              <a:gdLst>
                <a:gd name="T0" fmla="*/ 51 w 52"/>
                <a:gd name="T1" fmla="*/ 48 h 51"/>
                <a:gd name="T2" fmla="*/ 10 w 52"/>
                <a:gd name="T3" fmla="*/ 37 h 51"/>
                <a:gd name="T4" fmla="*/ 36 w 52"/>
                <a:gd name="T5" fmla="*/ 4 h 51"/>
                <a:gd name="T6" fmla="*/ 36 w 52"/>
                <a:gd name="T7" fmla="*/ 1 h 51"/>
                <a:gd name="T8" fmla="*/ 34 w 52"/>
                <a:gd name="T9" fmla="*/ 1 h 51"/>
                <a:gd name="T10" fmla="*/ 1 w 52"/>
                <a:gd name="T11" fmla="*/ 37 h 51"/>
                <a:gd name="T12" fmla="*/ 0 w 52"/>
                <a:gd name="T13" fmla="*/ 39 h 51"/>
                <a:gd name="T14" fmla="*/ 3 w 52"/>
                <a:gd name="T15" fmla="*/ 43 h 51"/>
                <a:gd name="T16" fmla="*/ 50 w 52"/>
                <a:gd name="T17" fmla="*/ 51 h 51"/>
                <a:gd name="T18" fmla="*/ 52 w 52"/>
                <a:gd name="T19" fmla="*/ 50 h 51"/>
                <a:gd name="T20" fmla="*/ 51 w 52"/>
                <a:gd name="T21" fmla="*/ 48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 h="51">
                  <a:moveTo>
                    <a:pt x="51" y="48"/>
                  </a:moveTo>
                  <a:cubicBezTo>
                    <a:pt x="10" y="37"/>
                    <a:pt x="10" y="37"/>
                    <a:pt x="10" y="37"/>
                  </a:cubicBezTo>
                  <a:cubicBezTo>
                    <a:pt x="36" y="4"/>
                    <a:pt x="36" y="4"/>
                    <a:pt x="36" y="4"/>
                  </a:cubicBezTo>
                  <a:cubicBezTo>
                    <a:pt x="37" y="3"/>
                    <a:pt x="37" y="2"/>
                    <a:pt x="36" y="1"/>
                  </a:cubicBezTo>
                  <a:cubicBezTo>
                    <a:pt x="35" y="0"/>
                    <a:pt x="34" y="0"/>
                    <a:pt x="34" y="1"/>
                  </a:cubicBezTo>
                  <a:cubicBezTo>
                    <a:pt x="1" y="37"/>
                    <a:pt x="1" y="37"/>
                    <a:pt x="1" y="37"/>
                  </a:cubicBezTo>
                  <a:cubicBezTo>
                    <a:pt x="1" y="38"/>
                    <a:pt x="0" y="38"/>
                    <a:pt x="0" y="39"/>
                  </a:cubicBezTo>
                  <a:cubicBezTo>
                    <a:pt x="0" y="41"/>
                    <a:pt x="1" y="43"/>
                    <a:pt x="3" y="43"/>
                  </a:cubicBezTo>
                  <a:cubicBezTo>
                    <a:pt x="50" y="51"/>
                    <a:pt x="50" y="51"/>
                    <a:pt x="50" y="51"/>
                  </a:cubicBezTo>
                  <a:cubicBezTo>
                    <a:pt x="51" y="51"/>
                    <a:pt x="52" y="51"/>
                    <a:pt x="52" y="50"/>
                  </a:cubicBezTo>
                  <a:cubicBezTo>
                    <a:pt x="52" y="49"/>
                    <a:pt x="52" y="48"/>
                    <a:pt x="51" y="48"/>
                  </a:cubicBezTo>
                  <a:close/>
                </a:path>
              </a:pathLst>
            </a:custGeom>
            <a:solidFill>
              <a:srgbClr val="533E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8" name="Freeform 44">
              <a:extLst>
                <a:ext uri="{FF2B5EF4-FFF2-40B4-BE49-F238E27FC236}">
                  <a16:creationId xmlns:a16="http://schemas.microsoft.com/office/drawing/2014/main" id="{6E4F384D-8BCF-401E-90B9-B3DDA18DDC77}"/>
                </a:ext>
              </a:extLst>
            </p:cNvPr>
            <p:cNvSpPr>
              <a:spLocks/>
            </p:cNvSpPr>
            <p:nvPr/>
          </p:nvSpPr>
          <p:spPr bwMode="auto">
            <a:xfrm>
              <a:off x="2083256" y="4763782"/>
              <a:ext cx="716442" cy="682385"/>
            </a:xfrm>
            <a:custGeom>
              <a:avLst/>
              <a:gdLst>
                <a:gd name="T0" fmla="*/ 168 w 394"/>
                <a:gd name="T1" fmla="*/ 259 h 376"/>
                <a:gd name="T2" fmla="*/ 161 w 394"/>
                <a:gd name="T3" fmla="*/ 188 h 376"/>
                <a:gd name="T4" fmla="*/ 394 w 394"/>
                <a:gd name="T5" fmla="*/ 113 h 376"/>
                <a:gd name="T6" fmla="*/ 190 w 394"/>
                <a:gd name="T7" fmla="*/ 21 h 376"/>
                <a:gd name="T8" fmla="*/ 87 w 394"/>
                <a:gd name="T9" fmla="*/ 111 h 376"/>
                <a:gd name="T10" fmla="*/ 78 w 394"/>
                <a:gd name="T11" fmla="*/ 95 h 376"/>
                <a:gd name="T12" fmla="*/ 76 w 394"/>
                <a:gd name="T13" fmla="*/ 120 h 376"/>
                <a:gd name="T14" fmla="*/ 59 w 394"/>
                <a:gd name="T15" fmla="*/ 136 h 376"/>
                <a:gd name="T16" fmla="*/ 72 w 394"/>
                <a:gd name="T17" fmla="*/ 134 h 376"/>
                <a:gd name="T18" fmla="*/ 122 w 394"/>
                <a:gd name="T19" fmla="*/ 376 h 376"/>
                <a:gd name="T20" fmla="*/ 166 w 394"/>
                <a:gd name="T21" fmla="*/ 279 h 376"/>
                <a:gd name="T22" fmla="*/ 137 w 394"/>
                <a:gd name="T23" fmla="*/ 268 h 376"/>
                <a:gd name="T24" fmla="*/ 168 w 394"/>
                <a:gd name="T25" fmla="*/ 259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4" h="376">
                  <a:moveTo>
                    <a:pt x="168" y="259"/>
                  </a:moveTo>
                  <a:cubicBezTo>
                    <a:pt x="161" y="188"/>
                    <a:pt x="161" y="188"/>
                    <a:pt x="161" y="188"/>
                  </a:cubicBezTo>
                  <a:cubicBezTo>
                    <a:pt x="292" y="168"/>
                    <a:pt x="394" y="113"/>
                    <a:pt x="394" y="113"/>
                  </a:cubicBezTo>
                  <a:cubicBezTo>
                    <a:pt x="354" y="0"/>
                    <a:pt x="247" y="4"/>
                    <a:pt x="190" y="21"/>
                  </a:cubicBezTo>
                  <a:cubicBezTo>
                    <a:pt x="117" y="42"/>
                    <a:pt x="92" y="93"/>
                    <a:pt x="87" y="111"/>
                  </a:cubicBezTo>
                  <a:cubicBezTo>
                    <a:pt x="80" y="104"/>
                    <a:pt x="78" y="95"/>
                    <a:pt x="78" y="95"/>
                  </a:cubicBezTo>
                  <a:cubicBezTo>
                    <a:pt x="70" y="109"/>
                    <a:pt x="76" y="120"/>
                    <a:pt x="76" y="120"/>
                  </a:cubicBezTo>
                  <a:cubicBezTo>
                    <a:pt x="62" y="122"/>
                    <a:pt x="59" y="136"/>
                    <a:pt x="59" y="136"/>
                  </a:cubicBezTo>
                  <a:cubicBezTo>
                    <a:pt x="63" y="134"/>
                    <a:pt x="68" y="134"/>
                    <a:pt x="72" y="134"/>
                  </a:cubicBezTo>
                  <a:cubicBezTo>
                    <a:pt x="0" y="178"/>
                    <a:pt x="122" y="376"/>
                    <a:pt x="122" y="376"/>
                  </a:cubicBezTo>
                  <a:cubicBezTo>
                    <a:pt x="151" y="353"/>
                    <a:pt x="166" y="279"/>
                    <a:pt x="166" y="279"/>
                  </a:cubicBezTo>
                  <a:cubicBezTo>
                    <a:pt x="166" y="279"/>
                    <a:pt x="136" y="295"/>
                    <a:pt x="137" y="268"/>
                  </a:cubicBezTo>
                  <a:cubicBezTo>
                    <a:pt x="139" y="241"/>
                    <a:pt x="168" y="259"/>
                    <a:pt x="168" y="259"/>
                  </a:cubicBezTo>
                  <a:close/>
                </a:path>
              </a:pathLst>
            </a:custGeom>
            <a:solidFill>
              <a:srgbClr val="533E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9" name="Freeform 45">
              <a:extLst>
                <a:ext uri="{FF2B5EF4-FFF2-40B4-BE49-F238E27FC236}">
                  <a16:creationId xmlns:a16="http://schemas.microsoft.com/office/drawing/2014/main" id="{CFD702B6-5536-41C6-B919-6812F9719A4C}"/>
                </a:ext>
              </a:extLst>
            </p:cNvPr>
            <p:cNvSpPr>
              <a:spLocks/>
            </p:cNvSpPr>
            <p:nvPr/>
          </p:nvSpPr>
          <p:spPr bwMode="auto">
            <a:xfrm>
              <a:off x="4821306" y="3199528"/>
              <a:ext cx="298011" cy="395321"/>
            </a:xfrm>
            <a:custGeom>
              <a:avLst/>
              <a:gdLst>
                <a:gd name="T0" fmla="*/ 30 w 164"/>
                <a:gd name="T1" fmla="*/ 0 h 218"/>
                <a:gd name="T2" fmla="*/ 149 w 164"/>
                <a:gd name="T3" fmla="*/ 177 h 218"/>
                <a:gd name="T4" fmla="*/ 160 w 164"/>
                <a:gd name="T5" fmla="*/ 192 h 218"/>
                <a:gd name="T6" fmla="*/ 152 w 164"/>
                <a:gd name="T7" fmla="*/ 192 h 218"/>
                <a:gd name="T8" fmla="*/ 155 w 164"/>
                <a:gd name="T9" fmla="*/ 199 h 218"/>
                <a:gd name="T10" fmla="*/ 146 w 164"/>
                <a:gd name="T11" fmla="*/ 200 h 218"/>
                <a:gd name="T12" fmla="*/ 146 w 164"/>
                <a:gd name="T13" fmla="*/ 199 h 218"/>
                <a:gd name="T14" fmla="*/ 146 w 164"/>
                <a:gd name="T15" fmla="*/ 200 h 218"/>
                <a:gd name="T16" fmla="*/ 149 w 164"/>
                <a:gd name="T17" fmla="*/ 206 h 218"/>
                <a:gd name="T18" fmla="*/ 141 w 164"/>
                <a:gd name="T19" fmla="*/ 207 h 218"/>
                <a:gd name="T20" fmla="*/ 142 w 164"/>
                <a:gd name="T21" fmla="*/ 213 h 218"/>
                <a:gd name="T22" fmla="*/ 126 w 164"/>
                <a:gd name="T23" fmla="*/ 207 h 218"/>
                <a:gd name="T24" fmla="*/ 0 w 164"/>
                <a:gd name="T25" fmla="*/ 13 h 218"/>
                <a:gd name="T26" fmla="*/ 30 w 164"/>
                <a:gd name="T27" fmla="*/ 0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4" h="218">
                  <a:moveTo>
                    <a:pt x="30" y="0"/>
                  </a:moveTo>
                  <a:cubicBezTo>
                    <a:pt x="73" y="115"/>
                    <a:pt x="145" y="174"/>
                    <a:pt x="149" y="177"/>
                  </a:cubicBezTo>
                  <a:cubicBezTo>
                    <a:pt x="154" y="180"/>
                    <a:pt x="164" y="187"/>
                    <a:pt x="160" y="192"/>
                  </a:cubicBezTo>
                  <a:cubicBezTo>
                    <a:pt x="158" y="194"/>
                    <a:pt x="156" y="194"/>
                    <a:pt x="152" y="192"/>
                  </a:cubicBezTo>
                  <a:cubicBezTo>
                    <a:pt x="154" y="194"/>
                    <a:pt x="156" y="197"/>
                    <a:pt x="155" y="199"/>
                  </a:cubicBezTo>
                  <a:cubicBezTo>
                    <a:pt x="153" y="201"/>
                    <a:pt x="149" y="201"/>
                    <a:pt x="146" y="200"/>
                  </a:cubicBezTo>
                  <a:cubicBezTo>
                    <a:pt x="146" y="199"/>
                    <a:pt x="146" y="199"/>
                    <a:pt x="146" y="199"/>
                  </a:cubicBezTo>
                  <a:cubicBezTo>
                    <a:pt x="146" y="200"/>
                    <a:pt x="146" y="200"/>
                    <a:pt x="146" y="200"/>
                  </a:cubicBezTo>
                  <a:cubicBezTo>
                    <a:pt x="148" y="201"/>
                    <a:pt x="150" y="205"/>
                    <a:pt x="149" y="206"/>
                  </a:cubicBezTo>
                  <a:cubicBezTo>
                    <a:pt x="147" y="209"/>
                    <a:pt x="143" y="208"/>
                    <a:pt x="141" y="207"/>
                  </a:cubicBezTo>
                  <a:cubicBezTo>
                    <a:pt x="143" y="209"/>
                    <a:pt x="144" y="211"/>
                    <a:pt x="142" y="213"/>
                  </a:cubicBezTo>
                  <a:cubicBezTo>
                    <a:pt x="140" y="218"/>
                    <a:pt x="131" y="211"/>
                    <a:pt x="126" y="207"/>
                  </a:cubicBezTo>
                  <a:cubicBezTo>
                    <a:pt x="122" y="204"/>
                    <a:pt x="47" y="142"/>
                    <a:pt x="0" y="13"/>
                  </a:cubicBezTo>
                  <a:cubicBezTo>
                    <a:pt x="30" y="0"/>
                    <a:pt x="30" y="0"/>
                    <a:pt x="30" y="0"/>
                  </a:cubicBezTo>
                </a:path>
              </a:pathLst>
            </a:custGeom>
            <a:solidFill>
              <a:srgbClr val="FDD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0" name="Freeform 46">
              <a:extLst>
                <a:ext uri="{FF2B5EF4-FFF2-40B4-BE49-F238E27FC236}">
                  <a16:creationId xmlns:a16="http://schemas.microsoft.com/office/drawing/2014/main" id="{E95D2987-7C6B-4D2A-9F19-FA113AFDFA2E}"/>
                </a:ext>
              </a:extLst>
            </p:cNvPr>
            <p:cNvSpPr>
              <a:spLocks/>
            </p:cNvSpPr>
            <p:nvPr/>
          </p:nvSpPr>
          <p:spPr bwMode="auto">
            <a:xfrm>
              <a:off x="4074454" y="3475645"/>
              <a:ext cx="1238266" cy="846594"/>
            </a:xfrm>
            <a:custGeom>
              <a:avLst/>
              <a:gdLst>
                <a:gd name="T0" fmla="*/ 4 w 681"/>
                <a:gd name="T1" fmla="*/ 320 h 466"/>
                <a:gd name="T2" fmla="*/ 52 w 681"/>
                <a:gd name="T3" fmla="*/ 424 h 466"/>
                <a:gd name="T4" fmla="*/ 73 w 681"/>
                <a:gd name="T5" fmla="*/ 442 h 466"/>
                <a:gd name="T6" fmla="*/ 403 w 681"/>
                <a:gd name="T7" fmla="*/ 404 h 466"/>
                <a:gd name="T8" fmla="*/ 674 w 681"/>
                <a:gd name="T9" fmla="*/ 107 h 466"/>
                <a:gd name="T10" fmla="*/ 649 w 681"/>
                <a:gd name="T11" fmla="*/ 52 h 466"/>
                <a:gd name="T12" fmla="*/ 247 w 681"/>
                <a:gd name="T13" fmla="*/ 64 h 466"/>
                <a:gd name="T14" fmla="*/ 4 w 681"/>
                <a:gd name="T15" fmla="*/ 292 h 466"/>
                <a:gd name="T16" fmla="*/ 4 w 681"/>
                <a:gd name="T17" fmla="*/ 320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1" h="466">
                  <a:moveTo>
                    <a:pt x="4" y="320"/>
                  </a:moveTo>
                  <a:cubicBezTo>
                    <a:pt x="52" y="424"/>
                    <a:pt x="52" y="424"/>
                    <a:pt x="52" y="424"/>
                  </a:cubicBezTo>
                  <a:cubicBezTo>
                    <a:pt x="56" y="433"/>
                    <a:pt x="64" y="439"/>
                    <a:pt x="73" y="442"/>
                  </a:cubicBezTo>
                  <a:cubicBezTo>
                    <a:pt x="175" y="466"/>
                    <a:pt x="292" y="456"/>
                    <a:pt x="403" y="404"/>
                  </a:cubicBezTo>
                  <a:cubicBezTo>
                    <a:pt x="542" y="340"/>
                    <a:pt x="639" y="228"/>
                    <a:pt x="674" y="107"/>
                  </a:cubicBezTo>
                  <a:cubicBezTo>
                    <a:pt x="681" y="85"/>
                    <a:pt x="670" y="61"/>
                    <a:pt x="649" y="52"/>
                  </a:cubicBezTo>
                  <a:cubicBezTo>
                    <a:pt x="534" y="0"/>
                    <a:pt x="385" y="1"/>
                    <a:pt x="247" y="64"/>
                  </a:cubicBezTo>
                  <a:cubicBezTo>
                    <a:pt x="135" y="116"/>
                    <a:pt x="51" y="199"/>
                    <a:pt x="4" y="292"/>
                  </a:cubicBezTo>
                  <a:cubicBezTo>
                    <a:pt x="0" y="300"/>
                    <a:pt x="0" y="311"/>
                    <a:pt x="4" y="320"/>
                  </a:cubicBezTo>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1" name="Freeform 47">
              <a:extLst>
                <a:ext uri="{FF2B5EF4-FFF2-40B4-BE49-F238E27FC236}">
                  <a16:creationId xmlns:a16="http://schemas.microsoft.com/office/drawing/2014/main" id="{5A3EEE0C-24D1-46F2-9574-EA63DC0EA37F}"/>
                </a:ext>
              </a:extLst>
            </p:cNvPr>
            <p:cNvSpPr>
              <a:spLocks/>
            </p:cNvSpPr>
            <p:nvPr/>
          </p:nvSpPr>
          <p:spPr bwMode="auto">
            <a:xfrm>
              <a:off x="4158385" y="4283315"/>
              <a:ext cx="419648" cy="322339"/>
            </a:xfrm>
            <a:custGeom>
              <a:avLst/>
              <a:gdLst>
                <a:gd name="T0" fmla="*/ 49 w 231"/>
                <a:gd name="T1" fmla="*/ 4 h 177"/>
                <a:gd name="T2" fmla="*/ 9 w 231"/>
                <a:gd name="T3" fmla="*/ 146 h 177"/>
                <a:gd name="T4" fmla="*/ 4 w 231"/>
                <a:gd name="T5" fmla="*/ 165 h 177"/>
                <a:gd name="T6" fmla="*/ 5 w 231"/>
                <a:gd name="T7" fmla="*/ 167 h 177"/>
                <a:gd name="T8" fmla="*/ 22 w 231"/>
                <a:gd name="T9" fmla="*/ 176 h 177"/>
                <a:gd name="T10" fmla="*/ 80 w 231"/>
                <a:gd name="T11" fmla="*/ 156 h 177"/>
                <a:gd name="T12" fmla="*/ 231 w 231"/>
                <a:gd name="T13" fmla="*/ 0 h 177"/>
                <a:gd name="T14" fmla="*/ 48 w 231"/>
                <a:gd name="T15" fmla="*/ 1 h 177"/>
                <a:gd name="T16" fmla="*/ 49 w 231"/>
                <a:gd name="T17" fmla="*/ 4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1" h="177">
                  <a:moveTo>
                    <a:pt x="49" y="4"/>
                  </a:moveTo>
                  <a:cubicBezTo>
                    <a:pt x="73" y="55"/>
                    <a:pt x="55" y="115"/>
                    <a:pt x="9" y="146"/>
                  </a:cubicBezTo>
                  <a:cubicBezTo>
                    <a:pt x="3" y="150"/>
                    <a:pt x="0" y="158"/>
                    <a:pt x="4" y="165"/>
                  </a:cubicBezTo>
                  <a:cubicBezTo>
                    <a:pt x="5" y="167"/>
                    <a:pt x="5" y="167"/>
                    <a:pt x="5" y="167"/>
                  </a:cubicBezTo>
                  <a:cubicBezTo>
                    <a:pt x="8" y="174"/>
                    <a:pt x="15" y="177"/>
                    <a:pt x="22" y="176"/>
                  </a:cubicBezTo>
                  <a:cubicBezTo>
                    <a:pt x="41" y="171"/>
                    <a:pt x="61" y="164"/>
                    <a:pt x="80" y="156"/>
                  </a:cubicBezTo>
                  <a:cubicBezTo>
                    <a:pt x="150" y="123"/>
                    <a:pt x="203" y="66"/>
                    <a:pt x="231" y="0"/>
                  </a:cubicBezTo>
                  <a:cubicBezTo>
                    <a:pt x="168" y="12"/>
                    <a:pt x="106" y="12"/>
                    <a:pt x="48" y="1"/>
                  </a:cubicBezTo>
                  <a:cubicBezTo>
                    <a:pt x="49" y="2"/>
                    <a:pt x="49" y="3"/>
                    <a:pt x="49" y="4"/>
                  </a:cubicBez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2" name="Freeform 48">
              <a:extLst>
                <a:ext uri="{FF2B5EF4-FFF2-40B4-BE49-F238E27FC236}">
                  <a16:creationId xmlns:a16="http://schemas.microsoft.com/office/drawing/2014/main" id="{CD5ADF45-0857-414C-8F4A-D724B0CDB01E}"/>
                </a:ext>
              </a:extLst>
            </p:cNvPr>
            <p:cNvSpPr>
              <a:spLocks/>
            </p:cNvSpPr>
            <p:nvPr/>
          </p:nvSpPr>
          <p:spPr bwMode="auto">
            <a:xfrm>
              <a:off x="3814151" y="3679995"/>
              <a:ext cx="503578" cy="290713"/>
            </a:xfrm>
            <a:custGeom>
              <a:avLst/>
              <a:gdLst>
                <a:gd name="T0" fmla="*/ 156 w 277"/>
                <a:gd name="T1" fmla="*/ 157 h 160"/>
                <a:gd name="T2" fmla="*/ 22 w 277"/>
                <a:gd name="T3" fmla="*/ 96 h 160"/>
                <a:gd name="T4" fmla="*/ 4 w 277"/>
                <a:gd name="T5" fmla="*/ 87 h 160"/>
                <a:gd name="T6" fmla="*/ 3 w 277"/>
                <a:gd name="T7" fmla="*/ 85 h 160"/>
                <a:gd name="T8" fmla="*/ 7 w 277"/>
                <a:gd name="T9" fmla="*/ 67 h 160"/>
                <a:gd name="T10" fmla="*/ 60 w 277"/>
                <a:gd name="T11" fmla="*/ 36 h 160"/>
                <a:gd name="T12" fmla="*/ 277 w 277"/>
                <a:gd name="T13" fmla="*/ 21 h 160"/>
                <a:gd name="T14" fmla="*/ 157 w 277"/>
                <a:gd name="T15" fmla="*/ 160 h 160"/>
                <a:gd name="T16" fmla="*/ 156 w 277"/>
                <a:gd name="T17" fmla="*/ 157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7" h="160">
                  <a:moveTo>
                    <a:pt x="156" y="157"/>
                  </a:moveTo>
                  <a:cubicBezTo>
                    <a:pt x="132" y="106"/>
                    <a:pt x="75" y="80"/>
                    <a:pt x="22" y="96"/>
                  </a:cubicBezTo>
                  <a:cubicBezTo>
                    <a:pt x="15" y="98"/>
                    <a:pt x="7" y="94"/>
                    <a:pt x="4" y="87"/>
                  </a:cubicBezTo>
                  <a:cubicBezTo>
                    <a:pt x="3" y="85"/>
                    <a:pt x="3" y="85"/>
                    <a:pt x="3" y="85"/>
                  </a:cubicBezTo>
                  <a:cubicBezTo>
                    <a:pt x="0" y="79"/>
                    <a:pt x="2" y="71"/>
                    <a:pt x="7" y="67"/>
                  </a:cubicBezTo>
                  <a:cubicBezTo>
                    <a:pt x="23" y="55"/>
                    <a:pt x="41" y="44"/>
                    <a:pt x="60" y="36"/>
                  </a:cubicBezTo>
                  <a:cubicBezTo>
                    <a:pt x="131" y="3"/>
                    <a:pt x="208" y="0"/>
                    <a:pt x="277" y="21"/>
                  </a:cubicBezTo>
                  <a:cubicBezTo>
                    <a:pt x="227" y="61"/>
                    <a:pt x="186" y="109"/>
                    <a:pt x="157" y="160"/>
                  </a:cubicBezTo>
                  <a:cubicBezTo>
                    <a:pt x="157" y="159"/>
                    <a:pt x="156" y="158"/>
                    <a:pt x="156" y="157"/>
                  </a:cubicBez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3" name="Freeform 49">
              <a:extLst>
                <a:ext uri="{FF2B5EF4-FFF2-40B4-BE49-F238E27FC236}">
                  <a16:creationId xmlns:a16="http://schemas.microsoft.com/office/drawing/2014/main" id="{F5FF18C8-8239-40BC-BC98-D22B62012121}"/>
                </a:ext>
              </a:extLst>
            </p:cNvPr>
            <p:cNvSpPr>
              <a:spLocks/>
            </p:cNvSpPr>
            <p:nvPr/>
          </p:nvSpPr>
          <p:spPr bwMode="auto">
            <a:xfrm>
              <a:off x="4950242" y="3502405"/>
              <a:ext cx="362478" cy="440326"/>
            </a:xfrm>
            <a:custGeom>
              <a:avLst/>
              <a:gdLst>
                <a:gd name="T0" fmla="*/ 167 w 199"/>
                <a:gd name="T1" fmla="*/ 37 h 242"/>
                <a:gd name="T2" fmla="*/ 0 w 199"/>
                <a:gd name="T3" fmla="*/ 0 h 242"/>
                <a:gd name="T4" fmla="*/ 112 w 199"/>
                <a:gd name="T5" fmla="*/ 242 h 242"/>
                <a:gd name="T6" fmla="*/ 192 w 199"/>
                <a:gd name="T7" fmla="*/ 92 h 242"/>
                <a:gd name="T8" fmla="*/ 167 w 199"/>
                <a:gd name="T9" fmla="*/ 37 h 242"/>
              </a:gdLst>
              <a:ahLst/>
              <a:cxnLst>
                <a:cxn ang="0">
                  <a:pos x="T0" y="T1"/>
                </a:cxn>
                <a:cxn ang="0">
                  <a:pos x="T2" y="T3"/>
                </a:cxn>
                <a:cxn ang="0">
                  <a:pos x="T4" y="T5"/>
                </a:cxn>
                <a:cxn ang="0">
                  <a:pos x="T6" y="T7"/>
                </a:cxn>
                <a:cxn ang="0">
                  <a:pos x="T8" y="T9"/>
                </a:cxn>
              </a:cxnLst>
              <a:rect l="0" t="0" r="r" b="b"/>
              <a:pathLst>
                <a:path w="199" h="242">
                  <a:moveTo>
                    <a:pt x="167" y="37"/>
                  </a:moveTo>
                  <a:cubicBezTo>
                    <a:pt x="117" y="14"/>
                    <a:pt x="60" y="2"/>
                    <a:pt x="0" y="0"/>
                  </a:cubicBezTo>
                  <a:cubicBezTo>
                    <a:pt x="112" y="242"/>
                    <a:pt x="112" y="242"/>
                    <a:pt x="112" y="242"/>
                  </a:cubicBezTo>
                  <a:cubicBezTo>
                    <a:pt x="150" y="196"/>
                    <a:pt x="177" y="144"/>
                    <a:pt x="192" y="92"/>
                  </a:cubicBezTo>
                  <a:cubicBezTo>
                    <a:pt x="199" y="70"/>
                    <a:pt x="188" y="46"/>
                    <a:pt x="167" y="37"/>
                  </a:cubicBez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4" name="Freeform 50">
              <a:extLst>
                <a:ext uri="{FF2B5EF4-FFF2-40B4-BE49-F238E27FC236}">
                  <a16:creationId xmlns:a16="http://schemas.microsoft.com/office/drawing/2014/main" id="{0F0182C7-B5A5-42F4-9059-56C5534A775A}"/>
                </a:ext>
              </a:extLst>
            </p:cNvPr>
            <p:cNvSpPr>
              <a:spLocks/>
            </p:cNvSpPr>
            <p:nvPr/>
          </p:nvSpPr>
          <p:spPr bwMode="auto">
            <a:xfrm>
              <a:off x="4986733" y="3527948"/>
              <a:ext cx="25543" cy="23111"/>
            </a:xfrm>
            <a:custGeom>
              <a:avLst/>
              <a:gdLst>
                <a:gd name="T0" fmla="*/ 7 w 14"/>
                <a:gd name="T1" fmla="*/ 0 h 13"/>
                <a:gd name="T2" fmla="*/ 4 w 14"/>
                <a:gd name="T3" fmla="*/ 1 h 13"/>
                <a:gd name="T4" fmla="*/ 1 w 14"/>
                <a:gd name="T5" fmla="*/ 4 h 13"/>
                <a:gd name="T6" fmla="*/ 1 w 14"/>
                <a:gd name="T7" fmla="*/ 9 h 13"/>
                <a:gd name="T8" fmla="*/ 4 w 14"/>
                <a:gd name="T9" fmla="*/ 12 h 13"/>
                <a:gd name="T10" fmla="*/ 7 w 14"/>
                <a:gd name="T11" fmla="*/ 13 h 13"/>
                <a:gd name="T12" fmla="*/ 9 w 14"/>
                <a:gd name="T13" fmla="*/ 12 h 13"/>
                <a:gd name="T14" fmla="*/ 13 w 14"/>
                <a:gd name="T15" fmla="*/ 9 h 13"/>
                <a:gd name="T16" fmla="*/ 9 w 14"/>
                <a:gd name="T17" fmla="*/ 0 h 13"/>
                <a:gd name="T18" fmla="*/ 7 w 14"/>
                <a:gd name="T19"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13">
                  <a:moveTo>
                    <a:pt x="7" y="0"/>
                  </a:moveTo>
                  <a:cubicBezTo>
                    <a:pt x="6" y="0"/>
                    <a:pt x="5" y="0"/>
                    <a:pt x="4" y="1"/>
                  </a:cubicBezTo>
                  <a:cubicBezTo>
                    <a:pt x="2" y="1"/>
                    <a:pt x="1" y="3"/>
                    <a:pt x="1" y="4"/>
                  </a:cubicBezTo>
                  <a:cubicBezTo>
                    <a:pt x="0" y="6"/>
                    <a:pt x="0" y="8"/>
                    <a:pt x="1" y="9"/>
                  </a:cubicBezTo>
                  <a:cubicBezTo>
                    <a:pt x="1" y="11"/>
                    <a:pt x="3" y="12"/>
                    <a:pt x="4" y="12"/>
                  </a:cubicBezTo>
                  <a:cubicBezTo>
                    <a:pt x="5" y="13"/>
                    <a:pt x="6" y="13"/>
                    <a:pt x="7" y="13"/>
                  </a:cubicBezTo>
                  <a:cubicBezTo>
                    <a:pt x="7" y="13"/>
                    <a:pt x="8" y="13"/>
                    <a:pt x="9" y="12"/>
                  </a:cubicBezTo>
                  <a:cubicBezTo>
                    <a:pt x="11" y="12"/>
                    <a:pt x="12" y="10"/>
                    <a:pt x="13" y="9"/>
                  </a:cubicBezTo>
                  <a:cubicBezTo>
                    <a:pt x="14" y="6"/>
                    <a:pt x="12" y="2"/>
                    <a:pt x="9" y="0"/>
                  </a:cubicBezTo>
                  <a:cubicBezTo>
                    <a:pt x="8" y="0"/>
                    <a:pt x="7" y="0"/>
                    <a:pt x="7" y="0"/>
                  </a:cubicBezTo>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5" name="Freeform 51">
              <a:extLst>
                <a:ext uri="{FF2B5EF4-FFF2-40B4-BE49-F238E27FC236}">
                  <a16:creationId xmlns:a16="http://schemas.microsoft.com/office/drawing/2014/main" id="{B4E8B77A-54F0-4424-AC98-DA2C36D8BDCF}"/>
                </a:ext>
              </a:extLst>
            </p:cNvPr>
            <p:cNvSpPr>
              <a:spLocks/>
            </p:cNvSpPr>
            <p:nvPr/>
          </p:nvSpPr>
          <p:spPr bwMode="auto">
            <a:xfrm>
              <a:off x="5012277" y="3586334"/>
              <a:ext cx="25543" cy="23111"/>
            </a:xfrm>
            <a:custGeom>
              <a:avLst/>
              <a:gdLst>
                <a:gd name="T0" fmla="*/ 7 w 14"/>
                <a:gd name="T1" fmla="*/ 0 h 13"/>
                <a:gd name="T2" fmla="*/ 5 w 14"/>
                <a:gd name="T3" fmla="*/ 0 h 13"/>
                <a:gd name="T4" fmla="*/ 1 w 14"/>
                <a:gd name="T5" fmla="*/ 9 h 13"/>
                <a:gd name="T6" fmla="*/ 7 w 14"/>
                <a:gd name="T7" fmla="*/ 13 h 13"/>
                <a:gd name="T8" fmla="*/ 10 w 14"/>
                <a:gd name="T9" fmla="*/ 12 h 13"/>
                <a:gd name="T10" fmla="*/ 13 w 14"/>
                <a:gd name="T11" fmla="*/ 4 h 13"/>
                <a:gd name="T12" fmla="*/ 7 w 14"/>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14" h="13">
                  <a:moveTo>
                    <a:pt x="7" y="0"/>
                  </a:moveTo>
                  <a:cubicBezTo>
                    <a:pt x="6" y="0"/>
                    <a:pt x="5" y="0"/>
                    <a:pt x="5" y="0"/>
                  </a:cubicBezTo>
                  <a:cubicBezTo>
                    <a:pt x="1" y="2"/>
                    <a:pt x="0" y="6"/>
                    <a:pt x="1" y="9"/>
                  </a:cubicBezTo>
                  <a:cubicBezTo>
                    <a:pt x="2" y="11"/>
                    <a:pt x="5" y="13"/>
                    <a:pt x="7" y="13"/>
                  </a:cubicBezTo>
                  <a:cubicBezTo>
                    <a:pt x="8" y="13"/>
                    <a:pt x="9" y="12"/>
                    <a:pt x="10" y="12"/>
                  </a:cubicBezTo>
                  <a:cubicBezTo>
                    <a:pt x="13" y="10"/>
                    <a:pt x="14" y="7"/>
                    <a:pt x="13" y="4"/>
                  </a:cubicBezTo>
                  <a:cubicBezTo>
                    <a:pt x="12" y="1"/>
                    <a:pt x="10" y="0"/>
                    <a:pt x="7" y="0"/>
                  </a:cubicBezTo>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6" name="Freeform 52">
              <a:extLst>
                <a:ext uri="{FF2B5EF4-FFF2-40B4-BE49-F238E27FC236}">
                  <a16:creationId xmlns:a16="http://schemas.microsoft.com/office/drawing/2014/main" id="{C5848DE1-8FDA-4D58-BC6E-C1B89C0120E7}"/>
                </a:ext>
              </a:extLst>
            </p:cNvPr>
            <p:cNvSpPr>
              <a:spLocks noEditPoints="1"/>
            </p:cNvSpPr>
            <p:nvPr/>
          </p:nvSpPr>
          <p:spPr bwMode="auto">
            <a:xfrm>
              <a:off x="5040254" y="3644720"/>
              <a:ext cx="77848" cy="137451"/>
            </a:xfrm>
            <a:custGeom>
              <a:avLst/>
              <a:gdLst>
                <a:gd name="T0" fmla="*/ 36 w 43"/>
                <a:gd name="T1" fmla="*/ 63 h 76"/>
                <a:gd name="T2" fmla="*/ 33 w 43"/>
                <a:gd name="T3" fmla="*/ 64 h 76"/>
                <a:gd name="T4" fmla="*/ 30 w 43"/>
                <a:gd name="T5" fmla="*/ 72 h 76"/>
                <a:gd name="T6" fmla="*/ 36 w 43"/>
                <a:gd name="T7" fmla="*/ 76 h 76"/>
                <a:gd name="T8" fmla="*/ 39 w 43"/>
                <a:gd name="T9" fmla="*/ 75 h 76"/>
                <a:gd name="T10" fmla="*/ 42 w 43"/>
                <a:gd name="T11" fmla="*/ 67 h 76"/>
                <a:gd name="T12" fmla="*/ 36 w 43"/>
                <a:gd name="T13" fmla="*/ 63 h 76"/>
                <a:gd name="T14" fmla="*/ 21 w 43"/>
                <a:gd name="T15" fmla="*/ 31 h 76"/>
                <a:gd name="T16" fmla="*/ 19 w 43"/>
                <a:gd name="T17" fmla="*/ 32 h 76"/>
                <a:gd name="T18" fmla="*/ 16 w 43"/>
                <a:gd name="T19" fmla="*/ 40 h 76"/>
                <a:gd name="T20" fmla="*/ 22 w 43"/>
                <a:gd name="T21" fmla="*/ 44 h 76"/>
                <a:gd name="T22" fmla="*/ 24 w 43"/>
                <a:gd name="T23" fmla="*/ 43 h 76"/>
                <a:gd name="T24" fmla="*/ 27 w 43"/>
                <a:gd name="T25" fmla="*/ 35 h 76"/>
                <a:gd name="T26" fmla="*/ 21 w 43"/>
                <a:gd name="T27" fmla="*/ 31 h 76"/>
                <a:gd name="T28" fmla="*/ 7 w 43"/>
                <a:gd name="T29" fmla="*/ 0 h 76"/>
                <a:gd name="T30" fmla="*/ 4 w 43"/>
                <a:gd name="T31" fmla="*/ 0 h 76"/>
                <a:gd name="T32" fmla="*/ 1 w 43"/>
                <a:gd name="T33" fmla="*/ 9 h 76"/>
                <a:gd name="T34" fmla="*/ 7 w 43"/>
                <a:gd name="T35" fmla="*/ 12 h 76"/>
                <a:gd name="T36" fmla="*/ 10 w 43"/>
                <a:gd name="T37" fmla="*/ 12 h 76"/>
                <a:gd name="T38" fmla="*/ 13 w 43"/>
                <a:gd name="T39" fmla="*/ 3 h 76"/>
                <a:gd name="T40" fmla="*/ 7 w 43"/>
                <a:gd name="T41"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3" h="76">
                  <a:moveTo>
                    <a:pt x="36" y="63"/>
                  </a:moveTo>
                  <a:cubicBezTo>
                    <a:pt x="35" y="63"/>
                    <a:pt x="34" y="63"/>
                    <a:pt x="33" y="64"/>
                  </a:cubicBezTo>
                  <a:cubicBezTo>
                    <a:pt x="30" y="65"/>
                    <a:pt x="29" y="69"/>
                    <a:pt x="30" y="72"/>
                  </a:cubicBezTo>
                  <a:cubicBezTo>
                    <a:pt x="31" y="74"/>
                    <a:pt x="34" y="76"/>
                    <a:pt x="36" y="76"/>
                  </a:cubicBezTo>
                  <a:cubicBezTo>
                    <a:pt x="37" y="76"/>
                    <a:pt x="38" y="76"/>
                    <a:pt x="39" y="75"/>
                  </a:cubicBezTo>
                  <a:cubicBezTo>
                    <a:pt x="42" y="74"/>
                    <a:pt x="43" y="70"/>
                    <a:pt x="42" y="67"/>
                  </a:cubicBezTo>
                  <a:cubicBezTo>
                    <a:pt x="41" y="64"/>
                    <a:pt x="39" y="63"/>
                    <a:pt x="36" y="63"/>
                  </a:cubicBezTo>
                  <a:moveTo>
                    <a:pt x="21" y="31"/>
                  </a:moveTo>
                  <a:cubicBezTo>
                    <a:pt x="21" y="31"/>
                    <a:pt x="20" y="32"/>
                    <a:pt x="19" y="32"/>
                  </a:cubicBezTo>
                  <a:cubicBezTo>
                    <a:pt x="16" y="33"/>
                    <a:pt x="14" y="37"/>
                    <a:pt x="16" y="40"/>
                  </a:cubicBezTo>
                  <a:cubicBezTo>
                    <a:pt x="17" y="43"/>
                    <a:pt x="19" y="44"/>
                    <a:pt x="22" y="44"/>
                  </a:cubicBezTo>
                  <a:cubicBezTo>
                    <a:pt x="22" y="44"/>
                    <a:pt x="23" y="44"/>
                    <a:pt x="24" y="43"/>
                  </a:cubicBezTo>
                  <a:cubicBezTo>
                    <a:pt x="27" y="42"/>
                    <a:pt x="29" y="38"/>
                    <a:pt x="27" y="35"/>
                  </a:cubicBezTo>
                  <a:cubicBezTo>
                    <a:pt x="26" y="33"/>
                    <a:pt x="24" y="31"/>
                    <a:pt x="21" y="31"/>
                  </a:cubicBezTo>
                  <a:moveTo>
                    <a:pt x="7" y="0"/>
                  </a:moveTo>
                  <a:cubicBezTo>
                    <a:pt x="6" y="0"/>
                    <a:pt x="5" y="0"/>
                    <a:pt x="4" y="0"/>
                  </a:cubicBezTo>
                  <a:cubicBezTo>
                    <a:pt x="1" y="2"/>
                    <a:pt x="0" y="5"/>
                    <a:pt x="1" y="9"/>
                  </a:cubicBezTo>
                  <a:cubicBezTo>
                    <a:pt x="2" y="11"/>
                    <a:pt x="4" y="12"/>
                    <a:pt x="7" y="12"/>
                  </a:cubicBezTo>
                  <a:cubicBezTo>
                    <a:pt x="8" y="12"/>
                    <a:pt x="9" y="12"/>
                    <a:pt x="10" y="12"/>
                  </a:cubicBezTo>
                  <a:cubicBezTo>
                    <a:pt x="13" y="10"/>
                    <a:pt x="14" y="6"/>
                    <a:pt x="13" y="3"/>
                  </a:cubicBezTo>
                  <a:cubicBezTo>
                    <a:pt x="12" y="1"/>
                    <a:pt x="9" y="0"/>
                    <a:pt x="7" y="0"/>
                  </a:cubicBezTo>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7" name="Freeform 53">
              <a:extLst>
                <a:ext uri="{FF2B5EF4-FFF2-40B4-BE49-F238E27FC236}">
                  <a16:creationId xmlns:a16="http://schemas.microsoft.com/office/drawing/2014/main" id="{84CAEA74-C8C2-4102-B6F5-916DD06EE255}"/>
                </a:ext>
              </a:extLst>
            </p:cNvPr>
            <p:cNvSpPr>
              <a:spLocks/>
            </p:cNvSpPr>
            <p:nvPr/>
          </p:nvSpPr>
          <p:spPr bwMode="auto">
            <a:xfrm>
              <a:off x="4941728" y="3502405"/>
              <a:ext cx="150830" cy="310175"/>
            </a:xfrm>
            <a:custGeom>
              <a:avLst/>
              <a:gdLst>
                <a:gd name="T0" fmla="*/ 0 w 83"/>
                <a:gd name="T1" fmla="*/ 0 h 171"/>
                <a:gd name="T2" fmla="*/ 79 w 83"/>
                <a:gd name="T3" fmla="*/ 171 h 171"/>
                <a:gd name="T4" fmla="*/ 83 w 83"/>
                <a:gd name="T5" fmla="*/ 168 h 171"/>
                <a:gd name="T6" fmla="*/ 5 w 83"/>
                <a:gd name="T7" fmla="*/ 0 h 171"/>
                <a:gd name="T8" fmla="*/ 5 w 83"/>
                <a:gd name="T9" fmla="*/ 0 h 171"/>
                <a:gd name="T10" fmla="*/ 5 w 83"/>
                <a:gd name="T11" fmla="*/ 0 h 171"/>
                <a:gd name="T12" fmla="*/ 0 w 83"/>
                <a:gd name="T13" fmla="*/ 0 h 171"/>
              </a:gdLst>
              <a:ahLst/>
              <a:cxnLst>
                <a:cxn ang="0">
                  <a:pos x="T0" y="T1"/>
                </a:cxn>
                <a:cxn ang="0">
                  <a:pos x="T2" y="T3"/>
                </a:cxn>
                <a:cxn ang="0">
                  <a:pos x="T4" y="T5"/>
                </a:cxn>
                <a:cxn ang="0">
                  <a:pos x="T6" y="T7"/>
                </a:cxn>
                <a:cxn ang="0">
                  <a:pos x="T8" y="T9"/>
                </a:cxn>
                <a:cxn ang="0">
                  <a:pos x="T10" y="T11"/>
                </a:cxn>
                <a:cxn ang="0">
                  <a:pos x="T12" y="T13"/>
                </a:cxn>
              </a:cxnLst>
              <a:rect l="0" t="0" r="r" b="b"/>
              <a:pathLst>
                <a:path w="83" h="171">
                  <a:moveTo>
                    <a:pt x="0" y="0"/>
                  </a:moveTo>
                  <a:cubicBezTo>
                    <a:pt x="79" y="171"/>
                    <a:pt x="79" y="171"/>
                    <a:pt x="79" y="171"/>
                  </a:cubicBezTo>
                  <a:cubicBezTo>
                    <a:pt x="81" y="170"/>
                    <a:pt x="82" y="169"/>
                    <a:pt x="83" y="168"/>
                  </a:cubicBezTo>
                  <a:cubicBezTo>
                    <a:pt x="5" y="0"/>
                    <a:pt x="5" y="0"/>
                    <a:pt x="5" y="0"/>
                  </a:cubicBezTo>
                  <a:cubicBezTo>
                    <a:pt x="5" y="0"/>
                    <a:pt x="5" y="0"/>
                    <a:pt x="5" y="0"/>
                  </a:cubicBezTo>
                  <a:cubicBezTo>
                    <a:pt x="5" y="0"/>
                    <a:pt x="5" y="0"/>
                    <a:pt x="5" y="0"/>
                  </a:cubicBezTo>
                  <a:cubicBezTo>
                    <a:pt x="4" y="0"/>
                    <a:pt x="2" y="0"/>
                    <a:pt x="0" y="0"/>
                  </a:cubicBezTo>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8" name="Freeform 54">
              <a:extLst>
                <a:ext uri="{FF2B5EF4-FFF2-40B4-BE49-F238E27FC236}">
                  <a16:creationId xmlns:a16="http://schemas.microsoft.com/office/drawing/2014/main" id="{F46B9FE9-1B0B-4AB9-B037-781D669BD7FC}"/>
                </a:ext>
              </a:extLst>
            </p:cNvPr>
            <p:cNvSpPr>
              <a:spLocks/>
            </p:cNvSpPr>
            <p:nvPr/>
          </p:nvSpPr>
          <p:spPr bwMode="auto">
            <a:xfrm>
              <a:off x="4950242" y="3502405"/>
              <a:ext cx="142315" cy="305309"/>
            </a:xfrm>
            <a:custGeom>
              <a:avLst/>
              <a:gdLst>
                <a:gd name="T0" fmla="*/ 0 w 78"/>
                <a:gd name="T1" fmla="*/ 0 h 168"/>
                <a:gd name="T2" fmla="*/ 78 w 78"/>
                <a:gd name="T3" fmla="*/ 168 h 168"/>
                <a:gd name="T4" fmla="*/ 78 w 78"/>
                <a:gd name="T5" fmla="*/ 168 h 168"/>
                <a:gd name="T6" fmla="*/ 0 w 78"/>
                <a:gd name="T7" fmla="*/ 0 h 168"/>
                <a:gd name="T8" fmla="*/ 0 w 78"/>
                <a:gd name="T9" fmla="*/ 0 h 168"/>
              </a:gdLst>
              <a:ahLst/>
              <a:cxnLst>
                <a:cxn ang="0">
                  <a:pos x="T0" y="T1"/>
                </a:cxn>
                <a:cxn ang="0">
                  <a:pos x="T2" y="T3"/>
                </a:cxn>
                <a:cxn ang="0">
                  <a:pos x="T4" y="T5"/>
                </a:cxn>
                <a:cxn ang="0">
                  <a:pos x="T6" y="T7"/>
                </a:cxn>
                <a:cxn ang="0">
                  <a:pos x="T8" y="T9"/>
                </a:cxn>
              </a:cxnLst>
              <a:rect l="0" t="0" r="r" b="b"/>
              <a:pathLst>
                <a:path w="78" h="168">
                  <a:moveTo>
                    <a:pt x="0" y="0"/>
                  </a:moveTo>
                  <a:cubicBezTo>
                    <a:pt x="78" y="168"/>
                    <a:pt x="78" y="168"/>
                    <a:pt x="78" y="168"/>
                  </a:cubicBezTo>
                  <a:cubicBezTo>
                    <a:pt x="78" y="168"/>
                    <a:pt x="78" y="168"/>
                    <a:pt x="78" y="168"/>
                  </a:cubicBezTo>
                  <a:cubicBezTo>
                    <a:pt x="0" y="0"/>
                    <a:pt x="0" y="0"/>
                    <a:pt x="0" y="0"/>
                  </a:cubicBezTo>
                  <a:cubicBezTo>
                    <a:pt x="0" y="0"/>
                    <a:pt x="0" y="0"/>
                    <a:pt x="0" y="0"/>
                  </a:cubicBezTo>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9" name="Freeform 55">
              <a:extLst>
                <a:ext uri="{FF2B5EF4-FFF2-40B4-BE49-F238E27FC236}">
                  <a16:creationId xmlns:a16="http://schemas.microsoft.com/office/drawing/2014/main" id="{09C63294-F769-40C3-812E-8D34A971DD8A}"/>
                </a:ext>
              </a:extLst>
            </p:cNvPr>
            <p:cNvSpPr>
              <a:spLocks noEditPoints="1"/>
            </p:cNvSpPr>
            <p:nvPr/>
          </p:nvSpPr>
          <p:spPr bwMode="auto">
            <a:xfrm>
              <a:off x="4082970" y="3718919"/>
              <a:ext cx="234759" cy="246924"/>
            </a:xfrm>
            <a:custGeom>
              <a:avLst/>
              <a:gdLst>
                <a:gd name="T0" fmla="*/ 8 w 129"/>
                <a:gd name="T1" fmla="*/ 135 h 136"/>
                <a:gd name="T2" fmla="*/ 8 w 129"/>
                <a:gd name="T3" fmla="*/ 136 h 136"/>
                <a:gd name="T4" fmla="*/ 8 w 129"/>
                <a:gd name="T5" fmla="*/ 135 h 136"/>
                <a:gd name="T6" fmla="*/ 0 w 129"/>
                <a:gd name="T7" fmla="*/ 122 h 136"/>
                <a:gd name="T8" fmla="*/ 0 w 129"/>
                <a:gd name="T9" fmla="*/ 122 h 136"/>
                <a:gd name="T10" fmla="*/ 8 w 129"/>
                <a:gd name="T11" fmla="*/ 135 h 136"/>
                <a:gd name="T12" fmla="*/ 0 w 129"/>
                <a:gd name="T13" fmla="*/ 122 h 136"/>
                <a:gd name="T14" fmla="*/ 128 w 129"/>
                <a:gd name="T15" fmla="*/ 0 h 136"/>
                <a:gd name="T16" fmla="*/ 129 w 129"/>
                <a:gd name="T17" fmla="*/ 0 h 136"/>
                <a:gd name="T18" fmla="*/ 129 w 129"/>
                <a:gd name="T19" fmla="*/ 0 h 136"/>
                <a:gd name="T20" fmla="*/ 128 w 129"/>
                <a:gd name="T21" fmla="*/ 0 h 136"/>
                <a:gd name="T22" fmla="*/ 128 w 129"/>
                <a:gd name="T23" fmla="*/ 0 h 136"/>
                <a:gd name="T24" fmla="*/ 128 w 129"/>
                <a:gd name="T25" fmla="*/ 0 h 136"/>
                <a:gd name="T26" fmla="*/ 128 w 129"/>
                <a:gd name="T27" fmla="*/ 0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9" h="136">
                  <a:moveTo>
                    <a:pt x="8" y="135"/>
                  </a:moveTo>
                  <a:cubicBezTo>
                    <a:pt x="8" y="135"/>
                    <a:pt x="8" y="135"/>
                    <a:pt x="8" y="136"/>
                  </a:cubicBezTo>
                  <a:cubicBezTo>
                    <a:pt x="8" y="135"/>
                    <a:pt x="8" y="135"/>
                    <a:pt x="8" y="135"/>
                  </a:cubicBezTo>
                  <a:moveTo>
                    <a:pt x="0" y="122"/>
                  </a:moveTo>
                  <a:cubicBezTo>
                    <a:pt x="0" y="122"/>
                    <a:pt x="0" y="122"/>
                    <a:pt x="0" y="122"/>
                  </a:cubicBezTo>
                  <a:cubicBezTo>
                    <a:pt x="3" y="126"/>
                    <a:pt x="5" y="131"/>
                    <a:pt x="8" y="135"/>
                  </a:cubicBezTo>
                  <a:cubicBezTo>
                    <a:pt x="5" y="131"/>
                    <a:pt x="3" y="126"/>
                    <a:pt x="0" y="122"/>
                  </a:cubicBezTo>
                  <a:moveTo>
                    <a:pt x="128" y="0"/>
                  </a:moveTo>
                  <a:cubicBezTo>
                    <a:pt x="129" y="0"/>
                    <a:pt x="129" y="0"/>
                    <a:pt x="129" y="0"/>
                  </a:cubicBezTo>
                  <a:cubicBezTo>
                    <a:pt x="129" y="0"/>
                    <a:pt x="129" y="0"/>
                    <a:pt x="129" y="0"/>
                  </a:cubicBezTo>
                  <a:cubicBezTo>
                    <a:pt x="129" y="0"/>
                    <a:pt x="129" y="0"/>
                    <a:pt x="128" y="0"/>
                  </a:cubicBezTo>
                  <a:moveTo>
                    <a:pt x="128" y="0"/>
                  </a:moveTo>
                  <a:cubicBezTo>
                    <a:pt x="128" y="0"/>
                    <a:pt x="128" y="0"/>
                    <a:pt x="128" y="0"/>
                  </a:cubicBezTo>
                  <a:cubicBezTo>
                    <a:pt x="128" y="0"/>
                    <a:pt x="128" y="0"/>
                    <a:pt x="128" y="0"/>
                  </a:cubicBezTo>
                </a:path>
              </a:pathLst>
            </a:custGeom>
            <a:solidFill>
              <a:srgbClr val="E6E7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0" name="Oval 49">
              <a:extLst>
                <a:ext uri="{FF2B5EF4-FFF2-40B4-BE49-F238E27FC236}">
                  <a16:creationId xmlns:a16="http://schemas.microsoft.com/office/drawing/2014/main" id="{34DF8413-3233-4A86-9432-241D780FB5EA}"/>
                </a:ext>
              </a:extLst>
            </p:cNvPr>
            <p:cNvSpPr>
              <a:spLocks noChangeArrowheads="1"/>
            </p:cNvSpPr>
            <p:nvPr/>
          </p:nvSpPr>
          <p:spPr bwMode="auto">
            <a:xfrm>
              <a:off x="4317729" y="3718919"/>
              <a:ext cx="1216" cy="1217"/>
            </a:xfrm>
            <a:prstGeom prst="ellipse">
              <a:avLst/>
            </a:prstGeom>
            <a:solidFill>
              <a:srgbClr val="DDDE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1" name="Freeform 57">
              <a:extLst>
                <a:ext uri="{FF2B5EF4-FFF2-40B4-BE49-F238E27FC236}">
                  <a16:creationId xmlns:a16="http://schemas.microsoft.com/office/drawing/2014/main" id="{74A6FF2C-B860-456A-AC32-ABC6FF2F4101}"/>
                </a:ext>
              </a:extLst>
            </p:cNvPr>
            <p:cNvSpPr>
              <a:spLocks/>
            </p:cNvSpPr>
            <p:nvPr/>
          </p:nvSpPr>
          <p:spPr bwMode="auto">
            <a:xfrm>
              <a:off x="4082970" y="3711620"/>
              <a:ext cx="234759" cy="259088"/>
            </a:xfrm>
            <a:custGeom>
              <a:avLst/>
              <a:gdLst>
                <a:gd name="T0" fmla="*/ 114 w 129"/>
                <a:gd name="T1" fmla="*/ 0 h 143"/>
                <a:gd name="T2" fmla="*/ 0 w 129"/>
                <a:gd name="T3" fmla="*/ 126 h 143"/>
                <a:gd name="T4" fmla="*/ 8 w 129"/>
                <a:gd name="T5" fmla="*/ 139 h 143"/>
                <a:gd name="T6" fmla="*/ 8 w 129"/>
                <a:gd name="T7" fmla="*/ 139 h 143"/>
                <a:gd name="T8" fmla="*/ 8 w 129"/>
                <a:gd name="T9" fmla="*/ 140 h 143"/>
                <a:gd name="T10" fmla="*/ 8 w 129"/>
                <a:gd name="T11" fmla="*/ 140 h 143"/>
                <a:gd name="T12" fmla="*/ 9 w 129"/>
                <a:gd name="T13" fmla="*/ 143 h 143"/>
                <a:gd name="T14" fmla="*/ 129 w 129"/>
                <a:gd name="T15" fmla="*/ 4 h 143"/>
                <a:gd name="T16" fmla="*/ 129 w 129"/>
                <a:gd name="T17" fmla="*/ 4 h 143"/>
                <a:gd name="T18" fmla="*/ 128 w 129"/>
                <a:gd name="T19" fmla="*/ 4 h 143"/>
                <a:gd name="T20" fmla="*/ 128 w 129"/>
                <a:gd name="T21" fmla="*/ 4 h 143"/>
                <a:gd name="T22" fmla="*/ 128 w 129"/>
                <a:gd name="T23" fmla="*/ 4 h 143"/>
                <a:gd name="T24" fmla="*/ 114 w 129"/>
                <a:gd name="T25" fmla="*/ 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 h="143">
                  <a:moveTo>
                    <a:pt x="114" y="0"/>
                  </a:moveTo>
                  <a:cubicBezTo>
                    <a:pt x="68" y="37"/>
                    <a:pt x="29" y="80"/>
                    <a:pt x="0" y="126"/>
                  </a:cubicBezTo>
                  <a:cubicBezTo>
                    <a:pt x="3" y="130"/>
                    <a:pt x="5" y="135"/>
                    <a:pt x="8" y="139"/>
                  </a:cubicBezTo>
                  <a:cubicBezTo>
                    <a:pt x="8" y="139"/>
                    <a:pt x="8" y="139"/>
                    <a:pt x="8" y="139"/>
                  </a:cubicBezTo>
                  <a:cubicBezTo>
                    <a:pt x="8" y="139"/>
                    <a:pt x="8" y="139"/>
                    <a:pt x="8" y="140"/>
                  </a:cubicBezTo>
                  <a:cubicBezTo>
                    <a:pt x="8" y="140"/>
                    <a:pt x="8" y="140"/>
                    <a:pt x="8" y="140"/>
                  </a:cubicBezTo>
                  <a:cubicBezTo>
                    <a:pt x="8" y="141"/>
                    <a:pt x="9" y="142"/>
                    <a:pt x="9" y="143"/>
                  </a:cubicBezTo>
                  <a:cubicBezTo>
                    <a:pt x="38" y="92"/>
                    <a:pt x="79" y="44"/>
                    <a:pt x="129" y="4"/>
                  </a:cubicBezTo>
                  <a:cubicBezTo>
                    <a:pt x="129" y="4"/>
                    <a:pt x="129" y="4"/>
                    <a:pt x="129" y="4"/>
                  </a:cubicBezTo>
                  <a:cubicBezTo>
                    <a:pt x="129" y="4"/>
                    <a:pt x="129" y="4"/>
                    <a:pt x="128" y="4"/>
                  </a:cubicBezTo>
                  <a:cubicBezTo>
                    <a:pt x="128" y="4"/>
                    <a:pt x="128" y="4"/>
                    <a:pt x="128" y="4"/>
                  </a:cubicBezTo>
                  <a:cubicBezTo>
                    <a:pt x="128" y="4"/>
                    <a:pt x="128" y="4"/>
                    <a:pt x="128" y="4"/>
                  </a:cubicBezTo>
                  <a:cubicBezTo>
                    <a:pt x="123" y="3"/>
                    <a:pt x="118" y="1"/>
                    <a:pt x="114" y="0"/>
                  </a:cubicBezTo>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2" name="Freeform 58">
              <a:extLst>
                <a:ext uri="{FF2B5EF4-FFF2-40B4-BE49-F238E27FC236}">
                  <a16:creationId xmlns:a16="http://schemas.microsoft.com/office/drawing/2014/main" id="{29CD9BA4-1181-48F4-8405-CBCFB08DC00A}"/>
                </a:ext>
              </a:extLst>
            </p:cNvPr>
            <p:cNvSpPr>
              <a:spLocks noEditPoints="1"/>
            </p:cNvSpPr>
            <p:nvPr/>
          </p:nvSpPr>
          <p:spPr bwMode="auto">
            <a:xfrm>
              <a:off x="4247179" y="4283315"/>
              <a:ext cx="330853" cy="35275"/>
            </a:xfrm>
            <a:custGeom>
              <a:avLst/>
              <a:gdLst>
                <a:gd name="T0" fmla="*/ 0 w 182"/>
                <a:gd name="T1" fmla="*/ 4 h 19"/>
                <a:gd name="T2" fmla="*/ 6 w 182"/>
                <a:gd name="T3" fmla="*/ 19 h 19"/>
                <a:gd name="T4" fmla="*/ 6 w 182"/>
                <a:gd name="T5" fmla="*/ 19 h 19"/>
                <a:gd name="T6" fmla="*/ 0 w 182"/>
                <a:gd name="T7" fmla="*/ 4 h 19"/>
                <a:gd name="T8" fmla="*/ 12 w 182"/>
                <a:gd name="T9" fmla="*/ 3 h 19"/>
                <a:gd name="T10" fmla="*/ 87 w 182"/>
                <a:gd name="T11" fmla="*/ 9 h 19"/>
                <a:gd name="T12" fmla="*/ 87 w 182"/>
                <a:gd name="T13" fmla="*/ 9 h 19"/>
                <a:gd name="T14" fmla="*/ 12 w 182"/>
                <a:gd name="T15" fmla="*/ 3 h 19"/>
                <a:gd name="T16" fmla="*/ 12 w 182"/>
                <a:gd name="T17" fmla="*/ 3 h 19"/>
                <a:gd name="T18" fmla="*/ 182 w 182"/>
                <a:gd name="T19" fmla="*/ 0 h 19"/>
                <a:gd name="T20" fmla="*/ 182 w 182"/>
                <a:gd name="T21" fmla="*/ 0 h 19"/>
                <a:gd name="T22" fmla="*/ 182 w 182"/>
                <a:gd name="T23"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2" h="19">
                  <a:moveTo>
                    <a:pt x="0" y="4"/>
                  </a:moveTo>
                  <a:cubicBezTo>
                    <a:pt x="3" y="9"/>
                    <a:pt x="5" y="14"/>
                    <a:pt x="6" y="19"/>
                  </a:cubicBezTo>
                  <a:cubicBezTo>
                    <a:pt x="6" y="19"/>
                    <a:pt x="6" y="19"/>
                    <a:pt x="6" y="19"/>
                  </a:cubicBezTo>
                  <a:cubicBezTo>
                    <a:pt x="5" y="14"/>
                    <a:pt x="3" y="9"/>
                    <a:pt x="0" y="4"/>
                  </a:cubicBezTo>
                  <a:moveTo>
                    <a:pt x="12" y="3"/>
                  </a:moveTo>
                  <a:cubicBezTo>
                    <a:pt x="36" y="7"/>
                    <a:pt x="61" y="9"/>
                    <a:pt x="87" y="9"/>
                  </a:cubicBezTo>
                  <a:cubicBezTo>
                    <a:pt x="87" y="9"/>
                    <a:pt x="87" y="9"/>
                    <a:pt x="87" y="9"/>
                  </a:cubicBezTo>
                  <a:cubicBezTo>
                    <a:pt x="61" y="9"/>
                    <a:pt x="36" y="7"/>
                    <a:pt x="12" y="3"/>
                  </a:cubicBezTo>
                  <a:cubicBezTo>
                    <a:pt x="12" y="3"/>
                    <a:pt x="12" y="3"/>
                    <a:pt x="12" y="3"/>
                  </a:cubicBezTo>
                  <a:moveTo>
                    <a:pt x="182" y="0"/>
                  </a:moveTo>
                  <a:cubicBezTo>
                    <a:pt x="182" y="0"/>
                    <a:pt x="182" y="0"/>
                    <a:pt x="182" y="0"/>
                  </a:cubicBezTo>
                  <a:cubicBezTo>
                    <a:pt x="182" y="0"/>
                    <a:pt x="182" y="0"/>
                    <a:pt x="182" y="0"/>
                  </a:cubicBezTo>
                </a:path>
              </a:pathLst>
            </a:custGeom>
            <a:solidFill>
              <a:srgbClr val="E6E7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3" name="Freeform 59">
              <a:extLst>
                <a:ext uri="{FF2B5EF4-FFF2-40B4-BE49-F238E27FC236}">
                  <a16:creationId xmlns:a16="http://schemas.microsoft.com/office/drawing/2014/main" id="{D0BAA8C4-1B3A-43DB-B26D-035DC2ECAFDC}"/>
                </a:ext>
              </a:extLst>
            </p:cNvPr>
            <p:cNvSpPr>
              <a:spLocks/>
            </p:cNvSpPr>
            <p:nvPr/>
          </p:nvSpPr>
          <p:spPr bwMode="auto">
            <a:xfrm>
              <a:off x="4244747" y="4283315"/>
              <a:ext cx="333286" cy="43789"/>
            </a:xfrm>
            <a:custGeom>
              <a:avLst/>
              <a:gdLst>
                <a:gd name="T0" fmla="*/ 183 w 183"/>
                <a:gd name="T1" fmla="*/ 0 h 24"/>
                <a:gd name="T2" fmla="*/ 88 w 183"/>
                <a:gd name="T3" fmla="*/ 9 h 24"/>
                <a:gd name="T4" fmla="*/ 88 w 183"/>
                <a:gd name="T5" fmla="*/ 9 h 24"/>
                <a:gd name="T6" fmla="*/ 88 w 183"/>
                <a:gd name="T7" fmla="*/ 9 h 24"/>
                <a:gd name="T8" fmla="*/ 13 w 183"/>
                <a:gd name="T9" fmla="*/ 3 h 24"/>
                <a:gd name="T10" fmla="*/ 0 w 183"/>
                <a:gd name="T11" fmla="*/ 1 h 24"/>
                <a:gd name="T12" fmla="*/ 1 w 183"/>
                <a:gd name="T13" fmla="*/ 4 h 24"/>
                <a:gd name="T14" fmla="*/ 1 w 183"/>
                <a:gd name="T15" fmla="*/ 4 h 24"/>
                <a:gd name="T16" fmla="*/ 7 w 183"/>
                <a:gd name="T17" fmla="*/ 19 h 24"/>
                <a:gd name="T18" fmla="*/ 77 w 183"/>
                <a:gd name="T19" fmla="*/ 24 h 24"/>
                <a:gd name="T20" fmla="*/ 177 w 183"/>
                <a:gd name="T21" fmla="*/ 14 h 24"/>
                <a:gd name="T22" fmla="*/ 183 w 183"/>
                <a:gd name="T23" fmla="*/ 0 h 24"/>
                <a:gd name="T24" fmla="*/ 183 w 183"/>
                <a:gd name="T25" fmla="*/ 0 h 24"/>
                <a:gd name="T26" fmla="*/ 183 w 183"/>
                <a:gd name="T27"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3" h="24">
                  <a:moveTo>
                    <a:pt x="183" y="0"/>
                  </a:moveTo>
                  <a:cubicBezTo>
                    <a:pt x="151" y="6"/>
                    <a:pt x="119" y="9"/>
                    <a:pt x="88" y="9"/>
                  </a:cubicBezTo>
                  <a:cubicBezTo>
                    <a:pt x="88" y="9"/>
                    <a:pt x="88" y="9"/>
                    <a:pt x="88" y="9"/>
                  </a:cubicBezTo>
                  <a:cubicBezTo>
                    <a:pt x="88" y="9"/>
                    <a:pt x="88" y="9"/>
                    <a:pt x="88" y="9"/>
                  </a:cubicBezTo>
                  <a:cubicBezTo>
                    <a:pt x="62" y="9"/>
                    <a:pt x="37" y="7"/>
                    <a:pt x="13" y="3"/>
                  </a:cubicBezTo>
                  <a:cubicBezTo>
                    <a:pt x="9" y="3"/>
                    <a:pt x="4" y="2"/>
                    <a:pt x="0" y="1"/>
                  </a:cubicBezTo>
                  <a:cubicBezTo>
                    <a:pt x="1" y="2"/>
                    <a:pt x="1" y="3"/>
                    <a:pt x="1" y="4"/>
                  </a:cubicBezTo>
                  <a:cubicBezTo>
                    <a:pt x="1" y="4"/>
                    <a:pt x="1" y="4"/>
                    <a:pt x="1" y="4"/>
                  </a:cubicBezTo>
                  <a:cubicBezTo>
                    <a:pt x="4" y="9"/>
                    <a:pt x="6" y="14"/>
                    <a:pt x="7" y="19"/>
                  </a:cubicBezTo>
                  <a:cubicBezTo>
                    <a:pt x="30" y="22"/>
                    <a:pt x="53" y="24"/>
                    <a:pt x="77" y="24"/>
                  </a:cubicBezTo>
                  <a:cubicBezTo>
                    <a:pt x="110" y="24"/>
                    <a:pt x="143" y="21"/>
                    <a:pt x="177" y="14"/>
                  </a:cubicBezTo>
                  <a:cubicBezTo>
                    <a:pt x="179" y="10"/>
                    <a:pt x="181" y="5"/>
                    <a:pt x="183" y="0"/>
                  </a:cubicBezTo>
                  <a:cubicBezTo>
                    <a:pt x="183" y="0"/>
                    <a:pt x="183" y="0"/>
                    <a:pt x="183" y="0"/>
                  </a:cubicBezTo>
                  <a:cubicBezTo>
                    <a:pt x="183" y="0"/>
                    <a:pt x="183" y="0"/>
                    <a:pt x="183" y="0"/>
                  </a:cubicBezTo>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4" name="Freeform 60">
              <a:extLst>
                <a:ext uri="{FF2B5EF4-FFF2-40B4-BE49-F238E27FC236}">
                  <a16:creationId xmlns:a16="http://schemas.microsoft.com/office/drawing/2014/main" id="{FF279029-FD56-4A88-90E8-92051FDDF82E}"/>
                </a:ext>
              </a:extLst>
            </p:cNvPr>
            <p:cNvSpPr>
              <a:spLocks/>
            </p:cNvSpPr>
            <p:nvPr/>
          </p:nvSpPr>
          <p:spPr bwMode="auto">
            <a:xfrm>
              <a:off x="3590339" y="4032742"/>
              <a:ext cx="540068" cy="422081"/>
            </a:xfrm>
            <a:custGeom>
              <a:avLst/>
              <a:gdLst>
                <a:gd name="T0" fmla="*/ 244 w 297"/>
                <a:gd name="T1" fmla="*/ 190 h 232"/>
                <a:gd name="T2" fmla="*/ 0 w 297"/>
                <a:gd name="T3" fmla="*/ 200 h 232"/>
                <a:gd name="T4" fmla="*/ 166 w 297"/>
                <a:gd name="T5" fmla="*/ 21 h 232"/>
                <a:gd name="T6" fmla="*/ 276 w 297"/>
                <a:gd name="T7" fmla="*/ 73 h 232"/>
                <a:gd name="T8" fmla="*/ 244 w 297"/>
                <a:gd name="T9" fmla="*/ 190 h 232"/>
              </a:gdLst>
              <a:ahLst/>
              <a:cxnLst>
                <a:cxn ang="0">
                  <a:pos x="T0" y="T1"/>
                </a:cxn>
                <a:cxn ang="0">
                  <a:pos x="T2" y="T3"/>
                </a:cxn>
                <a:cxn ang="0">
                  <a:pos x="T4" y="T5"/>
                </a:cxn>
                <a:cxn ang="0">
                  <a:pos x="T6" y="T7"/>
                </a:cxn>
                <a:cxn ang="0">
                  <a:pos x="T8" y="T9"/>
                </a:cxn>
              </a:cxnLst>
              <a:rect l="0" t="0" r="r" b="b"/>
              <a:pathLst>
                <a:path w="297" h="232">
                  <a:moveTo>
                    <a:pt x="244" y="190"/>
                  </a:moveTo>
                  <a:cubicBezTo>
                    <a:pt x="152" y="232"/>
                    <a:pt x="0" y="200"/>
                    <a:pt x="0" y="200"/>
                  </a:cubicBezTo>
                  <a:cubicBezTo>
                    <a:pt x="0" y="200"/>
                    <a:pt x="74" y="63"/>
                    <a:pt x="166" y="21"/>
                  </a:cubicBezTo>
                  <a:cubicBezTo>
                    <a:pt x="213" y="0"/>
                    <a:pt x="254" y="26"/>
                    <a:pt x="276" y="73"/>
                  </a:cubicBezTo>
                  <a:cubicBezTo>
                    <a:pt x="297" y="120"/>
                    <a:pt x="291" y="168"/>
                    <a:pt x="244" y="190"/>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5" name="Freeform 61">
              <a:extLst>
                <a:ext uri="{FF2B5EF4-FFF2-40B4-BE49-F238E27FC236}">
                  <a16:creationId xmlns:a16="http://schemas.microsoft.com/office/drawing/2014/main" id="{92D0B79E-921A-4204-AC09-31DD87347D69}"/>
                </a:ext>
              </a:extLst>
            </p:cNvPr>
            <p:cNvSpPr>
              <a:spLocks/>
            </p:cNvSpPr>
            <p:nvPr/>
          </p:nvSpPr>
          <p:spPr bwMode="auto">
            <a:xfrm>
              <a:off x="3780093" y="4064368"/>
              <a:ext cx="324771" cy="307742"/>
            </a:xfrm>
            <a:custGeom>
              <a:avLst/>
              <a:gdLst>
                <a:gd name="T0" fmla="*/ 139 w 179"/>
                <a:gd name="T1" fmla="*/ 153 h 170"/>
                <a:gd name="T2" fmla="*/ 17 w 179"/>
                <a:gd name="T3" fmla="*/ 127 h 170"/>
                <a:gd name="T4" fmla="*/ 77 w 179"/>
                <a:gd name="T5" fmla="*/ 17 h 170"/>
                <a:gd name="T6" fmla="*/ 162 w 179"/>
                <a:gd name="T7" fmla="*/ 60 h 170"/>
                <a:gd name="T8" fmla="*/ 139 w 179"/>
                <a:gd name="T9" fmla="*/ 153 h 170"/>
              </a:gdLst>
              <a:ahLst/>
              <a:cxnLst>
                <a:cxn ang="0">
                  <a:pos x="T0" y="T1"/>
                </a:cxn>
                <a:cxn ang="0">
                  <a:pos x="T2" y="T3"/>
                </a:cxn>
                <a:cxn ang="0">
                  <a:pos x="T4" y="T5"/>
                </a:cxn>
                <a:cxn ang="0">
                  <a:pos x="T6" y="T7"/>
                </a:cxn>
                <a:cxn ang="0">
                  <a:pos x="T8" y="T9"/>
                </a:cxn>
              </a:cxnLst>
              <a:rect l="0" t="0" r="r" b="b"/>
              <a:pathLst>
                <a:path w="179" h="170">
                  <a:moveTo>
                    <a:pt x="139" y="153"/>
                  </a:moveTo>
                  <a:cubicBezTo>
                    <a:pt x="102" y="170"/>
                    <a:pt x="35" y="165"/>
                    <a:pt x="17" y="127"/>
                  </a:cubicBezTo>
                  <a:cubicBezTo>
                    <a:pt x="0" y="90"/>
                    <a:pt x="39" y="35"/>
                    <a:pt x="77" y="17"/>
                  </a:cubicBezTo>
                  <a:cubicBezTo>
                    <a:pt x="114" y="0"/>
                    <a:pt x="145" y="23"/>
                    <a:pt x="162" y="60"/>
                  </a:cubicBezTo>
                  <a:cubicBezTo>
                    <a:pt x="179" y="98"/>
                    <a:pt x="177" y="136"/>
                    <a:pt x="139" y="153"/>
                  </a:cubicBez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6" name="Freeform 62">
              <a:extLst>
                <a:ext uri="{FF2B5EF4-FFF2-40B4-BE49-F238E27FC236}">
                  <a16:creationId xmlns:a16="http://schemas.microsoft.com/office/drawing/2014/main" id="{BA1D056E-0573-445B-9679-06691324E07F}"/>
                </a:ext>
              </a:extLst>
            </p:cNvPr>
            <p:cNvSpPr>
              <a:spLocks/>
            </p:cNvSpPr>
            <p:nvPr/>
          </p:nvSpPr>
          <p:spPr bwMode="auto">
            <a:xfrm>
              <a:off x="3894432" y="4110590"/>
              <a:ext cx="190970" cy="183672"/>
            </a:xfrm>
            <a:custGeom>
              <a:avLst/>
              <a:gdLst>
                <a:gd name="T0" fmla="*/ 83 w 105"/>
                <a:gd name="T1" fmla="*/ 91 h 101"/>
                <a:gd name="T2" fmla="*/ 10 w 105"/>
                <a:gd name="T3" fmla="*/ 76 h 101"/>
                <a:gd name="T4" fmla="*/ 46 w 105"/>
                <a:gd name="T5" fmla="*/ 10 h 101"/>
                <a:gd name="T6" fmla="*/ 90 w 105"/>
                <a:gd name="T7" fmla="*/ 38 h 101"/>
                <a:gd name="T8" fmla="*/ 83 w 105"/>
                <a:gd name="T9" fmla="*/ 91 h 101"/>
              </a:gdLst>
              <a:ahLst/>
              <a:cxnLst>
                <a:cxn ang="0">
                  <a:pos x="T0" y="T1"/>
                </a:cxn>
                <a:cxn ang="0">
                  <a:pos x="T2" y="T3"/>
                </a:cxn>
                <a:cxn ang="0">
                  <a:pos x="T4" y="T5"/>
                </a:cxn>
                <a:cxn ang="0">
                  <a:pos x="T6" y="T7"/>
                </a:cxn>
                <a:cxn ang="0">
                  <a:pos x="T8" y="T9"/>
                </a:cxn>
              </a:cxnLst>
              <a:rect l="0" t="0" r="r" b="b"/>
              <a:pathLst>
                <a:path w="105" h="101">
                  <a:moveTo>
                    <a:pt x="83" y="91"/>
                  </a:moveTo>
                  <a:cubicBezTo>
                    <a:pt x="60" y="101"/>
                    <a:pt x="20" y="98"/>
                    <a:pt x="10" y="76"/>
                  </a:cubicBezTo>
                  <a:cubicBezTo>
                    <a:pt x="0" y="53"/>
                    <a:pt x="23" y="21"/>
                    <a:pt x="46" y="10"/>
                  </a:cubicBezTo>
                  <a:cubicBezTo>
                    <a:pt x="68" y="0"/>
                    <a:pt x="80" y="16"/>
                    <a:pt x="90" y="38"/>
                  </a:cubicBezTo>
                  <a:cubicBezTo>
                    <a:pt x="101" y="61"/>
                    <a:pt x="105" y="80"/>
                    <a:pt x="83" y="91"/>
                  </a:cubicBez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7" name="Freeform 63">
              <a:extLst>
                <a:ext uri="{FF2B5EF4-FFF2-40B4-BE49-F238E27FC236}">
                  <a16:creationId xmlns:a16="http://schemas.microsoft.com/office/drawing/2014/main" id="{23681036-5782-4F47-9482-C483EC2E600A}"/>
                </a:ext>
              </a:extLst>
            </p:cNvPr>
            <p:cNvSpPr>
              <a:spLocks/>
            </p:cNvSpPr>
            <p:nvPr/>
          </p:nvSpPr>
          <p:spPr bwMode="auto">
            <a:xfrm>
              <a:off x="4074454" y="3970707"/>
              <a:ext cx="170292" cy="315040"/>
            </a:xfrm>
            <a:custGeom>
              <a:avLst/>
              <a:gdLst>
                <a:gd name="T0" fmla="*/ 4 w 94"/>
                <a:gd name="T1" fmla="*/ 19 h 173"/>
                <a:gd name="T2" fmla="*/ 4 w 94"/>
                <a:gd name="T3" fmla="*/ 47 h 173"/>
                <a:gd name="T4" fmla="*/ 52 w 94"/>
                <a:gd name="T5" fmla="*/ 151 h 173"/>
                <a:gd name="T6" fmla="*/ 73 w 94"/>
                <a:gd name="T7" fmla="*/ 169 h 173"/>
                <a:gd name="T8" fmla="*/ 94 w 94"/>
                <a:gd name="T9" fmla="*/ 173 h 173"/>
                <a:gd name="T10" fmla="*/ 14 w 94"/>
                <a:gd name="T11" fmla="*/ 0 h 173"/>
                <a:gd name="T12" fmla="*/ 4 w 94"/>
                <a:gd name="T13" fmla="*/ 19 h 173"/>
              </a:gdLst>
              <a:ahLst/>
              <a:cxnLst>
                <a:cxn ang="0">
                  <a:pos x="T0" y="T1"/>
                </a:cxn>
                <a:cxn ang="0">
                  <a:pos x="T2" y="T3"/>
                </a:cxn>
                <a:cxn ang="0">
                  <a:pos x="T4" y="T5"/>
                </a:cxn>
                <a:cxn ang="0">
                  <a:pos x="T6" y="T7"/>
                </a:cxn>
                <a:cxn ang="0">
                  <a:pos x="T8" y="T9"/>
                </a:cxn>
                <a:cxn ang="0">
                  <a:pos x="T10" y="T11"/>
                </a:cxn>
                <a:cxn ang="0">
                  <a:pos x="T12" y="T13"/>
                </a:cxn>
              </a:cxnLst>
              <a:rect l="0" t="0" r="r" b="b"/>
              <a:pathLst>
                <a:path w="94" h="173">
                  <a:moveTo>
                    <a:pt x="4" y="19"/>
                  </a:moveTo>
                  <a:cubicBezTo>
                    <a:pt x="0" y="27"/>
                    <a:pt x="0" y="38"/>
                    <a:pt x="4" y="47"/>
                  </a:cubicBezTo>
                  <a:cubicBezTo>
                    <a:pt x="52" y="151"/>
                    <a:pt x="52" y="151"/>
                    <a:pt x="52" y="151"/>
                  </a:cubicBezTo>
                  <a:cubicBezTo>
                    <a:pt x="56" y="160"/>
                    <a:pt x="64" y="166"/>
                    <a:pt x="73" y="169"/>
                  </a:cubicBezTo>
                  <a:cubicBezTo>
                    <a:pt x="80" y="170"/>
                    <a:pt x="87" y="172"/>
                    <a:pt x="94" y="173"/>
                  </a:cubicBezTo>
                  <a:cubicBezTo>
                    <a:pt x="14" y="0"/>
                    <a:pt x="14" y="0"/>
                    <a:pt x="14" y="0"/>
                  </a:cubicBezTo>
                  <a:cubicBezTo>
                    <a:pt x="11" y="6"/>
                    <a:pt x="7" y="12"/>
                    <a:pt x="4" y="19"/>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8" name="Freeform 64">
              <a:extLst>
                <a:ext uri="{FF2B5EF4-FFF2-40B4-BE49-F238E27FC236}">
                  <a16:creationId xmlns:a16="http://schemas.microsoft.com/office/drawing/2014/main" id="{70AD99E5-85AA-44AA-98F7-0C7034276364}"/>
                </a:ext>
              </a:extLst>
            </p:cNvPr>
            <p:cNvSpPr>
              <a:spLocks/>
            </p:cNvSpPr>
            <p:nvPr/>
          </p:nvSpPr>
          <p:spPr bwMode="auto">
            <a:xfrm>
              <a:off x="4075672" y="3996252"/>
              <a:ext cx="38924" cy="24328"/>
            </a:xfrm>
            <a:custGeom>
              <a:avLst/>
              <a:gdLst>
                <a:gd name="T0" fmla="*/ 20 w 21"/>
                <a:gd name="T1" fmla="*/ 0 h 13"/>
                <a:gd name="T2" fmla="*/ 1 w 21"/>
                <a:gd name="T3" fmla="*/ 9 h 13"/>
                <a:gd name="T4" fmla="*/ 0 w 21"/>
                <a:gd name="T5" fmla="*/ 13 h 13"/>
                <a:gd name="T6" fmla="*/ 21 w 21"/>
                <a:gd name="T7" fmla="*/ 3 h 13"/>
                <a:gd name="T8" fmla="*/ 20 w 21"/>
                <a:gd name="T9" fmla="*/ 0 h 13"/>
              </a:gdLst>
              <a:ahLst/>
              <a:cxnLst>
                <a:cxn ang="0">
                  <a:pos x="T0" y="T1"/>
                </a:cxn>
                <a:cxn ang="0">
                  <a:pos x="T2" y="T3"/>
                </a:cxn>
                <a:cxn ang="0">
                  <a:pos x="T4" y="T5"/>
                </a:cxn>
                <a:cxn ang="0">
                  <a:pos x="T6" y="T7"/>
                </a:cxn>
                <a:cxn ang="0">
                  <a:pos x="T8" y="T9"/>
                </a:cxn>
              </a:cxnLst>
              <a:rect l="0" t="0" r="r" b="b"/>
              <a:pathLst>
                <a:path w="21" h="13">
                  <a:moveTo>
                    <a:pt x="20" y="0"/>
                  </a:moveTo>
                  <a:cubicBezTo>
                    <a:pt x="1" y="9"/>
                    <a:pt x="1" y="9"/>
                    <a:pt x="1" y="9"/>
                  </a:cubicBezTo>
                  <a:cubicBezTo>
                    <a:pt x="1" y="10"/>
                    <a:pt x="1" y="11"/>
                    <a:pt x="0" y="13"/>
                  </a:cubicBezTo>
                  <a:cubicBezTo>
                    <a:pt x="21" y="3"/>
                    <a:pt x="21" y="3"/>
                    <a:pt x="21" y="3"/>
                  </a:cubicBezTo>
                  <a:lnTo>
                    <a:pt x="20" y="0"/>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9" name="Freeform 65">
              <a:extLst>
                <a:ext uri="{FF2B5EF4-FFF2-40B4-BE49-F238E27FC236}">
                  <a16:creationId xmlns:a16="http://schemas.microsoft.com/office/drawing/2014/main" id="{169B76F1-35CB-4B67-9ECA-3B449FE8C195}"/>
                </a:ext>
              </a:extLst>
            </p:cNvPr>
            <p:cNvSpPr>
              <a:spLocks/>
            </p:cNvSpPr>
            <p:nvPr/>
          </p:nvSpPr>
          <p:spPr bwMode="auto">
            <a:xfrm>
              <a:off x="4078104" y="4025444"/>
              <a:ext cx="48655" cy="27977"/>
            </a:xfrm>
            <a:custGeom>
              <a:avLst/>
              <a:gdLst>
                <a:gd name="T0" fmla="*/ 26 w 27"/>
                <a:gd name="T1" fmla="*/ 0 h 15"/>
                <a:gd name="T2" fmla="*/ 0 w 27"/>
                <a:gd name="T3" fmla="*/ 12 h 15"/>
                <a:gd name="T4" fmla="*/ 1 w 27"/>
                <a:gd name="T5" fmla="*/ 15 h 15"/>
                <a:gd name="T6" fmla="*/ 27 w 27"/>
                <a:gd name="T7" fmla="*/ 3 h 15"/>
                <a:gd name="T8" fmla="*/ 26 w 27"/>
                <a:gd name="T9" fmla="*/ 0 h 15"/>
              </a:gdLst>
              <a:ahLst/>
              <a:cxnLst>
                <a:cxn ang="0">
                  <a:pos x="T0" y="T1"/>
                </a:cxn>
                <a:cxn ang="0">
                  <a:pos x="T2" y="T3"/>
                </a:cxn>
                <a:cxn ang="0">
                  <a:pos x="T4" y="T5"/>
                </a:cxn>
                <a:cxn ang="0">
                  <a:pos x="T6" y="T7"/>
                </a:cxn>
                <a:cxn ang="0">
                  <a:pos x="T8" y="T9"/>
                </a:cxn>
              </a:cxnLst>
              <a:rect l="0" t="0" r="r" b="b"/>
              <a:pathLst>
                <a:path w="27" h="15">
                  <a:moveTo>
                    <a:pt x="26" y="0"/>
                  </a:moveTo>
                  <a:cubicBezTo>
                    <a:pt x="0" y="12"/>
                    <a:pt x="0" y="12"/>
                    <a:pt x="0" y="12"/>
                  </a:cubicBezTo>
                  <a:cubicBezTo>
                    <a:pt x="0" y="13"/>
                    <a:pt x="1" y="14"/>
                    <a:pt x="1" y="15"/>
                  </a:cubicBezTo>
                  <a:cubicBezTo>
                    <a:pt x="27" y="3"/>
                    <a:pt x="27" y="3"/>
                    <a:pt x="27" y="3"/>
                  </a:cubicBezTo>
                  <a:lnTo>
                    <a:pt x="26" y="0"/>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0" name="Freeform 66">
              <a:extLst>
                <a:ext uri="{FF2B5EF4-FFF2-40B4-BE49-F238E27FC236}">
                  <a16:creationId xmlns:a16="http://schemas.microsoft.com/office/drawing/2014/main" id="{5C10F160-B07F-4744-8E15-30242FC035B7}"/>
                </a:ext>
              </a:extLst>
            </p:cNvPr>
            <p:cNvSpPr>
              <a:spLocks/>
            </p:cNvSpPr>
            <p:nvPr/>
          </p:nvSpPr>
          <p:spPr bwMode="auto">
            <a:xfrm>
              <a:off x="4090268" y="4054637"/>
              <a:ext cx="51088" cy="27977"/>
            </a:xfrm>
            <a:custGeom>
              <a:avLst/>
              <a:gdLst>
                <a:gd name="T0" fmla="*/ 39 w 42"/>
                <a:gd name="T1" fmla="*/ 0 h 23"/>
                <a:gd name="T2" fmla="*/ 0 w 42"/>
                <a:gd name="T3" fmla="*/ 18 h 23"/>
                <a:gd name="T4" fmla="*/ 2 w 42"/>
                <a:gd name="T5" fmla="*/ 23 h 23"/>
                <a:gd name="T6" fmla="*/ 42 w 42"/>
                <a:gd name="T7" fmla="*/ 5 h 23"/>
                <a:gd name="T8" fmla="*/ 39 w 42"/>
                <a:gd name="T9" fmla="*/ 0 h 23"/>
              </a:gdLst>
              <a:ahLst/>
              <a:cxnLst>
                <a:cxn ang="0">
                  <a:pos x="T0" y="T1"/>
                </a:cxn>
                <a:cxn ang="0">
                  <a:pos x="T2" y="T3"/>
                </a:cxn>
                <a:cxn ang="0">
                  <a:pos x="T4" y="T5"/>
                </a:cxn>
                <a:cxn ang="0">
                  <a:pos x="T6" y="T7"/>
                </a:cxn>
                <a:cxn ang="0">
                  <a:pos x="T8" y="T9"/>
                </a:cxn>
              </a:cxnLst>
              <a:rect l="0" t="0" r="r" b="b"/>
              <a:pathLst>
                <a:path w="42" h="23">
                  <a:moveTo>
                    <a:pt x="39" y="0"/>
                  </a:moveTo>
                  <a:lnTo>
                    <a:pt x="0" y="18"/>
                  </a:lnTo>
                  <a:lnTo>
                    <a:pt x="2" y="23"/>
                  </a:lnTo>
                  <a:lnTo>
                    <a:pt x="42" y="5"/>
                  </a:lnTo>
                  <a:lnTo>
                    <a:pt x="39" y="0"/>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1" name="Freeform 67">
              <a:extLst>
                <a:ext uri="{FF2B5EF4-FFF2-40B4-BE49-F238E27FC236}">
                  <a16:creationId xmlns:a16="http://schemas.microsoft.com/office/drawing/2014/main" id="{DE1404BE-D6C4-4D4B-B5D2-CB9AF15CB177}"/>
                </a:ext>
              </a:extLst>
            </p:cNvPr>
            <p:cNvSpPr>
              <a:spLocks/>
            </p:cNvSpPr>
            <p:nvPr/>
          </p:nvSpPr>
          <p:spPr bwMode="auto">
            <a:xfrm>
              <a:off x="4103648" y="4082614"/>
              <a:ext cx="51088" cy="27977"/>
            </a:xfrm>
            <a:custGeom>
              <a:avLst/>
              <a:gdLst>
                <a:gd name="T0" fmla="*/ 39 w 42"/>
                <a:gd name="T1" fmla="*/ 0 h 23"/>
                <a:gd name="T2" fmla="*/ 0 w 42"/>
                <a:gd name="T3" fmla="*/ 19 h 23"/>
                <a:gd name="T4" fmla="*/ 1 w 42"/>
                <a:gd name="T5" fmla="*/ 23 h 23"/>
                <a:gd name="T6" fmla="*/ 42 w 42"/>
                <a:gd name="T7" fmla="*/ 4 h 23"/>
                <a:gd name="T8" fmla="*/ 39 w 42"/>
                <a:gd name="T9" fmla="*/ 0 h 23"/>
              </a:gdLst>
              <a:ahLst/>
              <a:cxnLst>
                <a:cxn ang="0">
                  <a:pos x="T0" y="T1"/>
                </a:cxn>
                <a:cxn ang="0">
                  <a:pos x="T2" y="T3"/>
                </a:cxn>
                <a:cxn ang="0">
                  <a:pos x="T4" y="T5"/>
                </a:cxn>
                <a:cxn ang="0">
                  <a:pos x="T6" y="T7"/>
                </a:cxn>
                <a:cxn ang="0">
                  <a:pos x="T8" y="T9"/>
                </a:cxn>
              </a:cxnLst>
              <a:rect l="0" t="0" r="r" b="b"/>
              <a:pathLst>
                <a:path w="42" h="23">
                  <a:moveTo>
                    <a:pt x="39" y="0"/>
                  </a:moveTo>
                  <a:lnTo>
                    <a:pt x="0" y="19"/>
                  </a:lnTo>
                  <a:lnTo>
                    <a:pt x="1" y="23"/>
                  </a:lnTo>
                  <a:lnTo>
                    <a:pt x="42" y="4"/>
                  </a:lnTo>
                  <a:lnTo>
                    <a:pt x="39" y="0"/>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2" name="Freeform 68">
              <a:extLst>
                <a:ext uri="{FF2B5EF4-FFF2-40B4-BE49-F238E27FC236}">
                  <a16:creationId xmlns:a16="http://schemas.microsoft.com/office/drawing/2014/main" id="{09CB0997-F584-49D1-BDA7-5122AB74043A}"/>
                </a:ext>
              </a:extLst>
            </p:cNvPr>
            <p:cNvSpPr>
              <a:spLocks/>
            </p:cNvSpPr>
            <p:nvPr/>
          </p:nvSpPr>
          <p:spPr bwMode="auto">
            <a:xfrm>
              <a:off x="4115812" y="4110590"/>
              <a:ext cx="51088" cy="27977"/>
            </a:xfrm>
            <a:custGeom>
              <a:avLst/>
              <a:gdLst>
                <a:gd name="T0" fmla="*/ 40 w 42"/>
                <a:gd name="T1" fmla="*/ 0 h 23"/>
                <a:gd name="T2" fmla="*/ 0 w 42"/>
                <a:gd name="T3" fmla="*/ 18 h 23"/>
                <a:gd name="T4" fmla="*/ 3 w 42"/>
                <a:gd name="T5" fmla="*/ 23 h 23"/>
                <a:gd name="T6" fmla="*/ 42 w 42"/>
                <a:gd name="T7" fmla="*/ 5 h 23"/>
                <a:gd name="T8" fmla="*/ 40 w 42"/>
                <a:gd name="T9" fmla="*/ 0 h 23"/>
              </a:gdLst>
              <a:ahLst/>
              <a:cxnLst>
                <a:cxn ang="0">
                  <a:pos x="T0" y="T1"/>
                </a:cxn>
                <a:cxn ang="0">
                  <a:pos x="T2" y="T3"/>
                </a:cxn>
                <a:cxn ang="0">
                  <a:pos x="T4" y="T5"/>
                </a:cxn>
                <a:cxn ang="0">
                  <a:pos x="T6" y="T7"/>
                </a:cxn>
                <a:cxn ang="0">
                  <a:pos x="T8" y="T9"/>
                </a:cxn>
              </a:cxnLst>
              <a:rect l="0" t="0" r="r" b="b"/>
              <a:pathLst>
                <a:path w="42" h="23">
                  <a:moveTo>
                    <a:pt x="40" y="0"/>
                  </a:moveTo>
                  <a:lnTo>
                    <a:pt x="0" y="18"/>
                  </a:lnTo>
                  <a:lnTo>
                    <a:pt x="3" y="23"/>
                  </a:lnTo>
                  <a:lnTo>
                    <a:pt x="42" y="5"/>
                  </a:lnTo>
                  <a:lnTo>
                    <a:pt x="40" y="0"/>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3" name="Freeform 69">
              <a:extLst>
                <a:ext uri="{FF2B5EF4-FFF2-40B4-BE49-F238E27FC236}">
                  <a16:creationId xmlns:a16="http://schemas.microsoft.com/office/drawing/2014/main" id="{AEEF2133-8E13-4841-B115-7A8516E5DE18}"/>
                </a:ext>
              </a:extLst>
            </p:cNvPr>
            <p:cNvSpPr>
              <a:spLocks/>
            </p:cNvSpPr>
            <p:nvPr/>
          </p:nvSpPr>
          <p:spPr bwMode="auto">
            <a:xfrm>
              <a:off x="4130408" y="4139783"/>
              <a:ext cx="48655" cy="27977"/>
            </a:xfrm>
            <a:custGeom>
              <a:avLst/>
              <a:gdLst>
                <a:gd name="T0" fmla="*/ 39 w 40"/>
                <a:gd name="T1" fmla="*/ 0 h 23"/>
                <a:gd name="T2" fmla="*/ 0 w 40"/>
                <a:gd name="T3" fmla="*/ 18 h 23"/>
                <a:gd name="T4" fmla="*/ 2 w 40"/>
                <a:gd name="T5" fmla="*/ 23 h 23"/>
                <a:gd name="T6" fmla="*/ 40 w 40"/>
                <a:gd name="T7" fmla="*/ 5 h 23"/>
                <a:gd name="T8" fmla="*/ 39 w 40"/>
                <a:gd name="T9" fmla="*/ 0 h 23"/>
              </a:gdLst>
              <a:ahLst/>
              <a:cxnLst>
                <a:cxn ang="0">
                  <a:pos x="T0" y="T1"/>
                </a:cxn>
                <a:cxn ang="0">
                  <a:pos x="T2" y="T3"/>
                </a:cxn>
                <a:cxn ang="0">
                  <a:pos x="T4" y="T5"/>
                </a:cxn>
                <a:cxn ang="0">
                  <a:pos x="T6" y="T7"/>
                </a:cxn>
                <a:cxn ang="0">
                  <a:pos x="T8" y="T9"/>
                </a:cxn>
              </a:cxnLst>
              <a:rect l="0" t="0" r="r" b="b"/>
              <a:pathLst>
                <a:path w="40" h="23">
                  <a:moveTo>
                    <a:pt x="39" y="0"/>
                  </a:moveTo>
                  <a:lnTo>
                    <a:pt x="0" y="18"/>
                  </a:lnTo>
                  <a:lnTo>
                    <a:pt x="2" y="23"/>
                  </a:lnTo>
                  <a:lnTo>
                    <a:pt x="40" y="5"/>
                  </a:lnTo>
                  <a:lnTo>
                    <a:pt x="39" y="0"/>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4" name="Freeform 70">
              <a:extLst>
                <a:ext uri="{FF2B5EF4-FFF2-40B4-BE49-F238E27FC236}">
                  <a16:creationId xmlns:a16="http://schemas.microsoft.com/office/drawing/2014/main" id="{37261E94-0956-41EB-88A0-BC18C7D3D194}"/>
                </a:ext>
              </a:extLst>
            </p:cNvPr>
            <p:cNvSpPr>
              <a:spLocks/>
            </p:cNvSpPr>
            <p:nvPr/>
          </p:nvSpPr>
          <p:spPr bwMode="auto">
            <a:xfrm>
              <a:off x="4143788" y="4168977"/>
              <a:ext cx="49871" cy="27977"/>
            </a:xfrm>
            <a:custGeom>
              <a:avLst/>
              <a:gdLst>
                <a:gd name="T0" fmla="*/ 38 w 41"/>
                <a:gd name="T1" fmla="*/ 0 h 23"/>
                <a:gd name="T2" fmla="*/ 0 w 41"/>
                <a:gd name="T3" fmla="*/ 18 h 23"/>
                <a:gd name="T4" fmla="*/ 1 w 41"/>
                <a:gd name="T5" fmla="*/ 23 h 23"/>
                <a:gd name="T6" fmla="*/ 41 w 41"/>
                <a:gd name="T7" fmla="*/ 5 h 23"/>
                <a:gd name="T8" fmla="*/ 38 w 41"/>
                <a:gd name="T9" fmla="*/ 0 h 23"/>
              </a:gdLst>
              <a:ahLst/>
              <a:cxnLst>
                <a:cxn ang="0">
                  <a:pos x="T0" y="T1"/>
                </a:cxn>
                <a:cxn ang="0">
                  <a:pos x="T2" y="T3"/>
                </a:cxn>
                <a:cxn ang="0">
                  <a:pos x="T4" y="T5"/>
                </a:cxn>
                <a:cxn ang="0">
                  <a:pos x="T6" y="T7"/>
                </a:cxn>
                <a:cxn ang="0">
                  <a:pos x="T8" y="T9"/>
                </a:cxn>
              </a:cxnLst>
              <a:rect l="0" t="0" r="r" b="b"/>
              <a:pathLst>
                <a:path w="41" h="23">
                  <a:moveTo>
                    <a:pt x="38" y="0"/>
                  </a:moveTo>
                  <a:lnTo>
                    <a:pt x="0" y="18"/>
                  </a:lnTo>
                  <a:lnTo>
                    <a:pt x="1" y="23"/>
                  </a:lnTo>
                  <a:lnTo>
                    <a:pt x="41" y="5"/>
                  </a:lnTo>
                  <a:lnTo>
                    <a:pt x="38" y="0"/>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5" name="Freeform 71">
              <a:extLst>
                <a:ext uri="{FF2B5EF4-FFF2-40B4-BE49-F238E27FC236}">
                  <a16:creationId xmlns:a16="http://schemas.microsoft.com/office/drawing/2014/main" id="{A77F06EE-C8CF-49CF-9262-2B4279EACCF1}"/>
                </a:ext>
              </a:extLst>
            </p:cNvPr>
            <p:cNvSpPr>
              <a:spLocks/>
            </p:cNvSpPr>
            <p:nvPr/>
          </p:nvSpPr>
          <p:spPr bwMode="auto">
            <a:xfrm>
              <a:off x="4143788" y="4168977"/>
              <a:ext cx="49871" cy="27977"/>
            </a:xfrm>
            <a:custGeom>
              <a:avLst/>
              <a:gdLst>
                <a:gd name="T0" fmla="*/ 38 w 41"/>
                <a:gd name="T1" fmla="*/ 0 h 23"/>
                <a:gd name="T2" fmla="*/ 0 w 41"/>
                <a:gd name="T3" fmla="*/ 18 h 23"/>
                <a:gd name="T4" fmla="*/ 1 w 41"/>
                <a:gd name="T5" fmla="*/ 23 h 23"/>
                <a:gd name="T6" fmla="*/ 41 w 41"/>
                <a:gd name="T7" fmla="*/ 5 h 23"/>
                <a:gd name="T8" fmla="*/ 38 w 41"/>
                <a:gd name="T9" fmla="*/ 0 h 23"/>
              </a:gdLst>
              <a:ahLst/>
              <a:cxnLst>
                <a:cxn ang="0">
                  <a:pos x="T0" y="T1"/>
                </a:cxn>
                <a:cxn ang="0">
                  <a:pos x="T2" y="T3"/>
                </a:cxn>
                <a:cxn ang="0">
                  <a:pos x="T4" y="T5"/>
                </a:cxn>
                <a:cxn ang="0">
                  <a:pos x="T6" y="T7"/>
                </a:cxn>
                <a:cxn ang="0">
                  <a:pos x="T8" y="T9"/>
                </a:cxn>
              </a:cxnLst>
              <a:rect l="0" t="0" r="r" b="b"/>
              <a:pathLst>
                <a:path w="41" h="23">
                  <a:moveTo>
                    <a:pt x="38" y="0"/>
                  </a:moveTo>
                  <a:lnTo>
                    <a:pt x="0" y="18"/>
                  </a:lnTo>
                  <a:lnTo>
                    <a:pt x="1" y="23"/>
                  </a:lnTo>
                  <a:lnTo>
                    <a:pt x="41" y="5"/>
                  </a:lnTo>
                  <a:lnTo>
                    <a:pt x="38" y="0"/>
                  </a:lnTo>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6" name="Freeform 72">
              <a:extLst>
                <a:ext uri="{FF2B5EF4-FFF2-40B4-BE49-F238E27FC236}">
                  <a16:creationId xmlns:a16="http://schemas.microsoft.com/office/drawing/2014/main" id="{3CB2C2DB-343F-499F-957A-F989E0975C63}"/>
                </a:ext>
              </a:extLst>
            </p:cNvPr>
            <p:cNvSpPr>
              <a:spLocks/>
            </p:cNvSpPr>
            <p:nvPr/>
          </p:nvSpPr>
          <p:spPr bwMode="auto">
            <a:xfrm>
              <a:off x="4155952" y="4196952"/>
              <a:ext cx="51088" cy="29193"/>
            </a:xfrm>
            <a:custGeom>
              <a:avLst/>
              <a:gdLst>
                <a:gd name="T0" fmla="*/ 40 w 42"/>
                <a:gd name="T1" fmla="*/ 0 h 24"/>
                <a:gd name="T2" fmla="*/ 0 w 42"/>
                <a:gd name="T3" fmla="*/ 19 h 24"/>
                <a:gd name="T4" fmla="*/ 2 w 42"/>
                <a:gd name="T5" fmla="*/ 24 h 24"/>
                <a:gd name="T6" fmla="*/ 42 w 42"/>
                <a:gd name="T7" fmla="*/ 4 h 24"/>
                <a:gd name="T8" fmla="*/ 40 w 42"/>
                <a:gd name="T9" fmla="*/ 0 h 24"/>
              </a:gdLst>
              <a:ahLst/>
              <a:cxnLst>
                <a:cxn ang="0">
                  <a:pos x="T0" y="T1"/>
                </a:cxn>
                <a:cxn ang="0">
                  <a:pos x="T2" y="T3"/>
                </a:cxn>
                <a:cxn ang="0">
                  <a:pos x="T4" y="T5"/>
                </a:cxn>
                <a:cxn ang="0">
                  <a:pos x="T6" y="T7"/>
                </a:cxn>
                <a:cxn ang="0">
                  <a:pos x="T8" y="T9"/>
                </a:cxn>
              </a:cxnLst>
              <a:rect l="0" t="0" r="r" b="b"/>
              <a:pathLst>
                <a:path w="42" h="24">
                  <a:moveTo>
                    <a:pt x="40" y="0"/>
                  </a:moveTo>
                  <a:lnTo>
                    <a:pt x="0" y="19"/>
                  </a:lnTo>
                  <a:lnTo>
                    <a:pt x="2" y="24"/>
                  </a:lnTo>
                  <a:lnTo>
                    <a:pt x="42" y="4"/>
                  </a:lnTo>
                  <a:lnTo>
                    <a:pt x="40" y="0"/>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7" name="Freeform 73">
              <a:extLst>
                <a:ext uri="{FF2B5EF4-FFF2-40B4-BE49-F238E27FC236}">
                  <a16:creationId xmlns:a16="http://schemas.microsoft.com/office/drawing/2014/main" id="{7353FE47-18CE-492A-A612-A81E042D8E02}"/>
                </a:ext>
              </a:extLst>
            </p:cNvPr>
            <p:cNvSpPr>
              <a:spLocks/>
            </p:cNvSpPr>
            <p:nvPr/>
          </p:nvSpPr>
          <p:spPr bwMode="auto">
            <a:xfrm>
              <a:off x="4155952" y="4196952"/>
              <a:ext cx="51088" cy="29193"/>
            </a:xfrm>
            <a:custGeom>
              <a:avLst/>
              <a:gdLst>
                <a:gd name="T0" fmla="*/ 40 w 42"/>
                <a:gd name="T1" fmla="*/ 0 h 24"/>
                <a:gd name="T2" fmla="*/ 0 w 42"/>
                <a:gd name="T3" fmla="*/ 19 h 24"/>
                <a:gd name="T4" fmla="*/ 2 w 42"/>
                <a:gd name="T5" fmla="*/ 24 h 24"/>
                <a:gd name="T6" fmla="*/ 42 w 42"/>
                <a:gd name="T7" fmla="*/ 4 h 24"/>
                <a:gd name="T8" fmla="*/ 40 w 42"/>
                <a:gd name="T9" fmla="*/ 0 h 24"/>
              </a:gdLst>
              <a:ahLst/>
              <a:cxnLst>
                <a:cxn ang="0">
                  <a:pos x="T0" y="T1"/>
                </a:cxn>
                <a:cxn ang="0">
                  <a:pos x="T2" y="T3"/>
                </a:cxn>
                <a:cxn ang="0">
                  <a:pos x="T4" y="T5"/>
                </a:cxn>
                <a:cxn ang="0">
                  <a:pos x="T6" y="T7"/>
                </a:cxn>
                <a:cxn ang="0">
                  <a:pos x="T8" y="T9"/>
                </a:cxn>
              </a:cxnLst>
              <a:rect l="0" t="0" r="r" b="b"/>
              <a:pathLst>
                <a:path w="42" h="24">
                  <a:moveTo>
                    <a:pt x="40" y="0"/>
                  </a:moveTo>
                  <a:lnTo>
                    <a:pt x="0" y="19"/>
                  </a:lnTo>
                  <a:lnTo>
                    <a:pt x="2" y="24"/>
                  </a:lnTo>
                  <a:lnTo>
                    <a:pt x="42" y="4"/>
                  </a:lnTo>
                  <a:lnTo>
                    <a:pt x="40" y="0"/>
                  </a:lnTo>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8" name="Freeform 74">
              <a:extLst>
                <a:ext uri="{FF2B5EF4-FFF2-40B4-BE49-F238E27FC236}">
                  <a16:creationId xmlns:a16="http://schemas.microsoft.com/office/drawing/2014/main" id="{E4DC8EB6-BEB0-447E-9A59-63A03FC6649A}"/>
                </a:ext>
              </a:extLst>
            </p:cNvPr>
            <p:cNvSpPr>
              <a:spLocks/>
            </p:cNvSpPr>
            <p:nvPr/>
          </p:nvSpPr>
          <p:spPr bwMode="auto">
            <a:xfrm>
              <a:off x="4168116" y="4226145"/>
              <a:ext cx="51088" cy="26760"/>
            </a:xfrm>
            <a:custGeom>
              <a:avLst/>
              <a:gdLst>
                <a:gd name="T0" fmla="*/ 27 w 28"/>
                <a:gd name="T1" fmla="*/ 0 h 15"/>
                <a:gd name="T2" fmla="*/ 0 w 28"/>
                <a:gd name="T3" fmla="*/ 12 h 15"/>
                <a:gd name="T4" fmla="*/ 2 w 28"/>
                <a:gd name="T5" fmla="*/ 15 h 15"/>
                <a:gd name="T6" fmla="*/ 28 w 28"/>
                <a:gd name="T7" fmla="*/ 3 h 15"/>
                <a:gd name="T8" fmla="*/ 27 w 28"/>
                <a:gd name="T9" fmla="*/ 0 h 15"/>
              </a:gdLst>
              <a:ahLst/>
              <a:cxnLst>
                <a:cxn ang="0">
                  <a:pos x="T0" y="T1"/>
                </a:cxn>
                <a:cxn ang="0">
                  <a:pos x="T2" y="T3"/>
                </a:cxn>
                <a:cxn ang="0">
                  <a:pos x="T4" y="T5"/>
                </a:cxn>
                <a:cxn ang="0">
                  <a:pos x="T6" y="T7"/>
                </a:cxn>
                <a:cxn ang="0">
                  <a:pos x="T8" y="T9"/>
                </a:cxn>
              </a:cxnLst>
              <a:rect l="0" t="0" r="r" b="b"/>
              <a:pathLst>
                <a:path w="28" h="15">
                  <a:moveTo>
                    <a:pt x="27" y="0"/>
                  </a:moveTo>
                  <a:cubicBezTo>
                    <a:pt x="0" y="12"/>
                    <a:pt x="0" y="12"/>
                    <a:pt x="0" y="12"/>
                  </a:cubicBezTo>
                  <a:cubicBezTo>
                    <a:pt x="1" y="13"/>
                    <a:pt x="2" y="14"/>
                    <a:pt x="2" y="15"/>
                  </a:cubicBezTo>
                  <a:cubicBezTo>
                    <a:pt x="28" y="3"/>
                    <a:pt x="28" y="3"/>
                    <a:pt x="28" y="3"/>
                  </a:cubicBezTo>
                  <a:cubicBezTo>
                    <a:pt x="27" y="0"/>
                    <a:pt x="27" y="0"/>
                    <a:pt x="27" y="0"/>
                  </a:cubicBezTo>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9" name="Freeform 75">
              <a:extLst>
                <a:ext uri="{FF2B5EF4-FFF2-40B4-BE49-F238E27FC236}">
                  <a16:creationId xmlns:a16="http://schemas.microsoft.com/office/drawing/2014/main" id="{823B2172-6AE3-4FFC-9080-E73D611BAFB3}"/>
                </a:ext>
              </a:extLst>
            </p:cNvPr>
            <p:cNvSpPr>
              <a:spLocks/>
            </p:cNvSpPr>
            <p:nvPr/>
          </p:nvSpPr>
          <p:spPr bwMode="auto">
            <a:xfrm>
              <a:off x="4192443" y="4254122"/>
              <a:ext cx="40140" cy="20679"/>
            </a:xfrm>
            <a:custGeom>
              <a:avLst/>
              <a:gdLst>
                <a:gd name="T0" fmla="*/ 21 w 22"/>
                <a:gd name="T1" fmla="*/ 0 h 11"/>
                <a:gd name="T2" fmla="*/ 0 w 22"/>
                <a:gd name="T3" fmla="*/ 9 h 11"/>
                <a:gd name="T4" fmla="*/ 4 w 22"/>
                <a:gd name="T5" fmla="*/ 11 h 11"/>
                <a:gd name="T6" fmla="*/ 22 w 22"/>
                <a:gd name="T7" fmla="*/ 3 h 11"/>
                <a:gd name="T8" fmla="*/ 21 w 22"/>
                <a:gd name="T9" fmla="*/ 0 h 11"/>
              </a:gdLst>
              <a:ahLst/>
              <a:cxnLst>
                <a:cxn ang="0">
                  <a:pos x="T0" y="T1"/>
                </a:cxn>
                <a:cxn ang="0">
                  <a:pos x="T2" y="T3"/>
                </a:cxn>
                <a:cxn ang="0">
                  <a:pos x="T4" y="T5"/>
                </a:cxn>
                <a:cxn ang="0">
                  <a:pos x="T6" y="T7"/>
                </a:cxn>
                <a:cxn ang="0">
                  <a:pos x="T8" y="T9"/>
                </a:cxn>
              </a:cxnLst>
              <a:rect l="0" t="0" r="r" b="b"/>
              <a:pathLst>
                <a:path w="22" h="11">
                  <a:moveTo>
                    <a:pt x="21" y="0"/>
                  </a:moveTo>
                  <a:cubicBezTo>
                    <a:pt x="0" y="9"/>
                    <a:pt x="0" y="9"/>
                    <a:pt x="0" y="9"/>
                  </a:cubicBezTo>
                  <a:cubicBezTo>
                    <a:pt x="2" y="10"/>
                    <a:pt x="3" y="11"/>
                    <a:pt x="4" y="11"/>
                  </a:cubicBezTo>
                  <a:cubicBezTo>
                    <a:pt x="22" y="3"/>
                    <a:pt x="22" y="3"/>
                    <a:pt x="22" y="3"/>
                  </a:cubicBezTo>
                  <a:cubicBezTo>
                    <a:pt x="21" y="0"/>
                    <a:pt x="21" y="0"/>
                    <a:pt x="21" y="0"/>
                  </a:cubicBezTo>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0" name="Freeform 76">
              <a:extLst>
                <a:ext uri="{FF2B5EF4-FFF2-40B4-BE49-F238E27FC236}">
                  <a16:creationId xmlns:a16="http://schemas.microsoft.com/office/drawing/2014/main" id="{8C959225-32B2-46D9-9B34-43862DE1A193}"/>
                </a:ext>
              </a:extLst>
            </p:cNvPr>
            <p:cNvSpPr>
              <a:spLocks/>
            </p:cNvSpPr>
            <p:nvPr/>
          </p:nvSpPr>
          <p:spPr bwMode="auto">
            <a:xfrm>
              <a:off x="4269074" y="4289396"/>
              <a:ext cx="136233" cy="10947"/>
            </a:xfrm>
            <a:custGeom>
              <a:avLst/>
              <a:gdLst>
                <a:gd name="T0" fmla="*/ 0 w 75"/>
                <a:gd name="T1" fmla="*/ 0 h 6"/>
                <a:gd name="T2" fmla="*/ 0 w 75"/>
                <a:gd name="T3" fmla="*/ 0 h 6"/>
                <a:gd name="T4" fmla="*/ 75 w 75"/>
                <a:gd name="T5" fmla="*/ 6 h 6"/>
                <a:gd name="T6" fmla="*/ 75 w 75"/>
                <a:gd name="T7" fmla="*/ 6 h 6"/>
                <a:gd name="T8" fmla="*/ 0 w 75"/>
                <a:gd name="T9" fmla="*/ 0 h 6"/>
              </a:gdLst>
              <a:ahLst/>
              <a:cxnLst>
                <a:cxn ang="0">
                  <a:pos x="T0" y="T1"/>
                </a:cxn>
                <a:cxn ang="0">
                  <a:pos x="T2" y="T3"/>
                </a:cxn>
                <a:cxn ang="0">
                  <a:pos x="T4" y="T5"/>
                </a:cxn>
                <a:cxn ang="0">
                  <a:pos x="T6" y="T7"/>
                </a:cxn>
                <a:cxn ang="0">
                  <a:pos x="T8" y="T9"/>
                </a:cxn>
              </a:cxnLst>
              <a:rect l="0" t="0" r="r" b="b"/>
              <a:pathLst>
                <a:path w="75" h="6">
                  <a:moveTo>
                    <a:pt x="0" y="0"/>
                  </a:moveTo>
                  <a:cubicBezTo>
                    <a:pt x="0" y="0"/>
                    <a:pt x="0" y="0"/>
                    <a:pt x="0" y="0"/>
                  </a:cubicBezTo>
                  <a:cubicBezTo>
                    <a:pt x="24" y="4"/>
                    <a:pt x="49" y="6"/>
                    <a:pt x="75" y="6"/>
                  </a:cubicBezTo>
                  <a:cubicBezTo>
                    <a:pt x="75" y="6"/>
                    <a:pt x="75" y="6"/>
                    <a:pt x="75" y="6"/>
                  </a:cubicBezTo>
                  <a:cubicBezTo>
                    <a:pt x="49" y="6"/>
                    <a:pt x="24" y="4"/>
                    <a:pt x="0" y="0"/>
                  </a:cubicBezTo>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1" name="Freeform 77">
              <a:extLst>
                <a:ext uri="{FF2B5EF4-FFF2-40B4-BE49-F238E27FC236}">
                  <a16:creationId xmlns:a16="http://schemas.microsoft.com/office/drawing/2014/main" id="{7587593C-16C5-45AB-B160-8BFD012F8D4E}"/>
                </a:ext>
              </a:extLst>
            </p:cNvPr>
            <p:cNvSpPr>
              <a:spLocks/>
            </p:cNvSpPr>
            <p:nvPr/>
          </p:nvSpPr>
          <p:spPr bwMode="auto">
            <a:xfrm>
              <a:off x="4200958" y="3667831"/>
              <a:ext cx="1098383" cy="632513"/>
            </a:xfrm>
            <a:custGeom>
              <a:avLst/>
              <a:gdLst>
                <a:gd name="T0" fmla="*/ 604 w 604"/>
                <a:gd name="T1" fmla="*/ 0 h 348"/>
                <a:gd name="T2" fmla="*/ 604 w 604"/>
                <a:gd name="T3" fmla="*/ 1 h 348"/>
                <a:gd name="T4" fmla="*/ 524 w 604"/>
                <a:gd name="T5" fmla="*/ 151 h 348"/>
                <a:gd name="T6" fmla="*/ 524 w 604"/>
                <a:gd name="T7" fmla="*/ 151 h 348"/>
                <a:gd name="T8" fmla="*/ 521 w 604"/>
                <a:gd name="T9" fmla="*/ 155 h 348"/>
                <a:gd name="T10" fmla="*/ 486 w 604"/>
                <a:gd name="T11" fmla="*/ 80 h 348"/>
                <a:gd name="T12" fmla="*/ 285 w 604"/>
                <a:gd name="T13" fmla="*/ 194 h 348"/>
                <a:gd name="T14" fmla="*/ 0 w 604"/>
                <a:gd name="T15" fmla="*/ 287 h 348"/>
                <a:gd name="T16" fmla="*/ 9 w 604"/>
                <a:gd name="T17" fmla="*/ 307 h 348"/>
                <a:gd name="T18" fmla="*/ 9 w 604"/>
                <a:gd name="T19" fmla="*/ 307 h 348"/>
                <a:gd name="T20" fmla="*/ 10 w 604"/>
                <a:gd name="T21" fmla="*/ 310 h 348"/>
                <a:gd name="T22" fmla="*/ 17 w 604"/>
                <a:gd name="T23" fmla="*/ 325 h 348"/>
                <a:gd name="T24" fmla="*/ 17 w 604"/>
                <a:gd name="T25" fmla="*/ 326 h 348"/>
                <a:gd name="T26" fmla="*/ 24 w 604"/>
                <a:gd name="T27" fmla="*/ 340 h 348"/>
                <a:gd name="T28" fmla="*/ 4 w 604"/>
                <a:gd name="T29" fmla="*/ 336 h 348"/>
                <a:gd name="T30" fmla="*/ 24 w 604"/>
                <a:gd name="T31" fmla="*/ 340 h 348"/>
                <a:gd name="T32" fmla="*/ 24 w 604"/>
                <a:gd name="T33" fmla="*/ 340 h 348"/>
                <a:gd name="T34" fmla="*/ 24 w 604"/>
                <a:gd name="T35" fmla="*/ 340 h 348"/>
                <a:gd name="T36" fmla="*/ 24 w 604"/>
                <a:gd name="T37" fmla="*/ 340 h 348"/>
                <a:gd name="T38" fmla="*/ 37 w 604"/>
                <a:gd name="T39" fmla="*/ 342 h 348"/>
                <a:gd name="T40" fmla="*/ 112 w 604"/>
                <a:gd name="T41" fmla="*/ 348 h 348"/>
                <a:gd name="T42" fmla="*/ 333 w 604"/>
                <a:gd name="T43" fmla="*/ 298 h 348"/>
                <a:gd name="T44" fmla="*/ 604 w 604"/>
                <a:gd name="T45" fmla="*/ 1 h 348"/>
                <a:gd name="T46" fmla="*/ 604 w 604"/>
                <a:gd name="T47" fmla="*/ 0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04" h="348">
                  <a:moveTo>
                    <a:pt x="604" y="0"/>
                  </a:moveTo>
                  <a:cubicBezTo>
                    <a:pt x="604" y="0"/>
                    <a:pt x="604" y="0"/>
                    <a:pt x="604" y="1"/>
                  </a:cubicBezTo>
                  <a:cubicBezTo>
                    <a:pt x="589" y="53"/>
                    <a:pt x="562" y="105"/>
                    <a:pt x="524" y="151"/>
                  </a:cubicBezTo>
                  <a:cubicBezTo>
                    <a:pt x="524" y="151"/>
                    <a:pt x="524" y="151"/>
                    <a:pt x="524" y="151"/>
                  </a:cubicBezTo>
                  <a:cubicBezTo>
                    <a:pt x="523" y="152"/>
                    <a:pt x="522" y="154"/>
                    <a:pt x="521" y="155"/>
                  </a:cubicBezTo>
                  <a:cubicBezTo>
                    <a:pt x="486" y="80"/>
                    <a:pt x="486" y="80"/>
                    <a:pt x="486" y="80"/>
                  </a:cubicBezTo>
                  <a:cubicBezTo>
                    <a:pt x="430" y="119"/>
                    <a:pt x="362" y="159"/>
                    <a:pt x="285" y="194"/>
                  </a:cubicBezTo>
                  <a:cubicBezTo>
                    <a:pt x="182" y="242"/>
                    <a:pt x="81" y="274"/>
                    <a:pt x="0" y="287"/>
                  </a:cubicBezTo>
                  <a:cubicBezTo>
                    <a:pt x="9" y="307"/>
                    <a:pt x="9" y="307"/>
                    <a:pt x="9" y="307"/>
                  </a:cubicBezTo>
                  <a:cubicBezTo>
                    <a:pt x="9" y="307"/>
                    <a:pt x="9" y="307"/>
                    <a:pt x="9" y="307"/>
                  </a:cubicBezTo>
                  <a:cubicBezTo>
                    <a:pt x="10" y="310"/>
                    <a:pt x="10" y="310"/>
                    <a:pt x="10" y="310"/>
                  </a:cubicBezTo>
                  <a:cubicBezTo>
                    <a:pt x="17" y="325"/>
                    <a:pt x="17" y="325"/>
                    <a:pt x="17" y="325"/>
                  </a:cubicBezTo>
                  <a:cubicBezTo>
                    <a:pt x="17" y="326"/>
                    <a:pt x="17" y="326"/>
                    <a:pt x="17" y="326"/>
                  </a:cubicBezTo>
                  <a:cubicBezTo>
                    <a:pt x="24" y="340"/>
                    <a:pt x="24" y="340"/>
                    <a:pt x="24" y="340"/>
                  </a:cubicBezTo>
                  <a:cubicBezTo>
                    <a:pt x="17" y="339"/>
                    <a:pt x="11" y="337"/>
                    <a:pt x="4" y="336"/>
                  </a:cubicBezTo>
                  <a:cubicBezTo>
                    <a:pt x="11" y="337"/>
                    <a:pt x="17" y="339"/>
                    <a:pt x="24" y="340"/>
                  </a:cubicBezTo>
                  <a:cubicBezTo>
                    <a:pt x="24" y="340"/>
                    <a:pt x="24" y="340"/>
                    <a:pt x="24" y="340"/>
                  </a:cubicBezTo>
                  <a:cubicBezTo>
                    <a:pt x="24" y="340"/>
                    <a:pt x="24" y="340"/>
                    <a:pt x="24" y="340"/>
                  </a:cubicBezTo>
                  <a:cubicBezTo>
                    <a:pt x="24" y="340"/>
                    <a:pt x="24" y="340"/>
                    <a:pt x="24" y="340"/>
                  </a:cubicBezTo>
                  <a:cubicBezTo>
                    <a:pt x="28" y="341"/>
                    <a:pt x="33" y="342"/>
                    <a:pt x="37" y="342"/>
                  </a:cubicBezTo>
                  <a:cubicBezTo>
                    <a:pt x="61" y="346"/>
                    <a:pt x="86" y="348"/>
                    <a:pt x="112" y="348"/>
                  </a:cubicBezTo>
                  <a:cubicBezTo>
                    <a:pt x="184" y="348"/>
                    <a:pt x="260" y="332"/>
                    <a:pt x="333" y="298"/>
                  </a:cubicBezTo>
                  <a:cubicBezTo>
                    <a:pt x="472" y="234"/>
                    <a:pt x="569" y="122"/>
                    <a:pt x="604" y="1"/>
                  </a:cubicBezTo>
                  <a:cubicBezTo>
                    <a:pt x="604" y="1"/>
                    <a:pt x="604" y="0"/>
                    <a:pt x="604" y="0"/>
                  </a:cubicBezTo>
                </a:path>
              </a:pathLst>
            </a:custGeom>
            <a:solidFill>
              <a:srgbClr val="EBEB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2" name="Freeform 78">
              <a:extLst>
                <a:ext uri="{FF2B5EF4-FFF2-40B4-BE49-F238E27FC236}">
                  <a16:creationId xmlns:a16="http://schemas.microsoft.com/office/drawing/2014/main" id="{AC497490-4289-449A-BD3A-9A171B77E8FB}"/>
                </a:ext>
              </a:extLst>
            </p:cNvPr>
            <p:cNvSpPr>
              <a:spLocks noEditPoints="1"/>
            </p:cNvSpPr>
            <p:nvPr/>
          </p:nvSpPr>
          <p:spPr bwMode="auto">
            <a:xfrm>
              <a:off x="5092558" y="3609446"/>
              <a:ext cx="212864" cy="333286"/>
            </a:xfrm>
            <a:custGeom>
              <a:avLst/>
              <a:gdLst>
                <a:gd name="T0" fmla="*/ 36 w 117"/>
                <a:gd name="T1" fmla="*/ 158 h 183"/>
                <a:gd name="T2" fmla="*/ 34 w 117"/>
                <a:gd name="T3" fmla="*/ 158 h 183"/>
                <a:gd name="T4" fmla="*/ 31 w 117"/>
                <a:gd name="T5" fmla="*/ 155 h 183"/>
                <a:gd name="T6" fmla="*/ 30 w 117"/>
                <a:gd name="T7" fmla="*/ 150 h 183"/>
                <a:gd name="T8" fmla="*/ 34 w 117"/>
                <a:gd name="T9" fmla="*/ 146 h 183"/>
                <a:gd name="T10" fmla="*/ 36 w 117"/>
                <a:gd name="T11" fmla="*/ 146 h 183"/>
                <a:gd name="T12" fmla="*/ 39 w 117"/>
                <a:gd name="T13" fmla="*/ 146 h 183"/>
                <a:gd name="T14" fmla="*/ 42 w 117"/>
                <a:gd name="T15" fmla="*/ 154 h 183"/>
                <a:gd name="T16" fmla="*/ 39 w 117"/>
                <a:gd name="T17" fmla="*/ 158 h 183"/>
                <a:gd name="T18" fmla="*/ 36 w 117"/>
                <a:gd name="T19" fmla="*/ 158 h 183"/>
                <a:gd name="T20" fmla="*/ 22 w 117"/>
                <a:gd name="T21" fmla="*/ 127 h 183"/>
                <a:gd name="T22" fmla="*/ 16 w 117"/>
                <a:gd name="T23" fmla="*/ 123 h 183"/>
                <a:gd name="T24" fmla="*/ 19 w 117"/>
                <a:gd name="T25" fmla="*/ 114 h 183"/>
                <a:gd name="T26" fmla="*/ 22 w 117"/>
                <a:gd name="T27" fmla="*/ 114 h 183"/>
                <a:gd name="T28" fmla="*/ 28 w 117"/>
                <a:gd name="T29" fmla="*/ 118 h 183"/>
                <a:gd name="T30" fmla="*/ 24 w 117"/>
                <a:gd name="T31" fmla="*/ 126 h 183"/>
                <a:gd name="T32" fmla="*/ 22 w 117"/>
                <a:gd name="T33" fmla="*/ 127 h 183"/>
                <a:gd name="T34" fmla="*/ 112 w 117"/>
                <a:gd name="T35" fmla="*/ 0 h 183"/>
                <a:gd name="T36" fmla="*/ 106 w 117"/>
                <a:gd name="T37" fmla="*/ 16 h 183"/>
                <a:gd name="T38" fmla="*/ 0 w 117"/>
                <a:gd name="T39" fmla="*/ 109 h 183"/>
                <a:gd name="T40" fmla="*/ 34 w 117"/>
                <a:gd name="T41" fmla="*/ 183 h 183"/>
                <a:gd name="T42" fmla="*/ 34 w 117"/>
                <a:gd name="T43" fmla="*/ 183 h 183"/>
                <a:gd name="T44" fmla="*/ 114 w 117"/>
                <a:gd name="T45" fmla="*/ 33 h 183"/>
                <a:gd name="T46" fmla="*/ 114 w 117"/>
                <a:gd name="T47" fmla="*/ 32 h 183"/>
                <a:gd name="T48" fmla="*/ 112 w 117"/>
                <a:gd name="T49"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17" h="183">
                  <a:moveTo>
                    <a:pt x="36" y="158"/>
                  </a:moveTo>
                  <a:cubicBezTo>
                    <a:pt x="36" y="158"/>
                    <a:pt x="35" y="158"/>
                    <a:pt x="34" y="158"/>
                  </a:cubicBezTo>
                  <a:cubicBezTo>
                    <a:pt x="33" y="157"/>
                    <a:pt x="31" y="156"/>
                    <a:pt x="31" y="155"/>
                  </a:cubicBezTo>
                  <a:cubicBezTo>
                    <a:pt x="30" y="153"/>
                    <a:pt x="30" y="151"/>
                    <a:pt x="30" y="150"/>
                  </a:cubicBezTo>
                  <a:cubicBezTo>
                    <a:pt x="31" y="148"/>
                    <a:pt x="32" y="147"/>
                    <a:pt x="34" y="146"/>
                  </a:cubicBezTo>
                  <a:cubicBezTo>
                    <a:pt x="35" y="146"/>
                    <a:pt x="36" y="146"/>
                    <a:pt x="36" y="146"/>
                  </a:cubicBezTo>
                  <a:cubicBezTo>
                    <a:pt x="37" y="146"/>
                    <a:pt x="38" y="146"/>
                    <a:pt x="39" y="146"/>
                  </a:cubicBezTo>
                  <a:cubicBezTo>
                    <a:pt x="42" y="147"/>
                    <a:pt x="44" y="151"/>
                    <a:pt x="42" y="154"/>
                  </a:cubicBezTo>
                  <a:cubicBezTo>
                    <a:pt x="42" y="156"/>
                    <a:pt x="41" y="157"/>
                    <a:pt x="39" y="158"/>
                  </a:cubicBezTo>
                  <a:cubicBezTo>
                    <a:pt x="38" y="158"/>
                    <a:pt x="37" y="158"/>
                    <a:pt x="36" y="158"/>
                  </a:cubicBezTo>
                  <a:moveTo>
                    <a:pt x="22" y="127"/>
                  </a:moveTo>
                  <a:cubicBezTo>
                    <a:pt x="19" y="127"/>
                    <a:pt x="17" y="125"/>
                    <a:pt x="16" y="123"/>
                  </a:cubicBezTo>
                  <a:cubicBezTo>
                    <a:pt x="15" y="120"/>
                    <a:pt x="16" y="116"/>
                    <a:pt x="19" y="114"/>
                  </a:cubicBezTo>
                  <a:cubicBezTo>
                    <a:pt x="20" y="114"/>
                    <a:pt x="21" y="114"/>
                    <a:pt x="22" y="114"/>
                  </a:cubicBezTo>
                  <a:cubicBezTo>
                    <a:pt x="24" y="114"/>
                    <a:pt x="27" y="115"/>
                    <a:pt x="28" y="118"/>
                  </a:cubicBezTo>
                  <a:cubicBezTo>
                    <a:pt x="29" y="121"/>
                    <a:pt x="28" y="125"/>
                    <a:pt x="24" y="126"/>
                  </a:cubicBezTo>
                  <a:cubicBezTo>
                    <a:pt x="24" y="126"/>
                    <a:pt x="23" y="127"/>
                    <a:pt x="22" y="127"/>
                  </a:cubicBezTo>
                  <a:moveTo>
                    <a:pt x="112" y="0"/>
                  </a:moveTo>
                  <a:cubicBezTo>
                    <a:pt x="113" y="4"/>
                    <a:pt x="112" y="10"/>
                    <a:pt x="106" y="16"/>
                  </a:cubicBezTo>
                  <a:cubicBezTo>
                    <a:pt x="80" y="46"/>
                    <a:pt x="44" y="77"/>
                    <a:pt x="0" y="109"/>
                  </a:cubicBezTo>
                  <a:cubicBezTo>
                    <a:pt x="34" y="183"/>
                    <a:pt x="34" y="183"/>
                    <a:pt x="34" y="183"/>
                  </a:cubicBezTo>
                  <a:cubicBezTo>
                    <a:pt x="34" y="183"/>
                    <a:pt x="34" y="183"/>
                    <a:pt x="34" y="183"/>
                  </a:cubicBezTo>
                  <a:cubicBezTo>
                    <a:pt x="72" y="137"/>
                    <a:pt x="99" y="85"/>
                    <a:pt x="114" y="33"/>
                  </a:cubicBezTo>
                  <a:cubicBezTo>
                    <a:pt x="114" y="32"/>
                    <a:pt x="114" y="32"/>
                    <a:pt x="114" y="32"/>
                  </a:cubicBezTo>
                  <a:cubicBezTo>
                    <a:pt x="117" y="21"/>
                    <a:pt x="116" y="10"/>
                    <a:pt x="112" y="0"/>
                  </a:cubicBezTo>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3" name="Freeform 79">
              <a:extLst>
                <a:ext uri="{FF2B5EF4-FFF2-40B4-BE49-F238E27FC236}">
                  <a16:creationId xmlns:a16="http://schemas.microsoft.com/office/drawing/2014/main" id="{16C60538-406A-4F19-B3B5-982E3C9FB0ED}"/>
                </a:ext>
              </a:extLst>
            </p:cNvPr>
            <p:cNvSpPr>
              <a:spLocks/>
            </p:cNvSpPr>
            <p:nvPr/>
          </p:nvSpPr>
          <p:spPr bwMode="auto">
            <a:xfrm>
              <a:off x="5119318" y="3816228"/>
              <a:ext cx="25543" cy="24328"/>
            </a:xfrm>
            <a:custGeom>
              <a:avLst/>
              <a:gdLst>
                <a:gd name="T0" fmla="*/ 7 w 14"/>
                <a:gd name="T1" fmla="*/ 0 h 13"/>
                <a:gd name="T2" fmla="*/ 4 w 14"/>
                <a:gd name="T3" fmla="*/ 0 h 13"/>
                <a:gd name="T4" fmla="*/ 1 w 14"/>
                <a:gd name="T5" fmla="*/ 9 h 13"/>
                <a:gd name="T6" fmla="*/ 7 w 14"/>
                <a:gd name="T7" fmla="*/ 13 h 13"/>
                <a:gd name="T8" fmla="*/ 9 w 14"/>
                <a:gd name="T9" fmla="*/ 12 h 13"/>
                <a:gd name="T10" fmla="*/ 13 w 14"/>
                <a:gd name="T11" fmla="*/ 4 h 13"/>
                <a:gd name="T12" fmla="*/ 7 w 14"/>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14" h="13">
                  <a:moveTo>
                    <a:pt x="7" y="0"/>
                  </a:moveTo>
                  <a:cubicBezTo>
                    <a:pt x="6" y="0"/>
                    <a:pt x="5" y="0"/>
                    <a:pt x="4" y="0"/>
                  </a:cubicBezTo>
                  <a:cubicBezTo>
                    <a:pt x="1" y="2"/>
                    <a:pt x="0" y="6"/>
                    <a:pt x="1" y="9"/>
                  </a:cubicBezTo>
                  <a:cubicBezTo>
                    <a:pt x="2" y="11"/>
                    <a:pt x="4" y="13"/>
                    <a:pt x="7" y="13"/>
                  </a:cubicBezTo>
                  <a:cubicBezTo>
                    <a:pt x="8" y="13"/>
                    <a:pt x="9" y="12"/>
                    <a:pt x="9" y="12"/>
                  </a:cubicBezTo>
                  <a:cubicBezTo>
                    <a:pt x="13" y="11"/>
                    <a:pt x="14" y="7"/>
                    <a:pt x="13" y="4"/>
                  </a:cubicBezTo>
                  <a:cubicBezTo>
                    <a:pt x="12" y="1"/>
                    <a:pt x="9" y="0"/>
                    <a:pt x="7" y="0"/>
                  </a:cubicBezTo>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4" name="Freeform 80">
              <a:extLst>
                <a:ext uri="{FF2B5EF4-FFF2-40B4-BE49-F238E27FC236}">
                  <a16:creationId xmlns:a16="http://schemas.microsoft.com/office/drawing/2014/main" id="{1BE1EF0A-3DD5-43A2-A6FE-817EBD96F751}"/>
                </a:ext>
              </a:extLst>
            </p:cNvPr>
            <p:cNvSpPr>
              <a:spLocks/>
            </p:cNvSpPr>
            <p:nvPr/>
          </p:nvSpPr>
          <p:spPr bwMode="auto">
            <a:xfrm>
              <a:off x="5147294" y="3874615"/>
              <a:ext cx="25543" cy="21895"/>
            </a:xfrm>
            <a:custGeom>
              <a:avLst/>
              <a:gdLst>
                <a:gd name="T0" fmla="*/ 6 w 14"/>
                <a:gd name="T1" fmla="*/ 0 h 12"/>
                <a:gd name="T2" fmla="*/ 4 w 14"/>
                <a:gd name="T3" fmla="*/ 0 h 12"/>
                <a:gd name="T4" fmla="*/ 0 w 14"/>
                <a:gd name="T5" fmla="*/ 4 h 12"/>
                <a:gd name="T6" fmla="*/ 1 w 14"/>
                <a:gd name="T7" fmla="*/ 9 h 12"/>
                <a:gd name="T8" fmla="*/ 4 w 14"/>
                <a:gd name="T9" fmla="*/ 12 h 12"/>
                <a:gd name="T10" fmla="*/ 6 w 14"/>
                <a:gd name="T11" fmla="*/ 12 h 12"/>
                <a:gd name="T12" fmla="*/ 9 w 14"/>
                <a:gd name="T13" fmla="*/ 12 h 12"/>
                <a:gd name="T14" fmla="*/ 12 w 14"/>
                <a:gd name="T15" fmla="*/ 8 h 12"/>
                <a:gd name="T16" fmla="*/ 9 w 14"/>
                <a:gd name="T17" fmla="*/ 0 h 12"/>
                <a:gd name="T18" fmla="*/ 6 w 14"/>
                <a:gd name="T19"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12">
                  <a:moveTo>
                    <a:pt x="6" y="0"/>
                  </a:moveTo>
                  <a:cubicBezTo>
                    <a:pt x="6" y="0"/>
                    <a:pt x="5" y="0"/>
                    <a:pt x="4" y="0"/>
                  </a:cubicBezTo>
                  <a:cubicBezTo>
                    <a:pt x="2" y="1"/>
                    <a:pt x="1" y="2"/>
                    <a:pt x="0" y="4"/>
                  </a:cubicBezTo>
                  <a:cubicBezTo>
                    <a:pt x="0" y="5"/>
                    <a:pt x="0" y="7"/>
                    <a:pt x="1" y="9"/>
                  </a:cubicBezTo>
                  <a:cubicBezTo>
                    <a:pt x="1" y="10"/>
                    <a:pt x="3" y="11"/>
                    <a:pt x="4" y="12"/>
                  </a:cubicBezTo>
                  <a:cubicBezTo>
                    <a:pt x="5" y="12"/>
                    <a:pt x="6" y="12"/>
                    <a:pt x="6" y="12"/>
                  </a:cubicBezTo>
                  <a:cubicBezTo>
                    <a:pt x="7" y="12"/>
                    <a:pt x="8" y="12"/>
                    <a:pt x="9" y="12"/>
                  </a:cubicBezTo>
                  <a:cubicBezTo>
                    <a:pt x="11" y="11"/>
                    <a:pt x="12" y="10"/>
                    <a:pt x="12" y="8"/>
                  </a:cubicBezTo>
                  <a:cubicBezTo>
                    <a:pt x="14" y="5"/>
                    <a:pt x="12" y="1"/>
                    <a:pt x="9" y="0"/>
                  </a:cubicBezTo>
                  <a:cubicBezTo>
                    <a:pt x="8" y="0"/>
                    <a:pt x="7" y="0"/>
                    <a:pt x="6" y="0"/>
                  </a:cubicBezTo>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5" name="Freeform 81">
              <a:extLst>
                <a:ext uri="{FF2B5EF4-FFF2-40B4-BE49-F238E27FC236}">
                  <a16:creationId xmlns:a16="http://schemas.microsoft.com/office/drawing/2014/main" id="{0E14A12F-7626-4516-B325-D4376A986DB0}"/>
                </a:ext>
              </a:extLst>
            </p:cNvPr>
            <p:cNvSpPr>
              <a:spLocks/>
            </p:cNvSpPr>
            <p:nvPr/>
          </p:nvSpPr>
          <p:spPr bwMode="auto">
            <a:xfrm>
              <a:off x="5085260" y="3807713"/>
              <a:ext cx="69333" cy="141099"/>
            </a:xfrm>
            <a:custGeom>
              <a:avLst/>
              <a:gdLst>
                <a:gd name="T0" fmla="*/ 4 w 38"/>
                <a:gd name="T1" fmla="*/ 0 h 78"/>
                <a:gd name="T2" fmla="*/ 0 w 38"/>
                <a:gd name="T3" fmla="*/ 3 h 78"/>
                <a:gd name="T4" fmla="*/ 35 w 38"/>
                <a:gd name="T5" fmla="*/ 78 h 78"/>
                <a:gd name="T6" fmla="*/ 38 w 38"/>
                <a:gd name="T7" fmla="*/ 74 h 78"/>
                <a:gd name="T8" fmla="*/ 4 w 38"/>
                <a:gd name="T9" fmla="*/ 0 h 78"/>
              </a:gdLst>
              <a:ahLst/>
              <a:cxnLst>
                <a:cxn ang="0">
                  <a:pos x="T0" y="T1"/>
                </a:cxn>
                <a:cxn ang="0">
                  <a:pos x="T2" y="T3"/>
                </a:cxn>
                <a:cxn ang="0">
                  <a:pos x="T4" y="T5"/>
                </a:cxn>
                <a:cxn ang="0">
                  <a:pos x="T6" y="T7"/>
                </a:cxn>
                <a:cxn ang="0">
                  <a:pos x="T8" y="T9"/>
                </a:cxn>
              </a:cxnLst>
              <a:rect l="0" t="0" r="r" b="b"/>
              <a:pathLst>
                <a:path w="38" h="78">
                  <a:moveTo>
                    <a:pt x="4" y="0"/>
                  </a:moveTo>
                  <a:cubicBezTo>
                    <a:pt x="3" y="1"/>
                    <a:pt x="2" y="2"/>
                    <a:pt x="0" y="3"/>
                  </a:cubicBezTo>
                  <a:cubicBezTo>
                    <a:pt x="35" y="78"/>
                    <a:pt x="35" y="78"/>
                    <a:pt x="35" y="78"/>
                  </a:cubicBezTo>
                  <a:cubicBezTo>
                    <a:pt x="36" y="77"/>
                    <a:pt x="37" y="75"/>
                    <a:pt x="38" y="74"/>
                  </a:cubicBezTo>
                  <a:cubicBezTo>
                    <a:pt x="4" y="0"/>
                    <a:pt x="4" y="0"/>
                    <a:pt x="4" y="0"/>
                  </a:cubicBezTo>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6" name="Freeform 82">
              <a:extLst>
                <a:ext uri="{FF2B5EF4-FFF2-40B4-BE49-F238E27FC236}">
                  <a16:creationId xmlns:a16="http://schemas.microsoft.com/office/drawing/2014/main" id="{DBEB29C2-C877-47E8-9F13-AE87B5FA287B}"/>
                </a:ext>
              </a:extLst>
            </p:cNvPr>
            <p:cNvSpPr>
              <a:spLocks/>
            </p:cNvSpPr>
            <p:nvPr/>
          </p:nvSpPr>
          <p:spPr bwMode="auto">
            <a:xfrm>
              <a:off x="5092558" y="3807713"/>
              <a:ext cx="62034" cy="135018"/>
            </a:xfrm>
            <a:custGeom>
              <a:avLst/>
              <a:gdLst>
                <a:gd name="T0" fmla="*/ 0 w 51"/>
                <a:gd name="T1" fmla="*/ 0 h 111"/>
                <a:gd name="T2" fmla="*/ 0 w 51"/>
                <a:gd name="T3" fmla="*/ 0 h 111"/>
                <a:gd name="T4" fmla="*/ 51 w 51"/>
                <a:gd name="T5" fmla="*/ 111 h 111"/>
                <a:gd name="T6" fmla="*/ 51 w 51"/>
                <a:gd name="T7" fmla="*/ 111 h 111"/>
                <a:gd name="T8" fmla="*/ 0 w 51"/>
                <a:gd name="T9" fmla="*/ 0 h 111"/>
              </a:gdLst>
              <a:ahLst/>
              <a:cxnLst>
                <a:cxn ang="0">
                  <a:pos x="T0" y="T1"/>
                </a:cxn>
                <a:cxn ang="0">
                  <a:pos x="T2" y="T3"/>
                </a:cxn>
                <a:cxn ang="0">
                  <a:pos x="T4" y="T5"/>
                </a:cxn>
                <a:cxn ang="0">
                  <a:pos x="T6" y="T7"/>
                </a:cxn>
                <a:cxn ang="0">
                  <a:pos x="T8" y="T9"/>
                </a:cxn>
              </a:cxnLst>
              <a:rect l="0" t="0" r="r" b="b"/>
              <a:pathLst>
                <a:path w="51" h="111">
                  <a:moveTo>
                    <a:pt x="0" y="0"/>
                  </a:moveTo>
                  <a:lnTo>
                    <a:pt x="0" y="0"/>
                  </a:lnTo>
                  <a:lnTo>
                    <a:pt x="51" y="111"/>
                  </a:lnTo>
                  <a:lnTo>
                    <a:pt x="51" y="111"/>
                  </a:lnTo>
                  <a:lnTo>
                    <a:pt x="0" y="0"/>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7" name="Freeform 83">
              <a:extLst>
                <a:ext uri="{FF2B5EF4-FFF2-40B4-BE49-F238E27FC236}">
                  <a16:creationId xmlns:a16="http://schemas.microsoft.com/office/drawing/2014/main" id="{6F7911DF-A402-444E-B661-60AE507B6960}"/>
                </a:ext>
              </a:extLst>
            </p:cNvPr>
            <p:cNvSpPr>
              <a:spLocks/>
            </p:cNvSpPr>
            <p:nvPr/>
          </p:nvSpPr>
          <p:spPr bwMode="auto">
            <a:xfrm>
              <a:off x="5092558" y="3807713"/>
              <a:ext cx="62034" cy="135018"/>
            </a:xfrm>
            <a:custGeom>
              <a:avLst/>
              <a:gdLst>
                <a:gd name="T0" fmla="*/ 0 w 51"/>
                <a:gd name="T1" fmla="*/ 0 h 111"/>
                <a:gd name="T2" fmla="*/ 0 w 51"/>
                <a:gd name="T3" fmla="*/ 0 h 111"/>
                <a:gd name="T4" fmla="*/ 51 w 51"/>
                <a:gd name="T5" fmla="*/ 111 h 111"/>
                <a:gd name="T6" fmla="*/ 51 w 51"/>
                <a:gd name="T7" fmla="*/ 111 h 111"/>
                <a:gd name="T8" fmla="*/ 0 w 51"/>
                <a:gd name="T9" fmla="*/ 0 h 111"/>
              </a:gdLst>
              <a:ahLst/>
              <a:cxnLst>
                <a:cxn ang="0">
                  <a:pos x="T0" y="T1"/>
                </a:cxn>
                <a:cxn ang="0">
                  <a:pos x="T2" y="T3"/>
                </a:cxn>
                <a:cxn ang="0">
                  <a:pos x="T4" y="T5"/>
                </a:cxn>
                <a:cxn ang="0">
                  <a:pos x="T6" y="T7"/>
                </a:cxn>
                <a:cxn ang="0">
                  <a:pos x="T8" y="T9"/>
                </a:cxn>
              </a:cxnLst>
              <a:rect l="0" t="0" r="r" b="b"/>
              <a:pathLst>
                <a:path w="51" h="111">
                  <a:moveTo>
                    <a:pt x="0" y="0"/>
                  </a:moveTo>
                  <a:lnTo>
                    <a:pt x="0" y="0"/>
                  </a:lnTo>
                  <a:lnTo>
                    <a:pt x="51" y="111"/>
                  </a:lnTo>
                  <a:lnTo>
                    <a:pt x="51" y="111"/>
                  </a:lnTo>
                  <a:lnTo>
                    <a:pt x="0" y="0"/>
                  </a:lnTo>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8" name="Oval 77">
              <a:extLst>
                <a:ext uri="{FF2B5EF4-FFF2-40B4-BE49-F238E27FC236}">
                  <a16:creationId xmlns:a16="http://schemas.microsoft.com/office/drawing/2014/main" id="{EE49FD13-EC5D-4B3B-ADE5-41A94B00D805}"/>
                </a:ext>
              </a:extLst>
            </p:cNvPr>
            <p:cNvSpPr>
              <a:spLocks noChangeArrowheads="1"/>
            </p:cNvSpPr>
            <p:nvPr/>
          </p:nvSpPr>
          <p:spPr bwMode="auto">
            <a:xfrm>
              <a:off x="4269074" y="4289396"/>
              <a:ext cx="1216" cy="1217"/>
            </a:xfrm>
            <a:prstGeom prst="ellipse">
              <a:avLst/>
            </a:prstGeom>
            <a:solidFill>
              <a:srgbClr val="DDDE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9" name="Freeform 85">
              <a:extLst>
                <a:ext uri="{FF2B5EF4-FFF2-40B4-BE49-F238E27FC236}">
                  <a16:creationId xmlns:a16="http://schemas.microsoft.com/office/drawing/2014/main" id="{4C346268-ADBE-41C7-996A-E6F9D34BD122}"/>
                </a:ext>
              </a:extLst>
            </p:cNvPr>
            <p:cNvSpPr>
              <a:spLocks/>
            </p:cNvSpPr>
            <p:nvPr/>
          </p:nvSpPr>
          <p:spPr bwMode="auto">
            <a:xfrm>
              <a:off x="4244747" y="4285747"/>
              <a:ext cx="24328" cy="3650"/>
            </a:xfrm>
            <a:custGeom>
              <a:avLst/>
              <a:gdLst>
                <a:gd name="T0" fmla="*/ 0 w 13"/>
                <a:gd name="T1" fmla="*/ 0 h 2"/>
                <a:gd name="T2" fmla="*/ 0 w 13"/>
                <a:gd name="T3" fmla="*/ 0 h 2"/>
                <a:gd name="T4" fmla="*/ 13 w 13"/>
                <a:gd name="T5" fmla="*/ 2 h 2"/>
                <a:gd name="T6" fmla="*/ 13 w 13"/>
                <a:gd name="T7" fmla="*/ 2 h 2"/>
                <a:gd name="T8" fmla="*/ 0 w 13"/>
                <a:gd name="T9" fmla="*/ 0 h 2"/>
              </a:gdLst>
              <a:ahLst/>
              <a:cxnLst>
                <a:cxn ang="0">
                  <a:pos x="T0" y="T1"/>
                </a:cxn>
                <a:cxn ang="0">
                  <a:pos x="T2" y="T3"/>
                </a:cxn>
                <a:cxn ang="0">
                  <a:pos x="T4" y="T5"/>
                </a:cxn>
                <a:cxn ang="0">
                  <a:pos x="T6" y="T7"/>
                </a:cxn>
                <a:cxn ang="0">
                  <a:pos x="T8" y="T9"/>
                </a:cxn>
              </a:cxnLst>
              <a:rect l="0" t="0" r="r" b="b"/>
              <a:pathLst>
                <a:path w="13" h="2">
                  <a:moveTo>
                    <a:pt x="0" y="0"/>
                  </a:moveTo>
                  <a:cubicBezTo>
                    <a:pt x="0" y="0"/>
                    <a:pt x="0" y="0"/>
                    <a:pt x="0" y="0"/>
                  </a:cubicBezTo>
                  <a:cubicBezTo>
                    <a:pt x="4" y="1"/>
                    <a:pt x="9" y="2"/>
                    <a:pt x="13" y="2"/>
                  </a:cubicBezTo>
                  <a:cubicBezTo>
                    <a:pt x="13" y="2"/>
                    <a:pt x="13" y="2"/>
                    <a:pt x="13" y="2"/>
                  </a:cubicBezTo>
                  <a:cubicBezTo>
                    <a:pt x="9" y="2"/>
                    <a:pt x="4" y="1"/>
                    <a:pt x="0" y="0"/>
                  </a:cubicBezTo>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0" name="Freeform 86">
              <a:extLst>
                <a:ext uri="{FF2B5EF4-FFF2-40B4-BE49-F238E27FC236}">
                  <a16:creationId xmlns:a16="http://schemas.microsoft.com/office/drawing/2014/main" id="{08DE1E99-B638-4276-BDEE-D438530D6EF8}"/>
                </a:ext>
              </a:extLst>
            </p:cNvPr>
            <p:cNvSpPr>
              <a:spLocks/>
            </p:cNvSpPr>
            <p:nvPr/>
          </p:nvSpPr>
          <p:spPr bwMode="auto">
            <a:xfrm>
              <a:off x="4244747" y="4285747"/>
              <a:ext cx="24328" cy="3650"/>
            </a:xfrm>
            <a:custGeom>
              <a:avLst/>
              <a:gdLst>
                <a:gd name="T0" fmla="*/ 0 w 13"/>
                <a:gd name="T1" fmla="*/ 0 h 2"/>
                <a:gd name="T2" fmla="*/ 0 w 13"/>
                <a:gd name="T3" fmla="*/ 0 h 2"/>
                <a:gd name="T4" fmla="*/ 13 w 13"/>
                <a:gd name="T5" fmla="*/ 2 h 2"/>
                <a:gd name="T6" fmla="*/ 13 w 13"/>
                <a:gd name="T7" fmla="*/ 2 h 2"/>
                <a:gd name="T8" fmla="*/ 0 w 13"/>
                <a:gd name="T9" fmla="*/ 0 h 2"/>
              </a:gdLst>
              <a:ahLst/>
              <a:cxnLst>
                <a:cxn ang="0">
                  <a:pos x="T0" y="T1"/>
                </a:cxn>
                <a:cxn ang="0">
                  <a:pos x="T2" y="T3"/>
                </a:cxn>
                <a:cxn ang="0">
                  <a:pos x="T4" y="T5"/>
                </a:cxn>
                <a:cxn ang="0">
                  <a:pos x="T6" y="T7"/>
                </a:cxn>
                <a:cxn ang="0">
                  <a:pos x="T8" y="T9"/>
                </a:cxn>
              </a:cxnLst>
              <a:rect l="0" t="0" r="r" b="b"/>
              <a:pathLst>
                <a:path w="13" h="2">
                  <a:moveTo>
                    <a:pt x="0" y="0"/>
                  </a:moveTo>
                  <a:cubicBezTo>
                    <a:pt x="0" y="0"/>
                    <a:pt x="0" y="0"/>
                    <a:pt x="0" y="0"/>
                  </a:cubicBezTo>
                  <a:cubicBezTo>
                    <a:pt x="4" y="1"/>
                    <a:pt x="9" y="2"/>
                    <a:pt x="13" y="2"/>
                  </a:cubicBezTo>
                  <a:cubicBezTo>
                    <a:pt x="13" y="2"/>
                    <a:pt x="13" y="2"/>
                    <a:pt x="13" y="2"/>
                  </a:cubicBezTo>
                  <a:cubicBezTo>
                    <a:pt x="9" y="2"/>
                    <a:pt x="4" y="1"/>
                    <a:pt x="0" y="0"/>
                  </a:cubicBezTo>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1" name="Freeform 87">
              <a:extLst>
                <a:ext uri="{FF2B5EF4-FFF2-40B4-BE49-F238E27FC236}">
                  <a16:creationId xmlns:a16="http://schemas.microsoft.com/office/drawing/2014/main" id="{5441C10D-4C26-4C06-8653-64DADC618B17}"/>
                </a:ext>
              </a:extLst>
            </p:cNvPr>
            <p:cNvSpPr>
              <a:spLocks/>
            </p:cNvSpPr>
            <p:nvPr/>
          </p:nvSpPr>
          <p:spPr bwMode="auto">
            <a:xfrm>
              <a:off x="4208255" y="427845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2" name="Freeform 88">
              <a:extLst>
                <a:ext uri="{FF2B5EF4-FFF2-40B4-BE49-F238E27FC236}">
                  <a16:creationId xmlns:a16="http://schemas.microsoft.com/office/drawing/2014/main" id="{904D4C30-B1DA-4C28-98C8-1C3FE87E8E7E}"/>
                </a:ext>
              </a:extLst>
            </p:cNvPr>
            <p:cNvSpPr>
              <a:spLocks noEditPoints="1"/>
            </p:cNvSpPr>
            <p:nvPr/>
          </p:nvSpPr>
          <p:spPr bwMode="auto">
            <a:xfrm>
              <a:off x="4141356" y="4187221"/>
              <a:ext cx="103391" cy="98527"/>
            </a:xfrm>
            <a:custGeom>
              <a:avLst/>
              <a:gdLst>
                <a:gd name="T0" fmla="*/ 33 w 57"/>
                <a:gd name="T1" fmla="*/ 1 h 54"/>
                <a:gd name="T2" fmla="*/ 15 w 57"/>
                <a:gd name="T3" fmla="*/ 4 h 54"/>
                <a:gd name="T4" fmla="*/ 10 w 57"/>
                <a:gd name="T5" fmla="*/ 4 h 54"/>
                <a:gd name="T6" fmla="*/ 5 w 57"/>
                <a:gd name="T7" fmla="*/ 3 h 54"/>
                <a:gd name="T8" fmla="*/ 2 w 57"/>
                <a:gd name="T9" fmla="*/ 5 h 54"/>
                <a:gd name="T10" fmla="*/ 8 w 57"/>
                <a:gd name="T11" fmla="*/ 18 h 54"/>
                <a:gd name="T12" fmla="*/ 35 w 57"/>
                <a:gd name="T13" fmla="*/ 5 h 54"/>
                <a:gd name="T14" fmla="*/ 36 w 57"/>
                <a:gd name="T15" fmla="*/ 8 h 54"/>
                <a:gd name="T16" fmla="*/ 9 w 57"/>
                <a:gd name="T17" fmla="*/ 21 h 54"/>
                <a:gd name="T18" fmla="*/ 15 w 57"/>
                <a:gd name="T19" fmla="*/ 32 h 54"/>
                <a:gd name="T20" fmla="*/ 36 w 57"/>
                <a:gd name="T21" fmla="*/ 50 h 54"/>
                <a:gd name="T22" fmla="*/ 37 w 57"/>
                <a:gd name="T23" fmla="*/ 50 h 54"/>
                <a:gd name="T24" fmla="*/ 37 w 57"/>
                <a:gd name="T25" fmla="*/ 50 h 54"/>
                <a:gd name="T26" fmla="*/ 37 w 57"/>
                <a:gd name="T27" fmla="*/ 50 h 54"/>
                <a:gd name="T28" fmla="*/ 57 w 57"/>
                <a:gd name="T29" fmla="*/ 54 h 54"/>
                <a:gd name="T30" fmla="*/ 50 w 57"/>
                <a:gd name="T31" fmla="*/ 40 h 54"/>
                <a:gd name="T32" fmla="*/ 32 w 57"/>
                <a:gd name="T33" fmla="*/ 48 h 54"/>
                <a:gd name="T34" fmla="*/ 28 w 57"/>
                <a:gd name="T35" fmla="*/ 46 h 54"/>
                <a:gd name="T36" fmla="*/ 49 w 57"/>
                <a:gd name="T37" fmla="*/ 37 h 54"/>
                <a:gd name="T38" fmla="*/ 50 w 57"/>
                <a:gd name="T39" fmla="*/ 39 h 54"/>
                <a:gd name="T40" fmla="*/ 43 w 57"/>
                <a:gd name="T41" fmla="*/ 24 h 54"/>
                <a:gd name="T42" fmla="*/ 17 w 57"/>
                <a:gd name="T43" fmla="*/ 36 h 54"/>
                <a:gd name="T44" fmla="*/ 15 w 57"/>
                <a:gd name="T45" fmla="*/ 33 h 54"/>
                <a:gd name="T46" fmla="*/ 42 w 57"/>
                <a:gd name="T47" fmla="*/ 21 h 54"/>
                <a:gd name="T48" fmla="*/ 33 w 57"/>
                <a:gd name="T49" fmla="*/ 1 h 54"/>
                <a:gd name="T50" fmla="*/ 0 w 57"/>
                <a:gd name="T51" fmla="*/ 0 h 54"/>
                <a:gd name="T52" fmla="*/ 0 w 57"/>
                <a:gd name="T53" fmla="*/ 0 h 54"/>
                <a:gd name="T54" fmla="*/ 1 w 57"/>
                <a:gd name="T55" fmla="*/ 2 h 54"/>
                <a:gd name="T56" fmla="*/ 1 w 57"/>
                <a:gd name="T57" fmla="*/ 2 h 54"/>
                <a:gd name="T58" fmla="*/ 0 w 57"/>
                <a:gd name="T59"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7" h="54">
                  <a:moveTo>
                    <a:pt x="33" y="1"/>
                  </a:moveTo>
                  <a:cubicBezTo>
                    <a:pt x="27" y="2"/>
                    <a:pt x="21" y="3"/>
                    <a:pt x="15" y="4"/>
                  </a:cubicBezTo>
                  <a:cubicBezTo>
                    <a:pt x="13" y="4"/>
                    <a:pt x="12" y="4"/>
                    <a:pt x="10" y="4"/>
                  </a:cubicBezTo>
                  <a:cubicBezTo>
                    <a:pt x="8" y="4"/>
                    <a:pt x="7" y="4"/>
                    <a:pt x="5" y="3"/>
                  </a:cubicBezTo>
                  <a:cubicBezTo>
                    <a:pt x="2" y="5"/>
                    <a:pt x="2" y="5"/>
                    <a:pt x="2" y="5"/>
                  </a:cubicBezTo>
                  <a:cubicBezTo>
                    <a:pt x="8" y="18"/>
                    <a:pt x="8" y="18"/>
                    <a:pt x="8" y="18"/>
                  </a:cubicBezTo>
                  <a:cubicBezTo>
                    <a:pt x="35" y="5"/>
                    <a:pt x="35" y="5"/>
                    <a:pt x="35" y="5"/>
                  </a:cubicBezTo>
                  <a:cubicBezTo>
                    <a:pt x="36" y="8"/>
                    <a:pt x="36" y="8"/>
                    <a:pt x="36" y="8"/>
                  </a:cubicBezTo>
                  <a:cubicBezTo>
                    <a:pt x="9" y="21"/>
                    <a:pt x="9" y="21"/>
                    <a:pt x="9" y="21"/>
                  </a:cubicBezTo>
                  <a:cubicBezTo>
                    <a:pt x="15" y="32"/>
                    <a:pt x="15" y="32"/>
                    <a:pt x="15" y="32"/>
                  </a:cubicBezTo>
                  <a:cubicBezTo>
                    <a:pt x="19" y="41"/>
                    <a:pt x="27" y="47"/>
                    <a:pt x="36" y="50"/>
                  </a:cubicBezTo>
                  <a:cubicBezTo>
                    <a:pt x="36" y="50"/>
                    <a:pt x="36" y="50"/>
                    <a:pt x="37" y="50"/>
                  </a:cubicBezTo>
                  <a:cubicBezTo>
                    <a:pt x="37" y="50"/>
                    <a:pt x="37" y="50"/>
                    <a:pt x="37" y="50"/>
                  </a:cubicBezTo>
                  <a:cubicBezTo>
                    <a:pt x="37" y="50"/>
                    <a:pt x="37" y="50"/>
                    <a:pt x="37" y="50"/>
                  </a:cubicBezTo>
                  <a:cubicBezTo>
                    <a:pt x="44" y="51"/>
                    <a:pt x="50" y="53"/>
                    <a:pt x="57" y="54"/>
                  </a:cubicBezTo>
                  <a:cubicBezTo>
                    <a:pt x="50" y="40"/>
                    <a:pt x="50" y="40"/>
                    <a:pt x="50" y="40"/>
                  </a:cubicBezTo>
                  <a:cubicBezTo>
                    <a:pt x="32" y="48"/>
                    <a:pt x="32" y="48"/>
                    <a:pt x="32" y="48"/>
                  </a:cubicBezTo>
                  <a:cubicBezTo>
                    <a:pt x="31" y="48"/>
                    <a:pt x="30" y="47"/>
                    <a:pt x="28" y="46"/>
                  </a:cubicBezTo>
                  <a:cubicBezTo>
                    <a:pt x="49" y="37"/>
                    <a:pt x="49" y="37"/>
                    <a:pt x="49" y="37"/>
                  </a:cubicBezTo>
                  <a:cubicBezTo>
                    <a:pt x="50" y="39"/>
                    <a:pt x="50" y="39"/>
                    <a:pt x="50" y="39"/>
                  </a:cubicBezTo>
                  <a:cubicBezTo>
                    <a:pt x="43" y="24"/>
                    <a:pt x="43" y="24"/>
                    <a:pt x="43" y="24"/>
                  </a:cubicBezTo>
                  <a:cubicBezTo>
                    <a:pt x="17" y="36"/>
                    <a:pt x="17" y="36"/>
                    <a:pt x="17" y="36"/>
                  </a:cubicBezTo>
                  <a:cubicBezTo>
                    <a:pt x="17" y="35"/>
                    <a:pt x="16" y="34"/>
                    <a:pt x="15" y="33"/>
                  </a:cubicBezTo>
                  <a:cubicBezTo>
                    <a:pt x="42" y="21"/>
                    <a:pt x="42" y="21"/>
                    <a:pt x="42" y="21"/>
                  </a:cubicBezTo>
                  <a:cubicBezTo>
                    <a:pt x="33" y="1"/>
                    <a:pt x="33" y="1"/>
                    <a:pt x="33" y="1"/>
                  </a:cubicBezTo>
                  <a:moveTo>
                    <a:pt x="0" y="0"/>
                  </a:moveTo>
                  <a:cubicBezTo>
                    <a:pt x="0" y="0"/>
                    <a:pt x="0" y="0"/>
                    <a:pt x="0" y="0"/>
                  </a:cubicBezTo>
                  <a:cubicBezTo>
                    <a:pt x="1" y="2"/>
                    <a:pt x="1" y="2"/>
                    <a:pt x="1" y="2"/>
                  </a:cubicBezTo>
                  <a:cubicBezTo>
                    <a:pt x="1" y="2"/>
                    <a:pt x="1" y="2"/>
                    <a:pt x="1" y="2"/>
                  </a:cubicBezTo>
                  <a:cubicBezTo>
                    <a:pt x="1" y="1"/>
                    <a:pt x="0" y="0"/>
                    <a:pt x="0" y="0"/>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3" name="Freeform 89">
              <a:extLst>
                <a:ext uri="{FF2B5EF4-FFF2-40B4-BE49-F238E27FC236}">
                  <a16:creationId xmlns:a16="http://schemas.microsoft.com/office/drawing/2014/main" id="{C561C4CA-99E4-4EC9-894E-A5D582A235D1}"/>
                </a:ext>
              </a:extLst>
            </p:cNvPr>
            <p:cNvSpPr>
              <a:spLocks/>
            </p:cNvSpPr>
            <p:nvPr/>
          </p:nvSpPr>
          <p:spPr bwMode="auto">
            <a:xfrm>
              <a:off x="4143788" y="4190871"/>
              <a:ext cx="7299" cy="6082"/>
            </a:xfrm>
            <a:custGeom>
              <a:avLst/>
              <a:gdLst>
                <a:gd name="T0" fmla="*/ 0 w 4"/>
                <a:gd name="T1" fmla="*/ 0 h 3"/>
                <a:gd name="T2" fmla="*/ 0 w 4"/>
                <a:gd name="T3" fmla="*/ 0 h 3"/>
                <a:gd name="T4" fmla="*/ 1 w 4"/>
                <a:gd name="T5" fmla="*/ 3 h 3"/>
                <a:gd name="T6" fmla="*/ 4 w 4"/>
                <a:gd name="T7" fmla="*/ 1 h 3"/>
                <a:gd name="T8" fmla="*/ 0 w 4"/>
                <a:gd name="T9" fmla="*/ 0 h 3"/>
              </a:gdLst>
              <a:ahLst/>
              <a:cxnLst>
                <a:cxn ang="0">
                  <a:pos x="T0" y="T1"/>
                </a:cxn>
                <a:cxn ang="0">
                  <a:pos x="T2" y="T3"/>
                </a:cxn>
                <a:cxn ang="0">
                  <a:pos x="T4" y="T5"/>
                </a:cxn>
                <a:cxn ang="0">
                  <a:pos x="T6" y="T7"/>
                </a:cxn>
                <a:cxn ang="0">
                  <a:pos x="T8" y="T9"/>
                </a:cxn>
              </a:cxnLst>
              <a:rect l="0" t="0" r="r" b="b"/>
              <a:pathLst>
                <a:path w="4" h="3">
                  <a:moveTo>
                    <a:pt x="0" y="0"/>
                  </a:moveTo>
                  <a:cubicBezTo>
                    <a:pt x="0" y="0"/>
                    <a:pt x="0" y="0"/>
                    <a:pt x="0" y="0"/>
                  </a:cubicBezTo>
                  <a:cubicBezTo>
                    <a:pt x="1" y="3"/>
                    <a:pt x="1" y="3"/>
                    <a:pt x="1" y="3"/>
                  </a:cubicBezTo>
                  <a:cubicBezTo>
                    <a:pt x="4" y="1"/>
                    <a:pt x="4" y="1"/>
                    <a:pt x="4" y="1"/>
                  </a:cubicBezTo>
                  <a:cubicBezTo>
                    <a:pt x="3" y="1"/>
                    <a:pt x="1" y="0"/>
                    <a:pt x="0" y="0"/>
                  </a:cubicBezTo>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4" name="Freeform 90">
              <a:extLst>
                <a:ext uri="{FF2B5EF4-FFF2-40B4-BE49-F238E27FC236}">
                  <a16:creationId xmlns:a16="http://schemas.microsoft.com/office/drawing/2014/main" id="{FE2FDDAD-0678-424F-8958-AD19E8DD068D}"/>
                </a:ext>
              </a:extLst>
            </p:cNvPr>
            <p:cNvSpPr>
              <a:spLocks/>
            </p:cNvSpPr>
            <p:nvPr/>
          </p:nvSpPr>
          <p:spPr bwMode="auto">
            <a:xfrm>
              <a:off x="4155952" y="4196952"/>
              <a:ext cx="51088" cy="29193"/>
            </a:xfrm>
            <a:custGeom>
              <a:avLst/>
              <a:gdLst>
                <a:gd name="T0" fmla="*/ 40 w 42"/>
                <a:gd name="T1" fmla="*/ 0 h 24"/>
                <a:gd name="T2" fmla="*/ 0 w 42"/>
                <a:gd name="T3" fmla="*/ 19 h 24"/>
                <a:gd name="T4" fmla="*/ 2 w 42"/>
                <a:gd name="T5" fmla="*/ 24 h 24"/>
                <a:gd name="T6" fmla="*/ 42 w 42"/>
                <a:gd name="T7" fmla="*/ 4 h 24"/>
                <a:gd name="T8" fmla="*/ 40 w 42"/>
                <a:gd name="T9" fmla="*/ 0 h 24"/>
              </a:gdLst>
              <a:ahLst/>
              <a:cxnLst>
                <a:cxn ang="0">
                  <a:pos x="T0" y="T1"/>
                </a:cxn>
                <a:cxn ang="0">
                  <a:pos x="T2" y="T3"/>
                </a:cxn>
                <a:cxn ang="0">
                  <a:pos x="T4" y="T5"/>
                </a:cxn>
                <a:cxn ang="0">
                  <a:pos x="T6" y="T7"/>
                </a:cxn>
                <a:cxn ang="0">
                  <a:pos x="T8" y="T9"/>
                </a:cxn>
              </a:cxnLst>
              <a:rect l="0" t="0" r="r" b="b"/>
              <a:pathLst>
                <a:path w="42" h="24">
                  <a:moveTo>
                    <a:pt x="40" y="0"/>
                  </a:moveTo>
                  <a:lnTo>
                    <a:pt x="0" y="19"/>
                  </a:lnTo>
                  <a:lnTo>
                    <a:pt x="2" y="24"/>
                  </a:lnTo>
                  <a:lnTo>
                    <a:pt x="42" y="4"/>
                  </a:lnTo>
                  <a:lnTo>
                    <a:pt x="40" y="0"/>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5" name="Freeform 91">
              <a:extLst>
                <a:ext uri="{FF2B5EF4-FFF2-40B4-BE49-F238E27FC236}">
                  <a16:creationId xmlns:a16="http://schemas.microsoft.com/office/drawing/2014/main" id="{2EEF29A2-3816-4B91-9217-8C0B41EEFDDA}"/>
                </a:ext>
              </a:extLst>
            </p:cNvPr>
            <p:cNvSpPr>
              <a:spLocks/>
            </p:cNvSpPr>
            <p:nvPr/>
          </p:nvSpPr>
          <p:spPr bwMode="auto">
            <a:xfrm>
              <a:off x="4155952" y="4196952"/>
              <a:ext cx="51088" cy="29193"/>
            </a:xfrm>
            <a:custGeom>
              <a:avLst/>
              <a:gdLst>
                <a:gd name="T0" fmla="*/ 40 w 42"/>
                <a:gd name="T1" fmla="*/ 0 h 24"/>
                <a:gd name="T2" fmla="*/ 0 w 42"/>
                <a:gd name="T3" fmla="*/ 19 h 24"/>
                <a:gd name="T4" fmla="*/ 2 w 42"/>
                <a:gd name="T5" fmla="*/ 24 h 24"/>
                <a:gd name="T6" fmla="*/ 42 w 42"/>
                <a:gd name="T7" fmla="*/ 4 h 24"/>
                <a:gd name="T8" fmla="*/ 40 w 42"/>
                <a:gd name="T9" fmla="*/ 0 h 24"/>
              </a:gdLst>
              <a:ahLst/>
              <a:cxnLst>
                <a:cxn ang="0">
                  <a:pos x="T0" y="T1"/>
                </a:cxn>
                <a:cxn ang="0">
                  <a:pos x="T2" y="T3"/>
                </a:cxn>
                <a:cxn ang="0">
                  <a:pos x="T4" y="T5"/>
                </a:cxn>
                <a:cxn ang="0">
                  <a:pos x="T6" y="T7"/>
                </a:cxn>
                <a:cxn ang="0">
                  <a:pos x="T8" y="T9"/>
                </a:cxn>
              </a:cxnLst>
              <a:rect l="0" t="0" r="r" b="b"/>
              <a:pathLst>
                <a:path w="42" h="24">
                  <a:moveTo>
                    <a:pt x="40" y="0"/>
                  </a:moveTo>
                  <a:lnTo>
                    <a:pt x="0" y="19"/>
                  </a:lnTo>
                  <a:lnTo>
                    <a:pt x="2" y="24"/>
                  </a:lnTo>
                  <a:lnTo>
                    <a:pt x="42" y="4"/>
                  </a:lnTo>
                  <a:lnTo>
                    <a:pt x="40" y="0"/>
                  </a:lnTo>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6" name="Freeform 92">
              <a:extLst>
                <a:ext uri="{FF2B5EF4-FFF2-40B4-BE49-F238E27FC236}">
                  <a16:creationId xmlns:a16="http://schemas.microsoft.com/office/drawing/2014/main" id="{D27DF616-8103-4B2C-B132-CAFA6CFBA935}"/>
                </a:ext>
              </a:extLst>
            </p:cNvPr>
            <p:cNvSpPr>
              <a:spLocks/>
            </p:cNvSpPr>
            <p:nvPr/>
          </p:nvSpPr>
          <p:spPr bwMode="auto">
            <a:xfrm>
              <a:off x="4168116" y="4226145"/>
              <a:ext cx="51088" cy="26760"/>
            </a:xfrm>
            <a:custGeom>
              <a:avLst/>
              <a:gdLst>
                <a:gd name="T0" fmla="*/ 27 w 28"/>
                <a:gd name="T1" fmla="*/ 0 h 15"/>
                <a:gd name="T2" fmla="*/ 27 w 28"/>
                <a:gd name="T3" fmla="*/ 0 h 15"/>
                <a:gd name="T4" fmla="*/ 0 w 28"/>
                <a:gd name="T5" fmla="*/ 12 h 15"/>
                <a:gd name="T6" fmla="*/ 2 w 28"/>
                <a:gd name="T7" fmla="*/ 15 h 15"/>
                <a:gd name="T8" fmla="*/ 28 w 28"/>
                <a:gd name="T9" fmla="*/ 3 h 15"/>
                <a:gd name="T10" fmla="*/ 27 w 28"/>
                <a:gd name="T11" fmla="*/ 0 h 15"/>
              </a:gdLst>
              <a:ahLst/>
              <a:cxnLst>
                <a:cxn ang="0">
                  <a:pos x="T0" y="T1"/>
                </a:cxn>
                <a:cxn ang="0">
                  <a:pos x="T2" y="T3"/>
                </a:cxn>
                <a:cxn ang="0">
                  <a:pos x="T4" y="T5"/>
                </a:cxn>
                <a:cxn ang="0">
                  <a:pos x="T6" y="T7"/>
                </a:cxn>
                <a:cxn ang="0">
                  <a:pos x="T8" y="T9"/>
                </a:cxn>
                <a:cxn ang="0">
                  <a:pos x="T10" y="T11"/>
                </a:cxn>
              </a:cxnLst>
              <a:rect l="0" t="0" r="r" b="b"/>
              <a:pathLst>
                <a:path w="28" h="15">
                  <a:moveTo>
                    <a:pt x="27" y="0"/>
                  </a:moveTo>
                  <a:cubicBezTo>
                    <a:pt x="27" y="0"/>
                    <a:pt x="27" y="0"/>
                    <a:pt x="27" y="0"/>
                  </a:cubicBezTo>
                  <a:cubicBezTo>
                    <a:pt x="0" y="12"/>
                    <a:pt x="0" y="12"/>
                    <a:pt x="0" y="12"/>
                  </a:cubicBezTo>
                  <a:cubicBezTo>
                    <a:pt x="1" y="13"/>
                    <a:pt x="2" y="14"/>
                    <a:pt x="2" y="15"/>
                  </a:cubicBezTo>
                  <a:cubicBezTo>
                    <a:pt x="28" y="3"/>
                    <a:pt x="28" y="3"/>
                    <a:pt x="28" y="3"/>
                  </a:cubicBezTo>
                  <a:cubicBezTo>
                    <a:pt x="27" y="0"/>
                    <a:pt x="27" y="0"/>
                    <a:pt x="27" y="0"/>
                  </a:cubicBezTo>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7" name="Freeform 93">
              <a:extLst>
                <a:ext uri="{FF2B5EF4-FFF2-40B4-BE49-F238E27FC236}">
                  <a16:creationId xmlns:a16="http://schemas.microsoft.com/office/drawing/2014/main" id="{3613D188-A168-4348-B60E-18AF65082B9B}"/>
                </a:ext>
              </a:extLst>
            </p:cNvPr>
            <p:cNvSpPr>
              <a:spLocks/>
            </p:cNvSpPr>
            <p:nvPr/>
          </p:nvSpPr>
          <p:spPr bwMode="auto">
            <a:xfrm>
              <a:off x="4192443" y="4254122"/>
              <a:ext cx="40140" cy="20679"/>
            </a:xfrm>
            <a:custGeom>
              <a:avLst/>
              <a:gdLst>
                <a:gd name="T0" fmla="*/ 21 w 22"/>
                <a:gd name="T1" fmla="*/ 0 h 11"/>
                <a:gd name="T2" fmla="*/ 0 w 22"/>
                <a:gd name="T3" fmla="*/ 9 h 11"/>
                <a:gd name="T4" fmla="*/ 4 w 22"/>
                <a:gd name="T5" fmla="*/ 11 h 11"/>
                <a:gd name="T6" fmla="*/ 22 w 22"/>
                <a:gd name="T7" fmla="*/ 3 h 11"/>
                <a:gd name="T8" fmla="*/ 22 w 22"/>
                <a:gd name="T9" fmla="*/ 2 h 11"/>
                <a:gd name="T10" fmla="*/ 21 w 22"/>
                <a:gd name="T11" fmla="*/ 0 h 11"/>
              </a:gdLst>
              <a:ahLst/>
              <a:cxnLst>
                <a:cxn ang="0">
                  <a:pos x="T0" y="T1"/>
                </a:cxn>
                <a:cxn ang="0">
                  <a:pos x="T2" y="T3"/>
                </a:cxn>
                <a:cxn ang="0">
                  <a:pos x="T4" y="T5"/>
                </a:cxn>
                <a:cxn ang="0">
                  <a:pos x="T6" y="T7"/>
                </a:cxn>
                <a:cxn ang="0">
                  <a:pos x="T8" y="T9"/>
                </a:cxn>
                <a:cxn ang="0">
                  <a:pos x="T10" y="T11"/>
                </a:cxn>
              </a:cxnLst>
              <a:rect l="0" t="0" r="r" b="b"/>
              <a:pathLst>
                <a:path w="22" h="11">
                  <a:moveTo>
                    <a:pt x="21" y="0"/>
                  </a:moveTo>
                  <a:cubicBezTo>
                    <a:pt x="0" y="9"/>
                    <a:pt x="0" y="9"/>
                    <a:pt x="0" y="9"/>
                  </a:cubicBezTo>
                  <a:cubicBezTo>
                    <a:pt x="2" y="10"/>
                    <a:pt x="3" y="11"/>
                    <a:pt x="4" y="11"/>
                  </a:cubicBezTo>
                  <a:cubicBezTo>
                    <a:pt x="22" y="3"/>
                    <a:pt x="22" y="3"/>
                    <a:pt x="22" y="3"/>
                  </a:cubicBezTo>
                  <a:cubicBezTo>
                    <a:pt x="22" y="2"/>
                    <a:pt x="22" y="2"/>
                    <a:pt x="22" y="2"/>
                  </a:cubicBezTo>
                  <a:cubicBezTo>
                    <a:pt x="21" y="0"/>
                    <a:pt x="21" y="0"/>
                    <a:pt x="21" y="0"/>
                  </a:cubicBezTo>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8" name="Freeform 94">
              <a:extLst>
                <a:ext uri="{FF2B5EF4-FFF2-40B4-BE49-F238E27FC236}">
                  <a16:creationId xmlns:a16="http://schemas.microsoft.com/office/drawing/2014/main" id="{A669C9B7-70BF-4996-86AF-AAEF149DB838}"/>
                </a:ext>
              </a:extLst>
            </p:cNvPr>
            <p:cNvSpPr>
              <a:spLocks/>
            </p:cNvSpPr>
            <p:nvPr/>
          </p:nvSpPr>
          <p:spPr bwMode="auto">
            <a:xfrm>
              <a:off x="4362736" y="3600931"/>
              <a:ext cx="156911" cy="302877"/>
            </a:xfrm>
            <a:custGeom>
              <a:avLst/>
              <a:gdLst>
                <a:gd name="T0" fmla="*/ 77 w 86"/>
                <a:gd name="T1" fmla="*/ 0 h 167"/>
                <a:gd name="T2" fmla="*/ 47 w 86"/>
                <a:gd name="T3" fmla="*/ 16 h 167"/>
                <a:gd name="T4" fmla="*/ 58 w 86"/>
                <a:gd name="T5" fmla="*/ 44 h 167"/>
                <a:gd name="T6" fmla="*/ 0 w 86"/>
                <a:gd name="T7" fmla="*/ 99 h 167"/>
                <a:gd name="T8" fmla="*/ 39 w 86"/>
                <a:gd name="T9" fmla="*/ 167 h 167"/>
                <a:gd name="T10" fmla="*/ 50 w 86"/>
                <a:gd name="T11" fmla="*/ 155 h 167"/>
                <a:gd name="T12" fmla="*/ 23 w 86"/>
                <a:gd name="T13" fmla="*/ 100 h 167"/>
                <a:gd name="T14" fmla="*/ 86 w 86"/>
                <a:gd name="T15" fmla="*/ 55 h 167"/>
                <a:gd name="T16" fmla="*/ 77 w 86"/>
                <a:gd name="T17"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 h="167">
                  <a:moveTo>
                    <a:pt x="77" y="0"/>
                  </a:moveTo>
                  <a:cubicBezTo>
                    <a:pt x="67" y="5"/>
                    <a:pt x="57" y="11"/>
                    <a:pt x="47" y="16"/>
                  </a:cubicBezTo>
                  <a:cubicBezTo>
                    <a:pt x="58" y="44"/>
                    <a:pt x="58" y="44"/>
                    <a:pt x="58" y="44"/>
                  </a:cubicBezTo>
                  <a:cubicBezTo>
                    <a:pt x="0" y="99"/>
                    <a:pt x="0" y="99"/>
                    <a:pt x="0" y="99"/>
                  </a:cubicBezTo>
                  <a:cubicBezTo>
                    <a:pt x="0" y="99"/>
                    <a:pt x="22" y="167"/>
                    <a:pt x="39" y="167"/>
                  </a:cubicBezTo>
                  <a:cubicBezTo>
                    <a:pt x="43" y="167"/>
                    <a:pt x="47" y="163"/>
                    <a:pt x="50" y="155"/>
                  </a:cubicBezTo>
                  <a:cubicBezTo>
                    <a:pt x="67" y="107"/>
                    <a:pt x="23" y="100"/>
                    <a:pt x="23" y="100"/>
                  </a:cubicBezTo>
                  <a:cubicBezTo>
                    <a:pt x="86" y="55"/>
                    <a:pt x="86" y="55"/>
                    <a:pt x="86" y="55"/>
                  </a:cubicBezTo>
                  <a:cubicBezTo>
                    <a:pt x="77" y="0"/>
                    <a:pt x="77" y="0"/>
                    <a:pt x="77" y="0"/>
                  </a:cubicBezTo>
                </a:path>
              </a:pathLst>
            </a:custGeom>
            <a:solidFill>
              <a:srgbClr val="DDDE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9" name="Freeform 95">
              <a:extLst>
                <a:ext uri="{FF2B5EF4-FFF2-40B4-BE49-F238E27FC236}">
                  <a16:creationId xmlns:a16="http://schemas.microsoft.com/office/drawing/2014/main" id="{762996A1-8586-4C77-A45B-BDECDCF6F2F4}"/>
                </a:ext>
              </a:extLst>
            </p:cNvPr>
            <p:cNvSpPr>
              <a:spLocks/>
            </p:cNvSpPr>
            <p:nvPr/>
          </p:nvSpPr>
          <p:spPr bwMode="auto">
            <a:xfrm>
              <a:off x="4821306" y="3199528"/>
              <a:ext cx="96093" cy="132584"/>
            </a:xfrm>
            <a:custGeom>
              <a:avLst/>
              <a:gdLst>
                <a:gd name="T0" fmla="*/ 30 w 53"/>
                <a:gd name="T1" fmla="*/ 0 h 73"/>
                <a:gd name="T2" fmla="*/ 0 w 53"/>
                <a:gd name="T3" fmla="*/ 13 h 73"/>
                <a:gd name="T4" fmla="*/ 26 w 53"/>
                <a:gd name="T5" fmla="*/ 73 h 73"/>
                <a:gd name="T6" fmla="*/ 53 w 53"/>
                <a:gd name="T7" fmla="*/ 52 h 73"/>
                <a:gd name="T8" fmla="*/ 30 w 53"/>
                <a:gd name="T9" fmla="*/ 0 h 73"/>
              </a:gdLst>
              <a:ahLst/>
              <a:cxnLst>
                <a:cxn ang="0">
                  <a:pos x="T0" y="T1"/>
                </a:cxn>
                <a:cxn ang="0">
                  <a:pos x="T2" y="T3"/>
                </a:cxn>
                <a:cxn ang="0">
                  <a:pos x="T4" y="T5"/>
                </a:cxn>
                <a:cxn ang="0">
                  <a:pos x="T6" y="T7"/>
                </a:cxn>
                <a:cxn ang="0">
                  <a:pos x="T8" y="T9"/>
                </a:cxn>
              </a:cxnLst>
              <a:rect l="0" t="0" r="r" b="b"/>
              <a:pathLst>
                <a:path w="53" h="73">
                  <a:moveTo>
                    <a:pt x="30" y="0"/>
                  </a:moveTo>
                  <a:cubicBezTo>
                    <a:pt x="0" y="13"/>
                    <a:pt x="0" y="13"/>
                    <a:pt x="0" y="13"/>
                  </a:cubicBezTo>
                  <a:cubicBezTo>
                    <a:pt x="8" y="35"/>
                    <a:pt x="17" y="55"/>
                    <a:pt x="26" y="73"/>
                  </a:cubicBezTo>
                  <a:cubicBezTo>
                    <a:pt x="53" y="52"/>
                    <a:pt x="53" y="52"/>
                    <a:pt x="53" y="52"/>
                  </a:cubicBezTo>
                  <a:cubicBezTo>
                    <a:pt x="45" y="36"/>
                    <a:pt x="37" y="19"/>
                    <a:pt x="30" y="0"/>
                  </a:cubicBezTo>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0" name="Freeform 96">
              <a:extLst>
                <a:ext uri="{FF2B5EF4-FFF2-40B4-BE49-F238E27FC236}">
                  <a16:creationId xmlns:a16="http://schemas.microsoft.com/office/drawing/2014/main" id="{3BC1E410-8E00-483D-A877-330670AABBD4}"/>
                </a:ext>
              </a:extLst>
            </p:cNvPr>
            <p:cNvSpPr>
              <a:spLocks/>
            </p:cNvSpPr>
            <p:nvPr/>
          </p:nvSpPr>
          <p:spPr bwMode="auto">
            <a:xfrm>
              <a:off x="4869962" y="3321165"/>
              <a:ext cx="18245" cy="48655"/>
            </a:xfrm>
            <a:custGeom>
              <a:avLst/>
              <a:gdLst>
                <a:gd name="T0" fmla="*/ 6 w 10"/>
                <a:gd name="T1" fmla="*/ 0 h 27"/>
                <a:gd name="T2" fmla="*/ 0 w 10"/>
                <a:gd name="T3" fmla="*/ 4 h 27"/>
                <a:gd name="T4" fmla="*/ 1 w 10"/>
                <a:gd name="T5" fmla="*/ 10 h 27"/>
                <a:gd name="T6" fmla="*/ 10 w 10"/>
                <a:gd name="T7" fmla="*/ 27 h 27"/>
                <a:gd name="T8" fmla="*/ 6 w 10"/>
                <a:gd name="T9" fmla="*/ 0 h 27"/>
              </a:gdLst>
              <a:ahLst/>
              <a:cxnLst>
                <a:cxn ang="0">
                  <a:pos x="T0" y="T1"/>
                </a:cxn>
                <a:cxn ang="0">
                  <a:pos x="T2" y="T3"/>
                </a:cxn>
                <a:cxn ang="0">
                  <a:pos x="T4" y="T5"/>
                </a:cxn>
                <a:cxn ang="0">
                  <a:pos x="T6" y="T7"/>
                </a:cxn>
                <a:cxn ang="0">
                  <a:pos x="T8" y="T9"/>
                </a:cxn>
              </a:cxnLst>
              <a:rect l="0" t="0" r="r" b="b"/>
              <a:pathLst>
                <a:path w="10" h="27">
                  <a:moveTo>
                    <a:pt x="6" y="0"/>
                  </a:moveTo>
                  <a:cubicBezTo>
                    <a:pt x="0" y="4"/>
                    <a:pt x="0" y="4"/>
                    <a:pt x="0" y="4"/>
                  </a:cubicBezTo>
                  <a:cubicBezTo>
                    <a:pt x="0" y="6"/>
                    <a:pt x="1" y="8"/>
                    <a:pt x="1" y="10"/>
                  </a:cubicBezTo>
                  <a:cubicBezTo>
                    <a:pt x="4" y="16"/>
                    <a:pt x="7" y="21"/>
                    <a:pt x="10" y="27"/>
                  </a:cubicBezTo>
                  <a:cubicBezTo>
                    <a:pt x="8" y="18"/>
                    <a:pt x="7" y="9"/>
                    <a:pt x="6" y="0"/>
                  </a:cubicBezTo>
                </a:path>
              </a:pathLst>
            </a:custGeom>
            <a:solidFill>
              <a:srgbClr val="F3D3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1" name="Freeform 97">
              <a:extLst>
                <a:ext uri="{FF2B5EF4-FFF2-40B4-BE49-F238E27FC236}">
                  <a16:creationId xmlns:a16="http://schemas.microsoft.com/office/drawing/2014/main" id="{BF8825F5-CCDE-4409-8939-9C989119F708}"/>
                </a:ext>
              </a:extLst>
            </p:cNvPr>
            <p:cNvSpPr>
              <a:spLocks noEditPoints="1"/>
            </p:cNvSpPr>
            <p:nvPr/>
          </p:nvSpPr>
          <p:spPr bwMode="auto">
            <a:xfrm>
              <a:off x="4868745" y="3199528"/>
              <a:ext cx="12164" cy="128936"/>
            </a:xfrm>
            <a:custGeom>
              <a:avLst/>
              <a:gdLst>
                <a:gd name="T0" fmla="*/ 4 w 7"/>
                <a:gd name="T1" fmla="*/ 0 h 71"/>
                <a:gd name="T2" fmla="*/ 4 w 7"/>
                <a:gd name="T3" fmla="*/ 0 h 71"/>
                <a:gd name="T4" fmla="*/ 1 w 7"/>
                <a:gd name="T5" fmla="*/ 71 h 71"/>
                <a:gd name="T6" fmla="*/ 7 w 7"/>
                <a:gd name="T7" fmla="*/ 67 h 71"/>
                <a:gd name="T8" fmla="*/ 4 w 7"/>
                <a:gd name="T9" fmla="*/ 0 h 71"/>
                <a:gd name="T10" fmla="*/ 4 w 7"/>
                <a:gd name="T11" fmla="*/ 0 h 71"/>
                <a:gd name="T12" fmla="*/ 4 w 7"/>
                <a:gd name="T13" fmla="*/ 0 h 71"/>
                <a:gd name="T14" fmla="*/ 4 w 7"/>
                <a:gd name="T15" fmla="*/ 0 h 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71">
                  <a:moveTo>
                    <a:pt x="4" y="0"/>
                  </a:moveTo>
                  <a:cubicBezTo>
                    <a:pt x="4" y="0"/>
                    <a:pt x="4" y="0"/>
                    <a:pt x="4" y="0"/>
                  </a:cubicBezTo>
                  <a:cubicBezTo>
                    <a:pt x="0" y="21"/>
                    <a:pt x="0" y="47"/>
                    <a:pt x="1" y="71"/>
                  </a:cubicBezTo>
                  <a:cubicBezTo>
                    <a:pt x="7" y="67"/>
                    <a:pt x="7" y="67"/>
                    <a:pt x="7" y="67"/>
                  </a:cubicBezTo>
                  <a:cubicBezTo>
                    <a:pt x="4" y="33"/>
                    <a:pt x="4" y="0"/>
                    <a:pt x="4" y="0"/>
                  </a:cubicBezTo>
                  <a:moveTo>
                    <a:pt x="4" y="0"/>
                  </a:moveTo>
                  <a:cubicBezTo>
                    <a:pt x="4" y="0"/>
                    <a:pt x="4" y="0"/>
                    <a:pt x="4" y="0"/>
                  </a:cubicBezTo>
                  <a:cubicBezTo>
                    <a:pt x="4" y="0"/>
                    <a:pt x="4" y="0"/>
                    <a:pt x="4" y="0"/>
                  </a:cubicBezTo>
                </a:path>
              </a:pathLst>
            </a:custGeom>
            <a:solidFill>
              <a:srgbClr val="EBEB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2" name="Freeform 98">
              <a:extLst>
                <a:ext uri="{FF2B5EF4-FFF2-40B4-BE49-F238E27FC236}">
                  <a16:creationId xmlns:a16="http://schemas.microsoft.com/office/drawing/2014/main" id="{7E354F9D-D48A-4F6C-B419-D16944AD1163}"/>
                </a:ext>
              </a:extLst>
            </p:cNvPr>
            <p:cNvSpPr>
              <a:spLocks/>
            </p:cNvSpPr>
            <p:nvPr/>
          </p:nvSpPr>
          <p:spPr bwMode="auto">
            <a:xfrm>
              <a:off x="4334758" y="3099785"/>
              <a:ext cx="546150" cy="495063"/>
            </a:xfrm>
            <a:custGeom>
              <a:avLst/>
              <a:gdLst>
                <a:gd name="T0" fmla="*/ 9 w 301"/>
                <a:gd name="T1" fmla="*/ 0 h 273"/>
                <a:gd name="T2" fmla="*/ 298 w 301"/>
                <a:gd name="T3" fmla="*/ 55 h 273"/>
                <a:gd name="T4" fmla="*/ 301 w 301"/>
                <a:gd name="T5" fmla="*/ 191 h 273"/>
                <a:gd name="T6" fmla="*/ 48 w 301"/>
                <a:gd name="T7" fmla="*/ 263 h 273"/>
                <a:gd name="T8" fmla="*/ 9 w 301"/>
                <a:gd name="T9" fmla="*/ 0 h 273"/>
              </a:gdLst>
              <a:ahLst/>
              <a:cxnLst>
                <a:cxn ang="0">
                  <a:pos x="T0" y="T1"/>
                </a:cxn>
                <a:cxn ang="0">
                  <a:pos x="T2" y="T3"/>
                </a:cxn>
                <a:cxn ang="0">
                  <a:pos x="T4" y="T5"/>
                </a:cxn>
                <a:cxn ang="0">
                  <a:pos x="T6" y="T7"/>
                </a:cxn>
                <a:cxn ang="0">
                  <a:pos x="T8" y="T9"/>
                </a:cxn>
              </a:cxnLst>
              <a:rect l="0" t="0" r="r" b="b"/>
              <a:pathLst>
                <a:path w="301" h="273">
                  <a:moveTo>
                    <a:pt x="9" y="0"/>
                  </a:moveTo>
                  <a:cubicBezTo>
                    <a:pt x="298" y="55"/>
                    <a:pt x="298" y="55"/>
                    <a:pt x="298" y="55"/>
                  </a:cubicBezTo>
                  <a:cubicBezTo>
                    <a:pt x="289" y="101"/>
                    <a:pt x="300" y="174"/>
                    <a:pt x="301" y="191"/>
                  </a:cubicBezTo>
                  <a:cubicBezTo>
                    <a:pt x="255" y="224"/>
                    <a:pt x="99" y="273"/>
                    <a:pt x="48" y="263"/>
                  </a:cubicBezTo>
                  <a:cubicBezTo>
                    <a:pt x="29" y="210"/>
                    <a:pt x="0" y="164"/>
                    <a:pt x="9" y="0"/>
                  </a:cubicBezTo>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3" name="Freeform 99">
              <a:extLst>
                <a:ext uri="{FF2B5EF4-FFF2-40B4-BE49-F238E27FC236}">
                  <a16:creationId xmlns:a16="http://schemas.microsoft.com/office/drawing/2014/main" id="{DBB072B2-C9C0-4249-B833-136196039CAF}"/>
                </a:ext>
              </a:extLst>
            </p:cNvPr>
            <p:cNvSpPr>
              <a:spLocks/>
            </p:cNvSpPr>
            <p:nvPr/>
          </p:nvSpPr>
          <p:spPr bwMode="auto">
            <a:xfrm>
              <a:off x="4331109" y="3446452"/>
              <a:ext cx="564396" cy="509660"/>
            </a:xfrm>
            <a:custGeom>
              <a:avLst/>
              <a:gdLst>
                <a:gd name="T0" fmla="*/ 303 w 311"/>
                <a:gd name="T1" fmla="*/ 0 h 281"/>
                <a:gd name="T2" fmla="*/ 50 w 311"/>
                <a:gd name="T3" fmla="*/ 72 h 281"/>
                <a:gd name="T4" fmla="*/ 65 w 311"/>
                <a:gd name="T5" fmla="*/ 129 h 281"/>
                <a:gd name="T6" fmla="*/ 0 w 311"/>
                <a:gd name="T7" fmla="*/ 177 h 281"/>
                <a:gd name="T8" fmla="*/ 43 w 311"/>
                <a:gd name="T9" fmla="*/ 238 h 281"/>
                <a:gd name="T10" fmla="*/ 22 w 311"/>
                <a:gd name="T11" fmla="*/ 180 h 281"/>
                <a:gd name="T12" fmla="*/ 91 w 311"/>
                <a:gd name="T13" fmla="*/ 144 h 281"/>
                <a:gd name="T14" fmla="*/ 89 w 311"/>
                <a:gd name="T15" fmla="*/ 85 h 281"/>
                <a:gd name="T16" fmla="*/ 277 w 311"/>
                <a:gd name="T17" fmla="*/ 28 h 281"/>
                <a:gd name="T18" fmla="*/ 279 w 311"/>
                <a:gd name="T19" fmla="*/ 33 h 281"/>
                <a:gd name="T20" fmla="*/ 311 w 311"/>
                <a:gd name="T21" fmla="*/ 31 h 281"/>
                <a:gd name="T22" fmla="*/ 303 w 311"/>
                <a:gd name="T23"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1" h="281">
                  <a:moveTo>
                    <a:pt x="303" y="0"/>
                  </a:moveTo>
                  <a:cubicBezTo>
                    <a:pt x="50" y="72"/>
                    <a:pt x="50" y="72"/>
                    <a:pt x="50" y="72"/>
                  </a:cubicBezTo>
                  <a:cubicBezTo>
                    <a:pt x="65" y="129"/>
                    <a:pt x="65" y="129"/>
                    <a:pt x="65" y="129"/>
                  </a:cubicBezTo>
                  <a:cubicBezTo>
                    <a:pt x="0" y="177"/>
                    <a:pt x="0" y="177"/>
                    <a:pt x="0" y="177"/>
                  </a:cubicBezTo>
                  <a:cubicBezTo>
                    <a:pt x="0" y="177"/>
                    <a:pt x="21" y="281"/>
                    <a:pt x="43" y="238"/>
                  </a:cubicBezTo>
                  <a:cubicBezTo>
                    <a:pt x="66" y="193"/>
                    <a:pt x="22" y="180"/>
                    <a:pt x="22" y="180"/>
                  </a:cubicBezTo>
                  <a:cubicBezTo>
                    <a:pt x="91" y="144"/>
                    <a:pt x="91" y="144"/>
                    <a:pt x="91" y="144"/>
                  </a:cubicBezTo>
                  <a:cubicBezTo>
                    <a:pt x="89" y="85"/>
                    <a:pt x="89" y="85"/>
                    <a:pt x="89" y="85"/>
                  </a:cubicBezTo>
                  <a:cubicBezTo>
                    <a:pt x="89" y="85"/>
                    <a:pt x="183" y="50"/>
                    <a:pt x="277" y="28"/>
                  </a:cubicBezTo>
                  <a:cubicBezTo>
                    <a:pt x="279" y="33"/>
                    <a:pt x="279" y="33"/>
                    <a:pt x="279" y="33"/>
                  </a:cubicBezTo>
                  <a:cubicBezTo>
                    <a:pt x="290" y="32"/>
                    <a:pt x="301" y="31"/>
                    <a:pt x="311" y="31"/>
                  </a:cubicBezTo>
                  <a:lnTo>
                    <a:pt x="303" y="0"/>
                  </a:lnTo>
                  <a:close/>
                </a:path>
              </a:pathLst>
            </a:custGeom>
            <a:solidFill>
              <a:srgbClr val="533E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4" name="Freeform 100">
              <a:extLst>
                <a:ext uri="{FF2B5EF4-FFF2-40B4-BE49-F238E27FC236}">
                  <a16:creationId xmlns:a16="http://schemas.microsoft.com/office/drawing/2014/main" id="{A7B8CDB7-B84D-43B7-A6D6-D783E280236E}"/>
                </a:ext>
              </a:extLst>
            </p:cNvPr>
            <p:cNvSpPr>
              <a:spLocks/>
            </p:cNvSpPr>
            <p:nvPr/>
          </p:nvSpPr>
          <p:spPr bwMode="auto">
            <a:xfrm>
              <a:off x="4350572" y="2529308"/>
              <a:ext cx="570477" cy="693332"/>
            </a:xfrm>
            <a:custGeom>
              <a:avLst/>
              <a:gdLst>
                <a:gd name="T0" fmla="*/ 0 w 314"/>
                <a:gd name="T1" fmla="*/ 314 h 382"/>
                <a:gd name="T2" fmla="*/ 247 w 314"/>
                <a:gd name="T3" fmla="*/ 143 h 382"/>
                <a:gd name="T4" fmla="*/ 289 w 314"/>
                <a:gd name="T5" fmla="*/ 369 h 382"/>
                <a:gd name="T6" fmla="*/ 0 w 314"/>
                <a:gd name="T7" fmla="*/ 314 h 382"/>
              </a:gdLst>
              <a:ahLst/>
              <a:cxnLst>
                <a:cxn ang="0">
                  <a:pos x="T0" y="T1"/>
                </a:cxn>
                <a:cxn ang="0">
                  <a:pos x="T2" y="T3"/>
                </a:cxn>
                <a:cxn ang="0">
                  <a:pos x="T4" y="T5"/>
                </a:cxn>
                <a:cxn ang="0">
                  <a:pos x="T6" y="T7"/>
                </a:cxn>
              </a:cxnLst>
              <a:rect l="0" t="0" r="r" b="b"/>
              <a:pathLst>
                <a:path w="314" h="382">
                  <a:moveTo>
                    <a:pt x="0" y="314"/>
                  </a:moveTo>
                  <a:cubicBezTo>
                    <a:pt x="0" y="314"/>
                    <a:pt x="21" y="0"/>
                    <a:pt x="247" y="143"/>
                  </a:cubicBezTo>
                  <a:cubicBezTo>
                    <a:pt x="247" y="143"/>
                    <a:pt x="314" y="212"/>
                    <a:pt x="289" y="369"/>
                  </a:cubicBezTo>
                  <a:cubicBezTo>
                    <a:pt x="91" y="382"/>
                    <a:pt x="0" y="314"/>
                    <a:pt x="0" y="314"/>
                  </a:cubicBezTo>
                  <a:close/>
                </a:path>
              </a:pathLst>
            </a:custGeom>
            <a:solidFill>
              <a:srgbClr val="FDD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5" name="Freeform 101">
              <a:extLst>
                <a:ext uri="{FF2B5EF4-FFF2-40B4-BE49-F238E27FC236}">
                  <a16:creationId xmlns:a16="http://schemas.microsoft.com/office/drawing/2014/main" id="{B9DADA80-312A-4667-830C-FF1425DA4CFA}"/>
                </a:ext>
              </a:extLst>
            </p:cNvPr>
            <p:cNvSpPr>
              <a:spLocks/>
            </p:cNvSpPr>
            <p:nvPr/>
          </p:nvSpPr>
          <p:spPr bwMode="auto">
            <a:xfrm>
              <a:off x="4320162" y="2545121"/>
              <a:ext cx="779694" cy="659273"/>
            </a:xfrm>
            <a:custGeom>
              <a:avLst/>
              <a:gdLst>
                <a:gd name="T0" fmla="*/ 31 w 429"/>
                <a:gd name="T1" fmla="*/ 0 h 363"/>
                <a:gd name="T2" fmla="*/ 247 w 429"/>
                <a:gd name="T3" fmla="*/ 183 h 363"/>
                <a:gd name="T4" fmla="*/ 252 w 429"/>
                <a:gd name="T5" fmla="*/ 255 h 363"/>
                <a:gd name="T6" fmla="*/ 285 w 429"/>
                <a:gd name="T7" fmla="*/ 265 h 363"/>
                <a:gd name="T8" fmla="*/ 255 w 429"/>
                <a:gd name="T9" fmla="*/ 276 h 363"/>
                <a:gd name="T10" fmla="*/ 306 w 429"/>
                <a:gd name="T11" fmla="*/ 360 h 363"/>
                <a:gd name="T12" fmla="*/ 302 w 429"/>
                <a:gd name="T13" fmla="*/ 94 h 363"/>
                <a:gd name="T14" fmla="*/ 214 w 429"/>
                <a:gd name="T15" fmla="*/ 20 h 363"/>
                <a:gd name="T16" fmla="*/ 31 w 429"/>
                <a:gd name="T17" fmla="*/ 0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9" h="363">
                  <a:moveTo>
                    <a:pt x="31" y="0"/>
                  </a:moveTo>
                  <a:cubicBezTo>
                    <a:pt x="31" y="0"/>
                    <a:pt x="0" y="199"/>
                    <a:pt x="247" y="183"/>
                  </a:cubicBezTo>
                  <a:cubicBezTo>
                    <a:pt x="252" y="255"/>
                    <a:pt x="252" y="255"/>
                    <a:pt x="252" y="255"/>
                  </a:cubicBezTo>
                  <a:cubicBezTo>
                    <a:pt x="252" y="255"/>
                    <a:pt x="282" y="236"/>
                    <a:pt x="285" y="265"/>
                  </a:cubicBezTo>
                  <a:cubicBezTo>
                    <a:pt x="288" y="294"/>
                    <a:pt x="255" y="276"/>
                    <a:pt x="255" y="276"/>
                  </a:cubicBezTo>
                  <a:cubicBezTo>
                    <a:pt x="255" y="276"/>
                    <a:pt x="274" y="336"/>
                    <a:pt x="306" y="360"/>
                  </a:cubicBezTo>
                  <a:cubicBezTo>
                    <a:pt x="304" y="363"/>
                    <a:pt x="429" y="74"/>
                    <a:pt x="302" y="94"/>
                  </a:cubicBezTo>
                  <a:cubicBezTo>
                    <a:pt x="302" y="94"/>
                    <a:pt x="292" y="36"/>
                    <a:pt x="214" y="20"/>
                  </a:cubicBezTo>
                  <a:cubicBezTo>
                    <a:pt x="133" y="4"/>
                    <a:pt x="83" y="99"/>
                    <a:pt x="31" y="0"/>
                  </a:cubicBezTo>
                  <a:close/>
                </a:path>
              </a:pathLst>
            </a:custGeom>
            <a:solidFill>
              <a:srgbClr val="533E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6" name="Freeform 102">
              <a:extLst>
                <a:ext uri="{FF2B5EF4-FFF2-40B4-BE49-F238E27FC236}">
                  <a16:creationId xmlns:a16="http://schemas.microsoft.com/office/drawing/2014/main" id="{80619F2F-E257-487F-A869-4572FA447FBE}"/>
                </a:ext>
              </a:extLst>
            </p:cNvPr>
            <p:cNvSpPr>
              <a:spLocks/>
            </p:cNvSpPr>
            <p:nvPr/>
          </p:nvSpPr>
          <p:spPr bwMode="auto">
            <a:xfrm>
              <a:off x="4439366" y="3038967"/>
              <a:ext cx="158128" cy="110690"/>
            </a:xfrm>
            <a:custGeom>
              <a:avLst/>
              <a:gdLst>
                <a:gd name="T0" fmla="*/ 87 w 87"/>
                <a:gd name="T1" fmla="*/ 18 h 61"/>
                <a:gd name="T2" fmla="*/ 8 w 87"/>
                <a:gd name="T3" fmla="*/ 0 h 61"/>
                <a:gd name="T4" fmla="*/ 38 w 87"/>
                <a:gd name="T5" fmla="*/ 51 h 61"/>
                <a:gd name="T6" fmla="*/ 87 w 87"/>
                <a:gd name="T7" fmla="*/ 18 h 61"/>
              </a:gdLst>
              <a:ahLst/>
              <a:cxnLst>
                <a:cxn ang="0">
                  <a:pos x="T0" y="T1"/>
                </a:cxn>
                <a:cxn ang="0">
                  <a:pos x="T2" y="T3"/>
                </a:cxn>
                <a:cxn ang="0">
                  <a:pos x="T4" y="T5"/>
                </a:cxn>
                <a:cxn ang="0">
                  <a:pos x="T6" y="T7"/>
                </a:cxn>
              </a:cxnLst>
              <a:rect l="0" t="0" r="r" b="b"/>
              <a:pathLst>
                <a:path w="87" h="61">
                  <a:moveTo>
                    <a:pt x="87" y="18"/>
                  </a:moveTo>
                  <a:cubicBezTo>
                    <a:pt x="87" y="18"/>
                    <a:pt x="53" y="7"/>
                    <a:pt x="8" y="0"/>
                  </a:cubicBezTo>
                  <a:cubicBezTo>
                    <a:pt x="8" y="0"/>
                    <a:pt x="0" y="42"/>
                    <a:pt x="38" y="51"/>
                  </a:cubicBezTo>
                  <a:cubicBezTo>
                    <a:pt x="79" y="61"/>
                    <a:pt x="87" y="18"/>
                    <a:pt x="87" y="18"/>
                  </a:cubicBezTo>
                  <a:close/>
                </a:path>
              </a:pathLst>
            </a:custGeom>
            <a:solidFill>
              <a:srgbClr val="EB7D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7" name="Freeform 103">
              <a:extLst>
                <a:ext uri="{FF2B5EF4-FFF2-40B4-BE49-F238E27FC236}">
                  <a16:creationId xmlns:a16="http://schemas.microsoft.com/office/drawing/2014/main" id="{1EE859D4-6B25-42B9-8B5E-090DE9B7F02B}"/>
                </a:ext>
              </a:extLst>
            </p:cNvPr>
            <p:cNvSpPr>
              <a:spLocks/>
            </p:cNvSpPr>
            <p:nvPr/>
          </p:nvSpPr>
          <p:spPr bwMode="auto">
            <a:xfrm>
              <a:off x="4270291" y="3066944"/>
              <a:ext cx="116772" cy="104608"/>
            </a:xfrm>
            <a:custGeom>
              <a:avLst/>
              <a:gdLst>
                <a:gd name="T0" fmla="*/ 43 w 64"/>
                <a:gd name="T1" fmla="*/ 58 h 58"/>
                <a:gd name="T2" fmla="*/ 64 w 64"/>
                <a:gd name="T3" fmla="*/ 34 h 58"/>
                <a:gd name="T4" fmla="*/ 22 w 64"/>
                <a:gd name="T5" fmla="*/ 0 h 58"/>
                <a:gd name="T6" fmla="*/ 0 w 64"/>
                <a:gd name="T7" fmla="*/ 23 h 58"/>
                <a:gd name="T8" fmla="*/ 43 w 64"/>
                <a:gd name="T9" fmla="*/ 58 h 58"/>
              </a:gdLst>
              <a:ahLst/>
              <a:cxnLst>
                <a:cxn ang="0">
                  <a:pos x="T0" y="T1"/>
                </a:cxn>
                <a:cxn ang="0">
                  <a:pos x="T2" y="T3"/>
                </a:cxn>
                <a:cxn ang="0">
                  <a:pos x="T4" y="T5"/>
                </a:cxn>
                <a:cxn ang="0">
                  <a:pos x="T6" y="T7"/>
                </a:cxn>
                <a:cxn ang="0">
                  <a:pos x="T8" y="T9"/>
                </a:cxn>
              </a:cxnLst>
              <a:rect l="0" t="0" r="r" b="b"/>
              <a:pathLst>
                <a:path w="64" h="58">
                  <a:moveTo>
                    <a:pt x="43" y="58"/>
                  </a:moveTo>
                  <a:cubicBezTo>
                    <a:pt x="64" y="34"/>
                    <a:pt x="64" y="34"/>
                    <a:pt x="64" y="34"/>
                  </a:cubicBezTo>
                  <a:cubicBezTo>
                    <a:pt x="50" y="23"/>
                    <a:pt x="36" y="11"/>
                    <a:pt x="22" y="0"/>
                  </a:cubicBezTo>
                  <a:cubicBezTo>
                    <a:pt x="0" y="23"/>
                    <a:pt x="0" y="23"/>
                    <a:pt x="0" y="23"/>
                  </a:cubicBezTo>
                  <a:cubicBezTo>
                    <a:pt x="14" y="34"/>
                    <a:pt x="28" y="46"/>
                    <a:pt x="43" y="58"/>
                  </a:cubicBez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8" name="Freeform 104">
              <a:extLst>
                <a:ext uri="{FF2B5EF4-FFF2-40B4-BE49-F238E27FC236}">
                  <a16:creationId xmlns:a16="http://schemas.microsoft.com/office/drawing/2014/main" id="{DA086D48-CE42-493A-B70C-9F92A518808A}"/>
                </a:ext>
              </a:extLst>
            </p:cNvPr>
            <p:cNvSpPr>
              <a:spLocks/>
            </p:cNvSpPr>
            <p:nvPr/>
          </p:nvSpPr>
          <p:spPr bwMode="auto">
            <a:xfrm>
              <a:off x="4079320" y="2695950"/>
              <a:ext cx="231110" cy="412350"/>
            </a:xfrm>
            <a:custGeom>
              <a:avLst/>
              <a:gdLst>
                <a:gd name="T0" fmla="*/ 127 w 127"/>
                <a:gd name="T1" fmla="*/ 204 h 227"/>
                <a:gd name="T2" fmla="*/ 56 w 127"/>
                <a:gd name="T3" fmla="*/ 27 h 227"/>
                <a:gd name="T4" fmla="*/ 55 w 127"/>
                <a:gd name="T5" fmla="*/ 8 h 227"/>
                <a:gd name="T6" fmla="*/ 49 w 127"/>
                <a:gd name="T7" fmla="*/ 12 h 227"/>
                <a:gd name="T8" fmla="*/ 47 w 127"/>
                <a:gd name="T9" fmla="*/ 6 h 227"/>
                <a:gd name="T10" fmla="*/ 40 w 127"/>
                <a:gd name="T11" fmla="*/ 11 h 227"/>
                <a:gd name="T12" fmla="*/ 40 w 127"/>
                <a:gd name="T13" fmla="*/ 11 h 227"/>
                <a:gd name="T14" fmla="*/ 40 w 127"/>
                <a:gd name="T15" fmla="*/ 11 h 227"/>
                <a:gd name="T16" fmla="*/ 37 w 127"/>
                <a:gd name="T17" fmla="*/ 4 h 227"/>
                <a:gd name="T18" fmla="*/ 31 w 127"/>
                <a:gd name="T19" fmla="*/ 8 h 227"/>
                <a:gd name="T20" fmla="*/ 28 w 127"/>
                <a:gd name="T21" fmla="*/ 3 h 227"/>
                <a:gd name="T22" fmla="*/ 19 w 127"/>
                <a:gd name="T23" fmla="*/ 18 h 227"/>
                <a:gd name="T24" fmla="*/ 105 w 127"/>
                <a:gd name="T25" fmla="*/ 227 h 227"/>
                <a:gd name="T26" fmla="*/ 127 w 127"/>
                <a:gd name="T27" fmla="*/ 204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7" h="227">
                  <a:moveTo>
                    <a:pt x="127" y="204"/>
                  </a:moveTo>
                  <a:cubicBezTo>
                    <a:pt x="34" y="124"/>
                    <a:pt x="55" y="32"/>
                    <a:pt x="56" y="27"/>
                  </a:cubicBezTo>
                  <a:cubicBezTo>
                    <a:pt x="58" y="21"/>
                    <a:pt x="61" y="9"/>
                    <a:pt x="55" y="8"/>
                  </a:cubicBezTo>
                  <a:cubicBezTo>
                    <a:pt x="52" y="8"/>
                    <a:pt x="51" y="9"/>
                    <a:pt x="49" y="12"/>
                  </a:cubicBezTo>
                  <a:cubicBezTo>
                    <a:pt x="49" y="10"/>
                    <a:pt x="49" y="7"/>
                    <a:pt x="47" y="6"/>
                  </a:cubicBezTo>
                  <a:cubicBezTo>
                    <a:pt x="45" y="5"/>
                    <a:pt x="41" y="8"/>
                    <a:pt x="40" y="11"/>
                  </a:cubicBezTo>
                  <a:cubicBezTo>
                    <a:pt x="40" y="11"/>
                    <a:pt x="40" y="11"/>
                    <a:pt x="40" y="11"/>
                  </a:cubicBezTo>
                  <a:cubicBezTo>
                    <a:pt x="40" y="11"/>
                    <a:pt x="40" y="11"/>
                    <a:pt x="40" y="11"/>
                  </a:cubicBezTo>
                  <a:cubicBezTo>
                    <a:pt x="41" y="8"/>
                    <a:pt x="39" y="5"/>
                    <a:pt x="37" y="4"/>
                  </a:cubicBezTo>
                  <a:cubicBezTo>
                    <a:pt x="35" y="3"/>
                    <a:pt x="32" y="6"/>
                    <a:pt x="31" y="8"/>
                  </a:cubicBezTo>
                  <a:cubicBezTo>
                    <a:pt x="31" y="6"/>
                    <a:pt x="31" y="4"/>
                    <a:pt x="28" y="3"/>
                  </a:cubicBezTo>
                  <a:cubicBezTo>
                    <a:pt x="23" y="0"/>
                    <a:pt x="21" y="11"/>
                    <a:pt x="19" y="18"/>
                  </a:cubicBezTo>
                  <a:cubicBezTo>
                    <a:pt x="18" y="23"/>
                    <a:pt x="0" y="140"/>
                    <a:pt x="105" y="227"/>
                  </a:cubicBezTo>
                  <a:lnTo>
                    <a:pt x="127" y="204"/>
                  </a:lnTo>
                  <a:close/>
                </a:path>
              </a:pathLst>
            </a:custGeom>
            <a:solidFill>
              <a:srgbClr val="FDD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9" name="Freeform 105">
              <a:extLst>
                <a:ext uri="{FF2B5EF4-FFF2-40B4-BE49-F238E27FC236}">
                  <a16:creationId xmlns:a16="http://schemas.microsoft.com/office/drawing/2014/main" id="{83D5B8D4-4B4E-484D-912E-10784A88E641}"/>
                </a:ext>
              </a:extLst>
            </p:cNvPr>
            <p:cNvSpPr>
              <a:spLocks/>
            </p:cNvSpPr>
            <p:nvPr/>
          </p:nvSpPr>
          <p:spPr bwMode="auto">
            <a:xfrm>
              <a:off x="4626688" y="2952605"/>
              <a:ext cx="47438" cy="82713"/>
            </a:xfrm>
            <a:custGeom>
              <a:avLst/>
              <a:gdLst>
                <a:gd name="T0" fmla="*/ 3 w 26"/>
                <a:gd name="T1" fmla="*/ 20 h 46"/>
                <a:gd name="T2" fmla="*/ 7 w 26"/>
                <a:gd name="T3" fmla="*/ 44 h 46"/>
                <a:gd name="T4" fmla="*/ 23 w 26"/>
                <a:gd name="T5" fmla="*/ 26 h 46"/>
                <a:gd name="T6" fmla="*/ 19 w 26"/>
                <a:gd name="T7" fmla="*/ 2 h 46"/>
                <a:gd name="T8" fmla="*/ 3 w 26"/>
                <a:gd name="T9" fmla="*/ 20 h 46"/>
              </a:gdLst>
              <a:ahLst/>
              <a:cxnLst>
                <a:cxn ang="0">
                  <a:pos x="T0" y="T1"/>
                </a:cxn>
                <a:cxn ang="0">
                  <a:pos x="T2" y="T3"/>
                </a:cxn>
                <a:cxn ang="0">
                  <a:pos x="T4" y="T5"/>
                </a:cxn>
                <a:cxn ang="0">
                  <a:pos x="T6" y="T7"/>
                </a:cxn>
                <a:cxn ang="0">
                  <a:pos x="T8" y="T9"/>
                </a:cxn>
              </a:cxnLst>
              <a:rect l="0" t="0" r="r" b="b"/>
              <a:pathLst>
                <a:path w="26" h="46">
                  <a:moveTo>
                    <a:pt x="3" y="20"/>
                  </a:moveTo>
                  <a:cubicBezTo>
                    <a:pt x="0" y="32"/>
                    <a:pt x="2" y="43"/>
                    <a:pt x="7" y="44"/>
                  </a:cubicBezTo>
                  <a:cubicBezTo>
                    <a:pt x="13" y="46"/>
                    <a:pt x="20" y="37"/>
                    <a:pt x="23" y="26"/>
                  </a:cubicBezTo>
                  <a:cubicBezTo>
                    <a:pt x="26" y="14"/>
                    <a:pt x="24" y="3"/>
                    <a:pt x="19" y="2"/>
                  </a:cubicBezTo>
                  <a:cubicBezTo>
                    <a:pt x="14" y="0"/>
                    <a:pt x="7" y="9"/>
                    <a:pt x="3" y="20"/>
                  </a:cubicBezTo>
                  <a:close/>
                </a:path>
              </a:pathLst>
            </a:custGeom>
            <a:solidFill>
              <a:srgbClr val="533E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0" name="Freeform 106">
              <a:extLst>
                <a:ext uri="{FF2B5EF4-FFF2-40B4-BE49-F238E27FC236}">
                  <a16:creationId xmlns:a16="http://schemas.microsoft.com/office/drawing/2014/main" id="{28D1535A-944D-46FB-B867-07DC1283D298}"/>
                </a:ext>
              </a:extLst>
            </p:cNvPr>
            <p:cNvSpPr>
              <a:spLocks/>
            </p:cNvSpPr>
            <p:nvPr/>
          </p:nvSpPr>
          <p:spPr bwMode="auto">
            <a:xfrm>
              <a:off x="4421121" y="2895435"/>
              <a:ext cx="46222" cy="81498"/>
            </a:xfrm>
            <a:custGeom>
              <a:avLst/>
              <a:gdLst>
                <a:gd name="T0" fmla="*/ 3 w 25"/>
                <a:gd name="T1" fmla="*/ 20 h 45"/>
                <a:gd name="T2" fmla="*/ 7 w 25"/>
                <a:gd name="T3" fmla="*/ 44 h 45"/>
                <a:gd name="T4" fmla="*/ 22 w 25"/>
                <a:gd name="T5" fmla="*/ 25 h 45"/>
                <a:gd name="T6" fmla="*/ 18 w 25"/>
                <a:gd name="T7" fmla="*/ 2 h 45"/>
                <a:gd name="T8" fmla="*/ 3 w 25"/>
                <a:gd name="T9" fmla="*/ 20 h 45"/>
              </a:gdLst>
              <a:ahLst/>
              <a:cxnLst>
                <a:cxn ang="0">
                  <a:pos x="T0" y="T1"/>
                </a:cxn>
                <a:cxn ang="0">
                  <a:pos x="T2" y="T3"/>
                </a:cxn>
                <a:cxn ang="0">
                  <a:pos x="T4" y="T5"/>
                </a:cxn>
                <a:cxn ang="0">
                  <a:pos x="T6" y="T7"/>
                </a:cxn>
                <a:cxn ang="0">
                  <a:pos x="T8" y="T9"/>
                </a:cxn>
              </a:cxnLst>
              <a:rect l="0" t="0" r="r" b="b"/>
              <a:pathLst>
                <a:path w="25" h="45">
                  <a:moveTo>
                    <a:pt x="3" y="20"/>
                  </a:moveTo>
                  <a:cubicBezTo>
                    <a:pt x="0" y="32"/>
                    <a:pt x="1" y="42"/>
                    <a:pt x="7" y="44"/>
                  </a:cubicBezTo>
                  <a:cubicBezTo>
                    <a:pt x="12" y="45"/>
                    <a:pt x="19" y="37"/>
                    <a:pt x="22" y="25"/>
                  </a:cubicBezTo>
                  <a:cubicBezTo>
                    <a:pt x="25" y="14"/>
                    <a:pt x="24" y="3"/>
                    <a:pt x="18" y="2"/>
                  </a:cubicBezTo>
                  <a:cubicBezTo>
                    <a:pt x="13" y="0"/>
                    <a:pt x="6" y="8"/>
                    <a:pt x="3" y="20"/>
                  </a:cubicBezTo>
                  <a:close/>
                </a:path>
              </a:pathLst>
            </a:custGeom>
            <a:solidFill>
              <a:srgbClr val="533E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1" name="Freeform 107">
              <a:extLst>
                <a:ext uri="{FF2B5EF4-FFF2-40B4-BE49-F238E27FC236}">
                  <a16:creationId xmlns:a16="http://schemas.microsoft.com/office/drawing/2014/main" id="{C59ED274-41DD-41B5-A724-07FB4FC724DB}"/>
                </a:ext>
              </a:extLst>
            </p:cNvPr>
            <p:cNvSpPr>
              <a:spLocks/>
            </p:cNvSpPr>
            <p:nvPr/>
          </p:nvSpPr>
          <p:spPr bwMode="auto">
            <a:xfrm>
              <a:off x="4463694" y="3229937"/>
              <a:ext cx="323555" cy="183672"/>
            </a:xfrm>
            <a:custGeom>
              <a:avLst/>
              <a:gdLst>
                <a:gd name="T0" fmla="*/ 147 w 178"/>
                <a:gd name="T1" fmla="*/ 0 h 101"/>
                <a:gd name="T2" fmla="*/ 139 w 178"/>
                <a:gd name="T3" fmla="*/ 9 h 101"/>
                <a:gd name="T4" fmla="*/ 148 w 178"/>
                <a:gd name="T5" fmla="*/ 26 h 101"/>
                <a:gd name="T6" fmla="*/ 94 w 178"/>
                <a:gd name="T7" fmla="*/ 57 h 101"/>
                <a:gd name="T8" fmla="*/ 37 w 178"/>
                <a:gd name="T9" fmla="*/ 42 h 101"/>
                <a:gd name="T10" fmla="*/ 0 w 178"/>
                <a:gd name="T11" fmla="*/ 59 h 101"/>
                <a:gd name="T12" fmla="*/ 21 w 178"/>
                <a:gd name="T13" fmla="*/ 97 h 101"/>
                <a:gd name="T14" fmla="*/ 58 w 178"/>
                <a:gd name="T15" fmla="*/ 101 h 101"/>
                <a:gd name="T16" fmla="*/ 167 w 178"/>
                <a:gd name="T17" fmla="*/ 28 h 101"/>
                <a:gd name="T18" fmla="*/ 178 w 178"/>
                <a:gd name="T19" fmla="*/ 14 h 101"/>
                <a:gd name="T20" fmla="*/ 174 w 178"/>
                <a:gd name="T21" fmla="*/ 1 h 101"/>
                <a:gd name="T22" fmla="*/ 147 w 178"/>
                <a:gd name="T23"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8" h="101">
                  <a:moveTo>
                    <a:pt x="147" y="0"/>
                  </a:moveTo>
                  <a:cubicBezTo>
                    <a:pt x="139" y="9"/>
                    <a:pt x="139" y="9"/>
                    <a:pt x="139" y="9"/>
                  </a:cubicBezTo>
                  <a:cubicBezTo>
                    <a:pt x="148" y="26"/>
                    <a:pt x="148" y="26"/>
                    <a:pt x="148" y="26"/>
                  </a:cubicBezTo>
                  <a:cubicBezTo>
                    <a:pt x="148" y="26"/>
                    <a:pt x="136" y="57"/>
                    <a:pt x="94" y="57"/>
                  </a:cubicBezTo>
                  <a:cubicBezTo>
                    <a:pt x="79" y="57"/>
                    <a:pt x="61" y="53"/>
                    <a:pt x="37" y="42"/>
                  </a:cubicBezTo>
                  <a:cubicBezTo>
                    <a:pt x="0" y="59"/>
                    <a:pt x="0" y="59"/>
                    <a:pt x="0" y="59"/>
                  </a:cubicBezTo>
                  <a:cubicBezTo>
                    <a:pt x="21" y="97"/>
                    <a:pt x="21" y="97"/>
                    <a:pt x="21" y="97"/>
                  </a:cubicBezTo>
                  <a:cubicBezTo>
                    <a:pt x="34" y="100"/>
                    <a:pt x="47" y="101"/>
                    <a:pt x="58" y="101"/>
                  </a:cubicBezTo>
                  <a:cubicBezTo>
                    <a:pt x="143" y="101"/>
                    <a:pt x="167" y="28"/>
                    <a:pt x="167" y="28"/>
                  </a:cubicBezTo>
                  <a:cubicBezTo>
                    <a:pt x="178" y="14"/>
                    <a:pt x="178" y="14"/>
                    <a:pt x="178" y="14"/>
                  </a:cubicBezTo>
                  <a:cubicBezTo>
                    <a:pt x="174" y="1"/>
                    <a:pt x="174" y="1"/>
                    <a:pt x="174" y="1"/>
                  </a:cubicBezTo>
                  <a:cubicBezTo>
                    <a:pt x="147" y="0"/>
                    <a:pt x="147" y="0"/>
                    <a:pt x="147" y="0"/>
                  </a:cubicBez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2" name="Freeform 108">
              <a:extLst>
                <a:ext uri="{FF2B5EF4-FFF2-40B4-BE49-F238E27FC236}">
                  <a16:creationId xmlns:a16="http://schemas.microsoft.com/office/drawing/2014/main" id="{74A9B605-7F2F-41B9-84AB-C43D190B9AEC}"/>
                </a:ext>
              </a:extLst>
            </p:cNvPr>
            <p:cNvSpPr>
              <a:spLocks/>
            </p:cNvSpPr>
            <p:nvPr/>
          </p:nvSpPr>
          <p:spPr bwMode="auto">
            <a:xfrm>
              <a:off x="4468559" y="3229937"/>
              <a:ext cx="318689" cy="205567"/>
            </a:xfrm>
            <a:custGeom>
              <a:avLst/>
              <a:gdLst>
                <a:gd name="T0" fmla="*/ 171 w 175"/>
                <a:gd name="T1" fmla="*/ 1 h 113"/>
                <a:gd name="T2" fmla="*/ 175 w 175"/>
                <a:gd name="T3" fmla="*/ 14 h 113"/>
                <a:gd name="T4" fmla="*/ 164 w 175"/>
                <a:gd name="T5" fmla="*/ 28 h 113"/>
                <a:gd name="T6" fmla="*/ 21 w 175"/>
                <a:gd name="T7" fmla="*/ 89 h 113"/>
                <a:gd name="T8" fmla="*/ 0 w 175"/>
                <a:gd name="T9" fmla="*/ 51 h 113"/>
                <a:gd name="T10" fmla="*/ 37 w 175"/>
                <a:gd name="T11" fmla="*/ 34 h 113"/>
                <a:gd name="T12" fmla="*/ 145 w 175"/>
                <a:gd name="T13" fmla="*/ 26 h 113"/>
                <a:gd name="T14" fmla="*/ 136 w 175"/>
                <a:gd name="T15" fmla="*/ 9 h 113"/>
                <a:gd name="T16" fmla="*/ 144 w 175"/>
                <a:gd name="T17" fmla="*/ 0 h 113"/>
                <a:gd name="T18" fmla="*/ 171 w 175"/>
                <a:gd name="T19" fmla="*/ 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13">
                  <a:moveTo>
                    <a:pt x="171" y="1"/>
                  </a:moveTo>
                  <a:cubicBezTo>
                    <a:pt x="175" y="14"/>
                    <a:pt x="175" y="14"/>
                    <a:pt x="175" y="14"/>
                  </a:cubicBezTo>
                  <a:cubicBezTo>
                    <a:pt x="164" y="28"/>
                    <a:pt x="164" y="28"/>
                    <a:pt x="164" y="28"/>
                  </a:cubicBezTo>
                  <a:cubicBezTo>
                    <a:pt x="164" y="28"/>
                    <a:pt x="137" y="113"/>
                    <a:pt x="21" y="89"/>
                  </a:cubicBezTo>
                  <a:cubicBezTo>
                    <a:pt x="0" y="51"/>
                    <a:pt x="0" y="51"/>
                    <a:pt x="0" y="51"/>
                  </a:cubicBezTo>
                  <a:cubicBezTo>
                    <a:pt x="37" y="34"/>
                    <a:pt x="37" y="34"/>
                    <a:pt x="37" y="34"/>
                  </a:cubicBezTo>
                  <a:cubicBezTo>
                    <a:pt x="126" y="75"/>
                    <a:pt x="145" y="26"/>
                    <a:pt x="145" y="26"/>
                  </a:cubicBezTo>
                  <a:cubicBezTo>
                    <a:pt x="136" y="9"/>
                    <a:pt x="136" y="9"/>
                    <a:pt x="136" y="9"/>
                  </a:cubicBezTo>
                  <a:cubicBezTo>
                    <a:pt x="144" y="0"/>
                    <a:pt x="144" y="0"/>
                    <a:pt x="144" y="0"/>
                  </a:cubicBezTo>
                  <a:lnTo>
                    <a:pt x="171" y="1"/>
                  </a:lnTo>
                  <a:close/>
                </a:path>
              </a:pathLst>
            </a:custGeom>
            <a:solidFill>
              <a:srgbClr val="533E2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103" name="Rectangle 102">
            <a:extLst>
              <a:ext uri="{FF2B5EF4-FFF2-40B4-BE49-F238E27FC236}">
                <a16:creationId xmlns:a16="http://schemas.microsoft.com/office/drawing/2014/main" id="{1F105C14-E277-4039-AD5F-4BFB250A982F}"/>
              </a:ext>
            </a:extLst>
          </p:cNvPr>
          <p:cNvSpPr/>
          <p:nvPr/>
        </p:nvSpPr>
        <p:spPr>
          <a:xfrm>
            <a:off x="1355457" y="2908220"/>
            <a:ext cx="4285728" cy="1168140"/>
          </a:xfrm>
          <a:prstGeom prst="rect">
            <a:avLst/>
          </a:prstGeom>
        </p:spPr>
        <p:txBody>
          <a:bodyPr wrap="square">
            <a:spAutoFit/>
          </a:bodyPr>
          <a:lstStyle/>
          <a:p>
            <a:pPr>
              <a:lnSpc>
                <a:spcPts val="1651"/>
              </a:lnSpc>
              <a:spcAft>
                <a:spcPts val="1500"/>
              </a:spcAft>
            </a:pP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Lorem</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ipsum</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dolor sit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amet</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consectetur</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adipiscing</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elit</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Nam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viverra</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euismod</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odio</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gravida</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pellentesque</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urna</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varius</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vitae.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Sed</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dui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lorem</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adipiscing</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in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adipiscing</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et,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interdum</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nec</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metus</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Mauris</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ultricies</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justo</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eu</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convallis</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placerat</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p>
        </p:txBody>
      </p:sp>
      <p:sp>
        <p:nvSpPr>
          <p:cNvPr id="104" name="Freeform 29">
            <a:extLst>
              <a:ext uri="{FF2B5EF4-FFF2-40B4-BE49-F238E27FC236}">
                <a16:creationId xmlns:a16="http://schemas.microsoft.com/office/drawing/2014/main" id="{7BCE5196-A5E5-4CA6-996C-3BEBCC2AA7C2}"/>
              </a:ext>
            </a:extLst>
          </p:cNvPr>
          <p:cNvSpPr>
            <a:spLocks noEditPoints="1"/>
          </p:cNvSpPr>
          <p:nvPr/>
        </p:nvSpPr>
        <p:spPr bwMode="auto">
          <a:xfrm>
            <a:off x="2571427" y="4451817"/>
            <a:ext cx="481012" cy="481013"/>
          </a:xfrm>
          <a:custGeom>
            <a:avLst/>
            <a:gdLst>
              <a:gd name="T0" fmla="*/ 114 w 128"/>
              <a:gd name="T1" fmla="*/ 29 h 128"/>
              <a:gd name="T2" fmla="*/ 112 w 128"/>
              <a:gd name="T3" fmla="*/ 8 h 128"/>
              <a:gd name="T4" fmla="*/ 24 w 128"/>
              <a:gd name="T5" fmla="*/ 0 h 128"/>
              <a:gd name="T6" fmla="*/ 16 w 128"/>
              <a:gd name="T7" fmla="*/ 27 h 128"/>
              <a:gd name="T8" fmla="*/ 2 w 128"/>
              <a:gd name="T9" fmla="*/ 45 h 128"/>
              <a:gd name="T10" fmla="*/ 0 w 128"/>
              <a:gd name="T11" fmla="*/ 56 h 128"/>
              <a:gd name="T12" fmla="*/ 12 w 128"/>
              <a:gd name="T13" fmla="*/ 68 h 128"/>
              <a:gd name="T14" fmla="*/ 20 w 128"/>
              <a:gd name="T15" fmla="*/ 128 h 128"/>
              <a:gd name="T16" fmla="*/ 116 w 128"/>
              <a:gd name="T17" fmla="*/ 120 h 128"/>
              <a:gd name="T18" fmla="*/ 116 w 128"/>
              <a:gd name="T19" fmla="*/ 68 h 128"/>
              <a:gd name="T20" fmla="*/ 128 w 128"/>
              <a:gd name="T21" fmla="*/ 52 h 128"/>
              <a:gd name="T22" fmla="*/ 104 w 128"/>
              <a:gd name="T23" fmla="*/ 8 h 128"/>
              <a:gd name="T24" fmla="*/ 24 w 128"/>
              <a:gd name="T25" fmla="*/ 24 h 128"/>
              <a:gd name="T26" fmla="*/ 24 w 128"/>
              <a:gd name="T27" fmla="*/ 8 h 128"/>
              <a:gd name="T28" fmla="*/ 41 w 128"/>
              <a:gd name="T29" fmla="*/ 60 h 128"/>
              <a:gd name="T30" fmla="*/ 40 w 128"/>
              <a:gd name="T31" fmla="*/ 32 h 128"/>
              <a:gd name="T32" fmla="*/ 41 w 128"/>
              <a:gd name="T33" fmla="*/ 60 h 128"/>
              <a:gd name="T34" fmla="*/ 62 w 128"/>
              <a:gd name="T35" fmla="*/ 32 h 128"/>
              <a:gd name="T36" fmla="*/ 45 w 128"/>
              <a:gd name="T37" fmla="*/ 60 h 128"/>
              <a:gd name="T38" fmla="*/ 66 w 128"/>
              <a:gd name="T39" fmla="*/ 32 h 128"/>
              <a:gd name="T40" fmla="*/ 83 w 128"/>
              <a:gd name="T41" fmla="*/ 60 h 128"/>
              <a:gd name="T42" fmla="*/ 66 w 128"/>
              <a:gd name="T43" fmla="*/ 32 h 128"/>
              <a:gd name="T44" fmla="*/ 88 w 128"/>
              <a:gd name="T45" fmla="*/ 32 h 128"/>
              <a:gd name="T46" fmla="*/ 87 w 128"/>
              <a:gd name="T47" fmla="*/ 60 h 128"/>
              <a:gd name="T48" fmla="*/ 8 w 128"/>
              <a:gd name="T49" fmla="*/ 56 h 128"/>
              <a:gd name="T50" fmla="*/ 9 w 128"/>
              <a:gd name="T51" fmla="*/ 50 h 128"/>
              <a:gd name="T52" fmla="*/ 24 w 128"/>
              <a:gd name="T53" fmla="*/ 32 h 128"/>
              <a:gd name="T54" fmla="*/ 19 w 128"/>
              <a:gd name="T55" fmla="*/ 60 h 128"/>
              <a:gd name="T56" fmla="*/ 8 w 128"/>
              <a:gd name="T57" fmla="*/ 56 h 128"/>
              <a:gd name="T58" fmla="*/ 50 w 128"/>
              <a:gd name="T59" fmla="*/ 120 h 128"/>
              <a:gd name="T60" fmla="*/ 80 w 128"/>
              <a:gd name="T61" fmla="*/ 80 h 128"/>
              <a:gd name="T62" fmla="*/ 108 w 128"/>
              <a:gd name="T63" fmla="*/ 120 h 128"/>
              <a:gd name="T64" fmla="*/ 84 w 128"/>
              <a:gd name="T65" fmla="*/ 80 h 128"/>
              <a:gd name="T66" fmla="*/ 50 w 128"/>
              <a:gd name="T67" fmla="*/ 76 h 128"/>
              <a:gd name="T68" fmla="*/ 46 w 128"/>
              <a:gd name="T69" fmla="*/ 120 h 128"/>
              <a:gd name="T70" fmla="*/ 20 w 128"/>
              <a:gd name="T71" fmla="*/ 68 h 128"/>
              <a:gd name="T72" fmla="*/ 108 w 128"/>
              <a:gd name="T73" fmla="*/ 120 h 128"/>
              <a:gd name="T74" fmla="*/ 116 w 128"/>
              <a:gd name="T75" fmla="*/ 60 h 128"/>
              <a:gd name="T76" fmla="*/ 93 w 128"/>
              <a:gd name="T77" fmla="*/ 32 h 128"/>
              <a:gd name="T78" fmla="*/ 104 w 128"/>
              <a:gd name="T79" fmla="*/ 32 h 128"/>
              <a:gd name="T80" fmla="*/ 119 w 128"/>
              <a:gd name="T81" fmla="*/ 50 h 128"/>
              <a:gd name="T82" fmla="*/ 120 w 128"/>
              <a:gd name="T83" fmla="*/ 5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28" h="128">
                <a:moveTo>
                  <a:pt x="126" y="45"/>
                </a:moveTo>
                <a:cubicBezTo>
                  <a:pt x="114" y="29"/>
                  <a:pt x="114" y="29"/>
                  <a:pt x="114" y="29"/>
                </a:cubicBezTo>
                <a:cubicBezTo>
                  <a:pt x="113" y="28"/>
                  <a:pt x="113" y="28"/>
                  <a:pt x="112" y="27"/>
                </a:cubicBezTo>
                <a:cubicBezTo>
                  <a:pt x="112" y="8"/>
                  <a:pt x="112" y="8"/>
                  <a:pt x="112" y="8"/>
                </a:cubicBezTo>
                <a:cubicBezTo>
                  <a:pt x="112" y="4"/>
                  <a:pt x="108" y="0"/>
                  <a:pt x="104" y="0"/>
                </a:cubicBezTo>
                <a:cubicBezTo>
                  <a:pt x="24" y="0"/>
                  <a:pt x="24" y="0"/>
                  <a:pt x="24" y="0"/>
                </a:cubicBezTo>
                <a:cubicBezTo>
                  <a:pt x="20" y="0"/>
                  <a:pt x="16" y="4"/>
                  <a:pt x="16" y="8"/>
                </a:cubicBezTo>
                <a:cubicBezTo>
                  <a:pt x="16" y="27"/>
                  <a:pt x="16" y="27"/>
                  <a:pt x="16" y="27"/>
                </a:cubicBezTo>
                <a:cubicBezTo>
                  <a:pt x="15" y="28"/>
                  <a:pt x="15" y="28"/>
                  <a:pt x="14" y="29"/>
                </a:cubicBezTo>
                <a:cubicBezTo>
                  <a:pt x="2" y="45"/>
                  <a:pt x="2" y="45"/>
                  <a:pt x="2" y="45"/>
                </a:cubicBezTo>
                <a:cubicBezTo>
                  <a:pt x="1" y="47"/>
                  <a:pt x="0" y="49"/>
                  <a:pt x="0" y="52"/>
                </a:cubicBezTo>
                <a:cubicBezTo>
                  <a:pt x="0" y="56"/>
                  <a:pt x="0" y="56"/>
                  <a:pt x="0" y="56"/>
                </a:cubicBezTo>
                <a:cubicBezTo>
                  <a:pt x="0" y="63"/>
                  <a:pt x="5" y="68"/>
                  <a:pt x="12" y="68"/>
                </a:cubicBezTo>
                <a:cubicBezTo>
                  <a:pt x="12" y="68"/>
                  <a:pt x="12" y="68"/>
                  <a:pt x="12" y="68"/>
                </a:cubicBezTo>
                <a:cubicBezTo>
                  <a:pt x="12" y="120"/>
                  <a:pt x="12" y="120"/>
                  <a:pt x="12" y="120"/>
                </a:cubicBezTo>
                <a:cubicBezTo>
                  <a:pt x="12" y="124"/>
                  <a:pt x="16" y="128"/>
                  <a:pt x="20" y="128"/>
                </a:cubicBezTo>
                <a:cubicBezTo>
                  <a:pt x="108" y="128"/>
                  <a:pt x="108" y="128"/>
                  <a:pt x="108" y="128"/>
                </a:cubicBezTo>
                <a:cubicBezTo>
                  <a:pt x="112" y="128"/>
                  <a:pt x="116" y="124"/>
                  <a:pt x="116" y="120"/>
                </a:cubicBezTo>
                <a:cubicBezTo>
                  <a:pt x="116" y="68"/>
                  <a:pt x="116" y="68"/>
                  <a:pt x="116" y="68"/>
                </a:cubicBezTo>
                <a:cubicBezTo>
                  <a:pt x="116" y="68"/>
                  <a:pt x="116" y="68"/>
                  <a:pt x="116" y="68"/>
                </a:cubicBezTo>
                <a:cubicBezTo>
                  <a:pt x="123" y="68"/>
                  <a:pt x="128" y="63"/>
                  <a:pt x="128" y="56"/>
                </a:cubicBezTo>
                <a:cubicBezTo>
                  <a:pt x="128" y="52"/>
                  <a:pt x="128" y="52"/>
                  <a:pt x="128" y="52"/>
                </a:cubicBezTo>
                <a:cubicBezTo>
                  <a:pt x="128" y="49"/>
                  <a:pt x="127" y="47"/>
                  <a:pt x="126" y="45"/>
                </a:cubicBezTo>
                <a:close/>
                <a:moveTo>
                  <a:pt x="104" y="8"/>
                </a:moveTo>
                <a:cubicBezTo>
                  <a:pt x="104" y="24"/>
                  <a:pt x="104" y="24"/>
                  <a:pt x="104" y="24"/>
                </a:cubicBezTo>
                <a:cubicBezTo>
                  <a:pt x="24" y="24"/>
                  <a:pt x="24" y="24"/>
                  <a:pt x="24" y="24"/>
                </a:cubicBezTo>
                <a:cubicBezTo>
                  <a:pt x="24" y="24"/>
                  <a:pt x="24" y="24"/>
                  <a:pt x="24" y="24"/>
                </a:cubicBezTo>
                <a:cubicBezTo>
                  <a:pt x="24" y="8"/>
                  <a:pt x="24" y="8"/>
                  <a:pt x="24" y="8"/>
                </a:cubicBezTo>
                <a:lnTo>
                  <a:pt x="104" y="8"/>
                </a:lnTo>
                <a:close/>
                <a:moveTo>
                  <a:pt x="41" y="60"/>
                </a:moveTo>
                <a:cubicBezTo>
                  <a:pt x="24" y="60"/>
                  <a:pt x="24" y="60"/>
                  <a:pt x="24" y="60"/>
                </a:cubicBezTo>
                <a:cubicBezTo>
                  <a:pt x="40" y="32"/>
                  <a:pt x="40" y="32"/>
                  <a:pt x="40" y="32"/>
                </a:cubicBezTo>
                <a:cubicBezTo>
                  <a:pt x="49" y="32"/>
                  <a:pt x="49" y="32"/>
                  <a:pt x="49" y="32"/>
                </a:cubicBezTo>
                <a:lnTo>
                  <a:pt x="41" y="60"/>
                </a:lnTo>
                <a:close/>
                <a:moveTo>
                  <a:pt x="53" y="32"/>
                </a:moveTo>
                <a:cubicBezTo>
                  <a:pt x="62" y="32"/>
                  <a:pt x="62" y="32"/>
                  <a:pt x="62" y="32"/>
                </a:cubicBezTo>
                <a:cubicBezTo>
                  <a:pt x="62" y="60"/>
                  <a:pt x="62" y="60"/>
                  <a:pt x="62" y="60"/>
                </a:cubicBezTo>
                <a:cubicBezTo>
                  <a:pt x="45" y="60"/>
                  <a:pt x="45" y="60"/>
                  <a:pt x="45" y="60"/>
                </a:cubicBezTo>
                <a:lnTo>
                  <a:pt x="53" y="32"/>
                </a:lnTo>
                <a:close/>
                <a:moveTo>
                  <a:pt x="66" y="32"/>
                </a:moveTo>
                <a:cubicBezTo>
                  <a:pt x="75" y="32"/>
                  <a:pt x="75" y="32"/>
                  <a:pt x="75" y="32"/>
                </a:cubicBezTo>
                <a:cubicBezTo>
                  <a:pt x="83" y="60"/>
                  <a:pt x="83" y="60"/>
                  <a:pt x="83" y="60"/>
                </a:cubicBezTo>
                <a:cubicBezTo>
                  <a:pt x="66" y="60"/>
                  <a:pt x="66" y="60"/>
                  <a:pt x="66" y="60"/>
                </a:cubicBezTo>
                <a:lnTo>
                  <a:pt x="66" y="32"/>
                </a:lnTo>
                <a:close/>
                <a:moveTo>
                  <a:pt x="79" y="32"/>
                </a:moveTo>
                <a:cubicBezTo>
                  <a:pt x="88" y="32"/>
                  <a:pt x="88" y="32"/>
                  <a:pt x="88" y="32"/>
                </a:cubicBezTo>
                <a:cubicBezTo>
                  <a:pt x="104" y="60"/>
                  <a:pt x="104" y="60"/>
                  <a:pt x="104" y="60"/>
                </a:cubicBezTo>
                <a:cubicBezTo>
                  <a:pt x="87" y="60"/>
                  <a:pt x="87" y="60"/>
                  <a:pt x="87" y="60"/>
                </a:cubicBezTo>
                <a:lnTo>
                  <a:pt x="79" y="32"/>
                </a:lnTo>
                <a:close/>
                <a:moveTo>
                  <a:pt x="8" y="56"/>
                </a:moveTo>
                <a:cubicBezTo>
                  <a:pt x="8" y="52"/>
                  <a:pt x="8" y="52"/>
                  <a:pt x="8" y="52"/>
                </a:cubicBezTo>
                <a:cubicBezTo>
                  <a:pt x="8" y="51"/>
                  <a:pt x="8" y="50"/>
                  <a:pt x="9" y="50"/>
                </a:cubicBezTo>
                <a:cubicBezTo>
                  <a:pt x="21" y="34"/>
                  <a:pt x="21" y="34"/>
                  <a:pt x="21" y="34"/>
                </a:cubicBezTo>
                <a:cubicBezTo>
                  <a:pt x="22" y="33"/>
                  <a:pt x="23" y="32"/>
                  <a:pt x="24" y="32"/>
                </a:cubicBezTo>
                <a:cubicBezTo>
                  <a:pt x="35" y="32"/>
                  <a:pt x="35" y="32"/>
                  <a:pt x="35" y="32"/>
                </a:cubicBezTo>
                <a:cubicBezTo>
                  <a:pt x="19" y="60"/>
                  <a:pt x="19" y="60"/>
                  <a:pt x="19" y="60"/>
                </a:cubicBezTo>
                <a:cubicBezTo>
                  <a:pt x="12" y="60"/>
                  <a:pt x="12" y="60"/>
                  <a:pt x="12" y="60"/>
                </a:cubicBezTo>
                <a:cubicBezTo>
                  <a:pt x="10" y="60"/>
                  <a:pt x="8" y="58"/>
                  <a:pt x="8" y="56"/>
                </a:cubicBezTo>
                <a:close/>
                <a:moveTo>
                  <a:pt x="80" y="120"/>
                </a:moveTo>
                <a:cubicBezTo>
                  <a:pt x="50" y="120"/>
                  <a:pt x="50" y="120"/>
                  <a:pt x="50" y="120"/>
                </a:cubicBezTo>
                <a:cubicBezTo>
                  <a:pt x="50" y="80"/>
                  <a:pt x="50" y="80"/>
                  <a:pt x="50" y="80"/>
                </a:cubicBezTo>
                <a:cubicBezTo>
                  <a:pt x="80" y="80"/>
                  <a:pt x="80" y="80"/>
                  <a:pt x="80" y="80"/>
                </a:cubicBezTo>
                <a:lnTo>
                  <a:pt x="80" y="120"/>
                </a:lnTo>
                <a:close/>
                <a:moveTo>
                  <a:pt x="108" y="120"/>
                </a:moveTo>
                <a:cubicBezTo>
                  <a:pt x="84" y="120"/>
                  <a:pt x="84" y="120"/>
                  <a:pt x="84" y="120"/>
                </a:cubicBezTo>
                <a:cubicBezTo>
                  <a:pt x="84" y="80"/>
                  <a:pt x="84" y="80"/>
                  <a:pt x="84" y="80"/>
                </a:cubicBezTo>
                <a:cubicBezTo>
                  <a:pt x="84" y="78"/>
                  <a:pt x="82" y="76"/>
                  <a:pt x="80" y="76"/>
                </a:cubicBezTo>
                <a:cubicBezTo>
                  <a:pt x="50" y="76"/>
                  <a:pt x="50" y="76"/>
                  <a:pt x="50" y="76"/>
                </a:cubicBezTo>
                <a:cubicBezTo>
                  <a:pt x="48" y="76"/>
                  <a:pt x="46" y="78"/>
                  <a:pt x="46" y="80"/>
                </a:cubicBezTo>
                <a:cubicBezTo>
                  <a:pt x="46" y="120"/>
                  <a:pt x="46" y="120"/>
                  <a:pt x="46" y="120"/>
                </a:cubicBezTo>
                <a:cubicBezTo>
                  <a:pt x="20" y="120"/>
                  <a:pt x="20" y="120"/>
                  <a:pt x="20" y="120"/>
                </a:cubicBezTo>
                <a:cubicBezTo>
                  <a:pt x="20" y="68"/>
                  <a:pt x="20" y="68"/>
                  <a:pt x="20" y="68"/>
                </a:cubicBezTo>
                <a:cubicBezTo>
                  <a:pt x="108" y="68"/>
                  <a:pt x="108" y="68"/>
                  <a:pt x="108" y="68"/>
                </a:cubicBezTo>
                <a:lnTo>
                  <a:pt x="108" y="120"/>
                </a:lnTo>
                <a:close/>
                <a:moveTo>
                  <a:pt x="120" y="56"/>
                </a:moveTo>
                <a:cubicBezTo>
                  <a:pt x="120" y="58"/>
                  <a:pt x="118" y="60"/>
                  <a:pt x="116" y="60"/>
                </a:cubicBezTo>
                <a:cubicBezTo>
                  <a:pt x="109" y="60"/>
                  <a:pt x="109" y="60"/>
                  <a:pt x="109" y="60"/>
                </a:cubicBezTo>
                <a:cubicBezTo>
                  <a:pt x="93" y="32"/>
                  <a:pt x="93" y="32"/>
                  <a:pt x="93" y="32"/>
                </a:cubicBezTo>
                <a:cubicBezTo>
                  <a:pt x="104" y="32"/>
                  <a:pt x="104" y="32"/>
                  <a:pt x="104" y="32"/>
                </a:cubicBezTo>
                <a:cubicBezTo>
                  <a:pt x="104" y="32"/>
                  <a:pt x="104" y="32"/>
                  <a:pt x="104" y="32"/>
                </a:cubicBezTo>
                <a:cubicBezTo>
                  <a:pt x="105" y="32"/>
                  <a:pt x="106" y="33"/>
                  <a:pt x="107" y="34"/>
                </a:cubicBezTo>
                <a:cubicBezTo>
                  <a:pt x="119" y="50"/>
                  <a:pt x="119" y="50"/>
                  <a:pt x="119" y="50"/>
                </a:cubicBezTo>
                <a:cubicBezTo>
                  <a:pt x="120" y="50"/>
                  <a:pt x="120" y="51"/>
                  <a:pt x="120" y="52"/>
                </a:cubicBezTo>
                <a:lnTo>
                  <a:pt x="120" y="56"/>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id-ID">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sp>
        <p:nvSpPr>
          <p:cNvPr id="105" name="Freeform 18">
            <a:extLst>
              <a:ext uri="{FF2B5EF4-FFF2-40B4-BE49-F238E27FC236}">
                <a16:creationId xmlns:a16="http://schemas.microsoft.com/office/drawing/2014/main" id="{DFB4413E-B561-4DC7-9D8D-F2E48A344526}"/>
              </a:ext>
            </a:extLst>
          </p:cNvPr>
          <p:cNvSpPr>
            <a:spLocks noEditPoints="1"/>
          </p:cNvSpPr>
          <p:nvPr/>
        </p:nvSpPr>
        <p:spPr bwMode="auto">
          <a:xfrm>
            <a:off x="3644638" y="4445877"/>
            <a:ext cx="496887" cy="466725"/>
          </a:xfrm>
          <a:custGeom>
            <a:avLst/>
            <a:gdLst>
              <a:gd name="T0" fmla="*/ 116 w 132"/>
              <a:gd name="T1" fmla="*/ 48 h 124"/>
              <a:gd name="T2" fmla="*/ 116 w 132"/>
              <a:gd name="T3" fmla="*/ 22 h 124"/>
              <a:gd name="T4" fmla="*/ 104 w 132"/>
              <a:gd name="T5" fmla="*/ 0 h 124"/>
              <a:gd name="T6" fmla="*/ 22 w 132"/>
              <a:gd name="T7" fmla="*/ 0 h 124"/>
              <a:gd name="T8" fmla="*/ 0 w 132"/>
              <a:gd name="T9" fmla="*/ 102 h 124"/>
              <a:gd name="T10" fmla="*/ 94 w 132"/>
              <a:gd name="T11" fmla="*/ 124 h 124"/>
              <a:gd name="T12" fmla="*/ 116 w 132"/>
              <a:gd name="T13" fmla="*/ 96 h 124"/>
              <a:gd name="T14" fmla="*/ 116 w 132"/>
              <a:gd name="T15" fmla="*/ 48 h 124"/>
              <a:gd name="T16" fmla="*/ 88 w 132"/>
              <a:gd name="T17" fmla="*/ 8 h 124"/>
              <a:gd name="T18" fmla="*/ 108 w 132"/>
              <a:gd name="T19" fmla="*/ 12 h 124"/>
              <a:gd name="T20" fmla="*/ 108 w 132"/>
              <a:gd name="T21" fmla="*/ 24 h 124"/>
              <a:gd name="T22" fmla="*/ 104 w 132"/>
              <a:gd name="T23" fmla="*/ 36 h 124"/>
              <a:gd name="T24" fmla="*/ 104 w 132"/>
              <a:gd name="T25" fmla="*/ 32 h 124"/>
              <a:gd name="T26" fmla="*/ 104 w 132"/>
              <a:gd name="T27" fmla="*/ 16 h 124"/>
              <a:gd name="T28" fmla="*/ 16 w 132"/>
              <a:gd name="T29" fmla="*/ 12 h 124"/>
              <a:gd name="T30" fmla="*/ 12 w 132"/>
              <a:gd name="T31" fmla="*/ 24 h 124"/>
              <a:gd name="T32" fmla="*/ 8 w 132"/>
              <a:gd name="T33" fmla="*/ 22 h 124"/>
              <a:gd name="T34" fmla="*/ 100 w 132"/>
              <a:gd name="T35" fmla="*/ 20 h 124"/>
              <a:gd name="T36" fmla="*/ 16 w 132"/>
              <a:gd name="T37" fmla="*/ 16 h 124"/>
              <a:gd name="T38" fmla="*/ 100 w 132"/>
              <a:gd name="T39" fmla="*/ 20 h 124"/>
              <a:gd name="T40" fmla="*/ 100 w 132"/>
              <a:gd name="T41" fmla="*/ 28 h 124"/>
              <a:gd name="T42" fmla="*/ 16 w 132"/>
              <a:gd name="T43" fmla="*/ 24 h 124"/>
              <a:gd name="T44" fmla="*/ 100 w 132"/>
              <a:gd name="T45" fmla="*/ 32 h 124"/>
              <a:gd name="T46" fmla="*/ 88 w 132"/>
              <a:gd name="T47" fmla="*/ 36 h 124"/>
              <a:gd name="T48" fmla="*/ 16 w 132"/>
              <a:gd name="T49" fmla="*/ 35 h 124"/>
              <a:gd name="T50" fmla="*/ 100 w 132"/>
              <a:gd name="T51" fmla="*/ 32 h 124"/>
              <a:gd name="T52" fmla="*/ 94 w 132"/>
              <a:gd name="T53" fmla="*/ 116 h 124"/>
              <a:gd name="T54" fmla="*/ 8 w 132"/>
              <a:gd name="T55" fmla="*/ 102 h 124"/>
              <a:gd name="T56" fmla="*/ 22 w 132"/>
              <a:gd name="T57" fmla="*/ 44 h 124"/>
              <a:gd name="T58" fmla="*/ 104 w 132"/>
              <a:gd name="T59" fmla="*/ 44 h 124"/>
              <a:gd name="T60" fmla="*/ 108 w 132"/>
              <a:gd name="T61" fmla="*/ 56 h 124"/>
              <a:gd name="T62" fmla="*/ 52 w 132"/>
              <a:gd name="T63" fmla="*/ 76 h 124"/>
              <a:gd name="T64" fmla="*/ 108 w 132"/>
              <a:gd name="T65" fmla="*/ 96 h 124"/>
              <a:gd name="T66" fmla="*/ 113 w 132"/>
              <a:gd name="T67" fmla="*/ 88 h 124"/>
              <a:gd name="T68" fmla="*/ 60 w 132"/>
              <a:gd name="T69" fmla="*/ 76 h 124"/>
              <a:gd name="T70" fmla="*/ 108 w 132"/>
              <a:gd name="T71" fmla="*/ 64 h 124"/>
              <a:gd name="T72" fmla="*/ 115 w 132"/>
              <a:gd name="T73" fmla="*/ 59 h 124"/>
              <a:gd name="T74" fmla="*/ 120 w 132"/>
              <a:gd name="T75" fmla="*/ 72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2" h="124">
                <a:moveTo>
                  <a:pt x="116" y="48"/>
                </a:moveTo>
                <a:cubicBezTo>
                  <a:pt x="116" y="48"/>
                  <a:pt x="116" y="48"/>
                  <a:pt x="116" y="48"/>
                </a:cubicBezTo>
                <a:cubicBezTo>
                  <a:pt x="116" y="24"/>
                  <a:pt x="116" y="24"/>
                  <a:pt x="116" y="24"/>
                </a:cubicBezTo>
                <a:cubicBezTo>
                  <a:pt x="116" y="22"/>
                  <a:pt x="116" y="22"/>
                  <a:pt x="116" y="22"/>
                </a:cubicBezTo>
                <a:cubicBezTo>
                  <a:pt x="116" y="12"/>
                  <a:pt x="116" y="12"/>
                  <a:pt x="116" y="12"/>
                </a:cubicBezTo>
                <a:cubicBezTo>
                  <a:pt x="116" y="5"/>
                  <a:pt x="111" y="0"/>
                  <a:pt x="104" y="0"/>
                </a:cubicBezTo>
                <a:cubicBezTo>
                  <a:pt x="88" y="0"/>
                  <a:pt x="88" y="0"/>
                  <a:pt x="88" y="0"/>
                </a:cubicBezTo>
                <a:cubicBezTo>
                  <a:pt x="22" y="0"/>
                  <a:pt x="22" y="0"/>
                  <a:pt x="22" y="0"/>
                </a:cubicBezTo>
                <a:cubicBezTo>
                  <a:pt x="10" y="0"/>
                  <a:pt x="0" y="10"/>
                  <a:pt x="0" y="22"/>
                </a:cubicBezTo>
                <a:cubicBezTo>
                  <a:pt x="0" y="102"/>
                  <a:pt x="0" y="102"/>
                  <a:pt x="0" y="102"/>
                </a:cubicBezTo>
                <a:cubicBezTo>
                  <a:pt x="0" y="114"/>
                  <a:pt x="10" y="124"/>
                  <a:pt x="22" y="124"/>
                </a:cubicBezTo>
                <a:cubicBezTo>
                  <a:pt x="94" y="124"/>
                  <a:pt x="94" y="124"/>
                  <a:pt x="94" y="124"/>
                </a:cubicBezTo>
                <a:cubicBezTo>
                  <a:pt x="106" y="124"/>
                  <a:pt x="116" y="114"/>
                  <a:pt x="116" y="102"/>
                </a:cubicBezTo>
                <a:cubicBezTo>
                  <a:pt x="116" y="96"/>
                  <a:pt x="116" y="96"/>
                  <a:pt x="116" y="96"/>
                </a:cubicBezTo>
                <a:cubicBezTo>
                  <a:pt x="116" y="96"/>
                  <a:pt x="116" y="96"/>
                  <a:pt x="116" y="96"/>
                </a:cubicBezTo>
                <a:cubicBezTo>
                  <a:pt x="132" y="84"/>
                  <a:pt x="132" y="60"/>
                  <a:pt x="116" y="48"/>
                </a:cubicBezTo>
                <a:close/>
                <a:moveTo>
                  <a:pt x="22" y="8"/>
                </a:moveTo>
                <a:cubicBezTo>
                  <a:pt x="88" y="8"/>
                  <a:pt x="88" y="8"/>
                  <a:pt x="88" y="8"/>
                </a:cubicBezTo>
                <a:cubicBezTo>
                  <a:pt x="104" y="8"/>
                  <a:pt x="104" y="8"/>
                  <a:pt x="104" y="8"/>
                </a:cubicBezTo>
                <a:cubicBezTo>
                  <a:pt x="106" y="8"/>
                  <a:pt x="108" y="10"/>
                  <a:pt x="108" y="12"/>
                </a:cubicBezTo>
                <a:cubicBezTo>
                  <a:pt x="108" y="22"/>
                  <a:pt x="108" y="22"/>
                  <a:pt x="108" y="22"/>
                </a:cubicBezTo>
                <a:cubicBezTo>
                  <a:pt x="108" y="24"/>
                  <a:pt x="108" y="24"/>
                  <a:pt x="108" y="24"/>
                </a:cubicBezTo>
                <a:cubicBezTo>
                  <a:pt x="108" y="37"/>
                  <a:pt x="108" y="37"/>
                  <a:pt x="108" y="37"/>
                </a:cubicBezTo>
                <a:cubicBezTo>
                  <a:pt x="107" y="36"/>
                  <a:pt x="105" y="36"/>
                  <a:pt x="104" y="36"/>
                </a:cubicBezTo>
                <a:cubicBezTo>
                  <a:pt x="104" y="36"/>
                  <a:pt x="104" y="36"/>
                  <a:pt x="104" y="36"/>
                </a:cubicBezTo>
                <a:cubicBezTo>
                  <a:pt x="104" y="32"/>
                  <a:pt x="104" y="32"/>
                  <a:pt x="104" y="32"/>
                </a:cubicBezTo>
                <a:cubicBezTo>
                  <a:pt x="104" y="24"/>
                  <a:pt x="104" y="24"/>
                  <a:pt x="104" y="24"/>
                </a:cubicBezTo>
                <a:cubicBezTo>
                  <a:pt x="104" y="16"/>
                  <a:pt x="104" y="16"/>
                  <a:pt x="104" y="16"/>
                </a:cubicBezTo>
                <a:cubicBezTo>
                  <a:pt x="104" y="14"/>
                  <a:pt x="102" y="12"/>
                  <a:pt x="100" y="12"/>
                </a:cubicBezTo>
                <a:cubicBezTo>
                  <a:pt x="16" y="12"/>
                  <a:pt x="16" y="12"/>
                  <a:pt x="16" y="12"/>
                </a:cubicBezTo>
                <a:cubicBezTo>
                  <a:pt x="14" y="12"/>
                  <a:pt x="12" y="14"/>
                  <a:pt x="12" y="16"/>
                </a:cubicBezTo>
                <a:cubicBezTo>
                  <a:pt x="12" y="24"/>
                  <a:pt x="12" y="24"/>
                  <a:pt x="12" y="24"/>
                </a:cubicBezTo>
                <a:cubicBezTo>
                  <a:pt x="12" y="32"/>
                  <a:pt x="12" y="32"/>
                  <a:pt x="12" y="32"/>
                </a:cubicBezTo>
                <a:cubicBezTo>
                  <a:pt x="10" y="29"/>
                  <a:pt x="8" y="26"/>
                  <a:pt x="8" y="22"/>
                </a:cubicBezTo>
                <a:cubicBezTo>
                  <a:pt x="8" y="14"/>
                  <a:pt x="14" y="8"/>
                  <a:pt x="22" y="8"/>
                </a:cubicBezTo>
                <a:close/>
                <a:moveTo>
                  <a:pt x="100" y="20"/>
                </a:moveTo>
                <a:cubicBezTo>
                  <a:pt x="16" y="20"/>
                  <a:pt x="16" y="20"/>
                  <a:pt x="16" y="20"/>
                </a:cubicBezTo>
                <a:cubicBezTo>
                  <a:pt x="16" y="16"/>
                  <a:pt x="16" y="16"/>
                  <a:pt x="16" y="16"/>
                </a:cubicBezTo>
                <a:cubicBezTo>
                  <a:pt x="100" y="16"/>
                  <a:pt x="100" y="16"/>
                  <a:pt x="100" y="16"/>
                </a:cubicBezTo>
                <a:lnTo>
                  <a:pt x="100" y="20"/>
                </a:lnTo>
                <a:close/>
                <a:moveTo>
                  <a:pt x="100" y="24"/>
                </a:moveTo>
                <a:cubicBezTo>
                  <a:pt x="100" y="28"/>
                  <a:pt x="100" y="28"/>
                  <a:pt x="100" y="28"/>
                </a:cubicBezTo>
                <a:cubicBezTo>
                  <a:pt x="16" y="28"/>
                  <a:pt x="16" y="28"/>
                  <a:pt x="16" y="28"/>
                </a:cubicBezTo>
                <a:cubicBezTo>
                  <a:pt x="16" y="24"/>
                  <a:pt x="16" y="24"/>
                  <a:pt x="16" y="24"/>
                </a:cubicBezTo>
                <a:lnTo>
                  <a:pt x="100" y="24"/>
                </a:lnTo>
                <a:close/>
                <a:moveTo>
                  <a:pt x="100" y="32"/>
                </a:moveTo>
                <a:cubicBezTo>
                  <a:pt x="100" y="36"/>
                  <a:pt x="100" y="36"/>
                  <a:pt x="100" y="36"/>
                </a:cubicBezTo>
                <a:cubicBezTo>
                  <a:pt x="88" y="36"/>
                  <a:pt x="88" y="36"/>
                  <a:pt x="88" y="36"/>
                </a:cubicBezTo>
                <a:cubicBezTo>
                  <a:pt x="22" y="36"/>
                  <a:pt x="22" y="36"/>
                  <a:pt x="22" y="36"/>
                </a:cubicBezTo>
                <a:cubicBezTo>
                  <a:pt x="20" y="36"/>
                  <a:pt x="18" y="35"/>
                  <a:pt x="16" y="35"/>
                </a:cubicBezTo>
                <a:cubicBezTo>
                  <a:pt x="16" y="32"/>
                  <a:pt x="16" y="32"/>
                  <a:pt x="16" y="32"/>
                </a:cubicBezTo>
                <a:lnTo>
                  <a:pt x="100" y="32"/>
                </a:lnTo>
                <a:close/>
                <a:moveTo>
                  <a:pt x="108" y="102"/>
                </a:moveTo>
                <a:cubicBezTo>
                  <a:pt x="108" y="110"/>
                  <a:pt x="102" y="116"/>
                  <a:pt x="94" y="116"/>
                </a:cubicBezTo>
                <a:cubicBezTo>
                  <a:pt x="22" y="116"/>
                  <a:pt x="22" y="116"/>
                  <a:pt x="22" y="116"/>
                </a:cubicBezTo>
                <a:cubicBezTo>
                  <a:pt x="14" y="116"/>
                  <a:pt x="8" y="110"/>
                  <a:pt x="8" y="102"/>
                </a:cubicBezTo>
                <a:cubicBezTo>
                  <a:pt x="8" y="39"/>
                  <a:pt x="8" y="39"/>
                  <a:pt x="8" y="39"/>
                </a:cubicBezTo>
                <a:cubicBezTo>
                  <a:pt x="12" y="42"/>
                  <a:pt x="17" y="44"/>
                  <a:pt x="22" y="44"/>
                </a:cubicBezTo>
                <a:cubicBezTo>
                  <a:pt x="88" y="44"/>
                  <a:pt x="88" y="44"/>
                  <a:pt x="88" y="44"/>
                </a:cubicBezTo>
                <a:cubicBezTo>
                  <a:pt x="104" y="44"/>
                  <a:pt x="104" y="44"/>
                  <a:pt x="104" y="44"/>
                </a:cubicBezTo>
                <a:cubicBezTo>
                  <a:pt x="106" y="44"/>
                  <a:pt x="108" y="46"/>
                  <a:pt x="108" y="48"/>
                </a:cubicBezTo>
                <a:cubicBezTo>
                  <a:pt x="108" y="56"/>
                  <a:pt x="108" y="56"/>
                  <a:pt x="108" y="56"/>
                </a:cubicBezTo>
                <a:cubicBezTo>
                  <a:pt x="72" y="56"/>
                  <a:pt x="72" y="56"/>
                  <a:pt x="72" y="56"/>
                </a:cubicBezTo>
                <a:cubicBezTo>
                  <a:pt x="61" y="56"/>
                  <a:pt x="52" y="65"/>
                  <a:pt x="52" y="76"/>
                </a:cubicBezTo>
                <a:cubicBezTo>
                  <a:pt x="52" y="87"/>
                  <a:pt x="61" y="96"/>
                  <a:pt x="72" y="96"/>
                </a:cubicBezTo>
                <a:cubicBezTo>
                  <a:pt x="108" y="96"/>
                  <a:pt x="108" y="96"/>
                  <a:pt x="108" y="96"/>
                </a:cubicBezTo>
                <a:lnTo>
                  <a:pt x="108" y="102"/>
                </a:lnTo>
                <a:close/>
                <a:moveTo>
                  <a:pt x="113" y="88"/>
                </a:moveTo>
                <a:cubicBezTo>
                  <a:pt x="72" y="88"/>
                  <a:pt x="72" y="88"/>
                  <a:pt x="72" y="88"/>
                </a:cubicBezTo>
                <a:cubicBezTo>
                  <a:pt x="65" y="88"/>
                  <a:pt x="60" y="83"/>
                  <a:pt x="60" y="76"/>
                </a:cubicBezTo>
                <a:cubicBezTo>
                  <a:pt x="60" y="69"/>
                  <a:pt x="65" y="64"/>
                  <a:pt x="72" y="64"/>
                </a:cubicBezTo>
                <a:cubicBezTo>
                  <a:pt x="108" y="64"/>
                  <a:pt x="108" y="64"/>
                  <a:pt x="108" y="64"/>
                </a:cubicBezTo>
                <a:cubicBezTo>
                  <a:pt x="110" y="64"/>
                  <a:pt x="113" y="63"/>
                  <a:pt x="114" y="61"/>
                </a:cubicBezTo>
                <a:cubicBezTo>
                  <a:pt x="115" y="60"/>
                  <a:pt x="115" y="60"/>
                  <a:pt x="115" y="59"/>
                </a:cubicBezTo>
                <a:cubicBezTo>
                  <a:pt x="115" y="59"/>
                  <a:pt x="116" y="59"/>
                  <a:pt x="116" y="59"/>
                </a:cubicBezTo>
                <a:cubicBezTo>
                  <a:pt x="118" y="62"/>
                  <a:pt x="120" y="67"/>
                  <a:pt x="120" y="72"/>
                </a:cubicBezTo>
                <a:cubicBezTo>
                  <a:pt x="120" y="78"/>
                  <a:pt x="118" y="84"/>
                  <a:pt x="113" y="8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id-ID">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grpSp>
        <p:nvGrpSpPr>
          <p:cNvPr id="106" name="Group 105">
            <a:extLst>
              <a:ext uri="{FF2B5EF4-FFF2-40B4-BE49-F238E27FC236}">
                <a16:creationId xmlns:a16="http://schemas.microsoft.com/office/drawing/2014/main" id="{20B590F1-1C3F-4F13-B375-849FB7FE5109}"/>
              </a:ext>
            </a:extLst>
          </p:cNvPr>
          <p:cNvGrpSpPr/>
          <p:nvPr/>
        </p:nvGrpSpPr>
        <p:grpSpPr>
          <a:xfrm>
            <a:off x="1448450" y="4466900"/>
            <a:ext cx="488950" cy="481013"/>
            <a:chOff x="7141104" y="1923522"/>
            <a:chExt cx="488950" cy="481013"/>
          </a:xfrm>
          <a:solidFill>
            <a:schemeClr val="accent1"/>
          </a:solidFill>
        </p:grpSpPr>
        <p:sp>
          <p:nvSpPr>
            <p:cNvPr id="107" name="Freeform 58">
              <a:extLst>
                <a:ext uri="{FF2B5EF4-FFF2-40B4-BE49-F238E27FC236}">
                  <a16:creationId xmlns:a16="http://schemas.microsoft.com/office/drawing/2014/main" id="{2FD8BA06-7C98-4235-B0B6-7DD2E4DFAAF7}"/>
                </a:ext>
              </a:extLst>
            </p:cNvPr>
            <p:cNvSpPr>
              <a:spLocks/>
            </p:cNvSpPr>
            <p:nvPr/>
          </p:nvSpPr>
          <p:spPr bwMode="auto">
            <a:xfrm>
              <a:off x="7407804" y="1983847"/>
              <a:ext cx="157162" cy="157163"/>
            </a:xfrm>
            <a:custGeom>
              <a:avLst/>
              <a:gdLst>
                <a:gd name="T0" fmla="*/ 38 w 42"/>
                <a:gd name="T1" fmla="*/ 40 h 42"/>
                <a:gd name="T2" fmla="*/ 38 w 42"/>
                <a:gd name="T3" fmla="*/ 40 h 42"/>
                <a:gd name="T4" fmla="*/ 40 w 42"/>
                <a:gd name="T5" fmla="*/ 42 h 42"/>
                <a:gd name="T6" fmla="*/ 42 w 42"/>
                <a:gd name="T7" fmla="*/ 40 h 42"/>
                <a:gd name="T8" fmla="*/ 42 w 42"/>
                <a:gd name="T9" fmla="*/ 40 h 42"/>
                <a:gd name="T10" fmla="*/ 2 w 42"/>
                <a:gd name="T11" fmla="*/ 0 h 42"/>
                <a:gd name="T12" fmla="*/ 2 w 42"/>
                <a:gd name="T13" fmla="*/ 0 h 42"/>
                <a:gd name="T14" fmla="*/ 0 w 42"/>
                <a:gd name="T15" fmla="*/ 2 h 42"/>
                <a:gd name="T16" fmla="*/ 2 w 42"/>
                <a:gd name="T17" fmla="*/ 4 h 42"/>
                <a:gd name="T18" fmla="*/ 2 w 42"/>
                <a:gd name="T19" fmla="*/ 4 h 42"/>
                <a:gd name="T20" fmla="*/ 38 w 42"/>
                <a:gd name="T21"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 h="42">
                  <a:moveTo>
                    <a:pt x="38" y="40"/>
                  </a:moveTo>
                  <a:cubicBezTo>
                    <a:pt x="38" y="40"/>
                    <a:pt x="38" y="40"/>
                    <a:pt x="38" y="40"/>
                  </a:cubicBezTo>
                  <a:cubicBezTo>
                    <a:pt x="38" y="41"/>
                    <a:pt x="39" y="42"/>
                    <a:pt x="40" y="42"/>
                  </a:cubicBezTo>
                  <a:cubicBezTo>
                    <a:pt x="41" y="42"/>
                    <a:pt x="42" y="41"/>
                    <a:pt x="42" y="40"/>
                  </a:cubicBezTo>
                  <a:cubicBezTo>
                    <a:pt x="42" y="40"/>
                    <a:pt x="42" y="40"/>
                    <a:pt x="42" y="40"/>
                  </a:cubicBezTo>
                  <a:cubicBezTo>
                    <a:pt x="42" y="18"/>
                    <a:pt x="24" y="0"/>
                    <a:pt x="2" y="0"/>
                  </a:cubicBezTo>
                  <a:cubicBezTo>
                    <a:pt x="2" y="0"/>
                    <a:pt x="2" y="0"/>
                    <a:pt x="2" y="0"/>
                  </a:cubicBezTo>
                  <a:cubicBezTo>
                    <a:pt x="1" y="0"/>
                    <a:pt x="0" y="1"/>
                    <a:pt x="0" y="2"/>
                  </a:cubicBezTo>
                  <a:cubicBezTo>
                    <a:pt x="0" y="3"/>
                    <a:pt x="1" y="4"/>
                    <a:pt x="2" y="4"/>
                  </a:cubicBezTo>
                  <a:cubicBezTo>
                    <a:pt x="2" y="4"/>
                    <a:pt x="2" y="4"/>
                    <a:pt x="2" y="4"/>
                  </a:cubicBezTo>
                  <a:cubicBezTo>
                    <a:pt x="22" y="4"/>
                    <a:pt x="38" y="20"/>
                    <a:pt x="38" y="4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sp>
          <p:nvSpPr>
            <p:cNvPr id="108" name="Freeform 59">
              <a:extLst>
                <a:ext uri="{FF2B5EF4-FFF2-40B4-BE49-F238E27FC236}">
                  <a16:creationId xmlns:a16="http://schemas.microsoft.com/office/drawing/2014/main" id="{96D3A107-7CCA-49CD-B633-C97F3E2AFA21}"/>
                </a:ext>
              </a:extLst>
            </p:cNvPr>
            <p:cNvSpPr>
              <a:spLocks noEditPoints="1"/>
            </p:cNvSpPr>
            <p:nvPr/>
          </p:nvSpPr>
          <p:spPr bwMode="auto">
            <a:xfrm>
              <a:off x="7141104" y="1923522"/>
              <a:ext cx="488950" cy="481013"/>
            </a:xfrm>
            <a:custGeom>
              <a:avLst/>
              <a:gdLst>
                <a:gd name="T0" fmla="*/ 37 w 130"/>
                <a:gd name="T1" fmla="*/ 4 h 128"/>
                <a:gd name="T2" fmla="*/ 29 w 130"/>
                <a:gd name="T3" fmla="*/ 0 h 128"/>
                <a:gd name="T4" fmla="*/ 24 w 130"/>
                <a:gd name="T5" fmla="*/ 1 h 128"/>
                <a:gd name="T6" fmla="*/ 17 w 130"/>
                <a:gd name="T7" fmla="*/ 12 h 128"/>
                <a:gd name="T8" fmla="*/ 17 w 130"/>
                <a:gd name="T9" fmla="*/ 67 h 128"/>
                <a:gd name="T10" fmla="*/ 5 w 130"/>
                <a:gd name="T11" fmla="*/ 80 h 128"/>
                <a:gd name="T12" fmla="*/ 5 w 130"/>
                <a:gd name="T13" fmla="*/ 96 h 128"/>
                <a:gd name="T14" fmla="*/ 33 w 130"/>
                <a:gd name="T15" fmla="*/ 124 h 128"/>
                <a:gd name="T16" fmla="*/ 41 w 130"/>
                <a:gd name="T17" fmla="*/ 128 h 128"/>
                <a:gd name="T18" fmla="*/ 49 w 130"/>
                <a:gd name="T19" fmla="*/ 124 h 128"/>
                <a:gd name="T20" fmla="*/ 62 w 130"/>
                <a:gd name="T21" fmla="*/ 112 h 128"/>
                <a:gd name="T22" fmla="*/ 117 w 130"/>
                <a:gd name="T23" fmla="*/ 112 h 128"/>
                <a:gd name="T24" fmla="*/ 128 w 130"/>
                <a:gd name="T25" fmla="*/ 105 h 128"/>
                <a:gd name="T26" fmla="*/ 125 w 130"/>
                <a:gd name="T27" fmla="*/ 92 h 128"/>
                <a:gd name="T28" fmla="*/ 37 w 130"/>
                <a:gd name="T29" fmla="*/ 4 h 128"/>
                <a:gd name="T30" fmla="*/ 56 w 130"/>
                <a:gd name="T31" fmla="*/ 106 h 128"/>
                <a:gd name="T32" fmla="*/ 44 w 130"/>
                <a:gd name="T33" fmla="*/ 119 h 128"/>
                <a:gd name="T34" fmla="*/ 41 w 130"/>
                <a:gd name="T35" fmla="*/ 120 h 128"/>
                <a:gd name="T36" fmla="*/ 38 w 130"/>
                <a:gd name="T37" fmla="*/ 119 h 128"/>
                <a:gd name="T38" fmla="*/ 10 w 130"/>
                <a:gd name="T39" fmla="*/ 91 h 128"/>
                <a:gd name="T40" fmla="*/ 9 w 130"/>
                <a:gd name="T41" fmla="*/ 88 h 128"/>
                <a:gd name="T42" fmla="*/ 10 w 130"/>
                <a:gd name="T43" fmla="*/ 85 h 128"/>
                <a:gd name="T44" fmla="*/ 23 w 130"/>
                <a:gd name="T45" fmla="*/ 73 h 128"/>
                <a:gd name="T46" fmla="*/ 23 w 130"/>
                <a:gd name="T47" fmla="*/ 73 h 128"/>
                <a:gd name="T48" fmla="*/ 56 w 130"/>
                <a:gd name="T49" fmla="*/ 106 h 128"/>
                <a:gd name="T50" fmla="*/ 56 w 130"/>
                <a:gd name="T51" fmla="*/ 106 h 128"/>
                <a:gd name="T52" fmla="*/ 62 w 130"/>
                <a:gd name="T53" fmla="*/ 104 h 128"/>
                <a:gd name="T54" fmla="*/ 60 w 130"/>
                <a:gd name="T55" fmla="*/ 104 h 128"/>
                <a:gd name="T56" fmla="*/ 25 w 130"/>
                <a:gd name="T57" fmla="*/ 69 h 128"/>
                <a:gd name="T58" fmla="*/ 25 w 130"/>
                <a:gd name="T59" fmla="*/ 67 h 128"/>
                <a:gd name="T60" fmla="*/ 25 w 130"/>
                <a:gd name="T61" fmla="*/ 19 h 128"/>
                <a:gd name="T62" fmla="*/ 110 w 130"/>
                <a:gd name="T63" fmla="*/ 104 h 128"/>
                <a:gd name="T64" fmla="*/ 62 w 130"/>
                <a:gd name="T65" fmla="*/ 104 h 128"/>
                <a:gd name="T66" fmla="*/ 121 w 130"/>
                <a:gd name="T67" fmla="*/ 102 h 128"/>
                <a:gd name="T68" fmla="*/ 117 w 130"/>
                <a:gd name="T69" fmla="*/ 104 h 128"/>
                <a:gd name="T70" fmla="*/ 116 w 130"/>
                <a:gd name="T71" fmla="*/ 104 h 128"/>
                <a:gd name="T72" fmla="*/ 25 w 130"/>
                <a:gd name="T73" fmla="*/ 13 h 128"/>
                <a:gd name="T74" fmla="*/ 25 w 130"/>
                <a:gd name="T75" fmla="*/ 12 h 128"/>
                <a:gd name="T76" fmla="*/ 27 w 130"/>
                <a:gd name="T77" fmla="*/ 8 h 128"/>
                <a:gd name="T78" fmla="*/ 29 w 130"/>
                <a:gd name="T79" fmla="*/ 8 h 128"/>
                <a:gd name="T80" fmla="*/ 32 w 130"/>
                <a:gd name="T81" fmla="*/ 9 h 128"/>
                <a:gd name="T82" fmla="*/ 120 w 130"/>
                <a:gd name="T83" fmla="*/ 97 h 128"/>
                <a:gd name="T84" fmla="*/ 121 w 130"/>
                <a:gd name="T85" fmla="*/ 10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0" h="128">
                  <a:moveTo>
                    <a:pt x="37" y="4"/>
                  </a:moveTo>
                  <a:cubicBezTo>
                    <a:pt x="35" y="1"/>
                    <a:pt x="32" y="0"/>
                    <a:pt x="29" y="0"/>
                  </a:cubicBezTo>
                  <a:cubicBezTo>
                    <a:pt x="27" y="0"/>
                    <a:pt x="26" y="0"/>
                    <a:pt x="24" y="1"/>
                  </a:cubicBezTo>
                  <a:cubicBezTo>
                    <a:pt x="20" y="3"/>
                    <a:pt x="17" y="7"/>
                    <a:pt x="17" y="12"/>
                  </a:cubicBezTo>
                  <a:cubicBezTo>
                    <a:pt x="17" y="67"/>
                    <a:pt x="17" y="67"/>
                    <a:pt x="17" y="67"/>
                  </a:cubicBezTo>
                  <a:cubicBezTo>
                    <a:pt x="5" y="80"/>
                    <a:pt x="5" y="80"/>
                    <a:pt x="5" y="80"/>
                  </a:cubicBezTo>
                  <a:cubicBezTo>
                    <a:pt x="0" y="84"/>
                    <a:pt x="0" y="92"/>
                    <a:pt x="5" y="96"/>
                  </a:cubicBezTo>
                  <a:cubicBezTo>
                    <a:pt x="33" y="124"/>
                    <a:pt x="33" y="124"/>
                    <a:pt x="33" y="124"/>
                  </a:cubicBezTo>
                  <a:cubicBezTo>
                    <a:pt x="35" y="127"/>
                    <a:pt x="38" y="128"/>
                    <a:pt x="41" y="128"/>
                  </a:cubicBezTo>
                  <a:cubicBezTo>
                    <a:pt x="44" y="128"/>
                    <a:pt x="47" y="127"/>
                    <a:pt x="49" y="124"/>
                  </a:cubicBezTo>
                  <a:cubicBezTo>
                    <a:pt x="62" y="112"/>
                    <a:pt x="62" y="112"/>
                    <a:pt x="62" y="112"/>
                  </a:cubicBezTo>
                  <a:cubicBezTo>
                    <a:pt x="117" y="112"/>
                    <a:pt x="117" y="112"/>
                    <a:pt x="117" y="112"/>
                  </a:cubicBezTo>
                  <a:cubicBezTo>
                    <a:pt x="122" y="112"/>
                    <a:pt x="126" y="109"/>
                    <a:pt x="128" y="105"/>
                  </a:cubicBezTo>
                  <a:cubicBezTo>
                    <a:pt x="130" y="100"/>
                    <a:pt x="129" y="95"/>
                    <a:pt x="125" y="92"/>
                  </a:cubicBezTo>
                  <a:lnTo>
                    <a:pt x="37" y="4"/>
                  </a:lnTo>
                  <a:close/>
                  <a:moveTo>
                    <a:pt x="56" y="106"/>
                  </a:moveTo>
                  <a:cubicBezTo>
                    <a:pt x="44" y="119"/>
                    <a:pt x="44" y="119"/>
                    <a:pt x="44" y="119"/>
                  </a:cubicBezTo>
                  <a:cubicBezTo>
                    <a:pt x="43" y="120"/>
                    <a:pt x="42" y="120"/>
                    <a:pt x="41" y="120"/>
                  </a:cubicBezTo>
                  <a:cubicBezTo>
                    <a:pt x="40" y="120"/>
                    <a:pt x="39" y="120"/>
                    <a:pt x="38" y="119"/>
                  </a:cubicBezTo>
                  <a:cubicBezTo>
                    <a:pt x="10" y="91"/>
                    <a:pt x="10" y="91"/>
                    <a:pt x="10" y="91"/>
                  </a:cubicBezTo>
                  <a:cubicBezTo>
                    <a:pt x="9" y="90"/>
                    <a:pt x="9" y="89"/>
                    <a:pt x="9" y="88"/>
                  </a:cubicBezTo>
                  <a:cubicBezTo>
                    <a:pt x="9" y="87"/>
                    <a:pt x="9" y="86"/>
                    <a:pt x="10" y="85"/>
                  </a:cubicBezTo>
                  <a:cubicBezTo>
                    <a:pt x="23" y="73"/>
                    <a:pt x="23" y="73"/>
                    <a:pt x="23" y="73"/>
                  </a:cubicBezTo>
                  <a:cubicBezTo>
                    <a:pt x="23" y="73"/>
                    <a:pt x="23" y="73"/>
                    <a:pt x="23" y="73"/>
                  </a:cubicBezTo>
                  <a:cubicBezTo>
                    <a:pt x="56" y="106"/>
                    <a:pt x="56" y="106"/>
                    <a:pt x="56" y="106"/>
                  </a:cubicBezTo>
                  <a:cubicBezTo>
                    <a:pt x="56" y="106"/>
                    <a:pt x="56" y="106"/>
                    <a:pt x="56" y="106"/>
                  </a:cubicBezTo>
                  <a:close/>
                  <a:moveTo>
                    <a:pt x="62" y="104"/>
                  </a:moveTo>
                  <a:cubicBezTo>
                    <a:pt x="61" y="104"/>
                    <a:pt x="61" y="104"/>
                    <a:pt x="60" y="104"/>
                  </a:cubicBezTo>
                  <a:cubicBezTo>
                    <a:pt x="25" y="69"/>
                    <a:pt x="25" y="69"/>
                    <a:pt x="25" y="69"/>
                  </a:cubicBezTo>
                  <a:cubicBezTo>
                    <a:pt x="25" y="68"/>
                    <a:pt x="25" y="68"/>
                    <a:pt x="25" y="67"/>
                  </a:cubicBezTo>
                  <a:cubicBezTo>
                    <a:pt x="25" y="19"/>
                    <a:pt x="25" y="19"/>
                    <a:pt x="25" y="19"/>
                  </a:cubicBezTo>
                  <a:cubicBezTo>
                    <a:pt x="110" y="104"/>
                    <a:pt x="110" y="104"/>
                    <a:pt x="110" y="104"/>
                  </a:cubicBezTo>
                  <a:lnTo>
                    <a:pt x="62" y="104"/>
                  </a:lnTo>
                  <a:close/>
                  <a:moveTo>
                    <a:pt x="121" y="102"/>
                  </a:moveTo>
                  <a:cubicBezTo>
                    <a:pt x="120" y="103"/>
                    <a:pt x="119" y="104"/>
                    <a:pt x="117" y="104"/>
                  </a:cubicBezTo>
                  <a:cubicBezTo>
                    <a:pt x="116" y="104"/>
                    <a:pt x="116" y="104"/>
                    <a:pt x="116" y="104"/>
                  </a:cubicBezTo>
                  <a:cubicBezTo>
                    <a:pt x="25" y="13"/>
                    <a:pt x="25" y="13"/>
                    <a:pt x="25" y="13"/>
                  </a:cubicBezTo>
                  <a:cubicBezTo>
                    <a:pt x="25" y="12"/>
                    <a:pt x="25" y="12"/>
                    <a:pt x="25" y="12"/>
                  </a:cubicBezTo>
                  <a:cubicBezTo>
                    <a:pt x="25" y="10"/>
                    <a:pt x="26" y="9"/>
                    <a:pt x="27" y="8"/>
                  </a:cubicBezTo>
                  <a:cubicBezTo>
                    <a:pt x="28" y="8"/>
                    <a:pt x="28" y="8"/>
                    <a:pt x="29" y="8"/>
                  </a:cubicBezTo>
                  <a:cubicBezTo>
                    <a:pt x="30" y="8"/>
                    <a:pt x="31" y="8"/>
                    <a:pt x="32" y="9"/>
                  </a:cubicBezTo>
                  <a:cubicBezTo>
                    <a:pt x="120" y="97"/>
                    <a:pt x="120" y="97"/>
                    <a:pt x="120" y="97"/>
                  </a:cubicBezTo>
                  <a:cubicBezTo>
                    <a:pt x="121" y="98"/>
                    <a:pt x="121" y="100"/>
                    <a:pt x="121" y="10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sp>
          <p:nvSpPr>
            <p:cNvPr id="109" name="Freeform 60">
              <a:extLst>
                <a:ext uri="{FF2B5EF4-FFF2-40B4-BE49-F238E27FC236}">
                  <a16:creationId xmlns:a16="http://schemas.microsoft.com/office/drawing/2014/main" id="{E41D35C7-42F0-4541-94A6-C31FA2AACEF0}"/>
                </a:ext>
              </a:extLst>
            </p:cNvPr>
            <p:cNvSpPr>
              <a:spLocks/>
            </p:cNvSpPr>
            <p:nvPr/>
          </p:nvSpPr>
          <p:spPr bwMode="auto">
            <a:xfrm>
              <a:off x="7399866" y="1923522"/>
              <a:ext cx="225425" cy="225425"/>
            </a:xfrm>
            <a:custGeom>
              <a:avLst/>
              <a:gdLst>
                <a:gd name="T0" fmla="*/ 4 w 60"/>
                <a:gd name="T1" fmla="*/ 8 h 60"/>
                <a:gd name="T2" fmla="*/ 4 w 60"/>
                <a:gd name="T3" fmla="*/ 8 h 60"/>
                <a:gd name="T4" fmla="*/ 52 w 60"/>
                <a:gd name="T5" fmla="*/ 56 h 60"/>
                <a:gd name="T6" fmla="*/ 52 w 60"/>
                <a:gd name="T7" fmla="*/ 56 h 60"/>
                <a:gd name="T8" fmla="*/ 56 w 60"/>
                <a:gd name="T9" fmla="*/ 60 h 60"/>
                <a:gd name="T10" fmla="*/ 60 w 60"/>
                <a:gd name="T11" fmla="*/ 56 h 60"/>
                <a:gd name="T12" fmla="*/ 60 w 60"/>
                <a:gd name="T13" fmla="*/ 56 h 60"/>
                <a:gd name="T14" fmla="*/ 4 w 60"/>
                <a:gd name="T15" fmla="*/ 0 h 60"/>
                <a:gd name="T16" fmla="*/ 4 w 60"/>
                <a:gd name="T17" fmla="*/ 0 h 60"/>
                <a:gd name="T18" fmla="*/ 0 w 60"/>
                <a:gd name="T19" fmla="*/ 4 h 60"/>
                <a:gd name="T20" fmla="*/ 4 w 60"/>
                <a:gd name="T21" fmla="*/ 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0" h="60">
                  <a:moveTo>
                    <a:pt x="4" y="8"/>
                  </a:moveTo>
                  <a:cubicBezTo>
                    <a:pt x="4" y="8"/>
                    <a:pt x="4" y="8"/>
                    <a:pt x="4" y="8"/>
                  </a:cubicBezTo>
                  <a:cubicBezTo>
                    <a:pt x="30" y="8"/>
                    <a:pt x="52" y="30"/>
                    <a:pt x="52" y="56"/>
                  </a:cubicBezTo>
                  <a:cubicBezTo>
                    <a:pt x="52" y="56"/>
                    <a:pt x="52" y="56"/>
                    <a:pt x="52" y="56"/>
                  </a:cubicBezTo>
                  <a:cubicBezTo>
                    <a:pt x="52" y="58"/>
                    <a:pt x="54" y="60"/>
                    <a:pt x="56" y="60"/>
                  </a:cubicBezTo>
                  <a:cubicBezTo>
                    <a:pt x="58" y="60"/>
                    <a:pt x="60" y="58"/>
                    <a:pt x="60" y="56"/>
                  </a:cubicBezTo>
                  <a:cubicBezTo>
                    <a:pt x="60" y="56"/>
                    <a:pt x="60" y="56"/>
                    <a:pt x="60" y="56"/>
                  </a:cubicBezTo>
                  <a:cubicBezTo>
                    <a:pt x="60" y="25"/>
                    <a:pt x="35" y="0"/>
                    <a:pt x="4" y="0"/>
                  </a:cubicBezTo>
                  <a:cubicBezTo>
                    <a:pt x="4" y="0"/>
                    <a:pt x="4" y="0"/>
                    <a:pt x="4" y="0"/>
                  </a:cubicBezTo>
                  <a:cubicBezTo>
                    <a:pt x="2" y="0"/>
                    <a:pt x="0" y="2"/>
                    <a:pt x="0" y="4"/>
                  </a:cubicBezTo>
                  <a:cubicBezTo>
                    <a:pt x="0" y="6"/>
                    <a:pt x="2" y="8"/>
                    <a:pt x="4" y="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grpSp>
      <p:grpSp>
        <p:nvGrpSpPr>
          <p:cNvPr id="110" name="Group 109">
            <a:extLst>
              <a:ext uri="{FF2B5EF4-FFF2-40B4-BE49-F238E27FC236}">
                <a16:creationId xmlns:a16="http://schemas.microsoft.com/office/drawing/2014/main" id="{750337E6-AA5D-40A3-A234-298D5BE8A9A4}"/>
              </a:ext>
            </a:extLst>
          </p:cNvPr>
          <p:cNvGrpSpPr/>
          <p:nvPr/>
        </p:nvGrpSpPr>
        <p:grpSpPr>
          <a:xfrm>
            <a:off x="4591832" y="4464747"/>
            <a:ext cx="488950" cy="482600"/>
            <a:chOff x="5157788" y="2905126"/>
            <a:chExt cx="488950" cy="482600"/>
          </a:xfrm>
          <a:solidFill>
            <a:schemeClr val="accent1"/>
          </a:solidFill>
        </p:grpSpPr>
        <p:sp>
          <p:nvSpPr>
            <p:cNvPr id="111" name="Freeform 53">
              <a:extLst>
                <a:ext uri="{FF2B5EF4-FFF2-40B4-BE49-F238E27FC236}">
                  <a16:creationId xmlns:a16="http://schemas.microsoft.com/office/drawing/2014/main" id="{16CE537C-D6DE-4A55-8309-F2CC3ED5BCCB}"/>
                </a:ext>
              </a:extLst>
            </p:cNvPr>
            <p:cNvSpPr>
              <a:spLocks noEditPoints="1"/>
            </p:cNvSpPr>
            <p:nvPr/>
          </p:nvSpPr>
          <p:spPr bwMode="auto">
            <a:xfrm>
              <a:off x="5157788" y="2905126"/>
              <a:ext cx="488950" cy="482600"/>
            </a:xfrm>
            <a:custGeom>
              <a:avLst/>
              <a:gdLst>
                <a:gd name="T0" fmla="*/ 127 w 130"/>
                <a:gd name="T1" fmla="*/ 42 h 128"/>
                <a:gd name="T2" fmla="*/ 87 w 130"/>
                <a:gd name="T3" fmla="*/ 2 h 128"/>
                <a:gd name="T4" fmla="*/ 79 w 130"/>
                <a:gd name="T5" fmla="*/ 0 h 128"/>
                <a:gd name="T6" fmla="*/ 75 w 130"/>
                <a:gd name="T7" fmla="*/ 2 h 128"/>
                <a:gd name="T8" fmla="*/ 73 w 130"/>
                <a:gd name="T9" fmla="*/ 6 h 128"/>
                <a:gd name="T10" fmla="*/ 64 w 130"/>
                <a:gd name="T11" fmla="*/ 21 h 128"/>
                <a:gd name="T12" fmla="*/ 41 w 130"/>
                <a:gd name="T13" fmla="*/ 37 h 128"/>
                <a:gd name="T14" fmla="*/ 15 w 130"/>
                <a:gd name="T15" fmla="*/ 55 h 128"/>
                <a:gd name="T16" fmla="*/ 1 w 130"/>
                <a:gd name="T17" fmla="*/ 78 h 128"/>
                <a:gd name="T18" fmla="*/ 3 w 130"/>
                <a:gd name="T19" fmla="*/ 86 h 128"/>
                <a:gd name="T20" fmla="*/ 43 w 130"/>
                <a:gd name="T21" fmla="*/ 126 h 128"/>
                <a:gd name="T22" fmla="*/ 51 w 130"/>
                <a:gd name="T23" fmla="*/ 128 h 128"/>
                <a:gd name="T24" fmla="*/ 55 w 130"/>
                <a:gd name="T25" fmla="*/ 126 h 128"/>
                <a:gd name="T26" fmla="*/ 57 w 130"/>
                <a:gd name="T27" fmla="*/ 122 h 128"/>
                <a:gd name="T28" fmla="*/ 66 w 130"/>
                <a:gd name="T29" fmla="*/ 107 h 128"/>
                <a:gd name="T30" fmla="*/ 89 w 130"/>
                <a:gd name="T31" fmla="*/ 91 h 128"/>
                <a:gd name="T32" fmla="*/ 115 w 130"/>
                <a:gd name="T33" fmla="*/ 73 h 128"/>
                <a:gd name="T34" fmla="*/ 129 w 130"/>
                <a:gd name="T35" fmla="*/ 50 h 128"/>
                <a:gd name="T36" fmla="*/ 127 w 130"/>
                <a:gd name="T37" fmla="*/ 42 h 128"/>
                <a:gd name="T38" fmla="*/ 49 w 130"/>
                <a:gd name="T39" fmla="*/ 120 h 128"/>
                <a:gd name="T40" fmla="*/ 9 w 130"/>
                <a:gd name="T41" fmla="*/ 80 h 128"/>
                <a:gd name="T42" fmla="*/ 81 w 130"/>
                <a:gd name="T43" fmla="*/ 8 h 128"/>
                <a:gd name="T44" fmla="*/ 121 w 130"/>
                <a:gd name="T45" fmla="*/ 48 h 128"/>
                <a:gd name="T46" fmla="*/ 49 w 130"/>
                <a:gd name="T47" fmla="*/ 12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0" h="128">
                  <a:moveTo>
                    <a:pt x="127" y="42"/>
                  </a:moveTo>
                  <a:cubicBezTo>
                    <a:pt x="87" y="2"/>
                    <a:pt x="87" y="2"/>
                    <a:pt x="87" y="2"/>
                  </a:cubicBezTo>
                  <a:cubicBezTo>
                    <a:pt x="85" y="0"/>
                    <a:pt x="82" y="0"/>
                    <a:pt x="79" y="0"/>
                  </a:cubicBezTo>
                  <a:cubicBezTo>
                    <a:pt x="78" y="1"/>
                    <a:pt x="76" y="1"/>
                    <a:pt x="75" y="2"/>
                  </a:cubicBezTo>
                  <a:cubicBezTo>
                    <a:pt x="74" y="3"/>
                    <a:pt x="74" y="4"/>
                    <a:pt x="73" y="6"/>
                  </a:cubicBezTo>
                  <a:cubicBezTo>
                    <a:pt x="72" y="12"/>
                    <a:pt x="68" y="17"/>
                    <a:pt x="64" y="21"/>
                  </a:cubicBezTo>
                  <a:cubicBezTo>
                    <a:pt x="58" y="27"/>
                    <a:pt x="50" y="32"/>
                    <a:pt x="41" y="37"/>
                  </a:cubicBezTo>
                  <a:cubicBezTo>
                    <a:pt x="32" y="42"/>
                    <a:pt x="23" y="48"/>
                    <a:pt x="15" y="55"/>
                  </a:cubicBezTo>
                  <a:cubicBezTo>
                    <a:pt x="8" y="62"/>
                    <a:pt x="4" y="69"/>
                    <a:pt x="1" y="78"/>
                  </a:cubicBezTo>
                  <a:cubicBezTo>
                    <a:pt x="0" y="80"/>
                    <a:pt x="1" y="84"/>
                    <a:pt x="3" y="86"/>
                  </a:cubicBezTo>
                  <a:cubicBezTo>
                    <a:pt x="43" y="126"/>
                    <a:pt x="43" y="126"/>
                    <a:pt x="43" y="126"/>
                  </a:cubicBezTo>
                  <a:cubicBezTo>
                    <a:pt x="45" y="128"/>
                    <a:pt x="48" y="128"/>
                    <a:pt x="51" y="128"/>
                  </a:cubicBezTo>
                  <a:cubicBezTo>
                    <a:pt x="52" y="127"/>
                    <a:pt x="54" y="127"/>
                    <a:pt x="55" y="126"/>
                  </a:cubicBezTo>
                  <a:cubicBezTo>
                    <a:pt x="56" y="125"/>
                    <a:pt x="56" y="124"/>
                    <a:pt x="57" y="122"/>
                  </a:cubicBezTo>
                  <a:cubicBezTo>
                    <a:pt x="58" y="116"/>
                    <a:pt x="62" y="111"/>
                    <a:pt x="66" y="107"/>
                  </a:cubicBezTo>
                  <a:cubicBezTo>
                    <a:pt x="72" y="101"/>
                    <a:pt x="80" y="96"/>
                    <a:pt x="89" y="91"/>
                  </a:cubicBezTo>
                  <a:cubicBezTo>
                    <a:pt x="98" y="86"/>
                    <a:pt x="107" y="80"/>
                    <a:pt x="115" y="73"/>
                  </a:cubicBezTo>
                  <a:cubicBezTo>
                    <a:pt x="122" y="66"/>
                    <a:pt x="126" y="59"/>
                    <a:pt x="129" y="50"/>
                  </a:cubicBezTo>
                  <a:cubicBezTo>
                    <a:pt x="130" y="48"/>
                    <a:pt x="129" y="44"/>
                    <a:pt x="127" y="42"/>
                  </a:cubicBezTo>
                  <a:close/>
                  <a:moveTo>
                    <a:pt x="49" y="120"/>
                  </a:moveTo>
                  <a:cubicBezTo>
                    <a:pt x="36" y="107"/>
                    <a:pt x="22" y="93"/>
                    <a:pt x="9" y="80"/>
                  </a:cubicBezTo>
                  <a:cubicBezTo>
                    <a:pt x="20" y="43"/>
                    <a:pt x="70" y="45"/>
                    <a:pt x="81" y="8"/>
                  </a:cubicBezTo>
                  <a:cubicBezTo>
                    <a:pt x="94" y="21"/>
                    <a:pt x="108" y="35"/>
                    <a:pt x="121" y="48"/>
                  </a:cubicBezTo>
                  <a:cubicBezTo>
                    <a:pt x="110" y="85"/>
                    <a:pt x="60" y="83"/>
                    <a:pt x="49" y="1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sp>
          <p:nvSpPr>
            <p:cNvPr id="112" name="Freeform 54">
              <a:extLst>
                <a:ext uri="{FF2B5EF4-FFF2-40B4-BE49-F238E27FC236}">
                  <a16:creationId xmlns:a16="http://schemas.microsoft.com/office/drawing/2014/main" id="{840C5714-544D-4026-9A9C-96B508D94124}"/>
                </a:ext>
              </a:extLst>
            </p:cNvPr>
            <p:cNvSpPr>
              <a:spLocks noEditPoints="1"/>
            </p:cNvSpPr>
            <p:nvPr/>
          </p:nvSpPr>
          <p:spPr bwMode="auto">
            <a:xfrm>
              <a:off x="5334000" y="3074988"/>
              <a:ext cx="131762" cy="134938"/>
            </a:xfrm>
            <a:custGeom>
              <a:avLst/>
              <a:gdLst>
                <a:gd name="T0" fmla="*/ 28 w 35"/>
                <a:gd name="T1" fmla="*/ 12 h 36"/>
                <a:gd name="T2" fmla="*/ 20 w 35"/>
                <a:gd name="T3" fmla="*/ 13 h 36"/>
                <a:gd name="T4" fmla="*/ 10 w 35"/>
                <a:gd name="T5" fmla="*/ 7 h 36"/>
                <a:gd name="T6" fmla="*/ 15 w 35"/>
                <a:gd name="T7" fmla="*/ 6 h 36"/>
                <a:gd name="T8" fmla="*/ 19 w 35"/>
                <a:gd name="T9" fmla="*/ 6 h 36"/>
                <a:gd name="T10" fmla="*/ 20 w 35"/>
                <a:gd name="T11" fmla="*/ 2 h 36"/>
                <a:gd name="T12" fmla="*/ 13 w 35"/>
                <a:gd name="T13" fmla="*/ 1 h 36"/>
                <a:gd name="T14" fmla="*/ 6 w 35"/>
                <a:gd name="T15" fmla="*/ 4 h 36"/>
                <a:gd name="T16" fmla="*/ 5 w 35"/>
                <a:gd name="T17" fmla="*/ 3 h 36"/>
                <a:gd name="T18" fmla="*/ 3 w 35"/>
                <a:gd name="T19" fmla="*/ 5 h 36"/>
                <a:gd name="T20" fmla="*/ 4 w 35"/>
                <a:gd name="T21" fmla="*/ 6 h 36"/>
                <a:gd name="T22" fmla="*/ 1 w 35"/>
                <a:gd name="T23" fmla="*/ 15 h 36"/>
                <a:gd name="T24" fmla="*/ 3 w 35"/>
                <a:gd name="T25" fmla="*/ 22 h 36"/>
                <a:gd name="T26" fmla="*/ 18 w 35"/>
                <a:gd name="T27" fmla="*/ 21 h 36"/>
                <a:gd name="T28" fmla="*/ 23 w 35"/>
                <a:gd name="T29" fmla="*/ 31 h 36"/>
                <a:gd name="T30" fmla="*/ 19 w 35"/>
                <a:gd name="T31" fmla="*/ 30 h 36"/>
                <a:gd name="T32" fmla="*/ 16 w 35"/>
                <a:gd name="T33" fmla="*/ 28 h 36"/>
                <a:gd name="T34" fmla="*/ 13 w 35"/>
                <a:gd name="T35" fmla="*/ 31 h 36"/>
                <a:gd name="T36" fmla="*/ 17 w 35"/>
                <a:gd name="T37" fmla="*/ 35 h 36"/>
                <a:gd name="T38" fmla="*/ 25 w 35"/>
                <a:gd name="T39" fmla="*/ 36 h 36"/>
                <a:gd name="T40" fmla="*/ 31 w 35"/>
                <a:gd name="T41" fmla="*/ 35 h 36"/>
                <a:gd name="T42" fmla="*/ 33 w 35"/>
                <a:gd name="T43" fmla="*/ 34 h 36"/>
                <a:gd name="T44" fmla="*/ 33 w 35"/>
                <a:gd name="T45" fmla="*/ 32 h 36"/>
                <a:gd name="T46" fmla="*/ 34 w 35"/>
                <a:gd name="T47" fmla="*/ 26 h 36"/>
                <a:gd name="T48" fmla="*/ 35 w 35"/>
                <a:gd name="T49" fmla="*/ 18 h 36"/>
                <a:gd name="T50" fmla="*/ 10 w 35"/>
                <a:gd name="T51" fmla="*/ 17 h 36"/>
                <a:gd name="T52" fmla="*/ 6 w 35"/>
                <a:gd name="T53" fmla="*/ 15 h 36"/>
                <a:gd name="T54" fmla="*/ 7 w 35"/>
                <a:gd name="T55" fmla="*/ 11 h 36"/>
                <a:gd name="T56" fmla="*/ 14 w 35"/>
                <a:gd name="T57" fmla="*/ 16 h 36"/>
                <a:gd name="T58" fmla="*/ 29 w 35"/>
                <a:gd name="T59" fmla="*/ 25 h 36"/>
                <a:gd name="T60" fmla="*/ 21 w 35"/>
                <a:gd name="T61" fmla="*/ 20 h 36"/>
                <a:gd name="T62" fmla="*/ 25 w 35"/>
                <a:gd name="T63" fmla="*/ 18 h 36"/>
                <a:gd name="T64" fmla="*/ 28 w 35"/>
                <a:gd name="T65" fmla="*/ 20 h 36"/>
                <a:gd name="T66" fmla="*/ 29 w 35"/>
                <a:gd name="T67" fmla="*/ 2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 h="36">
                  <a:moveTo>
                    <a:pt x="32" y="15"/>
                  </a:moveTo>
                  <a:cubicBezTo>
                    <a:pt x="31" y="14"/>
                    <a:pt x="30" y="13"/>
                    <a:pt x="28" y="12"/>
                  </a:cubicBezTo>
                  <a:cubicBezTo>
                    <a:pt x="27" y="12"/>
                    <a:pt x="26" y="12"/>
                    <a:pt x="24" y="12"/>
                  </a:cubicBezTo>
                  <a:cubicBezTo>
                    <a:pt x="23" y="12"/>
                    <a:pt x="22" y="12"/>
                    <a:pt x="20" y="13"/>
                  </a:cubicBezTo>
                  <a:cubicBezTo>
                    <a:pt x="19" y="13"/>
                    <a:pt x="18" y="14"/>
                    <a:pt x="16" y="15"/>
                  </a:cubicBezTo>
                  <a:cubicBezTo>
                    <a:pt x="14" y="12"/>
                    <a:pt x="12" y="10"/>
                    <a:pt x="10" y="7"/>
                  </a:cubicBezTo>
                  <a:cubicBezTo>
                    <a:pt x="11" y="7"/>
                    <a:pt x="12" y="6"/>
                    <a:pt x="13" y="6"/>
                  </a:cubicBezTo>
                  <a:cubicBezTo>
                    <a:pt x="14" y="6"/>
                    <a:pt x="14" y="6"/>
                    <a:pt x="15" y="6"/>
                  </a:cubicBezTo>
                  <a:cubicBezTo>
                    <a:pt x="16" y="7"/>
                    <a:pt x="17" y="7"/>
                    <a:pt x="18" y="7"/>
                  </a:cubicBezTo>
                  <a:cubicBezTo>
                    <a:pt x="18" y="7"/>
                    <a:pt x="19" y="7"/>
                    <a:pt x="19" y="6"/>
                  </a:cubicBezTo>
                  <a:cubicBezTo>
                    <a:pt x="20" y="6"/>
                    <a:pt x="20" y="5"/>
                    <a:pt x="20" y="5"/>
                  </a:cubicBezTo>
                  <a:cubicBezTo>
                    <a:pt x="20" y="4"/>
                    <a:pt x="20" y="3"/>
                    <a:pt x="20" y="2"/>
                  </a:cubicBezTo>
                  <a:cubicBezTo>
                    <a:pt x="19" y="1"/>
                    <a:pt x="18" y="1"/>
                    <a:pt x="16" y="0"/>
                  </a:cubicBezTo>
                  <a:cubicBezTo>
                    <a:pt x="15" y="0"/>
                    <a:pt x="14" y="0"/>
                    <a:pt x="13" y="1"/>
                  </a:cubicBezTo>
                  <a:cubicBezTo>
                    <a:pt x="11" y="1"/>
                    <a:pt x="10" y="1"/>
                    <a:pt x="9" y="2"/>
                  </a:cubicBezTo>
                  <a:cubicBezTo>
                    <a:pt x="8" y="3"/>
                    <a:pt x="7" y="3"/>
                    <a:pt x="6" y="4"/>
                  </a:cubicBezTo>
                  <a:cubicBezTo>
                    <a:pt x="6" y="4"/>
                    <a:pt x="6" y="3"/>
                    <a:pt x="6" y="3"/>
                  </a:cubicBezTo>
                  <a:cubicBezTo>
                    <a:pt x="5" y="3"/>
                    <a:pt x="5" y="3"/>
                    <a:pt x="5" y="3"/>
                  </a:cubicBezTo>
                  <a:cubicBezTo>
                    <a:pt x="4" y="3"/>
                    <a:pt x="4" y="3"/>
                    <a:pt x="3" y="3"/>
                  </a:cubicBezTo>
                  <a:cubicBezTo>
                    <a:pt x="3" y="4"/>
                    <a:pt x="3" y="4"/>
                    <a:pt x="3" y="5"/>
                  </a:cubicBezTo>
                  <a:cubicBezTo>
                    <a:pt x="3" y="5"/>
                    <a:pt x="3" y="5"/>
                    <a:pt x="4" y="6"/>
                  </a:cubicBezTo>
                  <a:cubicBezTo>
                    <a:pt x="4" y="6"/>
                    <a:pt x="4" y="6"/>
                    <a:pt x="4" y="6"/>
                  </a:cubicBezTo>
                  <a:cubicBezTo>
                    <a:pt x="3" y="7"/>
                    <a:pt x="2" y="9"/>
                    <a:pt x="2" y="10"/>
                  </a:cubicBezTo>
                  <a:cubicBezTo>
                    <a:pt x="1" y="12"/>
                    <a:pt x="1" y="13"/>
                    <a:pt x="1" y="15"/>
                  </a:cubicBezTo>
                  <a:cubicBezTo>
                    <a:pt x="0" y="16"/>
                    <a:pt x="1" y="17"/>
                    <a:pt x="1" y="18"/>
                  </a:cubicBezTo>
                  <a:cubicBezTo>
                    <a:pt x="1" y="20"/>
                    <a:pt x="2" y="21"/>
                    <a:pt x="3" y="22"/>
                  </a:cubicBezTo>
                  <a:cubicBezTo>
                    <a:pt x="5" y="23"/>
                    <a:pt x="8" y="24"/>
                    <a:pt x="10" y="24"/>
                  </a:cubicBezTo>
                  <a:cubicBezTo>
                    <a:pt x="13" y="23"/>
                    <a:pt x="15" y="23"/>
                    <a:pt x="18" y="21"/>
                  </a:cubicBezTo>
                  <a:cubicBezTo>
                    <a:pt x="21" y="24"/>
                    <a:pt x="23" y="27"/>
                    <a:pt x="25" y="29"/>
                  </a:cubicBezTo>
                  <a:cubicBezTo>
                    <a:pt x="24" y="30"/>
                    <a:pt x="24" y="30"/>
                    <a:pt x="23" y="31"/>
                  </a:cubicBezTo>
                  <a:cubicBezTo>
                    <a:pt x="22" y="31"/>
                    <a:pt x="21" y="31"/>
                    <a:pt x="21" y="31"/>
                  </a:cubicBezTo>
                  <a:cubicBezTo>
                    <a:pt x="20" y="30"/>
                    <a:pt x="20" y="30"/>
                    <a:pt x="19" y="30"/>
                  </a:cubicBezTo>
                  <a:cubicBezTo>
                    <a:pt x="18" y="29"/>
                    <a:pt x="18" y="29"/>
                    <a:pt x="17" y="29"/>
                  </a:cubicBezTo>
                  <a:cubicBezTo>
                    <a:pt x="17" y="28"/>
                    <a:pt x="16" y="28"/>
                    <a:pt x="16" y="28"/>
                  </a:cubicBezTo>
                  <a:cubicBezTo>
                    <a:pt x="15" y="28"/>
                    <a:pt x="15" y="29"/>
                    <a:pt x="14" y="29"/>
                  </a:cubicBezTo>
                  <a:cubicBezTo>
                    <a:pt x="13" y="30"/>
                    <a:pt x="13" y="30"/>
                    <a:pt x="13" y="31"/>
                  </a:cubicBezTo>
                  <a:cubicBezTo>
                    <a:pt x="13" y="32"/>
                    <a:pt x="13" y="33"/>
                    <a:pt x="14" y="33"/>
                  </a:cubicBezTo>
                  <a:cubicBezTo>
                    <a:pt x="15" y="34"/>
                    <a:pt x="16" y="35"/>
                    <a:pt x="17" y="35"/>
                  </a:cubicBezTo>
                  <a:cubicBezTo>
                    <a:pt x="18" y="36"/>
                    <a:pt x="19" y="36"/>
                    <a:pt x="20" y="36"/>
                  </a:cubicBezTo>
                  <a:cubicBezTo>
                    <a:pt x="22" y="36"/>
                    <a:pt x="23" y="36"/>
                    <a:pt x="25" y="36"/>
                  </a:cubicBezTo>
                  <a:cubicBezTo>
                    <a:pt x="26" y="35"/>
                    <a:pt x="27" y="34"/>
                    <a:pt x="29" y="33"/>
                  </a:cubicBezTo>
                  <a:cubicBezTo>
                    <a:pt x="30" y="33"/>
                    <a:pt x="30" y="34"/>
                    <a:pt x="31" y="35"/>
                  </a:cubicBezTo>
                  <a:cubicBezTo>
                    <a:pt x="31" y="35"/>
                    <a:pt x="32" y="35"/>
                    <a:pt x="32" y="35"/>
                  </a:cubicBezTo>
                  <a:cubicBezTo>
                    <a:pt x="33" y="35"/>
                    <a:pt x="33" y="35"/>
                    <a:pt x="33" y="34"/>
                  </a:cubicBezTo>
                  <a:cubicBezTo>
                    <a:pt x="33" y="34"/>
                    <a:pt x="34" y="34"/>
                    <a:pt x="34" y="33"/>
                  </a:cubicBezTo>
                  <a:cubicBezTo>
                    <a:pt x="34" y="33"/>
                    <a:pt x="33" y="32"/>
                    <a:pt x="33" y="32"/>
                  </a:cubicBezTo>
                  <a:cubicBezTo>
                    <a:pt x="32" y="32"/>
                    <a:pt x="32" y="31"/>
                    <a:pt x="31" y="30"/>
                  </a:cubicBezTo>
                  <a:cubicBezTo>
                    <a:pt x="32" y="29"/>
                    <a:pt x="33" y="27"/>
                    <a:pt x="34" y="26"/>
                  </a:cubicBezTo>
                  <a:cubicBezTo>
                    <a:pt x="35" y="24"/>
                    <a:pt x="35" y="23"/>
                    <a:pt x="35" y="21"/>
                  </a:cubicBezTo>
                  <a:cubicBezTo>
                    <a:pt x="35" y="20"/>
                    <a:pt x="35" y="19"/>
                    <a:pt x="35" y="18"/>
                  </a:cubicBezTo>
                  <a:cubicBezTo>
                    <a:pt x="34" y="17"/>
                    <a:pt x="33" y="16"/>
                    <a:pt x="32" y="15"/>
                  </a:cubicBezTo>
                  <a:close/>
                  <a:moveTo>
                    <a:pt x="10" y="17"/>
                  </a:moveTo>
                  <a:cubicBezTo>
                    <a:pt x="9" y="17"/>
                    <a:pt x="8" y="17"/>
                    <a:pt x="7" y="16"/>
                  </a:cubicBezTo>
                  <a:cubicBezTo>
                    <a:pt x="7" y="16"/>
                    <a:pt x="6" y="15"/>
                    <a:pt x="6" y="15"/>
                  </a:cubicBezTo>
                  <a:cubicBezTo>
                    <a:pt x="6" y="14"/>
                    <a:pt x="6" y="14"/>
                    <a:pt x="6" y="13"/>
                  </a:cubicBezTo>
                  <a:cubicBezTo>
                    <a:pt x="6" y="13"/>
                    <a:pt x="6" y="12"/>
                    <a:pt x="7" y="11"/>
                  </a:cubicBezTo>
                  <a:cubicBezTo>
                    <a:pt x="7" y="11"/>
                    <a:pt x="7" y="10"/>
                    <a:pt x="8" y="9"/>
                  </a:cubicBezTo>
                  <a:cubicBezTo>
                    <a:pt x="10" y="11"/>
                    <a:pt x="12" y="14"/>
                    <a:pt x="14" y="16"/>
                  </a:cubicBezTo>
                  <a:cubicBezTo>
                    <a:pt x="12" y="17"/>
                    <a:pt x="11" y="17"/>
                    <a:pt x="10" y="17"/>
                  </a:cubicBezTo>
                  <a:close/>
                  <a:moveTo>
                    <a:pt x="29" y="25"/>
                  </a:moveTo>
                  <a:cubicBezTo>
                    <a:pt x="28" y="26"/>
                    <a:pt x="28" y="27"/>
                    <a:pt x="27" y="27"/>
                  </a:cubicBezTo>
                  <a:cubicBezTo>
                    <a:pt x="25" y="25"/>
                    <a:pt x="23" y="22"/>
                    <a:pt x="21" y="20"/>
                  </a:cubicBezTo>
                  <a:cubicBezTo>
                    <a:pt x="21" y="20"/>
                    <a:pt x="22" y="19"/>
                    <a:pt x="23" y="19"/>
                  </a:cubicBezTo>
                  <a:cubicBezTo>
                    <a:pt x="23" y="19"/>
                    <a:pt x="24" y="19"/>
                    <a:pt x="25" y="18"/>
                  </a:cubicBezTo>
                  <a:cubicBezTo>
                    <a:pt x="25" y="18"/>
                    <a:pt x="26" y="18"/>
                    <a:pt x="27" y="19"/>
                  </a:cubicBezTo>
                  <a:cubicBezTo>
                    <a:pt x="27" y="19"/>
                    <a:pt x="28" y="19"/>
                    <a:pt x="28" y="20"/>
                  </a:cubicBezTo>
                  <a:cubicBezTo>
                    <a:pt x="29" y="20"/>
                    <a:pt x="29" y="21"/>
                    <a:pt x="29" y="21"/>
                  </a:cubicBezTo>
                  <a:cubicBezTo>
                    <a:pt x="30" y="22"/>
                    <a:pt x="30" y="23"/>
                    <a:pt x="29" y="23"/>
                  </a:cubicBezTo>
                  <a:cubicBezTo>
                    <a:pt x="29" y="24"/>
                    <a:pt x="29" y="25"/>
                    <a:pt x="29"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sp>
          <p:nvSpPr>
            <p:cNvPr id="113" name="Freeform 55">
              <a:extLst>
                <a:ext uri="{FF2B5EF4-FFF2-40B4-BE49-F238E27FC236}">
                  <a16:creationId xmlns:a16="http://schemas.microsoft.com/office/drawing/2014/main" id="{0B7518D2-0817-478C-999A-B0FDAFA21575}"/>
                </a:ext>
              </a:extLst>
            </p:cNvPr>
            <p:cNvSpPr>
              <a:spLocks/>
            </p:cNvSpPr>
            <p:nvPr/>
          </p:nvSpPr>
          <p:spPr bwMode="auto">
            <a:xfrm>
              <a:off x="5322888" y="3236913"/>
              <a:ext cx="71437" cy="79375"/>
            </a:xfrm>
            <a:custGeom>
              <a:avLst/>
              <a:gdLst>
                <a:gd name="T0" fmla="*/ 16 w 19"/>
                <a:gd name="T1" fmla="*/ 1 h 21"/>
                <a:gd name="T2" fmla="*/ 16 w 19"/>
                <a:gd name="T3" fmla="*/ 1 h 21"/>
                <a:gd name="T4" fmla="*/ 9 w 19"/>
                <a:gd name="T5" fmla="*/ 7 h 21"/>
                <a:gd name="T6" fmla="*/ 3 w 19"/>
                <a:gd name="T7" fmla="*/ 14 h 21"/>
                <a:gd name="T8" fmla="*/ 0 w 19"/>
                <a:gd name="T9" fmla="*/ 17 h 21"/>
                <a:gd name="T10" fmla="*/ 0 w 19"/>
                <a:gd name="T11" fmla="*/ 17 h 21"/>
                <a:gd name="T12" fmla="*/ 0 w 19"/>
                <a:gd name="T13" fmla="*/ 20 h 21"/>
                <a:gd name="T14" fmla="*/ 3 w 19"/>
                <a:gd name="T15" fmla="*/ 20 h 21"/>
                <a:gd name="T16" fmla="*/ 3 w 19"/>
                <a:gd name="T17" fmla="*/ 20 h 21"/>
                <a:gd name="T18" fmla="*/ 6 w 19"/>
                <a:gd name="T19" fmla="*/ 16 h 21"/>
                <a:gd name="T20" fmla="*/ 11 w 19"/>
                <a:gd name="T21" fmla="*/ 10 h 21"/>
                <a:gd name="T22" fmla="*/ 18 w 19"/>
                <a:gd name="T23" fmla="*/ 4 h 21"/>
                <a:gd name="T24" fmla="*/ 18 w 19"/>
                <a:gd name="T25" fmla="*/ 4 h 21"/>
                <a:gd name="T26" fmla="*/ 19 w 19"/>
                <a:gd name="T27" fmla="*/ 4 h 21"/>
                <a:gd name="T28" fmla="*/ 19 w 19"/>
                <a:gd name="T29" fmla="*/ 1 h 21"/>
                <a:gd name="T30" fmla="*/ 16 w 19"/>
                <a:gd name="T31" fmla="*/ 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 h="21">
                  <a:moveTo>
                    <a:pt x="16" y="1"/>
                  </a:moveTo>
                  <a:cubicBezTo>
                    <a:pt x="16" y="1"/>
                    <a:pt x="16" y="1"/>
                    <a:pt x="16" y="1"/>
                  </a:cubicBezTo>
                  <a:cubicBezTo>
                    <a:pt x="13" y="3"/>
                    <a:pt x="11" y="5"/>
                    <a:pt x="9" y="7"/>
                  </a:cubicBezTo>
                  <a:cubicBezTo>
                    <a:pt x="6" y="9"/>
                    <a:pt x="5" y="11"/>
                    <a:pt x="3" y="14"/>
                  </a:cubicBezTo>
                  <a:cubicBezTo>
                    <a:pt x="0" y="17"/>
                    <a:pt x="0" y="17"/>
                    <a:pt x="0" y="17"/>
                  </a:cubicBezTo>
                  <a:cubicBezTo>
                    <a:pt x="0" y="17"/>
                    <a:pt x="0" y="17"/>
                    <a:pt x="0" y="17"/>
                  </a:cubicBezTo>
                  <a:cubicBezTo>
                    <a:pt x="0" y="18"/>
                    <a:pt x="0" y="19"/>
                    <a:pt x="0" y="20"/>
                  </a:cubicBezTo>
                  <a:cubicBezTo>
                    <a:pt x="1" y="21"/>
                    <a:pt x="2" y="21"/>
                    <a:pt x="3" y="20"/>
                  </a:cubicBezTo>
                  <a:cubicBezTo>
                    <a:pt x="3" y="20"/>
                    <a:pt x="3" y="20"/>
                    <a:pt x="3" y="20"/>
                  </a:cubicBezTo>
                  <a:cubicBezTo>
                    <a:pt x="6" y="16"/>
                    <a:pt x="6" y="16"/>
                    <a:pt x="6" y="16"/>
                  </a:cubicBezTo>
                  <a:cubicBezTo>
                    <a:pt x="8" y="14"/>
                    <a:pt x="9" y="12"/>
                    <a:pt x="11" y="10"/>
                  </a:cubicBezTo>
                  <a:cubicBezTo>
                    <a:pt x="14" y="8"/>
                    <a:pt x="16" y="6"/>
                    <a:pt x="18" y="4"/>
                  </a:cubicBezTo>
                  <a:cubicBezTo>
                    <a:pt x="18" y="4"/>
                    <a:pt x="18" y="4"/>
                    <a:pt x="18" y="4"/>
                  </a:cubicBezTo>
                  <a:cubicBezTo>
                    <a:pt x="18" y="4"/>
                    <a:pt x="18" y="4"/>
                    <a:pt x="19" y="4"/>
                  </a:cubicBezTo>
                  <a:cubicBezTo>
                    <a:pt x="19" y="3"/>
                    <a:pt x="19" y="2"/>
                    <a:pt x="19" y="1"/>
                  </a:cubicBezTo>
                  <a:cubicBezTo>
                    <a:pt x="18" y="0"/>
                    <a:pt x="17" y="0"/>
                    <a:pt x="1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sp>
          <p:nvSpPr>
            <p:cNvPr id="114" name="Freeform 56">
              <a:extLst>
                <a:ext uri="{FF2B5EF4-FFF2-40B4-BE49-F238E27FC236}">
                  <a16:creationId xmlns:a16="http://schemas.microsoft.com/office/drawing/2014/main" id="{85B1062A-F1EC-4B6D-9FC6-FF73B8341B2C}"/>
                </a:ext>
              </a:extLst>
            </p:cNvPr>
            <p:cNvSpPr>
              <a:spLocks/>
            </p:cNvSpPr>
            <p:nvPr/>
          </p:nvSpPr>
          <p:spPr bwMode="auto">
            <a:xfrm>
              <a:off x="5408613" y="2981326"/>
              <a:ext cx="76200" cy="77788"/>
            </a:xfrm>
            <a:custGeom>
              <a:avLst/>
              <a:gdLst>
                <a:gd name="T0" fmla="*/ 8 w 20"/>
                <a:gd name="T1" fmla="*/ 11 h 21"/>
                <a:gd name="T2" fmla="*/ 1 w 20"/>
                <a:gd name="T3" fmla="*/ 17 h 21"/>
                <a:gd name="T4" fmla="*/ 0 w 20"/>
                <a:gd name="T5" fmla="*/ 17 h 21"/>
                <a:gd name="T6" fmla="*/ 0 w 20"/>
                <a:gd name="T7" fmla="*/ 20 h 21"/>
                <a:gd name="T8" fmla="*/ 3 w 20"/>
                <a:gd name="T9" fmla="*/ 20 h 21"/>
                <a:gd name="T10" fmla="*/ 3 w 20"/>
                <a:gd name="T11" fmla="*/ 20 h 21"/>
                <a:gd name="T12" fmla="*/ 10 w 20"/>
                <a:gd name="T13" fmla="*/ 14 h 21"/>
                <a:gd name="T14" fmla="*/ 16 w 20"/>
                <a:gd name="T15" fmla="*/ 7 h 21"/>
                <a:gd name="T16" fmla="*/ 19 w 20"/>
                <a:gd name="T17" fmla="*/ 3 h 21"/>
                <a:gd name="T18" fmla="*/ 19 w 20"/>
                <a:gd name="T19" fmla="*/ 3 h 21"/>
                <a:gd name="T20" fmla="*/ 19 w 20"/>
                <a:gd name="T21" fmla="*/ 0 h 21"/>
                <a:gd name="T22" fmla="*/ 16 w 20"/>
                <a:gd name="T23" fmla="*/ 0 h 21"/>
                <a:gd name="T24" fmla="*/ 16 w 20"/>
                <a:gd name="T25" fmla="*/ 1 h 21"/>
                <a:gd name="T26" fmla="*/ 13 w 20"/>
                <a:gd name="T27" fmla="*/ 5 h 21"/>
                <a:gd name="T28" fmla="*/ 8 w 20"/>
                <a:gd name="T29" fmla="*/ 1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 h="21">
                  <a:moveTo>
                    <a:pt x="8" y="11"/>
                  </a:moveTo>
                  <a:cubicBezTo>
                    <a:pt x="5" y="13"/>
                    <a:pt x="3" y="15"/>
                    <a:pt x="1" y="17"/>
                  </a:cubicBezTo>
                  <a:cubicBezTo>
                    <a:pt x="1" y="17"/>
                    <a:pt x="0" y="17"/>
                    <a:pt x="0" y="17"/>
                  </a:cubicBezTo>
                  <a:cubicBezTo>
                    <a:pt x="0" y="18"/>
                    <a:pt x="0" y="19"/>
                    <a:pt x="0" y="20"/>
                  </a:cubicBezTo>
                  <a:cubicBezTo>
                    <a:pt x="1" y="21"/>
                    <a:pt x="2" y="21"/>
                    <a:pt x="3" y="20"/>
                  </a:cubicBezTo>
                  <a:cubicBezTo>
                    <a:pt x="3" y="20"/>
                    <a:pt x="3" y="20"/>
                    <a:pt x="3" y="20"/>
                  </a:cubicBezTo>
                  <a:cubicBezTo>
                    <a:pt x="6" y="18"/>
                    <a:pt x="8" y="16"/>
                    <a:pt x="10" y="14"/>
                  </a:cubicBezTo>
                  <a:cubicBezTo>
                    <a:pt x="13" y="12"/>
                    <a:pt x="14" y="9"/>
                    <a:pt x="16" y="7"/>
                  </a:cubicBezTo>
                  <a:cubicBezTo>
                    <a:pt x="19" y="3"/>
                    <a:pt x="19" y="3"/>
                    <a:pt x="19" y="3"/>
                  </a:cubicBezTo>
                  <a:cubicBezTo>
                    <a:pt x="19" y="3"/>
                    <a:pt x="19" y="3"/>
                    <a:pt x="19" y="3"/>
                  </a:cubicBezTo>
                  <a:cubicBezTo>
                    <a:pt x="20" y="2"/>
                    <a:pt x="20" y="1"/>
                    <a:pt x="19" y="0"/>
                  </a:cubicBezTo>
                  <a:cubicBezTo>
                    <a:pt x="18" y="0"/>
                    <a:pt x="17" y="0"/>
                    <a:pt x="16" y="0"/>
                  </a:cubicBezTo>
                  <a:cubicBezTo>
                    <a:pt x="16" y="1"/>
                    <a:pt x="16" y="1"/>
                    <a:pt x="16" y="1"/>
                  </a:cubicBezTo>
                  <a:cubicBezTo>
                    <a:pt x="13" y="5"/>
                    <a:pt x="13" y="5"/>
                    <a:pt x="13" y="5"/>
                  </a:cubicBezTo>
                  <a:cubicBezTo>
                    <a:pt x="11" y="7"/>
                    <a:pt x="10" y="9"/>
                    <a:pt x="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grpSp>
      <p:sp>
        <p:nvSpPr>
          <p:cNvPr id="115" name="TextBox 114">
            <a:extLst>
              <a:ext uri="{FF2B5EF4-FFF2-40B4-BE49-F238E27FC236}">
                <a16:creationId xmlns:a16="http://schemas.microsoft.com/office/drawing/2014/main" id="{84E45AC7-2B56-4BE5-88F9-3DFAA3884CFF}"/>
              </a:ext>
            </a:extLst>
          </p:cNvPr>
          <p:cNvSpPr txBox="1"/>
          <p:nvPr/>
        </p:nvSpPr>
        <p:spPr>
          <a:xfrm>
            <a:off x="1245908" y="5236792"/>
            <a:ext cx="1292341" cy="707886"/>
          </a:xfrm>
          <a:prstGeom prst="rect">
            <a:avLst/>
          </a:prstGeom>
          <a:noFill/>
        </p:spPr>
        <p:txBody>
          <a:bodyPr wrap="none" rtlCol="0">
            <a:spAutoFit/>
          </a:bodyPr>
          <a:lstStyle/>
          <a:p>
            <a:r>
              <a:rPr lang="id-ID" sz="4000" b="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68%</a:t>
            </a:r>
          </a:p>
        </p:txBody>
      </p:sp>
      <p:sp>
        <p:nvSpPr>
          <p:cNvPr id="116" name="Rectangle 115">
            <a:extLst>
              <a:ext uri="{FF2B5EF4-FFF2-40B4-BE49-F238E27FC236}">
                <a16:creationId xmlns:a16="http://schemas.microsoft.com/office/drawing/2014/main" id="{1C56D9A7-46EB-4019-937F-7ABE2515C608}"/>
              </a:ext>
            </a:extLst>
          </p:cNvPr>
          <p:cNvSpPr/>
          <p:nvPr/>
        </p:nvSpPr>
        <p:spPr>
          <a:xfrm>
            <a:off x="1355457" y="2449123"/>
            <a:ext cx="3303595" cy="470065"/>
          </a:xfrm>
          <a:prstGeom prst="rect">
            <a:avLst/>
          </a:prstGeom>
        </p:spPr>
        <p:txBody>
          <a:bodyPr wrap="square">
            <a:spAutoFit/>
          </a:bodyPr>
          <a:lstStyle/>
          <a:p>
            <a:pPr>
              <a:lnSpc>
                <a:spcPct val="80000"/>
              </a:lnSpc>
            </a:pPr>
            <a:r>
              <a:rPr lang="id-ID" sz="3000">
                <a:latin typeface="思源黑体 CN Medium" panose="020B0600000000000000" pitchFamily="34" charset="-122"/>
                <a:ea typeface="思源黑体 CN Medium" panose="020B0600000000000000" pitchFamily="34" charset="-122"/>
                <a:cs typeface="Lato Heavy" panose="020F0502020204030203" pitchFamily="34" charset="0"/>
                <a:sym typeface="思源黑体 CN Medium" panose="020B0600000000000000" pitchFamily="34" charset="-122"/>
              </a:rPr>
              <a:t>New </a:t>
            </a:r>
            <a:r>
              <a:rPr lang="en-US" sz="3000">
                <a:latin typeface="思源黑体 CN Medium" panose="020B0600000000000000" pitchFamily="34" charset="-122"/>
                <a:ea typeface="思源黑体 CN Medium" panose="020B0600000000000000" pitchFamily="34" charset="-122"/>
                <a:cs typeface="Lato Heavy" panose="020F0502020204030203" pitchFamily="34" charset="0"/>
                <a:sym typeface="思源黑体 CN Medium" panose="020B0600000000000000" pitchFamily="34" charset="-122"/>
              </a:rPr>
              <a:t>Project</a:t>
            </a:r>
            <a:endParaRPr lang="id-ID" sz="3000">
              <a:latin typeface="思源黑体 CN Medium" panose="020B0600000000000000" pitchFamily="34" charset="-122"/>
              <a:ea typeface="思源黑体 CN Medium" panose="020B0600000000000000" pitchFamily="34" charset="-122"/>
              <a:cs typeface="Lato Heavy" panose="020F0502020204030203" pitchFamily="34" charset="0"/>
              <a:sym typeface="思源黑体 CN Medium" panose="020B0600000000000000" pitchFamily="34" charset="-122"/>
            </a:endParaRPr>
          </a:p>
        </p:txBody>
      </p:sp>
      <p:sp>
        <p:nvSpPr>
          <p:cNvPr id="117" name="TextBox 7">
            <a:extLst>
              <a:ext uri="{FF2B5EF4-FFF2-40B4-BE49-F238E27FC236}">
                <a16:creationId xmlns:a16="http://schemas.microsoft.com/office/drawing/2014/main" id="{22DB467F-7905-4476-8BF8-E6CBE640FF18}"/>
              </a:ext>
            </a:extLst>
          </p:cNvPr>
          <p:cNvSpPr txBox="1">
            <a:spLocks noChangeArrowheads="1"/>
          </p:cNvSpPr>
          <p:nvPr/>
        </p:nvSpPr>
        <p:spPr bwMode="auto">
          <a:xfrm flipH="1">
            <a:off x="2571426" y="5383297"/>
            <a:ext cx="2968157" cy="107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nSpc>
                <a:spcPct val="150000"/>
              </a:lnSpc>
            </a:pP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Lorem ipsum dolor sit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amet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consectetur</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adipiscing</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elit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sed</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do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eiusmod</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tempor</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incididunt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ut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labore</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et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dolore</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magna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aliqua</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p>
        </p:txBody>
      </p:sp>
      <p:sp>
        <p:nvSpPr>
          <p:cNvPr id="118" name="Title 1">
            <a:extLst>
              <a:ext uri="{FF2B5EF4-FFF2-40B4-BE49-F238E27FC236}">
                <a16:creationId xmlns:a16="http://schemas.microsoft.com/office/drawing/2014/main" id="{4DA8D3AB-9264-4465-BA19-F43CA16C6AA9}"/>
              </a:ext>
            </a:extLst>
          </p:cNvPr>
          <p:cNvSpPr txBox="1">
            <a:spLocks/>
          </p:cNvSpPr>
          <p:nvPr/>
        </p:nvSpPr>
        <p:spPr>
          <a:xfrm>
            <a:off x="7682003" y="649273"/>
            <a:ext cx="3687304" cy="562527"/>
          </a:xfrm>
          <a:prstGeom prst="rect">
            <a:avLst/>
          </a:prstGeom>
        </p:spPr>
        <p:txBody>
          <a:bodyPr lIns="0" tIns="0" rIns="0" bIns="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id-ID" sz="3000">
                <a:latin typeface="思源黑体 CN Medium" panose="020B0600000000000000" pitchFamily="34" charset="-122"/>
                <a:ea typeface="思源黑体 CN Medium" panose="020B0600000000000000" pitchFamily="34" charset="-122"/>
                <a:cs typeface="Lato Heavy" panose="020F0502020204030203" pitchFamily="34" charset="0"/>
                <a:sym typeface="思源黑体 CN Medium" panose="020B0600000000000000" pitchFamily="34" charset="-122"/>
              </a:rPr>
              <a:t>Business Process</a:t>
            </a:r>
          </a:p>
        </p:txBody>
      </p:sp>
      <p:cxnSp>
        <p:nvCxnSpPr>
          <p:cNvPr id="119" name="Straight Connector 118">
            <a:extLst>
              <a:ext uri="{FF2B5EF4-FFF2-40B4-BE49-F238E27FC236}">
                <a16:creationId xmlns:a16="http://schemas.microsoft.com/office/drawing/2014/main" id="{C63579CE-154E-462C-AA1A-CF2BF46E7BCA}"/>
              </a:ext>
            </a:extLst>
          </p:cNvPr>
          <p:cNvCxnSpPr>
            <a:cxnSpLocks/>
          </p:cNvCxnSpPr>
          <p:nvPr/>
        </p:nvCxnSpPr>
        <p:spPr>
          <a:xfrm>
            <a:off x="10144028" y="1176102"/>
            <a:ext cx="1225279"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20" name="TextBox 13">
            <a:extLst>
              <a:ext uri="{FF2B5EF4-FFF2-40B4-BE49-F238E27FC236}">
                <a16:creationId xmlns:a16="http://schemas.microsoft.com/office/drawing/2014/main" id="{85CA1464-460D-4BE5-961E-4A389F8F5F41}"/>
              </a:ext>
            </a:extLst>
          </p:cNvPr>
          <p:cNvSpPr txBox="1"/>
          <p:nvPr/>
        </p:nvSpPr>
        <p:spPr>
          <a:xfrm flipH="1">
            <a:off x="6096000" y="1220284"/>
            <a:ext cx="5273307" cy="525016"/>
          </a:xfrm>
          <a:prstGeom prst="rect">
            <a:avLst/>
          </a:prstGeom>
          <a:noFill/>
          <a:ln>
            <a:noFill/>
          </a:ln>
        </p:spPr>
        <p:txBody>
          <a:bodyPr wrap="square" lIns="0" tIns="0" rIns="0" bIns="0">
            <a:spAutoFit/>
          </a:bodyPr>
          <a:lstStyle/>
          <a:p>
            <a:pPr algn="r">
              <a:lnSpc>
                <a:spcPct val="150000"/>
              </a:lnSpc>
            </a:pP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Lorem ipsum dolor sit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amet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consectetur</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adipiscing</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elit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sed</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do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eiusmod</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tempor</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incididunt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ut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labore</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et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dolore</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magna</a:t>
            </a:r>
          </a:p>
        </p:txBody>
      </p:sp>
      <p:grpSp>
        <p:nvGrpSpPr>
          <p:cNvPr id="121" name="Group 2_1">
            <a:extLst>
              <a:ext uri="{FF2B5EF4-FFF2-40B4-BE49-F238E27FC236}">
                <a16:creationId xmlns:a16="http://schemas.microsoft.com/office/drawing/2014/main" id="{48178850-976A-4AFD-A8F3-0922D165D3DF}"/>
              </a:ext>
            </a:extLst>
          </p:cNvPr>
          <p:cNvGrpSpPr/>
          <p:nvPr/>
        </p:nvGrpSpPr>
        <p:grpSpPr>
          <a:xfrm>
            <a:off x="0" y="0"/>
            <a:ext cx="1751115" cy="1097152"/>
            <a:chOff x="0" y="0"/>
            <a:chExt cx="1751115" cy="1097152"/>
          </a:xfrm>
        </p:grpSpPr>
        <p:grpSp>
          <p:nvGrpSpPr>
            <p:cNvPr id="122" name="组合 121">
              <a:extLst>
                <a:ext uri="{FF2B5EF4-FFF2-40B4-BE49-F238E27FC236}">
                  <a16:creationId xmlns:a16="http://schemas.microsoft.com/office/drawing/2014/main" id="{6E4AF22F-A5D3-49DA-B32D-0B35A80DB348}"/>
                </a:ext>
              </a:extLst>
            </p:cNvPr>
            <p:cNvGrpSpPr/>
            <p:nvPr/>
          </p:nvGrpSpPr>
          <p:grpSpPr>
            <a:xfrm>
              <a:off x="0" y="0"/>
              <a:ext cx="1751115" cy="1097152"/>
              <a:chOff x="-1832690" y="-1312191"/>
              <a:chExt cx="4302458" cy="3292533"/>
            </a:xfrm>
          </p:grpSpPr>
          <p:pic>
            <p:nvPicPr>
              <p:cNvPr id="124" name="PA-图片 2">
                <a:extLst>
                  <a:ext uri="{FF2B5EF4-FFF2-40B4-BE49-F238E27FC236}">
                    <a16:creationId xmlns:a16="http://schemas.microsoft.com/office/drawing/2014/main" id="{D06ACB9E-7688-43E6-A712-63B2D4D9B2FE}"/>
                  </a:ext>
                </a:extLst>
              </p:cNvPr>
              <p:cNvPicPr>
                <a:picLocks noChangeAspect="1"/>
              </p:cNvPicPr>
              <p:nvPr>
                <p:custDataLst>
                  <p:tags r:id="rId2"/>
                </p:custDataLst>
              </p:nvPr>
            </p:nvPicPr>
            <p:blipFill rotWithShape="1">
              <a:blip r:embed="rId6" cstate="print">
                <a:extLst>
                  <a:ext uri="{28A0092B-C50C-407E-A947-70E740481C1C}">
                    <a14:useLocalDpi xmlns:a14="http://schemas.microsoft.com/office/drawing/2010/main" val="0"/>
                  </a:ext>
                </a:extLst>
              </a:blip>
              <a:srcRect l="15664" t="61151"/>
              <a:stretch/>
            </p:blipFill>
            <p:spPr>
              <a:xfrm>
                <a:off x="-1832690" y="-1312191"/>
                <a:ext cx="4302458" cy="2664265"/>
              </a:xfrm>
              <a:prstGeom prst="rect">
                <a:avLst/>
              </a:prstGeom>
            </p:spPr>
          </p:pic>
          <p:pic>
            <p:nvPicPr>
              <p:cNvPr id="125" name="PA-图片 7">
                <a:extLst>
                  <a:ext uri="{FF2B5EF4-FFF2-40B4-BE49-F238E27FC236}">
                    <a16:creationId xmlns:a16="http://schemas.microsoft.com/office/drawing/2014/main" id="{E8AF9738-80BA-443C-9F7B-BE711698E594}"/>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975373" y="1127025"/>
                <a:ext cx="775743" cy="853317"/>
              </a:xfrm>
              <a:prstGeom prst="rect">
                <a:avLst/>
              </a:prstGeom>
            </p:spPr>
          </p:pic>
        </p:grpSp>
        <p:sp>
          <p:nvSpPr>
            <p:cNvPr id="123" name="PA-矩形8435759">
              <a:extLst>
                <a:ext uri="{FF2B5EF4-FFF2-40B4-BE49-F238E27FC236}">
                  <a16:creationId xmlns:a16="http://schemas.microsoft.com/office/drawing/2014/main" id="{DF0F84F5-32CF-47F6-97E3-1659F0654A44}"/>
                </a:ext>
              </a:extLst>
            </p:cNvPr>
            <p:cNvSpPr/>
            <p:nvPr>
              <p:custDataLst>
                <p:tags r:id="rId1"/>
              </p:custDataLst>
            </p:nvPr>
          </p:nvSpPr>
          <p:spPr>
            <a:xfrm>
              <a:off x="60033" y="136009"/>
              <a:ext cx="1398588" cy="400110"/>
            </a:xfrm>
            <a:prstGeom prst="rect">
              <a:avLst/>
            </a:prstGeom>
          </p:spPr>
          <p:txBody>
            <a:bodyPr wrap="none">
              <a:spAutoFit/>
            </a:bodyPr>
            <a:lstStyle/>
            <a:p>
              <a:r>
                <a:rPr lang="en-US" altLang="zh-CN" sz="2000" dirty="0">
                  <a:latin typeface="思源黑体 CN Medium" panose="020B0600000000000000" pitchFamily="34" charset="-122"/>
                  <a:ea typeface="思源黑体 CN Medium" panose="020B0600000000000000" pitchFamily="34" charset="-122"/>
                  <a:sym typeface="思源黑体" panose="020B0400000000000000" pitchFamily="34" charset="-122"/>
                </a:rPr>
                <a:t>Enter title</a:t>
              </a:r>
              <a:endParaRPr lang="zh-CN" altLang="en-US" sz="2000" dirty="0">
                <a:latin typeface="思源黑体 CN Medium" panose="020B0600000000000000" pitchFamily="34" charset="-122"/>
                <a:ea typeface="思源黑体 CN Medium" panose="020B0600000000000000" pitchFamily="34" charset="-122"/>
              </a:endParaRPr>
            </a:p>
          </p:txBody>
        </p:sp>
      </p:grpSp>
    </p:spTree>
    <p:extLst>
      <p:ext uri="{BB962C8B-B14F-4D97-AF65-F5344CB8AC3E}">
        <p14:creationId xmlns:p14="http://schemas.microsoft.com/office/powerpoint/2010/main" val="279562129"/>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110"/>
                                        </p:tgtEl>
                                        <p:attrNameLst>
                                          <p:attrName>style.visibility</p:attrName>
                                        </p:attrNameLst>
                                      </p:cBhvr>
                                      <p:to>
                                        <p:strVal val="visible"/>
                                      </p:to>
                                    </p:set>
                                    <p:anim calcmode="lin" valueType="num">
                                      <p:cBhvr>
                                        <p:cTn id="11" dur="500" fill="hold"/>
                                        <p:tgtEl>
                                          <p:spTgt spid="110"/>
                                        </p:tgtEl>
                                        <p:attrNameLst>
                                          <p:attrName>ppt_w</p:attrName>
                                        </p:attrNameLst>
                                      </p:cBhvr>
                                      <p:tavLst>
                                        <p:tav tm="0">
                                          <p:val>
                                            <p:fltVal val="0"/>
                                          </p:val>
                                        </p:tav>
                                        <p:tav tm="100000">
                                          <p:val>
                                            <p:strVal val="#ppt_w"/>
                                          </p:val>
                                        </p:tav>
                                      </p:tavLst>
                                    </p:anim>
                                    <p:anim calcmode="lin" valueType="num">
                                      <p:cBhvr>
                                        <p:cTn id="12" dur="500" fill="hold"/>
                                        <p:tgtEl>
                                          <p:spTgt spid="110"/>
                                        </p:tgtEl>
                                        <p:attrNameLst>
                                          <p:attrName>ppt_h</p:attrName>
                                        </p:attrNameLst>
                                      </p:cBhvr>
                                      <p:tavLst>
                                        <p:tav tm="0">
                                          <p:val>
                                            <p:fltVal val="0"/>
                                          </p:val>
                                        </p:tav>
                                        <p:tav tm="100000">
                                          <p:val>
                                            <p:strVal val="#ppt_h"/>
                                          </p:val>
                                        </p:tav>
                                      </p:tavLst>
                                    </p:anim>
                                    <p:animEffect transition="in" filter="fade">
                                      <p:cBhvr>
                                        <p:cTn id="13" dur="500"/>
                                        <p:tgtEl>
                                          <p:spTgt spid="110"/>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115"/>
                                        </p:tgtEl>
                                        <p:attrNameLst>
                                          <p:attrName>style.visibility</p:attrName>
                                        </p:attrNameLst>
                                      </p:cBhvr>
                                      <p:to>
                                        <p:strVal val="visible"/>
                                      </p:to>
                                    </p:set>
                                    <p:animEffect transition="in" filter="fade">
                                      <p:cBhvr>
                                        <p:cTn id="17" dur="500"/>
                                        <p:tgtEl>
                                          <p:spTgt spid="115"/>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117"/>
                                        </p:tgtEl>
                                        <p:attrNameLst>
                                          <p:attrName>style.visibility</p:attrName>
                                        </p:attrNameLst>
                                      </p:cBhvr>
                                      <p:to>
                                        <p:strVal val="visible"/>
                                      </p:to>
                                    </p:set>
                                    <p:animEffect transition="in" filter="barn(inVertical)">
                                      <p:cBhvr>
                                        <p:cTn id="20" dur="5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p:bldP spid="1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E8ABCE0-ADD6-4B7D-BBCE-08EF0654BE8C}"/>
              </a:ext>
            </a:extLst>
          </p:cNvPr>
          <p:cNvGrpSpPr/>
          <p:nvPr/>
        </p:nvGrpSpPr>
        <p:grpSpPr>
          <a:xfrm>
            <a:off x="961263" y="2148217"/>
            <a:ext cx="3509137" cy="4038549"/>
            <a:chOff x="4538663" y="1341438"/>
            <a:chExt cx="3114675" cy="3584575"/>
          </a:xfrm>
        </p:grpSpPr>
        <p:sp>
          <p:nvSpPr>
            <p:cNvPr id="3" name="Freeform 1291">
              <a:extLst>
                <a:ext uri="{FF2B5EF4-FFF2-40B4-BE49-F238E27FC236}">
                  <a16:creationId xmlns:a16="http://schemas.microsoft.com/office/drawing/2014/main" id="{46FA3B8B-6C44-46DE-9A3B-6A8C6A4FAE22}"/>
                </a:ext>
              </a:extLst>
            </p:cNvPr>
            <p:cNvSpPr>
              <a:spLocks/>
            </p:cNvSpPr>
            <p:nvPr/>
          </p:nvSpPr>
          <p:spPr bwMode="auto">
            <a:xfrm>
              <a:off x="5338763" y="1858963"/>
              <a:ext cx="1136650" cy="2438400"/>
            </a:xfrm>
            <a:custGeom>
              <a:avLst/>
              <a:gdLst>
                <a:gd name="T0" fmla="*/ 716 w 716"/>
                <a:gd name="T1" fmla="*/ 1380 h 1536"/>
                <a:gd name="T2" fmla="*/ 712 w 716"/>
                <a:gd name="T3" fmla="*/ 1392 h 1536"/>
                <a:gd name="T4" fmla="*/ 708 w 716"/>
                <a:gd name="T5" fmla="*/ 1420 h 1536"/>
                <a:gd name="T6" fmla="*/ 700 w 716"/>
                <a:gd name="T7" fmla="*/ 1436 h 1536"/>
                <a:gd name="T8" fmla="*/ 692 w 716"/>
                <a:gd name="T9" fmla="*/ 1444 h 1536"/>
                <a:gd name="T10" fmla="*/ 616 w 716"/>
                <a:gd name="T11" fmla="*/ 1482 h 1536"/>
                <a:gd name="T12" fmla="*/ 522 w 716"/>
                <a:gd name="T13" fmla="*/ 1514 h 1536"/>
                <a:gd name="T14" fmla="*/ 446 w 716"/>
                <a:gd name="T15" fmla="*/ 1530 h 1536"/>
                <a:gd name="T16" fmla="*/ 392 w 716"/>
                <a:gd name="T17" fmla="*/ 1536 h 1536"/>
                <a:gd name="T18" fmla="*/ 340 w 716"/>
                <a:gd name="T19" fmla="*/ 1534 h 1536"/>
                <a:gd name="T20" fmla="*/ 312 w 716"/>
                <a:gd name="T21" fmla="*/ 1532 h 1536"/>
                <a:gd name="T22" fmla="*/ 258 w 716"/>
                <a:gd name="T23" fmla="*/ 1518 h 1536"/>
                <a:gd name="T24" fmla="*/ 208 w 716"/>
                <a:gd name="T25" fmla="*/ 1498 h 1536"/>
                <a:gd name="T26" fmla="*/ 188 w 716"/>
                <a:gd name="T27" fmla="*/ 1486 h 1536"/>
                <a:gd name="T28" fmla="*/ 160 w 716"/>
                <a:gd name="T29" fmla="*/ 1336 h 1536"/>
                <a:gd name="T30" fmla="*/ 98 w 716"/>
                <a:gd name="T31" fmla="*/ 978 h 1536"/>
                <a:gd name="T32" fmla="*/ 34 w 716"/>
                <a:gd name="T33" fmla="*/ 550 h 1536"/>
                <a:gd name="T34" fmla="*/ 12 w 716"/>
                <a:gd name="T35" fmla="*/ 350 h 1536"/>
                <a:gd name="T36" fmla="*/ 0 w 716"/>
                <a:gd name="T37" fmla="*/ 184 h 1536"/>
                <a:gd name="T38" fmla="*/ 0 w 716"/>
                <a:gd name="T39" fmla="*/ 142 h 1536"/>
                <a:gd name="T40" fmla="*/ 4 w 716"/>
                <a:gd name="T41" fmla="*/ 76 h 1536"/>
                <a:gd name="T42" fmla="*/ 8 w 716"/>
                <a:gd name="T43" fmla="*/ 50 h 1536"/>
                <a:gd name="T44" fmla="*/ 114 w 716"/>
                <a:gd name="T45" fmla="*/ 42 h 1536"/>
                <a:gd name="T46" fmla="*/ 134 w 716"/>
                <a:gd name="T47" fmla="*/ 40 h 1536"/>
                <a:gd name="T48" fmla="*/ 492 w 716"/>
                <a:gd name="T49" fmla="*/ 12 h 1536"/>
                <a:gd name="T50" fmla="*/ 526 w 716"/>
                <a:gd name="T51" fmla="*/ 10 h 1536"/>
                <a:gd name="T52" fmla="*/ 656 w 716"/>
                <a:gd name="T53" fmla="*/ 0 h 1536"/>
                <a:gd name="T54" fmla="*/ 666 w 716"/>
                <a:gd name="T55" fmla="*/ 50 h 1536"/>
                <a:gd name="T56" fmla="*/ 676 w 716"/>
                <a:gd name="T57" fmla="*/ 120 h 1536"/>
                <a:gd name="T58" fmla="*/ 688 w 716"/>
                <a:gd name="T59" fmla="*/ 272 h 1536"/>
                <a:gd name="T60" fmla="*/ 696 w 716"/>
                <a:gd name="T61" fmla="*/ 454 h 1536"/>
                <a:gd name="T62" fmla="*/ 706 w 716"/>
                <a:gd name="T63" fmla="*/ 852 h 1536"/>
                <a:gd name="T64" fmla="*/ 712 w 716"/>
                <a:gd name="T65" fmla="*/ 1316 h 1536"/>
                <a:gd name="T66" fmla="*/ 716 w 716"/>
                <a:gd name="T67" fmla="*/ 1380 h 1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16" h="1536">
                  <a:moveTo>
                    <a:pt x="716" y="1380"/>
                  </a:moveTo>
                  <a:lnTo>
                    <a:pt x="716" y="1380"/>
                  </a:lnTo>
                  <a:lnTo>
                    <a:pt x="714" y="1384"/>
                  </a:lnTo>
                  <a:lnTo>
                    <a:pt x="712" y="1392"/>
                  </a:lnTo>
                  <a:lnTo>
                    <a:pt x="710" y="1410"/>
                  </a:lnTo>
                  <a:lnTo>
                    <a:pt x="708" y="1420"/>
                  </a:lnTo>
                  <a:lnTo>
                    <a:pt x="706" y="1428"/>
                  </a:lnTo>
                  <a:lnTo>
                    <a:pt x="700" y="1436"/>
                  </a:lnTo>
                  <a:lnTo>
                    <a:pt x="692" y="1444"/>
                  </a:lnTo>
                  <a:lnTo>
                    <a:pt x="692" y="1444"/>
                  </a:lnTo>
                  <a:lnTo>
                    <a:pt x="656" y="1464"/>
                  </a:lnTo>
                  <a:lnTo>
                    <a:pt x="616" y="1482"/>
                  </a:lnTo>
                  <a:lnTo>
                    <a:pt x="572" y="1500"/>
                  </a:lnTo>
                  <a:lnTo>
                    <a:pt x="522" y="1514"/>
                  </a:lnTo>
                  <a:lnTo>
                    <a:pt x="472" y="1526"/>
                  </a:lnTo>
                  <a:lnTo>
                    <a:pt x="446" y="1530"/>
                  </a:lnTo>
                  <a:lnTo>
                    <a:pt x="418" y="1534"/>
                  </a:lnTo>
                  <a:lnTo>
                    <a:pt x="392" y="1536"/>
                  </a:lnTo>
                  <a:lnTo>
                    <a:pt x="366" y="1536"/>
                  </a:lnTo>
                  <a:lnTo>
                    <a:pt x="340" y="1534"/>
                  </a:lnTo>
                  <a:lnTo>
                    <a:pt x="312" y="1532"/>
                  </a:lnTo>
                  <a:lnTo>
                    <a:pt x="312" y="1532"/>
                  </a:lnTo>
                  <a:lnTo>
                    <a:pt x="286" y="1526"/>
                  </a:lnTo>
                  <a:lnTo>
                    <a:pt x="258" y="1518"/>
                  </a:lnTo>
                  <a:lnTo>
                    <a:pt x="232" y="1510"/>
                  </a:lnTo>
                  <a:lnTo>
                    <a:pt x="208" y="1498"/>
                  </a:lnTo>
                  <a:lnTo>
                    <a:pt x="208" y="1498"/>
                  </a:lnTo>
                  <a:lnTo>
                    <a:pt x="188" y="1486"/>
                  </a:lnTo>
                  <a:lnTo>
                    <a:pt x="188" y="1486"/>
                  </a:lnTo>
                  <a:lnTo>
                    <a:pt x="160" y="1336"/>
                  </a:lnTo>
                  <a:lnTo>
                    <a:pt x="132" y="1174"/>
                  </a:lnTo>
                  <a:lnTo>
                    <a:pt x="98" y="978"/>
                  </a:lnTo>
                  <a:lnTo>
                    <a:pt x="64" y="764"/>
                  </a:lnTo>
                  <a:lnTo>
                    <a:pt x="34" y="550"/>
                  </a:lnTo>
                  <a:lnTo>
                    <a:pt x="22" y="446"/>
                  </a:lnTo>
                  <a:lnTo>
                    <a:pt x="12" y="350"/>
                  </a:lnTo>
                  <a:lnTo>
                    <a:pt x="4" y="262"/>
                  </a:lnTo>
                  <a:lnTo>
                    <a:pt x="0" y="184"/>
                  </a:lnTo>
                  <a:lnTo>
                    <a:pt x="0" y="184"/>
                  </a:lnTo>
                  <a:lnTo>
                    <a:pt x="0" y="142"/>
                  </a:lnTo>
                  <a:lnTo>
                    <a:pt x="0" y="106"/>
                  </a:lnTo>
                  <a:lnTo>
                    <a:pt x="4" y="76"/>
                  </a:lnTo>
                  <a:lnTo>
                    <a:pt x="8" y="50"/>
                  </a:lnTo>
                  <a:lnTo>
                    <a:pt x="8" y="50"/>
                  </a:lnTo>
                  <a:lnTo>
                    <a:pt x="114" y="42"/>
                  </a:lnTo>
                  <a:lnTo>
                    <a:pt x="114" y="42"/>
                  </a:lnTo>
                  <a:lnTo>
                    <a:pt x="134" y="40"/>
                  </a:lnTo>
                  <a:lnTo>
                    <a:pt x="134" y="40"/>
                  </a:lnTo>
                  <a:lnTo>
                    <a:pt x="492" y="12"/>
                  </a:lnTo>
                  <a:lnTo>
                    <a:pt x="492" y="12"/>
                  </a:lnTo>
                  <a:lnTo>
                    <a:pt x="526" y="10"/>
                  </a:lnTo>
                  <a:lnTo>
                    <a:pt x="526" y="10"/>
                  </a:lnTo>
                  <a:lnTo>
                    <a:pt x="656" y="0"/>
                  </a:lnTo>
                  <a:lnTo>
                    <a:pt x="656" y="0"/>
                  </a:lnTo>
                  <a:lnTo>
                    <a:pt x="660" y="22"/>
                  </a:lnTo>
                  <a:lnTo>
                    <a:pt x="666" y="50"/>
                  </a:lnTo>
                  <a:lnTo>
                    <a:pt x="676" y="120"/>
                  </a:lnTo>
                  <a:lnTo>
                    <a:pt x="676" y="120"/>
                  </a:lnTo>
                  <a:lnTo>
                    <a:pt x="682" y="192"/>
                  </a:lnTo>
                  <a:lnTo>
                    <a:pt x="688" y="272"/>
                  </a:lnTo>
                  <a:lnTo>
                    <a:pt x="692" y="360"/>
                  </a:lnTo>
                  <a:lnTo>
                    <a:pt x="696" y="454"/>
                  </a:lnTo>
                  <a:lnTo>
                    <a:pt x="702" y="652"/>
                  </a:lnTo>
                  <a:lnTo>
                    <a:pt x="706" y="852"/>
                  </a:lnTo>
                  <a:lnTo>
                    <a:pt x="710" y="1198"/>
                  </a:lnTo>
                  <a:lnTo>
                    <a:pt x="712" y="1316"/>
                  </a:lnTo>
                  <a:lnTo>
                    <a:pt x="714" y="1356"/>
                  </a:lnTo>
                  <a:lnTo>
                    <a:pt x="716" y="1380"/>
                  </a:lnTo>
                  <a:close/>
                </a:path>
              </a:pathLst>
            </a:custGeom>
            <a:solidFill>
              <a:srgbClr val="F79E64"/>
            </a:solidFill>
            <a:ln>
              <a:noFill/>
            </a:ln>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 name="Freeform 1296">
              <a:extLst>
                <a:ext uri="{FF2B5EF4-FFF2-40B4-BE49-F238E27FC236}">
                  <a16:creationId xmlns:a16="http://schemas.microsoft.com/office/drawing/2014/main" id="{180CD72C-3A3A-4D3C-8083-DAA3EACE984E}"/>
                </a:ext>
              </a:extLst>
            </p:cNvPr>
            <p:cNvSpPr>
              <a:spLocks/>
            </p:cNvSpPr>
            <p:nvPr/>
          </p:nvSpPr>
          <p:spPr bwMode="auto">
            <a:xfrm>
              <a:off x="5395913" y="2773363"/>
              <a:ext cx="1114425" cy="1257300"/>
            </a:xfrm>
            <a:custGeom>
              <a:avLst/>
              <a:gdLst>
                <a:gd name="T0" fmla="*/ 666 w 702"/>
                <a:gd name="T1" fmla="*/ 0 h 792"/>
                <a:gd name="T2" fmla="*/ 666 w 702"/>
                <a:gd name="T3" fmla="*/ 0 h 792"/>
                <a:gd name="T4" fmla="*/ 672 w 702"/>
                <a:gd name="T5" fmla="*/ 64 h 792"/>
                <a:gd name="T6" fmla="*/ 678 w 702"/>
                <a:gd name="T7" fmla="*/ 156 h 792"/>
                <a:gd name="T8" fmla="*/ 690 w 702"/>
                <a:gd name="T9" fmla="*/ 386 h 792"/>
                <a:gd name="T10" fmla="*/ 700 w 702"/>
                <a:gd name="T11" fmla="*/ 596 h 792"/>
                <a:gd name="T12" fmla="*/ 702 w 702"/>
                <a:gd name="T13" fmla="*/ 664 h 792"/>
                <a:gd name="T14" fmla="*/ 702 w 702"/>
                <a:gd name="T15" fmla="*/ 690 h 792"/>
                <a:gd name="T16" fmla="*/ 98 w 702"/>
                <a:gd name="T17" fmla="*/ 792 h 792"/>
                <a:gd name="T18" fmla="*/ 98 w 702"/>
                <a:gd name="T19" fmla="*/ 792 h 792"/>
                <a:gd name="T20" fmla="*/ 94 w 702"/>
                <a:gd name="T21" fmla="*/ 754 h 792"/>
                <a:gd name="T22" fmla="*/ 82 w 702"/>
                <a:gd name="T23" fmla="*/ 672 h 792"/>
                <a:gd name="T24" fmla="*/ 46 w 702"/>
                <a:gd name="T25" fmla="*/ 430 h 792"/>
                <a:gd name="T26" fmla="*/ 26 w 702"/>
                <a:gd name="T27" fmla="*/ 302 h 792"/>
                <a:gd name="T28" fmla="*/ 12 w 702"/>
                <a:gd name="T29" fmla="*/ 186 h 792"/>
                <a:gd name="T30" fmla="*/ 2 w 702"/>
                <a:gd name="T31" fmla="*/ 100 h 792"/>
                <a:gd name="T32" fmla="*/ 0 w 702"/>
                <a:gd name="T33" fmla="*/ 72 h 792"/>
                <a:gd name="T34" fmla="*/ 0 w 702"/>
                <a:gd name="T35" fmla="*/ 58 h 792"/>
                <a:gd name="T36" fmla="*/ 502 w 702"/>
                <a:gd name="T37" fmla="*/ 152 h 792"/>
                <a:gd name="T38" fmla="*/ 666 w 702"/>
                <a:gd name="T39" fmla="*/ 0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02" h="792">
                  <a:moveTo>
                    <a:pt x="666" y="0"/>
                  </a:moveTo>
                  <a:lnTo>
                    <a:pt x="666" y="0"/>
                  </a:lnTo>
                  <a:lnTo>
                    <a:pt x="672" y="64"/>
                  </a:lnTo>
                  <a:lnTo>
                    <a:pt x="678" y="156"/>
                  </a:lnTo>
                  <a:lnTo>
                    <a:pt x="690" y="386"/>
                  </a:lnTo>
                  <a:lnTo>
                    <a:pt x="700" y="596"/>
                  </a:lnTo>
                  <a:lnTo>
                    <a:pt x="702" y="664"/>
                  </a:lnTo>
                  <a:lnTo>
                    <a:pt x="702" y="690"/>
                  </a:lnTo>
                  <a:lnTo>
                    <a:pt x="98" y="792"/>
                  </a:lnTo>
                  <a:lnTo>
                    <a:pt x="98" y="792"/>
                  </a:lnTo>
                  <a:lnTo>
                    <a:pt x="94" y="754"/>
                  </a:lnTo>
                  <a:lnTo>
                    <a:pt x="82" y="672"/>
                  </a:lnTo>
                  <a:lnTo>
                    <a:pt x="46" y="430"/>
                  </a:lnTo>
                  <a:lnTo>
                    <a:pt x="26" y="302"/>
                  </a:lnTo>
                  <a:lnTo>
                    <a:pt x="12" y="186"/>
                  </a:lnTo>
                  <a:lnTo>
                    <a:pt x="2" y="100"/>
                  </a:lnTo>
                  <a:lnTo>
                    <a:pt x="0" y="72"/>
                  </a:lnTo>
                  <a:lnTo>
                    <a:pt x="0" y="58"/>
                  </a:lnTo>
                  <a:lnTo>
                    <a:pt x="502" y="152"/>
                  </a:lnTo>
                  <a:lnTo>
                    <a:pt x="666" y="0"/>
                  </a:lnTo>
                  <a:close/>
                </a:path>
              </a:pathLst>
            </a:custGeom>
            <a:solidFill>
              <a:srgbClr val="E1E2E3"/>
            </a:solidFill>
            <a:ln>
              <a:noFill/>
            </a:ln>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 name="Freeform 1297">
              <a:extLst>
                <a:ext uri="{FF2B5EF4-FFF2-40B4-BE49-F238E27FC236}">
                  <a16:creationId xmlns:a16="http://schemas.microsoft.com/office/drawing/2014/main" id="{61A0CF79-024F-432D-80F3-BC8A1E79D057}"/>
                </a:ext>
              </a:extLst>
            </p:cNvPr>
            <p:cNvSpPr>
              <a:spLocks/>
            </p:cNvSpPr>
            <p:nvPr/>
          </p:nvSpPr>
          <p:spPr bwMode="auto">
            <a:xfrm>
              <a:off x="5395913" y="2773363"/>
              <a:ext cx="1114425" cy="1257300"/>
            </a:xfrm>
            <a:custGeom>
              <a:avLst/>
              <a:gdLst>
                <a:gd name="T0" fmla="*/ 666 w 702"/>
                <a:gd name="T1" fmla="*/ 0 h 792"/>
                <a:gd name="T2" fmla="*/ 666 w 702"/>
                <a:gd name="T3" fmla="*/ 0 h 792"/>
                <a:gd name="T4" fmla="*/ 672 w 702"/>
                <a:gd name="T5" fmla="*/ 64 h 792"/>
                <a:gd name="T6" fmla="*/ 678 w 702"/>
                <a:gd name="T7" fmla="*/ 156 h 792"/>
                <a:gd name="T8" fmla="*/ 690 w 702"/>
                <a:gd name="T9" fmla="*/ 386 h 792"/>
                <a:gd name="T10" fmla="*/ 700 w 702"/>
                <a:gd name="T11" fmla="*/ 596 h 792"/>
                <a:gd name="T12" fmla="*/ 702 w 702"/>
                <a:gd name="T13" fmla="*/ 664 h 792"/>
                <a:gd name="T14" fmla="*/ 702 w 702"/>
                <a:gd name="T15" fmla="*/ 690 h 792"/>
                <a:gd name="T16" fmla="*/ 98 w 702"/>
                <a:gd name="T17" fmla="*/ 792 h 792"/>
                <a:gd name="T18" fmla="*/ 98 w 702"/>
                <a:gd name="T19" fmla="*/ 792 h 792"/>
                <a:gd name="T20" fmla="*/ 94 w 702"/>
                <a:gd name="T21" fmla="*/ 754 h 792"/>
                <a:gd name="T22" fmla="*/ 82 w 702"/>
                <a:gd name="T23" fmla="*/ 672 h 792"/>
                <a:gd name="T24" fmla="*/ 46 w 702"/>
                <a:gd name="T25" fmla="*/ 430 h 792"/>
                <a:gd name="T26" fmla="*/ 26 w 702"/>
                <a:gd name="T27" fmla="*/ 302 h 792"/>
                <a:gd name="T28" fmla="*/ 12 w 702"/>
                <a:gd name="T29" fmla="*/ 186 h 792"/>
                <a:gd name="T30" fmla="*/ 2 w 702"/>
                <a:gd name="T31" fmla="*/ 100 h 792"/>
                <a:gd name="T32" fmla="*/ 0 w 702"/>
                <a:gd name="T33" fmla="*/ 72 h 792"/>
                <a:gd name="T34" fmla="*/ 0 w 702"/>
                <a:gd name="T35" fmla="*/ 58 h 792"/>
                <a:gd name="T36" fmla="*/ 502 w 702"/>
                <a:gd name="T37" fmla="*/ 152 h 792"/>
                <a:gd name="T38" fmla="*/ 666 w 702"/>
                <a:gd name="T39" fmla="*/ 0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02" h="792">
                  <a:moveTo>
                    <a:pt x="666" y="0"/>
                  </a:moveTo>
                  <a:lnTo>
                    <a:pt x="666" y="0"/>
                  </a:lnTo>
                  <a:lnTo>
                    <a:pt x="672" y="64"/>
                  </a:lnTo>
                  <a:lnTo>
                    <a:pt x="678" y="156"/>
                  </a:lnTo>
                  <a:lnTo>
                    <a:pt x="690" y="386"/>
                  </a:lnTo>
                  <a:lnTo>
                    <a:pt x="700" y="596"/>
                  </a:lnTo>
                  <a:lnTo>
                    <a:pt x="702" y="664"/>
                  </a:lnTo>
                  <a:lnTo>
                    <a:pt x="702" y="690"/>
                  </a:lnTo>
                  <a:lnTo>
                    <a:pt x="98" y="792"/>
                  </a:lnTo>
                  <a:lnTo>
                    <a:pt x="98" y="792"/>
                  </a:lnTo>
                  <a:lnTo>
                    <a:pt x="94" y="754"/>
                  </a:lnTo>
                  <a:lnTo>
                    <a:pt x="82" y="672"/>
                  </a:lnTo>
                  <a:lnTo>
                    <a:pt x="46" y="430"/>
                  </a:lnTo>
                  <a:lnTo>
                    <a:pt x="26" y="302"/>
                  </a:lnTo>
                  <a:lnTo>
                    <a:pt x="12" y="186"/>
                  </a:lnTo>
                  <a:lnTo>
                    <a:pt x="2" y="100"/>
                  </a:lnTo>
                  <a:lnTo>
                    <a:pt x="0" y="72"/>
                  </a:lnTo>
                  <a:lnTo>
                    <a:pt x="0" y="58"/>
                  </a:lnTo>
                  <a:lnTo>
                    <a:pt x="502" y="152"/>
                  </a:lnTo>
                  <a:lnTo>
                    <a:pt x="66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Freeform 1299">
              <a:extLst>
                <a:ext uri="{FF2B5EF4-FFF2-40B4-BE49-F238E27FC236}">
                  <a16:creationId xmlns:a16="http://schemas.microsoft.com/office/drawing/2014/main" id="{1122461C-F8AC-4988-93F8-817C152B6333}"/>
                </a:ext>
              </a:extLst>
            </p:cNvPr>
            <p:cNvSpPr>
              <a:spLocks/>
            </p:cNvSpPr>
            <p:nvPr/>
          </p:nvSpPr>
          <p:spPr bwMode="auto">
            <a:xfrm>
              <a:off x="5548313" y="3868738"/>
              <a:ext cx="962025" cy="463550"/>
            </a:xfrm>
            <a:custGeom>
              <a:avLst/>
              <a:gdLst>
                <a:gd name="T0" fmla="*/ 606 w 606"/>
                <a:gd name="T1" fmla="*/ 0 h 292"/>
                <a:gd name="T2" fmla="*/ 606 w 606"/>
                <a:gd name="T3" fmla="*/ 0 h 292"/>
                <a:gd name="T4" fmla="*/ 606 w 606"/>
                <a:gd name="T5" fmla="*/ 24 h 292"/>
                <a:gd name="T6" fmla="*/ 606 w 606"/>
                <a:gd name="T7" fmla="*/ 50 h 292"/>
                <a:gd name="T8" fmla="*/ 602 w 606"/>
                <a:gd name="T9" fmla="*/ 82 h 292"/>
                <a:gd name="T10" fmla="*/ 598 w 606"/>
                <a:gd name="T11" fmla="*/ 114 h 292"/>
                <a:gd name="T12" fmla="*/ 590 w 606"/>
                <a:gd name="T13" fmla="*/ 146 h 292"/>
                <a:gd name="T14" fmla="*/ 584 w 606"/>
                <a:gd name="T15" fmla="*/ 162 h 292"/>
                <a:gd name="T16" fmla="*/ 578 w 606"/>
                <a:gd name="T17" fmla="*/ 174 h 292"/>
                <a:gd name="T18" fmla="*/ 570 w 606"/>
                <a:gd name="T19" fmla="*/ 186 h 292"/>
                <a:gd name="T20" fmla="*/ 562 w 606"/>
                <a:gd name="T21" fmla="*/ 196 h 292"/>
                <a:gd name="T22" fmla="*/ 562 w 606"/>
                <a:gd name="T23" fmla="*/ 196 h 292"/>
                <a:gd name="T24" fmla="*/ 550 w 606"/>
                <a:gd name="T25" fmla="*/ 204 h 292"/>
                <a:gd name="T26" fmla="*/ 532 w 606"/>
                <a:gd name="T27" fmla="*/ 214 h 292"/>
                <a:gd name="T28" fmla="*/ 510 w 606"/>
                <a:gd name="T29" fmla="*/ 226 h 292"/>
                <a:gd name="T30" fmla="*/ 484 w 606"/>
                <a:gd name="T31" fmla="*/ 238 h 292"/>
                <a:gd name="T32" fmla="*/ 456 w 606"/>
                <a:gd name="T33" fmla="*/ 250 h 292"/>
                <a:gd name="T34" fmla="*/ 424 w 606"/>
                <a:gd name="T35" fmla="*/ 260 h 292"/>
                <a:gd name="T36" fmla="*/ 388 w 606"/>
                <a:gd name="T37" fmla="*/ 270 h 292"/>
                <a:gd name="T38" fmla="*/ 352 w 606"/>
                <a:gd name="T39" fmla="*/ 280 h 292"/>
                <a:gd name="T40" fmla="*/ 314 w 606"/>
                <a:gd name="T41" fmla="*/ 286 h 292"/>
                <a:gd name="T42" fmla="*/ 274 w 606"/>
                <a:gd name="T43" fmla="*/ 290 h 292"/>
                <a:gd name="T44" fmla="*/ 236 w 606"/>
                <a:gd name="T45" fmla="*/ 292 h 292"/>
                <a:gd name="T46" fmla="*/ 196 w 606"/>
                <a:gd name="T47" fmla="*/ 292 h 292"/>
                <a:gd name="T48" fmla="*/ 158 w 606"/>
                <a:gd name="T49" fmla="*/ 286 h 292"/>
                <a:gd name="T50" fmla="*/ 120 w 606"/>
                <a:gd name="T51" fmla="*/ 276 h 292"/>
                <a:gd name="T52" fmla="*/ 102 w 606"/>
                <a:gd name="T53" fmla="*/ 270 h 292"/>
                <a:gd name="T54" fmla="*/ 84 w 606"/>
                <a:gd name="T55" fmla="*/ 262 h 292"/>
                <a:gd name="T56" fmla="*/ 68 w 606"/>
                <a:gd name="T57" fmla="*/ 254 h 292"/>
                <a:gd name="T58" fmla="*/ 52 w 606"/>
                <a:gd name="T59" fmla="*/ 244 h 292"/>
                <a:gd name="T60" fmla="*/ 52 w 606"/>
                <a:gd name="T61" fmla="*/ 244 h 292"/>
                <a:gd name="T62" fmla="*/ 38 w 606"/>
                <a:gd name="T63" fmla="*/ 230 h 292"/>
                <a:gd name="T64" fmla="*/ 28 w 606"/>
                <a:gd name="T65" fmla="*/ 214 h 292"/>
                <a:gd name="T66" fmla="*/ 18 w 606"/>
                <a:gd name="T67" fmla="*/ 194 h 292"/>
                <a:gd name="T68" fmla="*/ 10 w 606"/>
                <a:gd name="T69" fmla="*/ 174 h 292"/>
                <a:gd name="T70" fmla="*/ 6 w 606"/>
                <a:gd name="T71" fmla="*/ 152 h 292"/>
                <a:gd name="T72" fmla="*/ 2 w 606"/>
                <a:gd name="T73" fmla="*/ 130 h 292"/>
                <a:gd name="T74" fmla="*/ 0 w 606"/>
                <a:gd name="T75" fmla="*/ 108 h 292"/>
                <a:gd name="T76" fmla="*/ 0 w 606"/>
                <a:gd name="T77" fmla="*/ 90 h 292"/>
                <a:gd name="T78" fmla="*/ 606 w 606"/>
                <a:gd name="T79" fmla="*/ 0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06" h="292">
                  <a:moveTo>
                    <a:pt x="606" y="0"/>
                  </a:moveTo>
                  <a:lnTo>
                    <a:pt x="606" y="0"/>
                  </a:lnTo>
                  <a:lnTo>
                    <a:pt x="606" y="24"/>
                  </a:lnTo>
                  <a:lnTo>
                    <a:pt x="606" y="50"/>
                  </a:lnTo>
                  <a:lnTo>
                    <a:pt x="602" y="82"/>
                  </a:lnTo>
                  <a:lnTo>
                    <a:pt x="598" y="114"/>
                  </a:lnTo>
                  <a:lnTo>
                    <a:pt x="590" y="146"/>
                  </a:lnTo>
                  <a:lnTo>
                    <a:pt x="584" y="162"/>
                  </a:lnTo>
                  <a:lnTo>
                    <a:pt x="578" y="174"/>
                  </a:lnTo>
                  <a:lnTo>
                    <a:pt x="570" y="186"/>
                  </a:lnTo>
                  <a:lnTo>
                    <a:pt x="562" y="196"/>
                  </a:lnTo>
                  <a:lnTo>
                    <a:pt x="562" y="196"/>
                  </a:lnTo>
                  <a:lnTo>
                    <a:pt x="550" y="204"/>
                  </a:lnTo>
                  <a:lnTo>
                    <a:pt x="532" y="214"/>
                  </a:lnTo>
                  <a:lnTo>
                    <a:pt x="510" y="226"/>
                  </a:lnTo>
                  <a:lnTo>
                    <a:pt x="484" y="238"/>
                  </a:lnTo>
                  <a:lnTo>
                    <a:pt x="456" y="250"/>
                  </a:lnTo>
                  <a:lnTo>
                    <a:pt x="424" y="260"/>
                  </a:lnTo>
                  <a:lnTo>
                    <a:pt x="388" y="270"/>
                  </a:lnTo>
                  <a:lnTo>
                    <a:pt x="352" y="280"/>
                  </a:lnTo>
                  <a:lnTo>
                    <a:pt x="314" y="286"/>
                  </a:lnTo>
                  <a:lnTo>
                    <a:pt x="274" y="290"/>
                  </a:lnTo>
                  <a:lnTo>
                    <a:pt x="236" y="292"/>
                  </a:lnTo>
                  <a:lnTo>
                    <a:pt x="196" y="292"/>
                  </a:lnTo>
                  <a:lnTo>
                    <a:pt x="158" y="286"/>
                  </a:lnTo>
                  <a:lnTo>
                    <a:pt x="120" y="276"/>
                  </a:lnTo>
                  <a:lnTo>
                    <a:pt x="102" y="270"/>
                  </a:lnTo>
                  <a:lnTo>
                    <a:pt x="84" y="262"/>
                  </a:lnTo>
                  <a:lnTo>
                    <a:pt x="68" y="254"/>
                  </a:lnTo>
                  <a:lnTo>
                    <a:pt x="52" y="244"/>
                  </a:lnTo>
                  <a:lnTo>
                    <a:pt x="52" y="244"/>
                  </a:lnTo>
                  <a:lnTo>
                    <a:pt x="38" y="230"/>
                  </a:lnTo>
                  <a:lnTo>
                    <a:pt x="28" y="214"/>
                  </a:lnTo>
                  <a:lnTo>
                    <a:pt x="18" y="194"/>
                  </a:lnTo>
                  <a:lnTo>
                    <a:pt x="10" y="174"/>
                  </a:lnTo>
                  <a:lnTo>
                    <a:pt x="6" y="152"/>
                  </a:lnTo>
                  <a:lnTo>
                    <a:pt x="2" y="130"/>
                  </a:lnTo>
                  <a:lnTo>
                    <a:pt x="0" y="108"/>
                  </a:lnTo>
                  <a:lnTo>
                    <a:pt x="0" y="90"/>
                  </a:lnTo>
                  <a:lnTo>
                    <a:pt x="606" y="0"/>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Freeform 1300">
              <a:extLst>
                <a:ext uri="{FF2B5EF4-FFF2-40B4-BE49-F238E27FC236}">
                  <a16:creationId xmlns:a16="http://schemas.microsoft.com/office/drawing/2014/main" id="{79056C18-8F96-4E63-87E6-002036E70F32}"/>
                </a:ext>
              </a:extLst>
            </p:cNvPr>
            <p:cNvSpPr>
              <a:spLocks/>
            </p:cNvSpPr>
            <p:nvPr/>
          </p:nvSpPr>
          <p:spPr bwMode="auto">
            <a:xfrm>
              <a:off x="5548313" y="3868738"/>
              <a:ext cx="962025" cy="463550"/>
            </a:xfrm>
            <a:custGeom>
              <a:avLst/>
              <a:gdLst>
                <a:gd name="T0" fmla="*/ 606 w 606"/>
                <a:gd name="T1" fmla="*/ 0 h 292"/>
                <a:gd name="T2" fmla="*/ 606 w 606"/>
                <a:gd name="T3" fmla="*/ 0 h 292"/>
                <a:gd name="T4" fmla="*/ 606 w 606"/>
                <a:gd name="T5" fmla="*/ 24 h 292"/>
                <a:gd name="T6" fmla="*/ 606 w 606"/>
                <a:gd name="T7" fmla="*/ 50 h 292"/>
                <a:gd name="T8" fmla="*/ 602 w 606"/>
                <a:gd name="T9" fmla="*/ 82 h 292"/>
                <a:gd name="T10" fmla="*/ 598 w 606"/>
                <a:gd name="T11" fmla="*/ 114 h 292"/>
                <a:gd name="T12" fmla="*/ 590 w 606"/>
                <a:gd name="T13" fmla="*/ 146 h 292"/>
                <a:gd name="T14" fmla="*/ 584 w 606"/>
                <a:gd name="T15" fmla="*/ 162 h 292"/>
                <a:gd name="T16" fmla="*/ 578 w 606"/>
                <a:gd name="T17" fmla="*/ 174 h 292"/>
                <a:gd name="T18" fmla="*/ 570 w 606"/>
                <a:gd name="T19" fmla="*/ 186 h 292"/>
                <a:gd name="T20" fmla="*/ 562 w 606"/>
                <a:gd name="T21" fmla="*/ 196 h 292"/>
                <a:gd name="T22" fmla="*/ 562 w 606"/>
                <a:gd name="T23" fmla="*/ 196 h 292"/>
                <a:gd name="T24" fmla="*/ 550 w 606"/>
                <a:gd name="T25" fmla="*/ 204 h 292"/>
                <a:gd name="T26" fmla="*/ 532 w 606"/>
                <a:gd name="T27" fmla="*/ 214 h 292"/>
                <a:gd name="T28" fmla="*/ 510 w 606"/>
                <a:gd name="T29" fmla="*/ 226 h 292"/>
                <a:gd name="T30" fmla="*/ 484 w 606"/>
                <a:gd name="T31" fmla="*/ 238 h 292"/>
                <a:gd name="T32" fmla="*/ 456 w 606"/>
                <a:gd name="T33" fmla="*/ 250 h 292"/>
                <a:gd name="T34" fmla="*/ 424 w 606"/>
                <a:gd name="T35" fmla="*/ 260 h 292"/>
                <a:gd name="T36" fmla="*/ 388 w 606"/>
                <a:gd name="T37" fmla="*/ 270 h 292"/>
                <a:gd name="T38" fmla="*/ 352 w 606"/>
                <a:gd name="T39" fmla="*/ 280 h 292"/>
                <a:gd name="T40" fmla="*/ 314 w 606"/>
                <a:gd name="T41" fmla="*/ 286 h 292"/>
                <a:gd name="T42" fmla="*/ 274 w 606"/>
                <a:gd name="T43" fmla="*/ 290 h 292"/>
                <a:gd name="T44" fmla="*/ 236 w 606"/>
                <a:gd name="T45" fmla="*/ 292 h 292"/>
                <a:gd name="T46" fmla="*/ 196 w 606"/>
                <a:gd name="T47" fmla="*/ 292 h 292"/>
                <a:gd name="T48" fmla="*/ 158 w 606"/>
                <a:gd name="T49" fmla="*/ 286 h 292"/>
                <a:gd name="T50" fmla="*/ 120 w 606"/>
                <a:gd name="T51" fmla="*/ 276 h 292"/>
                <a:gd name="T52" fmla="*/ 102 w 606"/>
                <a:gd name="T53" fmla="*/ 270 h 292"/>
                <a:gd name="T54" fmla="*/ 84 w 606"/>
                <a:gd name="T55" fmla="*/ 262 h 292"/>
                <a:gd name="T56" fmla="*/ 68 w 606"/>
                <a:gd name="T57" fmla="*/ 254 h 292"/>
                <a:gd name="T58" fmla="*/ 52 w 606"/>
                <a:gd name="T59" fmla="*/ 244 h 292"/>
                <a:gd name="T60" fmla="*/ 52 w 606"/>
                <a:gd name="T61" fmla="*/ 244 h 292"/>
                <a:gd name="T62" fmla="*/ 38 w 606"/>
                <a:gd name="T63" fmla="*/ 230 h 292"/>
                <a:gd name="T64" fmla="*/ 28 w 606"/>
                <a:gd name="T65" fmla="*/ 214 h 292"/>
                <a:gd name="T66" fmla="*/ 18 w 606"/>
                <a:gd name="T67" fmla="*/ 194 h 292"/>
                <a:gd name="T68" fmla="*/ 10 w 606"/>
                <a:gd name="T69" fmla="*/ 174 h 292"/>
                <a:gd name="T70" fmla="*/ 6 w 606"/>
                <a:gd name="T71" fmla="*/ 152 h 292"/>
                <a:gd name="T72" fmla="*/ 2 w 606"/>
                <a:gd name="T73" fmla="*/ 130 h 292"/>
                <a:gd name="T74" fmla="*/ 0 w 606"/>
                <a:gd name="T75" fmla="*/ 108 h 292"/>
                <a:gd name="T76" fmla="*/ 0 w 606"/>
                <a:gd name="T77" fmla="*/ 90 h 292"/>
                <a:gd name="T78" fmla="*/ 606 w 606"/>
                <a:gd name="T79" fmla="*/ 0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06" h="292">
                  <a:moveTo>
                    <a:pt x="606" y="0"/>
                  </a:moveTo>
                  <a:lnTo>
                    <a:pt x="606" y="0"/>
                  </a:lnTo>
                  <a:lnTo>
                    <a:pt x="606" y="24"/>
                  </a:lnTo>
                  <a:lnTo>
                    <a:pt x="606" y="50"/>
                  </a:lnTo>
                  <a:lnTo>
                    <a:pt x="602" y="82"/>
                  </a:lnTo>
                  <a:lnTo>
                    <a:pt x="598" y="114"/>
                  </a:lnTo>
                  <a:lnTo>
                    <a:pt x="590" y="146"/>
                  </a:lnTo>
                  <a:lnTo>
                    <a:pt x="584" y="162"/>
                  </a:lnTo>
                  <a:lnTo>
                    <a:pt x="578" y="174"/>
                  </a:lnTo>
                  <a:lnTo>
                    <a:pt x="570" y="186"/>
                  </a:lnTo>
                  <a:lnTo>
                    <a:pt x="562" y="196"/>
                  </a:lnTo>
                  <a:lnTo>
                    <a:pt x="562" y="196"/>
                  </a:lnTo>
                  <a:lnTo>
                    <a:pt x="550" y="204"/>
                  </a:lnTo>
                  <a:lnTo>
                    <a:pt x="532" y="214"/>
                  </a:lnTo>
                  <a:lnTo>
                    <a:pt x="510" y="226"/>
                  </a:lnTo>
                  <a:lnTo>
                    <a:pt x="484" y="238"/>
                  </a:lnTo>
                  <a:lnTo>
                    <a:pt x="456" y="250"/>
                  </a:lnTo>
                  <a:lnTo>
                    <a:pt x="424" y="260"/>
                  </a:lnTo>
                  <a:lnTo>
                    <a:pt x="388" y="270"/>
                  </a:lnTo>
                  <a:lnTo>
                    <a:pt x="352" y="280"/>
                  </a:lnTo>
                  <a:lnTo>
                    <a:pt x="314" y="286"/>
                  </a:lnTo>
                  <a:lnTo>
                    <a:pt x="274" y="290"/>
                  </a:lnTo>
                  <a:lnTo>
                    <a:pt x="236" y="292"/>
                  </a:lnTo>
                  <a:lnTo>
                    <a:pt x="196" y="292"/>
                  </a:lnTo>
                  <a:lnTo>
                    <a:pt x="158" y="286"/>
                  </a:lnTo>
                  <a:lnTo>
                    <a:pt x="120" y="276"/>
                  </a:lnTo>
                  <a:lnTo>
                    <a:pt x="102" y="270"/>
                  </a:lnTo>
                  <a:lnTo>
                    <a:pt x="84" y="262"/>
                  </a:lnTo>
                  <a:lnTo>
                    <a:pt x="68" y="254"/>
                  </a:lnTo>
                  <a:lnTo>
                    <a:pt x="52" y="244"/>
                  </a:lnTo>
                  <a:lnTo>
                    <a:pt x="52" y="244"/>
                  </a:lnTo>
                  <a:lnTo>
                    <a:pt x="38" y="230"/>
                  </a:lnTo>
                  <a:lnTo>
                    <a:pt x="28" y="214"/>
                  </a:lnTo>
                  <a:lnTo>
                    <a:pt x="18" y="194"/>
                  </a:lnTo>
                  <a:lnTo>
                    <a:pt x="10" y="174"/>
                  </a:lnTo>
                  <a:lnTo>
                    <a:pt x="6" y="152"/>
                  </a:lnTo>
                  <a:lnTo>
                    <a:pt x="2" y="130"/>
                  </a:lnTo>
                  <a:lnTo>
                    <a:pt x="0" y="108"/>
                  </a:lnTo>
                  <a:lnTo>
                    <a:pt x="0" y="90"/>
                  </a:lnTo>
                  <a:lnTo>
                    <a:pt x="60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Freeform 1301">
              <a:extLst>
                <a:ext uri="{FF2B5EF4-FFF2-40B4-BE49-F238E27FC236}">
                  <a16:creationId xmlns:a16="http://schemas.microsoft.com/office/drawing/2014/main" id="{F9A6AB74-1FFF-4DDC-82D9-B42504E6E2D1}"/>
                </a:ext>
              </a:extLst>
            </p:cNvPr>
            <p:cNvSpPr>
              <a:spLocks/>
            </p:cNvSpPr>
            <p:nvPr/>
          </p:nvSpPr>
          <p:spPr bwMode="auto">
            <a:xfrm>
              <a:off x="5548313" y="3868738"/>
              <a:ext cx="962025" cy="463550"/>
            </a:xfrm>
            <a:custGeom>
              <a:avLst/>
              <a:gdLst>
                <a:gd name="T0" fmla="*/ 606 w 606"/>
                <a:gd name="T1" fmla="*/ 0 h 292"/>
                <a:gd name="T2" fmla="*/ 606 w 606"/>
                <a:gd name="T3" fmla="*/ 0 h 292"/>
                <a:gd name="T4" fmla="*/ 606 w 606"/>
                <a:gd name="T5" fmla="*/ 24 h 292"/>
                <a:gd name="T6" fmla="*/ 606 w 606"/>
                <a:gd name="T7" fmla="*/ 50 h 292"/>
                <a:gd name="T8" fmla="*/ 602 w 606"/>
                <a:gd name="T9" fmla="*/ 82 h 292"/>
                <a:gd name="T10" fmla="*/ 598 w 606"/>
                <a:gd name="T11" fmla="*/ 114 h 292"/>
                <a:gd name="T12" fmla="*/ 590 w 606"/>
                <a:gd name="T13" fmla="*/ 146 h 292"/>
                <a:gd name="T14" fmla="*/ 584 w 606"/>
                <a:gd name="T15" fmla="*/ 162 h 292"/>
                <a:gd name="T16" fmla="*/ 578 w 606"/>
                <a:gd name="T17" fmla="*/ 174 h 292"/>
                <a:gd name="T18" fmla="*/ 570 w 606"/>
                <a:gd name="T19" fmla="*/ 186 h 292"/>
                <a:gd name="T20" fmla="*/ 562 w 606"/>
                <a:gd name="T21" fmla="*/ 196 h 292"/>
                <a:gd name="T22" fmla="*/ 562 w 606"/>
                <a:gd name="T23" fmla="*/ 196 h 292"/>
                <a:gd name="T24" fmla="*/ 550 w 606"/>
                <a:gd name="T25" fmla="*/ 204 h 292"/>
                <a:gd name="T26" fmla="*/ 532 w 606"/>
                <a:gd name="T27" fmla="*/ 214 h 292"/>
                <a:gd name="T28" fmla="*/ 510 w 606"/>
                <a:gd name="T29" fmla="*/ 226 h 292"/>
                <a:gd name="T30" fmla="*/ 484 w 606"/>
                <a:gd name="T31" fmla="*/ 238 h 292"/>
                <a:gd name="T32" fmla="*/ 456 w 606"/>
                <a:gd name="T33" fmla="*/ 250 h 292"/>
                <a:gd name="T34" fmla="*/ 424 w 606"/>
                <a:gd name="T35" fmla="*/ 260 h 292"/>
                <a:gd name="T36" fmla="*/ 388 w 606"/>
                <a:gd name="T37" fmla="*/ 270 h 292"/>
                <a:gd name="T38" fmla="*/ 352 w 606"/>
                <a:gd name="T39" fmla="*/ 280 h 292"/>
                <a:gd name="T40" fmla="*/ 314 w 606"/>
                <a:gd name="T41" fmla="*/ 286 h 292"/>
                <a:gd name="T42" fmla="*/ 274 w 606"/>
                <a:gd name="T43" fmla="*/ 290 h 292"/>
                <a:gd name="T44" fmla="*/ 236 w 606"/>
                <a:gd name="T45" fmla="*/ 292 h 292"/>
                <a:gd name="T46" fmla="*/ 196 w 606"/>
                <a:gd name="T47" fmla="*/ 292 h 292"/>
                <a:gd name="T48" fmla="*/ 158 w 606"/>
                <a:gd name="T49" fmla="*/ 286 h 292"/>
                <a:gd name="T50" fmla="*/ 120 w 606"/>
                <a:gd name="T51" fmla="*/ 276 h 292"/>
                <a:gd name="T52" fmla="*/ 102 w 606"/>
                <a:gd name="T53" fmla="*/ 270 h 292"/>
                <a:gd name="T54" fmla="*/ 84 w 606"/>
                <a:gd name="T55" fmla="*/ 262 h 292"/>
                <a:gd name="T56" fmla="*/ 68 w 606"/>
                <a:gd name="T57" fmla="*/ 254 h 292"/>
                <a:gd name="T58" fmla="*/ 52 w 606"/>
                <a:gd name="T59" fmla="*/ 244 h 292"/>
                <a:gd name="T60" fmla="*/ 52 w 606"/>
                <a:gd name="T61" fmla="*/ 244 h 292"/>
                <a:gd name="T62" fmla="*/ 38 w 606"/>
                <a:gd name="T63" fmla="*/ 230 h 292"/>
                <a:gd name="T64" fmla="*/ 28 w 606"/>
                <a:gd name="T65" fmla="*/ 214 h 292"/>
                <a:gd name="T66" fmla="*/ 18 w 606"/>
                <a:gd name="T67" fmla="*/ 194 h 292"/>
                <a:gd name="T68" fmla="*/ 10 w 606"/>
                <a:gd name="T69" fmla="*/ 174 h 292"/>
                <a:gd name="T70" fmla="*/ 6 w 606"/>
                <a:gd name="T71" fmla="*/ 152 h 292"/>
                <a:gd name="T72" fmla="*/ 2 w 606"/>
                <a:gd name="T73" fmla="*/ 130 h 292"/>
                <a:gd name="T74" fmla="*/ 0 w 606"/>
                <a:gd name="T75" fmla="*/ 108 h 292"/>
                <a:gd name="T76" fmla="*/ 0 w 606"/>
                <a:gd name="T77" fmla="*/ 90 h 292"/>
                <a:gd name="T78" fmla="*/ 606 w 606"/>
                <a:gd name="T79" fmla="*/ 0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06" h="292">
                  <a:moveTo>
                    <a:pt x="606" y="0"/>
                  </a:moveTo>
                  <a:lnTo>
                    <a:pt x="606" y="0"/>
                  </a:lnTo>
                  <a:lnTo>
                    <a:pt x="606" y="24"/>
                  </a:lnTo>
                  <a:lnTo>
                    <a:pt x="606" y="50"/>
                  </a:lnTo>
                  <a:lnTo>
                    <a:pt x="602" y="82"/>
                  </a:lnTo>
                  <a:lnTo>
                    <a:pt x="598" y="114"/>
                  </a:lnTo>
                  <a:lnTo>
                    <a:pt x="590" y="146"/>
                  </a:lnTo>
                  <a:lnTo>
                    <a:pt x="584" y="162"/>
                  </a:lnTo>
                  <a:lnTo>
                    <a:pt x="578" y="174"/>
                  </a:lnTo>
                  <a:lnTo>
                    <a:pt x="570" y="186"/>
                  </a:lnTo>
                  <a:lnTo>
                    <a:pt x="562" y="196"/>
                  </a:lnTo>
                  <a:lnTo>
                    <a:pt x="562" y="196"/>
                  </a:lnTo>
                  <a:lnTo>
                    <a:pt x="550" y="204"/>
                  </a:lnTo>
                  <a:lnTo>
                    <a:pt x="532" y="214"/>
                  </a:lnTo>
                  <a:lnTo>
                    <a:pt x="510" y="226"/>
                  </a:lnTo>
                  <a:lnTo>
                    <a:pt x="484" y="238"/>
                  </a:lnTo>
                  <a:lnTo>
                    <a:pt x="456" y="250"/>
                  </a:lnTo>
                  <a:lnTo>
                    <a:pt x="424" y="260"/>
                  </a:lnTo>
                  <a:lnTo>
                    <a:pt x="388" y="270"/>
                  </a:lnTo>
                  <a:lnTo>
                    <a:pt x="352" y="280"/>
                  </a:lnTo>
                  <a:lnTo>
                    <a:pt x="314" y="286"/>
                  </a:lnTo>
                  <a:lnTo>
                    <a:pt x="274" y="290"/>
                  </a:lnTo>
                  <a:lnTo>
                    <a:pt x="236" y="292"/>
                  </a:lnTo>
                  <a:lnTo>
                    <a:pt x="196" y="292"/>
                  </a:lnTo>
                  <a:lnTo>
                    <a:pt x="158" y="286"/>
                  </a:lnTo>
                  <a:lnTo>
                    <a:pt x="120" y="276"/>
                  </a:lnTo>
                  <a:lnTo>
                    <a:pt x="102" y="270"/>
                  </a:lnTo>
                  <a:lnTo>
                    <a:pt x="84" y="262"/>
                  </a:lnTo>
                  <a:lnTo>
                    <a:pt x="68" y="254"/>
                  </a:lnTo>
                  <a:lnTo>
                    <a:pt x="52" y="244"/>
                  </a:lnTo>
                  <a:lnTo>
                    <a:pt x="52" y="244"/>
                  </a:lnTo>
                  <a:lnTo>
                    <a:pt x="38" y="230"/>
                  </a:lnTo>
                  <a:lnTo>
                    <a:pt x="28" y="214"/>
                  </a:lnTo>
                  <a:lnTo>
                    <a:pt x="18" y="194"/>
                  </a:lnTo>
                  <a:lnTo>
                    <a:pt x="10" y="174"/>
                  </a:lnTo>
                  <a:lnTo>
                    <a:pt x="6" y="152"/>
                  </a:lnTo>
                  <a:lnTo>
                    <a:pt x="2" y="130"/>
                  </a:lnTo>
                  <a:lnTo>
                    <a:pt x="0" y="108"/>
                  </a:lnTo>
                  <a:lnTo>
                    <a:pt x="0" y="90"/>
                  </a:lnTo>
                  <a:lnTo>
                    <a:pt x="606" y="0"/>
                  </a:lnTo>
                  <a:close/>
                </a:path>
              </a:pathLst>
            </a:custGeom>
            <a:solidFill>
              <a:srgbClr val="4242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Freeform 1302">
              <a:extLst>
                <a:ext uri="{FF2B5EF4-FFF2-40B4-BE49-F238E27FC236}">
                  <a16:creationId xmlns:a16="http://schemas.microsoft.com/office/drawing/2014/main" id="{B8F5B1CB-9B23-4944-8AC9-A6798C8C200A}"/>
                </a:ext>
              </a:extLst>
            </p:cNvPr>
            <p:cNvSpPr>
              <a:spLocks/>
            </p:cNvSpPr>
            <p:nvPr/>
          </p:nvSpPr>
          <p:spPr bwMode="auto">
            <a:xfrm>
              <a:off x="5548313" y="3868738"/>
              <a:ext cx="962025" cy="463550"/>
            </a:xfrm>
            <a:custGeom>
              <a:avLst/>
              <a:gdLst>
                <a:gd name="T0" fmla="*/ 606 w 606"/>
                <a:gd name="T1" fmla="*/ 0 h 292"/>
                <a:gd name="T2" fmla="*/ 606 w 606"/>
                <a:gd name="T3" fmla="*/ 0 h 292"/>
                <a:gd name="T4" fmla="*/ 606 w 606"/>
                <a:gd name="T5" fmla="*/ 24 h 292"/>
                <a:gd name="T6" fmla="*/ 606 w 606"/>
                <a:gd name="T7" fmla="*/ 50 h 292"/>
                <a:gd name="T8" fmla="*/ 602 w 606"/>
                <a:gd name="T9" fmla="*/ 82 h 292"/>
                <a:gd name="T10" fmla="*/ 598 w 606"/>
                <a:gd name="T11" fmla="*/ 114 h 292"/>
                <a:gd name="T12" fmla="*/ 590 w 606"/>
                <a:gd name="T13" fmla="*/ 146 h 292"/>
                <a:gd name="T14" fmla="*/ 584 w 606"/>
                <a:gd name="T15" fmla="*/ 162 h 292"/>
                <a:gd name="T16" fmla="*/ 578 w 606"/>
                <a:gd name="T17" fmla="*/ 174 h 292"/>
                <a:gd name="T18" fmla="*/ 570 w 606"/>
                <a:gd name="T19" fmla="*/ 186 h 292"/>
                <a:gd name="T20" fmla="*/ 562 w 606"/>
                <a:gd name="T21" fmla="*/ 196 h 292"/>
                <a:gd name="T22" fmla="*/ 562 w 606"/>
                <a:gd name="T23" fmla="*/ 196 h 292"/>
                <a:gd name="T24" fmla="*/ 550 w 606"/>
                <a:gd name="T25" fmla="*/ 204 h 292"/>
                <a:gd name="T26" fmla="*/ 532 w 606"/>
                <a:gd name="T27" fmla="*/ 214 h 292"/>
                <a:gd name="T28" fmla="*/ 510 w 606"/>
                <a:gd name="T29" fmla="*/ 226 h 292"/>
                <a:gd name="T30" fmla="*/ 484 w 606"/>
                <a:gd name="T31" fmla="*/ 238 h 292"/>
                <a:gd name="T32" fmla="*/ 456 w 606"/>
                <a:gd name="T33" fmla="*/ 250 h 292"/>
                <a:gd name="T34" fmla="*/ 424 w 606"/>
                <a:gd name="T35" fmla="*/ 260 h 292"/>
                <a:gd name="T36" fmla="*/ 388 w 606"/>
                <a:gd name="T37" fmla="*/ 270 h 292"/>
                <a:gd name="T38" fmla="*/ 352 w 606"/>
                <a:gd name="T39" fmla="*/ 280 h 292"/>
                <a:gd name="T40" fmla="*/ 314 w 606"/>
                <a:gd name="T41" fmla="*/ 286 h 292"/>
                <a:gd name="T42" fmla="*/ 274 w 606"/>
                <a:gd name="T43" fmla="*/ 290 h 292"/>
                <a:gd name="T44" fmla="*/ 236 w 606"/>
                <a:gd name="T45" fmla="*/ 292 h 292"/>
                <a:gd name="T46" fmla="*/ 196 w 606"/>
                <a:gd name="T47" fmla="*/ 292 h 292"/>
                <a:gd name="T48" fmla="*/ 158 w 606"/>
                <a:gd name="T49" fmla="*/ 286 h 292"/>
                <a:gd name="T50" fmla="*/ 120 w 606"/>
                <a:gd name="T51" fmla="*/ 276 h 292"/>
                <a:gd name="T52" fmla="*/ 102 w 606"/>
                <a:gd name="T53" fmla="*/ 270 h 292"/>
                <a:gd name="T54" fmla="*/ 84 w 606"/>
                <a:gd name="T55" fmla="*/ 262 h 292"/>
                <a:gd name="T56" fmla="*/ 68 w 606"/>
                <a:gd name="T57" fmla="*/ 254 h 292"/>
                <a:gd name="T58" fmla="*/ 52 w 606"/>
                <a:gd name="T59" fmla="*/ 244 h 292"/>
                <a:gd name="T60" fmla="*/ 52 w 606"/>
                <a:gd name="T61" fmla="*/ 244 h 292"/>
                <a:gd name="T62" fmla="*/ 38 w 606"/>
                <a:gd name="T63" fmla="*/ 230 h 292"/>
                <a:gd name="T64" fmla="*/ 28 w 606"/>
                <a:gd name="T65" fmla="*/ 214 h 292"/>
                <a:gd name="T66" fmla="*/ 18 w 606"/>
                <a:gd name="T67" fmla="*/ 194 h 292"/>
                <a:gd name="T68" fmla="*/ 10 w 606"/>
                <a:gd name="T69" fmla="*/ 174 h 292"/>
                <a:gd name="T70" fmla="*/ 6 w 606"/>
                <a:gd name="T71" fmla="*/ 152 h 292"/>
                <a:gd name="T72" fmla="*/ 2 w 606"/>
                <a:gd name="T73" fmla="*/ 130 h 292"/>
                <a:gd name="T74" fmla="*/ 0 w 606"/>
                <a:gd name="T75" fmla="*/ 108 h 292"/>
                <a:gd name="T76" fmla="*/ 0 w 606"/>
                <a:gd name="T77" fmla="*/ 90 h 292"/>
                <a:gd name="T78" fmla="*/ 606 w 606"/>
                <a:gd name="T79" fmla="*/ 0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06" h="292">
                  <a:moveTo>
                    <a:pt x="606" y="0"/>
                  </a:moveTo>
                  <a:lnTo>
                    <a:pt x="606" y="0"/>
                  </a:lnTo>
                  <a:lnTo>
                    <a:pt x="606" y="24"/>
                  </a:lnTo>
                  <a:lnTo>
                    <a:pt x="606" y="50"/>
                  </a:lnTo>
                  <a:lnTo>
                    <a:pt x="602" y="82"/>
                  </a:lnTo>
                  <a:lnTo>
                    <a:pt x="598" y="114"/>
                  </a:lnTo>
                  <a:lnTo>
                    <a:pt x="590" y="146"/>
                  </a:lnTo>
                  <a:lnTo>
                    <a:pt x="584" y="162"/>
                  </a:lnTo>
                  <a:lnTo>
                    <a:pt x="578" y="174"/>
                  </a:lnTo>
                  <a:lnTo>
                    <a:pt x="570" y="186"/>
                  </a:lnTo>
                  <a:lnTo>
                    <a:pt x="562" y="196"/>
                  </a:lnTo>
                  <a:lnTo>
                    <a:pt x="562" y="196"/>
                  </a:lnTo>
                  <a:lnTo>
                    <a:pt x="550" y="204"/>
                  </a:lnTo>
                  <a:lnTo>
                    <a:pt x="532" y="214"/>
                  </a:lnTo>
                  <a:lnTo>
                    <a:pt x="510" y="226"/>
                  </a:lnTo>
                  <a:lnTo>
                    <a:pt x="484" y="238"/>
                  </a:lnTo>
                  <a:lnTo>
                    <a:pt x="456" y="250"/>
                  </a:lnTo>
                  <a:lnTo>
                    <a:pt x="424" y="260"/>
                  </a:lnTo>
                  <a:lnTo>
                    <a:pt x="388" y="270"/>
                  </a:lnTo>
                  <a:lnTo>
                    <a:pt x="352" y="280"/>
                  </a:lnTo>
                  <a:lnTo>
                    <a:pt x="314" y="286"/>
                  </a:lnTo>
                  <a:lnTo>
                    <a:pt x="274" y="290"/>
                  </a:lnTo>
                  <a:lnTo>
                    <a:pt x="236" y="292"/>
                  </a:lnTo>
                  <a:lnTo>
                    <a:pt x="196" y="292"/>
                  </a:lnTo>
                  <a:lnTo>
                    <a:pt x="158" y="286"/>
                  </a:lnTo>
                  <a:lnTo>
                    <a:pt x="120" y="276"/>
                  </a:lnTo>
                  <a:lnTo>
                    <a:pt x="102" y="270"/>
                  </a:lnTo>
                  <a:lnTo>
                    <a:pt x="84" y="262"/>
                  </a:lnTo>
                  <a:lnTo>
                    <a:pt x="68" y="254"/>
                  </a:lnTo>
                  <a:lnTo>
                    <a:pt x="52" y="244"/>
                  </a:lnTo>
                  <a:lnTo>
                    <a:pt x="52" y="244"/>
                  </a:lnTo>
                  <a:lnTo>
                    <a:pt x="38" y="230"/>
                  </a:lnTo>
                  <a:lnTo>
                    <a:pt x="28" y="214"/>
                  </a:lnTo>
                  <a:lnTo>
                    <a:pt x="18" y="194"/>
                  </a:lnTo>
                  <a:lnTo>
                    <a:pt x="10" y="174"/>
                  </a:lnTo>
                  <a:lnTo>
                    <a:pt x="6" y="152"/>
                  </a:lnTo>
                  <a:lnTo>
                    <a:pt x="2" y="130"/>
                  </a:lnTo>
                  <a:lnTo>
                    <a:pt x="0" y="108"/>
                  </a:lnTo>
                  <a:lnTo>
                    <a:pt x="0" y="90"/>
                  </a:lnTo>
                  <a:lnTo>
                    <a:pt x="60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 name="Freeform 1305">
              <a:extLst>
                <a:ext uri="{FF2B5EF4-FFF2-40B4-BE49-F238E27FC236}">
                  <a16:creationId xmlns:a16="http://schemas.microsoft.com/office/drawing/2014/main" id="{73EEA8A6-9780-4991-BF6B-7FE13D917A42}"/>
                </a:ext>
              </a:extLst>
            </p:cNvPr>
            <p:cNvSpPr>
              <a:spLocks/>
            </p:cNvSpPr>
            <p:nvPr/>
          </p:nvSpPr>
          <p:spPr bwMode="auto">
            <a:xfrm>
              <a:off x="6116638" y="2284413"/>
              <a:ext cx="60325" cy="123825"/>
            </a:xfrm>
            <a:custGeom>
              <a:avLst/>
              <a:gdLst>
                <a:gd name="T0" fmla="*/ 0 w 38"/>
                <a:gd name="T1" fmla="*/ 40 h 78"/>
                <a:gd name="T2" fmla="*/ 0 w 38"/>
                <a:gd name="T3" fmla="*/ 40 h 78"/>
                <a:gd name="T4" fmla="*/ 4 w 38"/>
                <a:gd name="T5" fmla="*/ 56 h 78"/>
                <a:gd name="T6" fmla="*/ 10 w 38"/>
                <a:gd name="T7" fmla="*/ 68 h 78"/>
                <a:gd name="T8" fmla="*/ 16 w 38"/>
                <a:gd name="T9" fmla="*/ 74 h 78"/>
                <a:gd name="T10" fmla="*/ 20 w 38"/>
                <a:gd name="T11" fmla="*/ 76 h 78"/>
                <a:gd name="T12" fmla="*/ 24 w 38"/>
                <a:gd name="T13" fmla="*/ 78 h 78"/>
                <a:gd name="T14" fmla="*/ 24 w 38"/>
                <a:gd name="T15" fmla="*/ 78 h 78"/>
                <a:gd name="T16" fmla="*/ 28 w 38"/>
                <a:gd name="T17" fmla="*/ 76 h 78"/>
                <a:gd name="T18" fmla="*/ 30 w 38"/>
                <a:gd name="T19" fmla="*/ 74 h 78"/>
                <a:gd name="T20" fmla="*/ 36 w 38"/>
                <a:gd name="T21" fmla="*/ 64 h 78"/>
                <a:gd name="T22" fmla="*/ 38 w 38"/>
                <a:gd name="T23" fmla="*/ 52 h 78"/>
                <a:gd name="T24" fmla="*/ 36 w 38"/>
                <a:gd name="T25" fmla="*/ 36 h 78"/>
                <a:gd name="T26" fmla="*/ 36 w 38"/>
                <a:gd name="T27" fmla="*/ 36 h 78"/>
                <a:gd name="T28" fmla="*/ 34 w 38"/>
                <a:gd name="T29" fmla="*/ 20 h 78"/>
                <a:gd name="T30" fmla="*/ 28 w 38"/>
                <a:gd name="T31" fmla="*/ 8 h 78"/>
                <a:gd name="T32" fmla="*/ 20 w 38"/>
                <a:gd name="T33" fmla="*/ 2 h 78"/>
                <a:gd name="T34" fmla="*/ 18 w 38"/>
                <a:gd name="T35" fmla="*/ 0 h 78"/>
                <a:gd name="T36" fmla="*/ 14 w 38"/>
                <a:gd name="T37" fmla="*/ 0 h 78"/>
                <a:gd name="T38" fmla="*/ 14 w 38"/>
                <a:gd name="T39" fmla="*/ 0 h 78"/>
                <a:gd name="T40" fmla="*/ 10 w 38"/>
                <a:gd name="T41" fmla="*/ 0 h 78"/>
                <a:gd name="T42" fmla="*/ 6 w 38"/>
                <a:gd name="T43" fmla="*/ 4 h 78"/>
                <a:gd name="T44" fmla="*/ 2 w 38"/>
                <a:gd name="T45" fmla="*/ 12 h 78"/>
                <a:gd name="T46" fmla="*/ 0 w 38"/>
                <a:gd name="T47" fmla="*/ 26 h 78"/>
                <a:gd name="T48" fmla="*/ 0 w 38"/>
                <a:gd name="T49" fmla="*/ 40 h 78"/>
                <a:gd name="T50" fmla="*/ 0 w 38"/>
                <a:gd name="T51" fmla="*/ 4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8" h="78">
                  <a:moveTo>
                    <a:pt x="0" y="40"/>
                  </a:moveTo>
                  <a:lnTo>
                    <a:pt x="0" y="40"/>
                  </a:lnTo>
                  <a:lnTo>
                    <a:pt x="4" y="56"/>
                  </a:lnTo>
                  <a:lnTo>
                    <a:pt x="10" y="68"/>
                  </a:lnTo>
                  <a:lnTo>
                    <a:pt x="16" y="74"/>
                  </a:lnTo>
                  <a:lnTo>
                    <a:pt x="20" y="76"/>
                  </a:lnTo>
                  <a:lnTo>
                    <a:pt x="24" y="78"/>
                  </a:lnTo>
                  <a:lnTo>
                    <a:pt x="24" y="78"/>
                  </a:lnTo>
                  <a:lnTo>
                    <a:pt x="28" y="76"/>
                  </a:lnTo>
                  <a:lnTo>
                    <a:pt x="30" y="74"/>
                  </a:lnTo>
                  <a:lnTo>
                    <a:pt x="36" y="64"/>
                  </a:lnTo>
                  <a:lnTo>
                    <a:pt x="38" y="52"/>
                  </a:lnTo>
                  <a:lnTo>
                    <a:pt x="36" y="36"/>
                  </a:lnTo>
                  <a:lnTo>
                    <a:pt x="36" y="36"/>
                  </a:lnTo>
                  <a:lnTo>
                    <a:pt x="34" y="20"/>
                  </a:lnTo>
                  <a:lnTo>
                    <a:pt x="28" y="8"/>
                  </a:lnTo>
                  <a:lnTo>
                    <a:pt x="20" y="2"/>
                  </a:lnTo>
                  <a:lnTo>
                    <a:pt x="18" y="0"/>
                  </a:lnTo>
                  <a:lnTo>
                    <a:pt x="14" y="0"/>
                  </a:lnTo>
                  <a:lnTo>
                    <a:pt x="14" y="0"/>
                  </a:lnTo>
                  <a:lnTo>
                    <a:pt x="10" y="0"/>
                  </a:lnTo>
                  <a:lnTo>
                    <a:pt x="6" y="4"/>
                  </a:lnTo>
                  <a:lnTo>
                    <a:pt x="2" y="12"/>
                  </a:lnTo>
                  <a:lnTo>
                    <a:pt x="0" y="26"/>
                  </a:lnTo>
                  <a:lnTo>
                    <a:pt x="0" y="40"/>
                  </a:lnTo>
                  <a:lnTo>
                    <a:pt x="0" y="40"/>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 name="Freeform 1306">
              <a:extLst>
                <a:ext uri="{FF2B5EF4-FFF2-40B4-BE49-F238E27FC236}">
                  <a16:creationId xmlns:a16="http://schemas.microsoft.com/office/drawing/2014/main" id="{395D4F15-5332-4EE4-AAA0-D80507C6AD72}"/>
                </a:ext>
              </a:extLst>
            </p:cNvPr>
            <p:cNvSpPr>
              <a:spLocks/>
            </p:cNvSpPr>
            <p:nvPr/>
          </p:nvSpPr>
          <p:spPr bwMode="auto">
            <a:xfrm>
              <a:off x="6116638" y="2284413"/>
              <a:ext cx="60325" cy="123825"/>
            </a:xfrm>
            <a:custGeom>
              <a:avLst/>
              <a:gdLst>
                <a:gd name="T0" fmla="*/ 0 w 38"/>
                <a:gd name="T1" fmla="*/ 40 h 78"/>
                <a:gd name="T2" fmla="*/ 0 w 38"/>
                <a:gd name="T3" fmla="*/ 40 h 78"/>
                <a:gd name="T4" fmla="*/ 4 w 38"/>
                <a:gd name="T5" fmla="*/ 56 h 78"/>
                <a:gd name="T6" fmla="*/ 10 w 38"/>
                <a:gd name="T7" fmla="*/ 68 h 78"/>
                <a:gd name="T8" fmla="*/ 16 w 38"/>
                <a:gd name="T9" fmla="*/ 74 h 78"/>
                <a:gd name="T10" fmla="*/ 20 w 38"/>
                <a:gd name="T11" fmla="*/ 76 h 78"/>
                <a:gd name="T12" fmla="*/ 24 w 38"/>
                <a:gd name="T13" fmla="*/ 78 h 78"/>
                <a:gd name="T14" fmla="*/ 24 w 38"/>
                <a:gd name="T15" fmla="*/ 78 h 78"/>
                <a:gd name="T16" fmla="*/ 28 w 38"/>
                <a:gd name="T17" fmla="*/ 76 h 78"/>
                <a:gd name="T18" fmla="*/ 30 w 38"/>
                <a:gd name="T19" fmla="*/ 74 h 78"/>
                <a:gd name="T20" fmla="*/ 36 w 38"/>
                <a:gd name="T21" fmla="*/ 64 h 78"/>
                <a:gd name="T22" fmla="*/ 38 w 38"/>
                <a:gd name="T23" fmla="*/ 52 h 78"/>
                <a:gd name="T24" fmla="*/ 36 w 38"/>
                <a:gd name="T25" fmla="*/ 36 h 78"/>
                <a:gd name="T26" fmla="*/ 36 w 38"/>
                <a:gd name="T27" fmla="*/ 36 h 78"/>
                <a:gd name="T28" fmla="*/ 34 w 38"/>
                <a:gd name="T29" fmla="*/ 20 h 78"/>
                <a:gd name="T30" fmla="*/ 28 w 38"/>
                <a:gd name="T31" fmla="*/ 8 h 78"/>
                <a:gd name="T32" fmla="*/ 20 w 38"/>
                <a:gd name="T33" fmla="*/ 2 h 78"/>
                <a:gd name="T34" fmla="*/ 18 w 38"/>
                <a:gd name="T35" fmla="*/ 0 h 78"/>
                <a:gd name="T36" fmla="*/ 14 w 38"/>
                <a:gd name="T37" fmla="*/ 0 h 78"/>
                <a:gd name="T38" fmla="*/ 14 w 38"/>
                <a:gd name="T39" fmla="*/ 0 h 78"/>
                <a:gd name="T40" fmla="*/ 10 w 38"/>
                <a:gd name="T41" fmla="*/ 0 h 78"/>
                <a:gd name="T42" fmla="*/ 6 w 38"/>
                <a:gd name="T43" fmla="*/ 4 h 78"/>
                <a:gd name="T44" fmla="*/ 2 w 38"/>
                <a:gd name="T45" fmla="*/ 12 h 78"/>
                <a:gd name="T46" fmla="*/ 0 w 38"/>
                <a:gd name="T47" fmla="*/ 26 h 78"/>
                <a:gd name="T48" fmla="*/ 0 w 38"/>
                <a:gd name="T49" fmla="*/ 40 h 78"/>
                <a:gd name="T50" fmla="*/ 0 w 38"/>
                <a:gd name="T51" fmla="*/ 4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8" h="78">
                  <a:moveTo>
                    <a:pt x="0" y="40"/>
                  </a:moveTo>
                  <a:lnTo>
                    <a:pt x="0" y="40"/>
                  </a:lnTo>
                  <a:lnTo>
                    <a:pt x="4" y="56"/>
                  </a:lnTo>
                  <a:lnTo>
                    <a:pt x="10" y="68"/>
                  </a:lnTo>
                  <a:lnTo>
                    <a:pt x="16" y="74"/>
                  </a:lnTo>
                  <a:lnTo>
                    <a:pt x="20" y="76"/>
                  </a:lnTo>
                  <a:lnTo>
                    <a:pt x="24" y="78"/>
                  </a:lnTo>
                  <a:lnTo>
                    <a:pt x="24" y="78"/>
                  </a:lnTo>
                  <a:lnTo>
                    <a:pt x="28" y="76"/>
                  </a:lnTo>
                  <a:lnTo>
                    <a:pt x="30" y="74"/>
                  </a:lnTo>
                  <a:lnTo>
                    <a:pt x="36" y="64"/>
                  </a:lnTo>
                  <a:lnTo>
                    <a:pt x="38" y="52"/>
                  </a:lnTo>
                  <a:lnTo>
                    <a:pt x="36" y="36"/>
                  </a:lnTo>
                  <a:lnTo>
                    <a:pt x="36" y="36"/>
                  </a:lnTo>
                  <a:lnTo>
                    <a:pt x="34" y="20"/>
                  </a:lnTo>
                  <a:lnTo>
                    <a:pt x="28" y="8"/>
                  </a:lnTo>
                  <a:lnTo>
                    <a:pt x="20" y="2"/>
                  </a:lnTo>
                  <a:lnTo>
                    <a:pt x="18" y="0"/>
                  </a:lnTo>
                  <a:lnTo>
                    <a:pt x="14" y="0"/>
                  </a:lnTo>
                  <a:lnTo>
                    <a:pt x="14" y="0"/>
                  </a:lnTo>
                  <a:lnTo>
                    <a:pt x="10" y="0"/>
                  </a:lnTo>
                  <a:lnTo>
                    <a:pt x="6" y="4"/>
                  </a:lnTo>
                  <a:lnTo>
                    <a:pt x="2" y="12"/>
                  </a:lnTo>
                  <a:lnTo>
                    <a:pt x="0" y="26"/>
                  </a:lnTo>
                  <a:lnTo>
                    <a:pt x="0"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Freeform 1307">
              <a:extLst>
                <a:ext uri="{FF2B5EF4-FFF2-40B4-BE49-F238E27FC236}">
                  <a16:creationId xmlns:a16="http://schemas.microsoft.com/office/drawing/2014/main" id="{02CD93FF-E647-40D5-9B79-9F9AB505A1BA}"/>
                </a:ext>
              </a:extLst>
            </p:cNvPr>
            <p:cNvSpPr>
              <a:spLocks/>
            </p:cNvSpPr>
            <p:nvPr/>
          </p:nvSpPr>
          <p:spPr bwMode="auto">
            <a:xfrm>
              <a:off x="5808663" y="2319338"/>
              <a:ext cx="60325" cy="123825"/>
            </a:xfrm>
            <a:custGeom>
              <a:avLst/>
              <a:gdLst>
                <a:gd name="T0" fmla="*/ 0 w 38"/>
                <a:gd name="T1" fmla="*/ 42 h 78"/>
                <a:gd name="T2" fmla="*/ 0 w 38"/>
                <a:gd name="T3" fmla="*/ 42 h 78"/>
                <a:gd name="T4" fmla="*/ 4 w 38"/>
                <a:gd name="T5" fmla="*/ 56 h 78"/>
                <a:gd name="T6" fmla="*/ 10 w 38"/>
                <a:gd name="T7" fmla="*/ 68 h 78"/>
                <a:gd name="T8" fmla="*/ 16 w 38"/>
                <a:gd name="T9" fmla="*/ 76 h 78"/>
                <a:gd name="T10" fmla="*/ 20 w 38"/>
                <a:gd name="T11" fmla="*/ 78 h 78"/>
                <a:gd name="T12" fmla="*/ 24 w 38"/>
                <a:gd name="T13" fmla="*/ 78 h 78"/>
                <a:gd name="T14" fmla="*/ 24 w 38"/>
                <a:gd name="T15" fmla="*/ 78 h 78"/>
                <a:gd name="T16" fmla="*/ 28 w 38"/>
                <a:gd name="T17" fmla="*/ 76 h 78"/>
                <a:gd name="T18" fmla="*/ 30 w 38"/>
                <a:gd name="T19" fmla="*/ 74 h 78"/>
                <a:gd name="T20" fmla="*/ 34 w 38"/>
                <a:gd name="T21" fmla="*/ 64 h 78"/>
                <a:gd name="T22" fmla="*/ 38 w 38"/>
                <a:gd name="T23" fmla="*/ 52 h 78"/>
                <a:gd name="T24" fmla="*/ 36 w 38"/>
                <a:gd name="T25" fmla="*/ 36 h 78"/>
                <a:gd name="T26" fmla="*/ 36 w 38"/>
                <a:gd name="T27" fmla="*/ 36 h 78"/>
                <a:gd name="T28" fmla="*/ 34 w 38"/>
                <a:gd name="T29" fmla="*/ 22 h 78"/>
                <a:gd name="T30" fmla="*/ 28 w 38"/>
                <a:gd name="T31" fmla="*/ 10 h 78"/>
                <a:gd name="T32" fmla="*/ 20 w 38"/>
                <a:gd name="T33" fmla="*/ 2 h 78"/>
                <a:gd name="T34" fmla="*/ 16 w 38"/>
                <a:gd name="T35" fmla="*/ 0 h 78"/>
                <a:gd name="T36" fmla="*/ 14 w 38"/>
                <a:gd name="T37" fmla="*/ 0 h 78"/>
                <a:gd name="T38" fmla="*/ 14 w 38"/>
                <a:gd name="T39" fmla="*/ 0 h 78"/>
                <a:gd name="T40" fmla="*/ 10 w 38"/>
                <a:gd name="T41" fmla="*/ 2 h 78"/>
                <a:gd name="T42" fmla="*/ 6 w 38"/>
                <a:gd name="T43" fmla="*/ 4 h 78"/>
                <a:gd name="T44" fmla="*/ 2 w 38"/>
                <a:gd name="T45" fmla="*/ 14 h 78"/>
                <a:gd name="T46" fmla="*/ 0 w 38"/>
                <a:gd name="T47" fmla="*/ 26 h 78"/>
                <a:gd name="T48" fmla="*/ 0 w 38"/>
                <a:gd name="T49" fmla="*/ 42 h 78"/>
                <a:gd name="T50" fmla="*/ 0 w 38"/>
                <a:gd name="T51" fmla="*/ 4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8" h="78">
                  <a:moveTo>
                    <a:pt x="0" y="42"/>
                  </a:moveTo>
                  <a:lnTo>
                    <a:pt x="0" y="42"/>
                  </a:lnTo>
                  <a:lnTo>
                    <a:pt x="4" y="56"/>
                  </a:lnTo>
                  <a:lnTo>
                    <a:pt x="10" y="68"/>
                  </a:lnTo>
                  <a:lnTo>
                    <a:pt x="16" y="76"/>
                  </a:lnTo>
                  <a:lnTo>
                    <a:pt x="20" y="78"/>
                  </a:lnTo>
                  <a:lnTo>
                    <a:pt x="24" y="78"/>
                  </a:lnTo>
                  <a:lnTo>
                    <a:pt x="24" y="78"/>
                  </a:lnTo>
                  <a:lnTo>
                    <a:pt x="28" y="76"/>
                  </a:lnTo>
                  <a:lnTo>
                    <a:pt x="30" y="74"/>
                  </a:lnTo>
                  <a:lnTo>
                    <a:pt x="34" y="64"/>
                  </a:lnTo>
                  <a:lnTo>
                    <a:pt x="38" y="52"/>
                  </a:lnTo>
                  <a:lnTo>
                    <a:pt x="36" y="36"/>
                  </a:lnTo>
                  <a:lnTo>
                    <a:pt x="36" y="36"/>
                  </a:lnTo>
                  <a:lnTo>
                    <a:pt x="34" y="22"/>
                  </a:lnTo>
                  <a:lnTo>
                    <a:pt x="28" y="10"/>
                  </a:lnTo>
                  <a:lnTo>
                    <a:pt x="20" y="2"/>
                  </a:lnTo>
                  <a:lnTo>
                    <a:pt x="16" y="0"/>
                  </a:lnTo>
                  <a:lnTo>
                    <a:pt x="14" y="0"/>
                  </a:lnTo>
                  <a:lnTo>
                    <a:pt x="14" y="0"/>
                  </a:lnTo>
                  <a:lnTo>
                    <a:pt x="10" y="2"/>
                  </a:lnTo>
                  <a:lnTo>
                    <a:pt x="6" y="4"/>
                  </a:lnTo>
                  <a:lnTo>
                    <a:pt x="2" y="14"/>
                  </a:lnTo>
                  <a:lnTo>
                    <a:pt x="0" y="26"/>
                  </a:lnTo>
                  <a:lnTo>
                    <a:pt x="0" y="42"/>
                  </a:lnTo>
                  <a:lnTo>
                    <a:pt x="0" y="42"/>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 name="Freeform 1308">
              <a:extLst>
                <a:ext uri="{FF2B5EF4-FFF2-40B4-BE49-F238E27FC236}">
                  <a16:creationId xmlns:a16="http://schemas.microsoft.com/office/drawing/2014/main" id="{436ECC03-DF69-4894-9D64-E9750D340C2D}"/>
                </a:ext>
              </a:extLst>
            </p:cNvPr>
            <p:cNvSpPr>
              <a:spLocks/>
            </p:cNvSpPr>
            <p:nvPr/>
          </p:nvSpPr>
          <p:spPr bwMode="auto">
            <a:xfrm>
              <a:off x="5808663" y="2319338"/>
              <a:ext cx="60325" cy="123825"/>
            </a:xfrm>
            <a:custGeom>
              <a:avLst/>
              <a:gdLst>
                <a:gd name="T0" fmla="*/ 0 w 38"/>
                <a:gd name="T1" fmla="*/ 42 h 78"/>
                <a:gd name="T2" fmla="*/ 0 w 38"/>
                <a:gd name="T3" fmla="*/ 42 h 78"/>
                <a:gd name="T4" fmla="*/ 4 w 38"/>
                <a:gd name="T5" fmla="*/ 56 h 78"/>
                <a:gd name="T6" fmla="*/ 10 w 38"/>
                <a:gd name="T7" fmla="*/ 68 h 78"/>
                <a:gd name="T8" fmla="*/ 16 w 38"/>
                <a:gd name="T9" fmla="*/ 76 h 78"/>
                <a:gd name="T10" fmla="*/ 20 w 38"/>
                <a:gd name="T11" fmla="*/ 78 h 78"/>
                <a:gd name="T12" fmla="*/ 24 w 38"/>
                <a:gd name="T13" fmla="*/ 78 h 78"/>
                <a:gd name="T14" fmla="*/ 24 w 38"/>
                <a:gd name="T15" fmla="*/ 78 h 78"/>
                <a:gd name="T16" fmla="*/ 28 w 38"/>
                <a:gd name="T17" fmla="*/ 76 h 78"/>
                <a:gd name="T18" fmla="*/ 30 w 38"/>
                <a:gd name="T19" fmla="*/ 74 h 78"/>
                <a:gd name="T20" fmla="*/ 34 w 38"/>
                <a:gd name="T21" fmla="*/ 64 h 78"/>
                <a:gd name="T22" fmla="*/ 38 w 38"/>
                <a:gd name="T23" fmla="*/ 52 h 78"/>
                <a:gd name="T24" fmla="*/ 36 w 38"/>
                <a:gd name="T25" fmla="*/ 36 h 78"/>
                <a:gd name="T26" fmla="*/ 36 w 38"/>
                <a:gd name="T27" fmla="*/ 36 h 78"/>
                <a:gd name="T28" fmla="*/ 34 w 38"/>
                <a:gd name="T29" fmla="*/ 22 h 78"/>
                <a:gd name="T30" fmla="*/ 28 w 38"/>
                <a:gd name="T31" fmla="*/ 10 h 78"/>
                <a:gd name="T32" fmla="*/ 20 w 38"/>
                <a:gd name="T33" fmla="*/ 2 h 78"/>
                <a:gd name="T34" fmla="*/ 16 w 38"/>
                <a:gd name="T35" fmla="*/ 0 h 78"/>
                <a:gd name="T36" fmla="*/ 14 w 38"/>
                <a:gd name="T37" fmla="*/ 0 h 78"/>
                <a:gd name="T38" fmla="*/ 14 w 38"/>
                <a:gd name="T39" fmla="*/ 0 h 78"/>
                <a:gd name="T40" fmla="*/ 10 w 38"/>
                <a:gd name="T41" fmla="*/ 2 h 78"/>
                <a:gd name="T42" fmla="*/ 6 w 38"/>
                <a:gd name="T43" fmla="*/ 4 h 78"/>
                <a:gd name="T44" fmla="*/ 2 w 38"/>
                <a:gd name="T45" fmla="*/ 14 h 78"/>
                <a:gd name="T46" fmla="*/ 0 w 38"/>
                <a:gd name="T47" fmla="*/ 26 h 78"/>
                <a:gd name="T48" fmla="*/ 0 w 38"/>
                <a:gd name="T49" fmla="*/ 42 h 78"/>
                <a:gd name="T50" fmla="*/ 0 w 38"/>
                <a:gd name="T51" fmla="*/ 4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8" h="78">
                  <a:moveTo>
                    <a:pt x="0" y="42"/>
                  </a:moveTo>
                  <a:lnTo>
                    <a:pt x="0" y="42"/>
                  </a:lnTo>
                  <a:lnTo>
                    <a:pt x="4" y="56"/>
                  </a:lnTo>
                  <a:lnTo>
                    <a:pt x="10" y="68"/>
                  </a:lnTo>
                  <a:lnTo>
                    <a:pt x="16" y="76"/>
                  </a:lnTo>
                  <a:lnTo>
                    <a:pt x="20" y="78"/>
                  </a:lnTo>
                  <a:lnTo>
                    <a:pt x="24" y="78"/>
                  </a:lnTo>
                  <a:lnTo>
                    <a:pt x="24" y="78"/>
                  </a:lnTo>
                  <a:lnTo>
                    <a:pt x="28" y="76"/>
                  </a:lnTo>
                  <a:lnTo>
                    <a:pt x="30" y="74"/>
                  </a:lnTo>
                  <a:lnTo>
                    <a:pt x="34" y="64"/>
                  </a:lnTo>
                  <a:lnTo>
                    <a:pt x="38" y="52"/>
                  </a:lnTo>
                  <a:lnTo>
                    <a:pt x="36" y="36"/>
                  </a:lnTo>
                  <a:lnTo>
                    <a:pt x="36" y="36"/>
                  </a:lnTo>
                  <a:lnTo>
                    <a:pt x="34" y="22"/>
                  </a:lnTo>
                  <a:lnTo>
                    <a:pt x="28" y="10"/>
                  </a:lnTo>
                  <a:lnTo>
                    <a:pt x="20" y="2"/>
                  </a:lnTo>
                  <a:lnTo>
                    <a:pt x="16" y="0"/>
                  </a:lnTo>
                  <a:lnTo>
                    <a:pt x="14" y="0"/>
                  </a:lnTo>
                  <a:lnTo>
                    <a:pt x="14" y="0"/>
                  </a:lnTo>
                  <a:lnTo>
                    <a:pt x="10" y="2"/>
                  </a:lnTo>
                  <a:lnTo>
                    <a:pt x="6" y="4"/>
                  </a:lnTo>
                  <a:lnTo>
                    <a:pt x="2" y="14"/>
                  </a:lnTo>
                  <a:lnTo>
                    <a:pt x="0" y="26"/>
                  </a:lnTo>
                  <a:lnTo>
                    <a:pt x="0" y="42"/>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 name="Freeform 1309">
              <a:extLst>
                <a:ext uri="{FF2B5EF4-FFF2-40B4-BE49-F238E27FC236}">
                  <a16:creationId xmlns:a16="http://schemas.microsoft.com/office/drawing/2014/main" id="{FC458F49-2662-4392-B610-3EB19C8C72DD}"/>
                </a:ext>
              </a:extLst>
            </p:cNvPr>
            <p:cNvSpPr>
              <a:spLocks/>
            </p:cNvSpPr>
            <p:nvPr/>
          </p:nvSpPr>
          <p:spPr bwMode="auto">
            <a:xfrm>
              <a:off x="5678488" y="2503488"/>
              <a:ext cx="631825" cy="323850"/>
            </a:xfrm>
            <a:custGeom>
              <a:avLst/>
              <a:gdLst>
                <a:gd name="T0" fmla="*/ 12 w 398"/>
                <a:gd name="T1" fmla="*/ 0 h 204"/>
                <a:gd name="T2" fmla="*/ 10 w 398"/>
                <a:gd name="T3" fmla="*/ 14 h 204"/>
                <a:gd name="T4" fmla="*/ 14 w 398"/>
                <a:gd name="T5" fmla="*/ 30 h 204"/>
                <a:gd name="T6" fmla="*/ 26 w 398"/>
                <a:gd name="T7" fmla="*/ 48 h 204"/>
                <a:gd name="T8" fmla="*/ 46 w 398"/>
                <a:gd name="T9" fmla="*/ 68 h 204"/>
                <a:gd name="T10" fmla="*/ 80 w 398"/>
                <a:gd name="T11" fmla="*/ 84 h 204"/>
                <a:gd name="T12" fmla="*/ 130 w 398"/>
                <a:gd name="T13" fmla="*/ 98 h 204"/>
                <a:gd name="T14" fmla="*/ 200 w 398"/>
                <a:gd name="T15" fmla="*/ 104 h 204"/>
                <a:gd name="T16" fmla="*/ 236 w 398"/>
                <a:gd name="T17" fmla="*/ 104 h 204"/>
                <a:gd name="T18" fmla="*/ 292 w 398"/>
                <a:gd name="T19" fmla="*/ 98 h 204"/>
                <a:gd name="T20" fmla="*/ 332 w 398"/>
                <a:gd name="T21" fmla="*/ 86 h 204"/>
                <a:gd name="T22" fmla="*/ 360 w 398"/>
                <a:gd name="T23" fmla="*/ 70 h 204"/>
                <a:gd name="T24" fmla="*/ 374 w 398"/>
                <a:gd name="T25" fmla="*/ 52 h 204"/>
                <a:gd name="T26" fmla="*/ 384 w 398"/>
                <a:gd name="T27" fmla="*/ 26 h 204"/>
                <a:gd name="T28" fmla="*/ 384 w 398"/>
                <a:gd name="T29" fmla="*/ 10 h 204"/>
                <a:gd name="T30" fmla="*/ 390 w 398"/>
                <a:gd name="T31" fmla="*/ 28 h 204"/>
                <a:gd name="T32" fmla="*/ 398 w 398"/>
                <a:gd name="T33" fmla="*/ 66 h 204"/>
                <a:gd name="T34" fmla="*/ 396 w 398"/>
                <a:gd name="T35" fmla="*/ 102 h 204"/>
                <a:gd name="T36" fmla="*/ 384 w 398"/>
                <a:gd name="T37" fmla="*/ 134 h 204"/>
                <a:gd name="T38" fmla="*/ 362 w 398"/>
                <a:gd name="T39" fmla="*/ 162 h 204"/>
                <a:gd name="T40" fmla="*/ 330 w 398"/>
                <a:gd name="T41" fmla="*/ 184 h 204"/>
                <a:gd name="T42" fmla="*/ 286 w 398"/>
                <a:gd name="T43" fmla="*/ 198 h 204"/>
                <a:gd name="T44" fmla="*/ 232 w 398"/>
                <a:gd name="T45" fmla="*/ 204 h 204"/>
                <a:gd name="T46" fmla="*/ 200 w 398"/>
                <a:gd name="T47" fmla="*/ 204 h 204"/>
                <a:gd name="T48" fmla="*/ 138 w 398"/>
                <a:gd name="T49" fmla="*/ 196 h 204"/>
                <a:gd name="T50" fmla="*/ 90 w 398"/>
                <a:gd name="T51" fmla="*/ 180 h 204"/>
                <a:gd name="T52" fmla="*/ 52 w 398"/>
                <a:gd name="T53" fmla="*/ 156 h 204"/>
                <a:gd name="T54" fmla="*/ 24 w 398"/>
                <a:gd name="T55" fmla="*/ 128 h 204"/>
                <a:gd name="T56" fmla="*/ 8 w 398"/>
                <a:gd name="T57" fmla="*/ 98 h 204"/>
                <a:gd name="T58" fmla="*/ 0 w 398"/>
                <a:gd name="T59" fmla="*/ 64 h 204"/>
                <a:gd name="T60" fmla="*/ 2 w 398"/>
                <a:gd name="T61" fmla="*/ 32 h 204"/>
                <a:gd name="T62" fmla="*/ 12 w 398"/>
                <a:gd name="T63" fmla="*/ 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98" h="204">
                  <a:moveTo>
                    <a:pt x="12" y="0"/>
                  </a:moveTo>
                  <a:lnTo>
                    <a:pt x="12" y="0"/>
                  </a:lnTo>
                  <a:lnTo>
                    <a:pt x="10" y="4"/>
                  </a:lnTo>
                  <a:lnTo>
                    <a:pt x="10" y="14"/>
                  </a:lnTo>
                  <a:lnTo>
                    <a:pt x="12" y="22"/>
                  </a:lnTo>
                  <a:lnTo>
                    <a:pt x="14" y="30"/>
                  </a:lnTo>
                  <a:lnTo>
                    <a:pt x="18" y="40"/>
                  </a:lnTo>
                  <a:lnTo>
                    <a:pt x="26" y="48"/>
                  </a:lnTo>
                  <a:lnTo>
                    <a:pt x="34" y="58"/>
                  </a:lnTo>
                  <a:lnTo>
                    <a:pt x="46" y="68"/>
                  </a:lnTo>
                  <a:lnTo>
                    <a:pt x="62" y="76"/>
                  </a:lnTo>
                  <a:lnTo>
                    <a:pt x="80" y="84"/>
                  </a:lnTo>
                  <a:lnTo>
                    <a:pt x="102" y="92"/>
                  </a:lnTo>
                  <a:lnTo>
                    <a:pt x="130" y="98"/>
                  </a:lnTo>
                  <a:lnTo>
                    <a:pt x="162" y="102"/>
                  </a:lnTo>
                  <a:lnTo>
                    <a:pt x="200" y="104"/>
                  </a:lnTo>
                  <a:lnTo>
                    <a:pt x="200" y="104"/>
                  </a:lnTo>
                  <a:lnTo>
                    <a:pt x="236" y="104"/>
                  </a:lnTo>
                  <a:lnTo>
                    <a:pt x="266" y="102"/>
                  </a:lnTo>
                  <a:lnTo>
                    <a:pt x="292" y="98"/>
                  </a:lnTo>
                  <a:lnTo>
                    <a:pt x="314" y="94"/>
                  </a:lnTo>
                  <a:lnTo>
                    <a:pt x="332" y="86"/>
                  </a:lnTo>
                  <a:lnTo>
                    <a:pt x="348" y="78"/>
                  </a:lnTo>
                  <a:lnTo>
                    <a:pt x="360" y="70"/>
                  </a:lnTo>
                  <a:lnTo>
                    <a:pt x="368" y="60"/>
                  </a:lnTo>
                  <a:lnTo>
                    <a:pt x="374" y="52"/>
                  </a:lnTo>
                  <a:lnTo>
                    <a:pt x="380" y="42"/>
                  </a:lnTo>
                  <a:lnTo>
                    <a:pt x="384" y="26"/>
                  </a:lnTo>
                  <a:lnTo>
                    <a:pt x="384" y="14"/>
                  </a:lnTo>
                  <a:lnTo>
                    <a:pt x="384" y="10"/>
                  </a:lnTo>
                  <a:lnTo>
                    <a:pt x="384" y="10"/>
                  </a:lnTo>
                  <a:lnTo>
                    <a:pt x="390" y="28"/>
                  </a:lnTo>
                  <a:lnTo>
                    <a:pt x="396" y="48"/>
                  </a:lnTo>
                  <a:lnTo>
                    <a:pt x="398" y="66"/>
                  </a:lnTo>
                  <a:lnTo>
                    <a:pt x="398" y="84"/>
                  </a:lnTo>
                  <a:lnTo>
                    <a:pt x="396" y="102"/>
                  </a:lnTo>
                  <a:lnTo>
                    <a:pt x="392" y="118"/>
                  </a:lnTo>
                  <a:lnTo>
                    <a:pt x="384" y="134"/>
                  </a:lnTo>
                  <a:lnTo>
                    <a:pt x="376" y="148"/>
                  </a:lnTo>
                  <a:lnTo>
                    <a:pt x="362" y="162"/>
                  </a:lnTo>
                  <a:lnTo>
                    <a:pt x="348" y="174"/>
                  </a:lnTo>
                  <a:lnTo>
                    <a:pt x="330" y="184"/>
                  </a:lnTo>
                  <a:lnTo>
                    <a:pt x="310" y="192"/>
                  </a:lnTo>
                  <a:lnTo>
                    <a:pt x="286" y="198"/>
                  </a:lnTo>
                  <a:lnTo>
                    <a:pt x="260" y="202"/>
                  </a:lnTo>
                  <a:lnTo>
                    <a:pt x="232" y="204"/>
                  </a:lnTo>
                  <a:lnTo>
                    <a:pt x="200" y="204"/>
                  </a:lnTo>
                  <a:lnTo>
                    <a:pt x="200" y="204"/>
                  </a:lnTo>
                  <a:lnTo>
                    <a:pt x="168" y="200"/>
                  </a:lnTo>
                  <a:lnTo>
                    <a:pt x="138" y="196"/>
                  </a:lnTo>
                  <a:lnTo>
                    <a:pt x="112" y="188"/>
                  </a:lnTo>
                  <a:lnTo>
                    <a:pt x="90" y="180"/>
                  </a:lnTo>
                  <a:lnTo>
                    <a:pt x="70" y="168"/>
                  </a:lnTo>
                  <a:lnTo>
                    <a:pt x="52" y="156"/>
                  </a:lnTo>
                  <a:lnTo>
                    <a:pt x="38" y="142"/>
                  </a:lnTo>
                  <a:lnTo>
                    <a:pt x="24" y="128"/>
                  </a:lnTo>
                  <a:lnTo>
                    <a:pt x="16" y="114"/>
                  </a:lnTo>
                  <a:lnTo>
                    <a:pt x="8" y="98"/>
                  </a:lnTo>
                  <a:lnTo>
                    <a:pt x="2" y="80"/>
                  </a:lnTo>
                  <a:lnTo>
                    <a:pt x="0" y="64"/>
                  </a:lnTo>
                  <a:lnTo>
                    <a:pt x="0" y="48"/>
                  </a:lnTo>
                  <a:lnTo>
                    <a:pt x="2" y="32"/>
                  </a:lnTo>
                  <a:lnTo>
                    <a:pt x="6" y="14"/>
                  </a:lnTo>
                  <a:lnTo>
                    <a:pt x="12" y="0"/>
                  </a:lnTo>
                  <a:lnTo>
                    <a:pt x="12" y="0"/>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 name="Freeform 1310">
              <a:extLst>
                <a:ext uri="{FF2B5EF4-FFF2-40B4-BE49-F238E27FC236}">
                  <a16:creationId xmlns:a16="http://schemas.microsoft.com/office/drawing/2014/main" id="{E6F4A03B-F370-418B-AC31-F1BDB0B34DA7}"/>
                </a:ext>
              </a:extLst>
            </p:cNvPr>
            <p:cNvSpPr>
              <a:spLocks/>
            </p:cNvSpPr>
            <p:nvPr/>
          </p:nvSpPr>
          <p:spPr bwMode="auto">
            <a:xfrm>
              <a:off x="5678488" y="2503488"/>
              <a:ext cx="631825" cy="323850"/>
            </a:xfrm>
            <a:custGeom>
              <a:avLst/>
              <a:gdLst>
                <a:gd name="T0" fmla="*/ 12 w 398"/>
                <a:gd name="T1" fmla="*/ 0 h 204"/>
                <a:gd name="T2" fmla="*/ 10 w 398"/>
                <a:gd name="T3" fmla="*/ 14 h 204"/>
                <a:gd name="T4" fmla="*/ 14 w 398"/>
                <a:gd name="T5" fmla="*/ 30 h 204"/>
                <a:gd name="T6" fmla="*/ 26 w 398"/>
                <a:gd name="T7" fmla="*/ 48 h 204"/>
                <a:gd name="T8" fmla="*/ 46 w 398"/>
                <a:gd name="T9" fmla="*/ 68 h 204"/>
                <a:gd name="T10" fmla="*/ 80 w 398"/>
                <a:gd name="T11" fmla="*/ 84 h 204"/>
                <a:gd name="T12" fmla="*/ 130 w 398"/>
                <a:gd name="T13" fmla="*/ 98 h 204"/>
                <a:gd name="T14" fmla="*/ 200 w 398"/>
                <a:gd name="T15" fmla="*/ 104 h 204"/>
                <a:gd name="T16" fmla="*/ 236 w 398"/>
                <a:gd name="T17" fmla="*/ 104 h 204"/>
                <a:gd name="T18" fmla="*/ 292 w 398"/>
                <a:gd name="T19" fmla="*/ 98 h 204"/>
                <a:gd name="T20" fmla="*/ 332 w 398"/>
                <a:gd name="T21" fmla="*/ 86 h 204"/>
                <a:gd name="T22" fmla="*/ 360 w 398"/>
                <a:gd name="T23" fmla="*/ 70 h 204"/>
                <a:gd name="T24" fmla="*/ 374 w 398"/>
                <a:gd name="T25" fmla="*/ 52 h 204"/>
                <a:gd name="T26" fmla="*/ 384 w 398"/>
                <a:gd name="T27" fmla="*/ 26 h 204"/>
                <a:gd name="T28" fmla="*/ 384 w 398"/>
                <a:gd name="T29" fmla="*/ 10 h 204"/>
                <a:gd name="T30" fmla="*/ 390 w 398"/>
                <a:gd name="T31" fmla="*/ 28 h 204"/>
                <a:gd name="T32" fmla="*/ 398 w 398"/>
                <a:gd name="T33" fmla="*/ 66 h 204"/>
                <a:gd name="T34" fmla="*/ 396 w 398"/>
                <a:gd name="T35" fmla="*/ 102 h 204"/>
                <a:gd name="T36" fmla="*/ 384 w 398"/>
                <a:gd name="T37" fmla="*/ 134 h 204"/>
                <a:gd name="T38" fmla="*/ 362 w 398"/>
                <a:gd name="T39" fmla="*/ 162 h 204"/>
                <a:gd name="T40" fmla="*/ 330 w 398"/>
                <a:gd name="T41" fmla="*/ 184 h 204"/>
                <a:gd name="T42" fmla="*/ 286 w 398"/>
                <a:gd name="T43" fmla="*/ 198 h 204"/>
                <a:gd name="T44" fmla="*/ 232 w 398"/>
                <a:gd name="T45" fmla="*/ 204 h 204"/>
                <a:gd name="T46" fmla="*/ 200 w 398"/>
                <a:gd name="T47" fmla="*/ 204 h 204"/>
                <a:gd name="T48" fmla="*/ 138 w 398"/>
                <a:gd name="T49" fmla="*/ 196 h 204"/>
                <a:gd name="T50" fmla="*/ 90 w 398"/>
                <a:gd name="T51" fmla="*/ 180 h 204"/>
                <a:gd name="T52" fmla="*/ 52 w 398"/>
                <a:gd name="T53" fmla="*/ 156 h 204"/>
                <a:gd name="T54" fmla="*/ 24 w 398"/>
                <a:gd name="T55" fmla="*/ 128 h 204"/>
                <a:gd name="T56" fmla="*/ 8 w 398"/>
                <a:gd name="T57" fmla="*/ 98 h 204"/>
                <a:gd name="T58" fmla="*/ 0 w 398"/>
                <a:gd name="T59" fmla="*/ 64 h 204"/>
                <a:gd name="T60" fmla="*/ 2 w 398"/>
                <a:gd name="T61" fmla="*/ 32 h 204"/>
                <a:gd name="T62" fmla="*/ 12 w 398"/>
                <a:gd name="T63" fmla="*/ 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98" h="204">
                  <a:moveTo>
                    <a:pt x="12" y="0"/>
                  </a:moveTo>
                  <a:lnTo>
                    <a:pt x="12" y="0"/>
                  </a:lnTo>
                  <a:lnTo>
                    <a:pt x="10" y="4"/>
                  </a:lnTo>
                  <a:lnTo>
                    <a:pt x="10" y="14"/>
                  </a:lnTo>
                  <a:lnTo>
                    <a:pt x="12" y="22"/>
                  </a:lnTo>
                  <a:lnTo>
                    <a:pt x="14" y="30"/>
                  </a:lnTo>
                  <a:lnTo>
                    <a:pt x="18" y="40"/>
                  </a:lnTo>
                  <a:lnTo>
                    <a:pt x="26" y="48"/>
                  </a:lnTo>
                  <a:lnTo>
                    <a:pt x="34" y="58"/>
                  </a:lnTo>
                  <a:lnTo>
                    <a:pt x="46" y="68"/>
                  </a:lnTo>
                  <a:lnTo>
                    <a:pt x="62" y="76"/>
                  </a:lnTo>
                  <a:lnTo>
                    <a:pt x="80" y="84"/>
                  </a:lnTo>
                  <a:lnTo>
                    <a:pt x="102" y="92"/>
                  </a:lnTo>
                  <a:lnTo>
                    <a:pt x="130" y="98"/>
                  </a:lnTo>
                  <a:lnTo>
                    <a:pt x="162" y="102"/>
                  </a:lnTo>
                  <a:lnTo>
                    <a:pt x="200" y="104"/>
                  </a:lnTo>
                  <a:lnTo>
                    <a:pt x="200" y="104"/>
                  </a:lnTo>
                  <a:lnTo>
                    <a:pt x="236" y="104"/>
                  </a:lnTo>
                  <a:lnTo>
                    <a:pt x="266" y="102"/>
                  </a:lnTo>
                  <a:lnTo>
                    <a:pt x="292" y="98"/>
                  </a:lnTo>
                  <a:lnTo>
                    <a:pt x="314" y="94"/>
                  </a:lnTo>
                  <a:lnTo>
                    <a:pt x="332" y="86"/>
                  </a:lnTo>
                  <a:lnTo>
                    <a:pt x="348" y="78"/>
                  </a:lnTo>
                  <a:lnTo>
                    <a:pt x="360" y="70"/>
                  </a:lnTo>
                  <a:lnTo>
                    <a:pt x="368" y="60"/>
                  </a:lnTo>
                  <a:lnTo>
                    <a:pt x="374" y="52"/>
                  </a:lnTo>
                  <a:lnTo>
                    <a:pt x="380" y="42"/>
                  </a:lnTo>
                  <a:lnTo>
                    <a:pt x="384" y="26"/>
                  </a:lnTo>
                  <a:lnTo>
                    <a:pt x="384" y="14"/>
                  </a:lnTo>
                  <a:lnTo>
                    <a:pt x="384" y="10"/>
                  </a:lnTo>
                  <a:lnTo>
                    <a:pt x="384" y="10"/>
                  </a:lnTo>
                  <a:lnTo>
                    <a:pt x="390" y="28"/>
                  </a:lnTo>
                  <a:lnTo>
                    <a:pt x="396" y="48"/>
                  </a:lnTo>
                  <a:lnTo>
                    <a:pt x="398" y="66"/>
                  </a:lnTo>
                  <a:lnTo>
                    <a:pt x="398" y="84"/>
                  </a:lnTo>
                  <a:lnTo>
                    <a:pt x="396" y="102"/>
                  </a:lnTo>
                  <a:lnTo>
                    <a:pt x="392" y="118"/>
                  </a:lnTo>
                  <a:lnTo>
                    <a:pt x="384" y="134"/>
                  </a:lnTo>
                  <a:lnTo>
                    <a:pt x="376" y="148"/>
                  </a:lnTo>
                  <a:lnTo>
                    <a:pt x="362" y="162"/>
                  </a:lnTo>
                  <a:lnTo>
                    <a:pt x="348" y="174"/>
                  </a:lnTo>
                  <a:lnTo>
                    <a:pt x="330" y="184"/>
                  </a:lnTo>
                  <a:lnTo>
                    <a:pt x="310" y="192"/>
                  </a:lnTo>
                  <a:lnTo>
                    <a:pt x="286" y="198"/>
                  </a:lnTo>
                  <a:lnTo>
                    <a:pt x="260" y="202"/>
                  </a:lnTo>
                  <a:lnTo>
                    <a:pt x="232" y="204"/>
                  </a:lnTo>
                  <a:lnTo>
                    <a:pt x="200" y="204"/>
                  </a:lnTo>
                  <a:lnTo>
                    <a:pt x="200" y="204"/>
                  </a:lnTo>
                  <a:lnTo>
                    <a:pt x="168" y="200"/>
                  </a:lnTo>
                  <a:lnTo>
                    <a:pt x="138" y="196"/>
                  </a:lnTo>
                  <a:lnTo>
                    <a:pt x="112" y="188"/>
                  </a:lnTo>
                  <a:lnTo>
                    <a:pt x="90" y="180"/>
                  </a:lnTo>
                  <a:lnTo>
                    <a:pt x="70" y="168"/>
                  </a:lnTo>
                  <a:lnTo>
                    <a:pt x="52" y="156"/>
                  </a:lnTo>
                  <a:lnTo>
                    <a:pt x="38" y="142"/>
                  </a:lnTo>
                  <a:lnTo>
                    <a:pt x="24" y="128"/>
                  </a:lnTo>
                  <a:lnTo>
                    <a:pt x="16" y="114"/>
                  </a:lnTo>
                  <a:lnTo>
                    <a:pt x="8" y="98"/>
                  </a:lnTo>
                  <a:lnTo>
                    <a:pt x="2" y="80"/>
                  </a:lnTo>
                  <a:lnTo>
                    <a:pt x="0" y="64"/>
                  </a:lnTo>
                  <a:lnTo>
                    <a:pt x="0" y="48"/>
                  </a:lnTo>
                  <a:lnTo>
                    <a:pt x="2" y="32"/>
                  </a:lnTo>
                  <a:lnTo>
                    <a:pt x="6" y="14"/>
                  </a:lnTo>
                  <a:lnTo>
                    <a:pt x="12" y="0"/>
                  </a:lnTo>
                  <a:lnTo>
                    <a:pt x="12" y="0"/>
                  </a:lnTo>
                  <a:close/>
                </a:path>
              </a:pathLst>
            </a:custGeom>
            <a:solidFill>
              <a:srgbClr val="910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Freeform 1311">
              <a:extLst>
                <a:ext uri="{FF2B5EF4-FFF2-40B4-BE49-F238E27FC236}">
                  <a16:creationId xmlns:a16="http://schemas.microsoft.com/office/drawing/2014/main" id="{142C331A-C0F9-45F8-9EDF-655DD27AEA8B}"/>
                </a:ext>
              </a:extLst>
            </p:cNvPr>
            <p:cNvSpPr>
              <a:spLocks/>
            </p:cNvSpPr>
            <p:nvPr/>
          </p:nvSpPr>
          <p:spPr bwMode="auto">
            <a:xfrm>
              <a:off x="5700713" y="2551113"/>
              <a:ext cx="593725" cy="276225"/>
            </a:xfrm>
            <a:custGeom>
              <a:avLst/>
              <a:gdLst>
                <a:gd name="T0" fmla="*/ 186 w 374"/>
                <a:gd name="T1" fmla="*/ 174 h 174"/>
                <a:gd name="T2" fmla="*/ 186 w 374"/>
                <a:gd name="T3" fmla="*/ 174 h 174"/>
                <a:gd name="T4" fmla="*/ 222 w 374"/>
                <a:gd name="T5" fmla="*/ 174 h 174"/>
                <a:gd name="T6" fmla="*/ 254 w 374"/>
                <a:gd name="T7" fmla="*/ 172 h 174"/>
                <a:gd name="T8" fmla="*/ 284 w 374"/>
                <a:gd name="T9" fmla="*/ 166 h 174"/>
                <a:gd name="T10" fmla="*/ 308 w 374"/>
                <a:gd name="T11" fmla="*/ 156 h 174"/>
                <a:gd name="T12" fmla="*/ 330 w 374"/>
                <a:gd name="T13" fmla="*/ 146 h 174"/>
                <a:gd name="T14" fmla="*/ 348 w 374"/>
                <a:gd name="T15" fmla="*/ 132 h 174"/>
                <a:gd name="T16" fmla="*/ 362 w 374"/>
                <a:gd name="T17" fmla="*/ 116 h 174"/>
                <a:gd name="T18" fmla="*/ 374 w 374"/>
                <a:gd name="T19" fmla="*/ 100 h 174"/>
                <a:gd name="T20" fmla="*/ 374 w 374"/>
                <a:gd name="T21" fmla="*/ 100 h 174"/>
                <a:gd name="T22" fmla="*/ 374 w 374"/>
                <a:gd name="T23" fmla="*/ 82 h 174"/>
                <a:gd name="T24" fmla="*/ 374 w 374"/>
                <a:gd name="T25" fmla="*/ 62 h 174"/>
                <a:gd name="T26" fmla="*/ 366 w 374"/>
                <a:gd name="T27" fmla="*/ 12 h 174"/>
                <a:gd name="T28" fmla="*/ 366 w 374"/>
                <a:gd name="T29" fmla="*/ 12 h 174"/>
                <a:gd name="T30" fmla="*/ 360 w 374"/>
                <a:gd name="T31" fmla="*/ 24 h 174"/>
                <a:gd name="T32" fmla="*/ 350 w 374"/>
                <a:gd name="T33" fmla="*/ 36 h 174"/>
                <a:gd name="T34" fmla="*/ 336 w 374"/>
                <a:gd name="T35" fmla="*/ 46 h 174"/>
                <a:gd name="T36" fmla="*/ 318 w 374"/>
                <a:gd name="T37" fmla="*/ 56 h 174"/>
                <a:gd name="T38" fmla="*/ 296 w 374"/>
                <a:gd name="T39" fmla="*/ 64 h 174"/>
                <a:gd name="T40" fmla="*/ 266 w 374"/>
                <a:gd name="T41" fmla="*/ 72 h 174"/>
                <a:gd name="T42" fmla="*/ 230 w 374"/>
                <a:gd name="T43" fmla="*/ 74 h 174"/>
                <a:gd name="T44" fmla="*/ 186 w 374"/>
                <a:gd name="T45" fmla="*/ 74 h 174"/>
                <a:gd name="T46" fmla="*/ 186 w 374"/>
                <a:gd name="T47" fmla="*/ 74 h 174"/>
                <a:gd name="T48" fmla="*/ 140 w 374"/>
                <a:gd name="T49" fmla="*/ 70 h 174"/>
                <a:gd name="T50" fmla="*/ 102 w 374"/>
                <a:gd name="T51" fmla="*/ 64 h 174"/>
                <a:gd name="T52" fmla="*/ 72 w 374"/>
                <a:gd name="T53" fmla="*/ 56 h 174"/>
                <a:gd name="T54" fmla="*/ 48 w 374"/>
                <a:gd name="T55" fmla="*/ 46 h 174"/>
                <a:gd name="T56" fmla="*/ 30 w 374"/>
                <a:gd name="T57" fmla="*/ 36 h 174"/>
                <a:gd name="T58" fmla="*/ 16 w 374"/>
                <a:gd name="T59" fmla="*/ 24 h 174"/>
                <a:gd name="T60" fmla="*/ 6 w 374"/>
                <a:gd name="T61" fmla="*/ 12 h 174"/>
                <a:gd name="T62" fmla="*/ 0 w 374"/>
                <a:gd name="T63" fmla="*/ 0 h 174"/>
                <a:gd name="T64" fmla="*/ 0 w 374"/>
                <a:gd name="T65" fmla="*/ 0 h 174"/>
                <a:gd name="T66" fmla="*/ 0 w 374"/>
                <a:gd name="T67" fmla="*/ 18 h 174"/>
                <a:gd name="T68" fmla="*/ 0 w 374"/>
                <a:gd name="T69" fmla="*/ 40 h 174"/>
                <a:gd name="T70" fmla="*/ 0 w 374"/>
                <a:gd name="T71" fmla="*/ 64 h 174"/>
                <a:gd name="T72" fmla="*/ 4 w 374"/>
                <a:gd name="T73" fmla="*/ 90 h 174"/>
                <a:gd name="T74" fmla="*/ 4 w 374"/>
                <a:gd name="T75" fmla="*/ 90 h 174"/>
                <a:gd name="T76" fmla="*/ 16 w 374"/>
                <a:gd name="T77" fmla="*/ 106 h 174"/>
                <a:gd name="T78" fmla="*/ 32 w 374"/>
                <a:gd name="T79" fmla="*/ 120 h 174"/>
                <a:gd name="T80" fmla="*/ 48 w 374"/>
                <a:gd name="T81" fmla="*/ 134 h 174"/>
                <a:gd name="T82" fmla="*/ 70 w 374"/>
                <a:gd name="T83" fmla="*/ 146 h 174"/>
                <a:gd name="T84" fmla="*/ 94 w 374"/>
                <a:gd name="T85" fmla="*/ 156 h 174"/>
                <a:gd name="T86" fmla="*/ 120 w 374"/>
                <a:gd name="T87" fmla="*/ 164 h 174"/>
                <a:gd name="T88" fmla="*/ 152 w 374"/>
                <a:gd name="T89" fmla="*/ 170 h 174"/>
                <a:gd name="T90" fmla="*/ 186 w 374"/>
                <a:gd name="T91" fmla="*/ 174 h 174"/>
                <a:gd name="T92" fmla="*/ 186 w 374"/>
                <a:gd name="T93" fmla="*/ 174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74" h="174">
                  <a:moveTo>
                    <a:pt x="186" y="174"/>
                  </a:moveTo>
                  <a:lnTo>
                    <a:pt x="186" y="174"/>
                  </a:lnTo>
                  <a:lnTo>
                    <a:pt x="222" y="174"/>
                  </a:lnTo>
                  <a:lnTo>
                    <a:pt x="254" y="172"/>
                  </a:lnTo>
                  <a:lnTo>
                    <a:pt x="284" y="166"/>
                  </a:lnTo>
                  <a:lnTo>
                    <a:pt x="308" y="156"/>
                  </a:lnTo>
                  <a:lnTo>
                    <a:pt x="330" y="146"/>
                  </a:lnTo>
                  <a:lnTo>
                    <a:pt x="348" y="132"/>
                  </a:lnTo>
                  <a:lnTo>
                    <a:pt x="362" y="116"/>
                  </a:lnTo>
                  <a:lnTo>
                    <a:pt x="374" y="100"/>
                  </a:lnTo>
                  <a:lnTo>
                    <a:pt x="374" y="100"/>
                  </a:lnTo>
                  <a:lnTo>
                    <a:pt x="374" y="82"/>
                  </a:lnTo>
                  <a:lnTo>
                    <a:pt x="374" y="62"/>
                  </a:lnTo>
                  <a:lnTo>
                    <a:pt x="366" y="12"/>
                  </a:lnTo>
                  <a:lnTo>
                    <a:pt x="366" y="12"/>
                  </a:lnTo>
                  <a:lnTo>
                    <a:pt x="360" y="24"/>
                  </a:lnTo>
                  <a:lnTo>
                    <a:pt x="350" y="36"/>
                  </a:lnTo>
                  <a:lnTo>
                    <a:pt x="336" y="46"/>
                  </a:lnTo>
                  <a:lnTo>
                    <a:pt x="318" y="56"/>
                  </a:lnTo>
                  <a:lnTo>
                    <a:pt x="296" y="64"/>
                  </a:lnTo>
                  <a:lnTo>
                    <a:pt x="266" y="72"/>
                  </a:lnTo>
                  <a:lnTo>
                    <a:pt x="230" y="74"/>
                  </a:lnTo>
                  <a:lnTo>
                    <a:pt x="186" y="74"/>
                  </a:lnTo>
                  <a:lnTo>
                    <a:pt x="186" y="74"/>
                  </a:lnTo>
                  <a:lnTo>
                    <a:pt x="140" y="70"/>
                  </a:lnTo>
                  <a:lnTo>
                    <a:pt x="102" y="64"/>
                  </a:lnTo>
                  <a:lnTo>
                    <a:pt x="72" y="56"/>
                  </a:lnTo>
                  <a:lnTo>
                    <a:pt x="48" y="46"/>
                  </a:lnTo>
                  <a:lnTo>
                    <a:pt x="30" y="36"/>
                  </a:lnTo>
                  <a:lnTo>
                    <a:pt x="16" y="24"/>
                  </a:lnTo>
                  <a:lnTo>
                    <a:pt x="6" y="12"/>
                  </a:lnTo>
                  <a:lnTo>
                    <a:pt x="0" y="0"/>
                  </a:lnTo>
                  <a:lnTo>
                    <a:pt x="0" y="0"/>
                  </a:lnTo>
                  <a:lnTo>
                    <a:pt x="0" y="18"/>
                  </a:lnTo>
                  <a:lnTo>
                    <a:pt x="0" y="40"/>
                  </a:lnTo>
                  <a:lnTo>
                    <a:pt x="0" y="64"/>
                  </a:lnTo>
                  <a:lnTo>
                    <a:pt x="4" y="90"/>
                  </a:lnTo>
                  <a:lnTo>
                    <a:pt x="4" y="90"/>
                  </a:lnTo>
                  <a:lnTo>
                    <a:pt x="16" y="106"/>
                  </a:lnTo>
                  <a:lnTo>
                    <a:pt x="32" y="120"/>
                  </a:lnTo>
                  <a:lnTo>
                    <a:pt x="48" y="134"/>
                  </a:lnTo>
                  <a:lnTo>
                    <a:pt x="70" y="146"/>
                  </a:lnTo>
                  <a:lnTo>
                    <a:pt x="94" y="156"/>
                  </a:lnTo>
                  <a:lnTo>
                    <a:pt x="120" y="164"/>
                  </a:lnTo>
                  <a:lnTo>
                    <a:pt x="152" y="170"/>
                  </a:lnTo>
                  <a:lnTo>
                    <a:pt x="186" y="174"/>
                  </a:lnTo>
                  <a:lnTo>
                    <a:pt x="186" y="174"/>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Freeform 1312">
              <a:extLst>
                <a:ext uri="{FF2B5EF4-FFF2-40B4-BE49-F238E27FC236}">
                  <a16:creationId xmlns:a16="http://schemas.microsoft.com/office/drawing/2014/main" id="{ECDF1943-BA30-4983-B17A-27A4776AE0B9}"/>
                </a:ext>
              </a:extLst>
            </p:cNvPr>
            <p:cNvSpPr>
              <a:spLocks/>
            </p:cNvSpPr>
            <p:nvPr/>
          </p:nvSpPr>
          <p:spPr bwMode="auto">
            <a:xfrm>
              <a:off x="5700713" y="2551113"/>
              <a:ext cx="593725" cy="276225"/>
            </a:xfrm>
            <a:custGeom>
              <a:avLst/>
              <a:gdLst>
                <a:gd name="T0" fmla="*/ 186 w 374"/>
                <a:gd name="T1" fmla="*/ 174 h 174"/>
                <a:gd name="T2" fmla="*/ 186 w 374"/>
                <a:gd name="T3" fmla="*/ 174 h 174"/>
                <a:gd name="T4" fmla="*/ 222 w 374"/>
                <a:gd name="T5" fmla="*/ 174 h 174"/>
                <a:gd name="T6" fmla="*/ 254 w 374"/>
                <a:gd name="T7" fmla="*/ 172 h 174"/>
                <a:gd name="T8" fmla="*/ 284 w 374"/>
                <a:gd name="T9" fmla="*/ 166 h 174"/>
                <a:gd name="T10" fmla="*/ 308 w 374"/>
                <a:gd name="T11" fmla="*/ 156 h 174"/>
                <a:gd name="T12" fmla="*/ 330 w 374"/>
                <a:gd name="T13" fmla="*/ 146 h 174"/>
                <a:gd name="T14" fmla="*/ 348 w 374"/>
                <a:gd name="T15" fmla="*/ 132 h 174"/>
                <a:gd name="T16" fmla="*/ 362 w 374"/>
                <a:gd name="T17" fmla="*/ 116 h 174"/>
                <a:gd name="T18" fmla="*/ 374 w 374"/>
                <a:gd name="T19" fmla="*/ 100 h 174"/>
                <a:gd name="T20" fmla="*/ 374 w 374"/>
                <a:gd name="T21" fmla="*/ 100 h 174"/>
                <a:gd name="T22" fmla="*/ 374 w 374"/>
                <a:gd name="T23" fmla="*/ 82 h 174"/>
                <a:gd name="T24" fmla="*/ 374 w 374"/>
                <a:gd name="T25" fmla="*/ 62 h 174"/>
                <a:gd name="T26" fmla="*/ 366 w 374"/>
                <a:gd name="T27" fmla="*/ 12 h 174"/>
                <a:gd name="T28" fmla="*/ 366 w 374"/>
                <a:gd name="T29" fmla="*/ 12 h 174"/>
                <a:gd name="T30" fmla="*/ 360 w 374"/>
                <a:gd name="T31" fmla="*/ 24 h 174"/>
                <a:gd name="T32" fmla="*/ 350 w 374"/>
                <a:gd name="T33" fmla="*/ 36 h 174"/>
                <a:gd name="T34" fmla="*/ 336 w 374"/>
                <a:gd name="T35" fmla="*/ 46 h 174"/>
                <a:gd name="T36" fmla="*/ 318 w 374"/>
                <a:gd name="T37" fmla="*/ 56 h 174"/>
                <a:gd name="T38" fmla="*/ 296 w 374"/>
                <a:gd name="T39" fmla="*/ 64 h 174"/>
                <a:gd name="T40" fmla="*/ 266 w 374"/>
                <a:gd name="T41" fmla="*/ 72 h 174"/>
                <a:gd name="T42" fmla="*/ 230 w 374"/>
                <a:gd name="T43" fmla="*/ 74 h 174"/>
                <a:gd name="T44" fmla="*/ 186 w 374"/>
                <a:gd name="T45" fmla="*/ 74 h 174"/>
                <a:gd name="T46" fmla="*/ 186 w 374"/>
                <a:gd name="T47" fmla="*/ 74 h 174"/>
                <a:gd name="T48" fmla="*/ 140 w 374"/>
                <a:gd name="T49" fmla="*/ 70 h 174"/>
                <a:gd name="T50" fmla="*/ 102 w 374"/>
                <a:gd name="T51" fmla="*/ 64 h 174"/>
                <a:gd name="T52" fmla="*/ 72 w 374"/>
                <a:gd name="T53" fmla="*/ 56 h 174"/>
                <a:gd name="T54" fmla="*/ 48 w 374"/>
                <a:gd name="T55" fmla="*/ 46 h 174"/>
                <a:gd name="T56" fmla="*/ 30 w 374"/>
                <a:gd name="T57" fmla="*/ 36 h 174"/>
                <a:gd name="T58" fmla="*/ 16 w 374"/>
                <a:gd name="T59" fmla="*/ 24 h 174"/>
                <a:gd name="T60" fmla="*/ 6 w 374"/>
                <a:gd name="T61" fmla="*/ 12 h 174"/>
                <a:gd name="T62" fmla="*/ 0 w 374"/>
                <a:gd name="T63" fmla="*/ 0 h 174"/>
                <a:gd name="T64" fmla="*/ 0 w 374"/>
                <a:gd name="T65" fmla="*/ 0 h 174"/>
                <a:gd name="T66" fmla="*/ 0 w 374"/>
                <a:gd name="T67" fmla="*/ 18 h 174"/>
                <a:gd name="T68" fmla="*/ 0 w 374"/>
                <a:gd name="T69" fmla="*/ 40 h 174"/>
                <a:gd name="T70" fmla="*/ 0 w 374"/>
                <a:gd name="T71" fmla="*/ 64 h 174"/>
                <a:gd name="T72" fmla="*/ 4 w 374"/>
                <a:gd name="T73" fmla="*/ 90 h 174"/>
                <a:gd name="T74" fmla="*/ 4 w 374"/>
                <a:gd name="T75" fmla="*/ 90 h 174"/>
                <a:gd name="T76" fmla="*/ 16 w 374"/>
                <a:gd name="T77" fmla="*/ 106 h 174"/>
                <a:gd name="T78" fmla="*/ 32 w 374"/>
                <a:gd name="T79" fmla="*/ 120 h 174"/>
                <a:gd name="T80" fmla="*/ 48 w 374"/>
                <a:gd name="T81" fmla="*/ 134 h 174"/>
                <a:gd name="T82" fmla="*/ 70 w 374"/>
                <a:gd name="T83" fmla="*/ 146 h 174"/>
                <a:gd name="T84" fmla="*/ 94 w 374"/>
                <a:gd name="T85" fmla="*/ 156 h 174"/>
                <a:gd name="T86" fmla="*/ 120 w 374"/>
                <a:gd name="T87" fmla="*/ 164 h 174"/>
                <a:gd name="T88" fmla="*/ 152 w 374"/>
                <a:gd name="T89" fmla="*/ 170 h 174"/>
                <a:gd name="T90" fmla="*/ 186 w 374"/>
                <a:gd name="T91" fmla="*/ 174 h 174"/>
                <a:gd name="T92" fmla="*/ 186 w 374"/>
                <a:gd name="T93" fmla="*/ 174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74" h="174">
                  <a:moveTo>
                    <a:pt x="186" y="174"/>
                  </a:moveTo>
                  <a:lnTo>
                    <a:pt x="186" y="174"/>
                  </a:lnTo>
                  <a:lnTo>
                    <a:pt x="222" y="174"/>
                  </a:lnTo>
                  <a:lnTo>
                    <a:pt x="254" y="172"/>
                  </a:lnTo>
                  <a:lnTo>
                    <a:pt x="284" y="166"/>
                  </a:lnTo>
                  <a:lnTo>
                    <a:pt x="308" y="156"/>
                  </a:lnTo>
                  <a:lnTo>
                    <a:pt x="330" y="146"/>
                  </a:lnTo>
                  <a:lnTo>
                    <a:pt x="348" y="132"/>
                  </a:lnTo>
                  <a:lnTo>
                    <a:pt x="362" y="116"/>
                  </a:lnTo>
                  <a:lnTo>
                    <a:pt x="374" y="100"/>
                  </a:lnTo>
                  <a:lnTo>
                    <a:pt x="374" y="100"/>
                  </a:lnTo>
                  <a:lnTo>
                    <a:pt x="374" y="82"/>
                  </a:lnTo>
                  <a:lnTo>
                    <a:pt x="374" y="62"/>
                  </a:lnTo>
                  <a:lnTo>
                    <a:pt x="366" y="12"/>
                  </a:lnTo>
                  <a:lnTo>
                    <a:pt x="366" y="12"/>
                  </a:lnTo>
                  <a:lnTo>
                    <a:pt x="360" y="24"/>
                  </a:lnTo>
                  <a:lnTo>
                    <a:pt x="350" y="36"/>
                  </a:lnTo>
                  <a:lnTo>
                    <a:pt x="336" y="46"/>
                  </a:lnTo>
                  <a:lnTo>
                    <a:pt x="318" y="56"/>
                  </a:lnTo>
                  <a:lnTo>
                    <a:pt x="296" y="64"/>
                  </a:lnTo>
                  <a:lnTo>
                    <a:pt x="266" y="72"/>
                  </a:lnTo>
                  <a:lnTo>
                    <a:pt x="230" y="74"/>
                  </a:lnTo>
                  <a:lnTo>
                    <a:pt x="186" y="74"/>
                  </a:lnTo>
                  <a:lnTo>
                    <a:pt x="186" y="74"/>
                  </a:lnTo>
                  <a:lnTo>
                    <a:pt x="140" y="70"/>
                  </a:lnTo>
                  <a:lnTo>
                    <a:pt x="102" y="64"/>
                  </a:lnTo>
                  <a:lnTo>
                    <a:pt x="72" y="56"/>
                  </a:lnTo>
                  <a:lnTo>
                    <a:pt x="48" y="46"/>
                  </a:lnTo>
                  <a:lnTo>
                    <a:pt x="30" y="36"/>
                  </a:lnTo>
                  <a:lnTo>
                    <a:pt x="16" y="24"/>
                  </a:lnTo>
                  <a:lnTo>
                    <a:pt x="6" y="12"/>
                  </a:lnTo>
                  <a:lnTo>
                    <a:pt x="0" y="0"/>
                  </a:lnTo>
                  <a:lnTo>
                    <a:pt x="0" y="0"/>
                  </a:lnTo>
                  <a:lnTo>
                    <a:pt x="0" y="18"/>
                  </a:lnTo>
                  <a:lnTo>
                    <a:pt x="0" y="40"/>
                  </a:lnTo>
                  <a:lnTo>
                    <a:pt x="0" y="64"/>
                  </a:lnTo>
                  <a:lnTo>
                    <a:pt x="4" y="90"/>
                  </a:lnTo>
                  <a:lnTo>
                    <a:pt x="4" y="90"/>
                  </a:lnTo>
                  <a:lnTo>
                    <a:pt x="16" y="106"/>
                  </a:lnTo>
                  <a:lnTo>
                    <a:pt x="32" y="120"/>
                  </a:lnTo>
                  <a:lnTo>
                    <a:pt x="48" y="134"/>
                  </a:lnTo>
                  <a:lnTo>
                    <a:pt x="70" y="146"/>
                  </a:lnTo>
                  <a:lnTo>
                    <a:pt x="94" y="156"/>
                  </a:lnTo>
                  <a:lnTo>
                    <a:pt x="120" y="164"/>
                  </a:lnTo>
                  <a:lnTo>
                    <a:pt x="152" y="170"/>
                  </a:lnTo>
                  <a:lnTo>
                    <a:pt x="186" y="174"/>
                  </a:lnTo>
                  <a:lnTo>
                    <a:pt x="186" y="17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8" name="Freeform 1313">
              <a:extLst>
                <a:ext uri="{FF2B5EF4-FFF2-40B4-BE49-F238E27FC236}">
                  <a16:creationId xmlns:a16="http://schemas.microsoft.com/office/drawing/2014/main" id="{8D337F42-3315-4498-9CE3-935A4D12F2D1}"/>
                </a:ext>
              </a:extLst>
            </p:cNvPr>
            <p:cNvSpPr>
              <a:spLocks/>
            </p:cNvSpPr>
            <p:nvPr/>
          </p:nvSpPr>
          <p:spPr bwMode="auto">
            <a:xfrm>
              <a:off x="5700713" y="2551113"/>
              <a:ext cx="590550" cy="146050"/>
            </a:xfrm>
            <a:custGeom>
              <a:avLst/>
              <a:gdLst>
                <a:gd name="T0" fmla="*/ 372 w 372"/>
                <a:gd name="T1" fmla="*/ 54 h 92"/>
                <a:gd name="T2" fmla="*/ 372 w 372"/>
                <a:gd name="T3" fmla="*/ 54 h 92"/>
                <a:gd name="T4" fmla="*/ 366 w 372"/>
                <a:gd name="T5" fmla="*/ 12 h 92"/>
                <a:gd name="T6" fmla="*/ 366 w 372"/>
                <a:gd name="T7" fmla="*/ 12 h 92"/>
                <a:gd name="T8" fmla="*/ 360 w 372"/>
                <a:gd name="T9" fmla="*/ 24 h 92"/>
                <a:gd name="T10" fmla="*/ 350 w 372"/>
                <a:gd name="T11" fmla="*/ 36 h 92"/>
                <a:gd name="T12" fmla="*/ 336 w 372"/>
                <a:gd name="T13" fmla="*/ 46 h 92"/>
                <a:gd name="T14" fmla="*/ 318 w 372"/>
                <a:gd name="T15" fmla="*/ 56 h 92"/>
                <a:gd name="T16" fmla="*/ 296 w 372"/>
                <a:gd name="T17" fmla="*/ 64 h 92"/>
                <a:gd name="T18" fmla="*/ 266 w 372"/>
                <a:gd name="T19" fmla="*/ 72 h 92"/>
                <a:gd name="T20" fmla="*/ 230 w 372"/>
                <a:gd name="T21" fmla="*/ 74 h 92"/>
                <a:gd name="T22" fmla="*/ 186 w 372"/>
                <a:gd name="T23" fmla="*/ 74 h 92"/>
                <a:gd name="T24" fmla="*/ 186 w 372"/>
                <a:gd name="T25" fmla="*/ 74 h 92"/>
                <a:gd name="T26" fmla="*/ 140 w 372"/>
                <a:gd name="T27" fmla="*/ 70 h 92"/>
                <a:gd name="T28" fmla="*/ 102 w 372"/>
                <a:gd name="T29" fmla="*/ 64 h 92"/>
                <a:gd name="T30" fmla="*/ 72 w 372"/>
                <a:gd name="T31" fmla="*/ 56 h 92"/>
                <a:gd name="T32" fmla="*/ 48 w 372"/>
                <a:gd name="T33" fmla="*/ 46 h 92"/>
                <a:gd name="T34" fmla="*/ 30 w 372"/>
                <a:gd name="T35" fmla="*/ 36 h 92"/>
                <a:gd name="T36" fmla="*/ 16 w 372"/>
                <a:gd name="T37" fmla="*/ 24 h 92"/>
                <a:gd name="T38" fmla="*/ 6 w 372"/>
                <a:gd name="T39" fmla="*/ 12 h 92"/>
                <a:gd name="T40" fmla="*/ 0 w 372"/>
                <a:gd name="T41" fmla="*/ 0 h 92"/>
                <a:gd name="T42" fmla="*/ 0 w 372"/>
                <a:gd name="T43" fmla="*/ 0 h 92"/>
                <a:gd name="T44" fmla="*/ 0 w 372"/>
                <a:gd name="T45" fmla="*/ 26 h 92"/>
                <a:gd name="T46" fmla="*/ 0 w 372"/>
                <a:gd name="T47" fmla="*/ 60 h 92"/>
                <a:gd name="T48" fmla="*/ 0 w 372"/>
                <a:gd name="T49" fmla="*/ 60 h 92"/>
                <a:gd name="T50" fmla="*/ 8 w 372"/>
                <a:gd name="T51" fmla="*/ 54 h 92"/>
                <a:gd name="T52" fmla="*/ 12 w 372"/>
                <a:gd name="T53" fmla="*/ 50 h 92"/>
                <a:gd name="T54" fmla="*/ 16 w 372"/>
                <a:gd name="T55" fmla="*/ 48 h 92"/>
                <a:gd name="T56" fmla="*/ 22 w 372"/>
                <a:gd name="T57" fmla="*/ 48 h 92"/>
                <a:gd name="T58" fmla="*/ 30 w 372"/>
                <a:gd name="T59" fmla="*/ 50 h 92"/>
                <a:gd name="T60" fmla="*/ 40 w 372"/>
                <a:gd name="T61" fmla="*/ 52 h 92"/>
                <a:gd name="T62" fmla="*/ 52 w 372"/>
                <a:gd name="T63" fmla="*/ 60 h 92"/>
                <a:gd name="T64" fmla="*/ 52 w 372"/>
                <a:gd name="T65" fmla="*/ 60 h 92"/>
                <a:gd name="T66" fmla="*/ 86 w 372"/>
                <a:gd name="T67" fmla="*/ 74 h 92"/>
                <a:gd name="T68" fmla="*/ 120 w 372"/>
                <a:gd name="T69" fmla="*/ 84 h 92"/>
                <a:gd name="T70" fmla="*/ 154 w 372"/>
                <a:gd name="T71" fmla="*/ 90 h 92"/>
                <a:gd name="T72" fmla="*/ 190 w 372"/>
                <a:gd name="T73" fmla="*/ 92 h 92"/>
                <a:gd name="T74" fmla="*/ 224 w 372"/>
                <a:gd name="T75" fmla="*/ 92 h 92"/>
                <a:gd name="T76" fmla="*/ 256 w 372"/>
                <a:gd name="T77" fmla="*/ 88 h 92"/>
                <a:gd name="T78" fmla="*/ 286 w 372"/>
                <a:gd name="T79" fmla="*/ 82 h 92"/>
                <a:gd name="T80" fmla="*/ 310 w 372"/>
                <a:gd name="T81" fmla="*/ 72 h 92"/>
                <a:gd name="T82" fmla="*/ 310 w 372"/>
                <a:gd name="T83" fmla="*/ 72 h 92"/>
                <a:gd name="T84" fmla="*/ 332 w 372"/>
                <a:gd name="T85" fmla="*/ 60 h 92"/>
                <a:gd name="T86" fmla="*/ 350 w 372"/>
                <a:gd name="T87" fmla="*/ 52 h 92"/>
                <a:gd name="T88" fmla="*/ 356 w 372"/>
                <a:gd name="T89" fmla="*/ 48 h 92"/>
                <a:gd name="T90" fmla="*/ 362 w 372"/>
                <a:gd name="T91" fmla="*/ 48 h 92"/>
                <a:gd name="T92" fmla="*/ 368 w 372"/>
                <a:gd name="T93" fmla="*/ 50 h 92"/>
                <a:gd name="T94" fmla="*/ 372 w 372"/>
                <a:gd name="T95" fmla="*/ 54 h 92"/>
                <a:gd name="T96" fmla="*/ 372 w 372"/>
                <a:gd name="T97" fmla="*/ 54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72" h="92">
                  <a:moveTo>
                    <a:pt x="372" y="54"/>
                  </a:moveTo>
                  <a:lnTo>
                    <a:pt x="372" y="54"/>
                  </a:lnTo>
                  <a:lnTo>
                    <a:pt x="366" y="12"/>
                  </a:lnTo>
                  <a:lnTo>
                    <a:pt x="366" y="12"/>
                  </a:lnTo>
                  <a:lnTo>
                    <a:pt x="360" y="24"/>
                  </a:lnTo>
                  <a:lnTo>
                    <a:pt x="350" y="36"/>
                  </a:lnTo>
                  <a:lnTo>
                    <a:pt x="336" y="46"/>
                  </a:lnTo>
                  <a:lnTo>
                    <a:pt x="318" y="56"/>
                  </a:lnTo>
                  <a:lnTo>
                    <a:pt x="296" y="64"/>
                  </a:lnTo>
                  <a:lnTo>
                    <a:pt x="266" y="72"/>
                  </a:lnTo>
                  <a:lnTo>
                    <a:pt x="230" y="74"/>
                  </a:lnTo>
                  <a:lnTo>
                    <a:pt x="186" y="74"/>
                  </a:lnTo>
                  <a:lnTo>
                    <a:pt x="186" y="74"/>
                  </a:lnTo>
                  <a:lnTo>
                    <a:pt x="140" y="70"/>
                  </a:lnTo>
                  <a:lnTo>
                    <a:pt x="102" y="64"/>
                  </a:lnTo>
                  <a:lnTo>
                    <a:pt x="72" y="56"/>
                  </a:lnTo>
                  <a:lnTo>
                    <a:pt x="48" y="46"/>
                  </a:lnTo>
                  <a:lnTo>
                    <a:pt x="30" y="36"/>
                  </a:lnTo>
                  <a:lnTo>
                    <a:pt x="16" y="24"/>
                  </a:lnTo>
                  <a:lnTo>
                    <a:pt x="6" y="12"/>
                  </a:lnTo>
                  <a:lnTo>
                    <a:pt x="0" y="0"/>
                  </a:lnTo>
                  <a:lnTo>
                    <a:pt x="0" y="0"/>
                  </a:lnTo>
                  <a:lnTo>
                    <a:pt x="0" y="26"/>
                  </a:lnTo>
                  <a:lnTo>
                    <a:pt x="0" y="60"/>
                  </a:lnTo>
                  <a:lnTo>
                    <a:pt x="0" y="60"/>
                  </a:lnTo>
                  <a:lnTo>
                    <a:pt x="8" y="54"/>
                  </a:lnTo>
                  <a:lnTo>
                    <a:pt x="12" y="50"/>
                  </a:lnTo>
                  <a:lnTo>
                    <a:pt x="16" y="48"/>
                  </a:lnTo>
                  <a:lnTo>
                    <a:pt x="22" y="48"/>
                  </a:lnTo>
                  <a:lnTo>
                    <a:pt x="30" y="50"/>
                  </a:lnTo>
                  <a:lnTo>
                    <a:pt x="40" y="52"/>
                  </a:lnTo>
                  <a:lnTo>
                    <a:pt x="52" y="60"/>
                  </a:lnTo>
                  <a:lnTo>
                    <a:pt x="52" y="60"/>
                  </a:lnTo>
                  <a:lnTo>
                    <a:pt x="86" y="74"/>
                  </a:lnTo>
                  <a:lnTo>
                    <a:pt x="120" y="84"/>
                  </a:lnTo>
                  <a:lnTo>
                    <a:pt x="154" y="90"/>
                  </a:lnTo>
                  <a:lnTo>
                    <a:pt x="190" y="92"/>
                  </a:lnTo>
                  <a:lnTo>
                    <a:pt x="224" y="92"/>
                  </a:lnTo>
                  <a:lnTo>
                    <a:pt x="256" y="88"/>
                  </a:lnTo>
                  <a:lnTo>
                    <a:pt x="286" y="82"/>
                  </a:lnTo>
                  <a:lnTo>
                    <a:pt x="310" y="72"/>
                  </a:lnTo>
                  <a:lnTo>
                    <a:pt x="310" y="72"/>
                  </a:lnTo>
                  <a:lnTo>
                    <a:pt x="332" y="60"/>
                  </a:lnTo>
                  <a:lnTo>
                    <a:pt x="350" y="52"/>
                  </a:lnTo>
                  <a:lnTo>
                    <a:pt x="356" y="48"/>
                  </a:lnTo>
                  <a:lnTo>
                    <a:pt x="362" y="48"/>
                  </a:lnTo>
                  <a:lnTo>
                    <a:pt x="368" y="50"/>
                  </a:lnTo>
                  <a:lnTo>
                    <a:pt x="372" y="54"/>
                  </a:lnTo>
                  <a:lnTo>
                    <a:pt x="372" y="54"/>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9" name="Freeform 1314">
              <a:extLst>
                <a:ext uri="{FF2B5EF4-FFF2-40B4-BE49-F238E27FC236}">
                  <a16:creationId xmlns:a16="http://schemas.microsoft.com/office/drawing/2014/main" id="{1C000F5B-DEB4-4AD7-89C7-5C2C99D7BB43}"/>
                </a:ext>
              </a:extLst>
            </p:cNvPr>
            <p:cNvSpPr>
              <a:spLocks/>
            </p:cNvSpPr>
            <p:nvPr/>
          </p:nvSpPr>
          <p:spPr bwMode="auto">
            <a:xfrm>
              <a:off x="5700713" y="2551113"/>
              <a:ext cx="590550" cy="146050"/>
            </a:xfrm>
            <a:custGeom>
              <a:avLst/>
              <a:gdLst>
                <a:gd name="T0" fmla="*/ 372 w 372"/>
                <a:gd name="T1" fmla="*/ 54 h 92"/>
                <a:gd name="T2" fmla="*/ 372 w 372"/>
                <a:gd name="T3" fmla="*/ 54 h 92"/>
                <a:gd name="T4" fmla="*/ 366 w 372"/>
                <a:gd name="T5" fmla="*/ 12 h 92"/>
                <a:gd name="T6" fmla="*/ 366 w 372"/>
                <a:gd name="T7" fmla="*/ 12 h 92"/>
                <a:gd name="T8" fmla="*/ 360 w 372"/>
                <a:gd name="T9" fmla="*/ 24 h 92"/>
                <a:gd name="T10" fmla="*/ 350 w 372"/>
                <a:gd name="T11" fmla="*/ 36 h 92"/>
                <a:gd name="T12" fmla="*/ 336 w 372"/>
                <a:gd name="T13" fmla="*/ 46 h 92"/>
                <a:gd name="T14" fmla="*/ 318 w 372"/>
                <a:gd name="T15" fmla="*/ 56 h 92"/>
                <a:gd name="T16" fmla="*/ 296 w 372"/>
                <a:gd name="T17" fmla="*/ 64 h 92"/>
                <a:gd name="T18" fmla="*/ 266 w 372"/>
                <a:gd name="T19" fmla="*/ 72 h 92"/>
                <a:gd name="T20" fmla="*/ 230 w 372"/>
                <a:gd name="T21" fmla="*/ 74 h 92"/>
                <a:gd name="T22" fmla="*/ 186 w 372"/>
                <a:gd name="T23" fmla="*/ 74 h 92"/>
                <a:gd name="T24" fmla="*/ 186 w 372"/>
                <a:gd name="T25" fmla="*/ 74 h 92"/>
                <a:gd name="T26" fmla="*/ 140 w 372"/>
                <a:gd name="T27" fmla="*/ 70 h 92"/>
                <a:gd name="T28" fmla="*/ 102 w 372"/>
                <a:gd name="T29" fmla="*/ 64 h 92"/>
                <a:gd name="T30" fmla="*/ 72 w 372"/>
                <a:gd name="T31" fmla="*/ 56 h 92"/>
                <a:gd name="T32" fmla="*/ 48 w 372"/>
                <a:gd name="T33" fmla="*/ 46 h 92"/>
                <a:gd name="T34" fmla="*/ 30 w 372"/>
                <a:gd name="T35" fmla="*/ 36 h 92"/>
                <a:gd name="T36" fmla="*/ 16 w 372"/>
                <a:gd name="T37" fmla="*/ 24 h 92"/>
                <a:gd name="T38" fmla="*/ 6 w 372"/>
                <a:gd name="T39" fmla="*/ 12 h 92"/>
                <a:gd name="T40" fmla="*/ 0 w 372"/>
                <a:gd name="T41" fmla="*/ 0 h 92"/>
                <a:gd name="T42" fmla="*/ 0 w 372"/>
                <a:gd name="T43" fmla="*/ 0 h 92"/>
                <a:gd name="T44" fmla="*/ 0 w 372"/>
                <a:gd name="T45" fmla="*/ 26 h 92"/>
                <a:gd name="T46" fmla="*/ 0 w 372"/>
                <a:gd name="T47" fmla="*/ 60 h 92"/>
                <a:gd name="T48" fmla="*/ 0 w 372"/>
                <a:gd name="T49" fmla="*/ 60 h 92"/>
                <a:gd name="T50" fmla="*/ 8 w 372"/>
                <a:gd name="T51" fmla="*/ 54 h 92"/>
                <a:gd name="T52" fmla="*/ 12 w 372"/>
                <a:gd name="T53" fmla="*/ 50 h 92"/>
                <a:gd name="T54" fmla="*/ 16 w 372"/>
                <a:gd name="T55" fmla="*/ 48 h 92"/>
                <a:gd name="T56" fmla="*/ 22 w 372"/>
                <a:gd name="T57" fmla="*/ 48 h 92"/>
                <a:gd name="T58" fmla="*/ 30 w 372"/>
                <a:gd name="T59" fmla="*/ 50 h 92"/>
                <a:gd name="T60" fmla="*/ 40 w 372"/>
                <a:gd name="T61" fmla="*/ 52 h 92"/>
                <a:gd name="T62" fmla="*/ 52 w 372"/>
                <a:gd name="T63" fmla="*/ 60 h 92"/>
                <a:gd name="T64" fmla="*/ 52 w 372"/>
                <a:gd name="T65" fmla="*/ 60 h 92"/>
                <a:gd name="T66" fmla="*/ 86 w 372"/>
                <a:gd name="T67" fmla="*/ 74 h 92"/>
                <a:gd name="T68" fmla="*/ 120 w 372"/>
                <a:gd name="T69" fmla="*/ 84 h 92"/>
                <a:gd name="T70" fmla="*/ 154 w 372"/>
                <a:gd name="T71" fmla="*/ 90 h 92"/>
                <a:gd name="T72" fmla="*/ 190 w 372"/>
                <a:gd name="T73" fmla="*/ 92 h 92"/>
                <a:gd name="T74" fmla="*/ 224 w 372"/>
                <a:gd name="T75" fmla="*/ 92 h 92"/>
                <a:gd name="T76" fmla="*/ 256 w 372"/>
                <a:gd name="T77" fmla="*/ 88 h 92"/>
                <a:gd name="T78" fmla="*/ 286 w 372"/>
                <a:gd name="T79" fmla="*/ 82 h 92"/>
                <a:gd name="T80" fmla="*/ 310 w 372"/>
                <a:gd name="T81" fmla="*/ 72 h 92"/>
                <a:gd name="T82" fmla="*/ 310 w 372"/>
                <a:gd name="T83" fmla="*/ 72 h 92"/>
                <a:gd name="T84" fmla="*/ 332 w 372"/>
                <a:gd name="T85" fmla="*/ 60 h 92"/>
                <a:gd name="T86" fmla="*/ 350 w 372"/>
                <a:gd name="T87" fmla="*/ 52 h 92"/>
                <a:gd name="T88" fmla="*/ 356 w 372"/>
                <a:gd name="T89" fmla="*/ 48 h 92"/>
                <a:gd name="T90" fmla="*/ 362 w 372"/>
                <a:gd name="T91" fmla="*/ 48 h 92"/>
                <a:gd name="T92" fmla="*/ 368 w 372"/>
                <a:gd name="T93" fmla="*/ 50 h 92"/>
                <a:gd name="T94" fmla="*/ 372 w 372"/>
                <a:gd name="T95" fmla="*/ 54 h 92"/>
                <a:gd name="T96" fmla="*/ 372 w 372"/>
                <a:gd name="T97" fmla="*/ 54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72" h="92">
                  <a:moveTo>
                    <a:pt x="372" y="54"/>
                  </a:moveTo>
                  <a:lnTo>
                    <a:pt x="372" y="54"/>
                  </a:lnTo>
                  <a:lnTo>
                    <a:pt x="366" y="12"/>
                  </a:lnTo>
                  <a:lnTo>
                    <a:pt x="366" y="12"/>
                  </a:lnTo>
                  <a:lnTo>
                    <a:pt x="360" y="24"/>
                  </a:lnTo>
                  <a:lnTo>
                    <a:pt x="350" y="36"/>
                  </a:lnTo>
                  <a:lnTo>
                    <a:pt x="336" y="46"/>
                  </a:lnTo>
                  <a:lnTo>
                    <a:pt x="318" y="56"/>
                  </a:lnTo>
                  <a:lnTo>
                    <a:pt x="296" y="64"/>
                  </a:lnTo>
                  <a:lnTo>
                    <a:pt x="266" y="72"/>
                  </a:lnTo>
                  <a:lnTo>
                    <a:pt x="230" y="74"/>
                  </a:lnTo>
                  <a:lnTo>
                    <a:pt x="186" y="74"/>
                  </a:lnTo>
                  <a:lnTo>
                    <a:pt x="186" y="74"/>
                  </a:lnTo>
                  <a:lnTo>
                    <a:pt x="140" y="70"/>
                  </a:lnTo>
                  <a:lnTo>
                    <a:pt x="102" y="64"/>
                  </a:lnTo>
                  <a:lnTo>
                    <a:pt x="72" y="56"/>
                  </a:lnTo>
                  <a:lnTo>
                    <a:pt x="48" y="46"/>
                  </a:lnTo>
                  <a:lnTo>
                    <a:pt x="30" y="36"/>
                  </a:lnTo>
                  <a:lnTo>
                    <a:pt x="16" y="24"/>
                  </a:lnTo>
                  <a:lnTo>
                    <a:pt x="6" y="12"/>
                  </a:lnTo>
                  <a:lnTo>
                    <a:pt x="0" y="0"/>
                  </a:lnTo>
                  <a:lnTo>
                    <a:pt x="0" y="0"/>
                  </a:lnTo>
                  <a:lnTo>
                    <a:pt x="0" y="26"/>
                  </a:lnTo>
                  <a:lnTo>
                    <a:pt x="0" y="60"/>
                  </a:lnTo>
                  <a:lnTo>
                    <a:pt x="0" y="60"/>
                  </a:lnTo>
                  <a:lnTo>
                    <a:pt x="8" y="54"/>
                  </a:lnTo>
                  <a:lnTo>
                    <a:pt x="12" y="50"/>
                  </a:lnTo>
                  <a:lnTo>
                    <a:pt x="16" y="48"/>
                  </a:lnTo>
                  <a:lnTo>
                    <a:pt x="22" y="48"/>
                  </a:lnTo>
                  <a:lnTo>
                    <a:pt x="30" y="50"/>
                  </a:lnTo>
                  <a:lnTo>
                    <a:pt x="40" y="52"/>
                  </a:lnTo>
                  <a:lnTo>
                    <a:pt x="52" y="60"/>
                  </a:lnTo>
                  <a:lnTo>
                    <a:pt x="52" y="60"/>
                  </a:lnTo>
                  <a:lnTo>
                    <a:pt x="86" y="74"/>
                  </a:lnTo>
                  <a:lnTo>
                    <a:pt x="120" y="84"/>
                  </a:lnTo>
                  <a:lnTo>
                    <a:pt x="154" y="90"/>
                  </a:lnTo>
                  <a:lnTo>
                    <a:pt x="190" y="92"/>
                  </a:lnTo>
                  <a:lnTo>
                    <a:pt x="224" y="92"/>
                  </a:lnTo>
                  <a:lnTo>
                    <a:pt x="256" y="88"/>
                  </a:lnTo>
                  <a:lnTo>
                    <a:pt x="286" y="82"/>
                  </a:lnTo>
                  <a:lnTo>
                    <a:pt x="310" y="72"/>
                  </a:lnTo>
                  <a:lnTo>
                    <a:pt x="310" y="72"/>
                  </a:lnTo>
                  <a:lnTo>
                    <a:pt x="332" y="60"/>
                  </a:lnTo>
                  <a:lnTo>
                    <a:pt x="350" y="52"/>
                  </a:lnTo>
                  <a:lnTo>
                    <a:pt x="356" y="48"/>
                  </a:lnTo>
                  <a:lnTo>
                    <a:pt x="362" y="48"/>
                  </a:lnTo>
                  <a:lnTo>
                    <a:pt x="368" y="50"/>
                  </a:lnTo>
                  <a:lnTo>
                    <a:pt x="372" y="54"/>
                  </a:lnTo>
                  <a:lnTo>
                    <a:pt x="372" y="54"/>
                  </a:lnTo>
                  <a:close/>
                </a:path>
              </a:pathLst>
            </a:custGeom>
            <a:solidFill>
              <a:srgbClr val="C4C4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0" name="Freeform 1315">
              <a:extLst>
                <a:ext uri="{FF2B5EF4-FFF2-40B4-BE49-F238E27FC236}">
                  <a16:creationId xmlns:a16="http://schemas.microsoft.com/office/drawing/2014/main" id="{EFEE7546-E2EC-4E2B-B113-8E46154777DE}"/>
                </a:ext>
              </a:extLst>
            </p:cNvPr>
            <p:cNvSpPr>
              <a:spLocks/>
            </p:cNvSpPr>
            <p:nvPr/>
          </p:nvSpPr>
          <p:spPr bwMode="auto">
            <a:xfrm>
              <a:off x="5754688" y="2693988"/>
              <a:ext cx="231775" cy="60325"/>
            </a:xfrm>
            <a:custGeom>
              <a:avLst/>
              <a:gdLst>
                <a:gd name="T0" fmla="*/ 0 w 146"/>
                <a:gd name="T1" fmla="*/ 0 h 38"/>
                <a:gd name="T2" fmla="*/ 0 w 146"/>
                <a:gd name="T3" fmla="*/ 0 h 38"/>
                <a:gd name="T4" fmla="*/ 12 w 146"/>
                <a:gd name="T5" fmla="*/ 6 h 38"/>
                <a:gd name="T6" fmla="*/ 26 w 146"/>
                <a:gd name="T7" fmla="*/ 12 h 38"/>
                <a:gd name="T8" fmla="*/ 44 w 146"/>
                <a:gd name="T9" fmla="*/ 18 h 38"/>
                <a:gd name="T10" fmla="*/ 66 w 146"/>
                <a:gd name="T11" fmla="*/ 24 h 38"/>
                <a:gd name="T12" fmla="*/ 90 w 146"/>
                <a:gd name="T13" fmla="*/ 30 h 38"/>
                <a:gd name="T14" fmla="*/ 118 w 146"/>
                <a:gd name="T15" fmla="*/ 32 h 38"/>
                <a:gd name="T16" fmla="*/ 146 w 146"/>
                <a:gd name="T17" fmla="*/ 30 h 38"/>
                <a:gd name="T18" fmla="*/ 146 w 146"/>
                <a:gd name="T19" fmla="*/ 30 h 38"/>
                <a:gd name="T20" fmla="*/ 144 w 146"/>
                <a:gd name="T21" fmla="*/ 34 h 38"/>
                <a:gd name="T22" fmla="*/ 140 w 146"/>
                <a:gd name="T23" fmla="*/ 36 h 38"/>
                <a:gd name="T24" fmla="*/ 126 w 146"/>
                <a:gd name="T25" fmla="*/ 38 h 38"/>
                <a:gd name="T26" fmla="*/ 106 w 146"/>
                <a:gd name="T27" fmla="*/ 38 h 38"/>
                <a:gd name="T28" fmla="*/ 84 w 146"/>
                <a:gd name="T29" fmla="*/ 36 h 38"/>
                <a:gd name="T30" fmla="*/ 60 w 146"/>
                <a:gd name="T31" fmla="*/ 32 h 38"/>
                <a:gd name="T32" fmla="*/ 36 w 146"/>
                <a:gd name="T33" fmla="*/ 24 h 38"/>
                <a:gd name="T34" fmla="*/ 16 w 146"/>
                <a:gd name="T35" fmla="*/ 14 h 38"/>
                <a:gd name="T36" fmla="*/ 8 w 146"/>
                <a:gd name="T37" fmla="*/ 8 h 38"/>
                <a:gd name="T38" fmla="*/ 0 w 146"/>
                <a:gd name="T39" fmla="*/ 0 h 38"/>
                <a:gd name="T40" fmla="*/ 0 w 146"/>
                <a:gd name="T41"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6" h="38">
                  <a:moveTo>
                    <a:pt x="0" y="0"/>
                  </a:moveTo>
                  <a:lnTo>
                    <a:pt x="0" y="0"/>
                  </a:lnTo>
                  <a:lnTo>
                    <a:pt x="12" y="6"/>
                  </a:lnTo>
                  <a:lnTo>
                    <a:pt x="26" y="12"/>
                  </a:lnTo>
                  <a:lnTo>
                    <a:pt x="44" y="18"/>
                  </a:lnTo>
                  <a:lnTo>
                    <a:pt x="66" y="24"/>
                  </a:lnTo>
                  <a:lnTo>
                    <a:pt x="90" y="30"/>
                  </a:lnTo>
                  <a:lnTo>
                    <a:pt x="118" y="32"/>
                  </a:lnTo>
                  <a:lnTo>
                    <a:pt x="146" y="30"/>
                  </a:lnTo>
                  <a:lnTo>
                    <a:pt x="146" y="30"/>
                  </a:lnTo>
                  <a:lnTo>
                    <a:pt x="144" y="34"/>
                  </a:lnTo>
                  <a:lnTo>
                    <a:pt x="140" y="36"/>
                  </a:lnTo>
                  <a:lnTo>
                    <a:pt x="126" y="38"/>
                  </a:lnTo>
                  <a:lnTo>
                    <a:pt x="106" y="38"/>
                  </a:lnTo>
                  <a:lnTo>
                    <a:pt x="84" y="36"/>
                  </a:lnTo>
                  <a:lnTo>
                    <a:pt x="60" y="32"/>
                  </a:lnTo>
                  <a:lnTo>
                    <a:pt x="36" y="24"/>
                  </a:lnTo>
                  <a:lnTo>
                    <a:pt x="16" y="14"/>
                  </a:lnTo>
                  <a:lnTo>
                    <a:pt x="8" y="8"/>
                  </a:lnTo>
                  <a:lnTo>
                    <a:pt x="0" y="0"/>
                  </a:lnTo>
                  <a:lnTo>
                    <a:pt x="0" y="0"/>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1" name="Freeform 1316">
              <a:extLst>
                <a:ext uri="{FF2B5EF4-FFF2-40B4-BE49-F238E27FC236}">
                  <a16:creationId xmlns:a16="http://schemas.microsoft.com/office/drawing/2014/main" id="{B2E6B151-33C6-4FE6-B50F-F89AB30C1D5C}"/>
                </a:ext>
              </a:extLst>
            </p:cNvPr>
            <p:cNvSpPr>
              <a:spLocks/>
            </p:cNvSpPr>
            <p:nvPr/>
          </p:nvSpPr>
          <p:spPr bwMode="auto">
            <a:xfrm>
              <a:off x="5754688" y="2693988"/>
              <a:ext cx="231775" cy="60325"/>
            </a:xfrm>
            <a:custGeom>
              <a:avLst/>
              <a:gdLst>
                <a:gd name="T0" fmla="*/ 0 w 146"/>
                <a:gd name="T1" fmla="*/ 0 h 38"/>
                <a:gd name="T2" fmla="*/ 0 w 146"/>
                <a:gd name="T3" fmla="*/ 0 h 38"/>
                <a:gd name="T4" fmla="*/ 12 w 146"/>
                <a:gd name="T5" fmla="*/ 6 h 38"/>
                <a:gd name="T6" fmla="*/ 26 w 146"/>
                <a:gd name="T7" fmla="*/ 12 h 38"/>
                <a:gd name="T8" fmla="*/ 44 w 146"/>
                <a:gd name="T9" fmla="*/ 18 h 38"/>
                <a:gd name="T10" fmla="*/ 66 w 146"/>
                <a:gd name="T11" fmla="*/ 24 h 38"/>
                <a:gd name="T12" fmla="*/ 90 w 146"/>
                <a:gd name="T13" fmla="*/ 30 h 38"/>
                <a:gd name="T14" fmla="*/ 118 w 146"/>
                <a:gd name="T15" fmla="*/ 32 h 38"/>
                <a:gd name="T16" fmla="*/ 146 w 146"/>
                <a:gd name="T17" fmla="*/ 30 h 38"/>
                <a:gd name="T18" fmla="*/ 146 w 146"/>
                <a:gd name="T19" fmla="*/ 30 h 38"/>
                <a:gd name="T20" fmla="*/ 144 w 146"/>
                <a:gd name="T21" fmla="*/ 34 h 38"/>
                <a:gd name="T22" fmla="*/ 140 w 146"/>
                <a:gd name="T23" fmla="*/ 36 h 38"/>
                <a:gd name="T24" fmla="*/ 126 w 146"/>
                <a:gd name="T25" fmla="*/ 38 h 38"/>
                <a:gd name="T26" fmla="*/ 106 w 146"/>
                <a:gd name="T27" fmla="*/ 38 h 38"/>
                <a:gd name="T28" fmla="*/ 84 w 146"/>
                <a:gd name="T29" fmla="*/ 36 h 38"/>
                <a:gd name="T30" fmla="*/ 60 w 146"/>
                <a:gd name="T31" fmla="*/ 32 h 38"/>
                <a:gd name="T32" fmla="*/ 36 w 146"/>
                <a:gd name="T33" fmla="*/ 24 h 38"/>
                <a:gd name="T34" fmla="*/ 16 w 146"/>
                <a:gd name="T35" fmla="*/ 14 h 38"/>
                <a:gd name="T36" fmla="*/ 8 w 146"/>
                <a:gd name="T37" fmla="*/ 8 h 38"/>
                <a:gd name="T38" fmla="*/ 0 w 146"/>
                <a:gd name="T39" fmla="*/ 0 h 38"/>
                <a:gd name="T40" fmla="*/ 0 w 146"/>
                <a:gd name="T41"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6" h="38">
                  <a:moveTo>
                    <a:pt x="0" y="0"/>
                  </a:moveTo>
                  <a:lnTo>
                    <a:pt x="0" y="0"/>
                  </a:lnTo>
                  <a:lnTo>
                    <a:pt x="12" y="6"/>
                  </a:lnTo>
                  <a:lnTo>
                    <a:pt x="26" y="12"/>
                  </a:lnTo>
                  <a:lnTo>
                    <a:pt x="44" y="18"/>
                  </a:lnTo>
                  <a:lnTo>
                    <a:pt x="66" y="24"/>
                  </a:lnTo>
                  <a:lnTo>
                    <a:pt x="90" y="30"/>
                  </a:lnTo>
                  <a:lnTo>
                    <a:pt x="118" y="32"/>
                  </a:lnTo>
                  <a:lnTo>
                    <a:pt x="146" y="30"/>
                  </a:lnTo>
                  <a:lnTo>
                    <a:pt x="146" y="30"/>
                  </a:lnTo>
                  <a:lnTo>
                    <a:pt x="144" y="34"/>
                  </a:lnTo>
                  <a:lnTo>
                    <a:pt x="140" y="36"/>
                  </a:lnTo>
                  <a:lnTo>
                    <a:pt x="126" y="38"/>
                  </a:lnTo>
                  <a:lnTo>
                    <a:pt x="106" y="38"/>
                  </a:lnTo>
                  <a:lnTo>
                    <a:pt x="84" y="36"/>
                  </a:lnTo>
                  <a:lnTo>
                    <a:pt x="60" y="32"/>
                  </a:lnTo>
                  <a:lnTo>
                    <a:pt x="36" y="24"/>
                  </a:lnTo>
                  <a:lnTo>
                    <a:pt x="16" y="14"/>
                  </a:lnTo>
                  <a:lnTo>
                    <a:pt x="8" y="8"/>
                  </a:lnTo>
                  <a:lnTo>
                    <a:pt x="0" y="0"/>
                  </a:lnTo>
                  <a:lnTo>
                    <a:pt x="0" y="0"/>
                  </a:lnTo>
                  <a:close/>
                </a:path>
              </a:pathLst>
            </a:custGeom>
            <a:solidFill>
              <a:srgbClr val="C4C4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2" name="Freeform 1318">
              <a:extLst>
                <a:ext uri="{FF2B5EF4-FFF2-40B4-BE49-F238E27FC236}">
                  <a16:creationId xmlns:a16="http://schemas.microsoft.com/office/drawing/2014/main" id="{162AAF0E-C2EA-48FA-81BB-F3E887C3A4F6}"/>
                </a:ext>
              </a:extLst>
            </p:cNvPr>
            <p:cNvSpPr>
              <a:spLocks/>
            </p:cNvSpPr>
            <p:nvPr/>
          </p:nvSpPr>
          <p:spPr bwMode="auto">
            <a:xfrm>
              <a:off x="5999163" y="3059113"/>
              <a:ext cx="374650" cy="720725"/>
            </a:xfrm>
            <a:custGeom>
              <a:avLst/>
              <a:gdLst>
                <a:gd name="T0" fmla="*/ 156 w 236"/>
                <a:gd name="T1" fmla="*/ 0 h 454"/>
                <a:gd name="T2" fmla="*/ 236 w 236"/>
                <a:gd name="T3" fmla="*/ 314 h 454"/>
                <a:gd name="T4" fmla="*/ 124 w 236"/>
                <a:gd name="T5" fmla="*/ 454 h 454"/>
                <a:gd name="T6" fmla="*/ 0 w 236"/>
                <a:gd name="T7" fmla="*/ 336 h 454"/>
                <a:gd name="T8" fmla="*/ 46 w 236"/>
                <a:gd name="T9" fmla="*/ 6 h 454"/>
                <a:gd name="T10" fmla="*/ 156 w 236"/>
                <a:gd name="T11" fmla="*/ 0 h 454"/>
              </a:gdLst>
              <a:ahLst/>
              <a:cxnLst>
                <a:cxn ang="0">
                  <a:pos x="T0" y="T1"/>
                </a:cxn>
                <a:cxn ang="0">
                  <a:pos x="T2" y="T3"/>
                </a:cxn>
                <a:cxn ang="0">
                  <a:pos x="T4" y="T5"/>
                </a:cxn>
                <a:cxn ang="0">
                  <a:pos x="T6" y="T7"/>
                </a:cxn>
                <a:cxn ang="0">
                  <a:pos x="T8" y="T9"/>
                </a:cxn>
                <a:cxn ang="0">
                  <a:pos x="T10" y="T11"/>
                </a:cxn>
              </a:cxnLst>
              <a:rect l="0" t="0" r="r" b="b"/>
              <a:pathLst>
                <a:path w="236" h="454">
                  <a:moveTo>
                    <a:pt x="156" y="0"/>
                  </a:moveTo>
                  <a:lnTo>
                    <a:pt x="236" y="314"/>
                  </a:lnTo>
                  <a:lnTo>
                    <a:pt x="124" y="454"/>
                  </a:lnTo>
                  <a:lnTo>
                    <a:pt x="0" y="336"/>
                  </a:lnTo>
                  <a:lnTo>
                    <a:pt x="46" y="6"/>
                  </a:lnTo>
                  <a:lnTo>
                    <a:pt x="156" y="0"/>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3" name="Freeform 1319">
              <a:extLst>
                <a:ext uri="{FF2B5EF4-FFF2-40B4-BE49-F238E27FC236}">
                  <a16:creationId xmlns:a16="http://schemas.microsoft.com/office/drawing/2014/main" id="{50623DCE-B1D0-4C66-82E5-FEE4B3D074C5}"/>
                </a:ext>
              </a:extLst>
            </p:cNvPr>
            <p:cNvSpPr>
              <a:spLocks/>
            </p:cNvSpPr>
            <p:nvPr/>
          </p:nvSpPr>
          <p:spPr bwMode="auto">
            <a:xfrm>
              <a:off x="5999163" y="3059113"/>
              <a:ext cx="374650" cy="720725"/>
            </a:xfrm>
            <a:custGeom>
              <a:avLst/>
              <a:gdLst>
                <a:gd name="T0" fmla="*/ 156 w 236"/>
                <a:gd name="T1" fmla="*/ 0 h 454"/>
                <a:gd name="T2" fmla="*/ 236 w 236"/>
                <a:gd name="T3" fmla="*/ 314 h 454"/>
                <a:gd name="T4" fmla="*/ 124 w 236"/>
                <a:gd name="T5" fmla="*/ 454 h 454"/>
                <a:gd name="T6" fmla="*/ 0 w 236"/>
                <a:gd name="T7" fmla="*/ 336 h 454"/>
                <a:gd name="T8" fmla="*/ 46 w 236"/>
                <a:gd name="T9" fmla="*/ 6 h 454"/>
                <a:gd name="T10" fmla="*/ 156 w 236"/>
                <a:gd name="T11" fmla="*/ 0 h 454"/>
              </a:gdLst>
              <a:ahLst/>
              <a:cxnLst>
                <a:cxn ang="0">
                  <a:pos x="T0" y="T1"/>
                </a:cxn>
                <a:cxn ang="0">
                  <a:pos x="T2" y="T3"/>
                </a:cxn>
                <a:cxn ang="0">
                  <a:pos x="T4" y="T5"/>
                </a:cxn>
                <a:cxn ang="0">
                  <a:pos x="T6" y="T7"/>
                </a:cxn>
                <a:cxn ang="0">
                  <a:pos x="T8" y="T9"/>
                </a:cxn>
                <a:cxn ang="0">
                  <a:pos x="T10" y="T11"/>
                </a:cxn>
              </a:cxnLst>
              <a:rect l="0" t="0" r="r" b="b"/>
              <a:pathLst>
                <a:path w="236" h="454">
                  <a:moveTo>
                    <a:pt x="156" y="0"/>
                  </a:moveTo>
                  <a:lnTo>
                    <a:pt x="236" y="314"/>
                  </a:lnTo>
                  <a:lnTo>
                    <a:pt x="124" y="454"/>
                  </a:lnTo>
                  <a:lnTo>
                    <a:pt x="0" y="336"/>
                  </a:lnTo>
                  <a:lnTo>
                    <a:pt x="46" y="6"/>
                  </a:lnTo>
                  <a:lnTo>
                    <a:pt x="15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4" name="Freeform 1321">
              <a:extLst>
                <a:ext uri="{FF2B5EF4-FFF2-40B4-BE49-F238E27FC236}">
                  <a16:creationId xmlns:a16="http://schemas.microsoft.com/office/drawing/2014/main" id="{2E7FE394-154D-4635-AD8A-F6A81CBF688B}"/>
                </a:ext>
              </a:extLst>
            </p:cNvPr>
            <p:cNvSpPr>
              <a:spLocks/>
            </p:cNvSpPr>
            <p:nvPr/>
          </p:nvSpPr>
          <p:spPr bwMode="auto">
            <a:xfrm>
              <a:off x="5999163" y="3059113"/>
              <a:ext cx="374650" cy="720725"/>
            </a:xfrm>
            <a:custGeom>
              <a:avLst/>
              <a:gdLst>
                <a:gd name="T0" fmla="*/ 156 w 236"/>
                <a:gd name="T1" fmla="*/ 0 h 454"/>
                <a:gd name="T2" fmla="*/ 236 w 236"/>
                <a:gd name="T3" fmla="*/ 314 h 454"/>
                <a:gd name="T4" fmla="*/ 124 w 236"/>
                <a:gd name="T5" fmla="*/ 454 h 454"/>
                <a:gd name="T6" fmla="*/ 0 w 236"/>
                <a:gd name="T7" fmla="*/ 336 h 454"/>
                <a:gd name="T8" fmla="*/ 46 w 236"/>
                <a:gd name="T9" fmla="*/ 6 h 454"/>
                <a:gd name="T10" fmla="*/ 156 w 236"/>
                <a:gd name="T11" fmla="*/ 0 h 454"/>
              </a:gdLst>
              <a:ahLst/>
              <a:cxnLst>
                <a:cxn ang="0">
                  <a:pos x="T0" y="T1"/>
                </a:cxn>
                <a:cxn ang="0">
                  <a:pos x="T2" y="T3"/>
                </a:cxn>
                <a:cxn ang="0">
                  <a:pos x="T4" y="T5"/>
                </a:cxn>
                <a:cxn ang="0">
                  <a:pos x="T6" y="T7"/>
                </a:cxn>
                <a:cxn ang="0">
                  <a:pos x="T8" y="T9"/>
                </a:cxn>
                <a:cxn ang="0">
                  <a:pos x="T10" y="T11"/>
                </a:cxn>
              </a:cxnLst>
              <a:rect l="0" t="0" r="r" b="b"/>
              <a:pathLst>
                <a:path w="236" h="454">
                  <a:moveTo>
                    <a:pt x="156" y="0"/>
                  </a:moveTo>
                  <a:lnTo>
                    <a:pt x="236" y="314"/>
                  </a:lnTo>
                  <a:lnTo>
                    <a:pt x="124" y="454"/>
                  </a:lnTo>
                  <a:lnTo>
                    <a:pt x="0" y="336"/>
                  </a:lnTo>
                  <a:lnTo>
                    <a:pt x="46" y="6"/>
                  </a:lnTo>
                  <a:lnTo>
                    <a:pt x="156" y="0"/>
                  </a:lnTo>
                  <a:close/>
                </a:path>
              </a:pathLst>
            </a:custGeom>
            <a:solidFill>
              <a:srgbClr val="5F2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5" name="Freeform 1322">
              <a:extLst>
                <a:ext uri="{FF2B5EF4-FFF2-40B4-BE49-F238E27FC236}">
                  <a16:creationId xmlns:a16="http://schemas.microsoft.com/office/drawing/2014/main" id="{9C58E9A6-093E-482B-96E1-37ECFE66BC54}"/>
                </a:ext>
              </a:extLst>
            </p:cNvPr>
            <p:cNvSpPr>
              <a:spLocks/>
            </p:cNvSpPr>
            <p:nvPr/>
          </p:nvSpPr>
          <p:spPr bwMode="auto">
            <a:xfrm>
              <a:off x="5999163" y="3059113"/>
              <a:ext cx="374650" cy="720725"/>
            </a:xfrm>
            <a:custGeom>
              <a:avLst/>
              <a:gdLst>
                <a:gd name="T0" fmla="*/ 156 w 236"/>
                <a:gd name="T1" fmla="*/ 0 h 454"/>
                <a:gd name="T2" fmla="*/ 236 w 236"/>
                <a:gd name="T3" fmla="*/ 314 h 454"/>
                <a:gd name="T4" fmla="*/ 124 w 236"/>
                <a:gd name="T5" fmla="*/ 454 h 454"/>
                <a:gd name="T6" fmla="*/ 0 w 236"/>
                <a:gd name="T7" fmla="*/ 336 h 454"/>
                <a:gd name="T8" fmla="*/ 46 w 236"/>
                <a:gd name="T9" fmla="*/ 6 h 454"/>
                <a:gd name="T10" fmla="*/ 156 w 236"/>
                <a:gd name="T11" fmla="*/ 0 h 454"/>
              </a:gdLst>
              <a:ahLst/>
              <a:cxnLst>
                <a:cxn ang="0">
                  <a:pos x="T0" y="T1"/>
                </a:cxn>
                <a:cxn ang="0">
                  <a:pos x="T2" y="T3"/>
                </a:cxn>
                <a:cxn ang="0">
                  <a:pos x="T4" y="T5"/>
                </a:cxn>
                <a:cxn ang="0">
                  <a:pos x="T6" y="T7"/>
                </a:cxn>
                <a:cxn ang="0">
                  <a:pos x="T8" y="T9"/>
                </a:cxn>
                <a:cxn ang="0">
                  <a:pos x="T10" y="T11"/>
                </a:cxn>
              </a:cxnLst>
              <a:rect l="0" t="0" r="r" b="b"/>
              <a:pathLst>
                <a:path w="236" h="454">
                  <a:moveTo>
                    <a:pt x="156" y="0"/>
                  </a:moveTo>
                  <a:lnTo>
                    <a:pt x="236" y="314"/>
                  </a:lnTo>
                  <a:lnTo>
                    <a:pt x="124" y="454"/>
                  </a:lnTo>
                  <a:lnTo>
                    <a:pt x="0" y="336"/>
                  </a:lnTo>
                  <a:lnTo>
                    <a:pt x="46" y="6"/>
                  </a:lnTo>
                  <a:lnTo>
                    <a:pt x="15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6" name="Freeform 1323">
              <a:extLst>
                <a:ext uri="{FF2B5EF4-FFF2-40B4-BE49-F238E27FC236}">
                  <a16:creationId xmlns:a16="http://schemas.microsoft.com/office/drawing/2014/main" id="{3786D188-9560-405E-ABDB-528A00B1B48A}"/>
                </a:ext>
              </a:extLst>
            </p:cNvPr>
            <p:cNvSpPr>
              <a:spLocks/>
            </p:cNvSpPr>
            <p:nvPr/>
          </p:nvSpPr>
          <p:spPr bwMode="auto">
            <a:xfrm>
              <a:off x="6046788" y="2947988"/>
              <a:ext cx="219075" cy="146050"/>
            </a:xfrm>
            <a:custGeom>
              <a:avLst/>
              <a:gdLst>
                <a:gd name="T0" fmla="*/ 132 w 138"/>
                <a:gd name="T1" fmla="*/ 0 h 92"/>
                <a:gd name="T2" fmla="*/ 138 w 138"/>
                <a:gd name="T3" fmla="*/ 72 h 92"/>
                <a:gd name="T4" fmla="*/ 6 w 138"/>
                <a:gd name="T5" fmla="*/ 92 h 92"/>
                <a:gd name="T6" fmla="*/ 0 w 138"/>
                <a:gd name="T7" fmla="*/ 8 h 92"/>
                <a:gd name="T8" fmla="*/ 132 w 138"/>
                <a:gd name="T9" fmla="*/ 0 h 92"/>
              </a:gdLst>
              <a:ahLst/>
              <a:cxnLst>
                <a:cxn ang="0">
                  <a:pos x="T0" y="T1"/>
                </a:cxn>
                <a:cxn ang="0">
                  <a:pos x="T2" y="T3"/>
                </a:cxn>
                <a:cxn ang="0">
                  <a:pos x="T4" y="T5"/>
                </a:cxn>
                <a:cxn ang="0">
                  <a:pos x="T6" y="T7"/>
                </a:cxn>
                <a:cxn ang="0">
                  <a:pos x="T8" y="T9"/>
                </a:cxn>
              </a:cxnLst>
              <a:rect l="0" t="0" r="r" b="b"/>
              <a:pathLst>
                <a:path w="138" h="92">
                  <a:moveTo>
                    <a:pt x="132" y="0"/>
                  </a:moveTo>
                  <a:lnTo>
                    <a:pt x="138" y="72"/>
                  </a:lnTo>
                  <a:lnTo>
                    <a:pt x="6" y="92"/>
                  </a:lnTo>
                  <a:lnTo>
                    <a:pt x="0" y="8"/>
                  </a:lnTo>
                  <a:lnTo>
                    <a:pt x="132" y="0"/>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7" name="Freeform 1324">
              <a:extLst>
                <a:ext uri="{FF2B5EF4-FFF2-40B4-BE49-F238E27FC236}">
                  <a16:creationId xmlns:a16="http://schemas.microsoft.com/office/drawing/2014/main" id="{5E1D52DA-EAC6-4B27-B648-214EE2BA5FE8}"/>
                </a:ext>
              </a:extLst>
            </p:cNvPr>
            <p:cNvSpPr>
              <a:spLocks/>
            </p:cNvSpPr>
            <p:nvPr/>
          </p:nvSpPr>
          <p:spPr bwMode="auto">
            <a:xfrm>
              <a:off x="6046788" y="2947988"/>
              <a:ext cx="219075" cy="146050"/>
            </a:xfrm>
            <a:custGeom>
              <a:avLst/>
              <a:gdLst>
                <a:gd name="T0" fmla="*/ 132 w 138"/>
                <a:gd name="T1" fmla="*/ 0 h 92"/>
                <a:gd name="T2" fmla="*/ 138 w 138"/>
                <a:gd name="T3" fmla="*/ 72 h 92"/>
                <a:gd name="T4" fmla="*/ 6 w 138"/>
                <a:gd name="T5" fmla="*/ 92 h 92"/>
                <a:gd name="T6" fmla="*/ 0 w 138"/>
                <a:gd name="T7" fmla="*/ 8 h 92"/>
                <a:gd name="T8" fmla="*/ 132 w 138"/>
                <a:gd name="T9" fmla="*/ 0 h 92"/>
              </a:gdLst>
              <a:ahLst/>
              <a:cxnLst>
                <a:cxn ang="0">
                  <a:pos x="T0" y="T1"/>
                </a:cxn>
                <a:cxn ang="0">
                  <a:pos x="T2" y="T3"/>
                </a:cxn>
                <a:cxn ang="0">
                  <a:pos x="T4" y="T5"/>
                </a:cxn>
                <a:cxn ang="0">
                  <a:pos x="T6" y="T7"/>
                </a:cxn>
                <a:cxn ang="0">
                  <a:pos x="T8" y="T9"/>
                </a:cxn>
              </a:cxnLst>
              <a:rect l="0" t="0" r="r" b="b"/>
              <a:pathLst>
                <a:path w="138" h="92">
                  <a:moveTo>
                    <a:pt x="132" y="0"/>
                  </a:moveTo>
                  <a:lnTo>
                    <a:pt x="138" y="72"/>
                  </a:lnTo>
                  <a:lnTo>
                    <a:pt x="6" y="92"/>
                  </a:lnTo>
                  <a:lnTo>
                    <a:pt x="0" y="8"/>
                  </a:lnTo>
                  <a:lnTo>
                    <a:pt x="1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8" name="Freeform 1325">
              <a:extLst>
                <a:ext uri="{FF2B5EF4-FFF2-40B4-BE49-F238E27FC236}">
                  <a16:creationId xmlns:a16="http://schemas.microsoft.com/office/drawing/2014/main" id="{85320164-44A8-41A6-A129-B65CD7AD1D59}"/>
                </a:ext>
              </a:extLst>
            </p:cNvPr>
            <p:cNvSpPr>
              <a:spLocks/>
            </p:cNvSpPr>
            <p:nvPr/>
          </p:nvSpPr>
          <p:spPr bwMode="auto">
            <a:xfrm>
              <a:off x="6046788" y="2947988"/>
              <a:ext cx="219075" cy="146050"/>
            </a:xfrm>
            <a:custGeom>
              <a:avLst/>
              <a:gdLst>
                <a:gd name="T0" fmla="*/ 132 w 138"/>
                <a:gd name="T1" fmla="*/ 0 h 92"/>
                <a:gd name="T2" fmla="*/ 138 w 138"/>
                <a:gd name="T3" fmla="*/ 72 h 92"/>
                <a:gd name="T4" fmla="*/ 6 w 138"/>
                <a:gd name="T5" fmla="*/ 92 h 92"/>
                <a:gd name="T6" fmla="*/ 0 w 138"/>
                <a:gd name="T7" fmla="*/ 8 h 92"/>
                <a:gd name="T8" fmla="*/ 132 w 138"/>
                <a:gd name="T9" fmla="*/ 0 h 92"/>
              </a:gdLst>
              <a:ahLst/>
              <a:cxnLst>
                <a:cxn ang="0">
                  <a:pos x="T0" y="T1"/>
                </a:cxn>
                <a:cxn ang="0">
                  <a:pos x="T2" y="T3"/>
                </a:cxn>
                <a:cxn ang="0">
                  <a:pos x="T4" y="T5"/>
                </a:cxn>
                <a:cxn ang="0">
                  <a:pos x="T6" y="T7"/>
                </a:cxn>
                <a:cxn ang="0">
                  <a:pos x="T8" y="T9"/>
                </a:cxn>
              </a:cxnLst>
              <a:rect l="0" t="0" r="r" b="b"/>
              <a:pathLst>
                <a:path w="138" h="92">
                  <a:moveTo>
                    <a:pt x="132" y="0"/>
                  </a:moveTo>
                  <a:lnTo>
                    <a:pt x="138" y="72"/>
                  </a:lnTo>
                  <a:lnTo>
                    <a:pt x="6" y="92"/>
                  </a:lnTo>
                  <a:lnTo>
                    <a:pt x="0" y="8"/>
                  </a:lnTo>
                  <a:lnTo>
                    <a:pt x="132" y="0"/>
                  </a:lnTo>
                  <a:close/>
                </a:path>
              </a:pathLst>
            </a:custGeom>
            <a:solidFill>
              <a:srgbClr val="5F2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9" name="Freeform 1326">
              <a:extLst>
                <a:ext uri="{FF2B5EF4-FFF2-40B4-BE49-F238E27FC236}">
                  <a16:creationId xmlns:a16="http://schemas.microsoft.com/office/drawing/2014/main" id="{A1EEA6A5-F86F-46EC-8061-374637E8C3F6}"/>
                </a:ext>
              </a:extLst>
            </p:cNvPr>
            <p:cNvSpPr>
              <a:spLocks/>
            </p:cNvSpPr>
            <p:nvPr/>
          </p:nvSpPr>
          <p:spPr bwMode="auto">
            <a:xfrm>
              <a:off x="6046788" y="2947988"/>
              <a:ext cx="219075" cy="146050"/>
            </a:xfrm>
            <a:custGeom>
              <a:avLst/>
              <a:gdLst>
                <a:gd name="T0" fmla="*/ 132 w 138"/>
                <a:gd name="T1" fmla="*/ 0 h 92"/>
                <a:gd name="T2" fmla="*/ 138 w 138"/>
                <a:gd name="T3" fmla="*/ 72 h 92"/>
                <a:gd name="T4" fmla="*/ 6 w 138"/>
                <a:gd name="T5" fmla="*/ 92 h 92"/>
                <a:gd name="T6" fmla="*/ 0 w 138"/>
                <a:gd name="T7" fmla="*/ 8 h 92"/>
                <a:gd name="T8" fmla="*/ 132 w 138"/>
                <a:gd name="T9" fmla="*/ 0 h 92"/>
              </a:gdLst>
              <a:ahLst/>
              <a:cxnLst>
                <a:cxn ang="0">
                  <a:pos x="T0" y="T1"/>
                </a:cxn>
                <a:cxn ang="0">
                  <a:pos x="T2" y="T3"/>
                </a:cxn>
                <a:cxn ang="0">
                  <a:pos x="T4" y="T5"/>
                </a:cxn>
                <a:cxn ang="0">
                  <a:pos x="T6" y="T7"/>
                </a:cxn>
                <a:cxn ang="0">
                  <a:pos x="T8" y="T9"/>
                </a:cxn>
              </a:cxnLst>
              <a:rect l="0" t="0" r="r" b="b"/>
              <a:pathLst>
                <a:path w="138" h="92">
                  <a:moveTo>
                    <a:pt x="132" y="0"/>
                  </a:moveTo>
                  <a:lnTo>
                    <a:pt x="138" y="72"/>
                  </a:lnTo>
                  <a:lnTo>
                    <a:pt x="6" y="92"/>
                  </a:lnTo>
                  <a:lnTo>
                    <a:pt x="0" y="8"/>
                  </a:lnTo>
                  <a:lnTo>
                    <a:pt x="1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pic>
          <p:nvPicPr>
            <p:cNvPr id="30" name="Picture 1327">
              <a:extLst>
                <a:ext uri="{FF2B5EF4-FFF2-40B4-BE49-F238E27FC236}">
                  <a16:creationId xmlns:a16="http://schemas.microsoft.com/office/drawing/2014/main" id="{DCDA8909-6592-479A-BD4C-B387140741E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34113" y="3055938"/>
              <a:ext cx="28575" cy="4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1328">
              <a:extLst>
                <a:ext uri="{FF2B5EF4-FFF2-40B4-BE49-F238E27FC236}">
                  <a16:creationId xmlns:a16="http://schemas.microsoft.com/office/drawing/2014/main" id="{541B96D5-ED7C-4DF8-88DB-612AB8FF0EF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53138" y="3081338"/>
              <a:ext cx="28575" cy="4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Freeform 1329">
              <a:extLst>
                <a:ext uri="{FF2B5EF4-FFF2-40B4-BE49-F238E27FC236}">
                  <a16:creationId xmlns:a16="http://schemas.microsoft.com/office/drawing/2014/main" id="{FA85CD8F-C8A6-4791-BDAA-B7E1D60BD9EF}"/>
                </a:ext>
              </a:extLst>
            </p:cNvPr>
            <p:cNvSpPr>
              <a:spLocks/>
            </p:cNvSpPr>
            <p:nvPr/>
          </p:nvSpPr>
          <p:spPr bwMode="auto">
            <a:xfrm>
              <a:off x="6065838" y="3065463"/>
              <a:ext cx="187325" cy="47625"/>
            </a:xfrm>
            <a:custGeom>
              <a:avLst/>
              <a:gdLst>
                <a:gd name="T0" fmla="*/ 114 w 118"/>
                <a:gd name="T1" fmla="*/ 0 h 30"/>
                <a:gd name="T2" fmla="*/ 2 w 118"/>
                <a:gd name="T3" fmla="*/ 16 h 30"/>
                <a:gd name="T4" fmla="*/ 0 w 118"/>
                <a:gd name="T5" fmla="*/ 30 h 30"/>
                <a:gd name="T6" fmla="*/ 118 w 118"/>
                <a:gd name="T7" fmla="*/ 14 h 30"/>
                <a:gd name="T8" fmla="*/ 114 w 118"/>
                <a:gd name="T9" fmla="*/ 0 h 30"/>
              </a:gdLst>
              <a:ahLst/>
              <a:cxnLst>
                <a:cxn ang="0">
                  <a:pos x="T0" y="T1"/>
                </a:cxn>
                <a:cxn ang="0">
                  <a:pos x="T2" y="T3"/>
                </a:cxn>
                <a:cxn ang="0">
                  <a:pos x="T4" y="T5"/>
                </a:cxn>
                <a:cxn ang="0">
                  <a:pos x="T6" y="T7"/>
                </a:cxn>
                <a:cxn ang="0">
                  <a:pos x="T8" y="T9"/>
                </a:cxn>
              </a:cxnLst>
              <a:rect l="0" t="0" r="r" b="b"/>
              <a:pathLst>
                <a:path w="118" h="30">
                  <a:moveTo>
                    <a:pt x="114" y="0"/>
                  </a:moveTo>
                  <a:lnTo>
                    <a:pt x="2" y="16"/>
                  </a:lnTo>
                  <a:lnTo>
                    <a:pt x="0" y="30"/>
                  </a:lnTo>
                  <a:lnTo>
                    <a:pt x="118" y="14"/>
                  </a:lnTo>
                  <a:lnTo>
                    <a:pt x="114" y="0"/>
                  </a:lnTo>
                  <a:close/>
                </a:path>
              </a:pathLst>
            </a:custGeom>
            <a:solidFill>
              <a:srgbClr val="5E260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3" name="Freeform 1330">
              <a:extLst>
                <a:ext uri="{FF2B5EF4-FFF2-40B4-BE49-F238E27FC236}">
                  <a16:creationId xmlns:a16="http://schemas.microsoft.com/office/drawing/2014/main" id="{51D722BF-AAB4-4765-9152-FC4E01B59895}"/>
                </a:ext>
              </a:extLst>
            </p:cNvPr>
            <p:cNvSpPr>
              <a:spLocks/>
            </p:cNvSpPr>
            <p:nvPr/>
          </p:nvSpPr>
          <p:spPr bwMode="auto">
            <a:xfrm>
              <a:off x="6065838" y="3065463"/>
              <a:ext cx="187325" cy="47625"/>
            </a:xfrm>
            <a:custGeom>
              <a:avLst/>
              <a:gdLst>
                <a:gd name="T0" fmla="*/ 114 w 118"/>
                <a:gd name="T1" fmla="*/ 0 h 30"/>
                <a:gd name="T2" fmla="*/ 2 w 118"/>
                <a:gd name="T3" fmla="*/ 16 h 30"/>
                <a:gd name="T4" fmla="*/ 0 w 118"/>
                <a:gd name="T5" fmla="*/ 30 h 30"/>
                <a:gd name="T6" fmla="*/ 118 w 118"/>
                <a:gd name="T7" fmla="*/ 14 h 30"/>
                <a:gd name="T8" fmla="*/ 114 w 118"/>
                <a:gd name="T9" fmla="*/ 0 h 30"/>
              </a:gdLst>
              <a:ahLst/>
              <a:cxnLst>
                <a:cxn ang="0">
                  <a:pos x="T0" y="T1"/>
                </a:cxn>
                <a:cxn ang="0">
                  <a:pos x="T2" y="T3"/>
                </a:cxn>
                <a:cxn ang="0">
                  <a:pos x="T4" y="T5"/>
                </a:cxn>
                <a:cxn ang="0">
                  <a:pos x="T6" y="T7"/>
                </a:cxn>
                <a:cxn ang="0">
                  <a:pos x="T8" y="T9"/>
                </a:cxn>
              </a:cxnLst>
              <a:rect l="0" t="0" r="r" b="b"/>
              <a:pathLst>
                <a:path w="118" h="30">
                  <a:moveTo>
                    <a:pt x="114" y="0"/>
                  </a:moveTo>
                  <a:lnTo>
                    <a:pt x="2" y="16"/>
                  </a:lnTo>
                  <a:lnTo>
                    <a:pt x="0" y="30"/>
                  </a:lnTo>
                  <a:lnTo>
                    <a:pt x="118" y="14"/>
                  </a:lnTo>
                  <a:lnTo>
                    <a:pt x="11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4" name="Freeform 1331">
              <a:extLst>
                <a:ext uri="{FF2B5EF4-FFF2-40B4-BE49-F238E27FC236}">
                  <a16:creationId xmlns:a16="http://schemas.microsoft.com/office/drawing/2014/main" id="{3E0445B6-1D48-4F5C-AD79-A7B49F349B25}"/>
                </a:ext>
              </a:extLst>
            </p:cNvPr>
            <p:cNvSpPr>
              <a:spLocks/>
            </p:cNvSpPr>
            <p:nvPr/>
          </p:nvSpPr>
          <p:spPr bwMode="auto">
            <a:xfrm>
              <a:off x="6069013" y="3059113"/>
              <a:ext cx="177800" cy="31750"/>
            </a:xfrm>
            <a:custGeom>
              <a:avLst/>
              <a:gdLst>
                <a:gd name="T0" fmla="*/ 112 w 112"/>
                <a:gd name="T1" fmla="*/ 0 h 20"/>
                <a:gd name="T2" fmla="*/ 2 w 112"/>
                <a:gd name="T3" fmla="*/ 6 h 20"/>
                <a:gd name="T4" fmla="*/ 0 w 112"/>
                <a:gd name="T5" fmla="*/ 20 h 20"/>
                <a:gd name="T6" fmla="*/ 112 w 112"/>
                <a:gd name="T7" fmla="*/ 4 h 20"/>
                <a:gd name="T8" fmla="*/ 112 w 112"/>
                <a:gd name="T9" fmla="*/ 0 h 20"/>
              </a:gdLst>
              <a:ahLst/>
              <a:cxnLst>
                <a:cxn ang="0">
                  <a:pos x="T0" y="T1"/>
                </a:cxn>
                <a:cxn ang="0">
                  <a:pos x="T2" y="T3"/>
                </a:cxn>
                <a:cxn ang="0">
                  <a:pos x="T4" y="T5"/>
                </a:cxn>
                <a:cxn ang="0">
                  <a:pos x="T6" y="T7"/>
                </a:cxn>
                <a:cxn ang="0">
                  <a:pos x="T8" y="T9"/>
                </a:cxn>
              </a:cxnLst>
              <a:rect l="0" t="0" r="r" b="b"/>
              <a:pathLst>
                <a:path w="112" h="20">
                  <a:moveTo>
                    <a:pt x="112" y="0"/>
                  </a:moveTo>
                  <a:lnTo>
                    <a:pt x="2" y="6"/>
                  </a:lnTo>
                  <a:lnTo>
                    <a:pt x="0" y="20"/>
                  </a:lnTo>
                  <a:lnTo>
                    <a:pt x="112" y="4"/>
                  </a:lnTo>
                  <a:lnTo>
                    <a:pt x="112" y="0"/>
                  </a:lnTo>
                  <a:close/>
                </a:path>
              </a:pathLst>
            </a:custGeom>
            <a:solidFill>
              <a:srgbClr val="5E260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5" name="Freeform 1332">
              <a:extLst>
                <a:ext uri="{FF2B5EF4-FFF2-40B4-BE49-F238E27FC236}">
                  <a16:creationId xmlns:a16="http://schemas.microsoft.com/office/drawing/2014/main" id="{2CB6D0FC-8232-46D2-B6F9-D1B1F47E00D9}"/>
                </a:ext>
              </a:extLst>
            </p:cNvPr>
            <p:cNvSpPr>
              <a:spLocks/>
            </p:cNvSpPr>
            <p:nvPr/>
          </p:nvSpPr>
          <p:spPr bwMode="auto">
            <a:xfrm>
              <a:off x="6069013" y="3059113"/>
              <a:ext cx="177800" cy="31750"/>
            </a:xfrm>
            <a:custGeom>
              <a:avLst/>
              <a:gdLst>
                <a:gd name="T0" fmla="*/ 112 w 112"/>
                <a:gd name="T1" fmla="*/ 0 h 20"/>
                <a:gd name="T2" fmla="*/ 2 w 112"/>
                <a:gd name="T3" fmla="*/ 6 h 20"/>
                <a:gd name="T4" fmla="*/ 0 w 112"/>
                <a:gd name="T5" fmla="*/ 20 h 20"/>
                <a:gd name="T6" fmla="*/ 112 w 112"/>
                <a:gd name="T7" fmla="*/ 4 h 20"/>
                <a:gd name="T8" fmla="*/ 112 w 112"/>
                <a:gd name="T9" fmla="*/ 0 h 20"/>
              </a:gdLst>
              <a:ahLst/>
              <a:cxnLst>
                <a:cxn ang="0">
                  <a:pos x="T0" y="T1"/>
                </a:cxn>
                <a:cxn ang="0">
                  <a:pos x="T2" y="T3"/>
                </a:cxn>
                <a:cxn ang="0">
                  <a:pos x="T4" y="T5"/>
                </a:cxn>
                <a:cxn ang="0">
                  <a:pos x="T6" y="T7"/>
                </a:cxn>
                <a:cxn ang="0">
                  <a:pos x="T8" y="T9"/>
                </a:cxn>
              </a:cxnLst>
              <a:rect l="0" t="0" r="r" b="b"/>
              <a:pathLst>
                <a:path w="112" h="20">
                  <a:moveTo>
                    <a:pt x="112" y="0"/>
                  </a:moveTo>
                  <a:lnTo>
                    <a:pt x="2" y="6"/>
                  </a:lnTo>
                  <a:lnTo>
                    <a:pt x="0" y="20"/>
                  </a:lnTo>
                  <a:lnTo>
                    <a:pt x="112" y="4"/>
                  </a:lnTo>
                  <a:lnTo>
                    <a:pt x="11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6" name="Freeform 1333">
              <a:extLst>
                <a:ext uri="{FF2B5EF4-FFF2-40B4-BE49-F238E27FC236}">
                  <a16:creationId xmlns:a16="http://schemas.microsoft.com/office/drawing/2014/main" id="{4DF3989E-AE63-4C4A-B25A-95AE2E07A150}"/>
                </a:ext>
              </a:extLst>
            </p:cNvPr>
            <p:cNvSpPr>
              <a:spLocks/>
            </p:cNvSpPr>
            <p:nvPr/>
          </p:nvSpPr>
          <p:spPr bwMode="auto">
            <a:xfrm>
              <a:off x="6027738" y="2970213"/>
              <a:ext cx="257175" cy="133350"/>
            </a:xfrm>
            <a:custGeom>
              <a:avLst/>
              <a:gdLst>
                <a:gd name="T0" fmla="*/ 156 w 162"/>
                <a:gd name="T1" fmla="*/ 0 h 84"/>
                <a:gd name="T2" fmla="*/ 162 w 162"/>
                <a:gd name="T3" fmla="*/ 64 h 84"/>
                <a:gd name="T4" fmla="*/ 6 w 162"/>
                <a:gd name="T5" fmla="*/ 84 h 84"/>
                <a:gd name="T6" fmla="*/ 0 w 162"/>
                <a:gd name="T7" fmla="*/ 8 h 84"/>
                <a:gd name="T8" fmla="*/ 156 w 162"/>
                <a:gd name="T9" fmla="*/ 0 h 84"/>
              </a:gdLst>
              <a:ahLst/>
              <a:cxnLst>
                <a:cxn ang="0">
                  <a:pos x="T0" y="T1"/>
                </a:cxn>
                <a:cxn ang="0">
                  <a:pos x="T2" y="T3"/>
                </a:cxn>
                <a:cxn ang="0">
                  <a:pos x="T4" y="T5"/>
                </a:cxn>
                <a:cxn ang="0">
                  <a:pos x="T6" y="T7"/>
                </a:cxn>
                <a:cxn ang="0">
                  <a:pos x="T8" y="T9"/>
                </a:cxn>
              </a:cxnLst>
              <a:rect l="0" t="0" r="r" b="b"/>
              <a:pathLst>
                <a:path w="162" h="84">
                  <a:moveTo>
                    <a:pt x="156" y="0"/>
                  </a:moveTo>
                  <a:lnTo>
                    <a:pt x="162" y="64"/>
                  </a:lnTo>
                  <a:lnTo>
                    <a:pt x="6" y="84"/>
                  </a:lnTo>
                  <a:lnTo>
                    <a:pt x="0" y="8"/>
                  </a:lnTo>
                  <a:lnTo>
                    <a:pt x="156" y="0"/>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7" name="Freeform 1334">
              <a:extLst>
                <a:ext uri="{FF2B5EF4-FFF2-40B4-BE49-F238E27FC236}">
                  <a16:creationId xmlns:a16="http://schemas.microsoft.com/office/drawing/2014/main" id="{753732B0-3B69-4D5D-8957-420CA52EE9BC}"/>
                </a:ext>
              </a:extLst>
            </p:cNvPr>
            <p:cNvSpPr>
              <a:spLocks/>
            </p:cNvSpPr>
            <p:nvPr/>
          </p:nvSpPr>
          <p:spPr bwMode="auto">
            <a:xfrm>
              <a:off x="6027738" y="2970213"/>
              <a:ext cx="257175" cy="133350"/>
            </a:xfrm>
            <a:custGeom>
              <a:avLst/>
              <a:gdLst>
                <a:gd name="T0" fmla="*/ 156 w 162"/>
                <a:gd name="T1" fmla="*/ 0 h 84"/>
                <a:gd name="T2" fmla="*/ 162 w 162"/>
                <a:gd name="T3" fmla="*/ 64 h 84"/>
                <a:gd name="T4" fmla="*/ 6 w 162"/>
                <a:gd name="T5" fmla="*/ 84 h 84"/>
                <a:gd name="T6" fmla="*/ 0 w 162"/>
                <a:gd name="T7" fmla="*/ 8 h 84"/>
                <a:gd name="T8" fmla="*/ 156 w 162"/>
                <a:gd name="T9" fmla="*/ 0 h 84"/>
              </a:gdLst>
              <a:ahLst/>
              <a:cxnLst>
                <a:cxn ang="0">
                  <a:pos x="T0" y="T1"/>
                </a:cxn>
                <a:cxn ang="0">
                  <a:pos x="T2" y="T3"/>
                </a:cxn>
                <a:cxn ang="0">
                  <a:pos x="T4" y="T5"/>
                </a:cxn>
                <a:cxn ang="0">
                  <a:pos x="T6" y="T7"/>
                </a:cxn>
                <a:cxn ang="0">
                  <a:pos x="T8" y="T9"/>
                </a:cxn>
              </a:cxnLst>
              <a:rect l="0" t="0" r="r" b="b"/>
              <a:pathLst>
                <a:path w="162" h="84">
                  <a:moveTo>
                    <a:pt x="156" y="0"/>
                  </a:moveTo>
                  <a:lnTo>
                    <a:pt x="162" y="64"/>
                  </a:lnTo>
                  <a:lnTo>
                    <a:pt x="6" y="84"/>
                  </a:lnTo>
                  <a:lnTo>
                    <a:pt x="0" y="8"/>
                  </a:lnTo>
                  <a:lnTo>
                    <a:pt x="156" y="0"/>
                  </a:lnTo>
                  <a:close/>
                </a:path>
              </a:pathLst>
            </a:custGeom>
            <a:solidFill>
              <a:srgbClr val="5F2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8" name="Freeform 1335">
              <a:extLst>
                <a:ext uri="{FF2B5EF4-FFF2-40B4-BE49-F238E27FC236}">
                  <a16:creationId xmlns:a16="http://schemas.microsoft.com/office/drawing/2014/main" id="{E83C4790-ADF6-44F4-B70E-3BD8A010EAC9}"/>
                </a:ext>
              </a:extLst>
            </p:cNvPr>
            <p:cNvSpPr>
              <a:spLocks noEditPoints="1"/>
            </p:cNvSpPr>
            <p:nvPr/>
          </p:nvSpPr>
          <p:spPr bwMode="auto">
            <a:xfrm>
              <a:off x="6015038" y="3135313"/>
              <a:ext cx="327025" cy="542925"/>
            </a:xfrm>
            <a:custGeom>
              <a:avLst/>
              <a:gdLst>
                <a:gd name="T0" fmla="*/ 0 w 206"/>
                <a:gd name="T1" fmla="*/ 218 h 342"/>
                <a:gd name="T2" fmla="*/ 178 w 206"/>
                <a:gd name="T3" fmla="*/ 80 h 342"/>
                <a:gd name="T4" fmla="*/ 158 w 206"/>
                <a:gd name="T5" fmla="*/ 0 h 342"/>
                <a:gd name="T6" fmla="*/ 12 w 206"/>
                <a:gd name="T7" fmla="*/ 128 h 342"/>
                <a:gd name="T8" fmla="*/ 0 w 206"/>
                <a:gd name="T9" fmla="*/ 218 h 342"/>
                <a:gd name="T10" fmla="*/ 4 w 206"/>
                <a:gd name="T11" fmla="*/ 300 h 342"/>
                <a:gd name="T12" fmla="*/ 46 w 206"/>
                <a:gd name="T13" fmla="*/ 342 h 342"/>
                <a:gd name="T14" fmla="*/ 206 w 206"/>
                <a:gd name="T15" fmla="*/ 190 h 342"/>
                <a:gd name="T16" fmla="*/ 194 w 206"/>
                <a:gd name="T17" fmla="*/ 146 h 342"/>
                <a:gd name="T18" fmla="*/ 4 w 206"/>
                <a:gd name="T19" fmla="*/ 300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6" h="342">
                  <a:moveTo>
                    <a:pt x="0" y="218"/>
                  </a:moveTo>
                  <a:lnTo>
                    <a:pt x="178" y="80"/>
                  </a:lnTo>
                  <a:lnTo>
                    <a:pt x="158" y="0"/>
                  </a:lnTo>
                  <a:lnTo>
                    <a:pt x="12" y="128"/>
                  </a:lnTo>
                  <a:lnTo>
                    <a:pt x="0" y="218"/>
                  </a:lnTo>
                  <a:close/>
                  <a:moveTo>
                    <a:pt x="4" y="300"/>
                  </a:moveTo>
                  <a:lnTo>
                    <a:pt x="46" y="342"/>
                  </a:lnTo>
                  <a:lnTo>
                    <a:pt x="206" y="190"/>
                  </a:lnTo>
                  <a:lnTo>
                    <a:pt x="194" y="146"/>
                  </a:lnTo>
                  <a:lnTo>
                    <a:pt x="4" y="300"/>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9" name="Freeform 1336">
              <a:extLst>
                <a:ext uri="{FF2B5EF4-FFF2-40B4-BE49-F238E27FC236}">
                  <a16:creationId xmlns:a16="http://schemas.microsoft.com/office/drawing/2014/main" id="{C01D21FD-6153-4A2E-BA9F-D64FDFC6F1DE}"/>
                </a:ext>
              </a:extLst>
            </p:cNvPr>
            <p:cNvSpPr>
              <a:spLocks/>
            </p:cNvSpPr>
            <p:nvPr/>
          </p:nvSpPr>
          <p:spPr bwMode="auto">
            <a:xfrm>
              <a:off x="6015038" y="3135313"/>
              <a:ext cx="282575" cy="346075"/>
            </a:xfrm>
            <a:custGeom>
              <a:avLst/>
              <a:gdLst>
                <a:gd name="T0" fmla="*/ 0 w 178"/>
                <a:gd name="T1" fmla="*/ 218 h 218"/>
                <a:gd name="T2" fmla="*/ 178 w 178"/>
                <a:gd name="T3" fmla="*/ 80 h 218"/>
                <a:gd name="T4" fmla="*/ 158 w 178"/>
                <a:gd name="T5" fmla="*/ 0 h 218"/>
                <a:gd name="T6" fmla="*/ 12 w 178"/>
                <a:gd name="T7" fmla="*/ 128 h 218"/>
                <a:gd name="T8" fmla="*/ 0 w 178"/>
                <a:gd name="T9" fmla="*/ 218 h 218"/>
              </a:gdLst>
              <a:ahLst/>
              <a:cxnLst>
                <a:cxn ang="0">
                  <a:pos x="T0" y="T1"/>
                </a:cxn>
                <a:cxn ang="0">
                  <a:pos x="T2" y="T3"/>
                </a:cxn>
                <a:cxn ang="0">
                  <a:pos x="T4" y="T5"/>
                </a:cxn>
                <a:cxn ang="0">
                  <a:pos x="T6" y="T7"/>
                </a:cxn>
                <a:cxn ang="0">
                  <a:pos x="T8" y="T9"/>
                </a:cxn>
              </a:cxnLst>
              <a:rect l="0" t="0" r="r" b="b"/>
              <a:pathLst>
                <a:path w="178" h="218">
                  <a:moveTo>
                    <a:pt x="0" y="218"/>
                  </a:moveTo>
                  <a:lnTo>
                    <a:pt x="178" y="80"/>
                  </a:lnTo>
                  <a:lnTo>
                    <a:pt x="158" y="0"/>
                  </a:lnTo>
                  <a:lnTo>
                    <a:pt x="12" y="128"/>
                  </a:lnTo>
                  <a:lnTo>
                    <a:pt x="0" y="21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0" name="Freeform 1337">
              <a:extLst>
                <a:ext uri="{FF2B5EF4-FFF2-40B4-BE49-F238E27FC236}">
                  <a16:creationId xmlns:a16="http://schemas.microsoft.com/office/drawing/2014/main" id="{67B1D930-CB3E-42BF-B0EE-98B5310C5215}"/>
                </a:ext>
              </a:extLst>
            </p:cNvPr>
            <p:cNvSpPr>
              <a:spLocks/>
            </p:cNvSpPr>
            <p:nvPr/>
          </p:nvSpPr>
          <p:spPr bwMode="auto">
            <a:xfrm>
              <a:off x="6021388" y="3367088"/>
              <a:ext cx="320675" cy="311150"/>
            </a:xfrm>
            <a:custGeom>
              <a:avLst/>
              <a:gdLst>
                <a:gd name="T0" fmla="*/ 0 w 202"/>
                <a:gd name="T1" fmla="*/ 154 h 196"/>
                <a:gd name="T2" fmla="*/ 42 w 202"/>
                <a:gd name="T3" fmla="*/ 196 h 196"/>
                <a:gd name="T4" fmla="*/ 202 w 202"/>
                <a:gd name="T5" fmla="*/ 44 h 196"/>
                <a:gd name="T6" fmla="*/ 190 w 202"/>
                <a:gd name="T7" fmla="*/ 0 h 196"/>
                <a:gd name="T8" fmla="*/ 0 w 202"/>
                <a:gd name="T9" fmla="*/ 154 h 196"/>
              </a:gdLst>
              <a:ahLst/>
              <a:cxnLst>
                <a:cxn ang="0">
                  <a:pos x="T0" y="T1"/>
                </a:cxn>
                <a:cxn ang="0">
                  <a:pos x="T2" y="T3"/>
                </a:cxn>
                <a:cxn ang="0">
                  <a:pos x="T4" y="T5"/>
                </a:cxn>
                <a:cxn ang="0">
                  <a:pos x="T6" y="T7"/>
                </a:cxn>
                <a:cxn ang="0">
                  <a:pos x="T8" y="T9"/>
                </a:cxn>
              </a:cxnLst>
              <a:rect l="0" t="0" r="r" b="b"/>
              <a:pathLst>
                <a:path w="202" h="196">
                  <a:moveTo>
                    <a:pt x="0" y="154"/>
                  </a:moveTo>
                  <a:lnTo>
                    <a:pt x="42" y="196"/>
                  </a:lnTo>
                  <a:lnTo>
                    <a:pt x="202" y="44"/>
                  </a:lnTo>
                  <a:lnTo>
                    <a:pt x="190" y="0"/>
                  </a:lnTo>
                  <a:lnTo>
                    <a:pt x="0" y="15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1" name="Freeform 1339">
              <a:extLst>
                <a:ext uri="{FF2B5EF4-FFF2-40B4-BE49-F238E27FC236}">
                  <a16:creationId xmlns:a16="http://schemas.microsoft.com/office/drawing/2014/main" id="{381D6DCA-C65C-4E04-9204-9CF53639FC59}"/>
                </a:ext>
              </a:extLst>
            </p:cNvPr>
            <p:cNvSpPr>
              <a:spLocks/>
            </p:cNvSpPr>
            <p:nvPr/>
          </p:nvSpPr>
          <p:spPr bwMode="auto">
            <a:xfrm>
              <a:off x="6015038" y="3135313"/>
              <a:ext cx="282575" cy="346075"/>
            </a:xfrm>
            <a:custGeom>
              <a:avLst/>
              <a:gdLst>
                <a:gd name="T0" fmla="*/ 0 w 178"/>
                <a:gd name="T1" fmla="*/ 218 h 218"/>
                <a:gd name="T2" fmla="*/ 178 w 178"/>
                <a:gd name="T3" fmla="*/ 80 h 218"/>
                <a:gd name="T4" fmla="*/ 158 w 178"/>
                <a:gd name="T5" fmla="*/ 0 h 218"/>
                <a:gd name="T6" fmla="*/ 12 w 178"/>
                <a:gd name="T7" fmla="*/ 128 h 218"/>
                <a:gd name="T8" fmla="*/ 0 w 178"/>
                <a:gd name="T9" fmla="*/ 218 h 218"/>
              </a:gdLst>
              <a:ahLst/>
              <a:cxnLst>
                <a:cxn ang="0">
                  <a:pos x="T0" y="T1"/>
                </a:cxn>
                <a:cxn ang="0">
                  <a:pos x="T2" y="T3"/>
                </a:cxn>
                <a:cxn ang="0">
                  <a:pos x="T4" y="T5"/>
                </a:cxn>
                <a:cxn ang="0">
                  <a:pos x="T6" y="T7"/>
                </a:cxn>
                <a:cxn ang="0">
                  <a:pos x="T8" y="T9"/>
                </a:cxn>
              </a:cxnLst>
              <a:rect l="0" t="0" r="r" b="b"/>
              <a:pathLst>
                <a:path w="178" h="218">
                  <a:moveTo>
                    <a:pt x="0" y="218"/>
                  </a:moveTo>
                  <a:lnTo>
                    <a:pt x="178" y="80"/>
                  </a:lnTo>
                  <a:lnTo>
                    <a:pt x="158" y="0"/>
                  </a:lnTo>
                  <a:lnTo>
                    <a:pt x="12" y="128"/>
                  </a:lnTo>
                  <a:lnTo>
                    <a:pt x="0" y="21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2" name="Freeform 1340">
              <a:extLst>
                <a:ext uri="{FF2B5EF4-FFF2-40B4-BE49-F238E27FC236}">
                  <a16:creationId xmlns:a16="http://schemas.microsoft.com/office/drawing/2014/main" id="{84E225B8-DCA4-4086-BBFC-2E8C9BD3C0A3}"/>
                </a:ext>
              </a:extLst>
            </p:cNvPr>
            <p:cNvSpPr>
              <a:spLocks/>
            </p:cNvSpPr>
            <p:nvPr/>
          </p:nvSpPr>
          <p:spPr bwMode="auto">
            <a:xfrm>
              <a:off x="6021388" y="3367088"/>
              <a:ext cx="320675" cy="311150"/>
            </a:xfrm>
            <a:custGeom>
              <a:avLst/>
              <a:gdLst>
                <a:gd name="T0" fmla="*/ 0 w 202"/>
                <a:gd name="T1" fmla="*/ 154 h 196"/>
                <a:gd name="T2" fmla="*/ 42 w 202"/>
                <a:gd name="T3" fmla="*/ 196 h 196"/>
                <a:gd name="T4" fmla="*/ 202 w 202"/>
                <a:gd name="T5" fmla="*/ 44 h 196"/>
                <a:gd name="T6" fmla="*/ 190 w 202"/>
                <a:gd name="T7" fmla="*/ 0 h 196"/>
                <a:gd name="T8" fmla="*/ 0 w 202"/>
                <a:gd name="T9" fmla="*/ 154 h 196"/>
              </a:gdLst>
              <a:ahLst/>
              <a:cxnLst>
                <a:cxn ang="0">
                  <a:pos x="T0" y="T1"/>
                </a:cxn>
                <a:cxn ang="0">
                  <a:pos x="T2" y="T3"/>
                </a:cxn>
                <a:cxn ang="0">
                  <a:pos x="T4" y="T5"/>
                </a:cxn>
                <a:cxn ang="0">
                  <a:pos x="T6" y="T7"/>
                </a:cxn>
                <a:cxn ang="0">
                  <a:pos x="T8" y="T9"/>
                </a:cxn>
              </a:cxnLst>
              <a:rect l="0" t="0" r="r" b="b"/>
              <a:pathLst>
                <a:path w="202" h="196">
                  <a:moveTo>
                    <a:pt x="0" y="154"/>
                  </a:moveTo>
                  <a:lnTo>
                    <a:pt x="42" y="196"/>
                  </a:lnTo>
                  <a:lnTo>
                    <a:pt x="202" y="44"/>
                  </a:lnTo>
                  <a:lnTo>
                    <a:pt x="190" y="0"/>
                  </a:lnTo>
                  <a:lnTo>
                    <a:pt x="0" y="15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3" name="Freeform 1341">
              <a:extLst>
                <a:ext uri="{FF2B5EF4-FFF2-40B4-BE49-F238E27FC236}">
                  <a16:creationId xmlns:a16="http://schemas.microsoft.com/office/drawing/2014/main" id="{3F2EED83-8E43-45BC-988D-A7FEB0C035F3}"/>
                </a:ext>
              </a:extLst>
            </p:cNvPr>
            <p:cNvSpPr>
              <a:spLocks/>
            </p:cNvSpPr>
            <p:nvPr/>
          </p:nvSpPr>
          <p:spPr bwMode="auto">
            <a:xfrm>
              <a:off x="6075363" y="3230563"/>
              <a:ext cx="257175" cy="76200"/>
            </a:xfrm>
            <a:custGeom>
              <a:avLst/>
              <a:gdLst>
                <a:gd name="T0" fmla="*/ 0 w 162"/>
                <a:gd name="T1" fmla="*/ 30 h 48"/>
                <a:gd name="T2" fmla="*/ 0 w 162"/>
                <a:gd name="T3" fmla="*/ 30 h 48"/>
                <a:gd name="T4" fmla="*/ 2 w 162"/>
                <a:gd name="T5" fmla="*/ 36 h 48"/>
                <a:gd name="T6" fmla="*/ 6 w 162"/>
                <a:gd name="T7" fmla="*/ 42 h 48"/>
                <a:gd name="T8" fmla="*/ 12 w 162"/>
                <a:gd name="T9" fmla="*/ 46 h 48"/>
                <a:gd name="T10" fmla="*/ 18 w 162"/>
                <a:gd name="T11" fmla="*/ 48 h 48"/>
                <a:gd name="T12" fmla="*/ 148 w 162"/>
                <a:gd name="T13" fmla="*/ 38 h 48"/>
                <a:gd name="T14" fmla="*/ 148 w 162"/>
                <a:gd name="T15" fmla="*/ 38 h 48"/>
                <a:gd name="T16" fmla="*/ 154 w 162"/>
                <a:gd name="T17" fmla="*/ 36 h 48"/>
                <a:gd name="T18" fmla="*/ 160 w 162"/>
                <a:gd name="T19" fmla="*/ 32 h 48"/>
                <a:gd name="T20" fmla="*/ 162 w 162"/>
                <a:gd name="T21" fmla="*/ 24 h 48"/>
                <a:gd name="T22" fmla="*/ 162 w 162"/>
                <a:gd name="T23" fmla="*/ 18 h 48"/>
                <a:gd name="T24" fmla="*/ 162 w 162"/>
                <a:gd name="T25" fmla="*/ 18 h 48"/>
                <a:gd name="T26" fmla="*/ 160 w 162"/>
                <a:gd name="T27" fmla="*/ 10 h 48"/>
                <a:gd name="T28" fmla="*/ 156 w 162"/>
                <a:gd name="T29" fmla="*/ 4 h 48"/>
                <a:gd name="T30" fmla="*/ 152 w 162"/>
                <a:gd name="T31" fmla="*/ 0 h 48"/>
                <a:gd name="T32" fmla="*/ 144 w 162"/>
                <a:gd name="T33" fmla="*/ 0 h 48"/>
                <a:gd name="T34" fmla="*/ 16 w 162"/>
                <a:gd name="T35" fmla="*/ 10 h 48"/>
                <a:gd name="T36" fmla="*/ 16 w 162"/>
                <a:gd name="T37" fmla="*/ 10 h 48"/>
                <a:gd name="T38" fmla="*/ 10 w 162"/>
                <a:gd name="T39" fmla="*/ 12 h 48"/>
                <a:gd name="T40" fmla="*/ 4 w 162"/>
                <a:gd name="T41" fmla="*/ 16 h 48"/>
                <a:gd name="T42" fmla="*/ 2 w 162"/>
                <a:gd name="T43" fmla="*/ 22 h 48"/>
                <a:gd name="T44" fmla="*/ 0 w 162"/>
                <a:gd name="T45" fmla="*/ 30 h 48"/>
                <a:gd name="T46" fmla="*/ 0 w 162"/>
                <a:gd name="T47" fmla="*/ 3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2" h="48">
                  <a:moveTo>
                    <a:pt x="0" y="30"/>
                  </a:moveTo>
                  <a:lnTo>
                    <a:pt x="0" y="30"/>
                  </a:lnTo>
                  <a:lnTo>
                    <a:pt x="2" y="36"/>
                  </a:lnTo>
                  <a:lnTo>
                    <a:pt x="6" y="42"/>
                  </a:lnTo>
                  <a:lnTo>
                    <a:pt x="12" y="46"/>
                  </a:lnTo>
                  <a:lnTo>
                    <a:pt x="18" y="48"/>
                  </a:lnTo>
                  <a:lnTo>
                    <a:pt x="148" y="38"/>
                  </a:lnTo>
                  <a:lnTo>
                    <a:pt x="148" y="38"/>
                  </a:lnTo>
                  <a:lnTo>
                    <a:pt x="154" y="36"/>
                  </a:lnTo>
                  <a:lnTo>
                    <a:pt x="160" y="32"/>
                  </a:lnTo>
                  <a:lnTo>
                    <a:pt x="162" y="24"/>
                  </a:lnTo>
                  <a:lnTo>
                    <a:pt x="162" y="18"/>
                  </a:lnTo>
                  <a:lnTo>
                    <a:pt x="162" y="18"/>
                  </a:lnTo>
                  <a:lnTo>
                    <a:pt x="160" y="10"/>
                  </a:lnTo>
                  <a:lnTo>
                    <a:pt x="156" y="4"/>
                  </a:lnTo>
                  <a:lnTo>
                    <a:pt x="152" y="0"/>
                  </a:lnTo>
                  <a:lnTo>
                    <a:pt x="144" y="0"/>
                  </a:lnTo>
                  <a:lnTo>
                    <a:pt x="16" y="10"/>
                  </a:lnTo>
                  <a:lnTo>
                    <a:pt x="16" y="10"/>
                  </a:lnTo>
                  <a:lnTo>
                    <a:pt x="10" y="12"/>
                  </a:lnTo>
                  <a:lnTo>
                    <a:pt x="4" y="16"/>
                  </a:lnTo>
                  <a:lnTo>
                    <a:pt x="2" y="22"/>
                  </a:lnTo>
                  <a:lnTo>
                    <a:pt x="0" y="30"/>
                  </a:lnTo>
                  <a:lnTo>
                    <a:pt x="0" y="30"/>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4" name="Freeform 1342">
              <a:extLst>
                <a:ext uri="{FF2B5EF4-FFF2-40B4-BE49-F238E27FC236}">
                  <a16:creationId xmlns:a16="http://schemas.microsoft.com/office/drawing/2014/main" id="{E21567AF-511E-4939-AF95-FBE32CCA9AEF}"/>
                </a:ext>
              </a:extLst>
            </p:cNvPr>
            <p:cNvSpPr>
              <a:spLocks/>
            </p:cNvSpPr>
            <p:nvPr/>
          </p:nvSpPr>
          <p:spPr bwMode="auto">
            <a:xfrm>
              <a:off x="6075363" y="3230563"/>
              <a:ext cx="257175" cy="76200"/>
            </a:xfrm>
            <a:custGeom>
              <a:avLst/>
              <a:gdLst>
                <a:gd name="T0" fmla="*/ 0 w 162"/>
                <a:gd name="T1" fmla="*/ 30 h 48"/>
                <a:gd name="T2" fmla="*/ 0 w 162"/>
                <a:gd name="T3" fmla="*/ 30 h 48"/>
                <a:gd name="T4" fmla="*/ 2 w 162"/>
                <a:gd name="T5" fmla="*/ 36 h 48"/>
                <a:gd name="T6" fmla="*/ 6 w 162"/>
                <a:gd name="T7" fmla="*/ 42 h 48"/>
                <a:gd name="T8" fmla="*/ 12 w 162"/>
                <a:gd name="T9" fmla="*/ 46 h 48"/>
                <a:gd name="T10" fmla="*/ 18 w 162"/>
                <a:gd name="T11" fmla="*/ 48 h 48"/>
                <a:gd name="T12" fmla="*/ 148 w 162"/>
                <a:gd name="T13" fmla="*/ 38 h 48"/>
                <a:gd name="T14" fmla="*/ 148 w 162"/>
                <a:gd name="T15" fmla="*/ 38 h 48"/>
                <a:gd name="T16" fmla="*/ 154 w 162"/>
                <a:gd name="T17" fmla="*/ 36 h 48"/>
                <a:gd name="T18" fmla="*/ 160 w 162"/>
                <a:gd name="T19" fmla="*/ 32 h 48"/>
                <a:gd name="T20" fmla="*/ 162 w 162"/>
                <a:gd name="T21" fmla="*/ 24 h 48"/>
                <a:gd name="T22" fmla="*/ 162 w 162"/>
                <a:gd name="T23" fmla="*/ 18 h 48"/>
                <a:gd name="T24" fmla="*/ 162 w 162"/>
                <a:gd name="T25" fmla="*/ 18 h 48"/>
                <a:gd name="T26" fmla="*/ 160 w 162"/>
                <a:gd name="T27" fmla="*/ 10 h 48"/>
                <a:gd name="T28" fmla="*/ 156 w 162"/>
                <a:gd name="T29" fmla="*/ 4 h 48"/>
                <a:gd name="T30" fmla="*/ 152 w 162"/>
                <a:gd name="T31" fmla="*/ 0 h 48"/>
                <a:gd name="T32" fmla="*/ 144 w 162"/>
                <a:gd name="T33" fmla="*/ 0 h 48"/>
                <a:gd name="T34" fmla="*/ 16 w 162"/>
                <a:gd name="T35" fmla="*/ 10 h 48"/>
                <a:gd name="T36" fmla="*/ 16 w 162"/>
                <a:gd name="T37" fmla="*/ 10 h 48"/>
                <a:gd name="T38" fmla="*/ 10 w 162"/>
                <a:gd name="T39" fmla="*/ 12 h 48"/>
                <a:gd name="T40" fmla="*/ 4 w 162"/>
                <a:gd name="T41" fmla="*/ 16 h 48"/>
                <a:gd name="T42" fmla="*/ 2 w 162"/>
                <a:gd name="T43" fmla="*/ 22 h 48"/>
                <a:gd name="T44" fmla="*/ 0 w 162"/>
                <a:gd name="T45" fmla="*/ 30 h 48"/>
                <a:gd name="T46" fmla="*/ 0 w 162"/>
                <a:gd name="T47" fmla="*/ 3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2" h="48">
                  <a:moveTo>
                    <a:pt x="0" y="30"/>
                  </a:moveTo>
                  <a:lnTo>
                    <a:pt x="0" y="30"/>
                  </a:lnTo>
                  <a:lnTo>
                    <a:pt x="2" y="36"/>
                  </a:lnTo>
                  <a:lnTo>
                    <a:pt x="6" y="42"/>
                  </a:lnTo>
                  <a:lnTo>
                    <a:pt x="12" y="46"/>
                  </a:lnTo>
                  <a:lnTo>
                    <a:pt x="18" y="48"/>
                  </a:lnTo>
                  <a:lnTo>
                    <a:pt x="148" y="38"/>
                  </a:lnTo>
                  <a:lnTo>
                    <a:pt x="148" y="38"/>
                  </a:lnTo>
                  <a:lnTo>
                    <a:pt x="154" y="36"/>
                  </a:lnTo>
                  <a:lnTo>
                    <a:pt x="160" y="32"/>
                  </a:lnTo>
                  <a:lnTo>
                    <a:pt x="162" y="24"/>
                  </a:lnTo>
                  <a:lnTo>
                    <a:pt x="162" y="18"/>
                  </a:lnTo>
                  <a:lnTo>
                    <a:pt x="162" y="18"/>
                  </a:lnTo>
                  <a:lnTo>
                    <a:pt x="160" y="10"/>
                  </a:lnTo>
                  <a:lnTo>
                    <a:pt x="156" y="4"/>
                  </a:lnTo>
                  <a:lnTo>
                    <a:pt x="152" y="0"/>
                  </a:lnTo>
                  <a:lnTo>
                    <a:pt x="144" y="0"/>
                  </a:lnTo>
                  <a:lnTo>
                    <a:pt x="16" y="10"/>
                  </a:lnTo>
                  <a:lnTo>
                    <a:pt x="16" y="10"/>
                  </a:lnTo>
                  <a:lnTo>
                    <a:pt x="10" y="12"/>
                  </a:lnTo>
                  <a:lnTo>
                    <a:pt x="4" y="16"/>
                  </a:lnTo>
                  <a:lnTo>
                    <a:pt x="2" y="22"/>
                  </a:lnTo>
                  <a:lnTo>
                    <a:pt x="0" y="30"/>
                  </a:lnTo>
                  <a:lnTo>
                    <a:pt x="0" y="30"/>
                  </a:lnTo>
                  <a:close/>
                </a:path>
              </a:pathLst>
            </a:custGeom>
            <a:solidFill>
              <a:srgbClr val="FFA8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5" name="Freeform 1343">
              <a:extLst>
                <a:ext uri="{FF2B5EF4-FFF2-40B4-BE49-F238E27FC236}">
                  <a16:creationId xmlns:a16="http://schemas.microsoft.com/office/drawing/2014/main" id="{8CB1BF9F-3BDD-4937-866B-8F35B6EA3916}"/>
                </a:ext>
              </a:extLst>
            </p:cNvPr>
            <p:cNvSpPr>
              <a:spLocks/>
            </p:cNvSpPr>
            <p:nvPr/>
          </p:nvSpPr>
          <p:spPr bwMode="auto">
            <a:xfrm>
              <a:off x="6221413" y="3243263"/>
              <a:ext cx="76200" cy="41275"/>
            </a:xfrm>
            <a:custGeom>
              <a:avLst/>
              <a:gdLst>
                <a:gd name="T0" fmla="*/ 0 w 48"/>
                <a:gd name="T1" fmla="*/ 16 h 26"/>
                <a:gd name="T2" fmla="*/ 0 w 48"/>
                <a:gd name="T3" fmla="*/ 16 h 26"/>
                <a:gd name="T4" fmla="*/ 2 w 48"/>
                <a:gd name="T5" fmla="*/ 24 h 26"/>
                <a:gd name="T6" fmla="*/ 4 w 48"/>
                <a:gd name="T7" fmla="*/ 26 h 26"/>
                <a:gd name="T8" fmla="*/ 6 w 48"/>
                <a:gd name="T9" fmla="*/ 26 h 26"/>
                <a:gd name="T10" fmla="*/ 44 w 48"/>
                <a:gd name="T11" fmla="*/ 24 h 26"/>
                <a:gd name="T12" fmla="*/ 44 w 48"/>
                <a:gd name="T13" fmla="*/ 24 h 26"/>
                <a:gd name="T14" fmla="*/ 46 w 48"/>
                <a:gd name="T15" fmla="*/ 22 h 26"/>
                <a:gd name="T16" fmla="*/ 48 w 48"/>
                <a:gd name="T17" fmla="*/ 20 h 26"/>
                <a:gd name="T18" fmla="*/ 48 w 48"/>
                <a:gd name="T19" fmla="*/ 12 h 26"/>
                <a:gd name="T20" fmla="*/ 48 w 48"/>
                <a:gd name="T21" fmla="*/ 12 h 26"/>
                <a:gd name="T22" fmla="*/ 46 w 48"/>
                <a:gd name="T23" fmla="*/ 2 h 26"/>
                <a:gd name="T24" fmla="*/ 44 w 48"/>
                <a:gd name="T25" fmla="*/ 0 h 26"/>
                <a:gd name="T26" fmla="*/ 42 w 48"/>
                <a:gd name="T27" fmla="*/ 0 h 26"/>
                <a:gd name="T28" fmla="*/ 4 w 48"/>
                <a:gd name="T29" fmla="*/ 2 h 26"/>
                <a:gd name="T30" fmla="*/ 4 w 48"/>
                <a:gd name="T31" fmla="*/ 2 h 26"/>
                <a:gd name="T32" fmla="*/ 2 w 48"/>
                <a:gd name="T33" fmla="*/ 4 h 26"/>
                <a:gd name="T34" fmla="*/ 0 w 48"/>
                <a:gd name="T35" fmla="*/ 6 h 26"/>
                <a:gd name="T36" fmla="*/ 0 w 48"/>
                <a:gd name="T37" fmla="*/ 16 h 26"/>
                <a:gd name="T38" fmla="*/ 0 w 48"/>
                <a:gd name="T39" fmla="*/ 1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 h="26">
                  <a:moveTo>
                    <a:pt x="0" y="16"/>
                  </a:moveTo>
                  <a:lnTo>
                    <a:pt x="0" y="16"/>
                  </a:lnTo>
                  <a:lnTo>
                    <a:pt x="2" y="24"/>
                  </a:lnTo>
                  <a:lnTo>
                    <a:pt x="4" y="26"/>
                  </a:lnTo>
                  <a:lnTo>
                    <a:pt x="6" y="26"/>
                  </a:lnTo>
                  <a:lnTo>
                    <a:pt x="44" y="24"/>
                  </a:lnTo>
                  <a:lnTo>
                    <a:pt x="44" y="24"/>
                  </a:lnTo>
                  <a:lnTo>
                    <a:pt x="46" y="22"/>
                  </a:lnTo>
                  <a:lnTo>
                    <a:pt x="48" y="20"/>
                  </a:lnTo>
                  <a:lnTo>
                    <a:pt x="48" y="12"/>
                  </a:lnTo>
                  <a:lnTo>
                    <a:pt x="48" y="12"/>
                  </a:lnTo>
                  <a:lnTo>
                    <a:pt x="46" y="2"/>
                  </a:lnTo>
                  <a:lnTo>
                    <a:pt x="44" y="0"/>
                  </a:lnTo>
                  <a:lnTo>
                    <a:pt x="42" y="0"/>
                  </a:lnTo>
                  <a:lnTo>
                    <a:pt x="4" y="2"/>
                  </a:lnTo>
                  <a:lnTo>
                    <a:pt x="4" y="2"/>
                  </a:lnTo>
                  <a:lnTo>
                    <a:pt x="2" y="4"/>
                  </a:lnTo>
                  <a:lnTo>
                    <a:pt x="0" y="6"/>
                  </a:lnTo>
                  <a:lnTo>
                    <a:pt x="0" y="16"/>
                  </a:lnTo>
                  <a:lnTo>
                    <a:pt x="0" y="16"/>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6" name="Freeform 1344">
              <a:extLst>
                <a:ext uri="{FF2B5EF4-FFF2-40B4-BE49-F238E27FC236}">
                  <a16:creationId xmlns:a16="http://schemas.microsoft.com/office/drawing/2014/main" id="{1E4B4E5F-02EB-45BB-9F60-CB9C13418D83}"/>
                </a:ext>
              </a:extLst>
            </p:cNvPr>
            <p:cNvSpPr>
              <a:spLocks/>
            </p:cNvSpPr>
            <p:nvPr/>
          </p:nvSpPr>
          <p:spPr bwMode="auto">
            <a:xfrm>
              <a:off x="6221413" y="3243263"/>
              <a:ext cx="76200" cy="41275"/>
            </a:xfrm>
            <a:custGeom>
              <a:avLst/>
              <a:gdLst>
                <a:gd name="T0" fmla="*/ 0 w 48"/>
                <a:gd name="T1" fmla="*/ 16 h 26"/>
                <a:gd name="T2" fmla="*/ 0 w 48"/>
                <a:gd name="T3" fmla="*/ 16 h 26"/>
                <a:gd name="T4" fmla="*/ 2 w 48"/>
                <a:gd name="T5" fmla="*/ 24 h 26"/>
                <a:gd name="T6" fmla="*/ 4 w 48"/>
                <a:gd name="T7" fmla="*/ 26 h 26"/>
                <a:gd name="T8" fmla="*/ 6 w 48"/>
                <a:gd name="T9" fmla="*/ 26 h 26"/>
                <a:gd name="T10" fmla="*/ 44 w 48"/>
                <a:gd name="T11" fmla="*/ 24 h 26"/>
                <a:gd name="T12" fmla="*/ 44 w 48"/>
                <a:gd name="T13" fmla="*/ 24 h 26"/>
                <a:gd name="T14" fmla="*/ 46 w 48"/>
                <a:gd name="T15" fmla="*/ 22 h 26"/>
                <a:gd name="T16" fmla="*/ 48 w 48"/>
                <a:gd name="T17" fmla="*/ 20 h 26"/>
                <a:gd name="T18" fmla="*/ 48 w 48"/>
                <a:gd name="T19" fmla="*/ 12 h 26"/>
                <a:gd name="T20" fmla="*/ 48 w 48"/>
                <a:gd name="T21" fmla="*/ 12 h 26"/>
                <a:gd name="T22" fmla="*/ 46 w 48"/>
                <a:gd name="T23" fmla="*/ 2 h 26"/>
                <a:gd name="T24" fmla="*/ 44 w 48"/>
                <a:gd name="T25" fmla="*/ 0 h 26"/>
                <a:gd name="T26" fmla="*/ 42 w 48"/>
                <a:gd name="T27" fmla="*/ 0 h 26"/>
                <a:gd name="T28" fmla="*/ 4 w 48"/>
                <a:gd name="T29" fmla="*/ 2 h 26"/>
                <a:gd name="T30" fmla="*/ 4 w 48"/>
                <a:gd name="T31" fmla="*/ 2 h 26"/>
                <a:gd name="T32" fmla="*/ 2 w 48"/>
                <a:gd name="T33" fmla="*/ 4 h 26"/>
                <a:gd name="T34" fmla="*/ 0 w 48"/>
                <a:gd name="T35" fmla="*/ 6 h 26"/>
                <a:gd name="T36" fmla="*/ 0 w 48"/>
                <a:gd name="T37" fmla="*/ 16 h 26"/>
                <a:gd name="T38" fmla="*/ 0 w 48"/>
                <a:gd name="T39" fmla="*/ 1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 h="26">
                  <a:moveTo>
                    <a:pt x="0" y="16"/>
                  </a:moveTo>
                  <a:lnTo>
                    <a:pt x="0" y="16"/>
                  </a:lnTo>
                  <a:lnTo>
                    <a:pt x="2" y="24"/>
                  </a:lnTo>
                  <a:lnTo>
                    <a:pt x="4" y="26"/>
                  </a:lnTo>
                  <a:lnTo>
                    <a:pt x="6" y="26"/>
                  </a:lnTo>
                  <a:lnTo>
                    <a:pt x="44" y="24"/>
                  </a:lnTo>
                  <a:lnTo>
                    <a:pt x="44" y="24"/>
                  </a:lnTo>
                  <a:lnTo>
                    <a:pt x="46" y="22"/>
                  </a:lnTo>
                  <a:lnTo>
                    <a:pt x="48" y="20"/>
                  </a:lnTo>
                  <a:lnTo>
                    <a:pt x="48" y="12"/>
                  </a:lnTo>
                  <a:lnTo>
                    <a:pt x="48" y="12"/>
                  </a:lnTo>
                  <a:lnTo>
                    <a:pt x="46" y="2"/>
                  </a:lnTo>
                  <a:lnTo>
                    <a:pt x="44" y="0"/>
                  </a:lnTo>
                  <a:lnTo>
                    <a:pt x="42" y="0"/>
                  </a:lnTo>
                  <a:lnTo>
                    <a:pt x="4" y="2"/>
                  </a:lnTo>
                  <a:lnTo>
                    <a:pt x="4" y="2"/>
                  </a:lnTo>
                  <a:lnTo>
                    <a:pt x="2" y="4"/>
                  </a:lnTo>
                  <a:lnTo>
                    <a:pt x="0" y="6"/>
                  </a:lnTo>
                  <a:lnTo>
                    <a:pt x="0" y="16"/>
                  </a:lnTo>
                  <a:lnTo>
                    <a:pt x="0" y="1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7" name="Freeform 1346">
              <a:extLst>
                <a:ext uri="{FF2B5EF4-FFF2-40B4-BE49-F238E27FC236}">
                  <a16:creationId xmlns:a16="http://schemas.microsoft.com/office/drawing/2014/main" id="{472328E7-1A9B-4C48-BBDF-1F4517B01E5D}"/>
                </a:ext>
              </a:extLst>
            </p:cNvPr>
            <p:cNvSpPr>
              <a:spLocks/>
            </p:cNvSpPr>
            <p:nvPr/>
          </p:nvSpPr>
          <p:spPr bwMode="auto">
            <a:xfrm>
              <a:off x="6307138" y="3871913"/>
              <a:ext cx="200025" cy="60325"/>
            </a:xfrm>
            <a:custGeom>
              <a:avLst/>
              <a:gdLst>
                <a:gd name="T0" fmla="*/ 118 w 126"/>
                <a:gd name="T1" fmla="*/ 0 h 38"/>
                <a:gd name="T2" fmla="*/ 0 w 126"/>
                <a:gd name="T3" fmla="*/ 16 h 38"/>
                <a:gd name="T4" fmla="*/ 0 w 126"/>
                <a:gd name="T5" fmla="*/ 16 h 38"/>
                <a:gd name="T6" fmla="*/ 60 w 126"/>
                <a:gd name="T7" fmla="*/ 28 h 38"/>
                <a:gd name="T8" fmla="*/ 126 w 126"/>
                <a:gd name="T9" fmla="*/ 38 h 38"/>
                <a:gd name="T10" fmla="*/ 126 w 126"/>
                <a:gd name="T11" fmla="*/ 38 h 38"/>
                <a:gd name="T12" fmla="*/ 126 w 126"/>
                <a:gd name="T13" fmla="*/ 32 h 38"/>
                <a:gd name="T14" fmla="*/ 122 w 126"/>
                <a:gd name="T15" fmla="*/ 32 h 38"/>
                <a:gd name="T16" fmla="*/ 120 w 126"/>
                <a:gd name="T17" fmla="*/ 14 h 38"/>
                <a:gd name="T18" fmla="*/ 120 w 126"/>
                <a:gd name="T19" fmla="*/ 14 h 38"/>
                <a:gd name="T20" fmla="*/ 118 w 126"/>
                <a:gd name="T21"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6" h="38">
                  <a:moveTo>
                    <a:pt x="118" y="0"/>
                  </a:moveTo>
                  <a:lnTo>
                    <a:pt x="0" y="16"/>
                  </a:lnTo>
                  <a:lnTo>
                    <a:pt x="0" y="16"/>
                  </a:lnTo>
                  <a:lnTo>
                    <a:pt x="60" y="28"/>
                  </a:lnTo>
                  <a:lnTo>
                    <a:pt x="126" y="38"/>
                  </a:lnTo>
                  <a:lnTo>
                    <a:pt x="126" y="38"/>
                  </a:lnTo>
                  <a:lnTo>
                    <a:pt x="126" y="32"/>
                  </a:lnTo>
                  <a:lnTo>
                    <a:pt x="122" y="32"/>
                  </a:lnTo>
                  <a:lnTo>
                    <a:pt x="120" y="14"/>
                  </a:lnTo>
                  <a:lnTo>
                    <a:pt x="120" y="14"/>
                  </a:lnTo>
                  <a:lnTo>
                    <a:pt x="118" y="0"/>
                  </a:lnTo>
                  <a:close/>
                </a:path>
              </a:pathLst>
            </a:custGeom>
            <a:solidFill>
              <a:srgbClr val="51393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8" name="Freeform 1347">
              <a:extLst>
                <a:ext uri="{FF2B5EF4-FFF2-40B4-BE49-F238E27FC236}">
                  <a16:creationId xmlns:a16="http://schemas.microsoft.com/office/drawing/2014/main" id="{49B470C8-4C1C-4D4A-8375-0A16505F1E53}"/>
                </a:ext>
              </a:extLst>
            </p:cNvPr>
            <p:cNvSpPr>
              <a:spLocks/>
            </p:cNvSpPr>
            <p:nvPr/>
          </p:nvSpPr>
          <p:spPr bwMode="auto">
            <a:xfrm>
              <a:off x="6307138" y="3871913"/>
              <a:ext cx="200025" cy="60325"/>
            </a:xfrm>
            <a:custGeom>
              <a:avLst/>
              <a:gdLst>
                <a:gd name="T0" fmla="*/ 118 w 126"/>
                <a:gd name="T1" fmla="*/ 0 h 38"/>
                <a:gd name="T2" fmla="*/ 0 w 126"/>
                <a:gd name="T3" fmla="*/ 16 h 38"/>
                <a:gd name="T4" fmla="*/ 0 w 126"/>
                <a:gd name="T5" fmla="*/ 16 h 38"/>
                <a:gd name="T6" fmla="*/ 60 w 126"/>
                <a:gd name="T7" fmla="*/ 28 h 38"/>
                <a:gd name="T8" fmla="*/ 126 w 126"/>
                <a:gd name="T9" fmla="*/ 38 h 38"/>
                <a:gd name="T10" fmla="*/ 126 w 126"/>
                <a:gd name="T11" fmla="*/ 38 h 38"/>
                <a:gd name="T12" fmla="*/ 126 w 126"/>
                <a:gd name="T13" fmla="*/ 32 h 38"/>
                <a:gd name="T14" fmla="*/ 122 w 126"/>
                <a:gd name="T15" fmla="*/ 32 h 38"/>
                <a:gd name="T16" fmla="*/ 120 w 126"/>
                <a:gd name="T17" fmla="*/ 14 h 38"/>
                <a:gd name="T18" fmla="*/ 120 w 126"/>
                <a:gd name="T19" fmla="*/ 14 h 38"/>
                <a:gd name="T20" fmla="*/ 118 w 126"/>
                <a:gd name="T21"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6" h="38">
                  <a:moveTo>
                    <a:pt x="118" y="0"/>
                  </a:moveTo>
                  <a:lnTo>
                    <a:pt x="0" y="16"/>
                  </a:lnTo>
                  <a:lnTo>
                    <a:pt x="0" y="16"/>
                  </a:lnTo>
                  <a:lnTo>
                    <a:pt x="60" y="28"/>
                  </a:lnTo>
                  <a:lnTo>
                    <a:pt x="126" y="38"/>
                  </a:lnTo>
                  <a:lnTo>
                    <a:pt x="126" y="38"/>
                  </a:lnTo>
                  <a:lnTo>
                    <a:pt x="126" y="32"/>
                  </a:lnTo>
                  <a:lnTo>
                    <a:pt x="122" y="32"/>
                  </a:lnTo>
                  <a:lnTo>
                    <a:pt x="120" y="14"/>
                  </a:lnTo>
                  <a:lnTo>
                    <a:pt x="120" y="14"/>
                  </a:lnTo>
                  <a:lnTo>
                    <a:pt x="11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9" name="Freeform 1349">
              <a:extLst>
                <a:ext uri="{FF2B5EF4-FFF2-40B4-BE49-F238E27FC236}">
                  <a16:creationId xmlns:a16="http://schemas.microsoft.com/office/drawing/2014/main" id="{B7388EE7-49EB-4B85-A6AB-07A61EB1B1FC}"/>
                </a:ext>
              </a:extLst>
            </p:cNvPr>
            <p:cNvSpPr>
              <a:spLocks noEditPoints="1"/>
            </p:cNvSpPr>
            <p:nvPr/>
          </p:nvSpPr>
          <p:spPr bwMode="auto">
            <a:xfrm>
              <a:off x="5999163" y="3446463"/>
              <a:ext cx="374650" cy="333375"/>
            </a:xfrm>
            <a:custGeom>
              <a:avLst/>
              <a:gdLst>
                <a:gd name="T0" fmla="*/ 158 w 236"/>
                <a:gd name="T1" fmla="*/ 50 h 210"/>
                <a:gd name="T2" fmla="*/ 56 w 236"/>
                <a:gd name="T3" fmla="*/ 146 h 210"/>
                <a:gd name="T4" fmla="*/ 124 w 236"/>
                <a:gd name="T5" fmla="*/ 210 h 210"/>
                <a:gd name="T6" fmla="*/ 236 w 236"/>
                <a:gd name="T7" fmla="*/ 70 h 210"/>
                <a:gd name="T8" fmla="*/ 232 w 236"/>
                <a:gd name="T9" fmla="*/ 58 h 210"/>
                <a:gd name="T10" fmla="*/ 232 w 236"/>
                <a:gd name="T11" fmla="*/ 58 h 210"/>
                <a:gd name="T12" fmla="*/ 196 w 236"/>
                <a:gd name="T13" fmla="*/ 56 h 210"/>
                <a:gd name="T14" fmla="*/ 158 w 236"/>
                <a:gd name="T15" fmla="*/ 50 h 210"/>
                <a:gd name="T16" fmla="*/ 14 w 236"/>
                <a:gd name="T17" fmla="*/ 0 h 210"/>
                <a:gd name="T18" fmla="*/ 0 w 236"/>
                <a:gd name="T19" fmla="*/ 92 h 210"/>
                <a:gd name="T20" fmla="*/ 14 w 236"/>
                <a:gd name="T21" fmla="*/ 104 h 210"/>
                <a:gd name="T22" fmla="*/ 100 w 236"/>
                <a:gd name="T23" fmla="*/ 36 h 210"/>
                <a:gd name="T24" fmla="*/ 100 w 236"/>
                <a:gd name="T25" fmla="*/ 36 h 210"/>
                <a:gd name="T26" fmla="*/ 66 w 236"/>
                <a:gd name="T27" fmla="*/ 22 h 210"/>
                <a:gd name="T28" fmla="*/ 30 w 236"/>
                <a:gd name="T29" fmla="*/ 6 h 210"/>
                <a:gd name="T30" fmla="*/ 10 w 236"/>
                <a:gd name="T31" fmla="*/ 22 h 210"/>
                <a:gd name="T32" fmla="*/ 14 w 236"/>
                <a:gd name="T33" fmla="*/ 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6" h="210">
                  <a:moveTo>
                    <a:pt x="158" y="50"/>
                  </a:moveTo>
                  <a:lnTo>
                    <a:pt x="56" y="146"/>
                  </a:lnTo>
                  <a:lnTo>
                    <a:pt x="124" y="210"/>
                  </a:lnTo>
                  <a:lnTo>
                    <a:pt x="236" y="70"/>
                  </a:lnTo>
                  <a:lnTo>
                    <a:pt x="232" y="58"/>
                  </a:lnTo>
                  <a:lnTo>
                    <a:pt x="232" y="58"/>
                  </a:lnTo>
                  <a:lnTo>
                    <a:pt x="196" y="56"/>
                  </a:lnTo>
                  <a:lnTo>
                    <a:pt x="158" y="50"/>
                  </a:lnTo>
                  <a:close/>
                  <a:moveTo>
                    <a:pt x="14" y="0"/>
                  </a:moveTo>
                  <a:lnTo>
                    <a:pt x="0" y="92"/>
                  </a:lnTo>
                  <a:lnTo>
                    <a:pt x="14" y="104"/>
                  </a:lnTo>
                  <a:lnTo>
                    <a:pt x="100" y="36"/>
                  </a:lnTo>
                  <a:lnTo>
                    <a:pt x="100" y="36"/>
                  </a:lnTo>
                  <a:lnTo>
                    <a:pt x="66" y="22"/>
                  </a:lnTo>
                  <a:lnTo>
                    <a:pt x="30" y="6"/>
                  </a:lnTo>
                  <a:lnTo>
                    <a:pt x="10" y="22"/>
                  </a:lnTo>
                  <a:lnTo>
                    <a:pt x="14" y="0"/>
                  </a:lnTo>
                  <a:close/>
                </a:path>
              </a:pathLst>
            </a:custGeom>
            <a:solidFill>
              <a:srgbClr val="6329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0" name="Freeform 1350">
              <a:extLst>
                <a:ext uri="{FF2B5EF4-FFF2-40B4-BE49-F238E27FC236}">
                  <a16:creationId xmlns:a16="http://schemas.microsoft.com/office/drawing/2014/main" id="{63E09905-8409-47DB-BB14-655A686D5697}"/>
                </a:ext>
              </a:extLst>
            </p:cNvPr>
            <p:cNvSpPr>
              <a:spLocks/>
            </p:cNvSpPr>
            <p:nvPr/>
          </p:nvSpPr>
          <p:spPr bwMode="auto">
            <a:xfrm>
              <a:off x="6088063" y="3525838"/>
              <a:ext cx="285750" cy="254000"/>
            </a:xfrm>
            <a:custGeom>
              <a:avLst/>
              <a:gdLst>
                <a:gd name="T0" fmla="*/ 102 w 180"/>
                <a:gd name="T1" fmla="*/ 0 h 160"/>
                <a:gd name="T2" fmla="*/ 0 w 180"/>
                <a:gd name="T3" fmla="*/ 96 h 160"/>
                <a:gd name="T4" fmla="*/ 68 w 180"/>
                <a:gd name="T5" fmla="*/ 160 h 160"/>
                <a:gd name="T6" fmla="*/ 180 w 180"/>
                <a:gd name="T7" fmla="*/ 20 h 160"/>
                <a:gd name="T8" fmla="*/ 176 w 180"/>
                <a:gd name="T9" fmla="*/ 8 h 160"/>
                <a:gd name="T10" fmla="*/ 176 w 180"/>
                <a:gd name="T11" fmla="*/ 8 h 160"/>
                <a:gd name="T12" fmla="*/ 140 w 180"/>
                <a:gd name="T13" fmla="*/ 6 h 160"/>
                <a:gd name="T14" fmla="*/ 102 w 180"/>
                <a:gd name="T15" fmla="*/ 0 h 1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0" h="160">
                  <a:moveTo>
                    <a:pt x="102" y="0"/>
                  </a:moveTo>
                  <a:lnTo>
                    <a:pt x="0" y="96"/>
                  </a:lnTo>
                  <a:lnTo>
                    <a:pt x="68" y="160"/>
                  </a:lnTo>
                  <a:lnTo>
                    <a:pt x="180" y="20"/>
                  </a:lnTo>
                  <a:lnTo>
                    <a:pt x="176" y="8"/>
                  </a:lnTo>
                  <a:lnTo>
                    <a:pt x="176" y="8"/>
                  </a:lnTo>
                  <a:lnTo>
                    <a:pt x="140" y="6"/>
                  </a:lnTo>
                  <a:lnTo>
                    <a:pt x="10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1" name="Freeform 1351">
              <a:extLst>
                <a:ext uri="{FF2B5EF4-FFF2-40B4-BE49-F238E27FC236}">
                  <a16:creationId xmlns:a16="http://schemas.microsoft.com/office/drawing/2014/main" id="{03802E07-5FCF-4DD4-942F-5BA5A9C77886}"/>
                </a:ext>
              </a:extLst>
            </p:cNvPr>
            <p:cNvSpPr>
              <a:spLocks/>
            </p:cNvSpPr>
            <p:nvPr/>
          </p:nvSpPr>
          <p:spPr bwMode="auto">
            <a:xfrm>
              <a:off x="5999163" y="3446463"/>
              <a:ext cx="158750" cy="165100"/>
            </a:xfrm>
            <a:custGeom>
              <a:avLst/>
              <a:gdLst>
                <a:gd name="T0" fmla="*/ 14 w 100"/>
                <a:gd name="T1" fmla="*/ 0 h 104"/>
                <a:gd name="T2" fmla="*/ 0 w 100"/>
                <a:gd name="T3" fmla="*/ 92 h 104"/>
                <a:gd name="T4" fmla="*/ 14 w 100"/>
                <a:gd name="T5" fmla="*/ 104 h 104"/>
                <a:gd name="T6" fmla="*/ 100 w 100"/>
                <a:gd name="T7" fmla="*/ 36 h 104"/>
                <a:gd name="T8" fmla="*/ 100 w 100"/>
                <a:gd name="T9" fmla="*/ 36 h 104"/>
                <a:gd name="T10" fmla="*/ 66 w 100"/>
                <a:gd name="T11" fmla="*/ 22 h 104"/>
                <a:gd name="T12" fmla="*/ 30 w 100"/>
                <a:gd name="T13" fmla="*/ 6 h 104"/>
                <a:gd name="T14" fmla="*/ 10 w 100"/>
                <a:gd name="T15" fmla="*/ 22 h 104"/>
                <a:gd name="T16" fmla="*/ 14 w 100"/>
                <a:gd name="T17"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104">
                  <a:moveTo>
                    <a:pt x="14" y="0"/>
                  </a:moveTo>
                  <a:lnTo>
                    <a:pt x="0" y="92"/>
                  </a:lnTo>
                  <a:lnTo>
                    <a:pt x="14" y="104"/>
                  </a:lnTo>
                  <a:lnTo>
                    <a:pt x="100" y="36"/>
                  </a:lnTo>
                  <a:lnTo>
                    <a:pt x="100" y="36"/>
                  </a:lnTo>
                  <a:lnTo>
                    <a:pt x="66" y="22"/>
                  </a:lnTo>
                  <a:lnTo>
                    <a:pt x="30" y="6"/>
                  </a:lnTo>
                  <a:lnTo>
                    <a:pt x="10" y="22"/>
                  </a:lnTo>
                  <a:lnTo>
                    <a:pt x="1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2" name="Freeform 1352">
              <a:extLst>
                <a:ext uri="{FF2B5EF4-FFF2-40B4-BE49-F238E27FC236}">
                  <a16:creationId xmlns:a16="http://schemas.microsoft.com/office/drawing/2014/main" id="{A61DB298-0F94-4025-B4C4-DCFC86CE32BF}"/>
                </a:ext>
              </a:extLst>
            </p:cNvPr>
            <p:cNvSpPr>
              <a:spLocks noEditPoints="1"/>
            </p:cNvSpPr>
            <p:nvPr/>
          </p:nvSpPr>
          <p:spPr bwMode="auto">
            <a:xfrm>
              <a:off x="6015038" y="3443288"/>
              <a:ext cx="234950" cy="234950"/>
            </a:xfrm>
            <a:custGeom>
              <a:avLst/>
              <a:gdLst>
                <a:gd name="T0" fmla="*/ 90 w 148"/>
                <a:gd name="T1" fmla="*/ 38 h 148"/>
                <a:gd name="T2" fmla="*/ 4 w 148"/>
                <a:gd name="T3" fmla="*/ 106 h 148"/>
                <a:gd name="T4" fmla="*/ 4 w 148"/>
                <a:gd name="T5" fmla="*/ 106 h 148"/>
                <a:gd name="T6" fmla="*/ 46 w 148"/>
                <a:gd name="T7" fmla="*/ 148 h 148"/>
                <a:gd name="T8" fmla="*/ 148 w 148"/>
                <a:gd name="T9" fmla="*/ 52 h 148"/>
                <a:gd name="T10" fmla="*/ 148 w 148"/>
                <a:gd name="T11" fmla="*/ 52 h 148"/>
                <a:gd name="T12" fmla="*/ 118 w 148"/>
                <a:gd name="T13" fmla="*/ 46 h 148"/>
                <a:gd name="T14" fmla="*/ 90 w 148"/>
                <a:gd name="T15" fmla="*/ 38 h 148"/>
                <a:gd name="T16" fmla="*/ 4 w 148"/>
                <a:gd name="T17" fmla="*/ 0 h 148"/>
                <a:gd name="T18" fmla="*/ 4 w 148"/>
                <a:gd name="T19" fmla="*/ 2 h 148"/>
                <a:gd name="T20" fmla="*/ 0 w 148"/>
                <a:gd name="T21" fmla="*/ 24 h 148"/>
                <a:gd name="T22" fmla="*/ 20 w 148"/>
                <a:gd name="T23" fmla="*/ 8 h 148"/>
                <a:gd name="T24" fmla="*/ 20 w 148"/>
                <a:gd name="T25" fmla="*/ 8 h 148"/>
                <a:gd name="T26" fmla="*/ 4 w 148"/>
                <a:gd name="T27" fmla="*/ 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8" h="148">
                  <a:moveTo>
                    <a:pt x="90" y="38"/>
                  </a:moveTo>
                  <a:lnTo>
                    <a:pt x="4" y="106"/>
                  </a:lnTo>
                  <a:lnTo>
                    <a:pt x="4" y="106"/>
                  </a:lnTo>
                  <a:lnTo>
                    <a:pt x="46" y="148"/>
                  </a:lnTo>
                  <a:lnTo>
                    <a:pt x="148" y="52"/>
                  </a:lnTo>
                  <a:lnTo>
                    <a:pt x="148" y="52"/>
                  </a:lnTo>
                  <a:lnTo>
                    <a:pt x="118" y="46"/>
                  </a:lnTo>
                  <a:lnTo>
                    <a:pt x="90" y="38"/>
                  </a:lnTo>
                  <a:close/>
                  <a:moveTo>
                    <a:pt x="4" y="0"/>
                  </a:moveTo>
                  <a:lnTo>
                    <a:pt x="4" y="2"/>
                  </a:lnTo>
                  <a:lnTo>
                    <a:pt x="0" y="24"/>
                  </a:lnTo>
                  <a:lnTo>
                    <a:pt x="20" y="8"/>
                  </a:lnTo>
                  <a:lnTo>
                    <a:pt x="20" y="8"/>
                  </a:lnTo>
                  <a:lnTo>
                    <a:pt x="4" y="0"/>
                  </a:lnTo>
                  <a:close/>
                </a:path>
              </a:pathLst>
            </a:custGeom>
            <a:solidFill>
              <a:srgbClr val="7D33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3" name="Freeform 1353">
              <a:extLst>
                <a:ext uri="{FF2B5EF4-FFF2-40B4-BE49-F238E27FC236}">
                  <a16:creationId xmlns:a16="http://schemas.microsoft.com/office/drawing/2014/main" id="{86EDE9A1-FB24-4F9C-813E-03232E42A487}"/>
                </a:ext>
              </a:extLst>
            </p:cNvPr>
            <p:cNvSpPr>
              <a:spLocks/>
            </p:cNvSpPr>
            <p:nvPr/>
          </p:nvSpPr>
          <p:spPr bwMode="auto">
            <a:xfrm>
              <a:off x="6021388" y="3503613"/>
              <a:ext cx="228600" cy="174625"/>
            </a:xfrm>
            <a:custGeom>
              <a:avLst/>
              <a:gdLst>
                <a:gd name="T0" fmla="*/ 86 w 144"/>
                <a:gd name="T1" fmla="*/ 0 h 110"/>
                <a:gd name="T2" fmla="*/ 0 w 144"/>
                <a:gd name="T3" fmla="*/ 68 h 110"/>
                <a:gd name="T4" fmla="*/ 0 w 144"/>
                <a:gd name="T5" fmla="*/ 68 h 110"/>
                <a:gd name="T6" fmla="*/ 42 w 144"/>
                <a:gd name="T7" fmla="*/ 110 h 110"/>
                <a:gd name="T8" fmla="*/ 144 w 144"/>
                <a:gd name="T9" fmla="*/ 14 h 110"/>
                <a:gd name="T10" fmla="*/ 144 w 144"/>
                <a:gd name="T11" fmla="*/ 14 h 110"/>
                <a:gd name="T12" fmla="*/ 114 w 144"/>
                <a:gd name="T13" fmla="*/ 8 h 110"/>
                <a:gd name="T14" fmla="*/ 86 w 144"/>
                <a:gd name="T15" fmla="*/ 0 h 1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110">
                  <a:moveTo>
                    <a:pt x="86" y="0"/>
                  </a:moveTo>
                  <a:lnTo>
                    <a:pt x="0" y="68"/>
                  </a:lnTo>
                  <a:lnTo>
                    <a:pt x="0" y="68"/>
                  </a:lnTo>
                  <a:lnTo>
                    <a:pt x="42" y="110"/>
                  </a:lnTo>
                  <a:lnTo>
                    <a:pt x="144" y="14"/>
                  </a:lnTo>
                  <a:lnTo>
                    <a:pt x="144" y="14"/>
                  </a:lnTo>
                  <a:lnTo>
                    <a:pt x="114" y="8"/>
                  </a:lnTo>
                  <a:lnTo>
                    <a:pt x="8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4" name="Freeform 1354">
              <a:extLst>
                <a:ext uri="{FF2B5EF4-FFF2-40B4-BE49-F238E27FC236}">
                  <a16:creationId xmlns:a16="http://schemas.microsoft.com/office/drawing/2014/main" id="{E60E99D9-1447-4A8E-B8CB-246FAE9CAD91}"/>
                </a:ext>
              </a:extLst>
            </p:cNvPr>
            <p:cNvSpPr>
              <a:spLocks/>
            </p:cNvSpPr>
            <p:nvPr/>
          </p:nvSpPr>
          <p:spPr bwMode="auto">
            <a:xfrm>
              <a:off x="6015038" y="3443288"/>
              <a:ext cx="31750" cy="38100"/>
            </a:xfrm>
            <a:custGeom>
              <a:avLst/>
              <a:gdLst>
                <a:gd name="T0" fmla="*/ 4 w 20"/>
                <a:gd name="T1" fmla="*/ 0 h 24"/>
                <a:gd name="T2" fmla="*/ 4 w 20"/>
                <a:gd name="T3" fmla="*/ 2 h 24"/>
                <a:gd name="T4" fmla="*/ 0 w 20"/>
                <a:gd name="T5" fmla="*/ 24 h 24"/>
                <a:gd name="T6" fmla="*/ 20 w 20"/>
                <a:gd name="T7" fmla="*/ 8 h 24"/>
                <a:gd name="T8" fmla="*/ 20 w 20"/>
                <a:gd name="T9" fmla="*/ 8 h 24"/>
                <a:gd name="T10" fmla="*/ 4 w 20"/>
                <a:gd name="T11" fmla="*/ 0 h 24"/>
              </a:gdLst>
              <a:ahLst/>
              <a:cxnLst>
                <a:cxn ang="0">
                  <a:pos x="T0" y="T1"/>
                </a:cxn>
                <a:cxn ang="0">
                  <a:pos x="T2" y="T3"/>
                </a:cxn>
                <a:cxn ang="0">
                  <a:pos x="T4" y="T5"/>
                </a:cxn>
                <a:cxn ang="0">
                  <a:pos x="T6" y="T7"/>
                </a:cxn>
                <a:cxn ang="0">
                  <a:pos x="T8" y="T9"/>
                </a:cxn>
                <a:cxn ang="0">
                  <a:pos x="T10" y="T11"/>
                </a:cxn>
              </a:cxnLst>
              <a:rect l="0" t="0" r="r" b="b"/>
              <a:pathLst>
                <a:path w="20" h="24">
                  <a:moveTo>
                    <a:pt x="4" y="0"/>
                  </a:moveTo>
                  <a:lnTo>
                    <a:pt x="4" y="2"/>
                  </a:lnTo>
                  <a:lnTo>
                    <a:pt x="0" y="24"/>
                  </a:lnTo>
                  <a:lnTo>
                    <a:pt x="20" y="8"/>
                  </a:lnTo>
                  <a:lnTo>
                    <a:pt x="20" y="8"/>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5" name="Freeform 1355">
              <a:extLst>
                <a:ext uri="{FF2B5EF4-FFF2-40B4-BE49-F238E27FC236}">
                  <a16:creationId xmlns:a16="http://schemas.microsoft.com/office/drawing/2014/main" id="{DA9721B6-AEAC-4305-AB8A-89585CCC93B9}"/>
                </a:ext>
              </a:extLst>
            </p:cNvPr>
            <p:cNvSpPr>
              <a:spLocks/>
            </p:cNvSpPr>
            <p:nvPr/>
          </p:nvSpPr>
          <p:spPr bwMode="auto">
            <a:xfrm>
              <a:off x="6450013" y="3201988"/>
              <a:ext cx="1203325" cy="266700"/>
            </a:xfrm>
            <a:custGeom>
              <a:avLst/>
              <a:gdLst>
                <a:gd name="T0" fmla="*/ 0 w 758"/>
                <a:gd name="T1" fmla="*/ 64 h 168"/>
                <a:gd name="T2" fmla="*/ 122 w 758"/>
                <a:gd name="T3" fmla="*/ 0 h 168"/>
                <a:gd name="T4" fmla="*/ 638 w 758"/>
                <a:gd name="T5" fmla="*/ 24 h 168"/>
                <a:gd name="T6" fmla="*/ 758 w 758"/>
                <a:gd name="T7" fmla="*/ 60 h 168"/>
                <a:gd name="T8" fmla="*/ 524 w 758"/>
                <a:gd name="T9" fmla="*/ 168 h 168"/>
                <a:gd name="T10" fmla="*/ 0 w 758"/>
                <a:gd name="T11" fmla="*/ 64 h 168"/>
              </a:gdLst>
              <a:ahLst/>
              <a:cxnLst>
                <a:cxn ang="0">
                  <a:pos x="T0" y="T1"/>
                </a:cxn>
                <a:cxn ang="0">
                  <a:pos x="T2" y="T3"/>
                </a:cxn>
                <a:cxn ang="0">
                  <a:pos x="T4" y="T5"/>
                </a:cxn>
                <a:cxn ang="0">
                  <a:pos x="T6" y="T7"/>
                </a:cxn>
                <a:cxn ang="0">
                  <a:pos x="T8" y="T9"/>
                </a:cxn>
                <a:cxn ang="0">
                  <a:pos x="T10" y="T11"/>
                </a:cxn>
              </a:cxnLst>
              <a:rect l="0" t="0" r="r" b="b"/>
              <a:pathLst>
                <a:path w="758" h="168">
                  <a:moveTo>
                    <a:pt x="0" y="64"/>
                  </a:moveTo>
                  <a:lnTo>
                    <a:pt x="122" y="0"/>
                  </a:lnTo>
                  <a:lnTo>
                    <a:pt x="638" y="24"/>
                  </a:lnTo>
                  <a:lnTo>
                    <a:pt x="758" y="60"/>
                  </a:lnTo>
                  <a:lnTo>
                    <a:pt x="524" y="168"/>
                  </a:lnTo>
                  <a:lnTo>
                    <a:pt x="0" y="64"/>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6" name="Freeform 1356">
              <a:extLst>
                <a:ext uri="{FF2B5EF4-FFF2-40B4-BE49-F238E27FC236}">
                  <a16:creationId xmlns:a16="http://schemas.microsoft.com/office/drawing/2014/main" id="{2F46461E-0DD6-4E4B-9F6F-ED1E93A50494}"/>
                </a:ext>
              </a:extLst>
            </p:cNvPr>
            <p:cNvSpPr>
              <a:spLocks/>
            </p:cNvSpPr>
            <p:nvPr/>
          </p:nvSpPr>
          <p:spPr bwMode="auto">
            <a:xfrm>
              <a:off x="6450013" y="3201988"/>
              <a:ext cx="1203325" cy="266700"/>
            </a:xfrm>
            <a:custGeom>
              <a:avLst/>
              <a:gdLst>
                <a:gd name="T0" fmla="*/ 0 w 758"/>
                <a:gd name="T1" fmla="*/ 64 h 168"/>
                <a:gd name="T2" fmla="*/ 122 w 758"/>
                <a:gd name="T3" fmla="*/ 0 h 168"/>
                <a:gd name="T4" fmla="*/ 638 w 758"/>
                <a:gd name="T5" fmla="*/ 24 h 168"/>
                <a:gd name="T6" fmla="*/ 758 w 758"/>
                <a:gd name="T7" fmla="*/ 60 h 168"/>
                <a:gd name="T8" fmla="*/ 524 w 758"/>
                <a:gd name="T9" fmla="*/ 168 h 168"/>
                <a:gd name="T10" fmla="*/ 0 w 758"/>
                <a:gd name="T11" fmla="*/ 64 h 168"/>
              </a:gdLst>
              <a:ahLst/>
              <a:cxnLst>
                <a:cxn ang="0">
                  <a:pos x="T0" y="T1"/>
                </a:cxn>
                <a:cxn ang="0">
                  <a:pos x="T2" y="T3"/>
                </a:cxn>
                <a:cxn ang="0">
                  <a:pos x="T4" y="T5"/>
                </a:cxn>
                <a:cxn ang="0">
                  <a:pos x="T6" y="T7"/>
                </a:cxn>
                <a:cxn ang="0">
                  <a:pos x="T8" y="T9"/>
                </a:cxn>
                <a:cxn ang="0">
                  <a:pos x="T10" y="T11"/>
                </a:cxn>
              </a:cxnLst>
              <a:rect l="0" t="0" r="r" b="b"/>
              <a:pathLst>
                <a:path w="758" h="168">
                  <a:moveTo>
                    <a:pt x="0" y="64"/>
                  </a:moveTo>
                  <a:lnTo>
                    <a:pt x="122" y="0"/>
                  </a:lnTo>
                  <a:lnTo>
                    <a:pt x="638" y="24"/>
                  </a:lnTo>
                  <a:lnTo>
                    <a:pt x="758" y="60"/>
                  </a:lnTo>
                  <a:lnTo>
                    <a:pt x="524" y="168"/>
                  </a:lnTo>
                  <a:lnTo>
                    <a:pt x="0" y="6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7" name="Freeform 1357">
              <a:extLst>
                <a:ext uri="{FF2B5EF4-FFF2-40B4-BE49-F238E27FC236}">
                  <a16:creationId xmlns:a16="http://schemas.microsoft.com/office/drawing/2014/main" id="{58D8D320-DF85-4404-A4E4-609CD0398CAC}"/>
                </a:ext>
              </a:extLst>
            </p:cNvPr>
            <p:cNvSpPr>
              <a:spLocks/>
            </p:cNvSpPr>
            <p:nvPr/>
          </p:nvSpPr>
          <p:spPr bwMode="auto">
            <a:xfrm>
              <a:off x="6450013" y="3201988"/>
              <a:ext cx="1203325" cy="266700"/>
            </a:xfrm>
            <a:custGeom>
              <a:avLst/>
              <a:gdLst>
                <a:gd name="T0" fmla="*/ 0 w 758"/>
                <a:gd name="T1" fmla="*/ 64 h 168"/>
                <a:gd name="T2" fmla="*/ 122 w 758"/>
                <a:gd name="T3" fmla="*/ 0 h 168"/>
                <a:gd name="T4" fmla="*/ 638 w 758"/>
                <a:gd name="T5" fmla="*/ 24 h 168"/>
                <a:gd name="T6" fmla="*/ 758 w 758"/>
                <a:gd name="T7" fmla="*/ 60 h 168"/>
                <a:gd name="T8" fmla="*/ 524 w 758"/>
                <a:gd name="T9" fmla="*/ 168 h 168"/>
                <a:gd name="T10" fmla="*/ 0 w 758"/>
                <a:gd name="T11" fmla="*/ 64 h 168"/>
              </a:gdLst>
              <a:ahLst/>
              <a:cxnLst>
                <a:cxn ang="0">
                  <a:pos x="T0" y="T1"/>
                </a:cxn>
                <a:cxn ang="0">
                  <a:pos x="T2" y="T3"/>
                </a:cxn>
                <a:cxn ang="0">
                  <a:pos x="T4" y="T5"/>
                </a:cxn>
                <a:cxn ang="0">
                  <a:pos x="T6" y="T7"/>
                </a:cxn>
                <a:cxn ang="0">
                  <a:pos x="T8" y="T9"/>
                </a:cxn>
                <a:cxn ang="0">
                  <a:pos x="T10" y="T11"/>
                </a:cxn>
              </a:cxnLst>
              <a:rect l="0" t="0" r="r" b="b"/>
              <a:pathLst>
                <a:path w="758" h="168">
                  <a:moveTo>
                    <a:pt x="0" y="64"/>
                  </a:moveTo>
                  <a:lnTo>
                    <a:pt x="122" y="0"/>
                  </a:lnTo>
                  <a:lnTo>
                    <a:pt x="638" y="24"/>
                  </a:lnTo>
                  <a:lnTo>
                    <a:pt x="758" y="60"/>
                  </a:lnTo>
                  <a:lnTo>
                    <a:pt x="524" y="168"/>
                  </a:lnTo>
                  <a:lnTo>
                    <a:pt x="0" y="64"/>
                  </a:lnTo>
                  <a:close/>
                </a:path>
              </a:pathLst>
            </a:custGeom>
            <a:solidFill>
              <a:srgbClr val="4D3D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8" name="Freeform 1358">
              <a:extLst>
                <a:ext uri="{FF2B5EF4-FFF2-40B4-BE49-F238E27FC236}">
                  <a16:creationId xmlns:a16="http://schemas.microsoft.com/office/drawing/2014/main" id="{ADDDB732-D911-4256-8CC3-94CAF5764BD3}"/>
                </a:ext>
              </a:extLst>
            </p:cNvPr>
            <p:cNvSpPr>
              <a:spLocks/>
            </p:cNvSpPr>
            <p:nvPr/>
          </p:nvSpPr>
          <p:spPr bwMode="auto">
            <a:xfrm>
              <a:off x="6450013" y="3201988"/>
              <a:ext cx="1203325" cy="266700"/>
            </a:xfrm>
            <a:custGeom>
              <a:avLst/>
              <a:gdLst>
                <a:gd name="T0" fmla="*/ 0 w 758"/>
                <a:gd name="T1" fmla="*/ 64 h 168"/>
                <a:gd name="T2" fmla="*/ 122 w 758"/>
                <a:gd name="T3" fmla="*/ 0 h 168"/>
                <a:gd name="T4" fmla="*/ 638 w 758"/>
                <a:gd name="T5" fmla="*/ 24 h 168"/>
                <a:gd name="T6" fmla="*/ 758 w 758"/>
                <a:gd name="T7" fmla="*/ 60 h 168"/>
                <a:gd name="T8" fmla="*/ 524 w 758"/>
                <a:gd name="T9" fmla="*/ 168 h 168"/>
                <a:gd name="T10" fmla="*/ 0 w 758"/>
                <a:gd name="T11" fmla="*/ 64 h 168"/>
              </a:gdLst>
              <a:ahLst/>
              <a:cxnLst>
                <a:cxn ang="0">
                  <a:pos x="T0" y="T1"/>
                </a:cxn>
                <a:cxn ang="0">
                  <a:pos x="T2" y="T3"/>
                </a:cxn>
                <a:cxn ang="0">
                  <a:pos x="T4" y="T5"/>
                </a:cxn>
                <a:cxn ang="0">
                  <a:pos x="T6" y="T7"/>
                </a:cxn>
                <a:cxn ang="0">
                  <a:pos x="T8" y="T9"/>
                </a:cxn>
                <a:cxn ang="0">
                  <a:pos x="T10" y="T11"/>
                </a:cxn>
              </a:cxnLst>
              <a:rect l="0" t="0" r="r" b="b"/>
              <a:pathLst>
                <a:path w="758" h="168">
                  <a:moveTo>
                    <a:pt x="0" y="64"/>
                  </a:moveTo>
                  <a:lnTo>
                    <a:pt x="122" y="0"/>
                  </a:lnTo>
                  <a:lnTo>
                    <a:pt x="638" y="24"/>
                  </a:lnTo>
                  <a:lnTo>
                    <a:pt x="758" y="60"/>
                  </a:lnTo>
                  <a:lnTo>
                    <a:pt x="524" y="168"/>
                  </a:lnTo>
                  <a:lnTo>
                    <a:pt x="0" y="6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9" name="Freeform 1359">
              <a:extLst>
                <a:ext uri="{FF2B5EF4-FFF2-40B4-BE49-F238E27FC236}">
                  <a16:creationId xmlns:a16="http://schemas.microsoft.com/office/drawing/2014/main" id="{FFA83E9B-03C8-4085-9AAA-89A44729670C}"/>
                </a:ext>
              </a:extLst>
            </p:cNvPr>
            <p:cNvSpPr>
              <a:spLocks/>
            </p:cNvSpPr>
            <p:nvPr/>
          </p:nvSpPr>
          <p:spPr bwMode="auto">
            <a:xfrm>
              <a:off x="7056438" y="2967038"/>
              <a:ext cx="536575" cy="539750"/>
            </a:xfrm>
            <a:custGeom>
              <a:avLst/>
              <a:gdLst>
                <a:gd name="T0" fmla="*/ 20 w 338"/>
                <a:gd name="T1" fmla="*/ 52 h 340"/>
                <a:gd name="T2" fmla="*/ 312 w 338"/>
                <a:gd name="T3" fmla="*/ 0 h 340"/>
                <a:gd name="T4" fmla="*/ 296 w 338"/>
                <a:gd name="T5" fmla="*/ 14 h 340"/>
                <a:gd name="T6" fmla="*/ 312 w 338"/>
                <a:gd name="T7" fmla="*/ 24 h 340"/>
                <a:gd name="T8" fmla="*/ 314 w 338"/>
                <a:gd name="T9" fmla="*/ 46 h 340"/>
                <a:gd name="T10" fmla="*/ 304 w 338"/>
                <a:gd name="T11" fmla="*/ 60 h 340"/>
                <a:gd name="T12" fmla="*/ 316 w 338"/>
                <a:gd name="T13" fmla="*/ 68 h 340"/>
                <a:gd name="T14" fmla="*/ 314 w 338"/>
                <a:gd name="T15" fmla="*/ 100 h 340"/>
                <a:gd name="T16" fmla="*/ 338 w 338"/>
                <a:gd name="T17" fmla="*/ 112 h 340"/>
                <a:gd name="T18" fmla="*/ 316 w 338"/>
                <a:gd name="T19" fmla="*/ 130 h 340"/>
                <a:gd name="T20" fmla="*/ 316 w 338"/>
                <a:gd name="T21" fmla="*/ 170 h 340"/>
                <a:gd name="T22" fmla="*/ 336 w 338"/>
                <a:gd name="T23" fmla="*/ 184 h 340"/>
                <a:gd name="T24" fmla="*/ 316 w 338"/>
                <a:gd name="T25" fmla="*/ 194 h 340"/>
                <a:gd name="T26" fmla="*/ 316 w 338"/>
                <a:gd name="T27" fmla="*/ 226 h 340"/>
                <a:gd name="T28" fmla="*/ 302 w 338"/>
                <a:gd name="T29" fmla="*/ 244 h 340"/>
                <a:gd name="T30" fmla="*/ 322 w 338"/>
                <a:gd name="T31" fmla="*/ 250 h 340"/>
                <a:gd name="T32" fmla="*/ 332 w 338"/>
                <a:gd name="T33" fmla="*/ 282 h 340"/>
                <a:gd name="T34" fmla="*/ 0 w 338"/>
                <a:gd name="T35" fmla="*/ 340 h 340"/>
                <a:gd name="T36" fmla="*/ 20 w 338"/>
                <a:gd name="T37" fmla="*/ 52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8" h="340">
                  <a:moveTo>
                    <a:pt x="20" y="52"/>
                  </a:moveTo>
                  <a:lnTo>
                    <a:pt x="312" y="0"/>
                  </a:lnTo>
                  <a:lnTo>
                    <a:pt x="296" y="14"/>
                  </a:lnTo>
                  <a:lnTo>
                    <a:pt x="312" y="24"/>
                  </a:lnTo>
                  <a:lnTo>
                    <a:pt x="314" y="46"/>
                  </a:lnTo>
                  <a:lnTo>
                    <a:pt x="304" y="60"/>
                  </a:lnTo>
                  <a:lnTo>
                    <a:pt x="316" y="68"/>
                  </a:lnTo>
                  <a:lnTo>
                    <a:pt x="314" y="100"/>
                  </a:lnTo>
                  <a:lnTo>
                    <a:pt x="338" y="112"/>
                  </a:lnTo>
                  <a:lnTo>
                    <a:pt x="316" y="130"/>
                  </a:lnTo>
                  <a:lnTo>
                    <a:pt x="316" y="170"/>
                  </a:lnTo>
                  <a:lnTo>
                    <a:pt x="336" y="184"/>
                  </a:lnTo>
                  <a:lnTo>
                    <a:pt x="316" y="194"/>
                  </a:lnTo>
                  <a:lnTo>
                    <a:pt x="316" y="226"/>
                  </a:lnTo>
                  <a:lnTo>
                    <a:pt x="302" y="244"/>
                  </a:lnTo>
                  <a:lnTo>
                    <a:pt x="322" y="250"/>
                  </a:lnTo>
                  <a:lnTo>
                    <a:pt x="332" y="282"/>
                  </a:lnTo>
                  <a:lnTo>
                    <a:pt x="0" y="340"/>
                  </a:lnTo>
                  <a:lnTo>
                    <a:pt x="20" y="52"/>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0" name="Freeform 1360">
              <a:extLst>
                <a:ext uri="{FF2B5EF4-FFF2-40B4-BE49-F238E27FC236}">
                  <a16:creationId xmlns:a16="http://schemas.microsoft.com/office/drawing/2014/main" id="{2A735EF7-43DC-49B5-A68A-47CDCA0ED9D7}"/>
                </a:ext>
              </a:extLst>
            </p:cNvPr>
            <p:cNvSpPr>
              <a:spLocks/>
            </p:cNvSpPr>
            <p:nvPr/>
          </p:nvSpPr>
          <p:spPr bwMode="auto">
            <a:xfrm>
              <a:off x="7056438" y="2967038"/>
              <a:ext cx="536575" cy="539750"/>
            </a:xfrm>
            <a:custGeom>
              <a:avLst/>
              <a:gdLst>
                <a:gd name="T0" fmla="*/ 20 w 338"/>
                <a:gd name="T1" fmla="*/ 52 h 340"/>
                <a:gd name="T2" fmla="*/ 312 w 338"/>
                <a:gd name="T3" fmla="*/ 0 h 340"/>
                <a:gd name="T4" fmla="*/ 296 w 338"/>
                <a:gd name="T5" fmla="*/ 14 h 340"/>
                <a:gd name="T6" fmla="*/ 312 w 338"/>
                <a:gd name="T7" fmla="*/ 24 h 340"/>
                <a:gd name="T8" fmla="*/ 314 w 338"/>
                <a:gd name="T9" fmla="*/ 46 h 340"/>
                <a:gd name="T10" fmla="*/ 304 w 338"/>
                <a:gd name="T11" fmla="*/ 60 h 340"/>
                <a:gd name="T12" fmla="*/ 316 w 338"/>
                <a:gd name="T13" fmla="*/ 68 h 340"/>
                <a:gd name="T14" fmla="*/ 314 w 338"/>
                <a:gd name="T15" fmla="*/ 100 h 340"/>
                <a:gd name="T16" fmla="*/ 338 w 338"/>
                <a:gd name="T17" fmla="*/ 112 h 340"/>
                <a:gd name="T18" fmla="*/ 316 w 338"/>
                <a:gd name="T19" fmla="*/ 130 h 340"/>
                <a:gd name="T20" fmla="*/ 316 w 338"/>
                <a:gd name="T21" fmla="*/ 170 h 340"/>
                <a:gd name="T22" fmla="*/ 336 w 338"/>
                <a:gd name="T23" fmla="*/ 184 h 340"/>
                <a:gd name="T24" fmla="*/ 316 w 338"/>
                <a:gd name="T25" fmla="*/ 194 h 340"/>
                <a:gd name="T26" fmla="*/ 316 w 338"/>
                <a:gd name="T27" fmla="*/ 226 h 340"/>
                <a:gd name="T28" fmla="*/ 302 w 338"/>
                <a:gd name="T29" fmla="*/ 244 h 340"/>
                <a:gd name="T30" fmla="*/ 322 w 338"/>
                <a:gd name="T31" fmla="*/ 250 h 340"/>
                <a:gd name="T32" fmla="*/ 332 w 338"/>
                <a:gd name="T33" fmla="*/ 282 h 340"/>
                <a:gd name="T34" fmla="*/ 0 w 338"/>
                <a:gd name="T35" fmla="*/ 340 h 340"/>
                <a:gd name="T36" fmla="*/ 20 w 338"/>
                <a:gd name="T37" fmla="*/ 52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8" h="340">
                  <a:moveTo>
                    <a:pt x="20" y="52"/>
                  </a:moveTo>
                  <a:lnTo>
                    <a:pt x="312" y="0"/>
                  </a:lnTo>
                  <a:lnTo>
                    <a:pt x="296" y="14"/>
                  </a:lnTo>
                  <a:lnTo>
                    <a:pt x="312" y="24"/>
                  </a:lnTo>
                  <a:lnTo>
                    <a:pt x="314" y="46"/>
                  </a:lnTo>
                  <a:lnTo>
                    <a:pt x="304" y="60"/>
                  </a:lnTo>
                  <a:lnTo>
                    <a:pt x="316" y="68"/>
                  </a:lnTo>
                  <a:lnTo>
                    <a:pt x="314" y="100"/>
                  </a:lnTo>
                  <a:lnTo>
                    <a:pt x="338" y="112"/>
                  </a:lnTo>
                  <a:lnTo>
                    <a:pt x="316" y="130"/>
                  </a:lnTo>
                  <a:lnTo>
                    <a:pt x="316" y="170"/>
                  </a:lnTo>
                  <a:lnTo>
                    <a:pt x="336" y="184"/>
                  </a:lnTo>
                  <a:lnTo>
                    <a:pt x="316" y="194"/>
                  </a:lnTo>
                  <a:lnTo>
                    <a:pt x="316" y="226"/>
                  </a:lnTo>
                  <a:lnTo>
                    <a:pt x="302" y="244"/>
                  </a:lnTo>
                  <a:lnTo>
                    <a:pt x="322" y="250"/>
                  </a:lnTo>
                  <a:lnTo>
                    <a:pt x="332" y="282"/>
                  </a:lnTo>
                  <a:lnTo>
                    <a:pt x="0" y="340"/>
                  </a:lnTo>
                  <a:lnTo>
                    <a:pt x="20" y="5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1" name="Freeform 1361">
              <a:extLst>
                <a:ext uri="{FF2B5EF4-FFF2-40B4-BE49-F238E27FC236}">
                  <a16:creationId xmlns:a16="http://schemas.microsoft.com/office/drawing/2014/main" id="{8CE55811-9980-48D9-AA26-506BC1547330}"/>
                </a:ext>
              </a:extLst>
            </p:cNvPr>
            <p:cNvSpPr>
              <a:spLocks/>
            </p:cNvSpPr>
            <p:nvPr/>
          </p:nvSpPr>
          <p:spPr bwMode="auto">
            <a:xfrm>
              <a:off x="7056438" y="2967038"/>
              <a:ext cx="536575" cy="539750"/>
            </a:xfrm>
            <a:custGeom>
              <a:avLst/>
              <a:gdLst>
                <a:gd name="T0" fmla="*/ 20 w 338"/>
                <a:gd name="T1" fmla="*/ 52 h 340"/>
                <a:gd name="T2" fmla="*/ 312 w 338"/>
                <a:gd name="T3" fmla="*/ 0 h 340"/>
                <a:gd name="T4" fmla="*/ 296 w 338"/>
                <a:gd name="T5" fmla="*/ 14 h 340"/>
                <a:gd name="T6" fmla="*/ 312 w 338"/>
                <a:gd name="T7" fmla="*/ 24 h 340"/>
                <a:gd name="T8" fmla="*/ 314 w 338"/>
                <a:gd name="T9" fmla="*/ 46 h 340"/>
                <a:gd name="T10" fmla="*/ 304 w 338"/>
                <a:gd name="T11" fmla="*/ 60 h 340"/>
                <a:gd name="T12" fmla="*/ 316 w 338"/>
                <a:gd name="T13" fmla="*/ 68 h 340"/>
                <a:gd name="T14" fmla="*/ 314 w 338"/>
                <a:gd name="T15" fmla="*/ 100 h 340"/>
                <a:gd name="T16" fmla="*/ 338 w 338"/>
                <a:gd name="T17" fmla="*/ 112 h 340"/>
                <a:gd name="T18" fmla="*/ 316 w 338"/>
                <a:gd name="T19" fmla="*/ 130 h 340"/>
                <a:gd name="T20" fmla="*/ 316 w 338"/>
                <a:gd name="T21" fmla="*/ 170 h 340"/>
                <a:gd name="T22" fmla="*/ 336 w 338"/>
                <a:gd name="T23" fmla="*/ 184 h 340"/>
                <a:gd name="T24" fmla="*/ 316 w 338"/>
                <a:gd name="T25" fmla="*/ 194 h 340"/>
                <a:gd name="T26" fmla="*/ 316 w 338"/>
                <a:gd name="T27" fmla="*/ 226 h 340"/>
                <a:gd name="T28" fmla="*/ 302 w 338"/>
                <a:gd name="T29" fmla="*/ 244 h 340"/>
                <a:gd name="T30" fmla="*/ 322 w 338"/>
                <a:gd name="T31" fmla="*/ 250 h 340"/>
                <a:gd name="T32" fmla="*/ 332 w 338"/>
                <a:gd name="T33" fmla="*/ 282 h 340"/>
                <a:gd name="T34" fmla="*/ 0 w 338"/>
                <a:gd name="T35" fmla="*/ 340 h 340"/>
                <a:gd name="T36" fmla="*/ 20 w 338"/>
                <a:gd name="T37" fmla="*/ 52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8" h="340">
                  <a:moveTo>
                    <a:pt x="20" y="52"/>
                  </a:moveTo>
                  <a:lnTo>
                    <a:pt x="312" y="0"/>
                  </a:lnTo>
                  <a:lnTo>
                    <a:pt x="296" y="14"/>
                  </a:lnTo>
                  <a:lnTo>
                    <a:pt x="312" y="24"/>
                  </a:lnTo>
                  <a:lnTo>
                    <a:pt x="314" y="46"/>
                  </a:lnTo>
                  <a:lnTo>
                    <a:pt x="304" y="60"/>
                  </a:lnTo>
                  <a:lnTo>
                    <a:pt x="316" y="68"/>
                  </a:lnTo>
                  <a:lnTo>
                    <a:pt x="314" y="100"/>
                  </a:lnTo>
                  <a:lnTo>
                    <a:pt x="338" y="112"/>
                  </a:lnTo>
                  <a:lnTo>
                    <a:pt x="316" y="130"/>
                  </a:lnTo>
                  <a:lnTo>
                    <a:pt x="316" y="170"/>
                  </a:lnTo>
                  <a:lnTo>
                    <a:pt x="336" y="184"/>
                  </a:lnTo>
                  <a:lnTo>
                    <a:pt x="316" y="194"/>
                  </a:lnTo>
                  <a:lnTo>
                    <a:pt x="316" y="226"/>
                  </a:lnTo>
                  <a:lnTo>
                    <a:pt x="302" y="244"/>
                  </a:lnTo>
                  <a:lnTo>
                    <a:pt x="322" y="250"/>
                  </a:lnTo>
                  <a:lnTo>
                    <a:pt x="332" y="282"/>
                  </a:lnTo>
                  <a:lnTo>
                    <a:pt x="0" y="340"/>
                  </a:lnTo>
                  <a:lnTo>
                    <a:pt x="20" y="52"/>
                  </a:lnTo>
                  <a:close/>
                </a:path>
              </a:pathLst>
            </a:custGeom>
            <a:solidFill>
              <a:srgbClr val="F7E6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2" name="Freeform 1362">
              <a:extLst>
                <a:ext uri="{FF2B5EF4-FFF2-40B4-BE49-F238E27FC236}">
                  <a16:creationId xmlns:a16="http://schemas.microsoft.com/office/drawing/2014/main" id="{5915F44C-2C07-40B5-87FC-284566D2652F}"/>
                </a:ext>
              </a:extLst>
            </p:cNvPr>
            <p:cNvSpPr>
              <a:spLocks/>
            </p:cNvSpPr>
            <p:nvPr/>
          </p:nvSpPr>
          <p:spPr bwMode="auto">
            <a:xfrm>
              <a:off x="7056438" y="2967038"/>
              <a:ext cx="536575" cy="539750"/>
            </a:xfrm>
            <a:custGeom>
              <a:avLst/>
              <a:gdLst>
                <a:gd name="T0" fmla="*/ 20 w 338"/>
                <a:gd name="T1" fmla="*/ 52 h 340"/>
                <a:gd name="T2" fmla="*/ 312 w 338"/>
                <a:gd name="T3" fmla="*/ 0 h 340"/>
                <a:gd name="T4" fmla="*/ 296 w 338"/>
                <a:gd name="T5" fmla="*/ 14 h 340"/>
                <a:gd name="T6" fmla="*/ 312 w 338"/>
                <a:gd name="T7" fmla="*/ 24 h 340"/>
                <a:gd name="T8" fmla="*/ 314 w 338"/>
                <a:gd name="T9" fmla="*/ 46 h 340"/>
                <a:gd name="T10" fmla="*/ 304 w 338"/>
                <a:gd name="T11" fmla="*/ 60 h 340"/>
                <a:gd name="T12" fmla="*/ 316 w 338"/>
                <a:gd name="T13" fmla="*/ 68 h 340"/>
                <a:gd name="T14" fmla="*/ 314 w 338"/>
                <a:gd name="T15" fmla="*/ 100 h 340"/>
                <a:gd name="T16" fmla="*/ 338 w 338"/>
                <a:gd name="T17" fmla="*/ 112 h 340"/>
                <a:gd name="T18" fmla="*/ 316 w 338"/>
                <a:gd name="T19" fmla="*/ 130 h 340"/>
                <a:gd name="T20" fmla="*/ 316 w 338"/>
                <a:gd name="T21" fmla="*/ 170 h 340"/>
                <a:gd name="T22" fmla="*/ 336 w 338"/>
                <a:gd name="T23" fmla="*/ 184 h 340"/>
                <a:gd name="T24" fmla="*/ 316 w 338"/>
                <a:gd name="T25" fmla="*/ 194 h 340"/>
                <a:gd name="T26" fmla="*/ 316 w 338"/>
                <a:gd name="T27" fmla="*/ 226 h 340"/>
                <a:gd name="T28" fmla="*/ 302 w 338"/>
                <a:gd name="T29" fmla="*/ 244 h 340"/>
                <a:gd name="T30" fmla="*/ 322 w 338"/>
                <a:gd name="T31" fmla="*/ 250 h 340"/>
                <a:gd name="T32" fmla="*/ 332 w 338"/>
                <a:gd name="T33" fmla="*/ 282 h 340"/>
                <a:gd name="T34" fmla="*/ 0 w 338"/>
                <a:gd name="T35" fmla="*/ 340 h 340"/>
                <a:gd name="T36" fmla="*/ 20 w 338"/>
                <a:gd name="T37" fmla="*/ 52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8" h="340">
                  <a:moveTo>
                    <a:pt x="20" y="52"/>
                  </a:moveTo>
                  <a:lnTo>
                    <a:pt x="312" y="0"/>
                  </a:lnTo>
                  <a:lnTo>
                    <a:pt x="296" y="14"/>
                  </a:lnTo>
                  <a:lnTo>
                    <a:pt x="312" y="24"/>
                  </a:lnTo>
                  <a:lnTo>
                    <a:pt x="314" y="46"/>
                  </a:lnTo>
                  <a:lnTo>
                    <a:pt x="304" y="60"/>
                  </a:lnTo>
                  <a:lnTo>
                    <a:pt x="316" y="68"/>
                  </a:lnTo>
                  <a:lnTo>
                    <a:pt x="314" y="100"/>
                  </a:lnTo>
                  <a:lnTo>
                    <a:pt x="338" y="112"/>
                  </a:lnTo>
                  <a:lnTo>
                    <a:pt x="316" y="130"/>
                  </a:lnTo>
                  <a:lnTo>
                    <a:pt x="316" y="170"/>
                  </a:lnTo>
                  <a:lnTo>
                    <a:pt x="336" y="184"/>
                  </a:lnTo>
                  <a:lnTo>
                    <a:pt x="316" y="194"/>
                  </a:lnTo>
                  <a:lnTo>
                    <a:pt x="316" y="226"/>
                  </a:lnTo>
                  <a:lnTo>
                    <a:pt x="302" y="244"/>
                  </a:lnTo>
                  <a:lnTo>
                    <a:pt x="322" y="250"/>
                  </a:lnTo>
                  <a:lnTo>
                    <a:pt x="332" y="282"/>
                  </a:lnTo>
                  <a:lnTo>
                    <a:pt x="0" y="340"/>
                  </a:lnTo>
                  <a:lnTo>
                    <a:pt x="20" y="5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3" name="Freeform 1363">
              <a:extLst>
                <a:ext uri="{FF2B5EF4-FFF2-40B4-BE49-F238E27FC236}">
                  <a16:creationId xmlns:a16="http://schemas.microsoft.com/office/drawing/2014/main" id="{4337A38F-4304-4FE4-BC60-1E07F8D0AF1F}"/>
                </a:ext>
              </a:extLst>
            </p:cNvPr>
            <p:cNvSpPr>
              <a:spLocks noEditPoints="1"/>
            </p:cNvSpPr>
            <p:nvPr/>
          </p:nvSpPr>
          <p:spPr bwMode="auto">
            <a:xfrm>
              <a:off x="7548563" y="3005138"/>
              <a:ext cx="6350" cy="41275"/>
            </a:xfrm>
            <a:custGeom>
              <a:avLst/>
              <a:gdLst>
                <a:gd name="T0" fmla="*/ 4 w 4"/>
                <a:gd name="T1" fmla="*/ 22 h 26"/>
                <a:gd name="T2" fmla="*/ 2 w 4"/>
                <a:gd name="T3" fmla="*/ 26 h 26"/>
                <a:gd name="T4" fmla="*/ 2 w 4"/>
                <a:gd name="T5" fmla="*/ 26 h 26"/>
                <a:gd name="T6" fmla="*/ 4 w 4"/>
                <a:gd name="T7" fmla="*/ 22 h 26"/>
                <a:gd name="T8" fmla="*/ 0 w 4"/>
                <a:gd name="T9" fmla="*/ 0 h 26"/>
                <a:gd name="T10" fmla="*/ 0 w 4"/>
                <a:gd name="T11" fmla="*/ 0 h 26"/>
                <a:gd name="T12" fmla="*/ 0 w 4"/>
                <a:gd name="T13" fmla="*/ 0 h 26"/>
                <a:gd name="T14" fmla="*/ 2 w 4"/>
                <a:gd name="T15" fmla="*/ 0 h 26"/>
                <a:gd name="T16" fmla="*/ 4 w 4"/>
                <a:gd name="T17" fmla="*/ 22 h 26"/>
                <a:gd name="T18" fmla="*/ 2 w 4"/>
                <a:gd name="T19" fmla="*/ 0 h 26"/>
                <a:gd name="T20" fmla="*/ 0 w 4"/>
                <a:gd name="T21"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 h="26">
                  <a:moveTo>
                    <a:pt x="4" y="22"/>
                  </a:moveTo>
                  <a:lnTo>
                    <a:pt x="2" y="26"/>
                  </a:lnTo>
                  <a:lnTo>
                    <a:pt x="2" y="26"/>
                  </a:lnTo>
                  <a:lnTo>
                    <a:pt x="4" y="22"/>
                  </a:lnTo>
                  <a:close/>
                  <a:moveTo>
                    <a:pt x="0" y="0"/>
                  </a:moveTo>
                  <a:lnTo>
                    <a:pt x="0" y="0"/>
                  </a:lnTo>
                  <a:lnTo>
                    <a:pt x="0" y="0"/>
                  </a:lnTo>
                  <a:lnTo>
                    <a:pt x="2" y="0"/>
                  </a:lnTo>
                  <a:lnTo>
                    <a:pt x="4" y="22"/>
                  </a:lnTo>
                  <a:lnTo>
                    <a:pt x="2" y="0"/>
                  </a:lnTo>
                  <a:lnTo>
                    <a:pt x="0" y="0"/>
                  </a:lnTo>
                  <a:close/>
                </a:path>
              </a:pathLst>
            </a:custGeom>
            <a:solidFill>
              <a:srgbClr val="E4D6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4" name="Freeform 1364">
              <a:extLst>
                <a:ext uri="{FF2B5EF4-FFF2-40B4-BE49-F238E27FC236}">
                  <a16:creationId xmlns:a16="http://schemas.microsoft.com/office/drawing/2014/main" id="{E26F478D-8A81-4008-BD13-922A4C3C5321}"/>
                </a:ext>
              </a:extLst>
            </p:cNvPr>
            <p:cNvSpPr>
              <a:spLocks/>
            </p:cNvSpPr>
            <p:nvPr/>
          </p:nvSpPr>
          <p:spPr bwMode="auto">
            <a:xfrm>
              <a:off x="7551738" y="3040063"/>
              <a:ext cx="3175" cy="6350"/>
            </a:xfrm>
            <a:custGeom>
              <a:avLst/>
              <a:gdLst>
                <a:gd name="T0" fmla="*/ 2 w 2"/>
                <a:gd name="T1" fmla="*/ 0 h 4"/>
                <a:gd name="T2" fmla="*/ 0 w 2"/>
                <a:gd name="T3" fmla="*/ 4 h 4"/>
                <a:gd name="T4" fmla="*/ 0 w 2"/>
                <a:gd name="T5" fmla="*/ 4 h 4"/>
                <a:gd name="T6" fmla="*/ 2 w 2"/>
                <a:gd name="T7" fmla="*/ 0 h 4"/>
              </a:gdLst>
              <a:ahLst/>
              <a:cxnLst>
                <a:cxn ang="0">
                  <a:pos x="T0" y="T1"/>
                </a:cxn>
                <a:cxn ang="0">
                  <a:pos x="T2" y="T3"/>
                </a:cxn>
                <a:cxn ang="0">
                  <a:pos x="T4" y="T5"/>
                </a:cxn>
                <a:cxn ang="0">
                  <a:pos x="T6" y="T7"/>
                </a:cxn>
              </a:cxnLst>
              <a:rect l="0" t="0" r="r" b="b"/>
              <a:pathLst>
                <a:path w="2" h="4">
                  <a:moveTo>
                    <a:pt x="2" y="0"/>
                  </a:moveTo>
                  <a:lnTo>
                    <a:pt x="0" y="4"/>
                  </a:lnTo>
                  <a:lnTo>
                    <a:pt x="0" y="4"/>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5" name="Freeform 1365">
              <a:extLst>
                <a:ext uri="{FF2B5EF4-FFF2-40B4-BE49-F238E27FC236}">
                  <a16:creationId xmlns:a16="http://schemas.microsoft.com/office/drawing/2014/main" id="{83B6D811-CE32-406F-B22F-A3C409B75B98}"/>
                </a:ext>
              </a:extLst>
            </p:cNvPr>
            <p:cNvSpPr>
              <a:spLocks/>
            </p:cNvSpPr>
            <p:nvPr/>
          </p:nvSpPr>
          <p:spPr bwMode="auto">
            <a:xfrm>
              <a:off x="7548563" y="3005138"/>
              <a:ext cx="6350" cy="34925"/>
            </a:xfrm>
            <a:custGeom>
              <a:avLst/>
              <a:gdLst>
                <a:gd name="T0" fmla="*/ 0 w 4"/>
                <a:gd name="T1" fmla="*/ 0 h 22"/>
                <a:gd name="T2" fmla="*/ 0 w 4"/>
                <a:gd name="T3" fmla="*/ 0 h 22"/>
                <a:gd name="T4" fmla="*/ 0 w 4"/>
                <a:gd name="T5" fmla="*/ 0 h 22"/>
                <a:gd name="T6" fmla="*/ 2 w 4"/>
                <a:gd name="T7" fmla="*/ 0 h 22"/>
                <a:gd name="T8" fmla="*/ 4 w 4"/>
                <a:gd name="T9" fmla="*/ 22 h 22"/>
                <a:gd name="T10" fmla="*/ 2 w 4"/>
                <a:gd name="T11" fmla="*/ 0 h 22"/>
                <a:gd name="T12" fmla="*/ 0 w 4"/>
                <a:gd name="T13" fmla="*/ 0 h 22"/>
              </a:gdLst>
              <a:ahLst/>
              <a:cxnLst>
                <a:cxn ang="0">
                  <a:pos x="T0" y="T1"/>
                </a:cxn>
                <a:cxn ang="0">
                  <a:pos x="T2" y="T3"/>
                </a:cxn>
                <a:cxn ang="0">
                  <a:pos x="T4" y="T5"/>
                </a:cxn>
                <a:cxn ang="0">
                  <a:pos x="T6" y="T7"/>
                </a:cxn>
                <a:cxn ang="0">
                  <a:pos x="T8" y="T9"/>
                </a:cxn>
                <a:cxn ang="0">
                  <a:pos x="T10" y="T11"/>
                </a:cxn>
                <a:cxn ang="0">
                  <a:pos x="T12" y="T13"/>
                </a:cxn>
              </a:cxnLst>
              <a:rect l="0" t="0" r="r" b="b"/>
              <a:pathLst>
                <a:path w="4" h="22">
                  <a:moveTo>
                    <a:pt x="0" y="0"/>
                  </a:moveTo>
                  <a:lnTo>
                    <a:pt x="0" y="0"/>
                  </a:lnTo>
                  <a:lnTo>
                    <a:pt x="0" y="0"/>
                  </a:lnTo>
                  <a:lnTo>
                    <a:pt x="2" y="0"/>
                  </a:lnTo>
                  <a:lnTo>
                    <a:pt x="4" y="22"/>
                  </a:lnTo>
                  <a:lnTo>
                    <a:pt x="2"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6" name="Freeform 1366">
              <a:extLst>
                <a:ext uri="{FF2B5EF4-FFF2-40B4-BE49-F238E27FC236}">
                  <a16:creationId xmlns:a16="http://schemas.microsoft.com/office/drawing/2014/main" id="{0133C2EF-4C6A-4DB3-8A42-5B0C20C6CEEF}"/>
                </a:ext>
              </a:extLst>
            </p:cNvPr>
            <p:cNvSpPr>
              <a:spLocks/>
            </p:cNvSpPr>
            <p:nvPr/>
          </p:nvSpPr>
          <p:spPr bwMode="auto">
            <a:xfrm>
              <a:off x="7088188" y="3005138"/>
              <a:ext cx="466725" cy="177800"/>
            </a:xfrm>
            <a:custGeom>
              <a:avLst/>
              <a:gdLst>
                <a:gd name="T0" fmla="*/ 290 w 294"/>
                <a:gd name="T1" fmla="*/ 0 h 112"/>
                <a:gd name="T2" fmla="*/ 290 w 294"/>
                <a:gd name="T3" fmla="*/ 0 h 112"/>
                <a:gd name="T4" fmla="*/ 0 w 294"/>
                <a:gd name="T5" fmla="*/ 86 h 112"/>
                <a:gd name="T6" fmla="*/ 0 w 294"/>
                <a:gd name="T7" fmla="*/ 86 h 112"/>
                <a:gd name="T8" fmla="*/ 6 w 294"/>
                <a:gd name="T9" fmla="*/ 112 h 112"/>
                <a:gd name="T10" fmla="*/ 292 w 294"/>
                <a:gd name="T11" fmla="*/ 26 h 112"/>
                <a:gd name="T12" fmla="*/ 294 w 294"/>
                <a:gd name="T13" fmla="*/ 22 h 112"/>
                <a:gd name="T14" fmla="*/ 292 w 294"/>
                <a:gd name="T15" fmla="*/ 0 h 112"/>
                <a:gd name="T16" fmla="*/ 290 w 294"/>
                <a:gd name="T17"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4" h="112">
                  <a:moveTo>
                    <a:pt x="290" y="0"/>
                  </a:moveTo>
                  <a:lnTo>
                    <a:pt x="290" y="0"/>
                  </a:lnTo>
                  <a:lnTo>
                    <a:pt x="0" y="86"/>
                  </a:lnTo>
                  <a:lnTo>
                    <a:pt x="0" y="86"/>
                  </a:lnTo>
                  <a:lnTo>
                    <a:pt x="6" y="112"/>
                  </a:lnTo>
                  <a:lnTo>
                    <a:pt x="292" y="26"/>
                  </a:lnTo>
                  <a:lnTo>
                    <a:pt x="294" y="22"/>
                  </a:lnTo>
                  <a:lnTo>
                    <a:pt x="292" y="0"/>
                  </a:lnTo>
                  <a:lnTo>
                    <a:pt x="290" y="0"/>
                  </a:lnTo>
                  <a:close/>
                </a:path>
              </a:pathLst>
            </a:custGeom>
            <a:solidFill>
              <a:srgbClr val="DDC2A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7" name="Freeform 1367">
              <a:extLst>
                <a:ext uri="{FF2B5EF4-FFF2-40B4-BE49-F238E27FC236}">
                  <a16:creationId xmlns:a16="http://schemas.microsoft.com/office/drawing/2014/main" id="{A562965E-CA14-4DD9-85BD-B2D5E496A34C}"/>
                </a:ext>
              </a:extLst>
            </p:cNvPr>
            <p:cNvSpPr>
              <a:spLocks/>
            </p:cNvSpPr>
            <p:nvPr/>
          </p:nvSpPr>
          <p:spPr bwMode="auto">
            <a:xfrm>
              <a:off x="7088188" y="3005138"/>
              <a:ext cx="466725" cy="177800"/>
            </a:xfrm>
            <a:custGeom>
              <a:avLst/>
              <a:gdLst>
                <a:gd name="T0" fmla="*/ 290 w 294"/>
                <a:gd name="T1" fmla="*/ 0 h 112"/>
                <a:gd name="T2" fmla="*/ 290 w 294"/>
                <a:gd name="T3" fmla="*/ 0 h 112"/>
                <a:gd name="T4" fmla="*/ 0 w 294"/>
                <a:gd name="T5" fmla="*/ 86 h 112"/>
                <a:gd name="T6" fmla="*/ 0 w 294"/>
                <a:gd name="T7" fmla="*/ 86 h 112"/>
                <a:gd name="T8" fmla="*/ 6 w 294"/>
                <a:gd name="T9" fmla="*/ 112 h 112"/>
                <a:gd name="T10" fmla="*/ 292 w 294"/>
                <a:gd name="T11" fmla="*/ 26 h 112"/>
                <a:gd name="T12" fmla="*/ 294 w 294"/>
                <a:gd name="T13" fmla="*/ 22 h 112"/>
                <a:gd name="T14" fmla="*/ 292 w 294"/>
                <a:gd name="T15" fmla="*/ 0 h 112"/>
                <a:gd name="T16" fmla="*/ 290 w 294"/>
                <a:gd name="T17"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4" h="112">
                  <a:moveTo>
                    <a:pt x="290" y="0"/>
                  </a:moveTo>
                  <a:lnTo>
                    <a:pt x="290" y="0"/>
                  </a:lnTo>
                  <a:lnTo>
                    <a:pt x="0" y="86"/>
                  </a:lnTo>
                  <a:lnTo>
                    <a:pt x="0" y="86"/>
                  </a:lnTo>
                  <a:lnTo>
                    <a:pt x="6" y="112"/>
                  </a:lnTo>
                  <a:lnTo>
                    <a:pt x="292" y="26"/>
                  </a:lnTo>
                  <a:lnTo>
                    <a:pt x="294" y="22"/>
                  </a:lnTo>
                  <a:lnTo>
                    <a:pt x="292" y="0"/>
                  </a:lnTo>
                  <a:lnTo>
                    <a:pt x="29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8" name="Freeform 1368">
              <a:extLst>
                <a:ext uri="{FF2B5EF4-FFF2-40B4-BE49-F238E27FC236}">
                  <a16:creationId xmlns:a16="http://schemas.microsoft.com/office/drawing/2014/main" id="{ECCE1073-9293-406A-B630-F450A65C37E4}"/>
                </a:ext>
              </a:extLst>
            </p:cNvPr>
            <p:cNvSpPr>
              <a:spLocks/>
            </p:cNvSpPr>
            <p:nvPr/>
          </p:nvSpPr>
          <p:spPr bwMode="auto">
            <a:xfrm>
              <a:off x="7097713" y="3125788"/>
              <a:ext cx="495300" cy="107950"/>
            </a:xfrm>
            <a:custGeom>
              <a:avLst/>
              <a:gdLst>
                <a:gd name="T0" fmla="*/ 288 w 312"/>
                <a:gd name="T1" fmla="*/ 0 h 68"/>
                <a:gd name="T2" fmla="*/ 22 w 312"/>
                <a:gd name="T3" fmla="*/ 60 h 68"/>
                <a:gd name="T4" fmla="*/ 0 w 312"/>
                <a:gd name="T5" fmla="*/ 62 h 68"/>
                <a:gd name="T6" fmla="*/ 2 w 312"/>
                <a:gd name="T7" fmla="*/ 68 h 68"/>
                <a:gd name="T8" fmla="*/ 2 w 312"/>
                <a:gd name="T9" fmla="*/ 68 h 68"/>
                <a:gd name="T10" fmla="*/ 178 w 312"/>
                <a:gd name="T11" fmla="*/ 44 h 68"/>
                <a:gd name="T12" fmla="*/ 290 w 312"/>
                <a:gd name="T13" fmla="*/ 30 h 68"/>
                <a:gd name="T14" fmla="*/ 312 w 312"/>
                <a:gd name="T15" fmla="*/ 12 h 68"/>
                <a:gd name="T16" fmla="*/ 288 w 312"/>
                <a:gd name="T17" fmla="*/ 0 h 68"/>
                <a:gd name="T18" fmla="*/ 288 w 312"/>
                <a:gd name="T19"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2" h="68">
                  <a:moveTo>
                    <a:pt x="288" y="0"/>
                  </a:moveTo>
                  <a:lnTo>
                    <a:pt x="22" y="60"/>
                  </a:lnTo>
                  <a:lnTo>
                    <a:pt x="0" y="62"/>
                  </a:lnTo>
                  <a:lnTo>
                    <a:pt x="2" y="68"/>
                  </a:lnTo>
                  <a:lnTo>
                    <a:pt x="2" y="68"/>
                  </a:lnTo>
                  <a:lnTo>
                    <a:pt x="178" y="44"/>
                  </a:lnTo>
                  <a:lnTo>
                    <a:pt x="290" y="30"/>
                  </a:lnTo>
                  <a:lnTo>
                    <a:pt x="312" y="12"/>
                  </a:lnTo>
                  <a:lnTo>
                    <a:pt x="288" y="0"/>
                  </a:lnTo>
                  <a:lnTo>
                    <a:pt x="288" y="0"/>
                  </a:lnTo>
                  <a:close/>
                </a:path>
              </a:pathLst>
            </a:custGeom>
            <a:solidFill>
              <a:srgbClr val="DDC2A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9" name="Freeform 1369">
              <a:extLst>
                <a:ext uri="{FF2B5EF4-FFF2-40B4-BE49-F238E27FC236}">
                  <a16:creationId xmlns:a16="http://schemas.microsoft.com/office/drawing/2014/main" id="{FF50E44C-6539-4517-9895-823B07E8493B}"/>
                </a:ext>
              </a:extLst>
            </p:cNvPr>
            <p:cNvSpPr>
              <a:spLocks/>
            </p:cNvSpPr>
            <p:nvPr/>
          </p:nvSpPr>
          <p:spPr bwMode="auto">
            <a:xfrm>
              <a:off x="7097713" y="3125788"/>
              <a:ext cx="495300" cy="107950"/>
            </a:xfrm>
            <a:custGeom>
              <a:avLst/>
              <a:gdLst>
                <a:gd name="T0" fmla="*/ 288 w 312"/>
                <a:gd name="T1" fmla="*/ 0 h 68"/>
                <a:gd name="T2" fmla="*/ 22 w 312"/>
                <a:gd name="T3" fmla="*/ 60 h 68"/>
                <a:gd name="T4" fmla="*/ 0 w 312"/>
                <a:gd name="T5" fmla="*/ 62 h 68"/>
                <a:gd name="T6" fmla="*/ 2 w 312"/>
                <a:gd name="T7" fmla="*/ 68 h 68"/>
                <a:gd name="T8" fmla="*/ 2 w 312"/>
                <a:gd name="T9" fmla="*/ 68 h 68"/>
                <a:gd name="T10" fmla="*/ 178 w 312"/>
                <a:gd name="T11" fmla="*/ 44 h 68"/>
                <a:gd name="T12" fmla="*/ 290 w 312"/>
                <a:gd name="T13" fmla="*/ 30 h 68"/>
                <a:gd name="T14" fmla="*/ 312 w 312"/>
                <a:gd name="T15" fmla="*/ 12 h 68"/>
                <a:gd name="T16" fmla="*/ 288 w 312"/>
                <a:gd name="T17" fmla="*/ 0 h 68"/>
                <a:gd name="T18" fmla="*/ 288 w 312"/>
                <a:gd name="T19"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2" h="68">
                  <a:moveTo>
                    <a:pt x="288" y="0"/>
                  </a:moveTo>
                  <a:lnTo>
                    <a:pt x="22" y="60"/>
                  </a:lnTo>
                  <a:lnTo>
                    <a:pt x="0" y="62"/>
                  </a:lnTo>
                  <a:lnTo>
                    <a:pt x="2" y="68"/>
                  </a:lnTo>
                  <a:lnTo>
                    <a:pt x="2" y="68"/>
                  </a:lnTo>
                  <a:lnTo>
                    <a:pt x="178" y="44"/>
                  </a:lnTo>
                  <a:lnTo>
                    <a:pt x="290" y="30"/>
                  </a:lnTo>
                  <a:lnTo>
                    <a:pt x="312" y="12"/>
                  </a:lnTo>
                  <a:lnTo>
                    <a:pt x="288" y="0"/>
                  </a:lnTo>
                  <a:lnTo>
                    <a:pt x="28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0" name="Freeform 1370">
              <a:extLst>
                <a:ext uri="{FF2B5EF4-FFF2-40B4-BE49-F238E27FC236}">
                  <a16:creationId xmlns:a16="http://schemas.microsoft.com/office/drawing/2014/main" id="{C53E5647-D02A-4247-BE08-69106075C12A}"/>
                </a:ext>
              </a:extLst>
            </p:cNvPr>
            <p:cNvSpPr>
              <a:spLocks/>
            </p:cNvSpPr>
            <p:nvPr/>
          </p:nvSpPr>
          <p:spPr bwMode="auto">
            <a:xfrm>
              <a:off x="7088188" y="3233738"/>
              <a:ext cx="501650" cy="98425"/>
            </a:xfrm>
            <a:custGeom>
              <a:avLst/>
              <a:gdLst>
                <a:gd name="T0" fmla="*/ 296 w 316"/>
                <a:gd name="T1" fmla="*/ 0 h 62"/>
                <a:gd name="T2" fmla="*/ 20 w 316"/>
                <a:gd name="T3" fmla="*/ 24 h 62"/>
                <a:gd name="T4" fmla="*/ 34 w 316"/>
                <a:gd name="T5" fmla="*/ 24 h 62"/>
                <a:gd name="T6" fmla="*/ 8 w 316"/>
                <a:gd name="T7" fmla="*/ 50 h 62"/>
                <a:gd name="T8" fmla="*/ 2 w 316"/>
                <a:gd name="T9" fmla="*/ 62 h 62"/>
                <a:gd name="T10" fmla="*/ 2 w 316"/>
                <a:gd name="T11" fmla="*/ 62 h 62"/>
                <a:gd name="T12" fmla="*/ 0 w 316"/>
                <a:gd name="T13" fmla="*/ 62 h 62"/>
                <a:gd name="T14" fmla="*/ 296 w 316"/>
                <a:gd name="T15" fmla="*/ 26 h 62"/>
                <a:gd name="T16" fmla="*/ 316 w 316"/>
                <a:gd name="T17" fmla="*/ 16 h 62"/>
                <a:gd name="T18" fmla="*/ 296 w 316"/>
                <a:gd name="T19" fmla="*/ 2 h 62"/>
                <a:gd name="T20" fmla="*/ 296 w 316"/>
                <a:gd name="T21"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6" h="62">
                  <a:moveTo>
                    <a:pt x="296" y="0"/>
                  </a:moveTo>
                  <a:lnTo>
                    <a:pt x="20" y="24"/>
                  </a:lnTo>
                  <a:lnTo>
                    <a:pt x="34" y="24"/>
                  </a:lnTo>
                  <a:lnTo>
                    <a:pt x="8" y="50"/>
                  </a:lnTo>
                  <a:lnTo>
                    <a:pt x="2" y="62"/>
                  </a:lnTo>
                  <a:lnTo>
                    <a:pt x="2" y="62"/>
                  </a:lnTo>
                  <a:lnTo>
                    <a:pt x="0" y="62"/>
                  </a:lnTo>
                  <a:lnTo>
                    <a:pt x="296" y="26"/>
                  </a:lnTo>
                  <a:lnTo>
                    <a:pt x="316" y="16"/>
                  </a:lnTo>
                  <a:lnTo>
                    <a:pt x="296" y="2"/>
                  </a:lnTo>
                  <a:lnTo>
                    <a:pt x="296" y="0"/>
                  </a:lnTo>
                  <a:close/>
                </a:path>
              </a:pathLst>
            </a:custGeom>
            <a:solidFill>
              <a:srgbClr val="DDC2A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1" name="Freeform 1371">
              <a:extLst>
                <a:ext uri="{FF2B5EF4-FFF2-40B4-BE49-F238E27FC236}">
                  <a16:creationId xmlns:a16="http://schemas.microsoft.com/office/drawing/2014/main" id="{526A110E-710A-4FCD-A19A-A5CD4B0BB392}"/>
                </a:ext>
              </a:extLst>
            </p:cNvPr>
            <p:cNvSpPr>
              <a:spLocks/>
            </p:cNvSpPr>
            <p:nvPr/>
          </p:nvSpPr>
          <p:spPr bwMode="auto">
            <a:xfrm>
              <a:off x="7088188" y="3233738"/>
              <a:ext cx="501650" cy="98425"/>
            </a:xfrm>
            <a:custGeom>
              <a:avLst/>
              <a:gdLst>
                <a:gd name="T0" fmla="*/ 296 w 316"/>
                <a:gd name="T1" fmla="*/ 0 h 62"/>
                <a:gd name="T2" fmla="*/ 20 w 316"/>
                <a:gd name="T3" fmla="*/ 24 h 62"/>
                <a:gd name="T4" fmla="*/ 34 w 316"/>
                <a:gd name="T5" fmla="*/ 24 h 62"/>
                <a:gd name="T6" fmla="*/ 8 w 316"/>
                <a:gd name="T7" fmla="*/ 50 h 62"/>
                <a:gd name="T8" fmla="*/ 2 w 316"/>
                <a:gd name="T9" fmla="*/ 62 h 62"/>
                <a:gd name="T10" fmla="*/ 2 w 316"/>
                <a:gd name="T11" fmla="*/ 62 h 62"/>
                <a:gd name="T12" fmla="*/ 0 w 316"/>
                <a:gd name="T13" fmla="*/ 62 h 62"/>
                <a:gd name="T14" fmla="*/ 296 w 316"/>
                <a:gd name="T15" fmla="*/ 26 h 62"/>
                <a:gd name="T16" fmla="*/ 316 w 316"/>
                <a:gd name="T17" fmla="*/ 16 h 62"/>
                <a:gd name="T18" fmla="*/ 296 w 316"/>
                <a:gd name="T19" fmla="*/ 2 h 62"/>
                <a:gd name="T20" fmla="*/ 296 w 316"/>
                <a:gd name="T21"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6" h="62">
                  <a:moveTo>
                    <a:pt x="296" y="0"/>
                  </a:moveTo>
                  <a:lnTo>
                    <a:pt x="20" y="24"/>
                  </a:lnTo>
                  <a:lnTo>
                    <a:pt x="34" y="24"/>
                  </a:lnTo>
                  <a:lnTo>
                    <a:pt x="8" y="50"/>
                  </a:lnTo>
                  <a:lnTo>
                    <a:pt x="2" y="62"/>
                  </a:lnTo>
                  <a:lnTo>
                    <a:pt x="2" y="62"/>
                  </a:lnTo>
                  <a:lnTo>
                    <a:pt x="0" y="62"/>
                  </a:lnTo>
                  <a:lnTo>
                    <a:pt x="296" y="26"/>
                  </a:lnTo>
                  <a:lnTo>
                    <a:pt x="316" y="16"/>
                  </a:lnTo>
                  <a:lnTo>
                    <a:pt x="296" y="2"/>
                  </a:lnTo>
                  <a:lnTo>
                    <a:pt x="29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2" name="Freeform 1372">
              <a:extLst>
                <a:ext uri="{FF2B5EF4-FFF2-40B4-BE49-F238E27FC236}">
                  <a16:creationId xmlns:a16="http://schemas.microsoft.com/office/drawing/2014/main" id="{A7473328-AC71-4B76-A84F-0319CD5EE164}"/>
                </a:ext>
              </a:extLst>
            </p:cNvPr>
            <p:cNvSpPr>
              <a:spLocks/>
            </p:cNvSpPr>
            <p:nvPr/>
          </p:nvSpPr>
          <p:spPr bwMode="auto">
            <a:xfrm>
              <a:off x="7278688" y="3354388"/>
              <a:ext cx="266700" cy="34925"/>
            </a:xfrm>
            <a:custGeom>
              <a:avLst/>
              <a:gdLst>
                <a:gd name="T0" fmla="*/ 164 w 168"/>
                <a:gd name="T1" fmla="*/ 0 h 22"/>
                <a:gd name="T2" fmla="*/ 0 w 168"/>
                <a:gd name="T3" fmla="*/ 18 h 22"/>
                <a:gd name="T4" fmla="*/ 42 w 168"/>
                <a:gd name="T5" fmla="*/ 22 h 22"/>
                <a:gd name="T6" fmla="*/ 168 w 168"/>
                <a:gd name="T7" fmla="*/ 2 h 22"/>
                <a:gd name="T8" fmla="*/ 162 w 168"/>
                <a:gd name="T9" fmla="*/ 0 h 22"/>
                <a:gd name="T10" fmla="*/ 164 w 168"/>
                <a:gd name="T11" fmla="*/ 0 h 22"/>
              </a:gdLst>
              <a:ahLst/>
              <a:cxnLst>
                <a:cxn ang="0">
                  <a:pos x="T0" y="T1"/>
                </a:cxn>
                <a:cxn ang="0">
                  <a:pos x="T2" y="T3"/>
                </a:cxn>
                <a:cxn ang="0">
                  <a:pos x="T4" y="T5"/>
                </a:cxn>
                <a:cxn ang="0">
                  <a:pos x="T6" y="T7"/>
                </a:cxn>
                <a:cxn ang="0">
                  <a:pos x="T8" y="T9"/>
                </a:cxn>
                <a:cxn ang="0">
                  <a:pos x="T10" y="T11"/>
                </a:cxn>
              </a:cxnLst>
              <a:rect l="0" t="0" r="r" b="b"/>
              <a:pathLst>
                <a:path w="168" h="22">
                  <a:moveTo>
                    <a:pt x="164" y="0"/>
                  </a:moveTo>
                  <a:lnTo>
                    <a:pt x="0" y="18"/>
                  </a:lnTo>
                  <a:lnTo>
                    <a:pt x="42" y="22"/>
                  </a:lnTo>
                  <a:lnTo>
                    <a:pt x="168" y="2"/>
                  </a:lnTo>
                  <a:lnTo>
                    <a:pt x="162" y="0"/>
                  </a:lnTo>
                  <a:lnTo>
                    <a:pt x="164" y="0"/>
                  </a:lnTo>
                  <a:close/>
                </a:path>
              </a:pathLst>
            </a:custGeom>
            <a:solidFill>
              <a:srgbClr val="DDC2A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3" name="Freeform 1373">
              <a:extLst>
                <a:ext uri="{FF2B5EF4-FFF2-40B4-BE49-F238E27FC236}">
                  <a16:creationId xmlns:a16="http://schemas.microsoft.com/office/drawing/2014/main" id="{CF3C902D-C163-4429-B791-CF907A0638BE}"/>
                </a:ext>
              </a:extLst>
            </p:cNvPr>
            <p:cNvSpPr>
              <a:spLocks/>
            </p:cNvSpPr>
            <p:nvPr/>
          </p:nvSpPr>
          <p:spPr bwMode="auto">
            <a:xfrm>
              <a:off x="7278688" y="3354388"/>
              <a:ext cx="266700" cy="34925"/>
            </a:xfrm>
            <a:custGeom>
              <a:avLst/>
              <a:gdLst>
                <a:gd name="T0" fmla="*/ 164 w 168"/>
                <a:gd name="T1" fmla="*/ 0 h 22"/>
                <a:gd name="T2" fmla="*/ 0 w 168"/>
                <a:gd name="T3" fmla="*/ 18 h 22"/>
                <a:gd name="T4" fmla="*/ 42 w 168"/>
                <a:gd name="T5" fmla="*/ 22 h 22"/>
                <a:gd name="T6" fmla="*/ 168 w 168"/>
                <a:gd name="T7" fmla="*/ 2 h 22"/>
                <a:gd name="T8" fmla="*/ 162 w 168"/>
                <a:gd name="T9" fmla="*/ 0 h 22"/>
                <a:gd name="T10" fmla="*/ 164 w 168"/>
                <a:gd name="T11" fmla="*/ 0 h 22"/>
              </a:gdLst>
              <a:ahLst/>
              <a:cxnLst>
                <a:cxn ang="0">
                  <a:pos x="T0" y="T1"/>
                </a:cxn>
                <a:cxn ang="0">
                  <a:pos x="T2" y="T3"/>
                </a:cxn>
                <a:cxn ang="0">
                  <a:pos x="T4" y="T5"/>
                </a:cxn>
                <a:cxn ang="0">
                  <a:pos x="T6" y="T7"/>
                </a:cxn>
                <a:cxn ang="0">
                  <a:pos x="T8" y="T9"/>
                </a:cxn>
                <a:cxn ang="0">
                  <a:pos x="T10" y="T11"/>
                </a:cxn>
              </a:cxnLst>
              <a:rect l="0" t="0" r="r" b="b"/>
              <a:pathLst>
                <a:path w="168" h="22">
                  <a:moveTo>
                    <a:pt x="164" y="0"/>
                  </a:moveTo>
                  <a:lnTo>
                    <a:pt x="0" y="18"/>
                  </a:lnTo>
                  <a:lnTo>
                    <a:pt x="42" y="22"/>
                  </a:lnTo>
                  <a:lnTo>
                    <a:pt x="168" y="2"/>
                  </a:lnTo>
                  <a:lnTo>
                    <a:pt x="162" y="0"/>
                  </a:lnTo>
                  <a:lnTo>
                    <a:pt x="16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4" name="Freeform 1374">
              <a:extLst>
                <a:ext uri="{FF2B5EF4-FFF2-40B4-BE49-F238E27FC236}">
                  <a16:creationId xmlns:a16="http://schemas.microsoft.com/office/drawing/2014/main" id="{AC0314B7-6F70-4D0A-AFA4-9877963E051A}"/>
                </a:ext>
              </a:extLst>
            </p:cNvPr>
            <p:cNvSpPr>
              <a:spLocks/>
            </p:cNvSpPr>
            <p:nvPr/>
          </p:nvSpPr>
          <p:spPr bwMode="auto">
            <a:xfrm>
              <a:off x="6523038" y="2979738"/>
              <a:ext cx="619125" cy="495300"/>
            </a:xfrm>
            <a:custGeom>
              <a:avLst/>
              <a:gdLst>
                <a:gd name="T0" fmla="*/ 6 w 390"/>
                <a:gd name="T1" fmla="*/ 312 h 312"/>
                <a:gd name="T2" fmla="*/ 14 w 390"/>
                <a:gd name="T3" fmla="*/ 278 h 312"/>
                <a:gd name="T4" fmla="*/ 4 w 390"/>
                <a:gd name="T5" fmla="*/ 258 h 312"/>
                <a:gd name="T6" fmla="*/ 30 w 390"/>
                <a:gd name="T7" fmla="*/ 240 h 312"/>
                <a:gd name="T8" fmla="*/ 16 w 390"/>
                <a:gd name="T9" fmla="*/ 226 h 312"/>
                <a:gd name="T10" fmla="*/ 0 w 390"/>
                <a:gd name="T11" fmla="*/ 208 h 312"/>
                <a:gd name="T12" fmla="*/ 16 w 390"/>
                <a:gd name="T13" fmla="*/ 190 h 312"/>
                <a:gd name="T14" fmla="*/ 26 w 390"/>
                <a:gd name="T15" fmla="*/ 168 h 312"/>
                <a:gd name="T16" fmla="*/ 22 w 390"/>
                <a:gd name="T17" fmla="*/ 144 h 312"/>
                <a:gd name="T18" fmla="*/ 4 w 390"/>
                <a:gd name="T19" fmla="*/ 128 h 312"/>
                <a:gd name="T20" fmla="*/ 28 w 390"/>
                <a:gd name="T21" fmla="*/ 94 h 312"/>
                <a:gd name="T22" fmla="*/ 14 w 390"/>
                <a:gd name="T23" fmla="*/ 72 h 312"/>
                <a:gd name="T24" fmla="*/ 32 w 390"/>
                <a:gd name="T25" fmla="*/ 62 h 312"/>
                <a:gd name="T26" fmla="*/ 30 w 390"/>
                <a:gd name="T27" fmla="*/ 22 h 312"/>
                <a:gd name="T28" fmla="*/ 4 w 390"/>
                <a:gd name="T29" fmla="*/ 8 h 312"/>
                <a:gd name="T30" fmla="*/ 34 w 390"/>
                <a:gd name="T31" fmla="*/ 0 h 312"/>
                <a:gd name="T32" fmla="*/ 356 w 390"/>
                <a:gd name="T33" fmla="*/ 44 h 312"/>
                <a:gd name="T34" fmla="*/ 372 w 390"/>
                <a:gd name="T35" fmla="*/ 62 h 312"/>
                <a:gd name="T36" fmla="*/ 354 w 390"/>
                <a:gd name="T37" fmla="*/ 76 h 312"/>
                <a:gd name="T38" fmla="*/ 366 w 390"/>
                <a:gd name="T39" fmla="*/ 88 h 312"/>
                <a:gd name="T40" fmla="*/ 356 w 390"/>
                <a:gd name="T41" fmla="*/ 102 h 312"/>
                <a:gd name="T42" fmla="*/ 364 w 390"/>
                <a:gd name="T43" fmla="*/ 132 h 312"/>
                <a:gd name="T44" fmla="*/ 384 w 390"/>
                <a:gd name="T45" fmla="*/ 152 h 312"/>
                <a:gd name="T46" fmla="*/ 362 w 390"/>
                <a:gd name="T47" fmla="*/ 154 h 312"/>
                <a:gd name="T48" fmla="*/ 364 w 390"/>
                <a:gd name="T49" fmla="*/ 184 h 312"/>
                <a:gd name="T50" fmla="*/ 390 w 390"/>
                <a:gd name="T51" fmla="*/ 184 h 312"/>
                <a:gd name="T52" fmla="*/ 364 w 390"/>
                <a:gd name="T53" fmla="*/ 210 h 312"/>
                <a:gd name="T54" fmla="*/ 356 w 390"/>
                <a:gd name="T55" fmla="*/ 226 h 312"/>
                <a:gd name="T56" fmla="*/ 360 w 390"/>
                <a:gd name="T57" fmla="*/ 240 h 312"/>
                <a:gd name="T58" fmla="*/ 364 w 390"/>
                <a:gd name="T59" fmla="*/ 268 h 312"/>
                <a:gd name="T60" fmla="*/ 380 w 390"/>
                <a:gd name="T61" fmla="*/ 286 h 312"/>
                <a:gd name="T62" fmla="*/ 368 w 390"/>
                <a:gd name="T63" fmla="*/ 310 h 312"/>
                <a:gd name="T64" fmla="*/ 6 w 390"/>
                <a:gd name="T65" fmla="*/ 312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90" h="312">
                  <a:moveTo>
                    <a:pt x="6" y="312"/>
                  </a:moveTo>
                  <a:lnTo>
                    <a:pt x="14" y="278"/>
                  </a:lnTo>
                  <a:lnTo>
                    <a:pt x="4" y="258"/>
                  </a:lnTo>
                  <a:lnTo>
                    <a:pt x="30" y="240"/>
                  </a:lnTo>
                  <a:lnTo>
                    <a:pt x="16" y="226"/>
                  </a:lnTo>
                  <a:lnTo>
                    <a:pt x="0" y="208"/>
                  </a:lnTo>
                  <a:lnTo>
                    <a:pt x="16" y="190"/>
                  </a:lnTo>
                  <a:lnTo>
                    <a:pt x="26" y="168"/>
                  </a:lnTo>
                  <a:lnTo>
                    <a:pt x="22" y="144"/>
                  </a:lnTo>
                  <a:lnTo>
                    <a:pt x="4" y="128"/>
                  </a:lnTo>
                  <a:lnTo>
                    <a:pt x="28" y="94"/>
                  </a:lnTo>
                  <a:lnTo>
                    <a:pt x="14" y="72"/>
                  </a:lnTo>
                  <a:lnTo>
                    <a:pt x="32" y="62"/>
                  </a:lnTo>
                  <a:lnTo>
                    <a:pt x="30" y="22"/>
                  </a:lnTo>
                  <a:lnTo>
                    <a:pt x="4" y="8"/>
                  </a:lnTo>
                  <a:lnTo>
                    <a:pt x="34" y="0"/>
                  </a:lnTo>
                  <a:lnTo>
                    <a:pt x="356" y="44"/>
                  </a:lnTo>
                  <a:lnTo>
                    <a:pt x="372" y="62"/>
                  </a:lnTo>
                  <a:lnTo>
                    <a:pt x="354" y="76"/>
                  </a:lnTo>
                  <a:lnTo>
                    <a:pt x="366" y="88"/>
                  </a:lnTo>
                  <a:lnTo>
                    <a:pt x="356" y="102"/>
                  </a:lnTo>
                  <a:lnTo>
                    <a:pt x="364" y="132"/>
                  </a:lnTo>
                  <a:lnTo>
                    <a:pt x="384" y="152"/>
                  </a:lnTo>
                  <a:lnTo>
                    <a:pt x="362" y="154"/>
                  </a:lnTo>
                  <a:lnTo>
                    <a:pt x="364" y="184"/>
                  </a:lnTo>
                  <a:lnTo>
                    <a:pt x="390" y="184"/>
                  </a:lnTo>
                  <a:lnTo>
                    <a:pt x="364" y="210"/>
                  </a:lnTo>
                  <a:lnTo>
                    <a:pt x="356" y="226"/>
                  </a:lnTo>
                  <a:lnTo>
                    <a:pt x="360" y="240"/>
                  </a:lnTo>
                  <a:lnTo>
                    <a:pt x="364" y="268"/>
                  </a:lnTo>
                  <a:lnTo>
                    <a:pt x="380" y="286"/>
                  </a:lnTo>
                  <a:lnTo>
                    <a:pt x="368" y="310"/>
                  </a:lnTo>
                  <a:lnTo>
                    <a:pt x="6" y="312"/>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5" name="Freeform 1375">
              <a:extLst>
                <a:ext uri="{FF2B5EF4-FFF2-40B4-BE49-F238E27FC236}">
                  <a16:creationId xmlns:a16="http://schemas.microsoft.com/office/drawing/2014/main" id="{56CE02D5-1651-420F-B8C1-21B4C3701EF2}"/>
                </a:ext>
              </a:extLst>
            </p:cNvPr>
            <p:cNvSpPr>
              <a:spLocks/>
            </p:cNvSpPr>
            <p:nvPr/>
          </p:nvSpPr>
          <p:spPr bwMode="auto">
            <a:xfrm>
              <a:off x="6523038" y="2979738"/>
              <a:ext cx="619125" cy="495300"/>
            </a:xfrm>
            <a:custGeom>
              <a:avLst/>
              <a:gdLst>
                <a:gd name="T0" fmla="*/ 6 w 390"/>
                <a:gd name="T1" fmla="*/ 312 h 312"/>
                <a:gd name="T2" fmla="*/ 14 w 390"/>
                <a:gd name="T3" fmla="*/ 278 h 312"/>
                <a:gd name="T4" fmla="*/ 4 w 390"/>
                <a:gd name="T5" fmla="*/ 258 h 312"/>
                <a:gd name="T6" fmla="*/ 30 w 390"/>
                <a:gd name="T7" fmla="*/ 240 h 312"/>
                <a:gd name="T8" fmla="*/ 16 w 390"/>
                <a:gd name="T9" fmla="*/ 226 h 312"/>
                <a:gd name="T10" fmla="*/ 0 w 390"/>
                <a:gd name="T11" fmla="*/ 208 h 312"/>
                <a:gd name="T12" fmla="*/ 16 w 390"/>
                <a:gd name="T13" fmla="*/ 190 h 312"/>
                <a:gd name="T14" fmla="*/ 26 w 390"/>
                <a:gd name="T15" fmla="*/ 168 h 312"/>
                <a:gd name="T16" fmla="*/ 22 w 390"/>
                <a:gd name="T17" fmla="*/ 144 h 312"/>
                <a:gd name="T18" fmla="*/ 4 w 390"/>
                <a:gd name="T19" fmla="*/ 128 h 312"/>
                <a:gd name="T20" fmla="*/ 28 w 390"/>
                <a:gd name="T21" fmla="*/ 94 h 312"/>
                <a:gd name="T22" fmla="*/ 14 w 390"/>
                <a:gd name="T23" fmla="*/ 72 h 312"/>
                <a:gd name="T24" fmla="*/ 32 w 390"/>
                <a:gd name="T25" fmla="*/ 62 h 312"/>
                <a:gd name="T26" fmla="*/ 30 w 390"/>
                <a:gd name="T27" fmla="*/ 22 h 312"/>
                <a:gd name="T28" fmla="*/ 4 w 390"/>
                <a:gd name="T29" fmla="*/ 8 h 312"/>
                <a:gd name="T30" fmla="*/ 34 w 390"/>
                <a:gd name="T31" fmla="*/ 0 h 312"/>
                <a:gd name="T32" fmla="*/ 356 w 390"/>
                <a:gd name="T33" fmla="*/ 44 h 312"/>
                <a:gd name="T34" fmla="*/ 372 w 390"/>
                <a:gd name="T35" fmla="*/ 62 h 312"/>
                <a:gd name="T36" fmla="*/ 354 w 390"/>
                <a:gd name="T37" fmla="*/ 76 h 312"/>
                <a:gd name="T38" fmla="*/ 366 w 390"/>
                <a:gd name="T39" fmla="*/ 88 h 312"/>
                <a:gd name="T40" fmla="*/ 356 w 390"/>
                <a:gd name="T41" fmla="*/ 102 h 312"/>
                <a:gd name="T42" fmla="*/ 364 w 390"/>
                <a:gd name="T43" fmla="*/ 132 h 312"/>
                <a:gd name="T44" fmla="*/ 384 w 390"/>
                <a:gd name="T45" fmla="*/ 152 h 312"/>
                <a:gd name="T46" fmla="*/ 362 w 390"/>
                <a:gd name="T47" fmla="*/ 154 h 312"/>
                <a:gd name="T48" fmla="*/ 364 w 390"/>
                <a:gd name="T49" fmla="*/ 184 h 312"/>
                <a:gd name="T50" fmla="*/ 390 w 390"/>
                <a:gd name="T51" fmla="*/ 184 h 312"/>
                <a:gd name="T52" fmla="*/ 364 w 390"/>
                <a:gd name="T53" fmla="*/ 210 h 312"/>
                <a:gd name="T54" fmla="*/ 356 w 390"/>
                <a:gd name="T55" fmla="*/ 226 h 312"/>
                <a:gd name="T56" fmla="*/ 360 w 390"/>
                <a:gd name="T57" fmla="*/ 240 h 312"/>
                <a:gd name="T58" fmla="*/ 364 w 390"/>
                <a:gd name="T59" fmla="*/ 268 h 312"/>
                <a:gd name="T60" fmla="*/ 380 w 390"/>
                <a:gd name="T61" fmla="*/ 286 h 312"/>
                <a:gd name="T62" fmla="*/ 368 w 390"/>
                <a:gd name="T63" fmla="*/ 310 h 312"/>
                <a:gd name="T64" fmla="*/ 6 w 390"/>
                <a:gd name="T65" fmla="*/ 312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90" h="312">
                  <a:moveTo>
                    <a:pt x="6" y="312"/>
                  </a:moveTo>
                  <a:lnTo>
                    <a:pt x="14" y="278"/>
                  </a:lnTo>
                  <a:lnTo>
                    <a:pt x="4" y="258"/>
                  </a:lnTo>
                  <a:lnTo>
                    <a:pt x="30" y="240"/>
                  </a:lnTo>
                  <a:lnTo>
                    <a:pt x="16" y="226"/>
                  </a:lnTo>
                  <a:lnTo>
                    <a:pt x="0" y="208"/>
                  </a:lnTo>
                  <a:lnTo>
                    <a:pt x="16" y="190"/>
                  </a:lnTo>
                  <a:lnTo>
                    <a:pt x="26" y="168"/>
                  </a:lnTo>
                  <a:lnTo>
                    <a:pt x="22" y="144"/>
                  </a:lnTo>
                  <a:lnTo>
                    <a:pt x="4" y="128"/>
                  </a:lnTo>
                  <a:lnTo>
                    <a:pt x="28" y="94"/>
                  </a:lnTo>
                  <a:lnTo>
                    <a:pt x="14" y="72"/>
                  </a:lnTo>
                  <a:lnTo>
                    <a:pt x="32" y="62"/>
                  </a:lnTo>
                  <a:lnTo>
                    <a:pt x="30" y="22"/>
                  </a:lnTo>
                  <a:lnTo>
                    <a:pt x="4" y="8"/>
                  </a:lnTo>
                  <a:lnTo>
                    <a:pt x="34" y="0"/>
                  </a:lnTo>
                  <a:lnTo>
                    <a:pt x="356" y="44"/>
                  </a:lnTo>
                  <a:lnTo>
                    <a:pt x="372" y="62"/>
                  </a:lnTo>
                  <a:lnTo>
                    <a:pt x="354" y="76"/>
                  </a:lnTo>
                  <a:lnTo>
                    <a:pt x="366" y="88"/>
                  </a:lnTo>
                  <a:lnTo>
                    <a:pt x="356" y="102"/>
                  </a:lnTo>
                  <a:lnTo>
                    <a:pt x="364" y="132"/>
                  </a:lnTo>
                  <a:lnTo>
                    <a:pt x="384" y="152"/>
                  </a:lnTo>
                  <a:lnTo>
                    <a:pt x="362" y="154"/>
                  </a:lnTo>
                  <a:lnTo>
                    <a:pt x="364" y="184"/>
                  </a:lnTo>
                  <a:lnTo>
                    <a:pt x="390" y="184"/>
                  </a:lnTo>
                  <a:lnTo>
                    <a:pt x="364" y="210"/>
                  </a:lnTo>
                  <a:lnTo>
                    <a:pt x="356" y="226"/>
                  </a:lnTo>
                  <a:lnTo>
                    <a:pt x="360" y="240"/>
                  </a:lnTo>
                  <a:lnTo>
                    <a:pt x="364" y="268"/>
                  </a:lnTo>
                  <a:lnTo>
                    <a:pt x="380" y="286"/>
                  </a:lnTo>
                  <a:lnTo>
                    <a:pt x="368" y="310"/>
                  </a:lnTo>
                  <a:lnTo>
                    <a:pt x="6" y="31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6" name="Freeform 1376">
              <a:extLst>
                <a:ext uri="{FF2B5EF4-FFF2-40B4-BE49-F238E27FC236}">
                  <a16:creationId xmlns:a16="http://schemas.microsoft.com/office/drawing/2014/main" id="{3192D913-E116-408D-ADE1-04B96963DFAC}"/>
                </a:ext>
              </a:extLst>
            </p:cNvPr>
            <p:cNvSpPr>
              <a:spLocks/>
            </p:cNvSpPr>
            <p:nvPr/>
          </p:nvSpPr>
          <p:spPr bwMode="auto">
            <a:xfrm>
              <a:off x="6523038" y="2979738"/>
              <a:ext cx="619125" cy="495300"/>
            </a:xfrm>
            <a:custGeom>
              <a:avLst/>
              <a:gdLst>
                <a:gd name="T0" fmla="*/ 6 w 390"/>
                <a:gd name="T1" fmla="*/ 312 h 312"/>
                <a:gd name="T2" fmla="*/ 14 w 390"/>
                <a:gd name="T3" fmla="*/ 278 h 312"/>
                <a:gd name="T4" fmla="*/ 4 w 390"/>
                <a:gd name="T5" fmla="*/ 258 h 312"/>
                <a:gd name="T6" fmla="*/ 30 w 390"/>
                <a:gd name="T7" fmla="*/ 240 h 312"/>
                <a:gd name="T8" fmla="*/ 16 w 390"/>
                <a:gd name="T9" fmla="*/ 226 h 312"/>
                <a:gd name="T10" fmla="*/ 0 w 390"/>
                <a:gd name="T11" fmla="*/ 208 h 312"/>
                <a:gd name="T12" fmla="*/ 16 w 390"/>
                <a:gd name="T13" fmla="*/ 190 h 312"/>
                <a:gd name="T14" fmla="*/ 26 w 390"/>
                <a:gd name="T15" fmla="*/ 168 h 312"/>
                <a:gd name="T16" fmla="*/ 22 w 390"/>
                <a:gd name="T17" fmla="*/ 144 h 312"/>
                <a:gd name="T18" fmla="*/ 4 w 390"/>
                <a:gd name="T19" fmla="*/ 128 h 312"/>
                <a:gd name="T20" fmla="*/ 28 w 390"/>
                <a:gd name="T21" fmla="*/ 94 h 312"/>
                <a:gd name="T22" fmla="*/ 14 w 390"/>
                <a:gd name="T23" fmla="*/ 72 h 312"/>
                <a:gd name="T24" fmla="*/ 32 w 390"/>
                <a:gd name="T25" fmla="*/ 62 h 312"/>
                <a:gd name="T26" fmla="*/ 30 w 390"/>
                <a:gd name="T27" fmla="*/ 22 h 312"/>
                <a:gd name="T28" fmla="*/ 4 w 390"/>
                <a:gd name="T29" fmla="*/ 8 h 312"/>
                <a:gd name="T30" fmla="*/ 34 w 390"/>
                <a:gd name="T31" fmla="*/ 0 h 312"/>
                <a:gd name="T32" fmla="*/ 356 w 390"/>
                <a:gd name="T33" fmla="*/ 44 h 312"/>
                <a:gd name="T34" fmla="*/ 372 w 390"/>
                <a:gd name="T35" fmla="*/ 62 h 312"/>
                <a:gd name="T36" fmla="*/ 354 w 390"/>
                <a:gd name="T37" fmla="*/ 76 h 312"/>
                <a:gd name="T38" fmla="*/ 366 w 390"/>
                <a:gd name="T39" fmla="*/ 88 h 312"/>
                <a:gd name="T40" fmla="*/ 356 w 390"/>
                <a:gd name="T41" fmla="*/ 102 h 312"/>
                <a:gd name="T42" fmla="*/ 364 w 390"/>
                <a:gd name="T43" fmla="*/ 132 h 312"/>
                <a:gd name="T44" fmla="*/ 384 w 390"/>
                <a:gd name="T45" fmla="*/ 152 h 312"/>
                <a:gd name="T46" fmla="*/ 362 w 390"/>
                <a:gd name="T47" fmla="*/ 154 h 312"/>
                <a:gd name="T48" fmla="*/ 364 w 390"/>
                <a:gd name="T49" fmla="*/ 184 h 312"/>
                <a:gd name="T50" fmla="*/ 390 w 390"/>
                <a:gd name="T51" fmla="*/ 184 h 312"/>
                <a:gd name="T52" fmla="*/ 364 w 390"/>
                <a:gd name="T53" fmla="*/ 210 h 312"/>
                <a:gd name="T54" fmla="*/ 356 w 390"/>
                <a:gd name="T55" fmla="*/ 226 h 312"/>
                <a:gd name="T56" fmla="*/ 360 w 390"/>
                <a:gd name="T57" fmla="*/ 240 h 312"/>
                <a:gd name="T58" fmla="*/ 364 w 390"/>
                <a:gd name="T59" fmla="*/ 268 h 312"/>
                <a:gd name="T60" fmla="*/ 380 w 390"/>
                <a:gd name="T61" fmla="*/ 286 h 312"/>
                <a:gd name="T62" fmla="*/ 368 w 390"/>
                <a:gd name="T63" fmla="*/ 310 h 312"/>
                <a:gd name="T64" fmla="*/ 6 w 390"/>
                <a:gd name="T65" fmla="*/ 312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90" h="312">
                  <a:moveTo>
                    <a:pt x="6" y="312"/>
                  </a:moveTo>
                  <a:lnTo>
                    <a:pt x="14" y="278"/>
                  </a:lnTo>
                  <a:lnTo>
                    <a:pt x="4" y="258"/>
                  </a:lnTo>
                  <a:lnTo>
                    <a:pt x="30" y="240"/>
                  </a:lnTo>
                  <a:lnTo>
                    <a:pt x="16" y="226"/>
                  </a:lnTo>
                  <a:lnTo>
                    <a:pt x="0" y="208"/>
                  </a:lnTo>
                  <a:lnTo>
                    <a:pt x="16" y="190"/>
                  </a:lnTo>
                  <a:lnTo>
                    <a:pt x="26" y="168"/>
                  </a:lnTo>
                  <a:lnTo>
                    <a:pt x="22" y="144"/>
                  </a:lnTo>
                  <a:lnTo>
                    <a:pt x="4" y="128"/>
                  </a:lnTo>
                  <a:lnTo>
                    <a:pt x="28" y="94"/>
                  </a:lnTo>
                  <a:lnTo>
                    <a:pt x="14" y="72"/>
                  </a:lnTo>
                  <a:lnTo>
                    <a:pt x="32" y="62"/>
                  </a:lnTo>
                  <a:lnTo>
                    <a:pt x="30" y="22"/>
                  </a:lnTo>
                  <a:lnTo>
                    <a:pt x="4" y="8"/>
                  </a:lnTo>
                  <a:lnTo>
                    <a:pt x="34" y="0"/>
                  </a:lnTo>
                  <a:lnTo>
                    <a:pt x="356" y="44"/>
                  </a:lnTo>
                  <a:lnTo>
                    <a:pt x="372" y="62"/>
                  </a:lnTo>
                  <a:lnTo>
                    <a:pt x="354" y="76"/>
                  </a:lnTo>
                  <a:lnTo>
                    <a:pt x="366" y="88"/>
                  </a:lnTo>
                  <a:lnTo>
                    <a:pt x="356" y="102"/>
                  </a:lnTo>
                  <a:lnTo>
                    <a:pt x="364" y="132"/>
                  </a:lnTo>
                  <a:lnTo>
                    <a:pt x="384" y="152"/>
                  </a:lnTo>
                  <a:lnTo>
                    <a:pt x="362" y="154"/>
                  </a:lnTo>
                  <a:lnTo>
                    <a:pt x="364" y="184"/>
                  </a:lnTo>
                  <a:lnTo>
                    <a:pt x="390" y="184"/>
                  </a:lnTo>
                  <a:lnTo>
                    <a:pt x="364" y="210"/>
                  </a:lnTo>
                  <a:lnTo>
                    <a:pt x="356" y="226"/>
                  </a:lnTo>
                  <a:lnTo>
                    <a:pt x="360" y="240"/>
                  </a:lnTo>
                  <a:lnTo>
                    <a:pt x="364" y="268"/>
                  </a:lnTo>
                  <a:lnTo>
                    <a:pt x="380" y="286"/>
                  </a:lnTo>
                  <a:lnTo>
                    <a:pt x="368" y="310"/>
                  </a:lnTo>
                  <a:lnTo>
                    <a:pt x="6" y="312"/>
                  </a:lnTo>
                  <a:close/>
                </a:path>
              </a:pathLst>
            </a:custGeom>
            <a:solidFill>
              <a:srgbClr val="DBCC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7" name="Freeform 1377">
              <a:extLst>
                <a:ext uri="{FF2B5EF4-FFF2-40B4-BE49-F238E27FC236}">
                  <a16:creationId xmlns:a16="http://schemas.microsoft.com/office/drawing/2014/main" id="{894F1487-46EE-4B2E-A35C-3B677ABD5C2F}"/>
                </a:ext>
              </a:extLst>
            </p:cNvPr>
            <p:cNvSpPr>
              <a:spLocks/>
            </p:cNvSpPr>
            <p:nvPr/>
          </p:nvSpPr>
          <p:spPr bwMode="auto">
            <a:xfrm>
              <a:off x="6523038" y="2979738"/>
              <a:ext cx="619125" cy="495300"/>
            </a:xfrm>
            <a:custGeom>
              <a:avLst/>
              <a:gdLst>
                <a:gd name="T0" fmla="*/ 6 w 390"/>
                <a:gd name="T1" fmla="*/ 312 h 312"/>
                <a:gd name="T2" fmla="*/ 14 w 390"/>
                <a:gd name="T3" fmla="*/ 278 h 312"/>
                <a:gd name="T4" fmla="*/ 4 w 390"/>
                <a:gd name="T5" fmla="*/ 258 h 312"/>
                <a:gd name="T6" fmla="*/ 30 w 390"/>
                <a:gd name="T7" fmla="*/ 240 h 312"/>
                <a:gd name="T8" fmla="*/ 16 w 390"/>
                <a:gd name="T9" fmla="*/ 226 h 312"/>
                <a:gd name="T10" fmla="*/ 0 w 390"/>
                <a:gd name="T11" fmla="*/ 208 h 312"/>
                <a:gd name="T12" fmla="*/ 16 w 390"/>
                <a:gd name="T13" fmla="*/ 190 h 312"/>
                <a:gd name="T14" fmla="*/ 26 w 390"/>
                <a:gd name="T15" fmla="*/ 168 h 312"/>
                <a:gd name="T16" fmla="*/ 22 w 390"/>
                <a:gd name="T17" fmla="*/ 144 h 312"/>
                <a:gd name="T18" fmla="*/ 4 w 390"/>
                <a:gd name="T19" fmla="*/ 128 h 312"/>
                <a:gd name="T20" fmla="*/ 28 w 390"/>
                <a:gd name="T21" fmla="*/ 94 h 312"/>
                <a:gd name="T22" fmla="*/ 14 w 390"/>
                <a:gd name="T23" fmla="*/ 72 h 312"/>
                <a:gd name="T24" fmla="*/ 32 w 390"/>
                <a:gd name="T25" fmla="*/ 62 h 312"/>
                <a:gd name="T26" fmla="*/ 30 w 390"/>
                <a:gd name="T27" fmla="*/ 22 h 312"/>
                <a:gd name="T28" fmla="*/ 4 w 390"/>
                <a:gd name="T29" fmla="*/ 8 h 312"/>
                <a:gd name="T30" fmla="*/ 34 w 390"/>
                <a:gd name="T31" fmla="*/ 0 h 312"/>
                <a:gd name="T32" fmla="*/ 356 w 390"/>
                <a:gd name="T33" fmla="*/ 44 h 312"/>
                <a:gd name="T34" fmla="*/ 372 w 390"/>
                <a:gd name="T35" fmla="*/ 62 h 312"/>
                <a:gd name="T36" fmla="*/ 354 w 390"/>
                <a:gd name="T37" fmla="*/ 76 h 312"/>
                <a:gd name="T38" fmla="*/ 366 w 390"/>
                <a:gd name="T39" fmla="*/ 88 h 312"/>
                <a:gd name="T40" fmla="*/ 356 w 390"/>
                <a:gd name="T41" fmla="*/ 102 h 312"/>
                <a:gd name="T42" fmla="*/ 364 w 390"/>
                <a:gd name="T43" fmla="*/ 132 h 312"/>
                <a:gd name="T44" fmla="*/ 384 w 390"/>
                <a:gd name="T45" fmla="*/ 152 h 312"/>
                <a:gd name="T46" fmla="*/ 362 w 390"/>
                <a:gd name="T47" fmla="*/ 154 h 312"/>
                <a:gd name="T48" fmla="*/ 364 w 390"/>
                <a:gd name="T49" fmla="*/ 184 h 312"/>
                <a:gd name="T50" fmla="*/ 390 w 390"/>
                <a:gd name="T51" fmla="*/ 184 h 312"/>
                <a:gd name="T52" fmla="*/ 364 w 390"/>
                <a:gd name="T53" fmla="*/ 210 h 312"/>
                <a:gd name="T54" fmla="*/ 356 w 390"/>
                <a:gd name="T55" fmla="*/ 226 h 312"/>
                <a:gd name="T56" fmla="*/ 360 w 390"/>
                <a:gd name="T57" fmla="*/ 240 h 312"/>
                <a:gd name="T58" fmla="*/ 364 w 390"/>
                <a:gd name="T59" fmla="*/ 268 h 312"/>
                <a:gd name="T60" fmla="*/ 380 w 390"/>
                <a:gd name="T61" fmla="*/ 286 h 312"/>
                <a:gd name="T62" fmla="*/ 368 w 390"/>
                <a:gd name="T63" fmla="*/ 310 h 312"/>
                <a:gd name="T64" fmla="*/ 6 w 390"/>
                <a:gd name="T65" fmla="*/ 312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90" h="312">
                  <a:moveTo>
                    <a:pt x="6" y="312"/>
                  </a:moveTo>
                  <a:lnTo>
                    <a:pt x="14" y="278"/>
                  </a:lnTo>
                  <a:lnTo>
                    <a:pt x="4" y="258"/>
                  </a:lnTo>
                  <a:lnTo>
                    <a:pt x="30" y="240"/>
                  </a:lnTo>
                  <a:lnTo>
                    <a:pt x="16" y="226"/>
                  </a:lnTo>
                  <a:lnTo>
                    <a:pt x="0" y="208"/>
                  </a:lnTo>
                  <a:lnTo>
                    <a:pt x="16" y="190"/>
                  </a:lnTo>
                  <a:lnTo>
                    <a:pt x="26" y="168"/>
                  </a:lnTo>
                  <a:lnTo>
                    <a:pt x="22" y="144"/>
                  </a:lnTo>
                  <a:lnTo>
                    <a:pt x="4" y="128"/>
                  </a:lnTo>
                  <a:lnTo>
                    <a:pt x="28" y="94"/>
                  </a:lnTo>
                  <a:lnTo>
                    <a:pt x="14" y="72"/>
                  </a:lnTo>
                  <a:lnTo>
                    <a:pt x="32" y="62"/>
                  </a:lnTo>
                  <a:lnTo>
                    <a:pt x="30" y="22"/>
                  </a:lnTo>
                  <a:lnTo>
                    <a:pt x="4" y="8"/>
                  </a:lnTo>
                  <a:lnTo>
                    <a:pt x="34" y="0"/>
                  </a:lnTo>
                  <a:lnTo>
                    <a:pt x="356" y="44"/>
                  </a:lnTo>
                  <a:lnTo>
                    <a:pt x="372" y="62"/>
                  </a:lnTo>
                  <a:lnTo>
                    <a:pt x="354" y="76"/>
                  </a:lnTo>
                  <a:lnTo>
                    <a:pt x="366" y="88"/>
                  </a:lnTo>
                  <a:lnTo>
                    <a:pt x="356" y="102"/>
                  </a:lnTo>
                  <a:lnTo>
                    <a:pt x="364" y="132"/>
                  </a:lnTo>
                  <a:lnTo>
                    <a:pt x="384" y="152"/>
                  </a:lnTo>
                  <a:lnTo>
                    <a:pt x="362" y="154"/>
                  </a:lnTo>
                  <a:lnTo>
                    <a:pt x="364" y="184"/>
                  </a:lnTo>
                  <a:lnTo>
                    <a:pt x="390" y="184"/>
                  </a:lnTo>
                  <a:lnTo>
                    <a:pt x="364" y="210"/>
                  </a:lnTo>
                  <a:lnTo>
                    <a:pt x="356" y="226"/>
                  </a:lnTo>
                  <a:lnTo>
                    <a:pt x="360" y="240"/>
                  </a:lnTo>
                  <a:lnTo>
                    <a:pt x="364" y="268"/>
                  </a:lnTo>
                  <a:lnTo>
                    <a:pt x="380" y="286"/>
                  </a:lnTo>
                  <a:lnTo>
                    <a:pt x="368" y="310"/>
                  </a:lnTo>
                  <a:lnTo>
                    <a:pt x="6" y="31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8" name="Freeform 1378">
              <a:extLst>
                <a:ext uri="{FF2B5EF4-FFF2-40B4-BE49-F238E27FC236}">
                  <a16:creationId xmlns:a16="http://schemas.microsoft.com/office/drawing/2014/main" id="{B8506BD3-A64A-40DC-97B2-A06E7CF0FAB9}"/>
                </a:ext>
              </a:extLst>
            </p:cNvPr>
            <p:cNvSpPr>
              <a:spLocks/>
            </p:cNvSpPr>
            <p:nvPr/>
          </p:nvSpPr>
          <p:spPr bwMode="auto">
            <a:xfrm>
              <a:off x="7085013" y="3100388"/>
              <a:ext cx="3175" cy="0"/>
            </a:xfrm>
            <a:custGeom>
              <a:avLst/>
              <a:gdLst>
                <a:gd name="T0" fmla="*/ 2 w 2"/>
                <a:gd name="T1" fmla="*/ 0 w 2"/>
                <a:gd name="T2" fmla="*/ 2 w 2"/>
              </a:gdLst>
              <a:ahLst/>
              <a:cxnLst>
                <a:cxn ang="0">
                  <a:pos x="T0" y="0"/>
                </a:cxn>
                <a:cxn ang="0">
                  <a:pos x="T1" y="0"/>
                </a:cxn>
                <a:cxn ang="0">
                  <a:pos x="T2" y="0"/>
                </a:cxn>
              </a:cxnLst>
              <a:rect l="0" t="0" r="r" b="b"/>
              <a:pathLst>
                <a:path w="2">
                  <a:moveTo>
                    <a:pt x="2" y="0"/>
                  </a:moveTo>
                  <a:lnTo>
                    <a:pt x="0" y="0"/>
                  </a:lnTo>
                  <a:lnTo>
                    <a:pt x="2" y="0"/>
                  </a:lnTo>
                  <a:close/>
                </a:path>
              </a:pathLst>
            </a:custGeom>
            <a:solidFill>
              <a:srgbClr val="DDC2A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9" name="Freeform 1379">
              <a:extLst>
                <a:ext uri="{FF2B5EF4-FFF2-40B4-BE49-F238E27FC236}">
                  <a16:creationId xmlns:a16="http://schemas.microsoft.com/office/drawing/2014/main" id="{B89D5441-CA65-4F30-8544-E6DE961A21DE}"/>
                </a:ext>
              </a:extLst>
            </p:cNvPr>
            <p:cNvSpPr>
              <a:spLocks/>
            </p:cNvSpPr>
            <p:nvPr/>
          </p:nvSpPr>
          <p:spPr bwMode="auto">
            <a:xfrm>
              <a:off x="7085013" y="3100388"/>
              <a:ext cx="3175" cy="0"/>
            </a:xfrm>
            <a:custGeom>
              <a:avLst/>
              <a:gdLst>
                <a:gd name="T0" fmla="*/ 2 w 2"/>
                <a:gd name="T1" fmla="*/ 0 w 2"/>
                <a:gd name="T2" fmla="*/ 2 w 2"/>
              </a:gdLst>
              <a:ahLst/>
              <a:cxnLst>
                <a:cxn ang="0">
                  <a:pos x="T0" y="0"/>
                </a:cxn>
                <a:cxn ang="0">
                  <a:pos x="T1" y="0"/>
                </a:cxn>
                <a:cxn ang="0">
                  <a:pos x="T2" y="0"/>
                </a:cxn>
              </a:cxnLst>
              <a:rect l="0" t="0" r="r" b="b"/>
              <a:pathLst>
                <a:path w="2">
                  <a:moveTo>
                    <a:pt x="2" y="0"/>
                  </a:moveTo>
                  <a:lnTo>
                    <a:pt x="0" y="0"/>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0" name="Freeform 1380">
              <a:extLst>
                <a:ext uri="{FF2B5EF4-FFF2-40B4-BE49-F238E27FC236}">
                  <a16:creationId xmlns:a16="http://schemas.microsoft.com/office/drawing/2014/main" id="{6EEB18C8-EF93-4B60-B65A-3A1EFC29CC31}"/>
                </a:ext>
              </a:extLst>
            </p:cNvPr>
            <p:cNvSpPr>
              <a:spLocks/>
            </p:cNvSpPr>
            <p:nvPr/>
          </p:nvSpPr>
          <p:spPr bwMode="auto">
            <a:xfrm>
              <a:off x="6570663" y="3014663"/>
              <a:ext cx="533400" cy="130175"/>
            </a:xfrm>
            <a:custGeom>
              <a:avLst/>
              <a:gdLst>
                <a:gd name="T0" fmla="*/ 0 w 336"/>
                <a:gd name="T1" fmla="*/ 0 h 82"/>
                <a:gd name="T2" fmla="*/ 2 w 336"/>
                <a:gd name="T3" fmla="*/ 40 h 82"/>
                <a:gd name="T4" fmla="*/ 326 w 336"/>
                <a:gd name="T5" fmla="*/ 82 h 82"/>
                <a:gd name="T6" fmla="*/ 326 w 336"/>
                <a:gd name="T7" fmla="*/ 80 h 82"/>
                <a:gd name="T8" fmla="*/ 336 w 336"/>
                <a:gd name="T9" fmla="*/ 66 h 82"/>
                <a:gd name="T10" fmla="*/ 324 w 336"/>
                <a:gd name="T11" fmla="*/ 54 h 82"/>
                <a:gd name="T12" fmla="*/ 326 w 336"/>
                <a:gd name="T13" fmla="*/ 54 h 82"/>
                <a:gd name="T14" fmla="*/ 0 w 336"/>
                <a:gd name="T15" fmla="*/ 0 h 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6" h="82">
                  <a:moveTo>
                    <a:pt x="0" y="0"/>
                  </a:moveTo>
                  <a:lnTo>
                    <a:pt x="2" y="40"/>
                  </a:lnTo>
                  <a:lnTo>
                    <a:pt x="326" y="82"/>
                  </a:lnTo>
                  <a:lnTo>
                    <a:pt x="326" y="80"/>
                  </a:lnTo>
                  <a:lnTo>
                    <a:pt x="336" y="66"/>
                  </a:lnTo>
                  <a:lnTo>
                    <a:pt x="324" y="54"/>
                  </a:lnTo>
                  <a:lnTo>
                    <a:pt x="326" y="54"/>
                  </a:lnTo>
                  <a:lnTo>
                    <a:pt x="0" y="0"/>
                  </a:lnTo>
                  <a:close/>
                </a:path>
              </a:pathLst>
            </a:custGeom>
            <a:solidFill>
              <a:srgbClr val="C6AC9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1" name="Freeform 1381">
              <a:extLst>
                <a:ext uri="{FF2B5EF4-FFF2-40B4-BE49-F238E27FC236}">
                  <a16:creationId xmlns:a16="http://schemas.microsoft.com/office/drawing/2014/main" id="{F2C744E5-20E2-4B31-8ED8-357F657D5E71}"/>
                </a:ext>
              </a:extLst>
            </p:cNvPr>
            <p:cNvSpPr>
              <a:spLocks/>
            </p:cNvSpPr>
            <p:nvPr/>
          </p:nvSpPr>
          <p:spPr bwMode="auto">
            <a:xfrm>
              <a:off x="6570663" y="3014663"/>
              <a:ext cx="533400" cy="130175"/>
            </a:xfrm>
            <a:custGeom>
              <a:avLst/>
              <a:gdLst>
                <a:gd name="T0" fmla="*/ 0 w 336"/>
                <a:gd name="T1" fmla="*/ 0 h 82"/>
                <a:gd name="T2" fmla="*/ 2 w 336"/>
                <a:gd name="T3" fmla="*/ 40 h 82"/>
                <a:gd name="T4" fmla="*/ 326 w 336"/>
                <a:gd name="T5" fmla="*/ 82 h 82"/>
                <a:gd name="T6" fmla="*/ 326 w 336"/>
                <a:gd name="T7" fmla="*/ 80 h 82"/>
                <a:gd name="T8" fmla="*/ 336 w 336"/>
                <a:gd name="T9" fmla="*/ 66 h 82"/>
                <a:gd name="T10" fmla="*/ 324 w 336"/>
                <a:gd name="T11" fmla="*/ 54 h 82"/>
                <a:gd name="T12" fmla="*/ 326 w 336"/>
                <a:gd name="T13" fmla="*/ 54 h 82"/>
                <a:gd name="T14" fmla="*/ 0 w 336"/>
                <a:gd name="T15" fmla="*/ 0 h 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6" h="82">
                  <a:moveTo>
                    <a:pt x="0" y="0"/>
                  </a:moveTo>
                  <a:lnTo>
                    <a:pt x="2" y="40"/>
                  </a:lnTo>
                  <a:lnTo>
                    <a:pt x="326" y="82"/>
                  </a:lnTo>
                  <a:lnTo>
                    <a:pt x="326" y="80"/>
                  </a:lnTo>
                  <a:lnTo>
                    <a:pt x="336" y="66"/>
                  </a:lnTo>
                  <a:lnTo>
                    <a:pt x="324" y="54"/>
                  </a:lnTo>
                  <a:lnTo>
                    <a:pt x="326" y="54"/>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2" name="Rectangle 1382">
              <a:extLst>
                <a:ext uri="{FF2B5EF4-FFF2-40B4-BE49-F238E27FC236}">
                  <a16:creationId xmlns:a16="http://schemas.microsoft.com/office/drawing/2014/main" id="{DBBF5BC0-6182-4F16-A428-687EB82DC317}"/>
                </a:ext>
              </a:extLst>
            </p:cNvPr>
            <p:cNvSpPr>
              <a:spLocks noChangeArrowheads="1"/>
            </p:cNvSpPr>
            <p:nvPr/>
          </p:nvSpPr>
          <p:spPr bwMode="auto">
            <a:xfrm>
              <a:off x="6567488" y="3128963"/>
              <a:ext cx="1588" cy="1588"/>
            </a:xfrm>
            <a:prstGeom prst="rect">
              <a:avLst/>
            </a:prstGeom>
            <a:solidFill>
              <a:srgbClr val="E4D6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3" name="Freeform 1383">
              <a:extLst>
                <a:ext uri="{FF2B5EF4-FFF2-40B4-BE49-F238E27FC236}">
                  <a16:creationId xmlns:a16="http://schemas.microsoft.com/office/drawing/2014/main" id="{816CC63F-0D52-42CC-B920-77D19A9B3BBD}"/>
                </a:ext>
              </a:extLst>
            </p:cNvPr>
            <p:cNvSpPr>
              <a:spLocks/>
            </p:cNvSpPr>
            <p:nvPr/>
          </p:nvSpPr>
          <p:spPr bwMode="auto">
            <a:xfrm>
              <a:off x="6567488" y="3128963"/>
              <a:ext cx="0" cy="0"/>
            </a:xfrm>
            <a:custGeom>
              <a:avLst/>
              <a:gdLst/>
              <a:ahLst/>
              <a:cxnLst>
                <a:cxn ang="0">
                  <a:pos x="0" y="0"/>
                </a:cxn>
                <a:cxn ang="0">
                  <a:pos x="0" y="0"/>
                </a:cxn>
                <a:cxn ang="0">
                  <a:pos x="0" y="0"/>
                </a:cxn>
                <a:cxn ang="0">
                  <a:pos x="0" y="0"/>
                </a:cxn>
              </a:cxnLst>
              <a:rect l="0" t="0" r="r" b="b"/>
              <a:pathLst>
                <a:path>
                  <a:moveTo>
                    <a:pt x="0" y="0"/>
                  </a:moveTo>
                  <a:lnTo>
                    <a:pt x="0" y="0"/>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4" name="Freeform 1384">
              <a:extLst>
                <a:ext uri="{FF2B5EF4-FFF2-40B4-BE49-F238E27FC236}">
                  <a16:creationId xmlns:a16="http://schemas.microsoft.com/office/drawing/2014/main" id="{02318D68-A534-4B18-AE5F-DB26C3932933}"/>
                </a:ext>
              </a:extLst>
            </p:cNvPr>
            <p:cNvSpPr>
              <a:spLocks/>
            </p:cNvSpPr>
            <p:nvPr/>
          </p:nvSpPr>
          <p:spPr bwMode="auto">
            <a:xfrm>
              <a:off x="7100888" y="3186113"/>
              <a:ext cx="31750" cy="34925"/>
            </a:xfrm>
            <a:custGeom>
              <a:avLst/>
              <a:gdLst>
                <a:gd name="T0" fmla="*/ 0 w 20"/>
                <a:gd name="T1" fmla="*/ 0 h 22"/>
                <a:gd name="T2" fmla="*/ 0 w 20"/>
                <a:gd name="T3" fmla="*/ 2 h 22"/>
                <a:gd name="T4" fmla="*/ 20 w 20"/>
                <a:gd name="T5" fmla="*/ 22 h 22"/>
                <a:gd name="T6" fmla="*/ 0 w 20"/>
                <a:gd name="T7" fmla="*/ 2 h 22"/>
                <a:gd name="T8" fmla="*/ 0 w 20"/>
                <a:gd name="T9" fmla="*/ 0 h 22"/>
                <a:gd name="T10" fmla="*/ 0 w 20"/>
                <a:gd name="T11" fmla="*/ 0 h 22"/>
              </a:gdLst>
              <a:ahLst/>
              <a:cxnLst>
                <a:cxn ang="0">
                  <a:pos x="T0" y="T1"/>
                </a:cxn>
                <a:cxn ang="0">
                  <a:pos x="T2" y="T3"/>
                </a:cxn>
                <a:cxn ang="0">
                  <a:pos x="T4" y="T5"/>
                </a:cxn>
                <a:cxn ang="0">
                  <a:pos x="T6" y="T7"/>
                </a:cxn>
                <a:cxn ang="0">
                  <a:pos x="T8" y="T9"/>
                </a:cxn>
                <a:cxn ang="0">
                  <a:pos x="T10" y="T11"/>
                </a:cxn>
              </a:cxnLst>
              <a:rect l="0" t="0" r="r" b="b"/>
              <a:pathLst>
                <a:path w="20" h="22">
                  <a:moveTo>
                    <a:pt x="0" y="0"/>
                  </a:moveTo>
                  <a:lnTo>
                    <a:pt x="0" y="2"/>
                  </a:lnTo>
                  <a:lnTo>
                    <a:pt x="20" y="22"/>
                  </a:lnTo>
                  <a:lnTo>
                    <a:pt x="0" y="2"/>
                  </a:lnTo>
                  <a:lnTo>
                    <a:pt x="0" y="0"/>
                  </a:lnTo>
                  <a:lnTo>
                    <a:pt x="0" y="0"/>
                  </a:lnTo>
                  <a:close/>
                </a:path>
              </a:pathLst>
            </a:custGeom>
            <a:solidFill>
              <a:srgbClr val="DDC2A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5" name="Freeform 1385">
              <a:extLst>
                <a:ext uri="{FF2B5EF4-FFF2-40B4-BE49-F238E27FC236}">
                  <a16:creationId xmlns:a16="http://schemas.microsoft.com/office/drawing/2014/main" id="{EF05F817-108D-4E86-B2A3-5CAE3830D075}"/>
                </a:ext>
              </a:extLst>
            </p:cNvPr>
            <p:cNvSpPr>
              <a:spLocks/>
            </p:cNvSpPr>
            <p:nvPr/>
          </p:nvSpPr>
          <p:spPr bwMode="auto">
            <a:xfrm>
              <a:off x="7100888" y="3186113"/>
              <a:ext cx="31750" cy="34925"/>
            </a:xfrm>
            <a:custGeom>
              <a:avLst/>
              <a:gdLst>
                <a:gd name="T0" fmla="*/ 0 w 20"/>
                <a:gd name="T1" fmla="*/ 0 h 22"/>
                <a:gd name="T2" fmla="*/ 0 w 20"/>
                <a:gd name="T3" fmla="*/ 2 h 22"/>
                <a:gd name="T4" fmla="*/ 20 w 20"/>
                <a:gd name="T5" fmla="*/ 22 h 22"/>
                <a:gd name="T6" fmla="*/ 0 w 20"/>
                <a:gd name="T7" fmla="*/ 2 h 22"/>
                <a:gd name="T8" fmla="*/ 0 w 20"/>
                <a:gd name="T9" fmla="*/ 0 h 22"/>
                <a:gd name="T10" fmla="*/ 0 w 20"/>
                <a:gd name="T11" fmla="*/ 0 h 22"/>
              </a:gdLst>
              <a:ahLst/>
              <a:cxnLst>
                <a:cxn ang="0">
                  <a:pos x="T0" y="T1"/>
                </a:cxn>
                <a:cxn ang="0">
                  <a:pos x="T2" y="T3"/>
                </a:cxn>
                <a:cxn ang="0">
                  <a:pos x="T4" y="T5"/>
                </a:cxn>
                <a:cxn ang="0">
                  <a:pos x="T6" y="T7"/>
                </a:cxn>
                <a:cxn ang="0">
                  <a:pos x="T8" y="T9"/>
                </a:cxn>
                <a:cxn ang="0">
                  <a:pos x="T10" y="T11"/>
                </a:cxn>
              </a:cxnLst>
              <a:rect l="0" t="0" r="r" b="b"/>
              <a:pathLst>
                <a:path w="20" h="22">
                  <a:moveTo>
                    <a:pt x="0" y="0"/>
                  </a:moveTo>
                  <a:lnTo>
                    <a:pt x="0" y="2"/>
                  </a:lnTo>
                  <a:lnTo>
                    <a:pt x="20" y="22"/>
                  </a:lnTo>
                  <a:lnTo>
                    <a:pt x="0" y="2"/>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6" name="Freeform 1386">
              <a:extLst>
                <a:ext uri="{FF2B5EF4-FFF2-40B4-BE49-F238E27FC236}">
                  <a16:creationId xmlns:a16="http://schemas.microsoft.com/office/drawing/2014/main" id="{E3C6CA7F-D074-45D6-ADA3-1B6B0A1726C0}"/>
                </a:ext>
              </a:extLst>
            </p:cNvPr>
            <p:cNvSpPr>
              <a:spLocks/>
            </p:cNvSpPr>
            <p:nvPr/>
          </p:nvSpPr>
          <p:spPr bwMode="auto">
            <a:xfrm>
              <a:off x="6532563" y="3128963"/>
              <a:ext cx="600075" cy="92075"/>
            </a:xfrm>
            <a:custGeom>
              <a:avLst/>
              <a:gdLst>
                <a:gd name="T0" fmla="*/ 22 w 378"/>
                <a:gd name="T1" fmla="*/ 0 h 58"/>
                <a:gd name="T2" fmla="*/ 22 w 378"/>
                <a:gd name="T3" fmla="*/ 0 h 58"/>
                <a:gd name="T4" fmla="*/ 0 w 378"/>
                <a:gd name="T5" fmla="*/ 32 h 58"/>
                <a:gd name="T6" fmla="*/ 374 w 378"/>
                <a:gd name="T7" fmla="*/ 58 h 58"/>
                <a:gd name="T8" fmla="*/ 378 w 378"/>
                <a:gd name="T9" fmla="*/ 58 h 58"/>
                <a:gd name="T10" fmla="*/ 358 w 378"/>
                <a:gd name="T11" fmla="*/ 38 h 58"/>
                <a:gd name="T12" fmla="*/ 358 w 378"/>
                <a:gd name="T13" fmla="*/ 36 h 58"/>
                <a:gd name="T14" fmla="*/ 22 w 378"/>
                <a:gd name="T15" fmla="*/ 0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8" h="58">
                  <a:moveTo>
                    <a:pt x="22" y="0"/>
                  </a:moveTo>
                  <a:lnTo>
                    <a:pt x="22" y="0"/>
                  </a:lnTo>
                  <a:lnTo>
                    <a:pt x="0" y="32"/>
                  </a:lnTo>
                  <a:lnTo>
                    <a:pt x="374" y="58"/>
                  </a:lnTo>
                  <a:lnTo>
                    <a:pt x="378" y="58"/>
                  </a:lnTo>
                  <a:lnTo>
                    <a:pt x="358" y="38"/>
                  </a:lnTo>
                  <a:lnTo>
                    <a:pt x="358" y="36"/>
                  </a:lnTo>
                  <a:lnTo>
                    <a:pt x="22" y="0"/>
                  </a:lnTo>
                  <a:close/>
                </a:path>
              </a:pathLst>
            </a:custGeom>
            <a:solidFill>
              <a:srgbClr val="C6AC9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7" name="Freeform 1387">
              <a:extLst>
                <a:ext uri="{FF2B5EF4-FFF2-40B4-BE49-F238E27FC236}">
                  <a16:creationId xmlns:a16="http://schemas.microsoft.com/office/drawing/2014/main" id="{5EAA3263-EA20-445B-87E4-9494DBCD9F52}"/>
                </a:ext>
              </a:extLst>
            </p:cNvPr>
            <p:cNvSpPr>
              <a:spLocks/>
            </p:cNvSpPr>
            <p:nvPr/>
          </p:nvSpPr>
          <p:spPr bwMode="auto">
            <a:xfrm>
              <a:off x="6532563" y="3128963"/>
              <a:ext cx="600075" cy="92075"/>
            </a:xfrm>
            <a:custGeom>
              <a:avLst/>
              <a:gdLst>
                <a:gd name="T0" fmla="*/ 22 w 378"/>
                <a:gd name="T1" fmla="*/ 0 h 58"/>
                <a:gd name="T2" fmla="*/ 22 w 378"/>
                <a:gd name="T3" fmla="*/ 0 h 58"/>
                <a:gd name="T4" fmla="*/ 0 w 378"/>
                <a:gd name="T5" fmla="*/ 32 h 58"/>
                <a:gd name="T6" fmla="*/ 374 w 378"/>
                <a:gd name="T7" fmla="*/ 58 h 58"/>
                <a:gd name="T8" fmla="*/ 378 w 378"/>
                <a:gd name="T9" fmla="*/ 58 h 58"/>
                <a:gd name="T10" fmla="*/ 358 w 378"/>
                <a:gd name="T11" fmla="*/ 38 h 58"/>
                <a:gd name="T12" fmla="*/ 358 w 378"/>
                <a:gd name="T13" fmla="*/ 36 h 58"/>
                <a:gd name="T14" fmla="*/ 22 w 378"/>
                <a:gd name="T15" fmla="*/ 0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8" h="58">
                  <a:moveTo>
                    <a:pt x="22" y="0"/>
                  </a:moveTo>
                  <a:lnTo>
                    <a:pt x="22" y="0"/>
                  </a:lnTo>
                  <a:lnTo>
                    <a:pt x="0" y="32"/>
                  </a:lnTo>
                  <a:lnTo>
                    <a:pt x="374" y="58"/>
                  </a:lnTo>
                  <a:lnTo>
                    <a:pt x="378" y="58"/>
                  </a:lnTo>
                  <a:lnTo>
                    <a:pt x="358" y="38"/>
                  </a:lnTo>
                  <a:lnTo>
                    <a:pt x="358" y="36"/>
                  </a:lnTo>
                  <a:lnTo>
                    <a:pt x="2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8" name="Freeform 1388">
              <a:extLst>
                <a:ext uri="{FF2B5EF4-FFF2-40B4-BE49-F238E27FC236}">
                  <a16:creationId xmlns:a16="http://schemas.microsoft.com/office/drawing/2014/main" id="{63515FE7-0A27-4C54-9496-A079B619EA72}"/>
                </a:ext>
              </a:extLst>
            </p:cNvPr>
            <p:cNvSpPr>
              <a:spLocks/>
            </p:cNvSpPr>
            <p:nvPr/>
          </p:nvSpPr>
          <p:spPr bwMode="auto">
            <a:xfrm>
              <a:off x="6548438" y="3246438"/>
              <a:ext cx="15875" cy="31750"/>
            </a:xfrm>
            <a:custGeom>
              <a:avLst/>
              <a:gdLst>
                <a:gd name="T0" fmla="*/ 10 w 10"/>
                <a:gd name="T1" fmla="*/ 0 h 20"/>
                <a:gd name="T2" fmla="*/ 0 w 10"/>
                <a:gd name="T3" fmla="*/ 20 h 20"/>
                <a:gd name="T4" fmla="*/ 0 w 10"/>
                <a:gd name="T5" fmla="*/ 20 h 20"/>
                <a:gd name="T6" fmla="*/ 10 w 10"/>
                <a:gd name="T7" fmla="*/ 0 h 20"/>
              </a:gdLst>
              <a:ahLst/>
              <a:cxnLst>
                <a:cxn ang="0">
                  <a:pos x="T0" y="T1"/>
                </a:cxn>
                <a:cxn ang="0">
                  <a:pos x="T2" y="T3"/>
                </a:cxn>
                <a:cxn ang="0">
                  <a:pos x="T4" y="T5"/>
                </a:cxn>
                <a:cxn ang="0">
                  <a:pos x="T6" y="T7"/>
                </a:cxn>
              </a:cxnLst>
              <a:rect l="0" t="0" r="r" b="b"/>
              <a:pathLst>
                <a:path w="10" h="20">
                  <a:moveTo>
                    <a:pt x="10" y="0"/>
                  </a:moveTo>
                  <a:lnTo>
                    <a:pt x="0" y="20"/>
                  </a:lnTo>
                  <a:lnTo>
                    <a:pt x="0" y="20"/>
                  </a:lnTo>
                  <a:lnTo>
                    <a:pt x="10" y="0"/>
                  </a:lnTo>
                  <a:close/>
                </a:path>
              </a:pathLst>
            </a:custGeom>
            <a:solidFill>
              <a:srgbClr val="5439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9" name="Freeform 1389">
              <a:extLst>
                <a:ext uri="{FF2B5EF4-FFF2-40B4-BE49-F238E27FC236}">
                  <a16:creationId xmlns:a16="http://schemas.microsoft.com/office/drawing/2014/main" id="{3FE5D201-2D33-451E-AB37-684300ADDA23}"/>
                </a:ext>
              </a:extLst>
            </p:cNvPr>
            <p:cNvSpPr>
              <a:spLocks/>
            </p:cNvSpPr>
            <p:nvPr/>
          </p:nvSpPr>
          <p:spPr bwMode="auto">
            <a:xfrm>
              <a:off x="6548438" y="3246438"/>
              <a:ext cx="15875" cy="31750"/>
            </a:xfrm>
            <a:custGeom>
              <a:avLst/>
              <a:gdLst>
                <a:gd name="T0" fmla="*/ 10 w 10"/>
                <a:gd name="T1" fmla="*/ 0 h 20"/>
                <a:gd name="T2" fmla="*/ 0 w 10"/>
                <a:gd name="T3" fmla="*/ 20 h 20"/>
                <a:gd name="T4" fmla="*/ 0 w 10"/>
                <a:gd name="T5" fmla="*/ 20 h 20"/>
                <a:gd name="T6" fmla="*/ 10 w 10"/>
                <a:gd name="T7" fmla="*/ 0 h 20"/>
              </a:gdLst>
              <a:ahLst/>
              <a:cxnLst>
                <a:cxn ang="0">
                  <a:pos x="T0" y="T1"/>
                </a:cxn>
                <a:cxn ang="0">
                  <a:pos x="T2" y="T3"/>
                </a:cxn>
                <a:cxn ang="0">
                  <a:pos x="T4" y="T5"/>
                </a:cxn>
                <a:cxn ang="0">
                  <a:pos x="T6" y="T7"/>
                </a:cxn>
              </a:cxnLst>
              <a:rect l="0" t="0" r="r" b="b"/>
              <a:pathLst>
                <a:path w="10" h="20">
                  <a:moveTo>
                    <a:pt x="10" y="0"/>
                  </a:moveTo>
                  <a:lnTo>
                    <a:pt x="0" y="20"/>
                  </a:lnTo>
                  <a:lnTo>
                    <a:pt x="0" y="20"/>
                  </a:lnTo>
                  <a:lnTo>
                    <a:pt x="1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0" name="Freeform 1390">
              <a:extLst>
                <a:ext uri="{FF2B5EF4-FFF2-40B4-BE49-F238E27FC236}">
                  <a16:creationId xmlns:a16="http://schemas.microsoft.com/office/drawing/2014/main" id="{8029BBE6-50A8-4698-8362-FC667E111099}"/>
                </a:ext>
              </a:extLst>
            </p:cNvPr>
            <p:cNvSpPr>
              <a:spLocks noEditPoints="1"/>
            </p:cNvSpPr>
            <p:nvPr/>
          </p:nvSpPr>
          <p:spPr bwMode="auto">
            <a:xfrm>
              <a:off x="7091363" y="3271838"/>
              <a:ext cx="50800" cy="60325"/>
            </a:xfrm>
            <a:custGeom>
              <a:avLst/>
              <a:gdLst>
                <a:gd name="T0" fmla="*/ 6 w 32"/>
                <a:gd name="T1" fmla="*/ 26 h 38"/>
                <a:gd name="T2" fmla="*/ 0 w 32"/>
                <a:gd name="T3" fmla="*/ 38 h 38"/>
                <a:gd name="T4" fmla="*/ 0 w 32"/>
                <a:gd name="T5" fmla="*/ 38 h 38"/>
                <a:gd name="T6" fmla="*/ 6 w 32"/>
                <a:gd name="T7" fmla="*/ 26 h 38"/>
                <a:gd name="T8" fmla="*/ 18 w 32"/>
                <a:gd name="T9" fmla="*/ 0 h 38"/>
                <a:gd name="T10" fmla="*/ 18 w 32"/>
                <a:gd name="T11" fmla="*/ 0 h 38"/>
                <a:gd name="T12" fmla="*/ 32 w 32"/>
                <a:gd name="T13" fmla="*/ 0 h 38"/>
                <a:gd name="T14" fmla="*/ 18 w 32"/>
                <a:gd name="T15" fmla="*/ 0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38">
                  <a:moveTo>
                    <a:pt x="6" y="26"/>
                  </a:moveTo>
                  <a:lnTo>
                    <a:pt x="0" y="38"/>
                  </a:lnTo>
                  <a:lnTo>
                    <a:pt x="0" y="38"/>
                  </a:lnTo>
                  <a:lnTo>
                    <a:pt x="6" y="26"/>
                  </a:lnTo>
                  <a:close/>
                  <a:moveTo>
                    <a:pt x="18" y="0"/>
                  </a:moveTo>
                  <a:lnTo>
                    <a:pt x="18" y="0"/>
                  </a:lnTo>
                  <a:lnTo>
                    <a:pt x="32" y="0"/>
                  </a:lnTo>
                  <a:lnTo>
                    <a:pt x="18" y="0"/>
                  </a:lnTo>
                  <a:close/>
                </a:path>
              </a:pathLst>
            </a:custGeom>
            <a:solidFill>
              <a:srgbClr val="C8A4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1" name="Freeform 1391">
              <a:extLst>
                <a:ext uri="{FF2B5EF4-FFF2-40B4-BE49-F238E27FC236}">
                  <a16:creationId xmlns:a16="http://schemas.microsoft.com/office/drawing/2014/main" id="{B0356C28-1EAF-409F-ADDE-EDDF988C199D}"/>
                </a:ext>
              </a:extLst>
            </p:cNvPr>
            <p:cNvSpPr>
              <a:spLocks/>
            </p:cNvSpPr>
            <p:nvPr/>
          </p:nvSpPr>
          <p:spPr bwMode="auto">
            <a:xfrm>
              <a:off x="7091363" y="3313113"/>
              <a:ext cx="9525" cy="19050"/>
            </a:xfrm>
            <a:custGeom>
              <a:avLst/>
              <a:gdLst>
                <a:gd name="T0" fmla="*/ 6 w 6"/>
                <a:gd name="T1" fmla="*/ 0 h 12"/>
                <a:gd name="T2" fmla="*/ 0 w 6"/>
                <a:gd name="T3" fmla="*/ 12 h 12"/>
                <a:gd name="T4" fmla="*/ 0 w 6"/>
                <a:gd name="T5" fmla="*/ 12 h 12"/>
                <a:gd name="T6" fmla="*/ 6 w 6"/>
                <a:gd name="T7" fmla="*/ 0 h 12"/>
              </a:gdLst>
              <a:ahLst/>
              <a:cxnLst>
                <a:cxn ang="0">
                  <a:pos x="T0" y="T1"/>
                </a:cxn>
                <a:cxn ang="0">
                  <a:pos x="T2" y="T3"/>
                </a:cxn>
                <a:cxn ang="0">
                  <a:pos x="T4" y="T5"/>
                </a:cxn>
                <a:cxn ang="0">
                  <a:pos x="T6" y="T7"/>
                </a:cxn>
              </a:cxnLst>
              <a:rect l="0" t="0" r="r" b="b"/>
              <a:pathLst>
                <a:path w="6" h="12">
                  <a:moveTo>
                    <a:pt x="6" y="0"/>
                  </a:moveTo>
                  <a:lnTo>
                    <a:pt x="0" y="12"/>
                  </a:lnTo>
                  <a:lnTo>
                    <a:pt x="0" y="1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2" name="Freeform 1392">
              <a:extLst>
                <a:ext uri="{FF2B5EF4-FFF2-40B4-BE49-F238E27FC236}">
                  <a16:creationId xmlns:a16="http://schemas.microsoft.com/office/drawing/2014/main" id="{CFE4B187-E56F-4161-A076-7EAA5ECAED62}"/>
                </a:ext>
              </a:extLst>
            </p:cNvPr>
            <p:cNvSpPr>
              <a:spLocks/>
            </p:cNvSpPr>
            <p:nvPr/>
          </p:nvSpPr>
          <p:spPr bwMode="auto">
            <a:xfrm>
              <a:off x="7119938" y="3271838"/>
              <a:ext cx="22225" cy="0"/>
            </a:xfrm>
            <a:custGeom>
              <a:avLst/>
              <a:gdLst>
                <a:gd name="T0" fmla="*/ 0 w 14"/>
                <a:gd name="T1" fmla="*/ 0 w 14"/>
                <a:gd name="T2" fmla="*/ 14 w 14"/>
                <a:gd name="T3" fmla="*/ 0 w 14"/>
              </a:gdLst>
              <a:ahLst/>
              <a:cxnLst>
                <a:cxn ang="0">
                  <a:pos x="T0" y="0"/>
                </a:cxn>
                <a:cxn ang="0">
                  <a:pos x="T1" y="0"/>
                </a:cxn>
                <a:cxn ang="0">
                  <a:pos x="T2" y="0"/>
                </a:cxn>
                <a:cxn ang="0">
                  <a:pos x="T3" y="0"/>
                </a:cxn>
              </a:cxnLst>
              <a:rect l="0" t="0" r="r" b="b"/>
              <a:pathLst>
                <a:path w="14">
                  <a:moveTo>
                    <a:pt x="0" y="0"/>
                  </a:moveTo>
                  <a:lnTo>
                    <a:pt x="0" y="0"/>
                  </a:lnTo>
                  <a:lnTo>
                    <a:pt x="14"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3" name="Freeform 1393">
              <a:extLst>
                <a:ext uri="{FF2B5EF4-FFF2-40B4-BE49-F238E27FC236}">
                  <a16:creationId xmlns:a16="http://schemas.microsoft.com/office/drawing/2014/main" id="{A090574D-BA52-413A-8AAC-37AB7A975FA3}"/>
                </a:ext>
              </a:extLst>
            </p:cNvPr>
            <p:cNvSpPr>
              <a:spLocks/>
            </p:cNvSpPr>
            <p:nvPr/>
          </p:nvSpPr>
          <p:spPr bwMode="auto">
            <a:xfrm>
              <a:off x="6548438" y="3243263"/>
              <a:ext cx="593725" cy="88900"/>
            </a:xfrm>
            <a:custGeom>
              <a:avLst/>
              <a:gdLst>
                <a:gd name="T0" fmla="*/ 10 w 374"/>
                <a:gd name="T1" fmla="*/ 0 h 56"/>
                <a:gd name="T2" fmla="*/ 10 w 374"/>
                <a:gd name="T3" fmla="*/ 2 h 56"/>
                <a:gd name="T4" fmla="*/ 0 w 374"/>
                <a:gd name="T5" fmla="*/ 22 h 56"/>
                <a:gd name="T6" fmla="*/ 342 w 374"/>
                <a:gd name="T7" fmla="*/ 56 h 56"/>
                <a:gd name="T8" fmla="*/ 348 w 374"/>
                <a:gd name="T9" fmla="*/ 44 h 56"/>
                <a:gd name="T10" fmla="*/ 374 w 374"/>
                <a:gd name="T11" fmla="*/ 18 h 56"/>
                <a:gd name="T12" fmla="*/ 360 w 374"/>
                <a:gd name="T13" fmla="*/ 18 h 56"/>
                <a:gd name="T14" fmla="*/ 348 w 374"/>
                <a:gd name="T15" fmla="*/ 18 h 56"/>
                <a:gd name="T16" fmla="*/ 10 w 374"/>
                <a:gd name="T17"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4" h="56">
                  <a:moveTo>
                    <a:pt x="10" y="0"/>
                  </a:moveTo>
                  <a:lnTo>
                    <a:pt x="10" y="2"/>
                  </a:lnTo>
                  <a:lnTo>
                    <a:pt x="0" y="22"/>
                  </a:lnTo>
                  <a:lnTo>
                    <a:pt x="342" y="56"/>
                  </a:lnTo>
                  <a:lnTo>
                    <a:pt x="348" y="44"/>
                  </a:lnTo>
                  <a:lnTo>
                    <a:pt x="374" y="18"/>
                  </a:lnTo>
                  <a:lnTo>
                    <a:pt x="360" y="18"/>
                  </a:lnTo>
                  <a:lnTo>
                    <a:pt x="348" y="18"/>
                  </a:lnTo>
                  <a:lnTo>
                    <a:pt x="10" y="0"/>
                  </a:lnTo>
                  <a:close/>
                </a:path>
              </a:pathLst>
            </a:custGeom>
            <a:solidFill>
              <a:srgbClr val="C6AC9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4" name="Freeform 1394">
              <a:extLst>
                <a:ext uri="{FF2B5EF4-FFF2-40B4-BE49-F238E27FC236}">
                  <a16:creationId xmlns:a16="http://schemas.microsoft.com/office/drawing/2014/main" id="{952C5673-B29B-4F00-AE39-0301293DAE9F}"/>
                </a:ext>
              </a:extLst>
            </p:cNvPr>
            <p:cNvSpPr>
              <a:spLocks/>
            </p:cNvSpPr>
            <p:nvPr/>
          </p:nvSpPr>
          <p:spPr bwMode="auto">
            <a:xfrm>
              <a:off x="6548438" y="3243263"/>
              <a:ext cx="593725" cy="88900"/>
            </a:xfrm>
            <a:custGeom>
              <a:avLst/>
              <a:gdLst>
                <a:gd name="T0" fmla="*/ 10 w 374"/>
                <a:gd name="T1" fmla="*/ 0 h 56"/>
                <a:gd name="T2" fmla="*/ 10 w 374"/>
                <a:gd name="T3" fmla="*/ 2 h 56"/>
                <a:gd name="T4" fmla="*/ 0 w 374"/>
                <a:gd name="T5" fmla="*/ 22 h 56"/>
                <a:gd name="T6" fmla="*/ 342 w 374"/>
                <a:gd name="T7" fmla="*/ 56 h 56"/>
                <a:gd name="T8" fmla="*/ 348 w 374"/>
                <a:gd name="T9" fmla="*/ 44 h 56"/>
                <a:gd name="T10" fmla="*/ 374 w 374"/>
                <a:gd name="T11" fmla="*/ 18 h 56"/>
                <a:gd name="T12" fmla="*/ 360 w 374"/>
                <a:gd name="T13" fmla="*/ 18 h 56"/>
                <a:gd name="T14" fmla="*/ 348 w 374"/>
                <a:gd name="T15" fmla="*/ 18 h 56"/>
                <a:gd name="T16" fmla="*/ 10 w 374"/>
                <a:gd name="T17"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4" h="56">
                  <a:moveTo>
                    <a:pt x="10" y="0"/>
                  </a:moveTo>
                  <a:lnTo>
                    <a:pt x="10" y="2"/>
                  </a:lnTo>
                  <a:lnTo>
                    <a:pt x="0" y="22"/>
                  </a:lnTo>
                  <a:lnTo>
                    <a:pt x="342" y="56"/>
                  </a:lnTo>
                  <a:lnTo>
                    <a:pt x="348" y="44"/>
                  </a:lnTo>
                  <a:lnTo>
                    <a:pt x="374" y="18"/>
                  </a:lnTo>
                  <a:lnTo>
                    <a:pt x="360" y="18"/>
                  </a:lnTo>
                  <a:lnTo>
                    <a:pt x="348" y="18"/>
                  </a:lnTo>
                  <a:lnTo>
                    <a:pt x="1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5" name="Freeform 1395">
              <a:extLst>
                <a:ext uri="{FF2B5EF4-FFF2-40B4-BE49-F238E27FC236}">
                  <a16:creationId xmlns:a16="http://schemas.microsoft.com/office/drawing/2014/main" id="{AF2463AE-B603-40BE-8E93-683FF442F0AC}"/>
                </a:ext>
              </a:extLst>
            </p:cNvPr>
            <p:cNvSpPr>
              <a:spLocks/>
            </p:cNvSpPr>
            <p:nvPr/>
          </p:nvSpPr>
          <p:spPr bwMode="auto">
            <a:xfrm>
              <a:off x="6450013" y="3303588"/>
              <a:ext cx="1152525" cy="682625"/>
            </a:xfrm>
            <a:custGeom>
              <a:avLst/>
              <a:gdLst>
                <a:gd name="T0" fmla="*/ 0 w 726"/>
                <a:gd name="T1" fmla="*/ 0 h 430"/>
                <a:gd name="T2" fmla="*/ 564 w 726"/>
                <a:gd name="T3" fmla="*/ 54 h 430"/>
                <a:gd name="T4" fmla="*/ 726 w 726"/>
                <a:gd name="T5" fmla="*/ 28 h 430"/>
                <a:gd name="T6" fmla="*/ 718 w 726"/>
                <a:gd name="T7" fmla="*/ 372 h 430"/>
                <a:gd name="T8" fmla="*/ 578 w 726"/>
                <a:gd name="T9" fmla="*/ 430 h 430"/>
                <a:gd name="T10" fmla="*/ 32 w 726"/>
                <a:gd name="T11" fmla="*/ 390 h 430"/>
                <a:gd name="T12" fmla="*/ 0 w 726"/>
                <a:gd name="T13" fmla="*/ 0 h 430"/>
              </a:gdLst>
              <a:ahLst/>
              <a:cxnLst>
                <a:cxn ang="0">
                  <a:pos x="T0" y="T1"/>
                </a:cxn>
                <a:cxn ang="0">
                  <a:pos x="T2" y="T3"/>
                </a:cxn>
                <a:cxn ang="0">
                  <a:pos x="T4" y="T5"/>
                </a:cxn>
                <a:cxn ang="0">
                  <a:pos x="T6" y="T7"/>
                </a:cxn>
                <a:cxn ang="0">
                  <a:pos x="T8" y="T9"/>
                </a:cxn>
                <a:cxn ang="0">
                  <a:pos x="T10" y="T11"/>
                </a:cxn>
                <a:cxn ang="0">
                  <a:pos x="T12" y="T13"/>
                </a:cxn>
              </a:cxnLst>
              <a:rect l="0" t="0" r="r" b="b"/>
              <a:pathLst>
                <a:path w="726" h="430">
                  <a:moveTo>
                    <a:pt x="0" y="0"/>
                  </a:moveTo>
                  <a:lnTo>
                    <a:pt x="564" y="54"/>
                  </a:lnTo>
                  <a:lnTo>
                    <a:pt x="726" y="28"/>
                  </a:lnTo>
                  <a:lnTo>
                    <a:pt x="718" y="372"/>
                  </a:lnTo>
                  <a:lnTo>
                    <a:pt x="578" y="430"/>
                  </a:lnTo>
                  <a:lnTo>
                    <a:pt x="32" y="390"/>
                  </a:lnTo>
                  <a:lnTo>
                    <a:pt x="0" y="0"/>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6" name="Freeform 1396">
              <a:extLst>
                <a:ext uri="{FF2B5EF4-FFF2-40B4-BE49-F238E27FC236}">
                  <a16:creationId xmlns:a16="http://schemas.microsoft.com/office/drawing/2014/main" id="{2575AC30-CF65-4A4E-B8B1-3DAF186AB8E0}"/>
                </a:ext>
              </a:extLst>
            </p:cNvPr>
            <p:cNvSpPr>
              <a:spLocks/>
            </p:cNvSpPr>
            <p:nvPr/>
          </p:nvSpPr>
          <p:spPr bwMode="auto">
            <a:xfrm>
              <a:off x="6450013" y="3303588"/>
              <a:ext cx="1152525" cy="682625"/>
            </a:xfrm>
            <a:custGeom>
              <a:avLst/>
              <a:gdLst>
                <a:gd name="T0" fmla="*/ 0 w 726"/>
                <a:gd name="T1" fmla="*/ 0 h 430"/>
                <a:gd name="T2" fmla="*/ 564 w 726"/>
                <a:gd name="T3" fmla="*/ 54 h 430"/>
                <a:gd name="T4" fmla="*/ 726 w 726"/>
                <a:gd name="T5" fmla="*/ 28 h 430"/>
                <a:gd name="T6" fmla="*/ 718 w 726"/>
                <a:gd name="T7" fmla="*/ 372 h 430"/>
                <a:gd name="T8" fmla="*/ 578 w 726"/>
                <a:gd name="T9" fmla="*/ 430 h 430"/>
                <a:gd name="T10" fmla="*/ 32 w 726"/>
                <a:gd name="T11" fmla="*/ 390 h 430"/>
                <a:gd name="T12" fmla="*/ 0 w 726"/>
                <a:gd name="T13" fmla="*/ 0 h 430"/>
              </a:gdLst>
              <a:ahLst/>
              <a:cxnLst>
                <a:cxn ang="0">
                  <a:pos x="T0" y="T1"/>
                </a:cxn>
                <a:cxn ang="0">
                  <a:pos x="T2" y="T3"/>
                </a:cxn>
                <a:cxn ang="0">
                  <a:pos x="T4" y="T5"/>
                </a:cxn>
                <a:cxn ang="0">
                  <a:pos x="T6" y="T7"/>
                </a:cxn>
                <a:cxn ang="0">
                  <a:pos x="T8" y="T9"/>
                </a:cxn>
                <a:cxn ang="0">
                  <a:pos x="T10" y="T11"/>
                </a:cxn>
                <a:cxn ang="0">
                  <a:pos x="T12" y="T13"/>
                </a:cxn>
              </a:cxnLst>
              <a:rect l="0" t="0" r="r" b="b"/>
              <a:pathLst>
                <a:path w="726" h="430">
                  <a:moveTo>
                    <a:pt x="0" y="0"/>
                  </a:moveTo>
                  <a:lnTo>
                    <a:pt x="564" y="54"/>
                  </a:lnTo>
                  <a:lnTo>
                    <a:pt x="726" y="28"/>
                  </a:lnTo>
                  <a:lnTo>
                    <a:pt x="718" y="372"/>
                  </a:lnTo>
                  <a:lnTo>
                    <a:pt x="578" y="430"/>
                  </a:lnTo>
                  <a:lnTo>
                    <a:pt x="32" y="39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7" name="Freeform 1397">
              <a:extLst>
                <a:ext uri="{FF2B5EF4-FFF2-40B4-BE49-F238E27FC236}">
                  <a16:creationId xmlns:a16="http://schemas.microsoft.com/office/drawing/2014/main" id="{43F36239-4FD2-448E-B790-972385B81B53}"/>
                </a:ext>
              </a:extLst>
            </p:cNvPr>
            <p:cNvSpPr>
              <a:spLocks/>
            </p:cNvSpPr>
            <p:nvPr/>
          </p:nvSpPr>
          <p:spPr bwMode="auto">
            <a:xfrm>
              <a:off x="6450013" y="3303588"/>
              <a:ext cx="1152525" cy="682625"/>
            </a:xfrm>
            <a:custGeom>
              <a:avLst/>
              <a:gdLst>
                <a:gd name="T0" fmla="*/ 0 w 726"/>
                <a:gd name="T1" fmla="*/ 0 h 430"/>
                <a:gd name="T2" fmla="*/ 564 w 726"/>
                <a:gd name="T3" fmla="*/ 54 h 430"/>
                <a:gd name="T4" fmla="*/ 726 w 726"/>
                <a:gd name="T5" fmla="*/ 28 h 430"/>
                <a:gd name="T6" fmla="*/ 718 w 726"/>
                <a:gd name="T7" fmla="*/ 372 h 430"/>
                <a:gd name="T8" fmla="*/ 578 w 726"/>
                <a:gd name="T9" fmla="*/ 430 h 430"/>
                <a:gd name="T10" fmla="*/ 32 w 726"/>
                <a:gd name="T11" fmla="*/ 390 h 430"/>
                <a:gd name="T12" fmla="*/ 0 w 726"/>
                <a:gd name="T13" fmla="*/ 0 h 430"/>
              </a:gdLst>
              <a:ahLst/>
              <a:cxnLst>
                <a:cxn ang="0">
                  <a:pos x="T0" y="T1"/>
                </a:cxn>
                <a:cxn ang="0">
                  <a:pos x="T2" y="T3"/>
                </a:cxn>
                <a:cxn ang="0">
                  <a:pos x="T4" y="T5"/>
                </a:cxn>
                <a:cxn ang="0">
                  <a:pos x="T6" y="T7"/>
                </a:cxn>
                <a:cxn ang="0">
                  <a:pos x="T8" y="T9"/>
                </a:cxn>
                <a:cxn ang="0">
                  <a:pos x="T10" y="T11"/>
                </a:cxn>
                <a:cxn ang="0">
                  <a:pos x="T12" y="T13"/>
                </a:cxn>
              </a:cxnLst>
              <a:rect l="0" t="0" r="r" b="b"/>
              <a:pathLst>
                <a:path w="726" h="430">
                  <a:moveTo>
                    <a:pt x="0" y="0"/>
                  </a:moveTo>
                  <a:lnTo>
                    <a:pt x="564" y="54"/>
                  </a:lnTo>
                  <a:lnTo>
                    <a:pt x="726" y="28"/>
                  </a:lnTo>
                  <a:lnTo>
                    <a:pt x="718" y="372"/>
                  </a:lnTo>
                  <a:lnTo>
                    <a:pt x="578" y="430"/>
                  </a:lnTo>
                  <a:lnTo>
                    <a:pt x="32" y="390"/>
                  </a:lnTo>
                  <a:lnTo>
                    <a:pt x="0" y="0"/>
                  </a:lnTo>
                  <a:close/>
                </a:path>
              </a:pathLst>
            </a:custGeom>
            <a:solidFill>
              <a:srgbClr val="B08C6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8" name="Freeform 1398">
              <a:extLst>
                <a:ext uri="{FF2B5EF4-FFF2-40B4-BE49-F238E27FC236}">
                  <a16:creationId xmlns:a16="http://schemas.microsoft.com/office/drawing/2014/main" id="{7A134B5F-8B9C-46EF-BEB9-8537CAF8E6E9}"/>
                </a:ext>
              </a:extLst>
            </p:cNvPr>
            <p:cNvSpPr>
              <a:spLocks/>
            </p:cNvSpPr>
            <p:nvPr/>
          </p:nvSpPr>
          <p:spPr bwMode="auto">
            <a:xfrm>
              <a:off x="6450013" y="3303588"/>
              <a:ext cx="1152525" cy="682625"/>
            </a:xfrm>
            <a:custGeom>
              <a:avLst/>
              <a:gdLst>
                <a:gd name="T0" fmla="*/ 0 w 726"/>
                <a:gd name="T1" fmla="*/ 0 h 430"/>
                <a:gd name="T2" fmla="*/ 564 w 726"/>
                <a:gd name="T3" fmla="*/ 54 h 430"/>
                <a:gd name="T4" fmla="*/ 726 w 726"/>
                <a:gd name="T5" fmla="*/ 28 h 430"/>
                <a:gd name="T6" fmla="*/ 718 w 726"/>
                <a:gd name="T7" fmla="*/ 372 h 430"/>
                <a:gd name="T8" fmla="*/ 578 w 726"/>
                <a:gd name="T9" fmla="*/ 430 h 430"/>
                <a:gd name="T10" fmla="*/ 32 w 726"/>
                <a:gd name="T11" fmla="*/ 390 h 430"/>
                <a:gd name="T12" fmla="*/ 0 w 726"/>
                <a:gd name="T13" fmla="*/ 0 h 430"/>
              </a:gdLst>
              <a:ahLst/>
              <a:cxnLst>
                <a:cxn ang="0">
                  <a:pos x="T0" y="T1"/>
                </a:cxn>
                <a:cxn ang="0">
                  <a:pos x="T2" y="T3"/>
                </a:cxn>
                <a:cxn ang="0">
                  <a:pos x="T4" y="T5"/>
                </a:cxn>
                <a:cxn ang="0">
                  <a:pos x="T6" y="T7"/>
                </a:cxn>
                <a:cxn ang="0">
                  <a:pos x="T8" y="T9"/>
                </a:cxn>
                <a:cxn ang="0">
                  <a:pos x="T10" y="T11"/>
                </a:cxn>
                <a:cxn ang="0">
                  <a:pos x="T12" y="T13"/>
                </a:cxn>
              </a:cxnLst>
              <a:rect l="0" t="0" r="r" b="b"/>
              <a:pathLst>
                <a:path w="726" h="430">
                  <a:moveTo>
                    <a:pt x="0" y="0"/>
                  </a:moveTo>
                  <a:lnTo>
                    <a:pt x="564" y="54"/>
                  </a:lnTo>
                  <a:lnTo>
                    <a:pt x="726" y="28"/>
                  </a:lnTo>
                  <a:lnTo>
                    <a:pt x="718" y="372"/>
                  </a:lnTo>
                  <a:lnTo>
                    <a:pt x="578" y="430"/>
                  </a:lnTo>
                  <a:lnTo>
                    <a:pt x="32" y="39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9" name="Freeform 1399">
              <a:extLst>
                <a:ext uri="{FF2B5EF4-FFF2-40B4-BE49-F238E27FC236}">
                  <a16:creationId xmlns:a16="http://schemas.microsoft.com/office/drawing/2014/main" id="{0B65AB35-665D-4A19-BBB1-FBC32A89E36C}"/>
                </a:ext>
              </a:extLst>
            </p:cNvPr>
            <p:cNvSpPr>
              <a:spLocks/>
            </p:cNvSpPr>
            <p:nvPr/>
          </p:nvSpPr>
          <p:spPr bwMode="auto">
            <a:xfrm>
              <a:off x="7348538" y="3297238"/>
              <a:ext cx="304800" cy="685800"/>
            </a:xfrm>
            <a:custGeom>
              <a:avLst/>
              <a:gdLst>
                <a:gd name="T0" fmla="*/ 16 w 192"/>
                <a:gd name="T1" fmla="*/ 432 h 432"/>
                <a:gd name="T2" fmla="*/ 176 w 192"/>
                <a:gd name="T3" fmla="*/ 376 h 432"/>
                <a:gd name="T4" fmla="*/ 192 w 192"/>
                <a:gd name="T5" fmla="*/ 0 h 432"/>
                <a:gd name="T6" fmla="*/ 0 w 192"/>
                <a:gd name="T7" fmla="*/ 58 h 432"/>
                <a:gd name="T8" fmla="*/ 16 w 192"/>
                <a:gd name="T9" fmla="*/ 432 h 432"/>
              </a:gdLst>
              <a:ahLst/>
              <a:cxnLst>
                <a:cxn ang="0">
                  <a:pos x="T0" y="T1"/>
                </a:cxn>
                <a:cxn ang="0">
                  <a:pos x="T2" y="T3"/>
                </a:cxn>
                <a:cxn ang="0">
                  <a:pos x="T4" y="T5"/>
                </a:cxn>
                <a:cxn ang="0">
                  <a:pos x="T6" y="T7"/>
                </a:cxn>
                <a:cxn ang="0">
                  <a:pos x="T8" y="T9"/>
                </a:cxn>
              </a:cxnLst>
              <a:rect l="0" t="0" r="r" b="b"/>
              <a:pathLst>
                <a:path w="192" h="432">
                  <a:moveTo>
                    <a:pt x="16" y="432"/>
                  </a:moveTo>
                  <a:lnTo>
                    <a:pt x="176" y="376"/>
                  </a:lnTo>
                  <a:lnTo>
                    <a:pt x="192" y="0"/>
                  </a:lnTo>
                  <a:lnTo>
                    <a:pt x="0" y="58"/>
                  </a:lnTo>
                  <a:lnTo>
                    <a:pt x="16" y="432"/>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0" name="Freeform 1400">
              <a:extLst>
                <a:ext uri="{FF2B5EF4-FFF2-40B4-BE49-F238E27FC236}">
                  <a16:creationId xmlns:a16="http://schemas.microsoft.com/office/drawing/2014/main" id="{31273283-255B-4C23-B8EA-22918D99BE1F}"/>
                </a:ext>
              </a:extLst>
            </p:cNvPr>
            <p:cNvSpPr>
              <a:spLocks/>
            </p:cNvSpPr>
            <p:nvPr/>
          </p:nvSpPr>
          <p:spPr bwMode="auto">
            <a:xfrm>
              <a:off x="7348538" y="3297238"/>
              <a:ext cx="304800" cy="685800"/>
            </a:xfrm>
            <a:custGeom>
              <a:avLst/>
              <a:gdLst>
                <a:gd name="T0" fmla="*/ 16 w 192"/>
                <a:gd name="T1" fmla="*/ 432 h 432"/>
                <a:gd name="T2" fmla="*/ 176 w 192"/>
                <a:gd name="T3" fmla="*/ 376 h 432"/>
                <a:gd name="T4" fmla="*/ 192 w 192"/>
                <a:gd name="T5" fmla="*/ 0 h 432"/>
                <a:gd name="T6" fmla="*/ 0 w 192"/>
                <a:gd name="T7" fmla="*/ 58 h 432"/>
                <a:gd name="T8" fmla="*/ 16 w 192"/>
                <a:gd name="T9" fmla="*/ 432 h 432"/>
              </a:gdLst>
              <a:ahLst/>
              <a:cxnLst>
                <a:cxn ang="0">
                  <a:pos x="T0" y="T1"/>
                </a:cxn>
                <a:cxn ang="0">
                  <a:pos x="T2" y="T3"/>
                </a:cxn>
                <a:cxn ang="0">
                  <a:pos x="T4" y="T5"/>
                </a:cxn>
                <a:cxn ang="0">
                  <a:pos x="T6" y="T7"/>
                </a:cxn>
                <a:cxn ang="0">
                  <a:pos x="T8" y="T9"/>
                </a:cxn>
              </a:cxnLst>
              <a:rect l="0" t="0" r="r" b="b"/>
              <a:pathLst>
                <a:path w="192" h="432">
                  <a:moveTo>
                    <a:pt x="16" y="432"/>
                  </a:moveTo>
                  <a:lnTo>
                    <a:pt x="176" y="376"/>
                  </a:lnTo>
                  <a:lnTo>
                    <a:pt x="192" y="0"/>
                  </a:lnTo>
                  <a:lnTo>
                    <a:pt x="0" y="58"/>
                  </a:lnTo>
                  <a:lnTo>
                    <a:pt x="16" y="432"/>
                  </a:lnTo>
                  <a:close/>
                </a:path>
              </a:pathLst>
            </a:custGeom>
            <a:solidFill>
              <a:srgbClr val="BD96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1" name="Freeform 1401">
              <a:extLst>
                <a:ext uri="{FF2B5EF4-FFF2-40B4-BE49-F238E27FC236}">
                  <a16:creationId xmlns:a16="http://schemas.microsoft.com/office/drawing/2014/main" id="{385E1DD8-7025-4218-9EF0-54044A9D39BE}"/>
                </a:ext>
              </a:extLst>
            </p:cNvPr>
            <p:cNvSpPr>
              <a:spLocks/>
            </p:cNvSpPr>
            <p:nvPr/>
          </p:nvSpPr>
          <p:spPr bwMode="auto">
            <a:xfrm>
              <a:off x="7059613" y="2532063"/>
              <a:ext cx="542925" cy="527050"/>
            </a:xfrm>
            <a:custGeom>
              <a:avLst/>
              <a:gdLst>
                <a:gd name="T0" fmla="*/ 28 w 342"/>
                <a:gd name="T1" fmla="*/ 38 h 332"/>
                <a:gd name="T2" fmla="*/ 320 w 342"/>
                <a:gd name="T3" fmla="*/ 0 h 332"/>
                <a:gd name="T4" fmla="*/ 304 w 342"/>
                <a:gd name="T5" fmla="*/ 14 h 332"/>
                <a:gd name="T6" fmla="*/ 322 w 342"/>
                <a:gd name="T7" fmla="*/ 24 h 332"/>
                <a:gd name="T8" fmla="*/ 322 w 342"/>
                <a:gd name="T9" fmla="*/ 46 h 332"/>
                <a:gd name="T10" fmla="*/ 312 w 342"/>
                <a:gd name="T11" fmla="*/ 60 h 332"/>
                <a:gd name="T12" fmla="*/ 322 w 342"/>
                <a:gd name="T13" fmla="*/ 68 h 332"/>
                <a:gd name="T14" fmla="*/ 320 w 342"/>
                <a:gd name="T15" fmla="*/ 100 h 332"/>
                <a:gd name="T16" fmla="*/ 342 w 342"/>
                <a:gd name="T17" fmla="*/ 112 h 332"/>
                <a:gd name="T18" fmla="*/ 320 w 342"/>
                <a:gd name="T19" fmla="*/ 130 h 332"/>
                <a:gd name="T20" fmla="*/ 318 w 342"/>
                <a:gd name="T21" fmla="*/ 170 h 332"/>
                <a:gd name="T22" fmla="*/ 338 w 342"/>
                <a:gd name="T23" fmla="*/ 186 h 332"/>
                <a:gd name="T24" fmla="*/ 316 w 342"/>
                <a:gd name="T25" fmla="*/ 194 h 332"/>
                <a:gd name="T26" fmla="*/ 314 w 342"/>
                <a:gd name="T27" fmla="*/ 226 h 332"/>
                <a:gd name="T28" fmla="*/ 302 w 342"/>
                <a:gd name="T29" fmla="*/ 244 h 332"/>
                <a:gd name="T30" fmla="*/ 320 w 342"/>
                <a:gd name="T31" fmla="*/ 250 h 332"/>
                <a:gd name="T32" fmla="*/ 328 w 342"/>
                <a:gd name="T33" fmla="*/ 284 h 332"/>
                <a:gd name="T34" fmla="*/ 0 w 342"/>
                <a:gd name="T35" fmla="*/ 332 h 332"/>
                <a:gd name="T36" fmla="*/ 28 w 342"/>
                <a:gd name="T37" fmla="*/ 38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2" h="332">
                  <a:moveTo>
                    <a:pt x="28" y="38"/>
                  </a:moveTo>
                  <a:lnTo>
                    <a:pt x="320" y="0"/>
                  </a:lnTo>
                  <a:lnTo>
                    <a:pt x="304" y="14"/>
                  </a:lnTo>
                  <a:lnTo>
                    <a:pt x="322" y="24"/>
                  </a:lnTo>
                  <a:lnTo>
                    <a:pt x="322" y="46"/>
                  </a:lnTo>
                  <a:lnTo>
                    <a:pt x="312" y="60"/>
                  </a:lnTo>
                  <a:lnTo>
                    <a:pt x="322" y="68"/>
                  </a:lnTo>
                  <a:lnTo>
                    <a:pt x="320" y="100"/>
                  </a:lnTo>
                  <a:lnTo>
                    <a:pt x="342" y="112"/>
                  </a:lnTo>
                  <a:lnTo>
                    <a:pt x="320" y="130"/>
                  </a:lnTo>
                  <a:lnTo>
                    <a:pt x="318" y="170"/>
                  </a:lnTo>
                  <a:lnTo>
                    <a:pt x="338" y="186"/>
                  </a:lnTo>
                  <a:lnTo>
                    <a:pt x="316" y="194"/>
                  </a:lnTo>
                  <a:lnTo>
                    <a:pt x="314" y="226"/>
                  </a:lnTo>
                  <a:lnTo>
                    <a:pt x="302" y="244"/>
                  </a:lnTo>
                  <a:lnTo>
                    <a:pt x="320" y="250"/>
                  </a:lnTo>
                  <a:lnTo>
                    <a:pt x="328" y="284"/>
                  </a:lnTo>
                  <a:lnTo>
                    <a:pt x="0" y="332"/>
                  </a:lnTo>
                  <a:lnTo>
                    <a:pt x="28" y="38"/>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2" name="Freeform 1402">
              <a:extLst>
                <a:ext uri="{FF2B5EF4-FFF2-40B4-BE49-F238E27FC236}">
                  <a16:creationId xmlns:a16="http://schemas.microsoft.com/office/drawing/2014/main" id="{C9742DEF-6F89-4EFD-8FAD-DE26D7058399}"/>
                </a:ext>
              </a:extLst>
            </p:cNvPr>
            <p:cNvSpPr>
              <a:spLocks/>
            </p:cNvSpPr>
            <p:nvPr/>
          </p:nvSpPr>
          <p:spPr bwMode="auto">
            <a:xfrm>
              <a:off x="7059613" y="2532063"/>
              <a:ext cx="542925" cy="527050"/>
            </a:xfrm>
            <a:custGeom>
              <a:avLst/>
              <a:gdLst>
                <a:gd name="T0" fmla="*/ 28 w 342"/>
                <a:gd name="T1" fmla="*/ 38 h 332"/>
                <a:gd name="T2" fmla="*/ 320 w 342"/>
                <a:gd name="T3" fmla="*/ 0 h 332"/>
                <a:gd name="T4" fmla="*/ 304 w 342"/>
                <a:gd name="T5" fmla="*/ 14 h 332"/>
                <a:gd name="T6" fmla="*/ 322 w 342"/>
                <a:gd name="T7" fmla="*/ 24 h 332"/>
                <a:gd name="T8" fmla="*/ 322 w 342"/>
                <a:gd name="T9" fmla="*/ 46 h 332"/>
                <a:gd name="T10" fmla="*/ 312 w 342"/>
                <a:gd name="T11" fmla="*/ 60 h 332"/>
                <a:gd name="T12" fmla="*/ 322 w 342"/>
                <a:gd name="T13" fmla="*/ 68 h 332"/>
                <a:gd name="T14" fmla="*/ 320 w 342"/>
                <a:gd name="T15" fmla="*/ 100 h 332"/>
                <a:gd name="T16" fmla="*/ 342 w 342"/>
                <a:gd name="T17" fmla="*/ 112 h 332"/>
                <a:gd name="T18" fmla="*/ 320 w 342"/>
                <a:gd name="T19" fmla="*/ 130 h 332"/>
                <a:gd name="T20" fmla="*/ 318 w 342"/>
                <a:gd name="T21" fmla="*/ 170 h 332"/>
                <a:gd name="T22" fmla="*/ 338 w 342"/>
                <a:gd name="T23" fmla="*/ 186 h 332"/>
                <a:gd name="T24" fmla="*/ 316 w 342"/>
                <a:gd name="T25" fmla="*/ 194 h 332"/>
                <a:gd name="T26" fmla="*/ 314 w 342"/>
                <a:gd name="T27" fmla="*/ 226 h 332"/>
                <a:gd name="T28" fmla="*/ 302 w 342"/>
                <a:gd name="T29" fmla="*/ 244 h 332"/>
                <a:gd name="T30" fmla="*/ 320 w 342"/>
                <a:gd name="T31" fmla="*/ 250 h 332"/>
                <a:gd name="T32" fmla="*/ 328 w 342"/>
                <a:gd name="T33" fmla="*/ 284 h 332"/>
                <a:gd name="T34" fmla="*/ 0 w 342"/>
                <a:gd name="T35" fmla="*/ 332 h 332"/>
                <a:gd name="T36" fmla="*/ 28 w 342"/>
                <a:gd name="T37" fmla="*/ 38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2" h="332">
                  <a:moveTo>
                    <a:pt x="28" y="38"/>
                  </a:moveTo>
                  <a:lnTo>
                    <a:pt x="320" y="0"/>
                  </a:lnTo>
                  <a:lnTo>
                    <a:pt x="304" y="14"/>
                  </a:lnTo>
                  <a:lnTo>
                    <a:pt x="322" y="24"/>
                  </a:lnTo>
                  <a:lnTo>
                    <a:pt x="322" y="46"/>
                  </a:lnTo>
                  <a:lnTo>
                    <a:pt x="312" y="60"/>
                  </a:lnTo>
                  <a:lnTo>
                    <a:pt x="322" y="68"/>
                  </a:lnTo>
                  <a:lnTo>
                    <a:pt x="320" y="100"/>
                  </a:lnTo>
                  <a:lnTo>
                    <a:pt x="342" y="112"/>
                  </a:lnTo>
                  <a:lnTo>
                    <a:pt x="320" y="130"/>
                  </a:lnTo>
                  <a:lnTo>
                    <a:pt x="318" y="170"/>
                  </a:lnTo>
                  <a:lnTo>
                    <a:pt x="338" y="186"/>
                  </a:lnTo>
                  <a:lnTo>
                    <a:pt x="316" y="194"/>
                  </a:lnTo>
                  <a:lnTo>
                    <a:pt x="314" y="226"/>
                  </a:lnTo>
                  <a:lnTo>
                    <a:pt x="302" y="244"/>
                  </a:lnTo>
                  <a:lnTo>
                    <a:pt x="320" y="250"/>
                  </a:lnTo>
                  <a:lnTo>
                    <a:pt x="328" y="284"/>
                  </a:lnTo>
                  <a:lnTo>
                    <a:pt x="0" y="332"/>
                  </a:lnTo>
                  <a:lnTo>
                    <a:pt x="28" y="3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3" name="Freeform 1403">
              <a:extLst>
                <a:ext uri="{FF2B5EF4-FFF2-40B4-BE49-F238E27FC236}">
                  <a16:creationId xmlns:a16="http://schemas.microsoft.com/office/drawing/2014/main" id="{6FCB80D8-8D50-426A-A245-7C7C9AA27CAF}"/>
                </a:ext>
              </a:extLst>
            </p:cNvPr>
            <p:cNvSpPr>
              <a:spLocks/>
            </p:cNvSpPr>
            <p:nvPr/>
          </p:nvSpPr>
          <p:spPr bwMode="auto">
            <a:xfrm>
              <a:off x="7059613" y="2532063"/>
              <a:ext cx="542925" cy="527050"/>
            </a:xfrm>
            <a:custGeom>
              <a:avLst/>
              <a:gdLst>
                <a:gd name="T0" fmla="*/ 28 w 342"/>
                <a:gd name="T1" fmla="*/ 38 h 332"/>
                <a:gd name="T2" fmla="*/ 320 w 342"/>
                <a:gd name="T3" fmla="*/ 0 h 332"/>
                <a:gd name="T4" fmla="*/ 304 w 342"/>
                <a:gd name="T5" fmla="*/ 14 h 332"/>
                <a:gd name="T6" fmla="*/ 322 w 342"/>
                <a:gd name="T7" fmla="*/ 24 h 332"/>
                <a:gd name="T8" fmla="*/ 322 w 342"/>
                <a:gd name="T9" fmla="*/ 46 h 332"/>
                <a:gd name="T10" fmla="*/ 312 w 342"/>
                <a:gd name="T11" fmla="*/ 60 h 332"/>
                <a:gd name="T12" fmla="*/ 322 w 342"/>
                <a:gd name="T13" fmla="*/ 68 h 332"/>
                <a:gd name="T14" fmla="*/ 320 w 342"/>
                <a:gd name="T15" fmla="*/ 100 h 332"/>
                <a:gd name="T16" fmla="*/ 342 w 342"/>
                <a:gd name="T17" fmla="*/ 112 h 332"/>
                <a:gd name="T18" fmla="*/ 320 w 342"/>
                <a:gd name="T19" fmla="*/ 130 h 332"/>
                <a:gd name="T20" fmla="*/ 318 w 342"/>
                <a:gd name="T21" fmla="*/ 170 h 332"/>
                <a:gd name="T22" fmla="*/ 338 w 342"/>
                <a:gd name="T23" fmla="*/ 186 h 332"/>
                <a:gd name="T24" fmla="*/ 316 w 342"/>
                <a:gd name="T25" fmla="*/ 194 h 332"/>
                <a:gd name="T26" fmla="*/ 314 w 342"/>
                <a:gd name="T27" fmla="*/ 226 h 332"/>
                <a:gd name="T28" fmla="*/ 302 w 342"/>
                <a:gd name="T29" fmla="*/ 244 h 332"/>
                <a:gd name="T30" fmla="*/ 320 w 342"/>
                <a:gd name="T31" fmla="*/ 250 h 332"/>
                <a:gd name="T32" fmla="*/ 328 w 342"/>
                <a:gd name="T33" fmla="*/ 284 h 332"/>
                <a:gd name="T34" fmla="*/ 0 w 342"/>
                <a:gd name="T35" fmla="*/ 332 h 332"/>
                <a:gd name="T36" fmla="*/ 28 w 342"/>
                <a:gd name="T37" fmla="*/ 38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2" h="332">
                  <a:moveTo>
                    <a:pt x="28" y="38"/>
                  </a:moveTo>
                  <a:lnTo>
                    <a:pt x="320" y="0"/>
                  </a:lnTo>
                  <a:lnTo>
                    <a:pt x="304" y="14"/>
                  </a:lnTo>
                  <a:lnTo>
                    <a:pt x="322" y="24"/>
                  </a:lnTo>
                  <a:lnTo>
                    <a:pt x="322" y="46"/>
                  </a:lnTo>
                  <a:lnTo>
                    <a:pt x="312" y="60"/>
                  </a:lnTo>
                  <a:lnTo>
                    <a:pt x="322" y="68"/>
                  </a:lnTo>
                  <a:lnTo>
                    <a:pt x="320" y="100"/>
                  </a:lnTo>
                  <a:lnTo>
                    <a:pt x="342" y="112"/>
                  </a:lnTo>
                  <a:lnTo>
                    <a:pt x="320" y="130"/>
                  </a:lnTo>
                  <a:lnTo>
                    <a:pt x="318" y="170"/>
                  </a:lnTo>
                  <a:lnTo>
                    <a:pt x="338" y="186"/>
                  </a:lnTo>
                  <a:lnTo>
                    <a:pt x="316" y="194"/>
                  </a:lnTo>
                  <a:lnTo>
                    <a:pt x="314" y="226"/>
                  </a:lnTo>
                  <a:lnTo>
                    <a:pt x="302" y="244"/>
                  </a:lnTo>
                  <a:lnTo>
                    <a:pt x="320" y="250"/>
                  </a:lnTo>
                  <a:lnTo>
                    <a:pt x="328" y="284"/>
                  </a:lnTo>
                  <a:lnTo>
                    <a:pt x="0" y="332"/>
                  </a:lnTo>
                  <a:lnTo>
                    <a:pt x="28" y="38"/>
                  </a:lnTo>
                  <a:close/>
                </a:path>
              </a:pathLst>
            </a:custGeom>
            <a:solidFill>
              <a:srgbClr val="F7E6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4" name="Freeform 1404">
              <a:extLst>
                <a:ext uri="{FF2B5EF4-FFF2-40B4-BE49-F238E27FC236}">
                  <a16:creationId xmlns:a16="http://schemas.microsoft.com/office/drawing/2014/main" id="{2CF3BDB8-D421-409D-99DF-E2A5EF105493}"/>
                </a:ext>
              </a:extLst>
            </p:cNvPr>
            <p:cNvSpPr>
              <a:spLocks/>
            </p:cNvSpPr>
            <p:nvPr/>
          </p:nvSpPr>
          <p:spPr bwMode="auto">
            <a:xfrm>
              <a:off x="7059613" y="2532063"/>
              <a:ext cx="542925" cy="527050"/>
            </a:xfrm>
            <a:custGeom>
              <a:avLst/>
              <a:gdLst>
                <a:gd name="T0" fmla="*/ 28 w 342"/>
                <a:gd name="T1" fmla="*/ 38 h 332"/>
                <a:gd name="T2" fmla="*/ 320 w 342"/>
                <a:gd name="T3" fmla="*/ 0 h 332"/>
                <a:gd name="T4" fmla="*/ 304 w 342"/>
                <a:gd name="T5" fmla="*/ 14 h 332"/>
                <a:gd name="T6" fmla="*/ 322 w 342"/>
                <a:gd name="T7" fmla="*/ 24 h 332"/>
                <a:gd name="T8" fmla="*/ 322 w 342"/>
                <a:gd name="T9" fmla="*/ 46 h 332"/>
                <a:gd name="T10" fmla="*/ 312 w 342"/>
                <a:gd name="T11" fmla="*/ 60 h 332"/>
                <a:gd name="T12" fmla="*/ 322 w 342"/>
                <a:gd name="T13" fmla="*/ 68 h 332"/>
                <a:gd name="T14" fmla="*/ 320 w 342"/>
                <a:gd name="T15" fmla="*/ 100 h 332"/>
                <a:gd name="T16" fmla="*/ 342 w 342"/>
                <a:gd name="T17" fmla="*/ 112 h 332"/>
                <a:gd name="T18" fmla="*/ 320 w 342"/>
                <a:gd name="T19" fmla="*/ 130 h 332"/>
                <a:gd name="T20" fmla="*/ 318 w 342"/>
                <a:gd name="T21" fmla="*/ 170 h 332"/>
                <a:gd name="T22" fmla="*/ 338 w 342"/>
                <a:gd name="T23" fmla="*/ 186 h 332"/>
                <a:gd name="T24" fmla="*/ 316 w 342"/>
                <a:gd name="T25" fmla="*/ 194 h 332"/>
                <a:gd name="T26" fmla="*/ 314 w 342"/>
                <a:gd name="T27" fmla="*/ 226 h 332"/>
                <a:gd name="T28" fmla="*/ 302 w 342"/>
                <a:gd name="T29" fmla="*/ 244 h 332"/>
                <a:gd name="T30" fmla="*/ 320 w 342"/>
                <a:gd name="T31" fmla="*/ 250 h 332"/>
                <a:gd name="T32" fmla="*/ 328 w 342"/>
                <a:gd name="T33" fmla="*/ 284 h 332"/>
                <a:gd name="T34" fmla="*/ 0 w 342"/>
                <a:gd name="T35" fmla="*/ 332 h 332"/>
                <a:gd name="T36" fmla="*/ 28 w 342"/>
                <a:gd name="T37" fmla="*/ 38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2" h="332">
                  <a:moveTo>
                    <a:pt x="28" y="38"/>
                  </a:moveTo>
                  <a:lnTo>
                    <a:pt x="320" y="0"/>
                  </a:lnTo>
                  <a:lnTo>
                    <a:pt x="304" y="14"/>
                  </a:lnTo>
                  <a:lnTo>
                    <a:pt x="322" y="24"/>
                  </a:lnTo>
                  <a:lnTo>
                    <a:pt x="322" y="46"/>
                  </a:lnTo>
                  <a:lnTo>
                    <a:pt x="312" y="60"/>
                  </a:lnTo>
                  <a:lnTo>
                    <a:pt x="322" y="68"/>
                  </a:lnTo>
                  <a:lnTo>
                    <a:pt x="320" y="100"/>
                  </a:lnTo>
                  <a:lnTo>
                    <a:pt x="342" y="112"/>
                  </a:lnTo>
                  <a:lnTo>
                    <a:pt x="320" y="130"/>
                  </a:lnTo>
                  <a:lnTo>
                    <a:pt x="318" y="170"/>
                  </a:lnTo>
                  <a:lnTo>
                    <a:pt x="338" y="186"/>
                  </a:lnTo>
                  <a:lnTo>
                    <a:pt x="316" y="194"/>
                  </a:lnTo>
                  <a:lnTo>
                    <a:pt x="314" y="226"/>
                  </a:lnTo>
                  <a:lnTo>
                    <a:pt x="302" y="244"/>
                  </a:lnTo>
                  <a:lnTo>
                    <a:pt x="320" y="250"/>
                  </a:lnTo>
                  <a:lnTo>
                    <a:pt x="328" y="284"/>
                  </a:lnTo>
                  <a:lnTo>
                    <a:pt x="0" y="332"/>
                  </a:lnTo>
                  <a:lnTo>
                    <a:pt x="28" y="3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5" name="Freeform 1405">
              <a:extLst>
                <a:ext uri="{FF2B5EF4-FFF2-40B4-BE49-F238E27FC236}">
                  <a16:creationId xmlns:a16="http://schemas.microsoft.com/office/drawing/2014/main" id="{3FE4E4EF-EE32-47FD-B04F-544135935E6B}"/>
                </a:ext>
              </a:extLst>
            </p:cNvPr>
            <p:cNvSpPr>
              <a:spLocks/>
            </p:cNvSpPr>
            <p:nvPr/>
          </p:nvSpPr>
          <p:spPr bwMode="auto">
            <a:xfrm>
              <a:off x="7100888" y="2570163"/>
              <a:ext cx="469900" cy="155575"/>
            </a:xfrm>
            <a:custGeom>
              <a:avLst/>
              <a:gdLst>
                <a:gd name="T0" fmla="*/ 294 w 296"/>
                <a:gd name="T1" fmla="*/ 0 h 98"/>
                <a:gd name="T2" fmla="*/ 294 w 296"/>
                <a:gd name="T3" fmla="*/ 0 h 98"/>
                <a:gd name="T4" fmla="*/ 0 w 296"/>
                <a:gd name="T5" fmla="*/ 72 h 98"/>
                <a:gd name="T6" fmla="*/ 0 w 296"/>
                <a:gd name="T7" fmla="*/ 72 h 98"/>
                <a:gd name="T8" fmla="*/ 4 w 296"/>
                <a:gd name="T9" fmla="*/ 98 h 98"/>
                <a:gd name="T10" fmla="*/ 292 w 296"/>
                <a:gd name="T11" fmla="*/ 26 h 98"/>
                <a:gd name="T12" fmla="*/ 296 w 296"/>
                <a:gd name="T13" fmla="*/ 22 h 98"/>
                <a:gd name="T14" fmla="*/ 296 w 296"/>
                <a:gd name="T15" fmla="*/ 0 h 98"/>
                <a:gd name="T16" fmla="*/ 294 w 296"/>
                <a:gd name="T17"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6" h="98">
                  <a:moveTo>
                    <a:pt x="294" y="0"/>
                  </a:moveTo>
                  <a:lnTo>
                    <a:pt x="294" y="0"/>
                  </a:lnTo>
                  <a:lnTo>
                    <a:pt x="0" y="72"/>
                  </a:lnTo>
                  <a:lnTo>
                    <a:pt x="0" y="72"/>
                  </a:lnTo>
                  <a:lnTo>
                    <a:pt x="4" y="98"/>
                  </a:lnTo>
                  <a:lnTo>
                    <a:pt x="292" y="26"/>
                  </a:lnTo>
                  <a:lnTo>
                    <a:pt x="296" y="22"/>
                  </a:lnTo>
                  <a:lnTo>
                    <a:pt x="296" y="0"/>
                  </a:lnTo>
                  <a:lnTo>
                    <a:pt x="294" y="0"/>
                  </a:lnTo>
                  <a:close/>
                </a:path>
              </a:pathLst>
            </a:custGeom>
            <a:solidFill>
              <a:srgbClr val="DDC2A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6" name="Freeform 1406">
              <a:extLst>
                <a:ext uri="{FF2B5EF4-FFF2-40B4-BE49-F238E27FC236}">
                  <a16:creationId xmlns:a16="http://schemas.microsoft.com/office/drawing/2014/main" id="{792AD1A3-AE90-489D-A899-18F526D1DB4A}"/>
                </a:ext>
              </a:extLst>
            </p:cNvPr>
            <p:cNvSpPr>
              <a:spLocks/>
            </p:cNvSpPr>
            <p:nvPr/>
          </p:nvSpPr>
          <p:spPr bwMode="auto">
            <a:xfrm>
              <a:off x="7100888" y="2570163"/>
              <a:ext cx="469900" cy="155575"/>
            </a:xfrm>
            <a:custGeom>
              <a:avLst/>
              <a:gdLst>
                <a:gd name="T0" fmla="*/ 294 w 296"/>
                <a:gd name="T1" fmla="*/ 0 h 98"/>
                <a:gd name="T2" fmla="*/ 294 w 296"/>
                <a:gd name="T3" fmla="*/ 0 h 98"/>
                <a:gd name="T4" fmla="*/ 0 w 296"/>
                <a:gd name="T5" fmla="*/ 72 h 98"/>
                <a:gd name="T6" fmla="*/ 0 w 296"/>
                <a:gd name="T7" fmla="*/ 72 h 98"/>
                <a:gd name="T8" fmla="*/ 4 w 296"/>
                <a:gd name="T9" fmla="*/ 98 h 98"/>
                <a:gd name="T10" fmla="*/ 292 w 296"/>
                <a:gd name="T11" fmla="*/ 26 h 98"/>
                <a:gd name="T12" fmla="*/ 296 w 296"/>
                <a:gd name="T13" fmla="*/ 22 h 98"/>
                <a:gd name="T14" fmla="*/ 296 w 296"/>
                <a:gd name="T15" fmla="*/ 0 h 98"/>
                <a:gd name="T16" fmla="*/ 294 w 296"/>
                <a:gd name="T17"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6" h="98">
                  <a:moveTo>
                    <a:pt x="294" y="0"/>
                  </a:moveTo>
                  <a:lnTo>
                    <a:pt x="294" y="0"/>
                  </a:lnTo>
                  <a:lnTo>
                    <a:pt x="0" y="72"/>
                  </a:lnTo>
                  <a:lnTo>
                    <a:pt x="0" y="72"/>
                  </a:lnTo>
                  <a:lnTo>
                    <a:pt x="4" y="98"/>
                  </a:lnTo>
                  <a:lnTo>
                    <a:pt x="292" y="26"/>
                  </a:lnTo>
                  <a:lnTo>
                    <a:pt x="296" y="22"/>
                  </a:lnTo>
                  <a:lnTo>
                    <a:pt x="296" y="0"/>
                  </a:lnTo>
                  <a:lnTo>
                    <a:pt x="29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7" name="Freeform 1407">
              <a:extLst>
                <a:ext uri="{FF2B5EF4-FFF2-40B4-BE49-F238E27FC236}">
                  <a16:creationId xmlns:a16="http://schemas.microsoft.com/office/drawing/2014/main" id="{9247A334-BD36-4487-88C3-B23B3723327F}"/>
                </a:ext>
              </a:extLst>
            </p:cNvPr>
            <p:cNvSpPr>
              <a:spLocks/>
            </p:cNvSpPr>
            <p:nvPr/>
          </p:nvSpPr>
          <p:spPr bwMode="auto">
            <a:xfrm>
              <a:off x="7107238" y="2690813"/>
              <a:ext cx="495300" cy="85725"/>
            </a:xfrm>
            <a:custGeom>
              <a:avLst/>
              <a:gdLst>
                <a:gd name="T0" fmla="*/ 290 w 312"/>
                <a:gd name="T1" fmla="*/ 0 h 54"/>
                <a:gd name="T2" fmla="*/ 20 w 312"/>
                <a:gd name="T3" fmla="*/ 48 h 54"/>
                <a:gd name="T4" fmla="*/ 0 w 312"/>
                <a:gd name="T5" fmla="*/ 48 h 54"/>
                <a:gd name="T6" fmla="*/ 0 w 312"/>
                <a:gd name="T7" fmla="*/ 54 h 54"/>
                <a:gd name="T8" fmla="*/ 0 w 312"/>
                <a:gd name="T9" fmla="*/ 54 h 54"/>
                <a:gd name="T10" fmla="*/ 176 w 312"/>
                <a:gd name="T11" fmla="*/ 38 h 54"/>
                <a:gd name="T12" fmla="*/ 290 w 312"/>
                <a:gd name="T13" fmla="*/ 30 h 54"/>
                <a:gd name="T14" fmla="*/ 312 w 312"/>
                <a:gd name="T15" fmla="*/ 12 h 54"/>
                <a:gd name="T16" fmla="*/ 290 w 312"/>
                <a:gd name="T17" fmla="*/ 0 h 54"/>
                <a:gd name="T18" fmla="*/ 290 w 312"/>
                <a:gd name="T19"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2" h="54">
                  <a:moveTo>
                    <a:pt x="290" y="0"/>
                  </a:moveTo>
                  <a:lnTo>
                    <a:pt x="20" y="48"/>
                  </a:lnTo>
                  <a:lnTo>
                    <a:pt x="0" y="48"/>
                  </a:lnTo>
                  <a:lnTo>
                    <a:pt x="0" y="54"/>
                  </a:lnTo>
                  <a:lnTo>
                    <a:pt x="0" y="54"/>
                  </a:lnTo>
                  <a:lnTo>
                    <a:pt x="176" y="38"/>
                  </a:lnTo>
                  <a:lnTo>
                    <a:pt x="290" y="30"/>
                  </a:lnTo>
                  <a:lnTo>
                    <a:pt x="312" y="12"/>
                  </a:lnTo>
                  <a:lnTo>
                    <a:pt x="290" y="0"/>
                  </a:lnTo>
                  <a:lnTo>
                    <a:pt x="290" y="0"/>
                  </a:lnTo>
                  <a:close/>
                </a:path>
              </a:pathLst>
            </a:custGeom>
            <a:solidFill>
              <a:srgbClr val="DDC2A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8" name="Freeform 1408">
              <a:extLst>
                <a:ext uri="{FF2B5EF4-FFF2-40B4-BE49-F238E27FC236}">
                  <a16:creationId xmlns:a16="http://schemas.microsoft.com/office/drawing/2014/main" id="{44D600E0-5C57-4D8C-A2E4-53AC7A77804B}"/>
                </a:ext>
              </a:extLst>
            </p:cNvPr>
            <p:cNvSpPr>
              <a:spLocks/>
            </p:cNvSpPr>
            <p:nvPr/>
          </p:nvSpPr>
          <p:spPr bwMode="auto">
            <a:xfrm>
              <a:off x="7107238" y="2690813"/>
              <a:ext cx="495300" cy="85725"/>
            </a:xfrm>
            <a:custGeom>
              <a:avLst/>
              <a:gdLst>
                <a:gd name="T0" fmla="*/ 290 w 312"/>
                <a:gd name="T1" fmla="*/ 0 h 54"/>
                <a:gd name="T2" fmla="*/ 20 w 312"/>
                <a:gd name="T3" fmla="*/ 48 h 54"/>
                <a:gd name="T4" fmla="*/ 0 w 312"/>
                <a:gd name="T5" fmla="*/ 48 h 54"/>
                <a:gd name="T6" fmla="*/ 0 w 312"/>
                <a:gd name="T7" fmla="*/ 54 h 54"/>
                <a:gd name="T8" fmla="*/ 0 w 312"/>
                <a:gd name="T9" fmla="*/ 54 h 54"/>
                <a:gd name="T10" fmla="*/ 176 w 312"/>
                <a:gd name="T11" fmla="*/ 38 h 54"/>
                <a:gd name="T12" fmla="*/ 290 w 312"/>
                <a:gd name="T13" fmla="*/ 30 h 54"/>
                <a:gd name="T14" fmla="*/ 312 w 312"/>
                <a:gd name="T15" fmla="*/ 12 h 54"/>
                <a:gd name="T16" fmla="*/ 290 w 312"/>
                <a:gd name="T17" fmla="*/ 0 h 54"/>
                <a:gd name="T18" fmla="*/ 290 w 312"/>
                <a:gd name="T19"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2" h="54">
                  <a:moveTo>
                    <a:pt x="290" y="0"/>
                  </a:moveTo>
                  <a:lnTo>
                    <a:pt x="20" y="48"/>
                  </a:lnTo>
                  <a:lnTo>
                    <a:pt x="0" y="48"/>
                  </a:lnTo>
                  <a:lnTo>
                    <a:pt x="0" y="54"/>
                  </a:lnTo>
                  <a:lnTo>
                    <a:pt x="0" y="54"/>
                  </a:lnTo>
                  <a:lnTo>
                    <a:pt x="176" y="38"/>
                  </a:lnTo>
                  <a:lnTo>
                    <a:pt x="290" y="30"/>
                  </a:lnTo>
                  <a:lnTo>
                    <a:pt x="312" y="12"/>
                  </a:lnTo>
                  <a:lnTo>
                    <a:pt x="290" y="0"/>
                  </a:lnTo>
                  <a:lnTo>
                    <a:pt x="29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9" name="Freeform 1409">
              <a:extLst>
                <a:ext uri="{FF2B5EF4-FFF2-40B4-BE49-F238E27FC236}">
                  <a16:creationId xmlns:a16="http://schemas.microsoft.com/office/drawing/2014/main" id="{7E1B7938-6F96-4FF6-9A18-859656A5BDFB}"/>
                </a:ext>
              </a:extLst>
            </p:cNvPr>
            <p:cNvSpPr>
              <a:spLocks/>
            </p:cNvSpPr>
            <p:nvPr/>
          </p:nvSpPr>
          <p:spPr bwMode="auto">
            <a:xfrm>
              <a:off x="7091363" y="2801938"/>
              <a:ext cx="504825" cy="73025"/>
            </a:xfrm>
            <a:custGeom>
              <a:avLst/>
              <a:gdLst>
                <a:gd name="T0" fmla="*/ 298 w 318"/>
                <a:gd name="T1" fmla="*/ 0 h 46"/>
                <a:gd name="T2" fmla="*/ 20 w 318"/>
                <a:gd name="T3" fmla="*/ 8 h 46"/>
                <a:gd name="T4" fmla="*/ 34 w 318"/>
                <a:gd name="T5" fmla="*/ 10 h 46"/>
                <a:gd name="T6" fmla="*/ 8 w 318"/>
                <a:gd name="T7" fmla="*/ 34 h 46"/>
                <a:gd name="T8" fmla="*/ 0 w 318"/>
                <a:gd name="T9" fmla="*/ 46 h 46"/>
                <a:gd name="T10" fmla="*/ 296 w 318"/>
                <a:gd name="T11" fmla="*/ 24 h 46"/>
                <a:gd name="T12" fmla="*/ 318 w 318"/>
                <a:gd name="T13" fmla="*/ 16 h 46"/>
                <a:gd name="T14" fmla="*/ 298 w 318"/>
                <a:gd name="T15" fmla="*/ 0 h 46"/>
                <a:gd name="T16" fmla="*/ 298 w 318"/>
                <a:gd name="T17"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8" h="46">
                  <a:moveTo>
                    <a:pt x="298" y="0"/>
                  </a:moveTo>
                  <a:lnTo>
                    <a:pt x="20" y="8"/>
                  </a:lnTo>
                  <a:lnTo>
                    <a:pt x="34" y="10"/>
                  </a:lnTo>
                  <a:lnTo>
                    <a:pt x="8" y="34"/>
                  </a:lnTo>
                  <a:lnTo>
                    <a:pt x="0" y="46"/>
                  </a:lnTo>
                  <a:lnTo>
                    <a:pt x="296" y="24"/>
                  </a:lnTo>
                  <a:lnTo>
                    <a:pt x="318" y="16"/>
                  </a:lnTo>
                  <a:lnTo>
                    <a:pt x="298" y="0"/>
                  </a:lnTo>
                  <a:lnTo>
                    <a:pt x="298" y="0"/>
                  </a:lnTo>
                  <a:close/>
                </a:path>
              </a:pathLst>
            </a:custGeom>
            <a:solidFill>
              <a:srgbClr val="DDC2A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0" name="Freeform 1410">
              <a:extLst>
                <a:ext uri="{FF2B5EF4-FFF2-40B4-BE49-F238E27FC236}">
                  <a16:creationId xmlns:a16="http://schemas.microsoft.com/office/drawing/2014/main" id="{C27EC4BE-D0EE-43F5-9D9F-3CCF6EF5669D}"/>
                </a:ext>
              </a:extLst>
            </p:cNvPr>
            <p:cNvSpPr>
              <a:spLocks/>
            </p:cNvSpPr>
            <p:nvPr/>
          </p:nvSpPr>
          <p:spPr bwMode="auto">
            <a:xfrm>
              <a:off x="7091363" y="2801938"/>
              <a:ext cx="504825" cy="73025"/>
            </a:xfrm>
            <a:custGeom>
              <a:avLst/>
              <a:gdLst>
                <a:gd name="T0" fmla="*/ 298 w 318"/>
                <a:gd name="T1" fmla="*/ 0 h 46"/>
                <a:gd name="T2" fmla="*/ 20 w 318"/>
                <a:gd name="T3" fmla="*/ 8 h 46"/>
                <a:gd name="T4" fmla="*/ 34 w 318"/>
                <a:gd name="T5" fmla="*/ 10 h 46"/>
                <a:gd name="T6" fmla="*/ 8 w 318"/>
                <a:gd name="T7" fmla="*/ 34 h 46"/>
                <a:gd name="T8" fmla="*/ 0 w 318"/>
                <a:gd name="T9" fmla="*/ 46 h 46"/>
                <a:gd name="T10" fmla="*/ 296 w 318"/>
                <a:gd name="T11" fmla="*/ 24 h 46"/>
                <a:gd name="T12" fmla="*/ 318 w 318"/>
                <a:gd name="T13" fmla="*/ 16 h 46"/>
                <a:gd name="T14" fmla="*/ 298 w 318"/>
                <a:gd name="T15" fmla="*/ 0 h 46"/>
                <a:gd name="T16" fmla="*/ 298 w 318"/>
                <a:gd name="T17"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8" h="46">
                  <a:moveTo>
                    <a:pt x="298" y="0"/>
                  </a:moveTo>
                  <a:lnTo>
                    <a:pt x="20" y="8"/>
                  </a:lnTo>
                  <a:lnTo>
                    <a:pt x="34" y="10"/>
                  </a:lnTo>
                  <a:lnTo>
                    <a:pt x="8" y="34"/>
                  </a:lnTo>
                  <a:lnTo>
                    <a:pt x="0" y="46"/>
                  </a:lnTo>
                  <a:lnTo>
                    <a:pt x="296" y="24"/>
                  </a:lnTo>
                  <a:lnTo>
                    <a:pt x="318" y="16"/>
                  </a:lnTo>
                  <a:lnTo>
                    <a:pt x="298" y="0"/>
                  </a:lnTo>
                  <a:lnTo>
                    <a:pt x="29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1" name="Freeform 1411">
              <a:extLst>
                <a:ext uri="{FF2B5EF4-FFF2-40B4-BE49-F238E27FC236}">
                  <a16:creationId xmlns:a16="http://schemas.microsoft.com/office/drawing/2014/main" id="{6364C0E1-3CD2-4BB1-9219-AEE9AE6FE328}"/>
                </a:ext>
              </a:extLst>
            </p:cNvPr>
            <p:cNvSpPr>
              <a:spLocks/>
            </p:cNvSpPr>
            <p:nvPr/>
          </p:nvSpPr>
          <p:spPr bwMode="auto">
            <a:xfrm>
              <a:off x="7100888" y="2916238"/>
              <a:ext cx="466725" cy="41275"/>
            </a:xfrm>
            <a:custGeom>
              <a:avLst/>
              <a:gdLst>
                <a:gd name="T0" fmla="*/ 276 w 294"/>
                <a:gd name="T1" fmla="*/ 0 h 26"/>
                <a:gd name="T2" fmla="*/ 0 w 294"/>
                <a:gd name="T3" fmla="*/ 18 h 26"/>
                <a:gd name="T4" fmla="*/ 0 w 294"/>
                <a:gd name="T5" fmla="*/ 20 h 26"/>
                <a:gd name="T6" fmla="*/ 4 w 294"/>
                <a:gd name="T7" fmla="*/ 26 h 26"/>
                <a:gd name="T8" fmla="*/ 294 w 294"/>
                <a:gd name="T9" fmla="*/ 10 h 26"/>
                <a:gd name="T10" fmla="*/ 294 w 294"/>
                <a:gd name="T11" fmla="*/ 8 h 26"/>
                <a:gd name="T12" fmla="*/ 276 w 294"/>
                <a:gd name="T13" fmla="*/ 2 h 26"/>
                <a:gd name="T14" fmla="*/ 276 w 294"/>
                <a:gd name="T15" fmla="*/ 0 h 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4" h="26">
                  <a:moveTo>
                    <a:pt x="276" y="0"/>
                  </a:moveTo>
                  <a:lnTo>
                    <a:pt x="0" y="18"/>
                  </a:lnTo>
                  <a:lnTo>
                    <a:pt x="0" y="20"/>
                  </a:lnTo>
                  <a:lnTo>
                    <a:pt x="4" y="26"/>
                  </a:lnTo>
                  <a:lnTo>
                    <a:pt x="294" y="10"/>
                  </a:lnTo>
                  <a:lnTo>
                    <a:pt x="294" y="8"/>
                  </a:lnTo>
                  <a:lnTo>
                    <a:pt x="276" y="2"/>
                  </a:lnTo>
                  <a:lnTo>
                    <a:pt x="276" y="0"/>
                  </a:lnTo>
                  <a:close/>
                </a:path>
              </a:pathLst>
            </a:custGeom>
            <a:solidFill>
              <a:srgbClr val="DDC2A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2" name="Freeform 1412">
              <a:extLst>
                <a:ext uri="{FF2B5EF4-FFF2-40B4-BE49-F238E27FC236}">
                  <a16:creationId xmlns:a16="http://schemas.microsoft.com/office/drawing/2014/main" id="{329C7A8A-2A88-4FC0-912B-35EAB92B8CED}"/>
                </a:ext>
              </a:extLst>
            </p:cNvPr>
            <p:cNvSpPr>
              <a:spLocks/>
            </p:cNvSpPr>
            <p:nvPr/>
          </p:nvSpPr>
          <p:spPr bwMode="auto">
            <a:xfrm>
              <a:off x="7100888" y="2916238"/>
              <a:ext cx="466725" cy="41275"/>
            </a:xfrm>
            <a:custGeom>
              <a:avLst/>
              <a:gdLst>
                <a:gd name="T0" fmla="*/ 276 w 294"/>
                <a:gd name="T1" fmla="*/ 0 h 26"/>
                <a:gd name="T2" fmla="*/ 0 w 294"/>
                <a:gd name="T3" fmla="*/ 18 h 26"/>
                <a:gd name="T4" fmla="*/ 0 w 294"/>
                <a:gd name="T5" fmla="*/ 20 h 26"/>
                <a:gd name="T6" fmla="*/ 4 w 294"/>
                <a:gd name="T7" fmla="*/ 26 h 26"/>
                <a:gd name="T8" fmla="*/ 294 w 294"/>
                <a:gd name="T9" fmla="*/ 10 h 26"/>
                <a:gd name="T10" fmla="*/ 294 w 294"/>
                <a:gd name="T11" fmla="*/ 8 h 26"/>
                <a:gd name="T12" fmla="*/ 276 w 294"/>
                <a:gd name="T13" fmla="*/ 2 h 26"/>
                <a:gd name="T14" fmla="*/ 276 w 294"/>
                <a:gd name="T15" fmla="*/ 0 h 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4" h="26">
                  <a:moveTo>
                    <a:pt x="276" y="0"/>
                  </a:moveTo>
                  <a:lnTo>
                    <a:pt x="0" y="18"/>
                  </a:lnTo>
                  <a:lnTo>
                    <a:pt x="0" y="20"/>
                  </a:lnTo>
                  <a:lnTo>
                    <a:pt x="4" y="26"/>
                  </a:lnTo>
                  <a:lnTo>
                    <a:pt x="294" y="10"/>
                  </a:lnTo>
                  <a:lnTo>
                    <a:pt x="294" y="8"/>
                  </a:lnTo>
                  <a:lnTo>
                    <a:pt x="276" y="2"/>
                  </a:lnTo>
                  <a:lnTo>
                    <a:pt x="27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3" name="Freeform 1413">
              <a:extLst>
                <a:ext uri="{FF2B5EF4-FFF2-40B4-BE49-F238E27FC236}">
                  <a16:creationId xmlns:a16="http://schemas.microsoft.com/office/drawing/2014/main" id="{435A1925-5E28-4720-90B1-2947517425BD}"/>
                </a:ext>
              </a:extLst>
            </p:cNvPr>
            <p:cNvSpPr>
              <a:spLocks/>
            </p:cNvSpPr>
            <p:nvPr/>
          </p:nvSpPr>
          <p:spPr bwMode="auto">
            <a:xfrm>
              <a:off x="6526213" y="2497138"/>
              <a:ext cx="619125" cy="574675"/>
            </a:xfrm>
            <a:custGeom>
              <a:avLst/>
              <a:gdLst>
                <a:gd name="T0" fmla="*/ 0 w 390"/>
                <a:gd name="T1" fmla="*/ 312 h 362"/>
                <a:gd name="T2" fmla="*/ 10 w 390"/>
                <a:gd name="T3" fmla="*/ 276 h 362"/>
                <a:gd name="T4" fmla="*/ 2 w 390"/>
                <a:gd name="T5" fmla="*/ 258 h 362"/>
                <a:gd name="T6" fmla="*/ 28 w 390"/>
                <a:gd name="T7" fmla="*/ 242 h 362"/>
                <a:gd name="T8" fmla="*/ 16 w 390"/>
                <a:gd name="T9" fmla="*/ 226 h 362"/>
                <a:gd name="T10" fmla="*/ 0 w 390"/>
                <a:gd name="T11" fmla="*/ 208 h 362"/>
                <a:gd name="T12" fmla="*/ 18 w 390"/>
                <a:gd name="T13" fmla="*/ 190 h 362"/>
                <a:gd name="T14" fmla="*/ 28 w 390"/>
                <a:gd name="T15" fmla="*/ 168 h 362"/>
                <a:gd name="T16" fmla="*/ 24 w 390"/>
                <a:gd name="T17" fmla="*/ 144 h 362"/>
                <a:gd name="T18" fmla="*/ 8 w 390"/>
                <a:gd name="T19" fmla="*/ 128 h 362"/>
                <a:gd name="T20" fmla="*/ 34 w 390"/>
                <a:gd name="T21" fmla="*/ 96 h 362"/>
                <a:gd name="T22" fmla="*/ 20 w 390"/>
                <a:gd name="T23" fmla="*/ 72 h 362"/>
                <a:gd name="T24" fmla="*/ 40 w 390"/>
                <a:gd name="T25" fmla="*/ 62 h 362"/>
                <a:gd name="T26" fmla="*/ 38 w 390"/>
                <a:gd name="T27" fmla="*/ 22 h 362"/>
                <a:gd name="T28" fmla="*/ 0 w 390"/>
                <a:gd name="T29" fmla="*/ 6 h 362"/>
                <a:gd name="T30" fmla="*/ 44 w 390"/>
                <a:gd name="T31" fmla="*/ 0 h 362"/>
                <a:gd name="T32" fmla="*/ 364 w 390"/>
                <a:gd name="T33" fmla="*/ 60 h 362"/>
                <a:gd name="T34" fmla="*/ 380 w 390"/>
                <a:gd name="T35" fmla="*/ 78 h 362"/>
                <a:gd name="T36" fmla="*/ 362 w 390"/>
                <a:gd name="T37" fmla="*/ 92 h 362"/>
                <a:gd name="T38" fmla="*/ 372 w 390"/>
                <a:gd name="T39" fmla="*/ 106 h 362"/>
                <a:gd name="T40" fmla="*/ 362 w 390"/>
                <a:gd name="T41" fmla="*/ 118 h 362"/>
                <a:gd name="T42" fmla="*/ 368 w 390"/>
                <a:gd name="T43" fmla="*/ 148 h 362"/>
                <a:gd name="T44" fmla="*/ 386 w 390"/>
                <a:gd name="T45" fmla="*/ 170 h 362"/>
                <a:gd name="T46" fmla="*/ 366 w 390"/>
                <a:gd name="T47" fmla="*/ 170 h 362"/>
                <a:gd name="T48" fmla="*/ 366 w 390"/>
                <a:gd name="T49" fmla="*/ 200 h 362"/>
                <a:gd name="T50" fmla="*/ 390 w 390"/>
                <a:gd name="T51" fmla="*/ 202 h 362"/>
                <a:gd name="T52" fmla="*/ 364 w 390"/>
                <a:gd name="T53" fmla="*/ 226 h 362"/>
                <a:gd name="T54" fmla="*/ 354 w 390"/>
                <a:gd name="T55" fmla="*/ 242 h 362"/>
                <a:gd name="T56" fmla="*/ 358 w 390"/>
                <a:gd name="T57" fmla="*/ 256 h 362"/>
                <a:gd name="T58" fmla="*/ 362 w 390"/>
                <a:gd name="T59" fmla="*/ 284 h 362"/>
                <a:gd name="T60" fmla="*/ 376 w 390"/>
                <a:gd name="T61" fmla="*/ 302 h 362"/>
                <a:gd name="T62" fmla="*/ 358 w 390"/>
                <a:gd name="T63" fmla="*/ 362 h 362"/>
                <a:gd name="T64" fmla="*/ 0 w 390"/>
                <a:gd name="T65" fmla="*/ 312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90" h="362">
                  <a:moveTo>
                    <a:pt x="0" y="312"/>
                  </a:moveTo>
                  <a:lnTo>
                    <a:pt x="10" y="276"/>
                  </a:lnTo>
                  <a:lnTo>
                    <a:pt x="2" y="258"/>
                  </a:lnTo>
                  <a:lnTo>
                    <a:pt x="28" y="242"/>
                  </a:lnTo>
                  <a:lnTo>
                    <a:pt x="16" y="226"/>
                  </a:lnTo>
                  <a:lnTo>
                    <a:pt x="0" y="208"/>
                  </a:lnTo>
                  <a:lnTo>
                    <a:pt x="18" y="190"/>
                  </a:lnTo>
                  <a:lnTo>
                    <a:pt x="28" y="168"/>
                  </a:lnTo>
                  <a:lnTo>
                    <a:pt x="24" y="144"/>
                  </a:lnTo>
                  <a:lnTo>
                    <a:pt x="8" y="128"/>
                  </a:lnTo>
                  <a:lnTo>
                    <a:pt x="34" y="96"/>
                  </a:lnTo>
                  <a:lnTo>
                    <a:pt x="20" y="72"/>
                  </a:lnTo>
                  <a:lnTo>
                    <a:pt x="40" y="62"/>
                  </a:lnTo>
                  <a:lnTo>
                    <a:pt x="38" y="22"/>
                  </a:lnTo>
                  <a:lnTo>
                    <a:pt x="0" y="6"/>
                  </a:lnTo>
                  <a:lnTo>
                    <a:pt x="44" y="0"/>
                  </a:lnTo>
                  <a:lnTo>
                    <a:pt x="364" y="60"/>
                  </a:lnTo>
                  <a:lnTo>
                    <a:pt x="380" y="78"/>
                  </a:lnTo>
                  <a:lnTo>
                    <a:pt x="362" y="92"/>
                  </a:lnTo>
                  <a:lnTo>
                    <a:pt x="372" y="106"/>
                  </a:lnTo>
                  <a:lnTo>
                    <a:pt x="362" y="118"/>
                  </a:lnTo>
                  <a:lnTo>
                    <a:pt x="368" y="148"/>
                  </a:lnTo>
                  <a:lnTo>
                    <a:pt x="386" y="170"/>
                  </a:lnTo>
                  <a:lnTo>
                    <a:pt x="366" y="170"/>
                  </a:lnTo>
                  <a:lnTo>
                    <a:pt x="366" y="200"/>
                  </a:lnTo>
                  <a:lnTo>
                    <a:pt x="390" y="202"/>
                  </a:lnTo>
                  <a:lnTo>
                    <a:pt x="364" y="226"/>
                  </a:lnTo>
                  <a:lnTo>
                    <a:pt x="354" y="242"/>
                  </a:lnTo>
                  <a:lnTo>
                    <a:pt x="358" y="256"/>
                  </a:lnTo>
                  <a:lnTo>
                    <a:pt x="362" y="284"/>
                  </a:lnTo>
                  <a:lnTo>
                    <a:pt x="376" y="302"/>
                  </a:lnTo>
                  <a:lnTo>
                    <a:pt x="358" y="362"/>
                  </a:lnTo>
                  <a:lnTo>
                    <a:pt x="0" y="312"/>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4" name="Freeform 1414">
              <a:extLst>
                <a:ext uri="{FF2B5EF4-FFF2-40B4-BE49-F238E27FC236}">
                  <a16:creationId xmlns:a16="http://schemas.microsoft.com/office/drawing/2014/main" id="{BF9DE1B7-A0A5-461B-A249-FE05A13357B1}"/>
                </a:ext>
              </a:extLst>
            </p:cNvPr>
            <p:cNvSpPr>
              <a:spLocks/>
            </p:cNvSpPr>
            <p:nvPr/>
          </p:nvSpPr>
          <p:spPr bwMode="auto">
            <a:xfrm>
              <a:off x="6526213" y="2497138"/>
              <a:ext cx="619125" cy="574675"/>
            </a:xfrm>
            <a:custGeom>
              <a:avLst/>
              <a:gdLst>
                <a:gd name="T0" fmla="*/ 0 w 390"/>
                <a:gd name="T1" fmla="*/ 312 h 362"/>
                <a:gd name="T2" fmla="*/ 10 w 390"/>
                <a:gd name="T3" fmla="*/ 276 h 362"/>
                <a:gd name="T4" fmla="*/ 2 w 390"/>
                <a:gd name="T5" fmla="*/ 258 h 362"/>
                <a:gd name="T6" fmla="*/ 28 w 390"/>
                <a:gd name="T7" fmla="*/ 242 h 362"/>
                <a:gd name="T8" fmla="*/ 16 w 390"/>
                <a:gd name="T9" fmla="*/ 226 h 362"/>
                <a:gd name="T10" fmla="*/ 0 w 390"/>
                <a:gd name="T11" fmla="*/ 208 h 362"/>
                <a:gd name="T12" fmla="*/ 18 w 390"/>
                <a:gd name="T13" fmla="*/ 190 h 362"/>
                <a:gd name="T14" fmla="*/ 28 w 390"/>
                <a:gd name="T15" fmla="*/ 168 h 362"/>
                <a:gd name="T16" fmla="*/ 24 w 390"/>
                <a:gd name="T17" fmla="*/ 144 h 362"/>
                <a:gd name="T18" fmla="*/ 8 w 390"/>
                <a:gd name="T19" fmla="*/ 128 h 362"/>
                <a:gd name="T20" fmla="*/ 34 w 390"/>
                <a:gd name="T21" fmla="*/ 96 h 362"/>
                <a:gd name="T22" fmla="*/ 20 w 390"/>
                <a:gd name="T23" fmla="*/ 72 h 362"/>
                <a:gd name="T24" fmla="*/ 40 w 390"/>
                <a:gd name="T25" fmla="*/ 62 h 362"/>
                <a:gd name="T26" fmla="*/ 38 w 390"/>
                <a:gd name="T27" fmla="*/ 22 h 362"/>
                <a:gd name="T28" fmla="*/ 0 w 390"/>
                <a:gd name="T29" fmla="*/ 6 h 362"/>
                <a:gd name="T30" fmla="*/ 44 w 390"/>
                <a:gd name="T31" fmla="*/ 0 h 362"/>
                <a:gd name="T32" fmla="*/ 364 w 390"/>
                <a:gd name="T33" fmla="*/ 60 h 362"/>
                <a:gd name="T34" fmla="*/ 380 w 390"/>
                <a:gd name="T35" fmla="*/ 78 h 362"/>
                <a:gd name="T36" fmla="*/ 362 w 390"/>
                <a:gd name="T37" fmla="*/ 92 h 362"/>
                <a:gd name="T38" fmla="*/ 372 w 390"/>
                <a:gd name="T39" fmla="*/ 106 h 362"/>
                <a:gd name="T40" fmla="*/ 362 w 390"/>
                <a:gd name="T41" fmla="*/ 118 h 362"/>
                <a:gd name="T42" fmla="*/ 368 w 390"/>
                <a:gd name="T43" fmla="*/ 148 h 362"/>
                <a:gd name="T44" fmla="*/ 386 w 390"/>
                <a:gd name="T45" fmla="*/ 170 h 362"/>
                <a:gd name="T46" fmla="*/ 366 w 390"/>
                <a:gd name="T47" fmla="*/ 170 h 362"/>
                <a:gd name="T48" fmla="*/ 366 w 390"/>
                <a:gd name="T49" fmla="*/ 200 h 362"/>
                <a:gd name="T50" fmla="*/ 390 w 390"/>
                <a:gd name="T51" fmla="*/ 202 h 362"/>
                <a:gd name="T52" fmla="*/ 364 w 390"/>
                <a:gd name="T53" fmla="*/ 226 h 362"/>
                <a:gd name="T54" fmla="*/ 354 w 390"/>
                <a:gd name="T55" fmla="*/ 242 h 362"/>
                <a:gd name="T56" fmla="*/ 358 w 390"/>
                <a:gd name="T57" fmla="*/ 256 h 362"/>
                <a:gd name="T58" fmla="*/ 362 w 390"/>
                <a:gd name="T59" fmla="*/ 284 h 362"/>
                <a:gd name="T60" fmla="*/ 376 w 390"/>
                <a:gd name="T61" fmla="*/ 302 h 362"/>
                <a:gd name="T62" fmla="*/ 358 w 390"/>
                <a:gd name="T63" fmla="*/ 362 h 362"/>
                <a:gd name="T64" fmla="*/ 0 w 390"/>
                <a:gd name="T65" fmla="*/ 312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90" h="362">
                  <a:moveTo>
                    <a:pt x="0" y="312"/>
                  </a:moveTo>
                  <a:lnTo>
                    <a:pt x="10" y="276"/>
                  </a:lnTo>
                  <a:lnTo>
                    <a:pt x="2" y="258"/>
                  </a:lnTo>
                  <a:lnTo>
                    <a:pt x="28" y="242"/>
                  </a:lnTo>
                  <a:lnTo>
                    <a:pt x="16" y="226"/>
                  </a:lnTo>
                  <a:lnTo>
                    <a:pt x="0" y="208"/>
                  </a:lnTo>
                  <a:lnTo>
                    <a:pt x="18" y="190"/>
                  </a:lnTo>
                  <a:lnTo>
                    <a:pt x="28" y="168"/>
                  </a:lnTo>
                  <a:lnTo>
                    <a:pt x="24" y="144"/>
                  </a:lnTo>
                  <a:lnTo>
                    <a:pt x="8" y="128"/>
                  </a:lnTo>
                  <a:lnTo>
                    <a:pt x="34" y="96"/>
                  </a:lnTo>
                  <a:lnTo>
                    <a:pt x="20" y="72"/>
                  </a:lnTo>
                  <a:lnTo>
                    <a:pt x="40" y="62"/>
                  </a:lnTo>
                  <a:lnTo>
                    <a:pt x="38" y="22"/>
                  </a:lnTo>
                  <a:lnTo>
                    <a:pt x="0" y="6"/>
                  </a:lnTo>
                  <a:lnTo>
                    <a:pt x="44" y="0"/>
                  </a:lnTo>
                  <a:lnTo>
                    <a:pt x="364" y="60"/>
                  </a:lnTo>
                  <a:lnTo>
                    <a:pt x="380" y="78"/>
                  </a:lnTo>
                  <a:lnTo>
                    <a:pt x="362" y="92"/>
                  </a:lnTo>
                  <a:lnTo>
                    <a:pt x="372" y="106"/>
                  </a:lnTo>
                  <a:lnTo>
                    <a:pt x="362" y="118"/>
                  </a:lnTo>
                  <a:lnTo>
                    <a:pt x="368" y="148"/>
                  </a:lnTo>
                  <a:lnTo>
                    <a:pt x="386" y="170"/>
                  </a:lnTo>
                  <a:lnTo>
                    <a:pt x="366" y="170"/>
                  </a:lnTo>
                  <a:lnTo>
                    <a:pt x="366" y="200"/>
                  </a:lnTo>
                  <a:lnTo>
                    <a:pt x="390" y="202"/>
                  </a:lnTo>
                  <a:lnTo>
                    <a:pt x="364" y="226"/>
                  </a:lnTo>
                  <a:lnTo>
                    <a:pt x="354" y="242"/>
                  </a:lnTo>
                  <a:lnTo>
                    <a:pt x="358" y="256"/>
                  </a:lnTo>
                  <a:lnTo>
                    <a:pt x="362" y="284"/>
                  </a:lnTo>
                  <a:lnTo>
                    <a:pt x="376" y="302"/>
                  </a:lnTo>
                  <a:lnTo>
                    <a:pt x="358" y="362"/>
                  </a:lnTo>
                  <a:lnTo>
                    <a:pt x="0" y="31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5" name="Freeform 1415">
              <a:extLst>
                <a:ext uri="{FF2B5EF4-FFF2-40B4-BE49-F238E27FC236}">
                  <a16:creationId xmlns:a16="http://schemas.microsoft.com/office/drawing/2014/main" id="{95D6F6AD-3F01-47F3-A1BE-7B1D14AD97CF}"/>
                </a:ext>
              </a:extLst>
            </p:cNvPr>
            <p:cNvSpPr>
              <a:spLocks/>
            </p:cNvSpPr>
            <p:nvPr/>
          </p:nvSpPr>
          <p:spPr bwMode="auto">
            <a:xfrm>
              <a:off x="6526213" y="2497138"/>
              <a:ext cx="619125" cy="574675"/>
            </a:xfrm>
            <a:custGeom>
              <a:avLst/>
              <a:gdLst>
                <a:gd name="T0" fmla="*/ 0 w 390"/>
                <a:gd name="T1" fmla="*/ 312 h 362"/>
                <a:gd name="T2" fmla="*/ 10 w 390"/>
                <a:gd name="T3" fmla="*/ 276 h 362"/>
                <a:gd name="T4" fmla="*/ 2 w 390"/>
                <a:gd name="T5" fmla="*/ 258 h 362"/>
                <a:gd name="T6" fmla="*/ 28 w 390"/>
                <a:gd name="T7" fmla="*/ 242 h 362"/>
                <a:gd name="T8" fmla="*/ 16 w 390"/>
                <a:gd name="T9" fmla="*/ 226 h 362"/>
                <a:gd name="T10" fmla="*/ 0 w 390"/>
                <a:gd name="T11" fmla="*/ 208 h 362"/>
                <a:gd name="T12" fmla="*/ 18 w 390"/>
                <a:gd name="T13" fmla="*/ 190 h 362"/>
                <a:gd name="T14" fmla="*/ 28 w 390"/>
                <a:gd name="T15" fmla="*/ 168 h 362"/>
                <a:gd name="T16" fmla="*/ 24 w 390"/>
                <a:gd name="T17" fmla="*/ 144 h 362"/>
                <a:gd name="T18" fmla="*/ 8 w 390"/>
                <a:gd name="T19" fmla="*/ 128 h 362"/>
                <a:gd name="T20" fmla="*/ 34 w 390"/>
                <a:gd name="T21" fmla="*/ 96 h 362"/>
                <a:gd name="T22" fmla="*/ 20 w 390"/>
                <a:gd name="T23" fmla="*/ 72 h 362"/>
                <a:gd name="T24" fmla="*/ 40 w 390"/>
                <a:gd name="T25" fmla="*/ 62 h 362"/>
                <a:gd name="T26" fmla="*/ 38 w 390"/>
                <a:gd name="T27" fmla="*/ 22 h 362"/>
                <a:gd name="T28" fmla="*/ 0 w 390"/>
                <a:gd name="T29" fmla="*/ 6 h 362"/>
                <a:gd name="T30" fmla="*/ 44 w 390"/>
                <a:gd name="T31" fmla="*/ 0 h 362"/>
                <a:gd name="T32" fmla="*/ 364 w 390"/>
                <a:gd name="T33" fmla="*/ 60 h 362"/>
                <a:gd name="T34" fmla="*/ 380 w 390"/>
                <a:gd name="T35" fmla="*/ 78 h 362"/>
                <a:gd name="T36" fmla="*/ 362 w 390"/>
                <a:gd name="T37" fmla="*/ 92 h 362"/>
                <a:gd name="T38" fmla="*/ 372 w 390"/>
                <a:gd name="T39" fmla="*/ 106 h 362"/>
                <a:gd name="T40" fmla="*/ 362 w 390"/>
                <a:gd name="T41" fmla="*/ 118 h 362"/>
                <a:gd name="T42" fmla="*/ 368 w 390"/>
                <a:gd name="T43" fmla="*/ 148 h 362"/>
                <a:gd name="T44" fmla="*/ 386 w 390"/>
                <a:gd name="T45" fmla="*/ 170 h 362"/>
                <a:gd name="T46" fmla="*/ 366 w 390"/>
                <a:gd name="T47" fmla="*/ 170 h 362"/>
                <a:gd name="T48" fmla="*/ 366 w 390"/>
                <a:gd name="T49" fmla="*/ 200 h 362"/>
                <a:gd name="T50" fmla="*/ 390 w 390"/>
                <a:gd name="T51" fmla="*/ 202 h 362"/>
                <a:gd name="T52" fmla="*/ 364 w 390"/>
                <a:gd name="T53" fmla="*/ 226 h 362"/>
                <a:gd name="T54" fmla="*/ 354 w 390"/>
                <a:gd name="T55" fmla="*/ 242 h 362"/>
                <a:gd name="T56" fmla="*/ 358 w 390"/>
                <a:gd name="T57" fmla="*/ 256 h 362"/>
                <a:gd name="T58" fmla="*/ 362 w 390"/>
                <a:gd name="T59" fmla="*/ 284 h 362"/>
                <a:gd name="T60" fmla="*/ 376 w 390"/>
                <a:gd name="T61" fmla="*/ 302 h 362"/>
                <a:gd name="T62" fmla="*/ 358 w 390"/>
                <a:gd name="T63" fmla="*/ 362 h 362"/>
                <a:gd name="T64" fmla="*/ 0 w 390"/>
                <a:gd name="T65" fmla="*/ 312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90" h="362">
                  <a:moveTo>
                    <a:pt x="0" y="312"/>
                  </a:moveTo>
                  <a:lnTo>
                    <a:pt x="10" y="276"/>
                  </a:lnTo>
                  <a:lnTo>
                    <a:pt x="2" y="258"/>
                  </a:lnTo>
                  <a:lnTo>
                    <a:pt x="28" y="242"/>
                  </a:lnTo>
                  <a:lnTo>
                    <a:pt x="16" y="226"/>
                  </a:lnTo>
                  <a:lnTo>
                    <a:pt x="0" y="208"/>
                  </a:lnTo>
                  <a:lnTo>
                    <a:pt x="18" y="190"/>
                  </a:lnTo>
                  <a:lnTo>
                    <a:pt x="28" y="168"/>
                  </a:lnTo>
                  <a:lnTo>
                    <a:pt x="24" y="144"/>
                  </a:lnTo>
                  <a:lnTo>
                    <a:pt x="8" y="128"/>
                  </a:lnTo>
                  <a:lnTo>
                    <a:pt x="34" y="96"/>
                  </a:lnTo>
                  <a:lnTo>
                    <a:pt x="20" y="72"/>
                  </a:lnTo>
                  <a:lnTo>
                    <a:pt x="40" y="62"/>
                  </a:lnTo>
                  <a:lnTo>
                    <a:pt x="38" y="22"/>
                  </a:lnTo>
                  <a:lnTo>
                    <a:pt x="0" y="6"/>
                  </a:lnTo>
                  <a:lnTo>
                    <a:pt x="44" y="0"/>
                  </a:lnTo>
                  <a:lnTo>
                    <a:pt x="364" y="60"/>
                  </a:lnTo>
                  <a:lnTo>
                    <a:pt x="380" y="78"/>
                  </a:lnTo>
                  <a:lnTo>
                    <a:pt x="362" y="92"/>
                  </a:lnTo>
                  <a:lnTo>
                    <a:pt x="372" y="106"/>
                  </a:lnTo>
                  <a:lnTo>
                    <a:pt x="362" y="118"/>
                  </a:lnTo>
                  <a:lnTo>
                    <a:pt x="368" y="148"/>
                  </a:lnTo>
                  <a:lnTo>
                    <a:pt x="386" y="170"/>
                  </a:lnTo>
                  <a:lnTo>
                    <a:pt x="366" y="170"/>
                  </a:lnTo>
                  <a:lnTo>
                    <a:pt x="366" y="200"/>
                  </a:lnTo>
                  <a:lnTo>
                    <a:pt x="390" y="202"/>
                  </a:lnTo>
                  <a:lnTo>
                    <a:pt x="364" y="226"/>
                  </a:lnTo>
                  <a:lnTo>
                    <a:pt x="354" y="242"/>
                  </a:lnTo>
                  <a:lnTo>
                    <a:pt x="358" y="256"/>
                  </a:lnTo>
                  <a:lnTo>
                    <a:pt x="362" y="284"/>
                  </a:lnTo>
                  <a:lnTo>
                    <a:pt x="376" y="302"/>
                  </a:lnTo>
                  <a:lnTo>
                    <a:pt x="358" y="362"/>
                  </a:lnTo>
                  <a:lnTo>
                    <a:pt x="0" y="312"/>
                  </a:lnTo>
                  <a:close/>
                </a:path>
              </a:pathLst>
            </a:custGeom>
            <a:solidFill>
              <a:srgbClr val="DBCC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6" name="Freeform 1416">
              <a:extLst>
                <a:ext uri="{FF2B5EF4-FFF2-40B4-BE49-F238E27FC236}">
                  <a16:creationId xmlns:a16="http://schemas.microsoft.com/office/drawing/2014/main" id="{5F2F1AE2-97A1-40CF-BF31-254E53FE9524}"/>
                </a:ext>
              </a:extLst>
            </p:cNvPr>
            <p:cNvSpPr>
              <a:spLocks/>
            </p:cNvSpPr>
            <p:nvPr/>
          </p:nvSpPr>
          <p:spPr bwMode="auto">
            <a:xfrm>
              <a:off x="6526213" y="2497138"/>
              <a:ext cx="619125" cy="574675"/>
            </a:xfrm>
            <a:custGeom>
              <a:avLst/>
              <a:gdLst>
                <a:gd name="T0" fmla="*/ 0 w 390"/>
                <a:gd name="T1" fmla="*/ 312 h 362"/>
                <a:gd name="T2" fmla="*/ 10 w 390"/>
                <a:gd name="T3" fmla="*/ 276 h 362"/>
                <a:gd name="T4" fmla="*/ 2 w 390"/>
                <a:gd name="T5" fmla="*/ 258 h 362"/>
                <a:gd name="T6" fmla="*/ 28 w 390"/>
                <a:gd name="T7" fmla="*/ 242 h 362"/>
                <a:gd name="T8" fmla="*/ 16 w 390"/>
                <a:gd name="T9" fmla="*/ 226 h 362"/>
                <a:gd name="T10" fmla="*/ 0 w 390"/>
                <a:gd name="T11" fmla="*/ 208 h 362"/>
                <a:gd name="T12" fmla="*/ 18 w 390"/>
                <a:gd name="T13" fmla="*/ 190 h 362"/>
                <a:gd name="T14" fmla="*/ 28 w 390"/>
                <a:gd name="T15" fmla="*/ 168 h 362"/>
                <a:gd name="T16" fmla="*/ 24 w 390"/>
                <a:gd name="T17" fmla="*/ 144 h 362"/>
                <a:gd name="T18" fmla="*/ 8 w 390"/>
                <a:gd name="T19" fmla="*/ 128 h 362"/>
                <a:gd name="T20" fmla="*/ 34 w 390"/>
                <a:gd name="T21" fmla="*/ 96 h 362"/>
                <a:gd name="T22" fmla="*/ 20 w 390"/>
                <a:gd name="T23" fmla="*/ 72 h 362"/>
                <a:gd name="T24" fmla="*/ 40 w 390"/>
                <a:gd name="T25" fmla="*/ 62 h 362"/>
                <a:gd name="T26" fmla="*/ 38 w 390"/>
                <a:gd name="T27" fmla="*/ 22 h 362"/>
                <a:gd name="T28" fmla="*/ 0 w 390"/>
                <a:gd name="T29" fmla="*/ 6 h 362"/>
                <a:gd name="T30" fmla="*/ 44 w 390"/>
                <a:gd name="T31" fmla="*/ 0 h 362"/>
                <a:gd name="T32" fmla="*/ 364 w 390"/>
                <a:gd name="T33" fmla="*/ 60 h 362"/>
                <a:gd name="T34" fmla="*/ 380 w 390"/>
                <a:gd name="T35" fmla="*/ 78 h 362"/>
                <a:gd name="T36" fmla="*/ 362 w 390"/>
                <a:gd name="T37" fmla="*/ 92 h 362"/>
                <a:gd name="T38" fmla="*/ 372 w 390"/>
                <a:gd name="T39" fmla="*/ 106 h 362"/>
                <a:gd name="T40" fmla="*/ 362 w 390"/>
                <a:gd name="T41" fmla="*/ 118 h 362"/>
                <a:gd name="T42" fmla="*/ 368 w 390"/>
                <a:gd name="T43" fmla="*/ 148 h 362"/>
                <a:gd name="T44" fmla="*/ 386 w 390"/>
                <a:gd name="T45" fmla="*/ 170 h 362"/>
                <a:gd name="T46" fmla="*/ 366 w 390"/>
                <a:gd name="T47" fmla="*/ 170 h 362"/>
                <a:gd name="T48" fmla="*/ 366 w 390"/>
                <a:gd name="T49" fmla="*/ 200 h 362"/>
                <a:gd name="T50" fmla="*/ 390 w 390"/>
                <a:gd name="T51" fmla="*/ 202 h 362"/>
                <a:gd name="T52" fmla="*/ 364 w 390"/>
                <a:gd name="T53" fmla="*/ 226 h 362"/>
                <a:gd name="T54" fmla="*/ 354 w 390"/>
                <a:gd name="T55" fmla="*/ 242 h 362"/>
                <a:gd name="T56" fmla="*/ 358 w 390"/>
                <a:gd name="T57" fmla="*/ 256 h 362"/>
                <a:gd name="T58" fmla="*/ 362 w 390"/>
                <a:gd name="T59" fmla="*/ 284 h 362"/>
                <a:gd name="T60" fmla="*/ 376 w 390"/>
                <a:gd name="T61" fmla="*/ 302 h 362"/>
                <a:gd name="T62" fmla="*/ 358 w 390"/>
                <a:gd name="T63" fmla="*/ 362 h 362"/>
                <a:gd name="T64" fmla="*/ 0 w 390"/>
                <a:gd name="T65" fmla="*/ 312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90" h="362">
                  <a:moveTo>
                    <a:pt x="0" y="312"/>
                  </a:moveTo>
                  <a:lnTo>
                    <a:pt x="10" y="276"/>
                  </a:lnTo>
                  <a:lnTo>
                    <a:pt x="2" y="258"/>
                  </a:lnTo>
                  <a:lnTo>
                    <a:pt x="28" y="242"/>
                  </a:lnTo>
                  <a:lnTo>
                    <a:pt x="16" y="226"/>
                  </a:lnTo>
                  <a:lnTo>
                    <a:pt x="0" y="208"/>
                  </a:lnTo>
                  <a:lnTo>
                    <a:pt x="18" y="190"/>
                  </a:lnTo>
                  <a:lnTo>
                    <a:pt x="28" y="168"/>
                  </a:lnTo>
                  <a:lnTo>
                    <a:pt x="24" y="144"/>
                  </a:lnTo>
                  <a:lnTo>
                    <a:pt x="8" y="128"/>
                  </a:lnTo>
                  <a:lnTo>
                    <a:pt x="34" y="96"/>
                  </a:lnTo>
                  <a:lnTo>
                    <a:pt x="20" y="72"/>
                  </a:lnTo>
                  <a:lnTo>
                    <a:pt x="40" y="62"/>
                  </a:lnTo>
                  <a:lnTo>
                    <a:pt x="38" y="22"/>
                  </a:lnTo>
                  <a:lnTo>
                    <a:pt x="0" y="6"/>
                  </a:lnTo>
                  <a:lnTo>
                    <a:pt x="44" y="0"/>
                  </a:lnTo>
                  <a:lnTo>
                    <a:pt x="364" y="60"/>
                  </a:lnTo>
                  <a:lnTo>
                    <a:pt x="380" y="78"/>
                  </a:lnTo>
                  <a:lnTo>
                    <a:pt x="362" y="92"/>
                  </a:lnTo>
                  <a:lnTo>
                    <a:pt x="372" y="106"/>
                  </a:lnTo>
                  <a:lnTo>
                    <a:pt x="362" y="118"/>
                  </a:lnTo>
                  <a:lnTo>
                    <a:pt x="368" y="148"/>
                  </a:lnTo>
                  <a:lnTo>
                    <a:pt x="386" y="170"/>
                  </a:lnTo>
                  <a:lnTo>
                    <a:pt x="366" y="170"/>
                  </a:lnTo>
                  <a:lnTo>
                    <a:pt x="366" y="200"/>
                  </a:lnTo>
                  <a:lnTo>
                    <a:pt x="390" y="202"/>
                  </a:lnTo>
                  <a:lnTo>
                    <a:pt x="364" y="226"/>
                  </a:lnTo>
                  <a:lnTo>
                    <a:pt x="354" y="242"/>
                  </a:lnTo>
                  <a:lnTo>
                    <a:pt x="358" y="256"/>
                  </a:lnTo>
                  <a:lnTo>
                    <a:pt x="362" y="284"/>
                  </a:lnTo>
                  <a:lnTo>
                    <a:pt x="376" y="302"/>
                  </a:lnTo>
                  <a:lnTo>
                    <a:pt x="358" y="362"/>
                  </a:lnTo>
                  <a:lnTo>
                    <a:pt x="0" y="31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7" name="Freeform 1417">
              <a:extLst>
                <a:ext uri="{FF2B5EF4-FFF2-40B4-BE49-F238E27FC236}">
                  <a16:creationId xmlns:a16="http://schemas.microsoft.com/office/drawing/2014/main" id="{A1809AF7-D4D8-4397-A3D4-4D03C30B3975}"/>
                </a:ext>
              </a:extLst>
            </p:cNvPr>
            <p:cNvSpPr>
              <a:spLocks/>
            </p:cNvSpPr>
            <p:nvPr/>
          </p:nvSpPr>
          <p:spPr bwMode="auto">
            <a:xfrm>
              <a:off x="6596063" y="2424113"/>
              <a:ext cx="971550" cy="193675"/>
            </a:xfrm>
            <a:custGeom>
              <a:avLst/>
              <a:gdLst>
                <a:gd name="T0" fmla="*/ 0 w 612"/>
                <a:gd name="T1" fmla="*/ 46 h 122"/>
                <a:gd name="T2" fmla="*/ 288 w 612"/>
                <a:gd name="T3" fmla="*/ 0 h 122"/>
                <a:gd name="T4" fmla="*/ 612 w 612"/>
                <a:gd name="T5" fmla="*/ 68 h 122"/>
                <a:gd name="T6" fmla="*/ 322 w 612"/>
                <a:gd name="T7" fmla="*/ 122 h 122"/>
                <a:gd name="T8" fmla="*/ 0 w 612"/>
                <a:gd name="T9" fmla="*/ 46 h 122"/>
              </a:gdLst>
              <a:ahLst/>
              <a:cxnLst>
                <a:cxn ang="0">
                  <a:pos x="T0" y="T1"/>
                </a:cxn>
                <a:cxn ang="0">
                  <a:pos x="T2" y="T3"/>
                </a:cxn>
                <a:cxn ang="0">
                  <a:pos x="T4" y="T5"/>
                </a:cxn>
                <a:cxn ang="0">
                  <a:pos x="T6" y="T7"/>
                </a:cxn>
                <a:cxn ang="0">
                  <a:pos x="T8" y="T9"/>
                </a:cxn>
              </a:cxnLst>
              <a:rect l="0" t="0" r="r" b="b"/>
              <a:pathLst>
                <a:path w="612" h="122">
                  <a:moveTo>
                    <a:pt x="0" y="46"/>
                  </a:moveTo>
                  <a:lnTo>
                    <a:pt x="288" y="0"/>
                  </a:lnTo>
                  <a:lnTo>
                    <a:pt x="612" y="68"/>
                  </a:lnTo>
                  <a:lnTo>
                    <a:pt x="322" y="122"/>
                  </a:lnTo>
                  <a:lnTo>
                    <a:pt x="0" y="46"/>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8" name="Freeform 1418">
              <a:extLst>
                <a:ext uri="{FF2B5EF4-FFF2-40B4-BE49-F238E27FC236}">
                  <a16:creationId xmlns:a16="http://schemas.microsoft.com/office/drawing/2014/main" id="{0D590C0D-0CC8-429D-BEE2-BFEDC2C29FF7}"/>
                </a:ext>
              </a:extLst>
            </p:cNvPr>
            <p:cNvSpPr>
              <a:spLocks/>
            </p:cNvSpPr>
            <p:nvPr/>
          </p:nvSpPr>
          <p:spPr bwMode="auto">
            <a:xfrm>
              <a:off x="6596063" y="2424113"/>
              <a:ext cx="971550" cy="193675"/>
            </a:xfrm>
            <a:custGeom>
              <a:avLst/>
              <a:gdLst>
                <a:gd name="T0" fmla="*/ 0 w 612"/>
                <a:gd name="T1" fmla="*/ 46 h 122"/>
                <a:gd name="T2" fmla="*/ 288 w 612"/>
                <a:gd name="T3" fmla="*/ 0 h 122"/>
                <a:gd name="T4" fmla="*/ 612 w 612"/>
                <a:gd name="T5" fmla="*/ 68 h 122"/>
                <a:gd name="T6" fmla="*/ 322 w 612"/>
                <a:gd name="T7" fmla="*/ 122 h 122"/>
                <a:gd name="T8" fmla="*/ 0 w 612"/>
                <a:gd name="T9" fmla="*/ 46 h 122"/>
              </a:gdLst>
              <a:ahLst/>
              <a:cxnLst>
                <a:cxn ang="0">
                  <a:pos x="T0" y="T1"/>
                </a:cxn>
                <a:cxn ang="0">
                  <a:pos x="T2" y="T3"/>
                </a:cxn>
                <a:cxn ang="0">
                  <a:pos x="T4" y="T5"/>
                </a:cxn>
                <a:cxn ang="0">
                  <a:pos x="T6" y="T7"/>
                </a:cxn>
                <a:cxn ang="0">
                  <a:pos x="T8" y="T9"/>
                </a:cxn>
              </a:cxnLst>
              <a:rect l="0" t="0" r="r" b="b"/>
              <a:pathLst>
                <a:path w="612" h="122">
                  <a:moveTo>
                    <a:pt x="0" y="46"/>
                  </a:moveTo>
                  <a:lnTo>
                    <a:pt x="288" y="0"/>
                  </a:lnTo>
                  <a:lnTo>
                    <a:pt x="612" y="68"/>
                  </a:lnTo>
                  <a:lnTo>
                    <a:pt x="322" y="122"/>
                  </a:lnTo>
                  <a:lnTo>
                    <a:pt x="0" y="46"/>
                  </a:lnTo>
                  <a:close/>
                </a:path>
              </a:pathLst>
            </a:custGeom>
            <a:solidFill>
              <a:srgbClr val="FFF5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9" name="Freeform 1419">
              <a:extLst>
                <a:ext uri="{FF2B5EF4-FFF2-40B4-BE49-F238E27FC236}">
                  <a16:creationId xmlns:a16="http://schemas.microsoft.com/office/drawing/2014/main" id="{2B33DCDE-41D0-4203-9B4C-FD3E70E9E155}"/>
                </a:ext>
              </a:extLst>
            </p:cNvPr>
            <p:cNvSpPr>
              <a:spLocks/>
            </p:cNvSpPr>
            <p:nvPr/>
          </p:nvSpPr>
          <p:spPr bwMode="auto">
            <a:xfrm>
              <a:off x="6586538" y="2532063"/>
              <a:ext cx="530225" cy="155575"/>
            </a:xfrm>
            <a:custGeom>
              <a:avLst/>
              <a:gdLst>
                <a:gd name="T0" fmla="*/ 0 w 334"/>
                <a:gd name="T1" fmla="*/ 0 h 98"/>
                <a:gd name="T2" fmla="*/ 2 w 334"/>
                <a:gd name="T3" fmla="*/ 40 h 98"/>
                <a:gd name="T4" fmla="*/ 324 w 334"/>
                <a:gd name="T5" fmla="*/ 98 h 98"/>
                <a:gd name="T6" fmla="*/ 324 w 334"/>
                <a:gd name="T7" fmla="*/ 96 h 98"/>
                <a:gd name="T8" fmla="*/ 334 w 334"/>
                <a:gd name="T9" fmla="*/ 84 h 98"/>
                <a:gd name="T10" fmla="*/ 324 w 334"/>
                <a:gd name="T11" fmla="*/ 70 h 98"/>
                <a:gd name="T12" fmla="*/ 324 w 334"/>
                <a:gd name="T13" fmla="*/ 70 h 98"/>
                <a:gd name="T14" fmla="*/ 0 w 334"/>
                <a:gd name="T15" fmla="*/ 0 h 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4" h="98">
                  <a:moveTo>
                    <a:pt x="0" y="0"/>
                  </a:moveTo>
                  <a:lnTo>
                    <a:pt x="2" y="40"/>
                  </a:lnTo>
                  <a:lnTo>
                    <a:pt x="324" y="98"/>
                  </a:lnTo>
                  <a:lnTo>
                    <a:pt x="324" y="96"/>
                  </a:lnTo>
                  <a:lnTo>
                    <a:pt x="334" y="84"/>
                  </a:lnTo>
                  <a:lnTo>
                    <a:pt x="324" y="70"/>
                  </a:lnTo>
                  <a:lnTo>
                    <a:pt x="324" y="70"/>
                  </a:lnTo>
                  <a:lnTo>
                    <a:pt x="0" y="0"/>
                  </a:lnTo>
                  <a:close/>
                </a:path>
              </a:pathLst>
            </a:custGeom>
            <a:solidFill>
              <a:srgbClr val="C6AC9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0" name="Freeform 1420">
              <a:extLst>
                <a:ext uri="{FF2B5EF4-FFF2-40B4-BE49-F238E27FC236}">
                  <a16:creationId xmlns:a16="http://schemas.microsoft.com/office/drawing/2014/main" id="{5FF3AAB2-09AD-4839-AF3B-3E8F38CF1829}"/>
                </a:ext>
              </a:extLst>
            </p:cNvPr>
            <p:cNvSpPr>
              <a:spLocks/>
            </p:cNvSpPr>
            <p:nvPr/>
          </p:nvSpPr>
          <p:spPr bwMode="auto">
            <a:xfrm>
              <a:off x="6586538" y="2532063"/>
              <a:ext cx="530225" cy="155575"/>
            </a:xfrm>
            <a:custGeom>
              <a:avLst/>
              <a:gdLst>
                <a:gd name="T0" fmla="*/ 0 w 334"/>
                <a:gd name="T1" fmla="*/ 0 h 98"/>
                <a:gd name="T2" fmla="*/ 2 w 334"/>
                <a:gd name="T3" fmla="*/ 40 h 98"/>
                <a:gd name="T4" fmla="*/ 324 w 334"/>
                <a:gd name="T5" fmla="*/ 98 h 98"/>
                <a:gd name="T6" fmla="*/ 324 w 334"/>
                <a:gd name="T7" fmla="*/ 96 h 98"/>
                <a:gd name="T8" fmla="*/ 334 w 334"/>
                <a:gd name="T9" fmla="*/ 84 h 98"/>
                <a:gd name="T10" fmla="*/ 324 w 334"/>
                <a:gd name="T11" fmla="*/ 70 h 98"/>
                <a:gd name="T12" fmla="*/ 324 w 334"/>
                <a:gd name="T13" fmla="*/ 70 h 98"/>
                <a:gd name="T14" fmla="*/ 0 w 334"/>
                <a:gd name="T15" fmla="*/ 0 h 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4" h="98">
                  <a:moveTo>
                    <a:pt x="0" y="0"/>
                  </a:moveTo>
                  <a:lnTo>
                    <a:pt x="2" y="40"/>
                  </a:lnTo>
                  <a:lnTo>
                    <a:pt x="324" y="98"/>
                  </a:lnTo>
                  <a:lnTo>
                    <a:pt x="324" y="96"/>
                  </a:lnTo>
                  <a:lnTo>
                    <a:pt x="334" y="84"/>
                  </a:lnTo>
                  <a:lnTo>
                    <a:pt x="324" y="70"/>
                  </a:lnTo>
                  <a:lnTo>
                    <a:pt x="324" y="7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1" name="Freeform 1421">
              <a:extLst>
                <a:ext uri="{FF2B5EF4-FFF2-40B4-BE49-F238E27FC236}">
                  <a16:creationId xmlns:a16="http://schemas.microsoft.com/office/drawing/2014/main" id="{BDAC62F8-143D-418C-AC3E-C2AEA6A7FD4E}"/>
                </a:ext>
              </a:extLst>
            </p:cNvPr>
            <p:cNvSpPr>
              <a:spLocks/>
            </p:cNvSpPr>
            <p:nvPr/>
          </p:nvSpPr>
          <p:spPr bwMode="auto">
            <a:xfrm>
              <a:off x="6542088" y="2646363"/>
              <a:ext cx="596900" cy="120650"/>
            </a:xfrm>
            <a:custGeom>
              <a:avLst/>
              <a:gdLst>
                <a:gd name="T0" fmla="*/ 24 w 376"/>
                <a:gd name="T1" fmla="*/ 0 h 76"/>
                <a:gd name="T2" fmla="*/ 24 w 376"/>
                <a:gd name="T3" fmla="*/ 2 h 76"/>
                <a:gd name="T4" fmla="*/ 0 w 376"/>
                <a:gd name="T5" fmla="*/ 32 h 76"/>
                <a:gd name="T6" fmla="*/ 372 w 376"/>
                <a:gd name="T7" fmla="*/ 76 h 76"/>
                <a:gd name="T8" fmla="*/ 376 w 376"/>
                <a:gd name="T9" fmla="*/ 76 h 76"/>
                <a:gd name="T10" fmla="*/ 358 w 376"/>
                <a:gd name="T11" fmla="*/ 54 h 76"/>
                <a:gd name="T12" fmla="*/ 358 w 376"/>
                <a:gd name="T13" fmla="*/ 52 h 76"/>
                <a:gd name="T14" fmla="*/ 24 w 376"/>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6" h="76">
                  <a:moveTo>
                    <a:pt x="24" y="0"/>
                  </a:moveTo>
                  <a:lnTo>
                    <a:pt x="24" y="2"/>
                  </a:lnTo>
                  <a:lnTo>
                    <a:pt x="0" y="32"/>
                  </a:lnTo>
                  <a:lnTo>
                    <a:pt x="372" y="76"/>
                  </a:lnTo>
                  <a:lnTo>
                    <a:pt x="376" y="76"/>
                  </a:lnTo>
                  <a:lnTo>
                    <a:pt x="358" y="54"/>
                  </a:lnTo>
                  <a:lnTo>
                    <a:pt x="358" y="52"/>
                  </a:lnTo>
                  <a:lnTo>
                    <a:pt x="24" y="0"/>
                  </a:lnTo>
                  <a:close/>
                </a:path>
              </a:pathLst>
            </a:custGeom>
            <a:solidFill>
              <a:srgbClr val="C6AC9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2" name="Freeform 1422">
              <a:extLst>
                <a:ext uri="{FF2B5EF4-FFF2-40B4-BE49-F238E27FC236}">
                  <a16:creationId xmlns:a16="http://schemas.microsoft.com/office/drawing/2014/main" id="{B54C44BD-6AF4-4696-9AED-57E6F89900E1}"/>
                </a:ext>
              </a:extLst>
            </p:cNvPr>
            <p:cNvSpPr>
              <a:spLocks/>
            </p:cNvSpPr>
            <p:nvPr/>
          </p:nvSpPr>
          <p:spPr bwMode="auto">
            <a:xfrm>
              <a:off x="6542088" y="2646363"/>
              <a:ext cx="596900" cy="120650"/>
            </a:xfrm>
            <a:custGeom>
              <a:avLst/>
              <a:gdLst>
                <a:gd name="T0" fmla="*/ 24 w 376"/>
                <a:gd name="T1" fmla="*/ 0 h 76"/>
                <a:gd name="T2" fmla="*/ 24 w 376"/>
                <a:gd name="T3" fmla="*/ 2 h 76"/>
                <a:gd name="T4" fmla="*/ 0 w 376"/>
                <a:gd name="T5" fmla="*/ 32 h 76"/>
                <a:gd name="T6" fmla="*/ 372 w 376"/>
                <a:gd name="T7" fmla="*/ 76 h 76"/>
                <a:gd name="T8" fmla="*/ 376 w 376"/>
                <a:gd name="T9" fmla="*/ 76 h 76"/>
                <a:gd name="T10" fmla="*/ 358 w 376"/>
                <a:gd name="T11" fmla="*/ 54 h 76"/>
                <a:gd name="T12" fmla="*/ 358 w 376"/>
                <a:gd name="T13" fmla="*/ 52 h 76"/>
                <a:gd name="T14" fmla="*/ 24 w 376"/>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6" h="76">
                  <a:moveTo>
                    <a:pt x="24" y="0"/>
                  </a:moveTo>
                  <a:lnTo>
                    <a:pt x="24" y="2"/>
                  </a:lnTo>
                  <a:lnTo>
                    <a:pt x="0" y="32"/>
                  </a:lnTo>
                  <a:lnTo>
                    <a:pt x="372" y="76"/>
                  </a:lnTo>
                  <a:lnTo>
                    <a:pt x="376" y="76"/>
                  </a:lnTo>
                  <a:lnTo>
                    <a:pt x="358" y="54"/>
                  </a:lnTo>
                  <a:lnTo>
                    <a:pt x="358" y="52"/>
                  </a:lnTo>
                  <a:lnTo>
                    <a:pt x="2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3" name="Freeform 1423">
              <a:extLst>
                <a:ext uri="{FF2B5EF4-FFF2-40B4-BE49-F238E27FC236}">
                  <a16:creationId xmlns:a16="http://schemas.microsoft.com/office/drawing/2014/main" id="{F1B427DF-BBA8-44F9-876B-0C974B2FDB6E}"/>
                </a:ext>
              </a:extLst>
            </p:cNvPr>
            <p:cNvSpPr>
              <a:spLocks/>
            </p:cNvSpPr>
            <p:nvPr/>
          </p:nvSpPr>
          <p:spPr bwMode="auto">
            <a:xfrm>
              <a:off x="6570663" y="2760663"/>
              <a:ext cx="0" cy="3175"/>
            </a:xfrm>
            <a:custGeom>
              <a:avLst/>
              <a:gdLst>
                <a:gd name="T0" fmla="*/ 0 h 2"/>
                <a:gd name="T1" fmla="*/ 2 h 2"/>
                <a:gd name="T2" fmla="*/ 0 h 2"/>
                <a:gd name="T3" fmla="*/ 0 h 2"/>
              </a:gdLst>
              <a:ahLst/>
              <a:cxnLst>
                <a:cxn ang="0">
                  <a:pos x="0" y="T0"/>
                </a:cxn>
                <a:cxn ang="0">
                  <a:pos x="0" y="T1"/>
                </a:cxn>
                <a:cxn ang="0">
                  <a:pos x="0" y="T2"/>
                </a:cxn>
                <a:cxn ang="0">
                  <a:pos x="0" y="T3"/>
                </a:cxn>
              </a:cxnLst>
              <a:rect l="0" t="0" r="r" b="b"/>
              <a:pathLst>
                <a:path h="2">
                  <a:moveTo>
                    <a:pt x="0" y="0"/>
                  </a:moveTo>
                  <a:lnTo>
                    <a:pt x="0" y="2"/>
                  </a:lnTo>
                  <a:lnTo>
                    <a:pt x="0" y="0"/>
                  </a:lnTo>
                  <a:lnTo>
                    <a:pt x="0" y="0"/>
                  </a:lnTo>
                  <a:close/>
                </a:path>
              </a:pathLst>
            </a:custGeom>
            <a:solidFill>
              <a:srgbClr val="E4D6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4" name="Freeform 1424">
              <a:extLst>
                <a:ext uri="{FF2B5EF4-FFF2-40B4-BE49-F238E27FC236}">
                  <a16:creationId xmlns:a16="http://schemas.microsoft.com/office/drawing/2014/main" id="{4EFC0DB5-3776-4AD8-B172-75C96A7CDD8B}"/>
                </a:ext>
              </a:extLst>
            </p:cNvPr>
            <p:cNvSpPr>
              <a:spLocks/>
            </p:cNvSpPr>
            <p:nvPr/>
          </p:nvSpPr>
          <p:spPr bwMode="auto">
            <a:xfrm>
              <a:off x="6570663" y="2760663"/>
              <a:ext cx="0" cy="3175"/>
            </a:xfrm>
            <a:custGeom>
              <a:avLst/>
              <a:gdLst>
                <a:gd name="T0" fmla="*/ 0 h 2"/>
                <a:gd name="T1" fmla="*/ 2 h 2"/>
                <a:gd name="T2" fmla="*/ 0 h 2"/>
                <a:gd name="T3" fmla="*/ 0 h 2"/>
              </a:gdLst>
              <a:ahLst/>
              <a:cxnLst>
                <a:cxn ang="0">
                  <a:pos x="0" y="T0"/>
                </a:cxn>
                <a:cxn ang="0">
                  <a:pos x="0" y="T1"/>
                </a:cxn>
                <a:cxn ang="0">
                  <a:pos x="0" y="T2"/>
                </a:cxn>
                <a:cxn ang="0">
                  <a:pos x="0" y="T3"/>
                </a:cxn>
              </a:cxnLst>
              <a:rect l="0" t="0" r="r" b="b"/>
              <a:pathLst>
                <a:path h="2">
                  <a:moveTo>
                    <a:pt x="0" y="0"/>
                  </a:moveTo>
                  <a:lnTo>
                    <a:pt x="0" y="2"/>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5" name="Freeform 1425">
              <a:extLst>
                <a:ext uri="{FF2B5EF4-FFF2-40B4-BE49-F238E27FC236}">
                  <a16:creationId xmlns:a16="http://schemas.microsoft.com/office/drawing/2014/main" id="{22623C03-7215-4335-BE50-CFC1752EDC65}"/>
                </a:ext>
              </a:extLst>
            </p:cNvPr>
            <p:cNvSpPr>
              <a:spLocks/>
            </p:cNvSpPr>
            <p:nvPr/>
          </p:nvSpPr>
          <p:spPr bwMode="auto">
            <a:xfrm>
              <a:off x="6554788" y="2760663"/>
              <a:ext cx="590550" cy="114300"/>
            </a:xfrm>
            <a:custGeom>
              <a:avLst/>
              <a:gdLst>
                <a:gd name="T0" fmla="*/ 10 w 372"/>
                <a:gd name="T1" fmla="*/ 0 h 72"/>
                <a:gd name="T2" fmla="*/ 10 w 372"/>
                <a:gd name="T3" fmla="*/ 2 h 72"/>
                <a:gd name="T4" fmla="*/ 0 w 372"/>
                <a:gd name="T5" fmla="*/ 22 h 72"/>
                <a:gd name="T6" fmla="*/ 338 w 372"/>
                <a:gd name="T7" fmla="*/ 72 h 72"/>
                <a:gd name="T8" fmla="*/ 346 w 372"/>
                <a:gd name="T9" fmla="*/ 60 h 72"/>
                <a:gd name="T10" fmla="*/ 372 w 372"/>
                <a:gd name="T11" fmla="*/ 36 h 72"/>
                <a:gd name="T12" fmla="*/ 358 w 372"/>
                <a:gd name="T13" fmla="*/ 34 h 72"/>
                <a:gd name="T14" fmla="*/ 348 w 372"/>
                <a:gd name="T15" fmla="*/ 34 h 72"/>
                <a:gd name="T16" fmla="*/ 10 w 372"/>
                <a:gd name="T1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2" h="72">
                  <a:moveTo>
                    <a:pt x="10" y="0"/>
                  </a:moveTo>
                  <a:lnTo>
                    <a:pt x="10" y="2"/>
                  </a:lnTo>
                  <a:lnTo>
                    <a:pt x="0" y="22"/>
                  </a:lnTo>
                  <a:lnTo>
                    <a:pt x="338" y="72"/>
                  </a:lnTo>
                  <a:lnTo>
                    <a:pt x="346" y="60"/>
                  </a:lnTo>
                  <a:lnTo>
                    <a:pt x="372" y="36"/>
                  </a:lnTo>
                  <a:lnTo>
                    <a:pt x="358" y="34"/>
                  </a:lnTo>
                  <a:lnTo>
                    <a:pt x="348" y="34"/>
                  </a:lnTo>
                  <a:lnTo>
                    <a:pt x="10" y="0"/>
                  </a:lnTo>
                  <a:close/>
                </a:path>
              </a:pathLst>
            </a:custGeom>
            <a:solidFill>
              <a:srgbClr val="C6AC9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6" name="Freeform 1426">
              <a:extLst>
                <a:ext uri="{FF2B5EF4-FFF2-40B4-BE49-F238E27FC236}">
                  <a16:creationId xmlns:a16="http://schemas.microsoft.com/office/drawing/2014/main" id="{C4001581-C0CF-460B-A859-A3A75BBFAFA9}"/>
                </a:ext>
              </a:extLst>
            </p:cNvPr>
            <p:cNvSpPr>
              <a:spLocks/>
            </p:cNvSpPr>
            <p:nvPr/>
          </p:nvSpPr>
          <p:spPr bwMode="auto">
            <a:xfrm>
              <a:off x="6554788" y="2760663"/>
              <a:ext cx="590550" cy="114300"/>
            </a:xfrm>
            <a:custGeom>
              <a:avLst/>
              <a:gdLst>
                <a:gd name="T0" fmla="*/ 10 w 372"/>
                <a:gd name="T1" fmla="*/ 0 h 72"/>
                <a:gd name="T2" fmla="*/ 10 w 372"/>
                <a:gd name="T3" fmla="*/ 2 h 72"/>
                <a:gd name="T4" fmla="*/ 0 w 372"/>
                <a:gd name="T5" fmla="*/ 22 h 72"/>
                <a:gd name="T6" fmla="*/ 338 w 372"/>
                <a:gd name="T7" fmla="*/ 72 h 72"/>
                <a:gd name="T8" fmla="*/ 346 w 372"/>
                <a:gd name="T9" fmla="*/ 60 h 72"/>
                <a:gd name="T10" fmla="*/ 372 w 372"/>
                <a:gd name="T11" fmla="*/ 36 h 72"/>
                <a:gd name="T12" fmla="*/ 358 w 372"/>
                <a:gd name="T13" fmla="*/ 34 h 72"/>
                <a:gd name="T14" fmla="*/ 348 w 372"/>
                <a:gd name="T15" fmla="*/ 34 h 72"/>
                <a:gd name="T16" fmla="*/ 10 w 372"/>
                <a:gd name="T1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2" h="72">
                  <a:moveTo>
                    <a:pt x="10" y="0"/>
                  </a:moveTo>
                  <a:lnTo>
                    <a:pt x="10" y="2"/>
                  </a:lnTo>
                  <a:lnTo>
                    <a:pt x="0" y="22"/>
                  </a:lnTo>
                  <a:lnTo>
                    <a:pt x="338" y="72"/>
                  </a:lnTo>
                  <a:lnTo>
                    <a:pt x="346" y="60"/>
                  </a:lnTo>
                  <a:lnTo>
                    <a:pt x="372" y="36"/>
                  </a:lnTo>
                  <a:lnTo>
                    <a:pt x="358" y="34"/>
                  </a:lnTo>
                  <a:lnTo>
                    <a:pt x="348" y="34"/>
                  </a:lnTo>
                  <a:lnTo>
                    <a:pt x="1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7" name="Rectangle 1427">
              <a:extLst>
                <a:ext uri="{FF2B5EF4-FFF2-40B4-BE49-F238E27FC236}">
                  <a16:creationId xmlns:a16="http://schemas.microsoft.com/office/drawing/2014/main" id="{B2F01E0D-E1E1-4E97-BB19-A788EEF7660F}"/>
                </a:ext>
              </a:extLst>
            </p:cNvPr>
            <p:cNvSpPr>
              <a:spLocks noChangeArrowheads="1"/>
            </p:cNvSpPr>
            <p:nvPr/>
          </p:nvSpPr>
          <p:spPr bwMode="auto">
            <a:xfrm>
              <a:off x="6529388" y="2906713"/>
              <a:ext cx="1588" cy="1588"/>
            </a:xfrm>
            <a:prstGeom prst="rect">
              <a:avLst/>
            </a:prstGeom>
            <a:solidFill>
              <a:srgbClr val="E4D6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8" name="Freeform 1428">
              <a:extLst>
                <a:ext uri="{FF2B5EF4-FFF2-40B4-BE49-F238E27FC236}">
                  <a16:creationId xmlns:a16="http://schemas.microsoft.com/office/drawing/2014/main" id="{213E72A0-2CB7-498E-BE36-AA7035AC79E5}"/>
                </a:ext>
              </a:extLst>
            </p:cNvPr>
            <p:cNvSpPr>
              <a:spLocks/>
            </p:cNvSpPr>
            <p:nvPr/>
          </p:nvSpPr>
          <p:spPr bwMode="auto">
            <a:xfrm>
              <a:off x="6529388" y="2906713"/>
              <a:ext cx="0" cy="0"/>
            </a:xfrm>
            <a:custGeom>
              <a:avLst/>
              <a:gdLst/>
              <a:ahLst/>
              <a:cxnLst>
                <a:cxn ang="0">
                  <a:pos x="0" y="0"/>
                </a:cxn>
                <a:cxn ang="0">
                  <a:pos x="0" y="0"/>
                </a:cxn>
                <a:cxn ang="0">
                  <a:pos x="0" y="0"/>
                </a:cxn>
                <a:cxn ang="0">
                  <a:pos x="0" y="0"/>
                </a:cxn>
              </a:cxnLst>
              <a:rect l="0" t="0" r="r" b="b"/>
              <a:pathLst>
                <a:path>
                  <a:moveTo>
                    <a:pt x="0" y="0"/>
                  </a:moveTo>
                  <a:lnTo>
                    <a:pt x="0" y="0"/>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9" name="Freeform 1429">
              <a:extLst>
                <a:ext uri="{FF2B5EF4-FFF2-40B4-BE49-F238E27FC236}">
                  <a16:creationId xmlns:a16="http://schemas.microsoft.com/office/drawing/2014/main" id="{D3EB353D-7116-444D-BABC-7577C59FB617}"/>
                </a:ext>
              </a:extLst>
            </p:cNvPr>
            <p:cNvSpPr>
              <a:spLocks/>
            </p:cNvSpPr>
            <p:nvPr/>
          </p:nvSpPr>
          <p:spPr bwMode="auto">
            <a:xfrm>
              <a:off x="6529388" y="2878138"/>
              <a:ext cx="593725" cy="133350"/>
            </a:xfrm>
            <a:custGeom>
              <a:avLst/>
              <a:gdLst>
                <a:gd name="T0" fmla="*/ 26 w 374"/>
                <a:gd name="T1" fmla="*/ 0 h 84"/>
                <a:gd name="T2" fmla="*/ 26 w 374"/>
                <a:gd name="T3" fmla="*/ 2 h 84"/>
                <a:gd name="T4" fmla="*/ 0 w 374"/>
                <a:gd name="T5" fmla="*/ 18 h 84"/>
                <a:gd name="T6" fmla="*/ 0 w 374"/>
                <a:gd name="T7" fmla="*/ 18 h 84"/>
                <a:gd name="T8" fmla="*/ 362 w 374"/>
                <a:gd name="T9" fmla="*/ 84 h 84"/>
                <a:gd name="T10" fmla="*/ 374 w 374"/>
                <a:gd name="T11" fmla="*/ 62 h 84"/>
                <a:gd name="T12" fmla="*/ 360 w 374"/>
                <a:gd name="T13" fmla="*/ 44 h 84"/>
                <a:gd name="T14" fmla="*/ 360 w 374"/>
                <a:gd name="T15" fmla="*/ 42 h 84"/>
                <a:gd name="T16" fmla="*/ 26 w 374"/>
                <a:gd name="T17"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4" h="84">
                  <a:moveTo>
                    <a:pt x="26" y="0"/>
                  </a:moveTo>
                  <a:lnTo>
                    <a:pt x="26" y="2"/>
                  </a:lnTo>
                  <a:lnTo>
                    <a:pt x="0" y="18"/>
                  </a:lnTo>
                  <a:lnTo>
                    <a:pt x="0" y="18"/>
                  </a:lnTo>
                  <a:lnTo>
                    <a:pt x="362" y="84"/>
                  </a:lnTo>
                  <a:lnTo>
                    <a:pt x="374" y="62"/>
                  </a:lnTo>
                  <a:lnTo>
                    <a:pt x="360" y="44"/>
                  </a:lnTo>
                  <a:lnTo>
                    <a:pt x="360" y="42"/>
                  </a:lnTo>
                  <a:lnTo>
                    <a:pt x="26" y="0"/>
                  </a:lnTo>
                  <a:close/>
                </a:path>
              </a:pathLst>
            </a:custGeom>
            <a:solidFill>
              <a:srgbClr val="C6AC9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0" name="Freeform 1430">
              <a:extLst>
                <a:ext uri="{FF2B5EF4-FFF2-40B4-BE49-F238E27FC236}">
                  <a16:creationId xmlns:a16="http://schemas.microsoft.com/office/drawing/2014/main" id="{6C8BB13E-4AA7-443B-B333-9F6CA79C629F}"/>
                </a:ext>
              </a:extLst>
            </p:cNvPr>
            <p:cNvSpPr>
              <a:spLocks/>
            </p:cNvSpPr>
            <p:nvPr/>
          </p:nvSpPr>
          <p:spPr bwMode="auto">
            <a:xfrm>
              <a:off x="6529388" y="2878138"/>
              <a:ext cx="593725" cy="133350"/>
            </a:xfrm>
            <a:custGeom>
              <a:avLst/>
              <a:gdLst>
                <a:gd name="T0" fmla="*/ 26 w 374"/>
                <a:gd name="T1" fmla="*/ 0 h 84"/>
                <a:gd name="T2" fmla="*/ 26 w 374"/>
                <a:gd name="T3" fmla="*/ 2 h 84"/>
                <a:gd name="T4" fmla="*/ 0 w 374"/>
                <a:gd name="T5" fmla="*/ 18 h 84"/>
                <a:gd name="T6" fmla="*/ 0 w 374"/>
                <a:gd name="T7" fmla="*/ 18 h 84"/>
                <a:gd name="T8" fmla="*/ 362 w 374"/>
                <a:gd name="T9" fmla="*/ 84 h 84"/>
                <a:gd name="T10" fmla="*/ 374 w 374"/>
                <a:gd name="T11" fmla="*/ 62 h 84"/>
                <a:gd name="T12" fmla="*/ 360 w 374"/>
                <a:gd name="T13" fmla="*/ 44 h 84"/>
                <a:gd name="T14" fmla="*/ 360 w 374"/>
                <a:gd name="T15" fmla="*/ 42 h 84"/>
                <a:gd name="T16" fmla="*/ 26 w 374"/>
                <a:gd name="T17"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4" h="84">
                  <a:moveTo>
                    <a:pt x="26" y="0"/>
                  </a:moveTo>
                  <a:lnTo>
                    <a:pt x="26" y="2"/>
                  </a:lnTo>
                  <a:lnTo>
                    <a:pt x="0" y="18"/>
                  </a:lnTo>
                  <a:lnTo>
                    <a:pt x="0" y="18"/>
                  </a:lnTo>
                  <a:lnTo>
                    <a:pt x="362" y="84"/>
                  </a:lnTo>
                  <a:lnTo>
                    <a:pt x="374" y="62"/>
                  </a:lnTo>
                  <a:lnTo>
                    <a:pt x="360" y="44"/>
                  </a:lnTo>
                  <a:lnTo>
                    <a:pt x="360" y="42"/>
                  </a:lnTo>
                  <a:lnTo>
                    <a:pt x="2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1" name="Freeform 1431">
              <a:extLst>
                <a:ext uri="{FF2B5EF4-FFF2-40B4-BE49-F238E27FC236}">
                  <a16:creationId xmlns:a16="http://schemas.microsoft.com/office/drawing/2014/main" id="{7B6B2925-DE21-48DB-B0F9-C238CAC735F9}"/>
                </a:ext>
              </a:extLst>
            </p:cNvPr>
            <p:cNvSpPr>
              <a:spLocks/>
            </p:cNvSpPr>
            <p:nvPr/>
          </p:nvSpPr>
          <p:spPr bwMode="auto">
            <a:xfrm>
              <a:off x="6688138" y="3729038"/>
              <a:ext cx="346075" cy="104775"/>
            </a:xfrm>
            <a:custGeom>
              <a:avLst/>
              <a:gdLst>
                <a:gd name="T0" fmla="*/ 214 w 218"/>
                <a:gd name="T1" fmla="*/ 66 h 66"/>
                <a:gd name="T2" fmla="*/ 0 w 218"/>
                <a:gd name="T3" fmla="*/ 48 h 66"/>
                <a:gd name="T4" fmla="*/ 4 w 218"/>
                <a:gd name="T5" fmla="*/ 0 h 66"/>
                <a:gd name="T6" fmla="*/ 218 w 218"/>
                <a:gd name="T7" fmla="*/ 18 h 66"/>
                <a:gd name="T8" fmla="*/ 214 w 218"/>
                <a:gd name="T9" fmla="*/ 66 h 66"/>
              </a:gdLst>
              <a:ahLst/>
              <a:cxnLst>
                <a:cxn ang="0">
                  <a:pos x="T0" y="T1"/>
                </a:cxn>
                <a:cxn ang="0">
                  <a:pos x="T2" y="T3"/>
                </a:cxn>
                <a:cxn ang="0">
                  <a:pos x="T4" y="T5"/>
                </a:cxn>
                <a:cxn ang="0">
                  <a:pos x="T6" y="T7"/>
                </a:cxn>
                <a:cxn ang="0">
                  <a:pos x="T8" y="T9"/>
                </a:cxn>
              </a:cxnLst>
              <a:rect l="0" t="0" r="r" b="b"/>
              <a:pathLst>
                <a:path w="218" h="66">
                  <a:moveTo>
                    <a:pt x="214" y="66"/>
                  </a:moveTo>
                  <a:lnTo>
                    <a:pt x="0" y="48"/>
                  </a:lnTo>
                  <a:lnTo>
                    <a:pt x="4" y="0"/>
                  </a:lnTo>
                  <a:lnTo>
                    <a:pt x="218" y="18"/>
                  </a:lnTo>
                  <a:lnTo>
                    <a:pt x="214" y="66"/>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2" name="Freeform 1432">
              <a:extLst>
                <a:ext uri="{FF2B5EF4-FFF2-40B4-BE49-F238E27FC236}">
                  <a16:creationId xmlns:a16="http://schemas.microsoft.com/office/drawing/2014/main" id="{7B14D80E-53FF-4BBC-9353-DB0A5FE29909}"/>
                </a:ext>
              </a:extLst>
            </p:cNvPr>
            <p:cNvSpPr>
              <a:spLocks/>
            </p:cNvSpPr>
            <p:nvPr/>
          </p:nvSpPr>
          <p:spPr bwMode="auto">
            <a:xfrm>
              <a:off x="6688138" y="3729038"/>
              <a:ext cx="346075" cy="104775"/>
            </a:xfrm>
            <a:custGeom>
              <a:avLst/>
              <a:gdLst>
                <a:gd name="T0" fmla="*/ 214 w 218"/>
                <a:gd name="T1" fmla="*/ 66 h 66"/>
                <a:gd name="T2" fmla="*/ 0 w 218"/>
                <a:gd name="T3" fmla="*/ 48 h 66"/>
                <a:gd name="T4" fmla="*/ 4 w 218"/>
                <a:gd name="T5" fmla="*/ 0 h 66"/>
                <a:gd name="T6" fmla="*/ 218 w 218"/>
                <a:gd name="T7" fmla="*/ 18 h 66"/>
                <a:gd name="T8" fmla="*/ 214 w 218"/>
                <a:gd name="T9" fmla="*/ 66 h 66"/>
              </a:gdLst>
              <a:ahLst/>
              <a:cxnLst>
                <a:cxn ang="0">
                  <a:pos x="T0" y="T1"/>
                </a:cxn>
                <a:cxn ang="0">
                  <a:pos x="T2" y="T3"/>
                </a:cxn>
                <a:cxn ang="0">
                  <a:pos x="T4" y="T5"/>
                </a:cxn>
                <a:cxn ang="0">
                  <a:pos x="T6" y="T7"/>
                </a:cxn>
                <a:cxn ang="0">
                  <a:pos x="T8" y="T9"/>
                </a:cxn>
              </a:cxnLst>
              <a:rect l="0" t="0" r="r" b="b"/>
              <a:pathLst>
                <a:path w="218" h="66">
                  <a:moveTo>
                    <a:pt x="214" y="66"/>
                  </a:moveTo>
                  <a:lnTo>
                    <a:pt x="0" y="48"/>
                  </a:lnTo>
                  <a:lnTo>
                    <a:pt x="4" y="0"/>
                  </a:lnTo>
                  <a:lnTo>
                    <a:pt x="218" y="18"/>
                  </a:lnTo>
                  <a:lnTo>
                    <a:pt x="214" y="6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3" name="Freeform 1433">
              <a:extLst>
                <a:ext uri="{FF2B5EF4-FFF2-40B4-BE49-F238E27FC236}">
                  <a16:creationId xmlns:a16="http://schemas.microsoft.com/office/drawing/2014/main" id="{C71D2172-F605-407D-B1CE-0537B4954DB8}"/>
                </a:ext>
              </a:extLst>
            </p:cNvPr>
            <p:cNvSpPr>
              <a:spLocks/>
            </p:cNvSpPr>
            <p:nvPr/>
          </p:nvSpPr>
          <p:spPr bwMode="auto">
            <a:xfrm>
              <a:off x="6688138" y="3729038"/>
              <a:ext cx="346075" cy="104775"/>
            </a:xfrm>
            <a:custGeom>
              <a:avLst/>
              <a:gdLst>
                <a:gd name="T0" fmla="*/ 214 w 218"/>
                <a:gd name="T1" fmla="*/ 66 h 66"/>
                <a:gd name="T2" fmla="*/ 0 w 218"/>
                <a:gd name="T3" fmla="*/ 48 h 66"/>
                <a:gd name="T4" fmla="*/ 4 w 218"/>
                <a:gd name="T5" fmla="*/ 0 h 66"/>
                <a:gd name="T6" fmla="*/ 218 w 218"/>
                <a:gd name="T7" fmla="*/ 18 h 66"/>
                <a:gd name="T8" fmla="*/ 214 w 218"/>
                <a:gd name="T9" fmla="*/ 66 h 66"/>
              </a:gdLst>
              <a:ahLst/>
              <a:cxnLst>
                <a:cxn ang="0">
                  <a:pos x="T0" y="T1"/>
                </a:cxn>
                <a:cxn ang="0">
                  <a:pos x="T2" y="T3"/>
                </a:cxn>
                <a:cxn ang="0">
                  <a:pos x="T4" y="T5"/>
                </a:cxn>
                <a:cxn ang="0">
                  <a:pos x="T6" y="T7"/>
                </a:cxn>
                <a:cxn ang="0">
                  <a:pos x="T8" y="T9"/>
                </a:cxn>
              </a:cxnLst>
              <a:rect l="0" t="0" r="r" b="b"/>
              <a:pathLst>
                <a:path w="218" h="66">
                  <a:moveTo>
                    <a:pt x="214" y="66"/>
                  </a:moveTo>
                  <a:lnTo>
                    <a:pt x="0" y="48"/>
                  </a:lnTo>
                  <a:lnTo>
                    <a:pt x="4" y="0"/>
                  </a:lnTo>
                  <a:lnTo>
                    <a:pt x="218" y="18"/>
                  </a:lnTo>
                  <a:lnTo>
                    <a:pt x="214" y="66"/>
                  </a:lnTo>
                  <a:close/>
                </a:path>
              </a:pathLst>
            </a:custGeom>
            <a:solidFill>
              <a:srgbClr val="4D3D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4" name="Freeform 1434">
              <a:extLst>
                <a:ext uri="{FF2B5EF4-FFF2-40B4-BE49-F238E27FC236}">
                  <a16:creationId xmlns:a16="http://schemas.microsoft.com/office/drawing/2014/main" id="{B6B02DC2-2B9F-4230-8D89-B104EDB081CD}"/>
                </a:ext>
              </a:extLst>
            </p:cNvPr>
            <p:cNvSpPr>
              <a:spLocks/>
            </p:cNvSpPr>
            <p:nvPr/>
          </p:nvSpPr>
          <p:spPr bwMode="auto">
            <a:xfrm>
              <a:off x="6688138" y="3729038"/>
              <a:ext cx="346075" cy="104775"/>
            </a:xfrm>
            <a:custGeom>
              <a:avLst/>
              <a:gdLst>
                <a:gd name="T0" fmla="*/ 214 w 218"/>
                <a:gd name="T1" fmla="*/ 66 h 66"/>
                <a:gd name="T2" fmla="*/ 0 w 218"/>
                <a:gd name="T3" fmla="*/ 48 h 66"/>
                <a:gd name="T4" fmla="*/ 4 w 218"/>
                <a:gd name="T5" fmla="*/ 0 h 66"/>
                <a:gd name="T6" fmla="*/ 218 w 218"/>
                <a:gd name="T7" fmla="*/ 18 h 66"/>
                <a:gd name="T8" fmla="*/ 214 w 218"/>
                <a:gd name="T9" fmla="*/ 66 h 66"/>
              </a:gdLst>
              <a:ahLst/>
              <a:cxnLst>
                <a:cxn ang="0">
                  <a:pos x="T0" y="T1"/>
                </a:cxn>
                <a:cxn ang="0">
                  <a:pos x="T2" y="T3"/>
                </a:cxn>
                <a:cxn ang="0">
                  <a:pos x="T4" y="T5"/>
                </a:cxn>
                <a:cxn ang="0">
                  <a:pos x="T6" y="T7"/>
                </a:cxn>
                <a:cxn ang="0">
                  <a:pos x="T8" y="T9"/>
                </a:cxn>
              </a:cxnLst>
              <a:rect l="0" t="0" r="r" b="b"/>
              <a:pathLst>
                <a:path w="218" h="66">
                  <a:moveTo>
                    <a:pt x="214" y="66"/>
                  </a:moveTo>
                  <a:lnTo>
                    <a:pt x="0" y="48"/>
                  </a:lnTo>
                  <a:lnTo>
                    <a:pt x="4" y="0"/>
                  </a:lnTo>
                  <a:lnTo>
                    <a:pt x="218" y="18"/>
                  </a:lnTo>
                  <a:lnTo>
                    <a:pt x="214" y="6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5" name="Freeform 1437">
              <a:extLst>
                <a:ext uri="{FF2B5EF4-FFF2-40B4-BE49-F238E27FC236}">
                  <a16:creationId xmlns:a16="http://schemas.microsoft.com/office/drawing/2014/main" id="{609128A7-3CDA-45D5-BACC-E31B8BB1B238}"/>
                </a:ext>
              </a:extLst>
            </p:cNvPr>
            <p:cNvSpPr>
              <a:spLocks/>
            </p:cNvSpPr>
            <p:nvPr/>
          </p:nvSpPr>
          <p:spPr bwMode="auto">
            <a:xfrm>
              <a:off x="6494463" y="3871913"/>
              <a:ext cx="3175" cy="22225"/>
            </a:xfrm>
            <a:custGeom>
              <a:avLst/>
              <a:gdLst>
                <a:gd name="T0" fmla="*/ 0 w 2"/>
                <a:gd name="T1" fmla="*/ 0 h 14"/>
                <a:gd name="T2" fmla="*/ 0 w 2"/>
                <a:gd name="T3" fmla="*/ 0 h 14"/>
                <a:gd name="T4" fmla="*/ 2 w 2"/>
                <a:gd name="T5" fmla="*/ 14 h 14"/>
                <a:gd name="T6" fmla="*/ 2 w 2"/>
                <a:gd name="T7" fmla="*/ 14 h 14"/>
                <a:gd name="T8" fmla="*/ 0 w 2"/>
                <a:gd name="T9" fmla="*/ 0 h 14"/>
              </a:gdLst>
              <a:ahLst/>
              <a:cxnLst>
                <a:cxn ang="0">
                  <a:pos x="T0" y="T1"/>
                </a:cxn>
                <a:cxn ang="0">
                  <a:pos x="T2" y="T3"/>
                </a:cxn>
                <a:cxn ang="0">
                  <a:pos x="T4" y="T5"/>
                </a:cxn>
                <a:cxn ang="0">
                  <a:pos x="T6" y="T7"/>
                </a:cxn>
                <a:cxn ang="0">
                  <a:pos x="T8" y="T9"/>
                </a:cxn>
              </a:cxnLst>
              <a:rect l="0" t="0" r="r" b="b"/>
              <a:pathLst>
                <a:path w="2" h="14">
                  <a:moveTo>
                    <a:pt x="0" y="0"/>
                  </a:moveTo>
                  <a:lnTo>
                    <a:pt x="0" y="0"/>
                  </a:lnTo>
                  <a:lnTo>
                    <a:pt x="2" y="14"/>
                  </a:lnTo>
                  <a:lnTo>
                    <a:pt x="2" y="14"/>
                  </a:lnTo>
                  <a:lnTo>
                    <a:pt x="0" y="0"/>
                  </a:lnTo>
                  <a:close/>
                </a:path>
              </a:pathLst>
            </a:custGeom>
            <a:solidFill>
              <a:srgbClr val="5A33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6" name="Freeform 1438">
              <a:extLst>
                <a:ext uri="{FF2B5EF4-FFF2-40B4-BE49-F238E27FC236}">
                  <a16:creationId xmlns:a16="http://schemas.microsoft.com/office/drawing/2014/main" id="{259825BD-066B-48DC-B078-DBF5DA1C276C}"/>
                </a:ext>
              </a:extLst>
            </p:cNvPr>
            <p:cNvSpPr>
              <a:spLocks/>
            </p:cNvSpPr>
            <p:nvPr/>
          </p:nvSpPr>
          <p:spPr bwMode="auto">
            <a:xfrm>
              <a:off x="6494463" y="3871913"/>
              <a:ext cx="3175" cy="22225"/>
            </a:xfrm>
            <a:custGeom>
              <a:avLst/>
              <a:gdLst>
                <a:gd name="T0" fmla="*/ 0 w 2"/>
                <a:gd name="T1" fmla="*/ 0 h 14"/>
                <a:gd name="T2" fmla="*/ 0 w 2"/>
                <a:gd name="T3" fmla="*/ 0 h 14"/>
                <a:gd name="T4" fmla="*/ 2 w 2"/>
                <a:gd name="T5" fmla="*/ 14 h 14"/>
                <a:gd name="T6" fmla="*/ 2 w 2"/>
                <a:gd name="T7" fmla="*/ 14 h 14"/>
                <a:gd name="T8" fmla="*/ 0 w 2"/>
                <a:gd name="T9" fmla="*/ 0 h 14"/>
              </a:gdLst>
              <a:ahLst/>
              <a:cxnLst>
                <a:cxn ang="0">
                  <a:pos x="T0" y="T1"/>
                </a:cxn>
                <a:cxn ang="0">
                  <a:pos x="T2" y="T3"/>
                </a:cxn>
                <a:cxn ang="0">
                  <a:pos x="T4" y="T5"/>
                </a:cxn>
                <a:cxn ang="0">
                  <a:pos x="T6" y="T7"/>
                </a:cxn>
                <a:cxn ang="0">
                  <a:pos x="T8" y="T9"/>
                </a:cxn>
              </a:cxnLst>
              <a:rect l="0" t="0" r="r" b="b"/>
              <a:pathLst>
                <a:path w="2" h="14">
                  <a:moveTo>
                    <a:pt x="0" y="0"/>
                  </a:moveTo>
                  <a:lnTo>
                    <a:pt x="0" y="0"/>
                  </a:lnTo>
                  <a:lnTo>
                    <a:pt x="2" y="14"/>
                  </a:lnTo>
                  <a:lnTo>
                    <a:pt x="2" y="14"/>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7" name="Freeform 1439">
              <a:extLst>
                <a:ext uri="{FF2B5EF4-FFF2-40B4-BE49-F238E27FC236}">
                  <a16:creationId xmlns:a16="http://schemas.microsoft.com/office/drawing/2014/main" id="{2D20ED17-409E-4E32-A195-27967CA3801C}"/>
                </a:ext>
              </a:extLst>
            </p:cNvPr>
            <p:cNvSpPr>
              <a:spLocks/>
            </p:cNvSpPr>
            <p:nvPr/>
          </p:nvSpPr>
          <p:spPr bwMode="auto">
            <a:xfrm>
              <a:off x="6465888" y="3462338"/>
              <a:ext cx="511175" cy="431800"/>
            </a:xfrm>
            <a:custGeom>
              <a:avLst/>
              <a:gdLst>
                <a:gd name="T0" fmla="*/ 172 w 322"/>
                <a:gd name="T1" fmla="*/ 0 h 272"/>
                <a:gd name="T2" fmla="*/ 46 w 322"/>
                <a:gd name="T3" fmla="*/ 2 h 272"/>
                <a:gd name="T4" fmla="*/ 0 w 322"/>
                <a:gd name="T5" fmla="*/ 26 h 272"/>
                <a:gd name="T6" fmla="*/ 20 w 322"/>
                <a:gd name="T7" fmla="*/ 272 h 272"/>
                <a:gd name="T8" fmla="*/ 210 w 322"/>
                <a:gd name="T9" fmla="*/ 272 h 272"/>
                <a:gd name="T10" fmla="*/ 278 w 322"/>
                <a:gd name="T11" fmla="*/ 264 h 272"/>
                <a:gd name="T12" fmla="*/ 280 w 322"/>
                <a:gd name="T13" fmla="*/ 228 h 272"/>
                <a:gd name="T14" fmla="*/ 140 w 322"/>
                <a:gd name="T15" fmla="*/ 216 h 272"/>
                <a:gd name="T16" fmla="*/ 144 w 322"/>
                <a:gd name="T17" fmla="*/ 168 h 272"/>
                <a:gd name="T18" fmla="*/ 320 w 322"/>
                <a:gd name="T19" fmla="*/ 184 h 272"/>
                <a:gd name="T20" fmla="*/ 322 w 322"/>
                <a:gd name="T21" fmla="*/ 118 h 272"/>
                <a:gd name="T22" fmla="*/ 276 w 322"/>
                <a:gd name="T23" fmla="*/ 110 h 272"/>
                <a:gd name="T24" fmla="*/ 308 w 322"/>
                <a:gd name="T25" fmla="*/ 90 h 272"/>
                <a:gd name="T26" fmla="*/ 290 w 322"/>
                <a:gd name="T27" fmla="*/ 24 h 272"/>
                <a:gd name="T28" fmla="*/ 178 w 322"/>
                <a:gd name="T29" fmla="*/ 44 h 272"/>
                <a:gd name="T30" fmla="*/ 172 w 322"/>
                <a:gd name="T31" fmla="*/ 0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272">
                  <a:moveTo>
                    <a:pt x="172" y="0"/>
                  </a:moveTo>
                  <a:lnTo>
                    <a:pt x="46" y="2"/>
                  </a:lnTo>
                  <a:lnTo>
                    <a:pt x="0" y="26"/>
                  </a:lnTo>
                  <a:lnTo>
                    <a:pt x="20" y="272"/>
                  </a:lnTo>
                  <a:lnTo>
                    <a:pt x="210" y="272"/>
                  </a:lnTo>
                  <a:lnTo>
                    <a:pt x="278" y="264"/>
                  </a:lnTo>
                  <a:lnTo>
                    <a:pt x="280" y="228"/>
                  </a:lnTo>
                  <a:lnTo>
                    <a:pt x="140" y="216"/>
                  </a:lnTo>
                  <a:lnTo>
                    <a:pt x="144" y="168"/>
                  </a:lnTo>
                  <a:lnTo>
                    <a:pt x="320" y="184"/>
                  </a:lnTo>
                  <a:lnTo>
                    <a:pt x="322" y="118"/>
                  </a:lnTo>
                  <a:lnTo>
                    <a:pt x="276" y="110"/>
                  </a:lnTo>
                  <a:lnTo>
                    <a:pt x="308" y="90"/>
                  </a:lnTo>
                  <a:lnTo>
                    <a:pt x="290" y="24"/>
                  </a:lnTo>
                  <a:lnTo>
                    <a:pt x="178" y="44"/>
                  </a:lnTo>
                  <a:lnTo>
                    <a:pt x="172" y="0"/>
                  </a:lnTo>
                  <a:close/>
                </a:path>
              </a:pathLst>
            </a:custGeom>
            <a:solidFill>
              <a:srgbClr val="9768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8" name="Freeform 1440">
              <a:extLst>
                <a:ext uri="{FF2B5EF4-FFF2-40B4-BE49-F238E27FC236}">
                  <a16:creationId xmlns:a16="http://schemas.microsoft.com/office/drawing/2014/main" id="{759EE4EC-6CB7-44C9-84A8-1811A7A6DACB}"/>
                </a:ext>
              </a:extLst>
            </p:cNvPr>
            <p:cNvSpPr>
              <a:spLocks/>
            </p:cNvSpPr>
            <p:nvPr/>
          </p:nvSpPr>
          <p:spPr bwMode="auto">
            <a:xfrm>
              <a:off x="6465888" y="3462338"/>
              <a:ext cx="511175" cy="431800"/>
            </a:xfrm>
            <a:custGeom>
              <a:avLst/>
              <a:gdLst>
                <a:gd name="T0" fmla="*/ 172 w 322"/>
                <a:gd name="T1" fmla="*/ 0 h 272"/>
                <a:gd name="T2" fmla="*/ 46 w 322"/>
                <a:gd name="T3" fmla="*/ 2 h 272"/>
                <a:gd name="T4" fmla="*/ 0 w 322"/>
                <a:gd name="T5" fmla="*/ 26 h 272"/>
                <a:gd name="T6" fmla="*/ 20 w 322"/>
                <a:gd name="T7" fmla="*/ 272 h 272"/>
                <a:gd name="T8" fmla="*/ 210 w 322"/>
                <a:gd name="T9" fmla="*/ 272 h 272"/>
                <a:gd name="T10" fmla="*/ 278 w 322"/>
                <a:gd name="T11" fmla="*/ 264 h 272"/>
                <a:gd name="T12" fmla="*/ 280 w 322"/>
                <a:gd name="T13" fmla="*/ 228 h 272"/>
                <a:gd name="T14" fmla="*/ 140 w 322"/>
                <a:gd name="T15" fmla="*/ 216 h 272"/>
                <a:gd name="T16" fmla="*/ 144 w 322"/>
                <a:gd name="T17" fmla="*/ 168 h 272"/>
                <a:gd name="T18" fmla="*/ 320 w 322"/>
                <a:gd name="T19" fmla="*/ 184 h 272"/>
                <a:gd name="T20" fmla="*/ 322 w 322"/>
                <a:gd name="T21" fmla="*/ 118 h 272"/>
                <a:gd name="T22" fmla="*/ 276 w 322"/>
                <a:gd name="T23" fmla="*/ 110 h 272"/>
                <a:gd name="T24" fmla="*/ 308 w 322"/>
                <a:gd name="T25" fmla="*/ 90 h 272"/>
                <a:gd name="T26" fmla="*/ 290 w 322"/>
                <a:gd name="T27" fmla="*/ 24 h 272"/>
                <a:gd name="T28" fmla="*/ 178 w 322"/>
                <a:gd name="T29" fmla="*/ 44 h 272"/>
                <a:gd name="T30" fmla="*/ 172 w 322"/>
                <a:gd name="T31" fmla="*/ 0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2" h="272">
                  <a:moveTo>
                    <a:pt x="172" y="0"/>
                  </a:moveTo>
                  <a:lnTo>
                    <a:pt x="46" y="2"/>
                  </a:lnTo>
                  <a:lnTo>
                    <a:pt x="0" y="26"/>
                  </a:lnTo>
                  <a:lnTo>
                    <a:pt x="20" y="272"/>
                  </a:lnTo>
                  <a:lnTo>
                    <a:pt x="210" y="272"/>
                  </a:lnTo>
                  <a:lnTo>
                    <a:pt x="278" y="264"/>
                  </a:lnTo>
                  <a:lnTo>
                    <a:pt x="280" y="228"/>
                  </a:lnTo>
                  <a:lnTo>
                    <a:pt x="140" y="216"/>
                  </a:lnTo>
                  <a:lnTo>
                    <a:pt x="144" y="168"/>
                  </a:lnTo>
                  <a:lnTo>
                    <a:pt x="320" y="184"/>
                  </a:lnTo>
                  <a:lnTo>
                    <a:pt x="322" y="118"/>
                  </a:lnTo>
                  <a:lnTo>
                    <a:pt x="276" y="110"/>
                  </a:lnTo>
                  <a:lnTo>
                    <a:pt x="308" y="90"/>
                  </a:lnTo>
                  <a:lnTo>
                    <a:pt x="290" y="24"/>
                  </a:lnTo>
                  <a:lnTo>
                    <a:pt x="178" y="44"/>
                  </a:lnTo>
                  <a:lnTo>
                    <a:pt x="17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9" name="Freeform 1441">
              <a:extLst>
                <a:ext uri="{FF2B5EF4-FFF2-40B4-BE49-F238E27FC236}">
                  <a16:creationId xmlns:a16="http://schemas.microsoft.com/office/drawing/2014/main" id="{414B94F7-873E-4ACD-A0E3-D6DB0CCD231B}"/>
                </a:ext>
              </a:extLst>
            </p:cNvPr>
            <p:cNvSpPr>
              <a:spLocks/>
            </p:cNvSpPr>
            <p:nvPr/>
          </p:nvSpPr>
          <p:spPr bwMode="auto">
            <a:xfrm>
              <a:off x="6688138" y="3729038"/>
              <a:ext cx="285750" cy="95250"/>
            </a:xfrm>
            <a:custGeom>
              <a:avLst/>
              <a:gdLst>
                <a:gd name="T0" fmla="*/ 4 w 180"/>
                <a:gd name="T1" fmla="*/ 0 h 60"/>
                <a:gd name="T2" fmla="*/ 0 w 180"/>
                <a:gd name="T3" fmla="*/ 48 h 60"/>
                <a:gd name="T4" fmla="*/ 140 w 180"/>
                <a:gd name="T5" fmla="*/ 60 h 60"/>
                <a:gd name="T6" fmla="*/ 140 w 180"/>
                <a:gd name="T7" fmla="*/ 54 h 60"/>
                <a:gd name="T8" fmla="*/ 120 w 180"/>
                <a:gd name="T9" fmla="*/ 32 h 60"/>
                <a:gd name="T10" fmla="*/ 180 w 180"/>
                <a:gd name="T11" fmla="*/ 24 h 60"/>
                <a:gd name="T12" fmla="*/ 180 w 180"/>
                <a:gd name="T13" fmla="*/ 16 h 60"/>
                <a:gd name="T14" fmla="*/ 4 w 180"/>
                <a:gd name="T15" fmla="*/ 0 h 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0" h="60">
                  <a:moveTo>
                    <a:pt x="4" y="0"/>
                  </a:moveTo>
                  <a:lnTo>
                    <a:pt x="0" y="48"/>
                  </a:lnTo>
                  <a:lnTo>
                    <a:pt x="140" y="60"/>
                  </a:lnTo>
                  <a:lnTo>
                    <a:pt x="140" y="54"/>
                  </a:lnTo>
                  <a:lnTo>
                    <a:pt x="120" y="32"/>
                  </a:lnTo>
                  <a:lnTo>
                    <a:pt x="180" y="24"/>
                  </a:lnTo>
                  <a:lnTo>
                    <a:pt x="180" y="16"/>
                  </a:lnTo>
                  <a:lnTo>
                    <a:pt x="4" y="0"/>
                  </a:lnTo>
                  <a:close/>
                </a:path>
              </a:pathLst>
            </a:custGeom>
            <a:solidFill>
              <a:srgbClr val="5836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0" name="Freeform 1442">
              <a:extLst>
                <a:ext uri="{FF2B5EF4-FFF2-40B4-BE49-F238E27FC236}">
                  <a16:creationId xmlns:a16="http://schemas.microsoft.com/office/drawing/2014/main" id="{98BD8E85-381E-459F-9D19-CEEB867D85E3}"/>
                </a:ext>
              </a:extLst>
            </p:cNvPr>
            <p:cNvSpPr>
              <a:spLocks/>
            </p:cNvSpPr>
            <p:nvPr/>
          </p:nvSpPr>
          <p:spPr bwMode="auto">
            <a:xfrm>
              <a:off x="6688138" y="3729038"/>
              <a:ext cx="285750" cy="95250"/>
            </a:xfrm>
            <a:custGeom>
              <a:avLst/>
              <a:gdLst>
                <a:gd name="T0" fmla="*/ 4 w 180"/>
                <a:gd name="T1" fmla="*/ 0 h 60"/>
                <a:gd name="T2" fmla="*/ 0 w 180"/>
                <a:gd name="T3" fmla="*/ 48 h 60"/>
                <a:gd name="T4" fmla="*/ 140 w 180"/>
                <a:gd name="T5" fmla="*/ 60 h 60"/>
                <a:gd name="T6" fmla="*/ 140 w 180"/>
                <a:gd name="T7" fmla="*/ 54 h 60"/>
                <a:gd name="T8" fmla="*/ 120 w 180"/>
                <a:gd name="T9" fmla="*/ 32 h 60"/>
                <a:gd name="T10" fmla="*/ 180 w 180"/>
                <a:gd name="T11" fmla="*/ 24 h 60"/>
                <a:gd name="T12" fmla="*/ 180 w 180"/>
                <a:gd name="T13" fmla="*/ 16 h 60"/>
                <a:gd name="T14" fmla="*/ 4 w 180"/>
                <a:gd name="T15" fmla="*/ 0 h 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0" h="60">
                  <a:moveTo>
                    <a:pt x="4" y="0"/>
                  </a:moveTo>
                  <a:lnTo>
                    <a:pt x="0" y="48"/>
                  </a:lnTo>
                  <a:lnTo>
                    <a:pt x="140" y="60"/>
                  </a:lnTo>
                  <a:lnTo>
                    <a:pt x="140" y="54"/>
                  </a:lnTo>
                  <a:lnTo>
                    <a:pt x="120" y="32"/>
                  </a:lnTo>
                  <a:lnTo>
                    <a:pt x="180" y="24"/>
                  </a:lnTo>
                  <a:lnTo>
                    <a:pt x="180" y="16"/>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1" name="Freeform 1443">
              <a:extLst>
                <a:ext uri="{FF2B5EF4-FFF2-40B4-BE49-F238E27FC236}">
                  <a16:creationId xmlns:a16="http://schemas.microsoft.com/office/drawing/2014/main" id="{9C0FA58E-B134-419C-9382-1E3C0C87C361}"/>
                </a:ext>
              </a:extLst>
            </p:cNvPr>
            <p:cNvSpPr>
              <a:spLocks/>
            </p:cNvSpPr>
            <p:nvPr/>
          </p:nvSpPr>
          <p:spPr bwMode="auto">
            <a:xfrm>
              <a:off x="6380163" y="3525838"/>
              <a:ext cx="558800" cy="349250"/>
            </a:xfrm>
            <a:custGeom>
              <a:avLst/>
              <a:gdLst>
                <a:gd name="T0" fmla="*/ 6 w 352"/>
                <a:gd name="T1" fmla="*/ 200 h 220"/>
                <a:gd name="T2" fmla="*/ 68 w 352"/>
                <a:gd name="T3" fmla="*/ 212 h 220"/>
                <a:gd name="T4" fmla="*/ 190 w 352"/>
                <a:gd name="T5" fmla="*/ 220 h 220"/>
                <a:gd name="T6" fmla="*/ 314 w 352"/>
                <a:gd name="T7" fmla="*/ 212 h 220"/>
                <a:gd name="T8" fmla="*/ 312 w 352"/>
                <a:gd name="T9" fmla="*/ 170 h 220"/>
                <a:gd name="T10" fmla="*/ 210 w 352"/>
                <a:gd name="T11" fmla="*/ 176 h 220"/>
                <a:gd name="T12" fmla="*/ 206 w 352"/>
                <a:gd name="T13" fmla="*/ 154 h 220"/>
                <a:gd name="T14" fmla="*/ 352 w 352"/>
                <a:gd name="T15" fmla="*/ 134 h 220"/>
                <a:gd name="T16" fmla="*/ 348 w 352"/>
                <a:gd name="T17" fmla="*/ 84 h 220"/>
                <a:gd name="T18" fmla="*/ 210 w 352"/>
                <a:gd name="T19" fmla="*/ 110 h 220"/>
                <a:gd name="T20" fmla="*/ 206 w 352"/>
                <a:gd name="T21" fmla="*/ 88 h 220"/>
                <a:gd name="T22" fmla="*/ 344 w 352"/>
                <a:gd name="T23" fmla="*/ 44 h 220"/>
                <a:gd name="T24" fmla="*/ 332 w 352"/>
                <a:gd name="T25" fmla="*/ 0 h 220"/>
                <a:gd name="T26" fmla="*/ 192 w 352"/>
                <a:gd name="T27" fmla="*/ 38 h 220"/>
                <a:gd name="T28" fmla="*/ 82 w 352"/>
                <a:gd name="T29" fmla="*/ 32 h 220"/>
                <a:gd name="T30" fmla="*/ 0 w 352"/>
                <a:gd name="T31" fmla="*/ 68 h 220"/>
                <a:gd name="T32" fmla="*/ 6 w 352"/>
                <a:gd name="T33" fmla="*/ 20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2" h="220">
                  <a:moveTo>
                    <a:pt x="6" y="200"/>
                  </a:moveTo>
                  <a:lnTo>
                    <a:pt x="68" y="212"/>
                  </a:lnTo>
                  <a:lnTo>
                    <a:pt x="190" y="220"/>
                  </a:lnTo>
                  <a:lnTo>
                    <a:pt x="314" y="212"/>
                  </a:lnTo>
                  <a:lnTo>
                    <a:pt x="312" y="170"/>
                  </a:lnTo>
                  <a:lnTo>
                    <a:pt x="210" y="176"/>
                  </a:lnTo>
                  <a:lnTo>
                    <a:pt x="206" y="154"/>
                  </a:lnTo>
                  <a:lnTo>
                    <a:pt x="352" y="134"/>
                  </a:lnTo>
                  <a:lnTo>
                    <a:pt x="348" y="84"/>
                  </a:lnTo>
                  <a:lnTo>
                    <a:pt x="210" y="110"/>
                  </a:lnTo>
                  <a:lnTo>
                    <a:pt x="206" y="88"/>
                  </a:lnTo>
                  <a:lnTo>
                    <a:pt x="344" y="44"/>
                  </a:lnTo>
                  <a:lnTo>
                    <a:pt x="332" y="0"/>
                  </a:lnTo>
                  <a:lnTo>
                    <a:pt x="192" y="38"/>
                  </a:lnTo>
                  <a:lnTo>
                    <a:pt x="82" y="32"/>
                  </a:lnTo>
                  <a:lnTo>
                    <a:pt x="0" y="68"/>
                  </a:lnTo>
                  <a:lnTo>
                    <a:pt x="6" y="200"/>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2" name="Freeform 1445">
              <a:extLst>
                <a:ext uri="{FF2B5EF4-FFF2-40B4-BE49-F238E27FC236}">
                  <a16:creationId xmlns:a16="http://schemas.microsoft.com/office/drawing/2014/main" id="{4076C665-FCB8-4399-8950-3CE809881D18}"/>
                </a:ext>
              </a:extLst>
            </p:cNvPr>
            <p:cNvSpPr>
              <a:spLocks/>
            </p:cNvSpPr>
            <p:nvPr/>
          </p:nvSpPr>
          <p:spPr bwMode="auto">
            <a:xfrm>
              <a:off x="6380163" y="3576638"/>
              <a:ext cx="225425" cy="180975"/>
            </a:xfrm>
            <a:custGeom>
              <a:avLst/>
              <a:gdLst>
                <a:gd name="T0" fmla="*/ 82 w 142"/>
                <a:gd name="T1" fmla="*/ 0 h 114"/>
                <a:gd name="T2" fmla="*/ 142 w 142"/>
                <a:gd name="T3" fmla="*/ 2 h 114"/>
                <a:gd name="T4" fmla="*/ 134 w 142"/>
                <a:gd name="T5" fmla="*/ 10 h 114"/>
                <a:gd name="T6" fmla="*/ 128 w 142"/>
                <a:gd name="T7" fmla="*/ 98 h 114"/>
                <a:gd name="T8" fmla="*/ 70 w 142"/>
                <a:gd name="T9" fmla="*/ 114 h 114"/>
                <a:gd name="T10" fmla="*/ 0 w 142"/>
                <a:gd name="T11" fmla="*/ 40 h 114"/>
                <a:gd name="T12" fmla="*/ 14 w 142"/>
                <a:gd name="T13" fmla="*/ 30 h 114"/>
                <a:gd name="T14" fmla="*/ 82 w 142"/>
                <a:gd name="T15" fmla="*/ 0 h 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2" h="114">
                  <a:moveTo>
                    <a:pt x="82" y="0"/>
                  </a:moveTo>
                  <a:lnTo>
                    <a:pt x="142" y="2"/>
                  </a:lnTo>
                  <a:lnTo>
                    <a:pt x="134" y="10"/>
                  </a:lnTo>
                  <a:lnTo>
                    <a:pt x="128" y="98"/>
                  </a:lnTo>
                  <a:lnTo>
                    <a:pt x="70" y="114"/>
                  </a:lnTo>
                  <a:lnTo>
                    <a:pt x="0" y="40"/>
                  </a:lnTo>
                  <a:lnTo>
                    <a:pt x="14" y="30"/>
                  </a:lnTo>
                  <a:lnTo>
                    <a:pt x="82" y="0"/>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3" name="Freeform 1447">
              <a:extLst>
                <a:ext uri="{FF2B5EF4-FFF2-40B4-BE49-F238E27FC236}">
                  <a16:creationId xmlns:a16="http://schemas.microsoft.com/office/drawing/2014/main" id="{6672BF43-1142-4752-8BC1-7242C6AD48C2}"/>
                </a:ext>
              </a:extLst>
            </p:cNvPr>
            <p:cNvSpPr>
              <a:spLocks/>
            </p:cNvSpPr>
            <p:nvPr/>
          </p:nvSpPr>
          <p:spPr bwMode="auto">
            <a:xfrm>
              <a:off x="6364288" y="3475038"/>
              <a:ext cx="352425" cy="285750"/>
            </a:xfrm>
            <a:custGeom>
              <a:avLst/>
              <a:gdLst>
                <a:gd name="T0" fmla="*/ 0 w 222"/>
                <a:gd name="T1" fmla="*/ 106 h 180"/>
                <a:gd name="T2" fmla="*/ 96 w 222"/>
                <a:gd name="T3" fmla="*/ 18 h 180"/>
                <a:gd name="T4" fmla="*/ 178 w 222"/>
                <a:gd name="T5" fmla="*/ 2 h 180"/>
                <a:gd name="T6" fmla="*/ 220 w 222"/>
                <a:gd name="T7" fmla="*/ 0 h 180"/>
                <a:gd name="T8" fmla="*/ 222 w 222"/>
                <a:gd name="T9" fmla="*/ 32 h 180"/>
                <a:gd name="T10" fmla="*/ 170 w 222"/>
                <a:gd name="T11" fmla="*/ 40 h 180"/>
                <a:gd name="T12" fmla="*/ 134 w 222"/>
                <a:gd name="T13" fmla="*/ 74 h 180"/>
                <a:gd name="T14" fmla="*/ 124 w 222"/>
                <a:gd name="T15" fmla="*/ 152 h 180"/>
                <a:gd name="T16" fmla="*/ 68 w 222"/>
                <a:gd name="T17" fmla="*/ 180 h 180"/>
                <a:gd name="T18" fmla="*/ 0 w 222"/>
                <a:gd name="T19" fmla="*/ 106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2" h="180">
                  <a:moveTo>
                    <a:pt x="0" y="106"/>
                  </a:moveTo>
                  <a:lnTo>
                    <a:pt x="96" y="18"/>
                  </a:lnTo>
                  <a:lnTo>
                    <a:pt x="178" y="2"/>
                  </a:lnTo>
                  <a:lnTo>
                    <a:pt x="220" y="0"/>
                  </a:lnTo>
                  <a:lnTo>
                    <a:pt x="222" y="32"/>
                  </a:lnTo>
                  <a:lnTo>
                    <a:pt x="170" y="40"/>
                  </a:lnTo>
                  <a:lnTo>
                    <a:pt x="134" y="74"/>
                  </a:lnTo>
                  <a:lnTo>
                    <a:pt x="124" y="152"/>
                  </a:lnTo>
                  <a:lnTo>
                    <a:pt x="68" y="180"/>
                  </a:lnTo>
                  <a:lnTo>
                    <a:pt x="0" y="106"/>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4" name="Freeform 1449">
              <a:extLst>
                <a:ext uri="{FF2B5EF4-FFF2-40B4-BE49-F238E27FC236}">
                  <a16:creationId xmlns:a16="http://schemas.microsoft.com/office/drawing/2014/main" id="{4EB2E23B-05A2-4A45-BDA0-F480C1BEE274}"/>
                </a:ext>
              </a:extLst>
            </p:cNvPr>
            <p:cNvSpPr>
              <a:spLocks/>
            </p:cNvSpPr>
            <p:nvPr/>
          </p:nvSpPr>
          <p:spPr bwMode="auto">
            <a:xfrm>
              <a:off x="5573713" y="3036888"/>
              <a:ext cx="850900" cy="857250"/>
            </a:xfrm>
            <a:custGeom>
              <a:avLst/>
              <a:gdLst>
                <a:gd name="T0" fmla="*/ 0 w 536"/>
                <a:gd name="T1" fmla="*/ 0 h 540"/>
                <a:gd name="T2" fmla="*/ 0 w 536"/>
                <a:gd name="T3" fmla="*/ 0 h 540"/>
                <a:gd name="T4" fmla="*/ 0 w 536"/>
                <a:gd name="T5" fmla="*/ 18 h 540"/>
                <a:gd name="T6" fmla="*/ 0 w 536"/>
                <a:gd name="T7" fmla="*/ 40 h 540"/>
                <a:gd name="T8" fmla="*/ 4 w 536"/>
                <a:gd name="T9" fmla="*/ 70 h 540"/>
                <a:gd name="T10" fmla="*/ 10 w 536"/>
                <a:gd name="T11" fmla="*/ 104 h 540"/>
                <a:gd name="T12" fmla="*/ 18 w 536"/>
                <a:gd name="T13" fmla="*/ 144 h 540"/>
                <a:gd name="T14" fmla="*/ 34 w 536"/>
                <a:gd name="T15" fmla="*/ 186 h 540"/>
                <a:gd name="T16" fmla="*/ 42 w 536"/>
                <a:gd name="T17" fmla="*/ 208 h 540"/>
                <a:gd name="T18" fmla="*/ 54 w 536"/>
                <a:gd name="T19" fmla="*/ 232 h 540"/>
                <a:gd name="T20" fmla="*/ 66 w 536"/>
                <a:gd name="T21" fmla="*/ 254 h 540"/>
                <a:gd name="T22" fmla="*/ 80 w 536"/>
                <a:gd name="T23" fmla="*/ 278 h 540"/>
                <a:gd name="T24" fmla="*/ 98 w 536"/>
                <a:gd name="T25" fmla="*/ 300 h 540"/>
                <a:gd name="T26" fmla="*/ 116 w 536"/>
                <a:gd name="T27" fmla="*/ 324 h 540"/>
                <a:gd name="T28" fmla="*/ 136 w 536"/>
                <a:gd name="T29" fmla="*/ 346 h 540"/>
                <a:gd name="T30" fmla="*/ 158 w 536"/>
                <a:gd name="T31" fmla="*/ 370 h 540"/>
                <a:gd name="T32" fmla="*/ 184 w 536"/>
                <a:gd name="T33" fmla="*/ 392 h 540"/>
                <a:gd name="T34" fmla="*/ 212 w 536"/>
                <a:gd name="T35" fmla="*/ 412 h 540"/>
                <a:gd name="T36" fmla="*/ 242 w 536"/>
                <a:gd name="T37" fmla="*/ 432 h 540"/>
                <a:gd name="T38" fmla="*/ 274 w 536"/>
                <a:gd name="T39" fmla="*/ 452 h 540"/>
                <a:gd name="T40" fmla="*/ 310 w 536"/>
                <a:gd name="T41" fmla="*/ 470 h 540"/>
                <a:gd name="T42" fmla="*/ 350 w 536"/>
                <a:gd name="T43" fmla="*/ 488 h 540"/>
                <a:gd name="T44" fmla="*/ 392 w 536"/>
                <a:gd name="T45" fmla="*/ 504 h 540"/>
                <a:gd name="T46" fmla="*/ 436 w 536"/>
                <a:gd name="T47" fmla="*/ 518 h 540"/>
                <a:gd name="T48" fmla="*/ 486 w 536"/>
                <a:gd name="T49" fmla="*/ 530 h 540"/>
                <a:gd name="T50" fmla="*/ 536 w 536"/>
                <a:gd name="T51" fmla="*/ 540 h 540"/>
                <a:gd name="T52" fmla="*/ 536 w 536"/>
                <a:gd name="T53" fmla="*/ 540 h 540"/>
                <a:gd name="T54" fmla="*/ 536 w 536"/>
                <a:gd name="T55" fmla="*/ 518 h 540"/>
                <a:gd name="T56" fmla="*/ 536 w 536"/>
                <a:gd name="T57" fmla="*/ 490 h 540"/>
                <a:gd name="T58" fmla="*/ 530 w 536"/>
                <a:gd name="T59" fmla="*/ 424 h 540"/>
                <a:gd name="T60" fmla="*/ 522 w 536"/>
                <a:gd name="T61" fmla="*/ 344 h 540"/>
                <a:gd name="T62" fmla="*/ 522 w 536"/>
                <a:gd name="T63" fmla="*/ 344 h 540"/>
                <a:gd name="T64" fmla="*/ 486 w 536"/>
                <a:gd name="T65" fmla="*/ 340 h 540"/>
                <a:gd name="T66" fmla="*/ 448 w 536"/>
                <a:gd name="T67" fmla="*/ 336 h 540"/>
                <a:gd name="T68" fmla="*/ 408 w 536"/>
                <a:gd name="T69" fmla="*/ 328 h 540"/>
                <a:gd name="T70" fmla="*/ 368 w 536"/>
                <a:gd name="T71" fmla="*/ 320 h 540"/>
                <a:gd name="T72" fmla="*/ 330 w 536"/>
                <a:gd name="T73" fmla="*/ 310 h 540"/>
                <a:gd name="T74" fmla="*/ 290 w 536"/>
                <a:gd name="T75" fmla="*/ 298 h 540"/>
                <a:gd name="T76" fmla="*/ 254 w 536"/>
                <a:gd name="T77" fmla="*/ 282 h 540"/>
                <a:gd name="T78" fmla="*/ 218 w 536"/>
                <a:gd name="T79" fmla="*/ 264 h 540"/>
                <a:gd name="T80" fmla="*/ 186 w 536"/>
                <a:gd name="T81" fmla="*/ 244 h 540"/>
                <a:gd name="T82" fmla="*/ 156 w 536"/>
                <a:gd name="T83" fmla="*/ 222 h 540"/>
                <a:gd name="T84" fmla="*/ 144 w 536"/>
                <a:gd name="T85" fmla="*/ 208 h 540"/>
                <a:gd name="T86" fmla="*/ 130 w 536"/>
                <a:gd name="T87" fmla="*/ 194 h 540"/>
                <a:gd name="T88" fmla="*/ 120 w 536"/>
                <a:gd name="T89" fmla="*/ 180 h 540"/>
                <a:gd name="T90" fmla="*/ 108 w 536"/>
                <a:gd name="T91" fmla="*/ 166 h 540"/>
                <a:gd name="T92" fmla="*/ 100 w 536"/>
                <a:gd name="T93" fmla="*/ 150 h 540"/>
                <a:gd name="T94" fmla="*/ 92 w 536"/>
                <a:gd name="T95" fmla="*/ 132 h 540"/>
                <a:gd name="T96" fmla="*/ 86 w 536"/>
                <a:gd name="T97" fmla="*/ 114 h 540"/>
                <a:gd name="T98" fmla="*/ 80 w 536"/>
                <a:gd name="T99" fmla="*/ 96 h 540"/>
                <a:gd name="T100" fmla="*/ 78 w 536"/>
                <a:gd name="T101" fmla="*/ 76 h 540"/>
                <a:gd name="T102" fmla="*/ 76 w 536"/>
                <a:gd name="T103" fmla="*/ 56 h 540"/>
                <a:gd name="T104" fmla="*/ 74 w 536"/>
                <a:gd name="T105" fmla="*/ 34 h 540"/>
                <a:gd name="T106" fmla="*/ 76 w 536"/>
                <a:gd name="T107" fmla="*/ 12 h 540"/>
                <a:gd name="T108" fmla="*/ 0 w 536"/>
                <a:gd name="T109" fmla="*/ 0 h 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36" h="540">
                  <a:moveTo>
                    <a:pt x="0" y="0"/>
                  </a:moveTo>
                  <a:lnTo>
                    <a:pt x="0" y="0"/>
                  </a:lnTo>
                  <a:lnTo>
                    <a:pt x="0" y="18"/>
                  </a:lnTo>
                  <a:lnTo>
                    <a:pt x="0" y="40"/>
                  </a:lnTo>
                  <a:lnTo>
                    <a:pt x="4" y="70"/>
                  </a:lnTo>
                  <a:lnTo>
                    <a:pt x="10" y="104"/>
                  </a:lnTo>
                  <a:lnTo>
                    <a:pt x="18" y="144"/>
                  </a:lnTo>
                  <a:lnTo>
                    <a:pt x="34" y="186"/>
                  </a:lnTo>
                  <a:lnTo>
                    <a:pt x="42" y="208"/>
                  </a:lnTo>
                  <a:lnTo>
                    <a:pt x="54" y="232"/>
                  </a:lnTo>
                  <a:lnTo>
                    <a:pt x="66" y="254"/>
                  </a:lnTo>
                  <a:lnTo>
                    <a:pt x="80" y="278"/>
                  </a:lnTo>
                  <a:lnTo>
                    <a:pt x="98" y="300"/>
                  </a:lnTo>
                  <a:lnTo>
                    <a:pt x="116" y="324"/>
                  </a:lnTo>
                  <a:lnTo>
                    <a:pt x="136" y="346"/>
                  </a:lnTo>
                  <a:lnTo>
                    <a:pt x="158" y="370"/>
                  </a:lnTo>
                  <a:lnTo>
                    <a:pt x="184" y="392"/>
                  </a:lnTo>
                  <a:lnTo>
                    <a:pt x="212" y="412"/>
                  </a:lnTo>
                  <a:lnTo>
                    <a:pt x="242" y="432"/>
                  </a:lnTo>
                  <a:lnTo>
                    <a:pt x="274" y="452"/>
                  </a:lnTo>
                  <a:lnTo>
                    <a:pt x="310" y="470"/>
                  </a:lnTo>
                  <a:lnTo>
                    <a:pt x="350" y="488"/>
                  </a:lnTo>
                  <a:lnTo>
                    <a:pt x="392" y="504"/>
                  </a:lnTo>
                  <a:lnTo>
                    <a:pt x="436" y="518"/>
                  </a:lnTo>
                  <a:lnTo>
                    <a:pt x="486" y="530"/>
                  </a:lnTo>
                  <a:lnTo>
                    <a:pt x="536" y="540"/>
                  </a:lnTo>
                  <a:lnTo>
                    <a:pt x="536" y="540"/>
                  </a:lnTo>
                  <a:lnTo>
                    <a:pt x="536" y="518"/>
                  </a:lnTo>
                  <a:lnTo>
                    <a:pt x="536" y="490"/>
                  </a:lnTo>
                  <a:lnTo>
                    <a:pt x="530" y="424"/>
                  </a:lnTo>
                  <a:lnTo>
                    <a:pt x="522" y="344"/>
                  </a:lnTo>
                  <a:lnTo>
                    <a:pt x="522" y="344"/>
                  </a:lnTo>
                  <a:lnTo>
                    <a:pt x="486" y="340"/>
                  </a:lnTo>
                  <a:lnTo>
                    <a:pt x="448" y="336"/>
                  </a:lnTo>
                  <a:lnTo>
                    <a:pt x="408" y="328"/>
                  </a:lnTo>
                  <a:lnTo>
                    <a:pt x="368" y="320"/>
                  </a:lnTo>
                  <a:lnTo>
                    <a:pt x="330" y="310"/>
                  </a:lnTo>
                  <a:lnTo>
                    <a:pt x="290" y="298"/>
                  </a:lnTo>
                  <a:lnTo>
                    <a:pt x="254" y="282"/>
                  </a:lnTo>
                  <a:lnTo>
                    <a:pt x="218" y="264"/>
                  </a:lnTo>
                  <a:lnTo>
                    <a:pt x="186" y="244"/>
                  </a:lnTo>
                  <a:lnTo>
                    <a:pt x="156" y="222"/>
                  </a:lnTo>
                  <a:lnTo>
                    <a:pt x="144" y="208"/>
                  </a:lnTo>
                  <a:lnTo>
                    <a:pt x="130" y="194"/>
                  </a:lnTo>
                  <a:lnTo>
                    <a:pt x="120" y="180"/>
                  </a:lnTo>
                  <a:lnTo>
                    <a:pt x="108" y="166"/>
                  </a:lnTo>
                  <a:lnTo>
                    <a:pt x="100" y="150"/>
                  </a:lnTo>
                  <a:lnTo>
                    <a:pt x="92" y="132"/>
                  </a:lnTo>
                  <a:lnTo>
                    <a:pt x="86" y="114"/>
                  </a:lnTo>
                  <a:lnTo>
                    <a:pt x="80" y="96"/>
                  </a:lnTo>
                  <a:lnTo>
                    <a:pt x="78" y="76"/>
                  </a:lnTo>
                  <a:lnTo>
                    <a:pt x="76" y="56"/>
                  </a:lnTo>
                  <a:lnTo>
                    <a:pt x="74" y="34"/>
                  </a:lnTo>
                  <a:lnTo>
                    <a:pt x="76" y="12"/>
                  </a:lnTo>
                  <a:lnTo>
                    <a:pt x="0" y="0"/>
                  </a:lnTo>
                  <a:close/>
                </a:path>
              </a:pathLst>
            </a:custGeom>
            <a:solidFill>
              <a:srgbClr val="B59E97"/>
            </a:solidFill>
            <a:ln>
              <a:noFill/>
            </a:ln>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5" name="Freeform 1451">
              <a:extLst>
                <a:ext uri="{FF2B5EF4-FFF2-40B4-BE49-F238E27FC236}">
                  <a16:creationId xmlns:a16="http://schemas.microsoft.com/office/drawing/2014/main" id="{3483FA1A-5282-4405-82C7-4F6DB965DBFA}"/>
                </a:ext>
              </a:extLst>
            </p:cNvPr>
            <p:cNvSpPr>
              <a:spLocks noEditPoints="1"/>
            </p:cNvSpPr>
            <p:nvPr/>
          </p:nvSpPr>
          <p:spPr bwMode="auto">
            <a:xfrm>
              <a:off x="6329363" y="1865313"/>
              <a:ext cx="88900" cy="400050"/>
            </a:xfrm>
            <a:custGeom>
              <a:avLst/>
              <a:gdLst>
                <a:gd name="T0" fmla="*/ 54 w 56"/>
                <a:gd name="T1" fmla="*/ 230 h 252"/>
                <a:gd name="T2" fmla="*/ 54 w 56"/>
                <a:gd name="T3" fmla="*/ 230 h 252"/>
                <a:gd name="T4" fmla="*/ 54 w 56"/>
                <a:gd name="T5" fmla="*/ 252 h 252"/>
                <a:gd name="T6" fmla="*/ 54 w 56"/>
                <a:gd name="T7" fmla="*/ 252 h 252"/>
                <a:gd name="T8" fmla="*/ 56 w 56"/>
                <a:gd name="T9" fmla="*/ 252 h 252"/>
                <a:gd name="T10" fmla="*/ 56 w 56"/>
                <a:gd name="T11" fmla="*/ 252 h 252"/>
                <a:gd name="T12" fmla="*/ 54 w 56"/>
                <a:gd name="T13" fmla="*/ 230 h 252"/>
                <a:gd name="T14" fmla="*/ 8 w 56"/>
                <a:gd name="T15" fmla="*/ 0 h 252"/>
                <a:gd name="T16" fmla="*/ 8 w 56"/>
                <a:gd name="T17" fmla="*/ 0 h 252"/>
                <a:gd name="T18" fmla="*/ 0 w 56"/>
                <a:gd name="T19" fmla="*/ 14 h 252"/>
                <a:gd name="T20" fmla="*/ 0 w 56"/>
                <a:gd name="T21" fmla="*/ 14 h 252"/>
                <a:gd name="T22" fmla="*/ 12 w 56"/>
                <a:gd name="T23" fmla="*/ 14 h 252"/>
                <a:gd name="T24" fmla="*/ 12 w 56"/>
                <a:gd name="T25" fmla="*/ 14 h 252"/>
                <a:gd name="T26" fmla="*/ 8 w 56"/>
                <a:gd name="T27" fmla="*/ 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6" h="252">
                  <a:moveTo>
                    <a:pt x="54" y="230"/>
                  </a:moveTo>
                  <a:lnTo>
                    <a:pt x="54" y="230"/>
                  </a:lnTo>
                  <a:lnTo>
                    <a:pt x="54" y="252"/>
                  </a:lnTo>
                  <a:lnTo>
                    <a:pt x="54" y="252"/>
                  </a:lnTo>
                  <a:lnTo>
                    <a:pt x="56" y="252"/>
                  </a:lnTo>
                  <a:lnTo>
                    <a:pt x="56" y="252"/>
                  </a:lnTo>
                  <a:lnTo>
                    <a:pt x="54" y="230"/>
                  </a:lnTo>
                  <a:close/>
                  <a:moveTo>
                    <a:pt x="8" y="0"/>
                  </a:moveTo>
                  <a:lnTo>
                    <a:pt x="8" y="0"/>
                  </a:lnTo>
                  <a:lnTo>
                    <a:pt x="0" y="14"/>
                  </a:lnTo>
                  <a:lnTo>
                    <a:pt x="0" y="14"/>
                  </a:lnTo>
                  <a:lnTo>
                    <a:pt x="12" y="14"/>
                  </a:lnTo>
                  <a:lnTo>
                    <a:pt x="12" y="14"/>
                  </a:lnTo>
                  <a:lnTo>
                    <a:pt x="8" y="0"/>
                  </a:lnTo>
                  <a:close/>
                </a:path>
              </a:pathLst>
            </a:custGeom>
            <a:solidFill>
              <a:srgbClr val="E4D6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6" name="Freeform 1452">
              <a:extLst>
                <a:ext uri="{FF2B5EF4-FFF2-40B4-BE49-F238E27FC236}">
                  <a16:creationId xmlns:a16="http://schemas.microsoft.com/office/drawing/2014/main" id="{153BAF71-7778-4774-91D8-D114B7A6AF1A}"/>
                </a:ext>
              </a:extLst>
            </p:cNvPr>
            <p:cNvSpPr>
              <a:spLocks/>
            </p:cNvSpPr>
            <p:nvPr/>
          </p:nvSpPr>
          <p:spPr bwMode="auto">
            <a:xfrm>
              <a:off x="6415088" y="2230438"/>
              <a:ext cx="3175" cy="34925"/>
            </a:xfrm>
            <a:custGeom>
              <a:avLst/>
              <a:gdLst>
                <a:gd name="T0" fmla="*/ 0 w 2"/>
                <a:gd name="T1" fmla="*/ 0 h 22"/>
                <a:gd name="T2" fmla="*/ 0 w 2"/>
                <a:gd name="T3" fmla="*/ 0 h 22"/>
                <a:gd name="T4" fmla="*/ 0 w 2"/>
                <a:gd name="T5" fmla="*/ 22 h 22"/>
                <a:gd name="T6" fmla="*/ 0 w 2"/>
                <a:gd name="T7" fmla="*/ 22 h 22"/>
                <a:gd name="T8" fmla="*/ 2 w 2"/>
                <a:gd name="T9" fmla="*/ 22 h 22"/>
                <a:gd name="T10" fmla="*/ 2 w 2"/>
                <a:gd name="T11" fmla="*/ 22 h 22"/>
                <a:gd name="T12" fmla="*/ 0 w 2"/>
                <a:gd name="T13" fmla="*/ 0 h 22"/>
              </a:gdLst>
              <a:ahLst/>
              <a:cxnLst>
                <a:cxn ang="0">
                  <a:pos x="T0" y="T1"/>
                </a:cxn>
                <a:cxn ang="0">
                  <a:pos x="T2" y="T3"/>
                </a:cxn>
                <a:cxn ang="0">
                  <a:pos x="T4" y="T5"/>
                </a:cxn>
                <a:cxn ang="0">
                  <a:pos x="T6" y="T7"/>
                </a:cxn>
                <a:cxn ang="0">
                  <a:pos x="T8" y="T9"/>
                </a:cxn>
                <a:cxn ang="0">
                  <a:pos x="T10" y="T11"/>
                </a:cxn>
                <a:cxn ang="0">
                  <a:pos x="T12" y="T13"/>
                </a:cxn>
              </a:cxnLst>
              <a:rect l="0" t="0" r="r" b="b"/>
              <a:pathLst>
                <a:path w="2" h="22">
                  <a:moveTo>
                    <a:pt x="0" y="0"/>
                  </a:moveTo>
                  <a:lnTo>
                    <a:pt x="0" y="0"/>
                  </a:lnTo>
                  <a:lnTo>
                    <a:pt x="0" y="22"/>
                  </a:lnTo>
                  <a:lnTo>
                    <a:pt x="0" y="22"/>
                  </a:lnTo>
                  <a:lnTo>
                    <a:pt x="2" y="22"/>
                  </a:lnTo>
                  <a:lnTo>
                    <a:pt x="2" y="2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7" name="Freeform 1453">
              <a:extLst>
                <a:ext uri="{FF2B5EF4-FFF2-40B4-BE49-F238E27FC236}">
                  <a16:creationId xmlns:a16="http://schemas.microsoft.com/office/drawing/2014/main" id="{7BADF7BA-7696-44F0-A243-FDD45C0974BE}"/>
                </a:ext>
              </a:extLst>
            </p:cNvPr>
            <p:cNvSpPr>
              <a:spLocks/>
            </p:cNvSpPr>
            <p:nvPr/>
          </p:nvSpPr>
          <p:spPr bwMode="auto">
            <a:xfrm>
              <a:off x="6329363" y="1865313"/>
              <a:ext cx="19050" cy="22225"/>
            </a:xfrm>
            <a:custGeom>
              <a:avLst/>
              <a:gdLst>
                <a:gd name="T0" fmla="*/ 8 w 12"/>
                <a:gd name="T1" fmla="*/ 0 h 14"/>
                <a:gd name="T2" fmla="*/ 8 w 12"/>
                <a:gd name="T3" fmla="*/ 0 h 14"/>
                <a:gd name="T4" fmla="*/ 0 w 12"/>
                <a:gd name="T5" fmla="*/ 14 h 14"/>
                <a:gd name="T6" fmla="*/ 0 w 12"/>
                <a:gd name="T7" fmla="*/ 14 h 14"/>
                <a:gd name="T8" fmla="*/ 12 w 12"/>
                <a:gd name="T9" fmla="*/ 14 h 14"/>
                <a:gd name="T10" fmla="*/ 12 w 12"/>
                <a:gd name="T11" fmla="*/ 14 h 14"/>
                <a:gd name="T12" fmla="*/ 8 w 12"/>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12" h="14">
                  <a:moveTo>
                    <a:pt x="8" y="0"/>
                  </a:moveTo>
                  <a:lnTo>
                    <a:pt x="8" y="0"/>
                  </a:lnTo>
                  <a:lnTo>
                    <a:pt x="0" y="14"/>
                  </a:lnTo>
                  <a:lnTo>
                    <a:pt x="0" y="14"/>
                  </a:lnTo>
                  <a:lnTo>
                    <a:pt x="12" y="14"/>
                  </a:lnTo>
                  <a:lnTo>
                    <a:pt x="12" y="14"/>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8" name="Freeform 1454">
              <a:extLst>
                <a:ext uri="{FF2B5EF4-FFF2-40B4-BE49-F238E27FC236}">
                  <a16:creationId xmlns:a16="http://schemas.microsoft.com/office/drawing/2014/main" id="{A579A1BB-4B88-4047-B9B1-3CD0F78146C2}"/>
                </a:ext>
              </a:extLst>
            </p:cNvPr>
            <p:cNvSpPr>
              <a:spLocks noEditPoints="1"/>
            </p:cNvSpPr>
            <p:nvPr/>
          </p:nvSpPr>
          <p:spPr bwMode="auto">
            <a:xfrm>
              <a:off x="6326188" y="1887538"/>
              <a:ext cx="88900" cy="377825"/>
            </a:xfrm>
            <a:custGeom>
              <a:avLst/>
              <a:gdLst>
                <a:gd name="T0" fmla="*/ 52 w 56"/>
                <a:gd name="T1" fmla="*/ 196 h 238"/>
                <a:gd name="T2" fmla="*/ 52 w 56"/>
                <a:gd name="T3" fmla="*/ 196 h 238"/>
                <a:gd name="T4" fmla="*/ 56 w 56"/>
                <a:gd name="T5" fmla="*/ 238 h 238"/>
                <a:gd name="T6" fmla="*/ 56 w 56"/>
                <a:gd name="T7" fmla="*/ 238 h 238"/>
                <a:gd name="T8" fmla="*/ 56 w 56"/>
                <a:gd name="T9" fmla="*/ 238 h 238"/>
                <a:gd name="T10" fmla="*/ 56 w 56"/>
                <a:gd name="T11" fmla="*/ 238 h 238"/>
                <a:gd name="T12" fmla="*/ 56 w 56"/>
                <a:gd name="T13" fmla="*/ 216 h 238"/>
                <a:gd name="T14" fmla="*/ 56 w 56"/>
                <a:gd name="T15" fmla="*/ 216 h 238"/>
                <a:gd name="T16" fmla="*/ 52 w 56"/>
                <a:gd name="T17" fmla="*/ 196 h 238"/>
                <a:gd name="T18" fmla="*/ 14 w 56"/>
                <a:gd name="T19" fmla="*/ 0 h 238"/>
                <a:gd name="T20" fmla="*/ 14 w 56"/>
                <a:gd name="T21" fmla="*/ 0 h 238"/>
                <a:gd name="T22" fmla="*/ 2 w 56"/>
                <a:gd name="T23" fmla="*/ 0 h 238"/>
                <a:gd name="T24" fmla="*/ 2 w 56"/>
                <a:gd name="T25" fmla="*/ 0 h 238"/>
                <a:gd name="T26" fmla="*/ 0 w 56"/>
                <a:gd name="T27" fmla="*/ 2 h 238"/>
                <a:gd name="T28" fmla="*/ 0 w 56"/>
                <a:gd name="T29" fmla="*/ 2 h 238"/>
                <a:gd name="T30" fmla="*/ 14 w 56"/>
                <a:gd name="T31" fmla="*/ 0 h 238"/>
                <a:gd name="T32" fmla="*/ 14 w 56"/>
                <a:gd name="T33" fmla="*/ 0 h 238"/>
                <a:gd name="T34" fmla="*/ 14 w 56"/>
                <a:gd name="T35"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6" h="238">
                  <a:moveTo>
                    <a:pt x="52" y="196"/>
                  </a:moveTo>
                  <a:lnTo>
                    <a:pt x="52" y="196"/>
                  </a:lnTo>
                  <a:lnTo>
                    <a:pt x="56" y="238"/>
                  </a:lnTo>
                  <a:lnTo>
                    <a:pt x="56" y="238"/>
                  </a:lnTo>
                  <a:lnTo>
                    <a:pt x="56" y="238"/>
                  </a:lnTo>
                  <a:lnTo>
                    <a:pt x="56" y="238"/>
                  </a:lnTo>
                  <a:lnTo>
                    <a:pt x="56" y="216"/>
                  </a:lnTo>
                  <a:lnTo>
                    <a:pt x="56" y="216"/>
                  </a:lnTo>
                  <a:lnTo>
                    <a:pt x="52" y="196"/>
                  </a:lnTo>
                  <a:close/>
                  <a:moveTo>
                    <a:pt x="14" y="0"/>
                  </a:moveTo>
                  <a:lnTo>
                    <a:pt x="14" y="0"/>
                  </a:lnTo>
                  <a:lnTo>
                    <a:pt x="2" y="0"/>
                  </a:lnTo>
                  <a:lnTo>
                    <a:pt x="2" y="0"/>
                  </a:lnTo>
                  <a:lnTo>
                    <a:pt x="0" y="2"/>
                  </a:lnTo>
                  <a:lnTo>
                    <a:pt x="0" y="2"/>
                  </a:lnTo>
                  <a:lnTo>
                    <a:pt x="14" y="0"/>
                  </a:lnTo>
                  <a:lnTo>
                    <a:pt x="14" y="0"/>
                  </a:lnTo>
                  <a:lnTo>
                    <a:pt x="14" y="0"/>
                  </a:lnTo>
                  <a:close/>
                </a:path>
              </a:pathLst>
            </a:custGeom>
            <a:solidFill>
              <a:srgbClr val="16080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9" name="Freeform 1455">
              <a:extLst>
                <a:ext uri="{FF2B5EF4-FFF2-40B4-BE49-F238E27FC236}">
                  <a16:creationId xmlns:a16="http://schemas.microsoft.com/office/drawing/2014/main" id="{C3010F51-9D29-41BE-A2CF-41E2A5E899AD}"/>
                </a:ext>
              </a:extLst>
            </p:cNvPr>
            <p:cNvSpPr>
              <a:spLocks/>
            </p:cNvSpPr>
            <p:nvPr/>
          </p:nvSpPr>
          <p:spPr bwMode="auto">
            <a:xfrm>
              <a:off x="6408738" y="2198688"/>
              <a:ext cx="6350" cy="66675"/>
            </a:xfrm>
            <a:custGeom>
              <a:avLst/>
              <a:gdLst>
                <a:gd name="T0" fmla="*/ 0 w 4"/>
                <a:gd name="T1" fmla="*/ 0 h 42"/>
                <a:gd name="T2" fmla="*/ 0 w 4"/>
                <a:gd name="T3" fmla="*/ 0 h 42"/>
                <a:gd name="T4" fmla="*/ 4 w 4"/>
                <a:gd name="T5" fmla="*/ 42 h 42"/>
                <a:gd name="T6" fmla="*/ 4 w 4"/>
                <a:gd name="T7" fmla="*/ 42 h 42"/>
                <a:gd name="T8" fmla="*/ 4 w 4"/>
                <a:gd name="T9" fmla="*/ 42 h 42"/>
                <a:gd name="T10" fmla="*/ 4 w 4"/>
                <a:gd name="T11" fmla="*/ 42 h 42"/>
                <a:gd name="T12" fmla="*/ 4 w 4"/>
                <a:gd name="T13" fmla="*/ 20 h 42"/>
                <a:gd name="T14" fmla="*/ 4 w 4"/>
                <a:gd name="T15" fmla="*/ 20 h 42"/>
                <a:gd name="T16" fmla="*/ 0 w 4"/>
                <a:gd name="T17"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42">
                  <a:moveTo>
                    <a:pt x="0" y="0"/>
                  </a:moveTo>
                  <a:lnTo>
                    <a:pt x="0" y="0"/>
                  </a:lnTo>
                  <a:lnTo>
                    <a:pt x="4" y="42"/>
                  </a:lnTo>
                  <a:lnTo>
                    <a:pt x="4" y="42"/>
                  </a:lnTo>
                  <a:lnTo>
                    <a:pt x="4" y="42"/>
                  </a:lnTo>
                  <a:lnTo>
                    <a:pt x="4" y="42"/>
                  </a:lnTo>
                  <a:lnTo>
                    <a:pt x="4" y="20"/>
                  </a:lnTo>
                  <a:lnTo>
                    <a:pt x="4" y="2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0" name="Freeform 1456">
              <a:extLst>
                <a:ext uri="{FF2B5EF4-FFF2-40B4-BE49-F238E27FC236}">
                  <a16:creationId xmlns:a16="http://schemas.microsoft.com/office/drawing/2014/main" id="{2922E28C-053A-44EA-81A9-08716980B3D4}"/>
                </a:ext>
              </a:extLst>
            </p:cNvPr>
            <p:cNvSpPr>
              <a:spLocks/>
            </p:cNvSpPr>
            <p:nvPr/>
          </p:nvSpPr>
          <p:spPr bwMode="auto">
            <a:xfrm>
              <a:off x="6326188" y="1887538"/>
              <a:ext cx="22225" cy="3175"/>
            </a:xfrm>
            <a:custGeom>
              <a:avLst/>
              <a:gdLst>
                <a:gd name="T0" fmla="*/ 14 w 14"/>
                <a:gd name="T1" fmla="*/ 0 h 2"/>
                <a:gd name="T2" fmla="*/ 14 w 14"/>
                <a:gd name="T3" fmla="*/ 0 h 2"/>
                <a:gd name="T4" fmla="*/ 2 w 14"/>
                <a:gd name="T5" fmla="*/ 0 h 2"/>
                <a:gd name="T6" fmla="*/ 2 w 14"/>
                <a:gd name="T7" fmla="*/ 0 h 2"/>
                <a:gd name="T8" fmla="*/ 0 w 14"/>
                <a:gd name="T9" fmla="*/ 2 h 2"/>
                <a:gd name="T10" fmla="*/ 0 w 14"/>
                <a:gd name="T11" fmla="*/ 2 h 2"/>
                <a:gd name="T12" fmla="*/ 14 w 14"/>
                <a:gd name="T13" fmla="*/ 0 h 2"/>
                <a:gd name="T14" fmla="*/ 14 w 14"/>
                <a:gd name="T15" fmla="*/ 0 h 2"/>
                <a:gd name="T16" fmla="*/ 14 w 14"/>
                <a:gd name="T17"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 h="2">
                  <a:moveTo>
                    <a:pt x="14" y="0"/>
                  </a:moveTo>
                  <a:lnTo>
                    <a:pt x="14" y="0"/>
                  </a:lnTo>
                  <a:lnTo>
                    <a:pt x="2" y="0"/>
                  </a:lnTo>
                  <a:lnTo>
                    <a:pt x="2" y="0"/>
                  </a:lnTo>
                  <a:lnTo>
                    <a:pt x="0" y="2"/>
                  </a:lnTo>
                  <a:lnTo>
                    <a:pt x="0" y="2"/>
                  </a:lnTo>
                  <a:lnTo>
                    <a:pt x="14" y="0"/>
                  </a:lnTo>
                  <a:lnTo>
                    <a:pt x="14" y="0"/>
                  </a:lnTo>
                  <a:lnTo>
                    <a:pt x="1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1" name="Freeform 1458">
              <a:extLst>
                <a:ext uri="{FF2B5EF4-FFF2-40B4-BE49-F238E27FC236}">
                  <a16:creationId xmlns:a16="http://schemas.microsoft.com/office/drawing/2014/main" id="{C51E76CE-6553-4215-A06A-966640F1C1DC}"/>
                </a:ext>
              </a:extLst>
            </p:cNvPr>
            <p:cNvSpPr>
              <a:spLocks/>
            </p:cNvSpPr>
            <p:nvPr/>
          </p:nvSpPr>
          <p:spPr bwMode="auto">
            <a:xfrm>
              <a:off x="6227763" y="1766888"/>
              <a:ext cx="231775" cy="476250"/>
            </a:xfrm>
            <a:custGeom>
              <a:avLst/>
              <a:gdLst>
                <a:gd name="T0" fmla="*/ 140 w 146"/>
                <a:gd name="T1" fmla="*/ 112 h 300"/>
                <a:gd name="T2" fmla="*/ 140 w 146"/>
                <a:gd name="T3" fmla="*/ 112 h 300"/>
                <a:gd name="T4" fmla="*/ 144 w 146"/>
                <a:gd name="T5" fmla="*/ 136 h 300"/>
                <a:gd name="T6" fmla="*/ 146 w 146"/>
                <a:gd name="T7" fmla="*/ 162 h 300"/>
                <a:gd name="T8" fmla="*/ 146 w 146"/>
                <a:gd name="T9" fmla="*/ 188 h 300"/>
                <a:gd name="T10" fmla="*/ 144 w 146"/>
                <a:gd name="T11" fmla="*/ 214 h 300"/>
                <a:gd name="T12" fmla="*/ 144 w 146"/>
                <a:gd name="T13" fmla="*/ 214 h 300"/>
                <a:gd name="T14" fmla="*/ 142 w 146"/>
                <a:gd name="T15" fmla="*/ 234 h 300"/>
                <a:gd name="T16" fmla="*/ 140 w 146"/>
                <a:gd name="T17" fmla="*/ 260 h 300"/>
                <a:gd name="T18" fmla="*/ 136 w 146"/>
                <a:gd name="T19" fmla="*/ 272 h 300"/>
                <a:gd name="T20" fmla="*/ 132 w 146"/>
                <a:gd name="T21" fmla="*/ 284 h 300"/>
                <a:gd name="T22" fmla="*/ 126 w 146"/>
                <a:gd name="T23" fmla="*/ 294 h 300"/>
                <a:gd name="T24" fmla="*/ 120 w 146"/>
                <a:gd name="T25" fmla="*/ 300 h 300"/>
                <a:gd name="T26" fmla="*/ 120 w 146"/>
                <a:gd name="T27" fmla="*/ 300 h 300"/>
                <a:gd name="T28" fmla="*/ 116 w 146"/>
                <a:gd name="T29" fmla="*/ 292 h 300"/>
                <a:gd name="T30" fmla="*/ 112 w 146"/>
                <a:gd name="T31" fmla="*/ 284 h 300"/>
                <a:gd name="T32" fmla="*/ 108 w 146"/>
                <a:gd name="T33" fmla="*/ 266 h 300"/>
                <a:gd name="T34" fmla="*/ 106 w 146"/>
                <a:gd name="T35" fmla="*/ 248 h 300"/>
                <a:gd name="T36" fmla="*/ 102 w 146"/>
                <a:gd name="T37" fmla="*/ 230 h 300"/>
                <a:gd name="T38" fmla="*/ 102 w 146"/>
                <a:gd name="T39" fmla="*/ 230 h 300"/>
                <a:gd name="T40" fmla="*/ 98 w 146"/>
                <a:gd name="T41" fmla="*/ 212 h 300"/>
                <a:gd name="T42" fmla="*/ 92 w 146"/>
                <a:gd name="T43" fmla="*/ 192 h 300"/>
                <a:gd name="T44" fmla="*/ 84 w 146"/>
                <a:gd name="T45" fmla="*/ 176 h 300"/>
                <a:gd name="T46" fmla="*/ 74 w 146"/>
                <a:gd name="T47" fmla="*/ 160 h 300"/>
                <a:gd name="T48" fmla="*/ 74 w 146"/>
                <a:gd name="T49" fmla="*/ 160 h 300"/>
                <a:gd name="T50" fmla="*/ 62 w 146"/>
                <a:gd name="T51" fmla="*/ 144 h 300"/>
                <a:gd name="T52" fmla="*/ 48 w 146"/>
                <a:gd name="T53" fmla="*/ 130 h 300"/>
                <a:gd name="T54" fmla="*/ 36 w 146"/>
                <a:gd name="T55" fmla="*/ 118 h 300"/>
                <a:gd name="T56" fmla="*/ 22 w 146"/>
                <a:gd name="T57" fmla="*/ 104 h 300"/>
                <a:gd name="T58" fmla="*/ 12 w 146"/>
                <a:gd name="T59" fmla="*/ 90 h 300"/>
                <a:gd name="T60" fmla="*/ 4 w 146"/>
                <a:gd name="T61" fmla="*/ 74 h 300"/>
                <a:gd name="T62" fmla="*/ 2 w 146"/>
                <a:gd name="T63" fmla="*/ 66 h 300"/>
                <a:gd name="T64" fmla="*/ 0 w 146"/>
                <a:gd name="T65" fmla="*/ 56 h 300"/>
                <a:gd name="T66" fmla="*/ 0 w 146"/>
                <a:gd name="T67" fmla="*/ 46 h 300"/>
                <a:gd name="T68" fmla="*/ 2 w 146"/>
                <a:gd name="T69" fmla="*/ 36 h 300"/>
                <a:gd name="T70" fmla="*/ 2 w 146"/>
                <a:gd name="T71" fmla="*/ 36 h 300"/>
                <a:gd name="T72" fmla="*/ 6 w 146"/>
                <a:gd name="T73" fmla="*/ 22 h 300"/>
                <a:gd name="T74" fmla="*/ 14 w 146"/>
                <a:gd name="T75" fmla="*/ 12 h 300"/>
                <a:gd name="T76" fmla="*/ 22 w 146"/>
                <a:gd name="T77" fmla="*/ 6 h 300"/>
                <a:gd name="T78" fmla="*/ 34 w 146"/>
                <a:gd name="T79" fmla="*/ 2 h 300"/>
                <a:gd name="T80" fmla="*/ 46 w 146"/>
                <a:gd name="T81" fmla="*/ 0 h 300"/>
                <a:gd name="T82" fmla="*/ 60 w 146"/>
                <a:gd name="T83" fmla="*/ 2 h 300"/>
                <a:gd name="T84" fmla="*/ 72 w 146"/>
                <a:gd name="T85" fmla="*/ 8 h 300"/>
                <a:gd name="T86" fmla="*/ 86 w 146"/>
                <a:gd name="T87" fmla="*/ 14 h 300"/>
                <a:gd name="T88" fmla="*/ 86 w 146"/>
                <a:gd name="T89" fmla="*/ 14 h 300"/>
                <a:gd name="T90" fmla="*/ 96 w 146"/>
                <a:gd name="T91" fmla="*/ 22 h 300"/>
                <a:gd name="T92" fmla="*/ 106 w 146"/>
                <a:gd name="T93" fmla="*/ 32 h 300"/>
                <a:gd name="T94" fmla="*/ 116 w 146"/>
                <a:gd name="T95" fmla="*/ 44 h 300"/>
                <a:gd name="T96" fmla="*/ 122 w 146"/>
                <a:gd name="T97" fmla="*/ 56 h 300"/>
                <a:gd name="T98" fmla="*/ 128 w 146"/>
                <a:gd name="T99" fmla="*/ 70 h 300"/>
                <a:gd name="T100" fmla="*/ 134 w 146"/>
                <a:gd name="T101" fmla="*/ 84 h 300"/>
                <a:gd name="T102" fmla="*/ 140 w 146"/>
                <a:gd name="T103" fmla="*/ 112 h 300"/>
                <a:gd name="T104" fmla="*/ 140 w 146"/>
                <a:gd name="T105" fmla="*/ 112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6" h="300">
                  <a:moveTo>
                    <a:pt x="140" y="112"/>
                  </a:moveTo>
                  <a:lnTo>
                    <a:pt x="140" y="112"/>
                  </a:lnTo>
                  <a:lnTo>
                    <a:pt x="144" y="136"/>
                  </a:lnTo>
                  <a:lnTo>
                    <a:pt x="146" y="162"/>
                  </a:lnTo>
                  <a:lnTo>
                    <a:pt x="146" y="188"/>
                  </a:lnTo>
                  <a:lnTo>
                    <a:pt x="144" y="214"/>
                  </a:lnTo>
                  <a:lnTo>
                    <a:pt x="144" y="214"/>
                  </a:lnTo>
                  <a:lnTo>
                    <a:pt x="142" y="234"/>
                  </a:lnTo>
                  <a:lnTo>
                    <a:pt x="140" y="260"/>
                  </a:lnTo>
                  <a:lnTo>
                    <a:pt x="136" y="272"/>
                  </a:lnTo>
                  <a:lnTo>
                    <a:pt x="132" y="284"/>
                  </a:lnTo>
                  <a:lnTo>
                    <a:pt x="126" y="294"/>
                  </a:lnTo>
                  <a:lnTo>
                    <a:pt x="120" y="300"/>
                  </a:lnTo>
                  <a:lnTo>
                    <a:pt x="120" y="300"/>
                  </a:lnTo>
                  <a:lnTo>
                    <a:pt x="116" y="292"/>
                  </a:lnTo>
                  <a:lnTo>
                    <a:pt x="112" y="284"/>
                  </a:lnTo>
                  <a:lnTo>
                    <a:pt x="108" y="266"/>
                  </a:lnTo>
                  <a:lnTo>
                    <a:pt x="106" y="248"/>
                  </a:lnTo>
                  <a:lnTo>
                    <a:pt x="102" y="230"/>
                  </a:lnTo>
                  <a:lnTo>
                    <a:pt x="102" y="230"/>
                  </a:lnTo>
                  <a:lnTo>
                    <a:pt x="98" y="212"/>
                  </a:lnTo>
                  <a:lnTo>
                    <a:pt x="92" y="192"/>
                  </a:lnTo>
                  <a:lnTo>
                    <a:pt x="84" y="176"/>
                  </a:lnTo>
                  <a:lnTo>
                    <a:pt x="74" y="160"/>
                  </a:lnTo>
                  <a:lnTo>
                    <a:pt x="74" y="160"/>
                  </a:lnTo>
                  <a:lnTo>
                    <a:pt x="62" y="144"/>
                  </a:lnTo>
                  <a:lnTo>
                    <a:pt x="48" y="130"/>
                  </a:lnTo>
                  <a:lnTo>
                    <a:pt x="36" y="118"/>
                  </a:lnTo>
                  <a:lnTo>
                    <a:pt x="22" y="104"/>
                  </a:lnTo>
                  <a:lnTo>
                    <a:pt x="12" y="90"/>
                  </a:lnTo>
                  <a:lnTo>
                    <a:pt x="4" y="74"/>
                  </a:lnTo>
                  <a:lnTo>
                    <a:pt x="2" y="66"/>
                  </a:lnTo>
                  <a:lnTo>
                    <a:pt x="0" y="56"/>
                  </a:lnTo>
                  <a:lnTo>
                    <a:pt x="0" y="46"/>
                  </a:lnTo>
                  <a:lnTo>
                    <a:pt x="2" y="36"/>
                  </a:lnTo>
                  <a:lnTo>
                    <a:pt x="2" y="36"/>
                  </a:lnTo>
                  <a:lnTo>
                    <a:pt x="6" y="22"/>
                  </a:lnTo>
                  <a:lnTo>
                    <a:pt x="14" y="12"/>
                  </a:lnTo>
                  <a:lnTo>
                    <a:pt x="22" y="6"/>
                  </a:lnTo>
                  <a:lnTo>
                    <a:pt x="34" y="2"/>
                  </a:lnTo>
                  <a:lnTo>
                    <a:pt x="46" y="0"/>
                  </a:lnTo>
                  <a:lnTo>
                    <a:pt x="60" y="2"/>
                  </a:lnTo>
                  <a:lnTo>
                    <a:pt x="72" y="8"/>
                  </a:lnTo>
                  <a:lnTo>
                    <a:pt x="86" y="14"/>
                  </a:lnTo>
                  <a:lnTo>
                    <a:pt x="86" y="14"/>
                  </a:lnTo>
                  <a:lnTo>
                    <a:pt x="96" y="22"/>
                  </a:lnTo>
                  <a:lnTo>
                    <a:pt x="106" y="32"/>
                  </a:lnTo>
                  <a:lnTo>
                    <a:pt x="116" y="44"/>
                  </a:lnTo>
                  <a:lnTo>
                    <a:pt x="122" y="56"/>
                  </a:lnTo>
                  <a:lnTo>
                    <a:pt x="128" y="70"/>
                  </a:lnTo>
                  <a:lnTo>
                    <a:pt x="134" y="84"/>
                  </a:lnTo>
                  <a:lnTo>
                    <a:pt x="140" y="112"/>
                  </a:lnTo>
                  <a:lnTo>
                    <a:pt x="140" y="112"/>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2" name="Freeform 1459">
              <a:extLst>
                <a:ext uri="{FF2B5EF4-FFF2-40B4-BE49-F238E27FC236}">
                  <a16:creationId xmlns:a16="http://schemas.microsoft.com/office/drawing/2014/main" id="{2E2E91AA-FBBC-481E-9F5A-29ABDF86D200}"/>
                </a:ext>
              </a:extLst>
            </p:cNvPr>
            <p:cNvSpPr>
              <a:spLocks/>
            </p:cNvSpPr>
            <p:nvPr/>
          </p:nvSpPr>
          <p:spPr bwMode="auto">
            <a:xfrm>
              <a:off x="6227763" y="1766888"/>
              <a:ext cx="231775" cy="476250"/>
            </a:xfrm>
            <a:custGeom>
              <a:avLst/>
              <a:gdLst>
                <a:gd name="T0" fmla="*/ 140 w 146"/>
                <a:gd name="T1" fmla="*/ 112 h 300"/>
                <a:gd name="T2" fmla="*/ 140 w 146"/>
                <a:gd name="T3" fmla="*/ 112 h 300"/>
                <a:gd name="T4" fmla="*/ 144 w 146"/>
                <a:gd name="T5" fmla="*/ 136 h 300"/>
                <a:gd name="T6" fmla="*/ 146 w 146"/>
                <a:gd name="T7" fmla="*/ 162 h 300"/>
                <a:gd name="T8" fmla="*/ 146 w 146"/>
                <a:gd name="T9" fmla="*/ 188 h 300"/>
                <a:gd name="T10" fmla="*/ 144 w 146"/>
                <a:gd name="T11" fmla="*/ 214 h 300"/>
                <a:gd name="T12" fmla="*/ 144 w 146"/>
                <a:gd name="T13" fmla="*/ 214 h 300"/>
                <a:gd name="T14" fmla="*/ 142 w 146"/>
                <a:gd name="T15" fmla="*/ 234 h 300"/>
                <a:gd name="T16" fmla="*/ 140 w 146"/>
                <a:gd name="T17" fmla="*/ 260 h 300"/>
                <a:gd name="T18" fmla="*/ 136 w 146"/>
                <a:gd name="T19" fmla="*/ 272 h 300"/>
                <a:gd name="T20" fmla="*/ 132 w 146"/>
                <a:gd name="T21" fmla="*/ 284 h 300"/>
                <a:gd name="T22" fmla="*/ 126 w 146"/>
                <a:gd name="T23" fmla="*/ 294 h 300"/>
                <a:gd name="T24" fmla="*/ 120 w 146"/>
                <a:gd name="T25" fmla="*/ 300 h 300"/>
                <a:gd name="T26" fmla="*/ 120 w 146"/>
                <a:gd name="T27" fmla="*/ 300 h 300"/>
                <a:gd name="T28" fmla="*/ 116 w 146"/>
                <a:gd name="T29" fmla="*/ 292 h 300"/>
                <a:gd name="T30" fmla="*/ 112 w 146"/>
                <a:gd name="T31" fmla="*/ 284 h 300"/>
                <a:gd name="T32" fmla="*/ 108 w 146"/>
                <a:gd name="T33" fmla="*/ 266 h 300"/>
                <a:gd name="T34" fmla="*/ 106 w 146"/>
                <a:gd name="T35" fmla="*/ 248 h 300"/>
                <a:gd name="T36" fmla="*/ 102 w 146"/>
                <a:gd name="T37" fmla="*/ 230 h 300"/>
                <a:gd name="T38" fmla="*/ 102 w 146"/>
                <a:gd name="T39" fmla="*/ 230 h 300"/>
                <a:gd name="T40" fmla="*/ 98 w 146"/>
                <a:gd name="T41" fmla="*/ 212 h 300"/>
                <a:gd name="T42" fmla="*/ 92 w 146"/>
                <a:gd name="T43" fmla="*/ 192 h 300"/>
                <a:gd name="T44" fmla="*/ 84 w 146"/>
                <a:gd name="T45" fmla="*/ 176 h 300"/>
                <a:gd name="T46" fmla="*/ 74 w 146"/>
                <a:gd name="T47" fmla="*/ 160 h 300"/>
                <a:gd name="T48" fmla="*/ 74 w 146"/>
                <a:gd name="T49" fmla="*/ 160 h 300"/>
                <a:gd name="T50" fmla="*/ 62 w 146"/>
                <a:gd name="T51" fmla="*/ 144 h 300"/>
                <a:gd name="T52" fmla="*/ 48 w 146"/>
                <a:gd name="T53" fmla="*/ 130 h 300"/>
                <a:gd name="T54" fmla="*/ 36 w 146"/>
                <a:gd name="T55" fmla="*/ 118 h 300"/>
                <a:gd name="T56" fmla="*/ 22 w 146"/>
                <a:gd name="T57" fmla="*/ 104 h 300"/>
                <a:gd name="T58" fmla="*/ 12 w 146"/>
                <a:gd name="T59" fmla="*/ 90 h 300"/>
                <a:gd name="T60" fmla="*/ 4 w 146"/>
                <a:gd name="T61" fmla="*/ 74 h 300"/>
                <a:gd name="T62" fmla="*/ 2 w 146"/>
                <a:gd name="T63" fmla="*/ 66 h 300"/>
                <a:gd name="T64" fmla="*/ 0 w 146"/>
                <a:gd name="T65" fmla="*/ 56 h 300"/>
                <a:gd name="T66" fmla="*/ 0 w 146"/>
                <a:gd name="T67" fmla="*/ 46 h 300"/>
                <a:gd name="T68" fmla="*/ 2 w 146"/>
                <a:gd name="T69" fmla="*/ 36 h 300"/>
                <a:gd name="T70" fmla="*/ 2 w 146"/>
                <a:gd name="T71" fmla="*/ 36 h 300"/>
                <a:gd name="T72" fmla="*/ 6 w 146"/>
                <a:gd name="T73" fmla="*/ 22 h 300"/>
                <a:gd name="T74" fmla="*/ 14 w 146"/>
                <a:gd name="T75" fmla="*/ 12 h 300"/>
                <a:gd name="T76" fmla="*/ 22 w 146"/>
                <a:gd name="T77" fmla="*/ 6 h 300"/>
                <a:gd name="T78" fmla="*/ 34 w 146"/>
                <a:gd name="T79" fmla="*/ 2 h 300"/>
                <a:gd name="T80" fmla="*/ 46 w 146"/>
                <a:gd name="T81" fmla="*/ 0 h 300"/>
                <a:gd name="T82" fmla="*/ 60 w 146"/>
                <a:gd name="T83" fmla="*/ 2 h 300"/>
                <a:gd name="T84" fmla="*/ 72 w 146"/>
                <a:gd name="T85" fmla="*/ 8 h 300"/>
                <a:gd name="T86" fmla="*/ 86 w 146"/>
                <a:gd name="T87" fmla="*/ 14 h 300"/>
                <a:gd name="T88" fmla="*/ 86 w 146"/>
                <a:gd name="T89" fmla="*/ 14 h 300"/>
                <a:gd name="T90" fmla="*/ 96 w 146"/>
                <a:gd name="T91" fmla="*/ 22 h 300"/>
                <a:gd name="T92" fmla="*/ 106 w 146"/>
                <a:gd name="T93" fmla="*/ 32 h 300"/>
                <a:gd name="T94" fmla="*/ 116 w 146"/>
                <a:gd name="T95" fmla="*/ 44 h 300"/>
                <a:gd name="T96" fmla="*/ 122 w 146"/>
                <a:gd name="T97" fmla="*/ 56 h 300"/>
                <a:gd name="T98" fmla="*/ 128 w 146"/>
                <a:gd name="T99" fmla="*/ 70 h 300"/>
                <a:gd name="T100" fmla="*/ 134 w 146"/>
                <a:gd name="T101" fmla="*/ 84 h 300"/>
                <a:gd name="T102" fmla="*/ 140 w 146"/>
                <a:gd name="T103" fmla="*/ 112 h 300"/>
                <a:gd name="T104" fmla="*/ 140 w 146"/>
                <a:gd name="T105" fmla="*/ 112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6" h="300">
                  <a:moveTo>
                    <a:pt x="140" y="112"/>
                  </a:moveTo>
                  <a:lnTo>
                    <a:pt x="140" y="112"/>
                  </a:lnTo>
                  <a:lnTo>
                    <a:pt x="144" y="136"/>
                  </a:lnTo>
                  <a:lnTo>
                    <a:pt x="146" y="162"/>
                  </a:lnTo>
                  <a:lnTo>
                    <a:pt x="146" y="188"/>
                  </a:lnTo>
                  <a:lnTo>
                    <a:pt x="144" y="214"/>
                  </a:lnTo>
                  <a:lnTo>
                    <a:pt x="144" y="214"/>
                  </a:lnTo>
                  <a:lnTo>
                    <a:pt x="142" y="234"/>
                  </a:lnTo>
                  <a:lnTo>
                    <a:pt x="140" y="260"/>
                  </a:lnTo>
                  <a:lnTo>
                    <a:pt x="136" y="272"/>
                  </a:lnTo>
                  <a:lnTo>
                    <a:pt x="132" y="284"/>
                  </a:lnTo>
                  <a:lnTo>
                    <a:pt x="126" y="294"/>
                  </a:lnTo>
                  <a:lnTo>
                    <a:pt x="120" y="300"/>
                  </a:lnTo>
                  <a:lnTo>
                    <a:pt x="120" y="300"/>
                  </a:lnTo>
                  <a:lnTo>
                    <a:pt x="116" y="292"/>
                  </a:lnTo>
                  <a:lnTo>
                    <a:pt x="112" y="284"/>
                  </a:lnTo>
                  <a:lnTo>
                    <a:pt x="108" y="266"/>
                  </a:lnTo>
                  <a:lnTo>
                    <a:pt x="106" y="248"/>
                  </a:lnTo>
                  <a:lnTo>
                    <a:pt x="102" y="230"/>
                  </a:lnTo>
                  <a:lnTo>
                    <a:pt x="102" y="230"/>
                  </a:lnTo>
                  <a:lnTo>
                    <a:pt x="98" y="212"/>
                  </a:lnTo>
                  <a:lnTo>
                    <a:pt x="92" y="192"/>
                  </a:lnTo>
                  <a:lnTo>
                    <a:pt x="84" y="176"/>
                  </a:lnTo>
                  <a:lnTo>
                    <a:pt x="74" y="160"/>
                  </a:lnTo>
                  <a:lnTo>
                    <a:pt x="74" y="160"/>
                  </a:lnTo>
                  <a:lnTo>
                    <a:pt x="62" y="144"/>
                  </a:lnTo>
                  <a:lnTo>
                    <a:pt x="48" y="130"/>
                  </a:lnTo>
                  <a:lnTo>
                    <a:pt x="36" y="118"/>
                  </a:lnTo>
                  <a:lnTo>
                    <a:pt x="22" y="104"/>
                  </a:lnTo>
                  <a:lnTo>
                    <a:pt x="12" y="90"/>
                  </a:lnTo>
                  <a:lnTo>
                    <a:pt x="4" y="74"/>
                  </a:lnTo>
                  <a:lnTo>
                    <a:pt x="2" y="66"/>
                  </a:lnTo>
                  <a:lnTo>
                    <a:pt x="0" y="56"/>
                  </a:lnTo>
                  <a:lnTo>
                    <a:pt x="0" y="46"/>
                  </a:lnTo>
                  <a:lnTo>
                    <a:pt x="2" y="36"/>
                  </a:lnTo>
                  <a:lnTo>
                    <a:pt x="2" y="36"/>
                  </a:lnTo>
                  <a:lnTo>
                    <a:pt x="6" y="22"/>
                  </a:lnTo>
                  <a:lnTo>
                    <a:pt x="14" y="12"/>
                  </a:lnTo>
                  <a:lnTo>
                    <a:pt x="22" y="6"/>
                  </a:lnTo>
                  <a:lnTo>
                    <a:pt x="34" y="2"/>
                  </a:lnTo>
                  <a:lnTo>
                    <a:pt x="46" y="0"/>
                  </a:lnTo>
                  <a:lnTo>
                    <a:pt x="60" y="2"/>
                  </a:lnTo>
                  <a:lnTo>
                    <a:pt x="72" y="8"/>
                  </a:lnTo>
                  <a:lnTo>
                    <a:pt x="86" y="14"/>
                  </a:lnTo>
                  <a:lnTo>
                    <a:pt x="86" y="14"/>
                  </a:lnTo>
                  <a:lnTo>
                    <a:pt x="96" y="22"/>
                  </a:lnTo>
                  <a:lnTo>
                    <a:pt x="106" y="32"/>
                  </a:lnTo>
                  <a:lnTo>
                    <a:pt x="116" y="44"/>
                  </a:lnTo>
                  <a:lnTo>
                    <a:pt x="122" y="56"/>
                  </a:lnTo>
                  <a:lnTo>
                    <a:pt x="128" y="70"/>
                  </a:lnTo>
                  <a:lnTo>
                    <a:pt x="134" y="84"/>
                  </a:lnTo>
                  <a:lnTo>
                    <a:pt x="140" y="112"/>
                  </a:lnTo>
                  <a:lnTo>
                    <a:pt x="140" y="112"/>
                  </a:lnTo>
                  <a:close/>
                </a:path>
              </a:pathLst>
            </a:custGeom>
            <a:solidFill>
              <a:srgbClr val="5F2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3" name="Freeform 1460">
              <a:extLst>
                <a:ext uri="{FF2B5EF4-FFF2-40B4-BE49-F238E27FC236}">
                  <a16:creationId xmlns:a16="http://schemas.microsoft.com/office/drawing/2014/main" id="{3203D321-E4F5-45EA-951C-A58DA1940B70}"/>
                </a:ext>
              </a:extLst>
            </p:cNvPr>
            <p:cNvSpPr>
              <a:spLocks/>
            </p:cNvSpPr>
            <p:nvPr/>
          </p:nvSpPr>
          <p:spPr bwMode="auto">
            <a:xfrm>
              <a:off x="6249988" y="1770063"/>
              <a:ext cx="177800" cy="473075"/>
            </a:xfrm>
            <a:custGeom>
              <a:avLst/>
              <a:gdLst>
                <a:gd name="T0" fmla="*/ 106 w 112"/>
                <a:gd name="T1" fmla="*/ 50 h 298"/>
                <a:gd name="T2" fmla="*/ 106 w 112"/>
                <a:gd name="T3" fmla="*/ 50 h 298"/>
                <a:gd name="T4" fmla="*/ 98 w 112"/>
                <a:gd name="T5" fmla="*/ 38 h 298"/>
                <a:gd name="T6" fmla="*/ 90 w 112"/>
                <a:gd name="T7" fmla="*/ 28 h 298"/>
                <a:gd name="T8" fmla="*/ 82 w 112"/>
                <a:gd name="T9" fmla="*/ 20 h 298"/>
                <a:gd name="T10" fmla="*/ 72 w 112"/>
                <a:gd name="T11" fmla="*/ 12 h 298"/>
                <a:gd name="T12" fmla="*/ 72 w 112"/>
                <a:gd name="T13" fmla="*/ 12 h 298"/>
                <a:gd name="T14" fmla="*/ 58 w 112"/>
                <a:gd name="T15" fmla="*/ 4 h 298"/>
                <a:gd name="T16" fmla="*/ 44 w 112"/>
                <a:gd name="T17" fmla="*/ 0 h 298"/>
                <a:gd name="T18" fmla="*/ 44 w 112"/>
                <a:gd name="T19" fmla="*/ 0 h 298"/>
                <a:gd name="T20" fmla="*/ 34 w 112"/>
                <a:gd name="T21" fmla="*/ 8 h 298"/>
                <a:gd name="T22" fmla="*/ 26 w 112"/>
                <a:gd name="T23" fmla="*/ 18 h 298"/>
                <a:gd name="T24" fmla="*/ 20 w 112"/>
                <a:gd name="T25" fmla="*/ 30 h 298"/>
                <a:gd name="T26" fmla="*/ 14 w 112"/>
                <a:gd name="T27" fmla="*/ 42 h 298"/>
                <a:gd name="T28" fmla="*/ 6 w 112"/>
                <a:gd name="T29" fmla="*/ 66 h 298"/>
                <a:gd name="T30" fmla="*/ 0 w 112"/>
                <a:gd name="T31" fmla="*/ 92 h 298"/>
                <a:gd name="T32" fmla="*/ 0 w 112"/>
                <a:gd name="T33" fmla="*/ 92 h 298"/>
                <a:gd name="T34" fmla="*/ 14 w 112"/>
                <a:gd name="T35" fmla="*/ 108 h 298"/>
                <a:gd name="T36" fmla="*/ 30 w 112"/>
                <a:gd name="T37" fmla="*/ 124 h 298"/>
                <a:gd name="T38" fmla="*/ 46 w 112"/>
                <a:gd name="T39" fmla="*/ 140 h 298"/>
                <a:gd name="T40" fmla="*/ 60 w 112"/>
                <a:gd name="T41" fmla="*/ 158 h 298"/>
                <a:gd name="T42" fmla="*/ 60 w 112"/>
                <a:gd name="T43" fmla="*/ 158 h 298"/>
                <a:gd name="T44" fmla="*/ 70 w 112"/>
                <a:gd name="T45" fmla="*/ 174 h 298"/>
                <a:gd name="T46" fmla="*/ 78 w 112"/>
                <a:gd name="T47" fmla="*/ 190 h 298"/>
                <a:gd name="T48" fmla="*/ 84 w 112"/>
                <a:gd name="T49" fmla="*/ 210 h 298"/>
                <a:gd name="T50" fmla="*/ 88 w 112"/>
                <a:gd name="T51" fmla="*/ 228 h 298"/>
                <a:gd name="T52" fmla="*/ 88 w 112"/>
                <a:gd name="T53" fmla="*/ 228 h 298"/>
                <a:gd name="T54" fmla="*/ 92 w 112"/>
                <a:gd name="T55" fmla="*/ 244 h 298"/>
                <a:gd name="T56" fmla="*/ 94 w 112"/>
                <a:gd name="T57" fmla="*/ 264 h 298"/>
                <a:gd name="T58" fmla="*/ 98 w 112"/>
                <a:gd name="T59" fmla="*/ 282 h 298"/>
                <a:gd name="T60" fmla="*/ 100 w 112"/>
                <a:gd name="T61" fmla="*/ 290 h 298"/>
                <a:gd name="T62" fmla="*/ 106 w 112"/>
                <a:gd name="T63" fmla="*/ 298 h 298"/>
                <a:gd name="T64" fmla="*/ 106 w 112"/>
                <a:gd name="T65" fmla="*/ 298 h 298"/>
                <a:gd name="T66" fmla="*/ 110 w 112"/>
                <a:gd name="T67" fmla="*/ 280 h 298"/>
                <a:gd name="T68" fmla="*/ 112 w 112"/>
                <a:gd name="T69" fmla="*/ 262 h 298"/>
                <a:gd name="T70" fmla="*/ 112 w 112"/>
                <a:gd name="T71" fmla="*/ 242 h 298"/>
                <a:gd name="T72" fmla="*/ 110 w 112"/>
                <a:gd name="T73" fmla="*/ 222 h 298"/>
                <a:gd name="T74" fmla="*/ 106 w 112"/>
                <a:gd name="T75" fmla="*/ 204 h 298"/>
                <a:gd name="T76" fmla="*/ 102 w 112"/>
                <a:gd name="T77" fmla="*/ 184 h 298"/>
                <a:gd name="T78" fmla="*/ 92 w 112"/>
                <a:gd name="T79" fmla="*/ 156 h 298"/>
                <a:gd name="T80" fmla="*/ 92 w 112"/>
                <a:gd name="T81" fmla="*/ 156 h 298"/>
                <a:gd name="T82" fmla="*/ 84 w 112"/>
                <a:gd name="T83" fmla="*/ 140 h 298"/>
                <a:gd name="T84" fmla="*/ 76 w 112"/>
                <a:gd name="T85" fmla="*/ 126 h 298"/>
                <a:gd name="T86" fmla="*/ 74 w 112"/>
                <a:gd name="T87" fmla="*/ 110 h 298"/>
                <a:gd name="T88" fmla="*/ 72 w 112"/>
                <a:gd name="T89" fmla="*/ 102 h 298"/>
                <a:gd name="T90" fmla="*/ 74 w 112"/>
                <a:gd name="T91" fmla="*/ 94 h 298"/>
                <a:gd name="T92" fmla="*/ 74 w 112"/>
                <a:gd name="T93" fmla="*/ 94 h 298"/>
                <a:gd name="T94" fmla="*/ 78 w 112"/>
                <a:gd name="T95" fmla="*/ 82 h 298"/>
                <a:gd name="T96" fmla="*/ 86 w 112"/>
                <a:gd name="T97" fmla="*/ 70 h 298"/>
                <a:gd name="T98" fmla="*/ 94 w 112"/>
                <a:gd name="T99" fmla="*/ 58 h 298"/>
                <a:gd name="T100" fmla="*/ 106 w 112"/>
                <a:gd name="T101" fmla="*/ 50 h 298"/>
                <a:gd name="T102" fmla="*/ 106 w 112"/>
                <a:gd name="T103" fmla="*/ 5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12" h="298">
                  <a:moveTo>
                    <a:pt x="106" y="50"/>
                  </a:moveTo>
                  <a:lnTo>
                    <a:pt x="106" y="50"/>
                  </a:lnTo>
                  <a:lnTo>
                    <a:pt x="98" y="38"/>
                  </a:lnTo>
                  <a:lnTo>
                    <a:pt x="90" y="28"/>
                  </a:lnTo>
                  <a:lnTo>
                    <a:pt x="82" y="20"/>
                  </a:lnTo>
                  <a:lnTo>
                    <a:pt x="72" y="12"/>
                  </a:lnTo>
                  <a:lnTo>
                    <a:pt x="72" y="12"/>
                  </a:lnTo>
                  <a:lnTo>
                    <a:pt x="58" y="4"/>
                  </a:lnTo>
                  <a:lnTo>
                    <a:pt x="44" y="0"/>
                  </a:lnTo>
                  <a:lnTo>
                    <a:pt x="44" y="0"/>
                  </a:lnTo>
                  <a:lnTo>
                    <a:pt x="34" y="8"/>
                  </a:lnTo>
                  <a:lnTo>
                    <a:pt x="26" y="18"/>
                  </a:lnTo>
                  <a:lnTo>
                    <a:pt x="20" y="30"/>
                  </a:lnTo>
                  <a:lnTo>
                    <a:pt x="14" y="42"/>
                  </a:lnTo>
                  <a:lnTo>
                    <a:pt x="6" y="66"/>
                  </a:lnTo>
                  <a:lnTo>
                    <a:pt x="0" y="92"/>
                  </a:lnTo>
                  <a:lnTo>
                    <a:pt x="0" y="92"/>
                  </a:lnTo>
                  <a:lnTo>
                    <a:pt x="14" y="108"/>
                  </a:lnTo>
                  <a:lnTo>
                    <a:pt x="30" y="124"/>
                  </a:lnTo>
                  <a:lnTo>
                    <a:pt x="46" y="140"/>
                  </a:lnTo>
                  <a:lnTo>
                    <a:pt x="60" y="158"/>
                  </a:lnTo>
                  <a:lnTo>
                    <a:pt x="60" y="158"/>
                  </a:lnTo>
                  <a:lnTo>
                    <a:pt x="70" y="174"/>
                  </a:lnTo>
                  <a:lnTo>
                    <a:pt x="78" y="190"/>
                  </a:lnTo>
                  <a:lnTo>
                    <a:pt x="84" y="210"/>
                  </a:lnTo>
                  <a:lnTo>
                    <a:pt x="88" y="228"/>
                  </a:lnTo>
                  <a:lnTo>
                    <a:pt x="88" y="228"/>
                  </a:lnTo>
                  <a:lnTo>
                    <a:pt x="92" y="244"/>
                  </a:lnTo>
                  <a:lnTo>
                    <a:pt x="94" y="264"/>
                  </a:lnTo>
                  <a:lnTo>
                    <a:pt x="98" y="282"/>
                  </a:lnTo>
                  <a:lnTo>
                    <a:pt x="100" y="290"/>
                  </a:lnTo>
                  <a:lnTo>
                    <a:pt x="106" y="298"/>
                  </a:lnTo>
                  <a:lnTo>
                    <a:pt x="106" y="298"/>
                  </a:lnTo>
                  <a:lnTo>
                    <a:pt x="110" y="280"/>
                  </a:lnTo>
                  <a:lnTo>
                    <a:pt x="112" y="262"/>
                  </a:lnTo>
                  <a:lnTo>
                    <a:pt x="112" y="242"/>
                  </a:lnTo>
                  <a:lnTo>
                    <a:pt x="110" y="222"/>
                  </a:lnTo>
                  <a:lnTo>
                    <a:pt x="106" y="204"/>
                  </a:lnTo>
                  <a:lnTo>
                    <a:pt x="102" y="184"/>
                  </a:lnTo>
                  <a:lnTo>
                    <a:pt x="92" y="156"/>
                  </a:lnTo>
                  <a:lnTo>
                    <a:pt x="92" y="156"/>
                  </a:lnTo>
                  <a:lnTo>
                    <a:pt x="84" y="140"/>
                  </a:lnTo>
                  <a:lnTo>
                    <a:pt x="76" y="126"/>
                  </a:lnTo>
                  <a:lnTo>
                    <a:pt x="74" y="110"/>
                  </a:lnTo>
                  <a:lnTo>
                    <a:pt x="72" y="102"/>
                  </a:lnTo>
                  <a:lnTo>
                    <a:pt x="74" y="94"/>
                  </a:lnTo>
                  <a:lnTo>
                    <a:pt x="74" y="94"/>
                  </a:lnTo>
                  <a:lnTo>
                    <a:pt x="78" y="82"/>
                  </a:lnTo>
                  <a:lnTo>
                    <a:pt x="86" y="70"/>
                  </a:lnTo>
                  <a:lnTo>
                    <a:pt x="94" y="58"/>
                  </a:lnTo>
                  <a:lnTo>
                    <a:pt x="106" y="50"/>
                  </a:lnTo>
                  <a:lnTo>
                    <a:pt x="106" y="50"/>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4" name="Freeform 1461">
              <a:extLst>
                <a:ext uri="{FF2B5EF4-FFF2-40B4-BE49-F238E27FC236}">
                  <a16:creationId xmlns:a16="http://schemas.microsoft.com/office/drawing/2014/main" id="{FA11F13B-EDFD-4341-BA66-DE54F5267DE6}"/>
                </a:ext>
              </a:extLst>
            </p:cNvPr>
            <p:cNvSpPr>
              <a:spLocks/>
            </p:cNvSpPr>
            <p:nvPr/>
          </p:nvSpPr>
          <p:spPr bwMode="auto">
            <a:xfrm>
              <a:off x="6249988" y="1770063"/>
              <a:ext cx="177800" cy="473075"/>
            </a:xfrm>
            <a:custGeom>
              <a:avLst/>
              <a:gdLst>
                <a:gd name="T0" fmla="*/ 106 w 112"/>
                <a:gd name="T1" fmla="*/ 50 h 298"/>
                <a:gd name="T2" fmla="*/ 106 w 112"/>
                <a:gd name="T3" fmla="*/ 50 h 298"/>
                <a:gd name="T4" fmla="*/ 98 w 112"/>
                <a:gd name="T5" fmla="*/ 38 h 298"/>
                <a:gd name="T6" fmla="*/ 90 w 112"/>
                <a:gd name="T7" fmla="*/ 28 h 298"/>
                <a:gd name="T8" fmla="*/ 82 w 112"/>
                <a:gd name="T9" fmla="*/ 20 h 298"/>
                <a:gd name="T10" fmla="*/ 72 w 112"/>
                <a:gd name="T11" fmla="*/ 12 h 298"/>
                <a:gd name="T12" fmla="*/ 72 w 112"/>
                <a:gd name="T13" fmla="*/ 12 h 298"/>
                <a:gd name="T14" fmla="*/ 58 w 112"/>
                <a:gd name="T15" fmla="*/ 4 h 298"/>
                <a:gd name="T16" fmla="*/ 44 w 112"/>
                <a:gd name="T17" fmla="*/ 0 h 298"/>
                <a:gd name="T18" fmla="*/ 44 w 112"/>
                <a:gd name="T19" fmla="*/ 0 h 298"/>
                <a:gd name="T20" fmla="*/ 34 w 112"/>
                <a:gd name="T21" fmla="*/ 8 h 298"/>
                <a:gd name="T22" fmla="*/ 26 w 112"/>
                <a:gd name="T23" fmla="*/ 18 h 298"/>
                <a:gd name="T24" fmla="*/ 20 w 112"/>
                <a:gd name="T25" fmla="*/ 30 h 298"/>
                <a:gd name="T26" fmla="*/ 14 w 112"/>
                <a:gd name="T27" fmla="*/ 42 h 298"/>
                <a:gd name="T28" fmla="*/ 6 w 112"/>
                <a:gd name="T29" fmla="*/ 66 h 298"/>
                <a:gd name="T30" fmla="*/ 0 w 112"/>
                <a:gd name="T31" fmla="*/ 92 h 298"/>
                <a:gd name="T32" fmla="*/ 0 w 112"/>
                <a:gd name="T33" fmla="*/ 92 h 298"/>
                <a:gd name="T34" fmla="*/ 14 w 112"/>
                <a:gd name="T35" fmla="*/ 108 h 298"/>
                <a:gd name="T36" fmla="*/ 30 w 112"/>
                <a:gd name="T37" fmla="*/ 124 h 298"/>
                <a:gd name="T38" fmla="*/ 46 w 112"/>
                <a:gd name="T39" fmla="*/ 140 h 298"/>
                <a:gd name="T40" fmla="*/ 60 w 112"/>
                <a:gd name="T41" fmla="*/ 158 h 298"/>
                <a:gd name="T42" fmla="*/ 60 w 112"/>
                <a:gd name="T43" fmla="*/ 158 h 298"/>
                <a:gd name="T44" fmla="*/ 70 w 112"/>
                <a:gd name="T45" fmla="*/ 174 h 298"/>
                <a:gd name="T46" fmla="*/ 78 w 112"/>
                <a:gd name="T47" fmla="*/ 190 h 298"/>
                <a:gd name="T48" fmla="*/ 84 w 112"/>
                <a:gd name="T49" fmla="*/ 210 h 298"/>
                <a:gd name="T50" fmla="*/ 88 w 112"/>
                <a:gd name="T51" fmla="*/ 228 h 298"/>
                <a:gd name="T52" fmla="*/ 88 w 112"/>
                <a:gd name="T53" fmla="*/ 228 h 298"/>
                <a:gd name="T54" fmla="*/ 92 w 112"/>
                <a:gd name="T55" fmla="*/ 244 h 298"/>
                <a:gd name="T56" fmla="*/ 94 w 112"/>
                <a:gd name="T57" fmla="*/ 264 h 298"/>
                <a:gd name="T58" fmla="*/ 98 w 112"/>
                <a:gd name="T59" fmla="*/ 282 h 298"/>
                <a:gd name="T60" fmla="*/ 100 w 112"/>
                <a:gd name="T61" fmla="*/ 290 h 298"/>
                <a:gd name="T62" fmla="*/ 106 w 112"/>
                <a:gd name="T63" fmla="*/ 298 h 298"/>
                <a:gd name="T64" fmla="*/ 106 w 112"/>
                <a:gd name="T65" fmla="*/ 298 h 298"/>
                <a:gd name="T66" fmla="*/ 110 w 112"/>
                <a:gd name="T67" fmla="*/ 280 h 298"/>
                <a:gd name="T68" fmla="*/ 112 w 112"/>
                <a:gd name="T69" fmla="*/ 262 h 298"/>
                <a:gd name="T70" fmla="*/ 112 w 112"/>
                <a:gd name="T71" fmla="*/ 242 h 298"/>
                <a:gd name="T72" fmla="*/ 110 w 112"/>
                <a:gd name="T73" fmla="*/ 222 h 298"/>
                <a:gd name="T74" fmla="*/ 106 w 112"/>
                <a:gd name="T75" fmla="*/ 204 h 298"/>
                <a:gd name="T76" fmla="*/ 102 w 112"/>
                <a:gd name="T77" fmla="*/ 184 h 298"/>
                <a:gd name="T78" fmla="*/ 92 w 112"/>
                <a:gd name="T79" fmla="*/ 156 h 298"/>
                <a:gd name="T80" fmla="*/ 92 w 112"/>
                <a:gd name="T81" fmla="*/ 156 h 298"/>
                <a:gd name="T82" fmla="*/ 84 w 112"/>
                <a:gd name="T83" fmla="*/ 140 h 298"/>
                <a:gd name="T84" fmla="*/ 76 w 112"/>
                <a:gd name="T85" fmla="*/ 126 h 298"/>
                <a:gd name="T86" fmla="*/ 74 w 112"/>
                <a:gd name="T87" fmla="*/ 110 h 298"/>
                <a:gd name="T88" fmla="*/ 72 w 112"/>
                <a:gd name="T89" fmla="*/ 102 h 298"/>
                <a:gd name="T90" fmla="*/ 74 w 112"/>
                <a:gd name="T91" fmla="*/ 94 h 298"/>
                <a:gd name="T92" fmla="*/ 74 w 112"/>
                <a:gd name="T93" fmla="*/ 94 h 298"/>
                <a:gd name="T94" fmla="*/ 78 w 112"/>
                <a:gd name="T95" fmla="*/ 82 h 298"/>
                <a:gd name="T96" fmla="*/ 86 w 112"/>
                <a:gd name="T97" fmla="*/ 70 h 298"/>
                <a:gd name="T98" fmla="*/ 94 w 112"/>
                <a:gd name="T99" fmla="*/ 58 h 298"/>
                <a:gd name="T100" fmla="*/ 106 w 112"/>
                <a:gd name="T101" fmla="*/ 50 h 298"/>
                <a:gd name="T102" fmla="*/ 106 w 112"/>
                <a:gd name="T103" fmla="*/ 5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12" h="298">
                  <a:moveTo>
                    <a:pt x="106" y="50"/>
                  </a:moveTo>
                  <a:lnTo>
                    <a:pt x="106" y="50"/>
                  </a:lnTo>
                  <a:lnTo>
                    <a:pt x="98" y="38"/>
                  </a:lnTo>
                  <a:lnTo>
                    <a:pt x="90" y="28"/>
                  </a:lnTo>
                  <a:lnTo>
                    <a:pt x="82" y="20"/>
                  </a:lnTo>
                  <a:lnTo>
                    <a:pt x="72" y="12"/>
                  </a:lnTo>
                  <a:lnTo>
                    <a:pt x="72" y="12"/>
                  </a:lnTo>
                  <a:lnTo>
                    <a:pt x="58" y="4"/>
                  </a:lnTo>
                  <a:lnTo>
                    <a:pt x="44" y="0"/>
                  </a:lnTo>
                  <a:lnTo>
                    <a:pt x="44" y="0"/>
                  </a:lnTo>
                  <a:lnTo>
                    <a:pt x="34" y="8"/>
                  </a:lnTo>
                  <a:lnTo>
                    <a:pt x="26" y="18"/>
                  </a:lnTo>
                  <a:lnTo>
                    <a:pt x="20" y="30"/>
                  </a:lnTo>
                  <a:lnTo>
                    <a:pt x="14" y="42"/>
                  </a:lnTo>
                  <a:lnTo>
                    <a:pt x="6" y="66"/>
                  </a:lnTo>
                  <a:lnTo>
                    <a:pt x="0" y="92"/>
                  </a:lnTo>
                  <a:lnTo>
                    <a:pt x="0" y="92"/>
                  </a:lnTo>
                  <a:lnTo>
                    <a:pt x="14" y="108"/>
                  </a:lnTo>
                  <a:lnTo>
                    <a:pt x="30" y="124"/>
                  </a:lnTo>
                  <a:lnTo>
                    <a:pt x="46" y="140"/>
                  </a:lnTo>
                  <a:lnTo>
                    <a:pt x="60" y="158"/>
                  </a:lnTo>
                  <a:lnTo>
                    <a:pt x="60" y="158"/>
                  </a:lnTo>
                  <a:lnTo>
                    <a:pt x="70" y="174"/>
                  </a:lnTo>
                  <a:lnTo>
                    <a:pt x="78" y="190"/>
                  </a:lnTo>
                  <a:lnTo>
                    <a:pt x="84" y="210"/>
                  </a:lnTo>
                  <a:lnTo>
                    <a:pt x="88" y="228"/>
                  </a:lnTo>
                  <a:lnTo>
                    <a:pt x="88" y="228"/>
                  </a:lnTo>
                  <a:lnTo>
                    <a:pt x="92" y="244"/>
                  </a:lnTo>
                  <a:lnTo>
                    <a:pt x="94" y="264"/>
                  </a:lnTo>
                  <a:lnTo>
                    <a:pt x="98" y="282"/>
                  </a:lnTo>
                  <a:lnTo>
                    <a:pt x="100" y="290"/>
                  </a:lnTo>
                  <a:lnTo>
                    <a:pt x="106" y="298"/>
                  </a:lnTo>
                  <a:lnTo>
                    <a:pt x="106" y="298"/>
                  </a:lnTo>
                  <a:lnTo>
                    <a:pt x="110" y="280"/>
                  </a:lnTo>
                  <a:lnTo>
                    <a:pt x="112" y="262"/>
                  </a:lnTo>
                  <a:lnTo>
                    <a:pt x="112" y="242"/>
                  </a:lnTo>
                  <a:lnTo>
                    <a:pt x="110" y="222"/>
                  </a:lnTo>
                  <a:lnTo>
                    <a:pt x="106" y="204"/>
                  </a:lnTo>
                  <a:lnTo>
                    <a:pt x="102" y="184"/>
                  </a:lnTo>
                  <a:lnTo>
                    <a:pt x="92" y="156"/>
                  </a:lnTo>
                  <a:lnTo>
                    <a:pt x="92" y="156"/>
                  </a:lnTo>
                  <a:lnTo>
                    <a:pt x="84" y="140"/>
                  </a:lnTo>
                  <a:lnTo>
                    <a:pt x="76" y="126"/>
                  </a:lnTo>
                  <a:lnTo>
                    <a:pt x="74" y="110"/>
                  </a:lnTo>
                  <a:lnTo>
                    <a:pt x="72" y="102"/>
                  </a:lnTo>
                  <a:lnTo>
                    <a:pt x="74" y="94"/>
                  </a:lnTo>
                  <a:lnTo>
                    <a:pt x="74" y="94"/>
                  </a:lnTo>
                  <a:lnTo>
                    <a:pt x="78" y="82"/>
                  </a:lnTo>
                  <a:lnTo>
                    <a:pt x="86" y="70"/>
                  </a:lnTo>
                  <a:lnTo>
                    <a:pt x="94" y="58"/>
                  </a:lnTo>
                  <a:lnTo>
                    <a:pt x="106" y="50"/>
                  </a:lnTo>
                  <a:lnTo>
                    <a:pt x="106" y="50"/>
                  </a:lnTo>
                  <a:close/>
                </a:path>
              </a:pathLst>
            </a:custGeom>
            <a:solidFill>
              <a:srgbClr val="3617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5" name="Freeform 1462">
              <a:extLst>
                <a:ext uri="{FF2B5EF4-FFF2-40B4-BE49-F238E27FC236}">
                  <a16:creationId xmlns:a16="http://schemas.microsoft.com/office/drawing/2014/main" id="{36BE15AD-E15D-4350-A53B-017757DC2E03}"/>
                </a:ext>
              </a:extLst>
            </p:cNvPr>
            <p:cNvSpPr>
              <a:spLocks/>
            </p:cNvSpPr>
            <p:nvPr/>
          </p:nvSpPr>
          <p:spPr bwMode="auto">
            <a:xfrm>
              <a:off x="5408613" y="1341438"/>
              <a:ext cx="974725" cy="746125"/>
            </a:xfrm>
            <a:custGeom>
              <a:avLst/>
              <a:gdLst>
                <a:gd name="T0" fmla="*/ 8 w 614"/>
                <a:gd name="T1" fmla="*/ 250 h 470"/>
                <a:gd name="T2" fmla="*/ 2 w 614"/>
                <a:gd name="T3" fmla="*/ 274 h 470"/>
                <a:gd name="T4" fmla="*/ 0 w 614"/>
                <a:gd name="T5" fmla="*/ 300 h 470"/>
                <a:gd name="T6" fmla="*/ 4 w 614"/>
                <a:gd name="T7" fmla="*/ 326 h 470"/>
                <a:gd name="T8" fmla="*/ 14 w 614"/>
                <a:gd name="T9" fmla="*/ 348 h 470"/>
                <a:gd name="T10" fmla="*/ 22 w 614"/>
                <a:gd name="T11" fmla="*/ 358 h 470"/>
                <a:gd name="T12" fmla="*/ 42 w 614"/>
                <a:gd name="T13" fmla="*/ 372 h 470"/>
                <a:gd name="T14" fmla="*/ 78 w 614"/>
                <a:gd name="T15" fmla="*/ 384 h 470"/>
                <a:gd name="T16" fmla="*/ 102 w 614"/>
                <a:gd name="T17" fmla="*/ 390 h 470"/>
                <a:gd name="T18" fmla="*/ 152 w 614"/>
                <a:gd name="T19" fmla="*/ 404 h 470"/>
                <a:gd name="T20" fmla="*/ 200 w 614"/>
                <a:gd name="T21" fmla="*/ 426 h 470"/>
                <a:gd name="T22" fmla="*/ 224 w 614"/>
                <a:gd name="T23" fmla="*/ 440 h 470"/>
                <a:gd name="T24" fmla="*/ 276 w 614"/>
                <a:gd name="T25" fmla="*/ 462 h 470"/>
                <a:gd name="T26" fmla="*/ 304 w 614"/>
                <a:gd name="T27" fmla="*/ 468 h 470"/>
                <a:gd name="T28" fmla="*/ 326 w 614"/>
                <a:gd name="T29" fmla="*/ 470 h 470"/>
                <a:gd name="T30" fmla="*/ 370 w 614"/>
                <a:gd name="T31" fmla="*/ 470 h 470"/>
                <a:gd name="T32" fmla="*/ 412 w 614"/>
                <a:gd name="T33" fmla="*/ 462 h 470"/>
                <a:gd name="T34" fmla="*/ 474 w 614"/>
                <a:gd name="T35" fmla="*/ 444 h 470"/>
                <a:gd name="T36" fmla="*/ 498 w 614"/>
                <a:gd name="T37" fmla="*/ 432 h 470"/>
                <a:gd name="T38" fmla="*/ 542 w 614"/>
                <a:gd name="T39" fmla="*/ 398 h 470"/>
                <a:gd name="T40" fmla="*/ 576 w 614"/>
                <a:gd name="T41" fmla="*/ 352 h 470"/>
                <a:gd name="T42" fmla="*/ 598 w 614"/>
                <a:gd name="T43" fmla="*/ 300 h 470"/>
                <a:gd name="T44" fmla="*/ 612 w 614"/>
                <a:gd name="T45" fmla="*/ 242 h 470"/>
                <a:gd name="T46" fmla="*/ 612 w 614"/>
                <a:gd name="T47" fmla="*/ 184 h 470"/>
                <a:gd name="T48" fmla="*/ 600 w 614"/>
                <a:gd name="T49" fmla="*/ 128 h 470"/>
                <a:gd name="T50" fmla="*/ 574 w 614"/>
                <a:gd name="T51" fmla="*/ 80 h 470"/>
                <a:gd name="T52" fmla="*/ 556 w 614"/>
                <a:gd name="T53" fmla="*/ 58 h 470"/>
                <a:gd name="T54" fmla="*/ 562 w 614"/>
                <a:gd name="T55" fmla="*/ 90 h 470"/>
                <a:gd name="T56" fmla="*/ 558 w 614"/>
                <a:gd name="T57" fmla="*/ 116 h 470"/>
                <a:gd name="T58" fmla="*/ 538 w 614"/>
                <a:gd name="T59" fmla="*/ 144 h 470"/>
                <a:gd name="T60" fmla="*/ 494 w 614"/>
                <a:gd name="T61" fmla="*/ 182 h 470"/>
                <a:gd name="T62" fmla="*/ 500 w 614"/>
                <a:gd name="T63" fmla="*/ 170 h 470"/>
                <a:gd name="T64" fmla="*/ 506 w 614"/>
                <a:gd name="T65" fmla="*/ 144 h 470"/>
                <a:gd name="T66" fmla="*/ 506 w 614"/>
                <a:gd name="T67" fmla="*/ 116 h 470"/>
                <a:gd name="T68" fmla="*/ 498 w 614"/>
                <a:gd name="T69" fmla="*/ 88 h 470"/>
                <a:gd name="T70" fmla="*/ 484 w 614"/>
                <a:gd name="T71" fmla="*/ 62 h 470"/>
                <a:gd name="T72" fmla="*/ 466 w 614"/>
                <a:gd name="T73" fmla="*/ 38 h 470"/>
                <a:gd name="T74" fmla="*/ 442 w 614"/>
                <a:gd name="T75" fmla="*/ 18 h 470"/>
                <a:gd name="T76" fmla="*/ 418 w 614"/>
                <a:gd name="T77" fmla="*/ 4 h 470"/>
                <a:gd name="T78" fmla="*/ 404 w 614"/>
                <a:gd name="T79" fmla="*/ 0 h 470"/>
                <a:gd name="T80" fmla="*/ 428 w 614"/>
                <a:gd name="T81" fmla="*/ 44 h 470"/>
                <a:gd name="T82" fmla="*/ 436 w 614"/>
                <a:gd name="T83" fmla="*/ 70 h 470"/>
                <a:gd name="T84" fmla="*/ 436 w 614"/>
                <a:gd name="T85" fmla="*/ 92 h 470"/>
                <a:gd name="T86" fmla="*/ 432 w 614"/>
                <a:gd name="T87" fmla="*/ 110 h 470"/>
                <a:gd name="T88" fmla="*/ 422 w 614"/>
                <a:gd name="T89" fmla="*/ 126 h 470"/>
                <a:gd name="T90" fmla="*/ 400 w 614"/>
                <a:gd name="T91" fmla="*/ 146 h 470"/>
                <a:gd name="T92" fmla="*/ 358 w 614"/>
                <a:gd name="T93" fmla="*/ 162 h 470"/>
                <a:gd name="T94" fmla="*/ 308 w 614"/>
                <a:gd name="T95" fmla="*/ 174 h 470"/>
                <a:gd name="T96" fmla="*/ 232 w 614"/>
                <a:gd name="T97" fmla="*/ 180 h 470"/>
                <a:gd name="T98" fmla="*/ 186 w 614"/>
                <a:gd name="T99" fmla="*/ 182 h 470"/>
                <a:gd name="T100" fmla="*/ 110 w 614"/>
                <a:gd name="T101" fmla="*/ 188 h 470"/>
                <a:gd name="T102" fmla="*/ 60 w 614"/>
                <a:gd name="T103" fmla="*/ 200 h 470"/>
                <a:gd name="T104" fmla="*/ 38 w 614"/>
                <a:gd name="T105" fmla="*/ 212 h 470"/>
                <a:gd name="T106" fmla="*/ 20 w 614"/>
                <a:gd name="T107" fmla="*/ 228 h 470"/>
                <a:gd name="T108" fmla="*/ 8 w 614"/>
                <a:gd name="T109" fmla="*/ 25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14" h="470">
                  <a:moveTo>
                    <a:pt x="8" y="250"/>
                  </a:moveTo>
                  <a:lnTo>
                    <a:pt x="8" y="250"/>
                  </a:lnTo>
                  <a:lnTo>
                    <a:pt x="4" y="262"/>
                  </a:lnTo>
                  <a:lnTo>
                    <a:pt x="2" y="274"/>
                  </a:lnTo>
                  <a:lnTo>
                    <a:pt x="0" y="288"/>
                  </a:lnTo>
                  <a:lnTo>
                    <a:pt x="0" y="300"/>
                  </a:lnTo>
                  <a:lnTo>
                    <a:pt x="2" y="314"/>
                  </a:lnTo>
                  <a:lnTo>
                    <a:pt x="4" y="326"/>
                  </a:lnTo>
                  <a:lnTo>
                    <a:pt x="8" y="338"/>
                  </a:lnTo>
                  <a:lnTo>
                    <a:pt x="14" y="348"/>
                  </a:lnTo>
                  <a:lnTo>
                    <a:pt x="14" y="348"/>
                  </a:lnTo>
                  <a:lnTo>
                    <a:pt x="22" y="358"/>
                  </a:lnTo>
                  <a:lnTo>
                    <a:pt x="32" y="366"/>
                  </a:lnTo>
                  <a:lnTo>
                    <a:pt x="42" y="372"/>
                  </a:lnTo>
                  <a:lnTo>
                    <a:pt x="54" y="378"/>
                  </a:lnTo>
                  <a:lnTo>
                    <a:pt x="78" y="384"/>
                  </a:lnTo>
                  <a:lnTo>
                    <a:pt x="102" y="390"/>
                  </a:lnTo>
                  <a:lnTo>
                    <a:pt x="102" y="390"/>
                  </a:lnTo>
                  <a:lnTo>
                    <a:pt x="128" y="396"/>
                  </a:lnTo>
                  <a:lnTo>
                    <a:pt x="152" y="404"/>
                  </a:lnTo>
                  <a:lnTo>
                    <a:pt x="176" y="414"/>
                  </a:lnTo>
                  <a:lnTo>
                    <a:pt x="200" y="426"/>
                  </a:lnTo>
                  <a:lnTo>
                    <a:pt x="200" y="426"/>
                  </a:lnTo>
                  <a:lnTo>
                    <a:pt x="224" y="440"/>
                  </a:lnTo>
                  <a:lnTo>
                    <a:pt x="250" y="452"/>
                  </a:lnTo>
                  <a:lnTo>
                    <a:pt x="276" y="462"/>
                  </a:lnTo>
                  <a:lnTo>
                    <a:pt x="290" y="466"/>
                  </a:lnTo>
                  <a:lnTo>
                    <a:pt x="304" y="468"/>
                  </a:lnTo>
                  <a:lnTo>
                    <a:pt x="304" y="468"/>
                  </a:lnTo>
                  <a:lnTo>
                    <a:pt x="326" y="470"/>
                  </a:lnTo>
                  <a:lnTo>
                    <a:pt x="348" y="470"/>
                  </a:lnTo>
                  <a:lnTo>
                    <a:pt x="370" y="470"/>
                  </a:lnTo>
                  <a:lnTo>
                    <a:pt x="390" y="466"/>
                  </a:lnTo>
                  <a:lnTo>
                    <a:pt x="412" y="462"/>
                  </a:lnTo>
                  <a:lnTo>
                    <a:pt x="434" y="456"/>
                  </a:lnTo>
                  <a:lnTo>
                    <a:pt x="474" y="444"/>
                  </a:lnTo>
                  <a:lnTo>
                    <a:pt x="474" y="444"/>
                  </a:lnTo>
                  <a:lnTo>
                    <a:pt x="498" y="432"/>
                  </a:lnTo>
                  <a:lnTo>
                    <a:pt x="522" y="416"/>
                  </a:lnTo>
                  <a:lnTo>
                    <a:pt x="542" y="398"/>
                  </a:lnTo>
                  <a:lnTo>
                    <a:pt x="560" y="376"/>
                  </a:lnTo>
                  <a:lnTo>
                    <a:pt x="576" y="352"/>
                  </a:lnTo>
                  <a:lnTo>
                    <a:pt x="588" y="326"/>
                  </a:lnTo>
                  <a:lnTo>
                    <a:pt x="598" y="300"/>
                  </a:lnTo>
                  <a:lnTo>
                    <a:pt x="606" y="272"/>
                  </a:lnTo>
                  <a:lnTo>
                    <a:pt x="612" y="242"/>
                  </a:lnTo>
                  <a:lnTo>
                    <a:pt x="614" y="214"/>
                  </a:lnTo>
                  <a:lnTo>
                    <a:pt x="612" y="184"/>
                  </a:lnTo>
                  <a:lnTo>
                    <a:pt x="608" y="156"/>
                  </a:lnTo>
                  <a:lnTo>
                    <a:pt x="600" y="128"/>
                  </a:lnTo>
                  <a:lnTo>
                    <a:pt x="590" y="104"/>
                  </a:lnTo>
                  <a:lnTo>
                    <a:pt x="574" y="80"/>
                  </a:lnTo>
                  <a:lnTo>
                    <a:pt x="556" y="58"/>
                  </a:lnTo>
                  <a:lnTo>
                    <a:pt x="556" y="58"/>
                  </a:lnTo>
                  <a:lnTo>
                    <a:pt x="562" y="80"/>
                  </a:lnTo>
                  <a:lnTo>
                    <a:pt x="562" y="90"/>
                  </a:lnTo>
                  <a:lnTo>
                    <a:pt x="562" y="100"/>
                  </a:lnTo>
                  <a:lnTo>
                    <a:pt x="558" y="116"/>
                  </a:lnTo>
                  <a:lnTo>
                    <a:pt x="550" y="130"/>
                  </a:lnTo>
                  <a:lnTo>
                    <a:pt x="538" y="144"/>
                  </a:lnTo>
                  <a:lnTo>
                    <a:pt x="526" y="156"/>
                  </a:lnTo>
                  <a:lnTo>
                    <a:pt x="494" y="182"/>
                  </a:lnTo>
                  <a:lnTo>
                    <a:pt x="494" y="182"/>
                  </a:lnTo>
                  <a:lnTo>
                    <a:pt x="500" y="170"/>
                  </a:lnTo>
                  <a:lnTo>
                    <a:pt x="504" y="158"/>
                  </a:lnTo>
                  <a:lnTo>
                    <a:pt x="506" y="144"/>
                  </a:lnTo>
                  <a:lnTo>
                    <a:pt x="508" y="130"/>
                  </a:lnTo>
                  <a:lnTo>
                    <a:pt x="506" y="116"/>
                  </a:lnTo>
                  <a:lnTo>
                    <a:pt x="502" y="102"/>
                  </a:lnTo>
                  <a:lnTo>
                    <a:pt x="498" y="88"/>
                  </a:lnTo>
                  <a:lnTo>
                    <a:pt x="492" y="74"/>
                  </a:lnTo>
                  <a:lnTo>
                    <a:pt x="484" y="62"/>
                  </a:lnTo>
                  <a:lnTo>
                    <a:pt x="474" y="50"/>
                  </a:lnTo>
                  <a:lnTo>
                    <a:pt x="466" y="38"/>
                  </a:lnTo>
                  <a:lnTo>
                    <a:pt x="454" y="28"/>
                  </a:lnTo>
                  <a:lnTo>
                    <a:pt x="442" y="18"/>
                  </a:lnTo>
                  <a:lnTo>
                    <a:pt x="430" y="10"/>
                  </a:lnTo>
                  <a:lnTo>
                    <a:pt x="418" y="4"/>
                  </a:lnTo>
                  <a:lnTo>
                    <a:pt x="404" y="0"/>
                  </a:lnTo>
                  <a:lnTo>
                    <a:pt x="404" y="0"/>
                  </a:lnTo>
                  <a:lnTo>
                    <a:pt x="422" y="32"/>
                  </a:lnTo>
                  <a:lnTo>
                    <a:pt x="428" y="44"/>
                  </a:lnTo>
                  <a:lnTo>
                    <a:pt x="432" y="58"/>
                  </a:lnTo>
                  <a:lnTo>
                    <a:pt x="436" y="70"/>
                  </a:lnTo>
                  <a:lnTo>
                    <a:pt x="438" y="82"/>
                  </a:lnTo>
                  <a:lnTo>
                    <a:pt x="436" y="92"/>
                  </a:lnTo>
                  <a:lnTo>
                    <a:pt x="436" y="102"/>
                  </a:lnTo>
                  <a:lnTo>
                    <a:pt x="432" y="110"/>
                  </a:lnTo>
                  <a:lnTo>
                    <a:pt x="428" y="120"/>
                  </a:lnTo>
                  <a:lnTo>
                    <a:pt x="422" y="126"/>
                  </a:lnTo>
                  <a:lnTo>
                    <a:pt x="416" y="134"/>
                  </a:lnTo>
                  <a:lnTo>
                    <a:pt x="400" y="146"/>
                  </a:lnTo>
                  <a:lnTo>
                    <a:pt x="380" y="156"/>
                  </a:lnTo>
                  <a:lnTo>
                    <a:pt x="358" y="162"/>
                  </a:lnTo>
                  <a:lnTo>
                    <a:pt x="334" y="168"/>
                  </a:lnTo>
                  <a:lnTo>
                    <a:pt x="308" y="174"/>
                  </a:lnTo>
                  <a:lnTo>
                    <a:pt x="282" y="176"/>
                  </a:lnTo>
                  <a:lnTo>
                    <a:pt x="232" y="180"/>
                  </a:lnTo>
                  <a:lnTo>
                    <a:pt x="186" y="182"/>
                  </a:lnTo>
                  <a:lnTo>
                    <a:pt x="186" y="182"/>
                  </a:lnTo>
                  <a:lnTo>
                    <a:pt x="136" y="184"/>
                  </a:lnTo>
                  <a:lnTo>
                    <a:pt x="110" y="188"/>
                  </a:lnTo>
                  <a:lnTo>
                    <a:pt x="84" y="192"/>
                  </a:lnTo>
                  <a:lnTo>
                    <a:pt x="60" y="200"/>
                  </a:lnTo>
                  <a:lnTo>
                    <a:pt x="48" y="204"/>
                  </a:lnTo>
                  <a:lnTo>
                    <a:pt x="38" y="212"/>
                  </a:lnTo>
                  <a:lnTo>
                    <a:pt x="30" y="218"/>
                  </a:lnTo>
                  <a:lnTo>
                    <a:pt x="20" y="228"/>
                  </a:lnTo>
                  <a:lnTo>
                    <a:pt x="14" y="238"/>
                  </a:lnTo>
                  <a:lnTo>
                    <a:pt x="8" y="250"/>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6" name="Freeform 1463">
              <a:extLst>
                <a:ext uri="{FF2B5EF4-FFF2-40B4-BE49-F238E27FC236}">
                  <a16:creationId xmlns:a16="http://schemas.microsoft.com/office/drawing/2014/main" id="{BFC3A57F-C837-4042-9B84-A69BB03F3771}"/>
                </a:ext>
              </a:extLst>
            </p:cNvPr>
            <p:cNvSpPr>
              <a:spLocks/>
            </p:cNvSpPr>
            <p:nvPr/>
          </p:nvSpPr>
          <p:spPr bwMode="auto">
            <a:xfrm>
              <a:off x="5408613" y="1341438"/>
              <a:ext cx="974725" cy="746125"/>
            </a:xfrm>
            <a:custGeom>
              <a:avLst/>
              <a:gdLst>
                <a:gd name="T0" fmla="*/ 8 w 614"/>
                <a:gd name="T1" fmla="*/ 250 h 470"/>
                <a:gd name="T2" fmla="*/ 2 w 614"/>
                <a:gd name="T3" fmla="*/ 274 h 470"/>
                <a:gd name="T4" fmla="*/ 0 w 614"/>
                <a:gd name="T5" fmla="*/ 300 h 470"/>
                <a:gd name="T6" fmla="*/ 4 w 614"/>
                <a:gd name="T7" fmla="*/ 326 h 470"/>
                <a:gd name="T8" fmla="*/ 14 w 614"/>
                <a:gd name="T9" fmla="*/ 348 h 470"/>
                <a:gd name="T10" fmla="*/ 22 w 614"/>
                <a:gd name="T11" fmla="*/ 358 h 470"/>
                <a:gd name="T12" fmla="*/ 42 w 614"/>
                <a:gd name="T13" fmla="*/ 372 h 470"/>
                <a:gd name="T14" fmla="*/ 78 w 614"/>
                <a:gd name="T15" fmla="*/ 384 h 470"/>
                <a:gd name="T16" fmla="*/ 102 w 614"/>
                <a:gd name="T17" fmla="*/ 390 h 470"/>
                <a:gd name="T18" fmla="*/ 152 w 614"/>
                <a:gd name="T19" fmla="*/ 404 h 470"/>
                <a:gd name="T20" fmla="*/ 200 w 614"/>
                <a:gd name="T21" fmla="*/ 426 h 470"/>
                <a:gd name="T22" fmla="*/ 224 w 614"/>
                <a:gd name="T23" fmla="*/ 440 h 470"/>
                <a:gd name="T24" fmla="*/ 276 w 614"/>
                <a:gd name="T25" fmla="*/ 462 h 470"/>
                <a:gd name="T26" fmla="*/ 304 w 614"/>
                <a:gd name="T27" fmla="*/ 468 h 470"/>
                <a:gd name="T28" fmla="*/ 326 w 614"/>
                <a:gd name="T29" fmla="*/ 470 h 470"/>
                <a:gd name="T30" fmla="*/ 370 w 614"/>
                <a:gd name="T31" fmla="*/ 470 h 470"/>
                <a:gd name="T32" fmla="*/ 412 w 614"/>
                <a:gd name="T33" fmla="*/ 462 h 470"/>
                <a:gd name="T34" fmla="*/ 474 w 614"/>
                <a:gd name="T35" fmla="*/ 444 h 470"/>
                <a:gd name="T36" fmla="*/ 498 w 614"/>
                <a:gd name="T37" fmla="*/ 432 h 470"/>
                <a:gd name="T38" fmla="*/ 542 w 614"/>
                <a:gd name="T39" fmla="*/ 398 h 470"/>
                <a:gd name="T40" fmla="*/ 576 w 614"/>
                <a:gd name="T41" fmla="*/ 352 h 470"/>
                <a:gd name="T42" fmla="*/ 598 w 614"/>
                <a:gd name="T43" fmla="*/ 300 h 470"/>
                <a:gd name="T44" fmla="*/ 612 w 614"/>
                <a:gd name="T45" fmla="*/ 242 h 470"/>
                <a:gd name="T46" fmla="*/ 612 w 614"/>
                <a:gd name="T47" fmla="*/ 184 h 470"/>
                <a:gd name="T48" fmla="*/ 600 w 614"/>
                <a:gd name="T49" fmla="*/ 128 h 470"/>
                <a:gd name="T50" fmla="*/ 574 w 614"/>
                <a:gd name="T51" fmla="*/ 80 h 470"/>
                <a:gd name="T52" fmla="*/ 556 w 614"/>
                <a:gd name="T53" fmla="*/ 58 h 470"/>
                <a:gd name="T54" fmla="*/ 562 w 614"/>
                <a:gd name="T55" fmla="*/ 90 h 470"/>
                <a:gd name="T56" fmla="*/ 558 w 614"/>
                <a:gd name="T57" fmla="*/ 116 h 470"/>
                <a:gd name="T58" fmla="*/ 538 w 614"/>
                <a:gd name="T59" fmla="*/ 144 h 470"/>
                <a:gd name="T60" fmla="*/ 494 w 614"/>
                <a:gd name="T61" fmla="*/ 182 h 470"/>
                <a:gd name="T62" fmla="*/ 500 w 614"/>
                <a:gd name="T63" fmla="*/ 170 h 470"/>
                <a:gd name="T64" fmla="*/ 506 w 614"/>
                <a:gd name="T65" fmla="*/ 144 h 470"/>
                <a:gd name="T66" fmla="*/ 506 w 614"/>
                <a:gd name="T67" fmla="*/ 116 h 470"/>
                <a:gd name="T68" fmla="*/ 498 w 614"/>
                <a:gd name="T69" fmla="*/ 88 h 470"/>
                <a:gd name="T70" fmla="*/ 484 w 614"/>
                <a:gd name="T71" fmla="*/ 62 h 470"/>
                <a:gd name="T72" fmla="*/ 466 w 614"/>
                <a:gd name="T73" fmla="*/ 38 h 470"/>
                <a:gd name="T74" fmla="*/ 442 w 614"/>
                <a:gd name="T75" fmla="*/ 18 h 470"/>
                <a:gd name="T76" fmla="*/ 418 w 614"/>
                <a:gd name="T77" fmla="*/ 4 h 470"/>
                <a:gd name="T78" fmla="*/ 404 w 614"/>
                <a:gd name="T79" fmla="*/ 0 h 470"/>
                <a:gd name="T80" fmla="*/ 428 w 614"/>
                <a:gd name="T81" fmla="*/ 44 h 470"/>
                <a:gd name="T82" fmla="*/ 436 w 614"/>
                <a:gd name="T83" fmla="*/ 70 h 470"/>
                <a:gd name="T84" fmla="*/ 436 w 614"/>
                <a:gd name="T85" fmla="*/ 92 h 470"/>
                <a:gd name="T86" fmla="*/ 432 w 614"/>
                <a:gd name="T87" fmla="*/ 110 h 470"/>
                <a:gd name="T88" fmla="*/ 422 w 614"/>
                <a:gd name="T89" fmla="*/ 126 h 470"/>
                <a:gd name="T90" fmla="*/ 400 w 614"/>
                <a:gd name="T91" fmla="*/ 146 h 470"/>
                <a:gd name="T92" fmla="*/ 358 w 614"/>
                <a:gd name="T93" fmla="*/ 162 h 470"/>
                <a:gd name="T94" fmla="*/ 308 w 614"/>
                <a:gd name="T95" fmla="*/ 174 h 470"/>
                <a:gd name="T96" fmla="*/ 232 w 614"/>
                <a:gd name="T97" fmla="*/ 180 h 470"/>
                <a:gd name="T98" fmla="*/ 186 w 614"/>
                <a:gd name="T99" fmla="*/ 182 h 470"/>
                <a:gd name="T100" fmla="*/ 110 w 614"/>
                <a:gd name="T101" fmla="*/ 188 h 470"/>
                <a:gd name="T102" fmla="*/ 60 w 614"/>
                <a:gd name="T103" fmla="*/ 200 h 470"/>
                <a:gd name="T104" fmla="*/ 38 w 614"/>
                <a:gd name="T105" fmla="*/ 212 h 470"/>
                <a:gd name="T106" fmla="*/ 20 w 614"/>
                <a:gd name="T107" fmla="*/ 228 h 470"/>
                <a:gd name="T108" fmla="*/ 8 w 614"/>
                <a:gd name="T109" fmla="*/ 25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14" h="470">
                  <a:moveTo>
                    <a:pt x="8" y="250"/>
                  </a:moveTo>
                  <a:lnTo>
                    <a:pt x="8" y="250"/>
                  </a:lnTo>
                  <a:lnTo>
                    <a:pt x="4" y="262"/>
                  </a:lnTo>
                  <a:lnTo>
                    <a:pt x="2" y="274"/>
                  </a:lnTo>
                  <a:lnTo>
                    <a:pt x="0" y="288"/>
                  </a:lnTo>
                  <a:lnTo>
                    <a:pt x="0" y="300"/>
                  </a:lnTo>
                  <a:lnTo>
                    <a:pt x="2" y="314"/>
                  </a:lnTo>
                  <a:lnTo>
                    <a:pt x="4" y="326"/>
                  </a:lnTo>
                  <a:lnTo>
                    <a:pt x="8" y="338"/>
                  </a:lnTo>
                  <a:lnTo>
                    <a:pt x="14" y="348"/>
                  </a:lnTo>
                  <a:lnTo>
                    <a:pt x="14" y="348"/>
                  </a:lnTo>
                  <a:lnTo>
                    <a:pt x="22" y="358"/>
                  </a:lnTo>
                  <a:lnTo>
                    <a:pt x="32" y="366"/>
                  </a:lnTo>
                  <a:lnTo>
                    <a:pt x="42" y="372"/>
                  </a:lnTo>
                  <a:lnTo>
                    <a:pt x="54" y="378"/>
                  </a:lnTo>
                  <a:lnTo>
                    <a:pt x="78" y="384"/>
                  </a:lnTo>
                  <a:lnTo>
                    <a:pt x="102" y="390"/>
                  </a:lnTo>
                  <a:lnTo>
                    <a:pt x="102" y="390"/>
                  </a:lnTo>
                  <a:lnTo>
                    <a:pt x="128" y="396"/>
                  </a:lnTo>
                  <a:lnTo>
                    <a:pt x="152" y="404"/>
                  </a:lnTo>
                  <a:lnTo>
                    <a:pt x="176" y="414"/>
                  </a:lnTo>
                  <a:lnTo>
                    <a:pt x="200" y="426"/>
                  </a:lnTo>
                  <a:lnTo>
                    <a:pt x="200" y="426"/>
                  </a:lnTo>
                  <a:lnTo>
                    <a:pt x="224" y="440"/>
                  </a:lnTo>
                  <a:lnTo>
                    <a:pt x="250" y="452"/>
                  </a:lnTo>
                  <a:lnTo>
                    <a:pt x="276" y="462"/>
                  </a:lnTo>
                  <a:lnTo>
                    <a:pt x="290" y="466"/>
                  </a:lnTo>
                  <a:lnTo>
                    <a:pt x="304" y="468"/>
                  </a:lnTo>
                  <a:lnTo>
                    <a:pt x="304" y="468"/>
                  </a:lnTo>
                  <a:lnTo>
                    <a:pt x="326" y="470"/>
                  </a:lnTo>
                  <a:lnTo>
                    <a:pt x="348" y="470"/>
                  </a:lnTo>
                  <a:lnTo>
                    <a:pt x="370" y="470"/>
                  </a:lnTo>
                  <a:lnTo>
                    <a:pt x="390" y="466"/>
                  </a:lnTo>
                  <a:lnTo>
                    <a:pt x="412" y="462"/>
                  </a:lnTo>
                  <a:lnTo>
                    <a:pt x="434" y="456"/>
                  </a:lnTo>
                  <a:lnTo>
                    <a:pt x="474" y="444"/>
                  </a:lnTo>
                  <a:lnTo>
                    <a:pt x="474" y="444"/>
                  </a:lnTo>
                  <a:lnTo>
                    <a:pt x="498" y="432"/>
                  </a:lnTo>
                  <a:lnTo>
                    <a:pt x="522" y="416"/>
                  </a:lnTo>
                  <a:lnTo>
                    <a:pt x="542" y="398"/>
                  </a:lnTo>
                  <a:lnTo>
                    <a:pt x="560" y="376"/>
                  </a:lnTo>
                  <a:lnTo>
                    <a:pt x="576" y="352"/>
                  </a:lnTo>
                  <a:lnTo>
                    <a:pt x="588" y="326"/>
                  </a:lnTo>
                  <a:lnTo>
                    <a:pt x="598" y="300"/>
                  </a:lnTo>
                  <a:lnTo>
                    <a:pt x="606" y="272"/>
                  </a:lnTo>
                  <a:lnTo>
                    <a:pt x="612" y="242"/>
                  </a:lnTo>
                  <a:lnTo>
                    <a:pt x="614" y="214"/>
                  </a:lnTo>
                  <a:lnTo>
                    <a:pt x="612" y="184"/>
                  </a:lnTo>
                  <a:lnTo>
                    <a:pt x="608" y="156"/>
                  </a:lnTo>
                  <a:lnTo>
                    <a:pt x="600" y="128"/>
                  </a:lnTo>
                  <a:lnTo>
                    <a:pt x="590" y="104"/>
                  </a:lnTo>
                  <a:lnTo>
                    <a:pt x="574" y="80"/>
                  </a:lnTo>
                  <a:lnTo>
                    <a:pt x="556" y="58"/>
                  </a:lnTo>
                  <a:lnTo>
                    <a:pt x="556" y="58"/>
                  </a:lnTo>
                  <a:lnTo>
                    <a:pt x="562" y="80"/>
                  </a:lnTo>
                  <a:lnTo>
                    <a:pt x="562" y="90"/>
                  </a:lnTo>
                  <a:lnTo>
                    <a:pt x="562" y="100"/>
                  </a:lnTo>
                  <a:lnTo>
                    <a:pt x="558" y="116"/>
                  </a:lnTo>
                  <a:lnTo>
                    <a:pt x="550" y="130"/>
                  </a:lnTo>
                  <a:lnTo>
                    <a:pt x="538" y="144"/>
                  </a:lnTo>
                  <a:lnTo>
                    <a:pt x="526" y="156"/>
                  </a:lnTo>
                  <a:lnTo>
                    <a:pt x="494" y="182"/>
                  </a:lnTo>
                  <a:lnTo>
                    <a:pt x="494" y="182"/>
                  </a:lnTo>
                  <a:lnTo>
                    <a:pt x="500" y="170"/>
                  </a:lnTo>
                  <a:lnTo>
                    <a:pt x="504" y="158"/>
                  </a:lnTo>
                  <a:lnTo>
                    <a:pt x="506" y="144"/>
                  </a:lnTo>
                  <a:lnTo>
                    <a:pt x="508" y="130"/>
                  </a:lnTo>
                  <a:lnTo>
                    <a:pt x="506" y="116"/>
                  </a:lnTo>
                  <a:lnTo>
                    <a:pt x="502" y="102"/>
                  </a:lnTo>
                  <a:lnTo>
                    <a:pt x="498" y="88"/>
                  </a:lnTo>
                  <a:lnTo>
                    <a:pt x="492" y="74"/>
                  </a:lnTo>
                  <a:lnTo>
                    <a:pt x="484" y="62"/>
                  </a:lnTo>
                  <a:lnTo>
                    <a:pt x="474" y="50"/>
                  </a:lnTo>
                  <a:lnTo>
                    <a:pt x="466" y="38"/>
                  </a:lnTo>
                  <a:lnTo>
                    <a:pt x="454" y="28"/>
                  </a:lnTo>
                  <a:lnTo>
                    <a:pt x="442" y="18"/>
                  </a:lnTo>
                  <a:lnTo>
                    <a:pt x="430" y="10"/>
                  </a:lnTo>
                  <a:lnTo>
                    <a:pt x="418" y="4"/>
                  </a:lnTo>
                  <a:lnTo>
                    <a:pt x="404" y="0"/>
                  </a:lnTo>
                  <a:lnTo>
                    <a:pt x="404" y="0"/>
                  </a:lnTo>
                  <a:lnTo>
                    <a:pt x="422" y="32"/>
                  </a:lnTo>
                  <a:lnTo>
                    <a:pt x="428" y="44"/>
                  </a:lnTo>
                  <a:lnTo>
                    <a:pt x="432" y="58"/>
                  </a:lnTo>
                  <a:lnTo>
                    <a:pt x="436" y="70"/>
                  </a:lnTo>
                  <a:lnTo>
                    <a:pt x="438" y="82"/>
                  </a:lnTo>
                  <a:lnTo>
                    <a:pt x="436" y="92"/>
                  </a:lnTo>
                  <a:lnTo>
                    <a:pt x="436" y="102"/>
                  </a:lnTo>
                  <a:lnTo>
                    <a:pt x="432" y="110"/>
                  </a:lnTo>
                  <a:lnTo>
                    <a:pt x="428" y="120"/>
                  </a:lnTo>
                  <a:lnTo>
                    <a:pt x="422" y="126"/>
                  </a:lnTo>
                  <a:lnTo>
                    <a:pt x="416" y="134"/>
                  </a:lnTo>
                  <a:lnTo>
                    <a:pt x="400" y="146"/>
                  </a:lnTo>
                  <a:lnTo>
                    <a:pt x="380" y="156"/>
                  </a:lnTo>
                  <a:lnTo>
                    <a:pt x="358" y="162"/>
                  </a:lnTo>
                  <a:lnTo>
                    <a:pt x="334" y="168"/>
                  </a:lnTo>
                  <a:lnTo>
                    <a:pt x="308" y="174"/>
                  </a:lnTo>
                  <a:lnTo>
                    <a:pt x="282" y="176"/>
                  </a:lnTo>
                  <a:lnTo>
                    <a:pt x="232" y="180"/>
                  </a:lnTo>
                  <a:lnTo>
                    <a:pt x="186" y="182"/>
                  </a:lnTo>
                  <a:lnTo>
                    <a:pt x="186" y="182"/>
                  </a:lnTo>
                  <a:lnTo>
                    <a:pt x="136" y="184"/>
                  </a:lnTo>
                  <a:lnTo>
                    <a:pt x="110" y="188"/>
                  </a:lnTo>
                  <a:lnTo>
                    <a:pt x="84" y="192"/>
                  </a:lnTo>
                  <a:lnTo>
                    <a:pt x="60" y="200"/>
                  </a:lnTo>
                  <a:lnTo>
                    <a:pt x="48" y="204"/>
                  </a:lnTo>
                  <a:lnTo>
                    <a:pt x="38" y="212"/>
                  </a:lnTo>
                  <a:lnTo>
                    <a:pt x="30" y="218"/>
                  </a:lnTo>
                  <a:lnTo>
                    <a:pt x="20" y="228"/>
                  </a:lnTo>
                  <a:lnTo>
                    <a:pt x="14" y="238"/>
                  </a:lnTo>
                  <a:lnTo>
                    <a:pt x="8" y="25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7" name="Freeform 1464">
              <a:extLst>
                <a:ext uri="{FF2B5EF4-FFF2-40B4-BE49-F238E27FC236}">
                  <a16:creationId xmlns:a16="http://schemas.microsoft.com/office/drawing/2014/main" id="{596211F5-C134-4F40-89E8-24ADB1E9F70F}"/>
                </a:ext>
              </a:extLst>
            </p:cNvPr>
            <p:cNvSpPr>
              <a:spLocks/>
            </p:cNvSpPr>
            <p:nvPr/>
          </p:nvSpPr>
          <p:spPr bwMode="auto">
            <a:xfrm>
              <a:off x="5408613" y="1341438"/>
              <a:ext cx="974725" cy="746125"/>
            </a:xfrm>
            <a:custGeom>
              <a:avLst/>
              <a:gdLst>
                <a:gd name="T0" fmla="*/ 8 w 614"/>
                <a:gd name="T1" fmla="*/ 250 h 470"/>
                <a:gd name="T2" fmla="*/ 2 w 614"/>
                <a:gd name="T3" fmla="*/ 274 h 470"/>
                <a:gd name="T4" fmla="*/ 0 w 614"/>
                <a:gd name="T5" fmla="*/ 300 h 470"/>
                <a:gd name="T6" fmla="*/ 4 w 614"/>
                <a:gd name="T7" fmla="*/ 326 h 470"/>
                <a:gd name="T8" fmla="*/ 14 w 614"/>
                <a:gd name="T9" fmla="*/ 348 h 470"/>
                <a:gd name="T10" fmla="*/ 22 w 614"/>
                <a:gd name="T11" fmla="*/ 358 h 470"/>
                <a:gd name="T12" fmla="*/ 42 w 614"/>
                <a:gd name="T13" fmla="*/ 372 h 470"/>
                <a:gd name="T14" fmla="*/ 78 w 614"/>
                <a:gd name="T15" fmla="*/ 384 h 470"/>
                <a:gd name="T16" fmla="*/ 102 w 614"/>
                <a:gd name="T17" fmla="*/ 390 h 470"/>
                <a:gd name="T18" fmla="*/ 152 w 614"/>
                <a:gd name="T19" fmla="*/ 404 h 470"/>
                <a:gd name="T20" fmla="*/ 200 w 614"/>
                <a:gd name="T21" fmla="*/ 426 h 470"/>
                <a:gd name="T22" fmla="*/ 224 w 614"/>
                <a:gd name="T23" fmla="*/ 440 h 470"/>
                <a:gd name="T24" fmla="*/ 276 w 614"/>
                <a:gd name="T25" fmla="*/ 462 h 470"/>
                <a:gd name="T26" fmla="*/ 304 w 614"/>
                <a:gd name="T27" fmla="*/ 468 h 470"/>
                <a:gd name="T28" fmla="*/ 326 w 614"/>
                <a:gd name="T29" fmla="*/ 470 h 470"/>
                <a:gd name="T30" fmla="*/ 370 w 614"/>
                <a:gd name="T31" fmla="*/ 470 h 470"/>
                <a:gd name="T32" fmla="*/ 412 w 614"/>
                <a:gd name="T33" fmla="*/ 462 h 470"/>
                <a:gd name="T34" fmla="*/ 474 w 614"/>
                <a:gd name="T35" fmla="*/ 444 h 470"/>
                <a:gd name="T36" fmla="*/ 498 w 614"/>
                <a:gd name="T37" fmla="*/ 432 h 470"/>
                <a:gd name="T38" fmla="*/ 542 w 614"/>
                <a:gd name="T39" fmla="*/ 398 h 470"/>
                <a:gd name="T40" fmla="*/ 576 w 614"/>
                <a:gd name="T41" fmla="*/ 352 h 470"/>
                <a:gd name="T42" fmla="*/ 598 w 614"/>
                <a:gd name="T43" fmla="*/ 300 h 470"/>
                <a:gd name="T44" fmla="*/ 612 w 614"/>
                <a:gd name="T45" fmla="*/ 242 h 470"/>
                <a:gd name="T46" fmla="*/ 612 w 614"/>
                <a:gd name="T47" fmla="*/ 184 h 470"/>
                <a:gd name="T48" fmla="*/ 600 w 614"/>
                <a:gd name="T49" fmla="*/ 128 h 470"/>
                <a:gd name="T50" fmla="*/ 574 w 614"/>
                <a:gd name="T51" fmla="*/ 80 h 470"/>
                <a:gd name="T52" fmla="*/ 556 w 614"/>
                <a:gd name="T53" fmla="*/ 58 h 470"/>
                <a:gd name="T54" fmla="*/ 562 w 614"/>
                <a:gd name="T55" fmla="*/ 90 h 470"/>
                <a:gd name="T56" fmla="*/ 558 w 614"/>
                <a:gd name="T57" fmla="*/ 116 h 470"/>
                <a:gd name="T58" fmla="*/ 538 w 614"/>
                <a:gd name="T59" fmla="*/ 144 h 470"/>
                <a:gd name="T60" fmla="*/ 494 w 614"/>
                <a:gd name="T61" fmla="*/ 182 h 470"/>
                <a:gd name="T62" fmla="*/ 500 w 614"/>
                <a:gd name="T63" fmla="*/ 170 h 470"/>
                <a:gd name="T64" fmla="*/ 506 w 614"/>
                <a:gd name="T65" fmla="*/ 144 h 470"/>
                <a:gd name="T66" fmla="*/ 506 w 614"/>
                <a:gd name="T67" fmla="*/ 116 h 470"/>
                <a:gd name="T68" fmla="*/ 498 w 614"/>
                <a:gd name="T69" fmla="*/ 88 h 470"/>
                <a:gd name="T70" fmla="*/ 484 w 614"/>
                <a:gd name="T71" fmla="*/ 62 h 470"/>
                <a:gd name="T72" fmla="*/ 466 w 614"/>
                <a:gd name="T73" fmla="*/ 38 h 470"/>
                <a:gd name="T74" fmla="*/ 442 w 614"/>
                <a:gd name="T75" fmla="*/ 18 h 470"/>
                <a:gd name="T76" fmla="*/ 418 w 614"/>
                <a:gd name="T77" fmla="*/ 4 h 470"/>
                <a:gd name="T78" fmla="*/ 404 w 614"/>
                <a:gd name="T79" fmla="*/ 0 h 470"/>
                <a:gd name="T80" fmla="*/ 428 w 614"/>
                <a:gd name="T81" fmla="*/ 44 h 470"/>
                <a:gd name="T82" fmla="*/ 436 w 614"/>
                <a:gd name="T83" fmla="*/ 70 h 470"/>
                <a:gd name="T84" fmla="*/ 436 w 614"/>
                <a:gd name="T85" fmla="*/ 92 h 470"/>
                <a:gd name="T86" fmla="*/ 432 w 614"/>
                <a:gd name="T87" fmla="*/ 110 h 470"/>
                <a:gd name="T88" fmla="*/ 422 w 614"/>
                <a:gd name="T89" fmla="*/ 126 h 470"/>
                <a:gd name="T90" fmla="*/ 400 w 614"/>
                <a:gd name="T91" fmla="*/ 146 h 470"/>
                <a:gd name="T92" fmla="*/ 358 w 614"/>
                <a:gd name="T93" fmla="*/ 162 h 470"/>
                <a:gd name="T94" fmla="*/ 308 w 614"/>
                <a:gd name="T95" fmla="*/ 174 h 470"/>
                <a:gd name="T96" fmla="*/ 232 w 614"/>
                <a:gd name="T97" fmla="*/ 180 h 470"/>
                <a:gd name="T98" fmla="*/ 186 w 614"/>
                <a:gd name="T99" fmla="*/ 182 h 470"/>
                <a:gd name="T100" fmla="*/ 110 w 614"/>
                <a:gd name="T101" fmla="*/ 188 h 470"/>
                <a:gd name="T102" fmla="*/ 60 w 614"/>
                <a:gd name="T103" fmla="*/ 200 h 470"/>
                <a:gd name="T104" fmla="*/ 38 w 614"/>
                <a:gd name="T105" fmla="*/ 212 h 470"/>
                <a:gd name="T106" fmla="*/ 20 w 614"/>
                <a:gd name="T107" fmla="*/ 228 h 470"/>
                <a:gd name="T108" fmla="*/ 8 w 614"/>
                <a:gd name="T109" fmla="*/ 25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14" h="470">
                  <a:moveTo>
                    <a:pt x="8" y="250"/>
                  </a:moveTo>
                  <a:lnTo>
                    <a:pt x="8" y="250"/>
                  </a:lnTo>
                  <a:lnTo>
                    <a:pt x="4" y="262"/>
                  </a:lnTo>
                  <a:lnTo>
                    <a:pt x="2" y="274"/>
                  </a:lnTo>
                  <a:lnTo>
                    <a:pt x="0" y="288"/>
                  </a:lnTo>
                  <a:lnTo>
                    <a:pt x="0" y="300"/>
                  </a:lnTo>
                  <a:lnTo>
                    <a:pt x="2" y="314"/>
                  </a:lnTo>
                  <a:lnTo>
                    <a:pt x="4" y="326"/>
                  </a:lnTo>
                  <a:lnTo>
                    <a:pt x="8" y="338"/>
                  </a:lnTo>
                  <a:lnTo>
                    <a:pt x="14" y="348"/>
                  </a:lnTo>
                  <a:lnTo>
                    <a:pt x="14" y="348"/>
                  </a:lnTo>
                  <a:lnTo>
                    <a:pt x="22" y="358"/>
                  </a:lnTo>
                  <a:lnTo>
                    <a:pt x="32" y="366"/>
                  </a:lnTo>
                  <a:lnTo>
                    <a:pt x="42" y="372"/>
                  </a:lnTo>
                  <a:lnTo>
                    <a:pt x="54" y="378"/>
                  </a:lnTo>
                  <a:lnTo>
                    <a:pt x="78" y="384"/>
                  </a:lnTo>
                  <a:lnTo>
                    <a:pt x="102" y="390"/>
                  </a:lnTo>
                  <a:lnTo>
                    <a:pt x="102" y="390"/>
                  </a:lnTo>
                  <a:lnTo>
                    <a:pt x="128" y="396"/>
                  </a:lnTo>
                  <a:lnTo>
                    <a:pt x="152" y="404"/>
                  </a:lnTo>
                  <a:lnTo>
                    <a:pt x="176" y="414"/>
                  </a:lnTo>
                  <a:lnTo>
                    <a:pt x="200" y="426"/>
                  </a:lnTo>
                  <a:lnTo>
                    <a:pt x="200" y="426"/>
                  </a:lnTo>
                  <a:lnTo>
                    <a:pt x="224" y="440"/>
                  </a:lnTo>
                  <a:lnTo>
                    <a:pt x="250" y="452"/>
                  </a:lnTo>
                  <a:lnTo>
                    <a:pt x="276" y="462"/>
                  </a:lnTo>
                  <a:lnTo>
                    <a:pt x="290" y="466"/>
                  </a:lnTo>
                  <a:lnTo>
                    <a:pt x="304" y="468"/>
                  </a:lnTo>
                  <a:lnTo>
                    <a:pt x="304" y="468"/>
                  </a:lnTo>
                  <a:lnTo>
                    <a:pt x="326" y="470"/>
                  </a:lnTo>
                  <a:lnTo>
                    <a:pt x="348" y="470"/>
                  </a:lnTo>
                  <a:lnTo>
                    <a:pt x="370" y="470"/>
                  </a:lnTo>
                  <a:lnTo>
                    <a:pt x="390" y="466"/>
                  </a:lnTo>
                  <a:lnTo>
                    <a:pt x="412" y="462"/>
                  </a:lnTo>
                  <a:lnTo>
                    <a:pt x="434" y="456"/>
                  </a:lnTo>
                  <a:lnTo>
                    <a:pt x="474" y="444"/>
                  </a:lnTo>
                  <a:lnTo>
                    <a:pt x="474" y="444"/>
                  </a:lnTo>
                  <a:lnTo>
                    <a:pt x="498" y="432"/>
                  </a:lnTo>
                  <a:lnTo>
                    <a:pt x="522" y="416"/>
                  </a:lnTo>
                  <a:lnTo>
                    <a:pt x="542" y="398"/>
                  </a:lnTo>
                  <a:lnTo>
                    <a:pt x="560" y="376"/>
                  </a:lnTo>
                  <a:lnTo>
                    <a:pt x="576" y="352"/>
                  </a:lnTo>
                  <a:lnTo>
                    <a:pt x="588" y="326"/>
                  </a:lnTo>
                  <a:lnTo>
                    <a:pt x="598" y="300"/>
                  </a:lnTo>
                  <a:lnTo>
                    <a:pt x="606" y="272"/>
                  </a:lnTo>
                  <a:lnTo>
                    <a:pt x="612" y="242"/>
                  </a:lnTo>
                  <a:lnTo>
                    <a:pt x="614" y="214"/>
                  </a:lnTo>
                  <a:lnTo>
                    <a:pt x="612" y="184"/>
                  </a:lnTo>
                  <a:lnTo>
                    <a:pt x="608" y="156"/>
                  </a:lnTo>
                  <a:lnTo>
                    <a:pt x="600" y="128"/>
                  </a:lnTo>
                  <a:lnTo>
                    <a:pt x="590" y="104"/>
                  </a:lnTo>
                  <a:lnTo>
                    <a:pt x="574" y="80"/>
                  </a:lnTo>
                  <a:lnTo>
                    <a:pt x="556" y="58"/>
                  </a:lnTo>
                  <a:lnTo>
                    <a:pt x="556" y="58"/>
                  </a:lnTo>
                  <a:lnTo>
                    <a:pt x="562" y="80"/>
                  </a:lnTo>
                  <a:lnTo>
                    <a:pt x="562" y="90"/>
                  </a:lnTo>
                  <a:lnTo>
                    <a:pt x="562" y="100"/>
                  </a:lnTo>
                  <a:lnTo>
                    <a:pt x="558" y="116"/>
                  </a:lnTo>
                  <a:lnTo>
                    <a:pt x="550" y="130"/>
                  </a:lnTo>
                  <a:lnTo>
                    <a:pt x="538" y="144"/>
                  </a:lnTo>
                  <a:lnTo>
                    <a:pt x="526" y="156"/>
                  </a:lnTo>
                  <a:lnTo>
                    <a:pt x="494" y="182"/>
                  </a:lnTo>
                  <a:lnTo>
                    <a:pt x="494" y="182"/>
                  </a:lnTo>
                  <a:lnTo>
                    <a:pt x="500" y="170"/>
                  </a:lnTo>
                  <a:lnTo>
                    <a:pt x="504" y="158"/>
                  </a:lnTo>
                  <a:lnTo>
                    <a:pt x="506" y="144"/>
                  </a:lnTo>
                  <a:lnTo>
                    <a:pt x="508" y="130"/>
                  </a:lnTo>
                  <a:lnTo>
                    <a:pt x="506" y="116"/>
                  </a:lnTo>
                  <a:lnTo>
                    <a:pt x="502" y="102"/>
                  </a:lnTo>
                  <a:lnTo>
                    <a:pt x="498" y="88"/>
                  </a:lnTo>
                  <a:lnTo>
                    <a:pt x="492" y="74"/>
                  </a:lnTo>
                  <a:lnTo>
                    <a:pt x="484" y="62"/>
                  </a:lnTo>
                  <a:lnTo>
                    <a:pt x="474" y="50"/>
                  </a:lnTo>
                  <a:lnTo>
                    <a:pt x="466" y="38"/>
                  </a:lnTo>
                  <a:lnTo>
                    <a:pt x="454" y="28"/>
                  </a:lnTo>
                  <a:lnTo>
                    <a:pt x="442" y="18"/>
                  </a:lnTo>
                  <a:lnTo>
                    <a:pt x="430" y="10"/>
                  </a:lnTo>
                  <a:lnTo>
                    <a:pt x="418" y="4"/>
                  </a:lnTo>
                  <a:lnTo>
                    <a:pt x="404" y="0"/>
                  </a:lnTo>
                  <a:lnTo>
                    <a:pt x="404" y="0"/>
                  </a:lnTo>
                  <a:lnTo>
                    <a:pt x="422" y="32"/>
                  </a:lnTo>
                  <a:lnTo>
                    <a:pt x="428" y="44"/>
                  </a:lnTo>
                  <a:lnTo>
                    <a:pt x="432" y="58"/>
                  </a:lnTo>
                  <a:lnTo>
                    <a:pt x="436" y="70"/>
                  </a:lnTo>
                  <a:lnTo>
                    <a:pt x="438" y="82"/>
                  </a:lnTo>
                  <a:lnTo>
                    <a:pt x="436" y="92"/>
                  </a:lnTo>
                  <a:lnTo>
                    <a:pt x="436" y="102"/>
                  </a:lnTo>
                  <a:lnTo>
                    <a:pt x="432" y="110"/>
                  </a:lnTo>
                  <a:lnTo>
                    <a:pt x="428" y="120"/>
                  </a:lnTo>
                  <a:lnTo>
                    <a:pt x="422" y="126"/>
                  </a:lnTo>
                  <a:lnTo>
                    <a:pt x="416" y="134"/>
                  </a:lnTo>
                  <a:lnTo>
                    <a:pt x="400" y="146"/>
                  </a:lnTo>
                  <a:lnTo>
                    <a:pt x="380" y="156"/>
                  </a:lnTo>
                  <a:lnTo>
                    <a:pt x="358" y="162"/>
                  </a:lnTo>
                  <a:lnTo>
                    <a:pt x="334" y="168"/>
                  </a:lnTo>
                  <a:lnTo>
                    <a:pt x="308" y="174"/>
                  </a:lnTo>
                  <a:lnTo>
                    <a:pt x="282" y="176"/>
                  </a:lnTo>
                  <a:lnTo>
                    <a:pt x="232" y="180"/>
                  </a:lnTo>
                  <a:lnTo>
                    <a:pt x="186" y="182"/>
                  </a:lnTo>
                  <a:lnTo>
                    <a:pt x="186" y="182"/>
                  </a:lnTo>
                  <a:lnTo>
                    <a:pt x="136" y="184"/>
                  </a:lnTo>
                  <a:lnTo>
                    <a:pt x="110" y="188"/>
                  </a:lnTo>
                  <a:lnTo>
                    <a:pt x="84" y="192"/>
                  </a:lnTo>
                  <a:lnTo>
                    <a:pt x="60" y="200"/>
                  </a:lnTo>
                  <a:lnTo>
                    <a:pt x="48" y="204"/>
                  </a:lnTo>
                  <a:lnTo>
                    <a:pt x="38" y="212"/>
                  </a:lnTo>
                  <a:lnTo>
                    <a:pt x="30" y="218"/>
                  </a:lnTo>
                  <a:lnTo>
                    <a:pt x="20" y="228"/>
                  </a:lnTo>
                  <a:lnTo>
                    <a:pt x="14" y="238"/>
                  </a:lnTo>
                  <a:lnTo>
                    <a:pt x="8" y="250"/>
                  </a:lnTo>
                  <a:close/>
                </a:path>
              </a:pathLst>
            </a:custGeom>
            <a:solidFill>
              <a:srgbClr val="5F2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8" name="Freeform 1465">
              <a:extLst>
                <a:ext uri="{FF2B5EF4-FFF2-40B4-BE49-F238E27FC236}">
                  <a16:creationId xmlns:a16="http://schemas.microsoft.com/office/drawing/2014/main" id="{C6E1B582-E2BD-49D0-9224-1A56236EC725}"/>
                </a:ext>
              </a:extLst>
            </p:cNvPr>
            <p:cNvSpPr>
              <a:spLocks/>
            </p:cNvSpPr>
            <p:nvPr/>
          </p:nvSpPr>
          <p:spPr bwMode="auto">
            <a:xfrm>
              <a:off x="5408613" y="1341438"/>
              <a:ext cx="974725" cy="746125"/>
            </a:xfrm>
            <a:custGeom>
              <a:avLst/>
              <a:gdLst>
                <a:gd name="T0" fmla="*/ 8 w 614"/>
                <a:gd name="T1" fmla="*/ 250 h 470"/>
                <a:gd name="T2" fmla="*/ 2 w 614"/>
                <a:gd name="T3" fmla="*/ 274 h 470"/>
                <a:gd name="T4" fmla="*/ 0 w 614"/>
                <a:gd name="T5" fmla="*/ 300 h 470"/>
                <a:gd name="T6" fmla="*/ 4 w 614"/>
                <a:gd name="T7" fmla="*/ 326 h 470"/>
                <a:gd name="T8" fmla="*/ 14 w 614"/>
                <a:gd name="T9" fmla="*/ 348 h 470"/>
                <a:gd name="T10" fmla="*/ 22 w 614"/>
                <a:gd name="T11" fmla="*/ 358 h 470"/>
                <a:gd name="T12" fmla="*/ 42 w 614"/>
                <a:gd name="T13" fmla="*/ 372 h 470"/>
                <a:gd name="T14" fmla="*/ 78 w 614"/>
                <a:gd name="T15" fmla="*/ 384 h 470"/>
                <a:gd name="T16" fmla="*/ 102 w 614"/>
                <a:gd name="T17" fmla="*/ 390 h 470"/>
                <a:gd name="T18" fmla="*/ 152 w 614"/>
                <a:gd name="T19" fmla="*/ 404 h 470"/>
                <a:gd name="T20" fmla="*/ 200 w 614"/>
                <a:gd name="T21" fmla="*/ 426 h 470"/>
                <a:gd name="T22" fmla="*/ 224 w 614"/>
                <a:gd name="T23" fmla="*/ 440 h 470"/>
                <a:gd name="T24" fmla="*/ 276 w 614"/>
                <a:gd name="T25" fmla="*/ 462 h 470"/>
                <a:gd name="T26" fmla="*/ 304 w 614"/>
                <a:gd name="T27" fmla="*/ 468 h 470"/>
                <a:gd name="T28" fmla="*/ 326 w 614"/>
                <a:gd name="T29" fmla="*/ 470 h 470"/>
                <a:gd name="T30" fmla="*/ 370 w 614"/>
                <a:gd name="T31" fmla="*/ 470 h 470"/>
                <a:gd name="T32" fmla="*/ 412 w 614"/>
                <a:gd name="T33" fmla="*/ 462 h 470"/>
                <a:gd name="T34" fmla="*/ 474 w 614"/>
                <a:gd name="T35" fmla="*/ 444 h 470"/>
                <a:gd name="T36" fmla="*/ 498 w 614"/>
                <a:gd name="T37" fmla="*/ 432 h 470"/>
                <a:gd name="T38" fmla="*/ 542 w 614"/>
                <a:gd name="T39" fmla="*/ 398 h 470"/>
                <a:gd name="T40" fmla="*/ 576 w 614"/>
                <a:gd name="T41" fmla="*/ 352 h 470"/>
                <a:gd name="T42" fmla="*/ 598 w 614"/>
                <a:gd name="T43" fmla="*/ 300 h 470"/>
                <a:gd name="T44" fmla="*/ 612 w 614"/>
                <a:gd name="T45" fmla="*/ 242 h 470"/>
                <a:gd name="T46" fmla="*/ 612 w 614"/>
                <a:gd name="T47" fmla="*/ 184 h 470"/>
                <a:gd name="T48" fmla="*/ 600 w 614"/>
                <a:gd name="T49" fmla="*/ 128 h 470"/>
                <a:gd name="T50" fmla="*/ 574 w 614"/>
                <a:gd name="T51" fmla="*/ 80 h 470"/>
                <a:gd name="T52" fmla="*/ 556 w 614"/>
                <a:gd name="T53" fmla="*/ 58 h 470"/>
                <a:gd name="T54" fmla="*/ 562 w 614"/>
                <a:gd name="T55" fmla="*/ 90 h 470"/>
                <a:gd name="T56" fmla="*/ 558 w 614"/>
                <a:gd name="T57" fmla="*/ 116 h 470"/>
                <a:gd name="T58" fmla="*/ 538 w 614"/>
                <a:gd name="T59" fmla="*/ 144 h 470"/>
                <a:gd name="T60" fmla="*/ 494 w 614"/>
                <a:gd name="T61" fmla="*/ 182 h 470"/>
                <a:gd name="T62" fmla="*/ 500 w 614"/>
                <a:gd name="T63" fmla="*/ 170 h 470"/>
                <a:gd name="T64" fmla="*/ 506 w 614"/>
                <a:gd name="T65" fmla="*/ 144 h 470"/>
                <a:gd name="T66" fmla="*/ 506 w 614"/>
                <a:gd name="T67" fmla="*/ 116 h 470"/>
                <a:gd name="T68" fmla="*/ 498 w 614"/>
                <a:gd name="T69" fmla="*/ 88 h 470"/>
                <a:gd name="T70" fmla="*/ 484 w 614"/>
                <a:gd name="T71" fmla="*/ 62 h 470"/>
                <a:gd name="T72" fmla="*/ 466 w 614"/>
                <a:gd name="T73" fmla="*/ 38 h 470"/>
                <a:gd name="T74" fmla="*/ 442 w 614"/>
                <a:gd name="T75" fmla="*/ 18 h 470"/>
                <a:gd name="T76" fmla="*/ 418 w 614"/>
                <a:gd name="T77" fmla="*/ 4 h 470"/>
                <a:gd name="T78" fmla="*/ 404 w 614"/>
                <a:gd name="T79" fmla="*/ 0 h 470"/>
                <a:gd name="T80" fmla="*/ 428 w 614"/>
                <a:gd name="T81" fmla="*/ 44 h 470"/>
                <a:gd name="T82" fmla="*/ 436 w 614"/>
                <a:gd name="T83" fmla="*/ 70 h 470"/>
                <a:gd name="T84" fmla="*/ 436 w 614"/>
                <a:gd name="T85" fmla="*/ 92 h 470"/>
                <a:gd name="T86" fmla="*/ 432 w 614"/>
                <a:gd name="T87" fmla="*/ 110 h 470"/>
                <a:gd name="T88" fmla="*/ 422 w 614"/>
                <a:gd name="T89" fmla="*/ 126 h 470"/>
                <a:gd name="T90" fmla="*/ 400 w 614"/>
                <a:gd name="T91" fmla="*/ 146 h 470"/>
                <a:gd name="T92" fmla="*/ 358 w 614"/>
                <a:gd name="T93" fmla="*/ 162 h 470"/>
                <a:gd name="T94" fmla="*/ 308 w 614"/>
                <a:gd name="T95" fmla="*/ 174 h 470"/>
                <a:gd name="T96" fmla="*/ 232 w 614"/>
                <a:gd name="T97" fmla="*/ 180 h 470"/>
                <a:gd name="T98" fmla="*/ 186 w 614"/>
                <a:gd name="T99" fmla="*/ 182 h 470"/>
                <a:gd name="T100" fmla="*/ 110 w 614"/>
                <a:gd name="T101" fmla="*/ 188 h 470"/>
                <a:gd name="T102" fmla="*/ 60 w 614"/>
                <a:gd name="T103" fmla="*/ 200 h 470"/>
                <a:gd name="T104" fmla="*/ 38 w 614"/>
                <a:gd name="T105" fmla="*/ 212 h 470"/>
                <a:gd name="T106" fmla="*/ 20 w 614"/>
                <a:gd name="T107" fmla="*/ 228 h 470"/>
                <a:gd name="T108" fmla="*/ 8 w 614"/>
                <a:gd name="T109" fmla="*/ 25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14" h="470">
                  <a:moveTo>
                    <a:pt x="8" y="250"/>
                  </a:moveTo>
                  <a:lnTo>
                    <a:pt x="8" y="250"/>
                  </a:lnTo>
                  <a:lnTo>
                    <a:pt x="4" y="262"/>
                  </a:lnTo>
                  <a:lnTo>
                    <a:pt x="2" y="274"/>
                  </a:lnTo>
                  <a:lnTo>
                    <a:pt x="0" y="288"/>
                  </a:lnTo>
                  <a:lnTo>
                    <a:pt x="0" y="300"/>
                  </a:lnTo>
                  <a:lnTo>
                    <a:pt x="2" y="314"/>
                  </a:lnTo>
                  <a:lnTo>
                    <a:pt x="4" y="326"/>
                  </a:lnTo>
                  <a:lnTo>
                    <a:pt x="8" y="338"/>
                  </a:lnTo>
                  <a:lnTo>
                    <a:pt x="14" y="348"/>
                  </a:lnTo>
                  <a:lnTo>
                    <a:pt x="14" y="348"/>
                  </a:lnTo>
                  <a:lnTo>
                    <a:pt x="22" y="358"/>
                  </a:lnTo>
                  <a:lnTo>
                    <a:pt x="32" y="366"/>
                  </a:lnTo>
                  <a:lnTo>
                    <a:pt x="42" y="372"/>
                  </a:lnTo>
                  <a:lnTo>
                    <a:pt x="54" y="378"/>
                  </a:lnTo>
                  <a:lnTo>
                    <a:pt x="78" y="384"/>
                  </a:lnTo>
                  <a:lnTo>
                    <a:pt x="102" y="390"/>
                  </a:lnTo>
                  <a:lnTo>
                    <a:pt x="102" y="390"/>
                  </a:lnTo>
                  <a:lnTo>
                    <a:pt x="128" y="396"/>
                  </a:lnTo>
                  <a:lnTo>
                    <a:pt x="152" y="404"/>
                  </a:lnTo>
                  <a:lnTo>
                    <a:pt x="176" y="414"/>
                  </a:lnTo>
                  <a:lnTo>
                    <a:pt x="200" y="426"/>
                  </a:lnTo>
                  <a:lnTo>
                    <a:pt x="200" y="426"/>
                  </a:lnTo>
                  <a:lnTo>
                    <a:pt x="224" y="440"/>
                  </a:lnTo>
                  <a:lnTo>
                    <a:pt x="250" y="452"/>
                  </a:lnTo>
                  <a:lnTo>
                    <a:pt x="276" y="462"/>
                  </a:lnTo>
                  <a:lnTo>
                    <a:pt x="290" y="466"/>
                  </a:lnTo>
                  <a:lnTo>
                    <a:pt x="304" y="468"/>
                  </a:lnTo>
                  <a:lnTo>
                    <a:pt x="304" y="468"/>
                  </a:lnTo>
                  <a:lnTo>
                    <a:pt x="326" y="470"/>
                  </a:lnTo>
                  <a:lnTo>
                    <a:pt x="348" y="470"/>
                  </a:lnTo>
                  <a:lnTo>
                    <a:pt x="370" y="470"/>
                  </a:lnTo>
                  <a:lnTo>
                    <a:pt x="390" y="466"/>
                  </a:lnTo>
                  <a:lnTo>
                    <a:pt x="412" y="462"/>
                  </a:lnTo>
                  <a:lnTo>
                    <a:pt x="434" y="456"/>
                  </a:lnTo>
                  <a:lnTo>
                    <a:pt x="474" y="444"/>
                  </a:lnTo>
                  <a:lnTo>
                    <a:pt x="474" y="444"/>
                  </a:lnTo>
                  <a:lnTo>
                    <a:pt x="498" y="432"/>
                  </a:lnTo>
                  <a:lnTo>
                    <a:pt x="522" y="416"/>
                  </a:lnTo>
                  <a:lnTo>
                    <a:pt x="542" y="398"/>
                  </a:lnTo>
                  <a:lnTo>
                    <a:pt x="560" y="376"/>
                  </a:lnTo>
                  <a:lnTo>
                    <a:pt x="576" y="352"/>
                  </a:lnTo>
                  <a:lnTo>
                    <a:pt x="588" y="326"/>
                  </a:lnTo>
                  <a:lnTo>
                    <a:pt x="598" y="300"/>
                  </a:lnTo>
                  <a:lnTo>
                    <a:pt x="606" y="272"/>
                  </a:lnTo>
                  <a:lnTo>
                    <a:pt x="612" y="242"/>
                  </a:lnTo>
                  <a:lnTo>
                    <a:pt x="614" y="214"/>
                  </a:lnTo>
                  <a:lnTo>
                    <a:pt x="612" y="184"/>
                  </a:lnTo>
                  <a:lnTo>
                    <a:pt x="608" y="156"/>
                  </a:lnTo>
                  <a:lnTo>
                    <a:pt x="600" y="128"/>
                  </a:lnTo>
                  <a:lnTo>
                    <a:pt x="590" y="104"/>
                  </a:lnTo>
                  <a:lnTo>
                    <a:pt x="574" y="80"/>
                  </a:lnTo>
                  <a:lnTo>
                    <a:pt x="556" y="58"/>
                  </a:lnTo>
                  <a:lnTo>
                    <a:pt x="556" y="58"/>
                  </a:lnTo>
                  <a:lnTo>
                    <a:pt x="562" y="80"/>
                  </a:lnTo>
                  <a:lnTo>
                    <a:pt x="562" y="90"/>
                  </a:lnTo>
                  <a:lnTo>
                    <a:pt x="562" y="100"/>
                  </a:lnTo>
                  <a:lnTo>
                    <a:pt x="558" y="116"/>
                  </a:lnTo>
                  <a:lnTo>
                    <a:pt x="550" y="130"/>
                  </a:lnTo>
                  <a:lnTo>
                    <a:pt x="538" y="144"/>
                  </a:lnTo>
                  <a:lnTo>
                    <a:pt x="526" y="156"/>
                  </a:lnTo>
                  <a:lnTo>
                    <a:pt x="494" y="182"/>
                  </a:lnTo>
                  <a:lnTo>
                    <a:pt x="494" y="182"/>
                  </a:lnTo>
                  <a:lnTo>
                    <a:pt x="500" y="170"/>
                  </a:lnTo>
                  <a:lnTo>
                    <a:pt x="504" y="158"/>
                  </a:lnTo>
                  <a:lnTo>
                    <a:pt x="506" y="144"/>
                  </a:lnTo>
                  <a:lnTo>
                    <a:pt x="508" y="130"/>
                  </a:lnTo>
                  <a:lnTo>
                    <a:pt x="506" y="116"/>
                  </a:lnTo>
                  <a:lnTo>
                    <a:pt x="502" y="102"/>
                  </a:lnTo>
                  <a:lnTo>
                    <a:pt x="498" y="88"/>
                  </a:lnTo>
                  <a:lnTo>
                    <a:pt x="492" y="74"/>
                  </a:lnTo>
                  <a:lnTo>
                    <a:pt x="484" y="62"/>
                  </a:lnTo>
                  <a:lnTo>
                    <a:pt x="474" y="50"/>
                  </a:lnTo>
                  <a:lnTo>
                    <a:pt x="466" y="38"/>
                  </a:lnTo>
                  <a:lnTo>
                    <a:pt x="454" y="28"/>
                  </a:lnTo>
                  <a:lnTo>
                    <a:pt x="442" y="18"/>
                  </a:lnTo>
                  <a:lnTo>
                    <a:pt x="430" y="10"/>
                  </a:lnTo>
                  <a:lnTo>
                    <a:pt x="418" y="4"/>
                  </a:lnTo>
                  <a:lnTo>
                    <a:pt x="404" y="0"/>
                  </a:lnTo>
                  <a:lnTo>
                    <a:pt x="404" y="0"/>
                  </a:lnTo>
                  <a:lnTo>
                    <a:pt x="422" y="32"/>
                  </a:lnTo>
                  <a:lnTo>
                    <a:pt x="428" y="44"/>
                  </a:lnTo>
                  <a:lnTo>
                    <a:pt x="432" y="58"/>
                  </a:lnTo>
                  <a:lnTo>
                    <a:pt x="436" y="70"/>
                  </a:lnTo>
                  <a:lnTo>
                    <a:pt x="438" y="82"/>
                  </a:lnTo>
                  <a:lnTo>
                    <a:pt x="436" y="92"/>
                  </a:lnTo>
                  <a:lnTo>
                    <a:pt x="436" y="102"/>
                  </a:lnTo>
                  <a:lnTo>
                    <a:pt x="432" y="110"/>
                  </a:lnTo>
                  <a:lnTo>
                    <a:pt x="428" y="120"/>
                  </a:lnTo>
                  <a:lnTo>
                    <a:pt x="422" y="126"/>
                  </a:lnTo>
                  <a:lnTo>
                    <a:pt x="416" y="134"/>
                  </a:lnTo>
                  <a:lnTo>
                    <a:pt x="400" y="146"/>
                  </a:lnTo>
                  <a:lnTo>
                    <a:pt x="380" y="156"/>
                  </a:lnTo>
                  <a:lnTo>
                    <a:pt x="358" y="162"/>
                  </a:lnTo>
                  <a:lnTo>
                    <a:pt x="334" y="168"/>
                  </a:lnTo>
                  <a:lnTo>
                    <a:pt x="308" y="174"/>
                  </a:lnTo>
                  <a:lnTo>
                    <a:pt x="282" y="176"/>
                  </a:lnTo>
                  <a:lnTo>
                    <a:pt x="232" y="180"/>
                  </a:lnTo>
                  <a:lnTo>
                    <a:pt x="186" y="182"/>
                  </a:lnTo>
                  <a:lnTo>
                    <a:pt x="186" y="182"/>
                  </a:lnTo>
                  <a:lnTo>
                    <a:pt x="136" y="184"/>
                  </a:lnTo>
                  <a:lnTo>
                    <a:pt x="110" y="188"/>
                  </a:lnTo>
                  <a:lnTo>
                    <a:pt x="84" y="192"/>
                  </a:lnTo>
                  <a:lnTo>
                    <a:pt x="60" y="200"/>
                  </a:lnTo>
                  <a:lnTo>
                    <a:pt x="48" y="204"/>
                  </a:lnTo>
                  <a:lnTo>
                    <a:pt x="38" y="212"/>
                  </a:lnTo>
                  <a:lnTo>
                    <a:pt x="30" y="218"/>
                  </a:lnTo>
                  <a:lnTo>
                    <a:pt x="20" y="228"/>
                  </a:lnTo>
                  <a:lnTo>
                    <a:pt x="14" y="238"/>
                  </a:lnTo>
                  <a:lnTo>
                    <a:pt x="8" y="25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9" name="Freeform 1466">
              <a:extLst>
                <a:ext uri="{FF2B5EF4-FFF2-40B4-BE49-F238E27FC236}">
                  <a16:creationId xmlns:a16="http://schemas.microsoft.com/office/drawing/2014/main" id="{4BD8486A-A907-4A7E-8F99-F087EA55B03A}"/>
                </a:ext>
              </a:extLst>
            </p:cNvPr>
            <p:cNvSpPr>
              <a:spLocks/>
            </p:cNvSpPr>
            <p:nvPr/>
          </p:nvSpPr>
          <p:spPr bwMode="auto">
            <a:xfrm>
              <a:off x="5218113" y="1814513"/>
              <a:ext cx="349250" cy="539750"/>
            </a:xfrm>
            <a:custGeom>
              <a:avLst/>
              <a:gdLst>
                <a:gd name="T0" fmla="*/ 60 w 220"/>
                <a:gd name="T1" fmla="*/ 4 h 340"/>
                <a:gd name="T2" fmla="*/ 60 w 220"/>
                <a:gd name="T3" fmla="*/ 4 h 340"/>
                <a:gd name="T4" fmla="*/ 72 w 220"/>
                <a:gd name="T5" fmla="*/ 2 h 340"/>
                <a:gd name="T6" fmla="*/ 88 w 220"/>
                <a:gd name="T7" fmla="*/ 0 h 340"/>
                <a:gd name="T8" fmla="*/ 102 w 220"/>
                <a:gd name="T9" fmla="*/ 2 h 340"/>
                <a:gd name="T10" fmla="*/ 114 w 220"/>
                <a:gd name="T11" fmla="*/ 6 h 340"/>
                <a:gd name="T12" fmla="*/ 114 w 220"/>
                <a:gd name="T13" fmla="*/ 6 h 340"/>
                <a:gd name="T14" fmla="*/ 148 w 220"/>
                <a:gd name="T15" fmla="*/ 16 h 340"/>
                <a:gd name="T16" fmla="*/ 164 w 220"/>
                <a:gd name="T17" fmla="*/ 20 h 340"/>
                <a:gd name="T18" fmla="*/ 178 w 220"/>
                <a:gd name="T19" fmla="*/ 28 h 340"/>
                <a:gd name="T20" fmla="*/ 178 w 220"/>
                <a:gd name="T21" fmla="*/ 28 h 340"/>
                <a:gd name="T22" fmla="*/ 190 w 220"/>
                <a:gd name="T23" fmla="*/ 38 h 340"/>
                <a:gd name="T24" fmla="*/ 204 w 220"/>
                <a:gd name="T25" fmla="*/ 50 h 340"/>
                <a:gd name="T26" fmla="*/ 216 w 220"/>
                <a:gd name="T27" fmla="*/ 64 h 340"/>
                <a:gd name="T28" fmla="*/ 220 w 220"/>
                <a:gd name="T29" fmla="*/ 72 h 340"/>
                <a:gd name="T30" fmla="*/ 220 w 220"/>
                <a:gd name="T31" fmla="*/ 78 h 340"/>
                <a:gd name="T32" fmla="*/ 220 w 220"/>
                <a:gd name="T33" fmla="*/ 78 h 340"/>
                <a:gd name="T34" fmla="*/ 220 w 220"/>
                <a:gd name="T35" fmla="*/ 82 h 340"/>
                <a:gd name="T36" fmla="*/ 218 w 220"/>
                <a:gd name="T37" fmla="*/ 86 h 340"/>
                <a:gd name="T38" fmla="*/ 212 w 220"/>
                <a:gd name="T39" fmla="*/ 88 h 340"/>
                <a:gd name="T40" fmla="*/ 196 w 220"/>
                <a:gd name="T41" fmla="*/ 90 h 340"/>
                <a:gd name="T42" fmla="*/ 196 w 220"/>
                <a:gd name="T43" fmla="*/ 90 h 340"/>
                <a:gd name="T44" fmla="*/ 180 w 220"/>
                <a:gd name="T45" fmla="*/ 92 h 340"/>
                <a:gd name="T46" fmla="*/ 164 w 220"/>
                <a:gd name="T47" fmla="*/ 96 h 340"/>
                <a:gd name="T48" fmla="*/ 150 w 220"/>
                <a:gd name="T49" fmla="*/ 102 h 340"/>
                <a:gd name="T50" fmla="*/ 136 w 220"/>
                <a:gd name="T51" fmla="*/ 108 h 340"/>
                <a:gd name="T52" fmla="*/ 136 w 220"/>
                <a:gd name="T53" fmla="*/ 108 h 340"/>
                <a:gd name="T54" fmla="*/ 126 w 220"/>
                <a:gd name="T55" fmla="*/ 116 h 340"/>
                <a:gd name="T56" fmla="*/ 118 w 220"/>
                <a:gd name="T57" fmla="*/ 126 h 340"/>
                <a:gd name="T58" fmla="*/ 110 w 220"/>
                <a:gd name="T59" fmla="*/ 136 h 340"/>
                <a:gd name="T60" fmla="*/ 104 w 220"/>
                <a:gd name="T61" fmla="*/ 146 h 340"/>
                <a:gd name="T62" fmla="*/ 94 w 220"/>
                <a:gd name="T63" fmla="*/ 170 h 340"/>
                <a:gd name="T64" fmla="*/ 86 w 220"/>
                <a:gd name="T65" fmla="*/ 194 h 340"/>
                <a:gd name="T66" fmla="*/ 82 w 220"/>
                <a:gd name="T67" fmla="*/ 220 h 340"/>
                <a:gd name="T68" fmla="*/ 80 w 220"/>
                <a:gd name="T69" fmla="*/ 246 h 340"/>
                <a:gd name="T70" fmla="*/ 78 w 220"/>
                <a:gd name="T71" fmla="*/ 296 h 340"/>
                <a:gd name="T72" fmla="*/ 78 w 220"/>
                <a:gd name="T73" fmla="*/ 296 h 340"/>
                <a:gd name="T74" fmla="*/ 80 w 220"/>
                <a:gd name="T75" fmla="*/ 318 h 340"/>
                <a:gd name="T76" fmla="*/ 78 w 220"/>
                <a:gd name="T77" fmla="*/ 330 h 340"/>
                <a:gd name="T78" fmla="*/ 74 w 220"/>
                <a:gd name="T79" fmla="*/ 340 h 340"/>
                <a:gd name="T80" fmla="*/ 74 w 220"/>
                <a:gd name="T81" fmla="*/ 340 h 340"/>
                <a:gd name="T82" fmla="*/ 64 w 220"/>
                <a:gd name="T83" fmla="*/ 332 h 340"/>
                <a:gd name="T84" fmla="*/ 56 w 220"/>
                <a:gd name="T85" fmla="*/ 322 h 340"/>
                <a:gd name="T86" fmla="*/ 48 w 220"/>
                <a:gd name="T87" fmla="*/ 308 h 340"/>
                <a:gd name="T88" fmla="*/ 42 w 220"/>
                <a:gd name="T89" fmla="*/ 292 h 340"/>
                <a:gd name="T90" fmla="*/ 32 w 220"/>
                <a:gd name="T91" fmla="*/ 262 h 340"/>
                <a:gd name="T92" fmla="*/ 24 w 220"/>
                <a:gd name="T93" fmla="*/ 236 h 340"/>
                <a:gd name="T94" fmla="*/ 24 w 220"/>
                <a:gd name="T95" fmla="*/ 236 h 340"/>
                <a:gd name="T96" fmla="*/ 16 w 220"/>
                <a:gd name="T97" fmla="*/ 212 h 340"/>
                <a:gd name="T98" fmla="*/ 10 w 220"/>
                <a:gd name="T99" fmla="*/ 188 h 340"/>
                <a:gd name="T100" fmla="*/ 4 w 220"/>
                <a:gd name="T101" fmla="*/ 162 h 340"/>
                <a:gd name="T102" fmla="*/ 0 w 220"/>
                <a:gd name="T103" fmla="*/ 134 h 340"/>
                <a:gd name="T104" fmla="*/ 0 w 220"/>
                <a:gd name="T105" fmla="*/ 108 h 340"/>
                <a:gd name="T106" fmla="*/ 2 w 220"/>
                <a:gd name="T107" fmla="*/ 82 h 340"/>
                <a:gd name="T108" fmla="*/ 8 w 220"/>
                <a:gd name="T109" fmla="*/ 58 h 340"/>
                <a:gd name="T110" fmla="*/ 12 w 220"/>
                <a:gd name="T111" fmla="*/ 46 h 340"/>
                <a:gd name="T112" fmla="*/ 18 w 220"/>
                <a:gd name="T113" fmla="*/ 34 h 340"/>
                <a:gd name="T114" fmla="*/ 18 w 220"/>
                <a:gd name="T115" fmla="*/ 34 h 340"/>
                <a:gd name="T116" fmla="*/ 26 w 220"/>
                <a:gd name="T117" fmla="*/ 24 h 340"/>
                <a:gd name="T118" fmla="*/ 36 w 220"/>
                <a:gd name="T119" fmla="*/ 14 h 340"/>
                <a:gd name="T120" fmla="*/ 48 w 220"/>
                <a:gd name="T121" fmla="*/ 8 h 340"/>
                <a:gd name="T122" fmla="*/ 60 w 220"/>
                <a:gd name="T123" fmla="*/ 4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0" h="340">
                  <a:moveTo>
                    <a:pt x="60" y="4"/>
                  </a:moveTo>
                  <a:lnTo>
                    <a:pt x="60" y="4"/>
                  </a:lnTo>
                  <a:lnTo>
                    <a:pt x="72" y="2"/>
                  </a:lnTo>
                  <a:lnTo>
                    <a:pt x="88" y="0"/>
                  </a:lnTo>
                  <a:lnTo>
                    <a:pt x="102" y="2"/>
                  </a:lnTo>
                  <a:lnTo>
                    <a:pt x="114" y="6"/>
                  </a:lnTo>
                  <a:lnTo>
                    <a:pt x="114" y="6"/>
                  </a:lnTo>
                  <a:lnTo>
                    <a:pt x="148" y="16"/>
                  </a:lnTo>
                  <a:lnTo>
                    <a:pt x="164" y="20"/>
                  </a:lnTo>
                  <a:lnTo>
                    <a:pt x="178" y="28"/>
                  </a:lnTo>
                  <a:lnTo>
                    <a:pt x="178" y="28"/>
                  </a:lnTo>
                  <a:lnTo>
                    <a:pt x="190" y="38"/>
                  </a:lnTo>
                  <a:lnTo>
                    <a:pt x="204" y="50"/>
                  </a:lnTo>
                  <a:lnTo>
                    <a:pt x="216" y="64"/>
                  </a:lnTo>
                  <a:lnTo>
                    <a:pt x="220" y="72"/>
                  </a:lnTo>
                  <a:lnTo>
                    <a:pt x="220" y="78"/>
                  </a:lnTo>
                  <a:lnTo>
                    <a:pt x="220" y="78"/>
                  </a:lnTo>
                  <a:lnTo>
                    <a:pt x="220" y="82"/>
                  </a:lnTo>
                  <a:lnTo>
                    <a:pt x="218" y="86"/>
                  </a:lnTo>
                  <a:lnTo>
                    <a:pt x="212" y="88"/>
                  </a:lnTo>
                  <a:lnTo>
                    <a:pt x="196" y="90"/>
                  </a:lnTo>
                  <a:lnTo>
                    <a:pt x="196" y="90"/>
                  </a:lnTo>
                  <a:lnTo>
                    <a:pt x="180" y="92"/>
                  </a:lnTo>
                  <a:lnTo>
                    <a:pt x="164" y="96"/>
                  </a:lnTo>
                  <a:lnTo>
                    <a:pt x="150" y="102"/>
                  </a:lnTo>
                  <a:lnTo>
                    <a:pt x="136" y="108"/>
                  </a:lnTo>
                  <a:lnTo>
                    <a:pt x="136" y="108"/>
                  </a:lnTo>
                  <a:lnTo>
                    <a:pt x="126" y="116"/>
                  </a:lnTo>
                  <a:lnTo>
                    <a:pt x="118" y="126"/>
                  </a:lnTo>
                  <a:lnTo>
                    <a:pt x="110" y="136"/>
                  </a:lnTo>
                  <a:lnTo>
                    <a:pt x="104" y="146"/>
                  </a:lnTo>
                  <a:lnTo>
                    <a:pt x="94" y="170"/>
                  </a:lnTo>
                  <a:lnTo>
                    <a:pt x="86" y="194"/>
                  </a:lnTo>
                  <a:lnTo>
                    <a:pt x="82" y="220"/>
                  </a:lnTo>
                  <a:lnTo>
                    <a:pt x="80" y="246"/>
                  </a:lnTo>
                  <a:lnTo>
                    <a:pt x="78" y="296"/>
                  </a:lnTo>
                  <a:lnTo>
                    <a:pt x="78" y="296"/>
                  </a:lnTo>
                  <a:lnTo>
                    <a:pt x="80" y="318"/>
                  </a:lnTo>
                  <a:lnTo>
                    <a:pt x="78" y="330"/>
                  </a:lnTo>
                  <a:lnTo>
                    <a:pt x="74" y="340"/>
                  </a:lnTo>
                  <a:lnTo>
                    <a:pt x="74" y="340"/>
                  </a:lnTo>
                  <a:lnTo>
                    <a:pt x="64" y="332"/>
                  </a:lnTo>
                  <a:lnTo>
                    <a:pt x="56" y="322"/>
                  </a:lnTo>
                  <a:lnTo>
                    <a:pt x="48" y="308"/>
                  </a:lnTo>
                  <a:lnTo>
                    <a:pt x="42" y="292"/>
                  </a:lnTo>
                  <a:lnTo>
                    <a:pt x="32" y="262"/>
                  </a:lnTo>
                  <a:lnTo>
                    <a:pt x="24" y="236"/>
                  </a:lnTo>
                  <a:lnTo>
                    <a:pt x="24" y="236"/>
                  </a:lnTo>
                  <a:lnTo>
                    <a:pt x="16" y="212"/>
                  </a:lnTo>
                  <a:lnTo>
                    <a:pt x="10" y="188"/>
                  </a:lnTo>
                  <a:lnTo>
                    <a:pt x="4" y="162"/>
                  </a:lnTo>
                  <a:lnTo>
                    <a:pt x="0" y="134"/>
                  </a:lnTo>
                  <a:lnTo>
                    <a:pt x="0" y="108"/>
                  </a:lnTo>
                  <a:lnTo>
                    <a:pt x="2" y="82"/>
                  </a:lnTo>
                  <a:lnTo>
                    <a:pt x="8" y="58"/>
                  </a:lnTo>
                  <a:lnTo>
                    <a:pt x="12" y="46"/>
                  </a:lnTo>
                  <a:lnTo>
                    <a:pt x="18" y="34"/>
                  </a:lnTo>
                  <a:lnTo>
                    <a:pt x="18" y="34"/>
                  </a:lnTo>
                  <a:lnTo>
                    <a:pt x="26" y="24"/>
                  </a:lnTo>
                  <a:lnTo>
                    <a:pt x="36" y="14"/>
                  </a:lnTo>
                  <a:lnTo>
                    <a:pt x="48" y="8"/>
                  </a:lnTo>
                  <a:lnTo>
                    <a:pt x="60" y="4"/>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0" name="Freeform 1467">
              <a:extLst>
                <a:ext uri="{FF2B5EF4-FFF2-40B4-BE49-F238E27FC236}">
                  <a16:creationId xmlns:a16="http://schemas.microsoft.com/office/drawing/2014/main" id="{44DED04B-1097-400F-B859-D8F92B7291D2}"/>
                </a:ext>
              </a:extLst>
            </p:cNvPr>
            <p:cNvSpPr>
              <a:spLocks/>
            </p:cNvSpPr>
            <p:nvPr/>
          </p:nvSpPr>
          <p:spPr bwMode="auto">
            <a:xfrm>
              <a:off x="5218113" y="1814513"/>
              <a:ext cx="349250" cy="539750"/>
            </a:xfrm>
            <a:custGeom>
              <a:avLst/>
              <a:gdLst>
                <a:gd name="T0" fmla="*/ 60 w 220"/>
                <a:gd name="T1" fmla="*/ 4 h 340"/>
                <a:gd name="T2" fmla="*/ 60 w 220"/>
                <a:gd name="T3" fmla="*/ 4 h 340"/>
                <a:gd name="T4" fmla="*/ 72 w 220"/>
                <a:gd name="T5" fmla="*/ 2 h 340"/>
                <a:gd name="T6" fmla="*/ 88 w 220"/>
                <a:gd name="T7" fmla="*/ 0 h 340"/>
                <a:gd name="T8" fmla="*/ 102 w 220"/>
                <a:gd name="T9" fmla="*/ 2 h 340"/>
                <a:gd name="T10" fmla="*/ 114 w 220"/>
                <a:gd name="T11" fmla="*/ 6 h 340"/>
                <a:gd name="T12" fmla="*/ 114 w 220"/>
                <a:gd name="T13" fmla="*/ 6 h 340"/>
                <a:gd name="T14" fmla="*/ 148 w 220"/>
                <a:gd name="T15" fmla="*/ 16 h 340"/>
                <a:gd name="T16" fmla="*/ 164 w 220"/>
                <a:gd name="T17" fmla="*/ 20 h 340"/>
                <a:gd name="T18" fmla="*/ 178 w 220"/>
                <a:gd name="T19" fmla="*/ 28 h 340"/>
                <a:gd name="T20" fmla="*/ 178 w 220"/>
                <a:gd name="T21" fmla="*/ 28 h 340"/>
                <a:gd name="T22" fmla="*/ 190 w 220"/>
                <a:gd name="T23" fmla="*/ 38 h 340"/>
                <a:gd name="T24" fmla="*/ 204 w 220"/>
                <a:gd name="T25" fmla="*/ 50 h 340"/>
                <a:gd name="T26" fmla="*/ 216 w 220"/>
                <a:gd name="T27" fmla="*/ 64 h 340"/>
                <a:gd name="T28" fmla="*/ 220 w 220"/>
                <a:gd name="T29" fmla="*/ 72 h 340"/>
                <a:gd name="T30" fmla="*/ 220 w 220"/>
                <a:gd name="T31" fmla="*/ 78 h 340"/>
                <a:gd name="T32" fmla="*/ 220 w 220"/>
                <a:gd name="T33" fmla="*/ 78 h 340"/>
                <a:gd name="T34" fmla="*/ 220 w 220"/>
                <a:gd name="T35" fmla="*/ 82 h 340"/>
                <a:gd name="T36" fmla="*/ 218 w 220"/>
                <a:gd name="T37" fmla="*/ 86 h 340"/>
                <a:gd name="T38" fmla="*/ 212 w 220"/>
                <a:gd name="T39" fmla="*/ 88 h 340"/>
                <a:gd name="T40" fmla="*/ 196 w 220"/>
                <a:gd name="T41" fmla="*/ 90 h 340"/>
                <a:gd name="T42" fmla="*/ 196 w 220"/>
                <a:gd name="T43" fmla="*/ 90 h 340"/>
                <a:gd name="T44" fmla="*/ 180 w 220"/>
                <a:gd name="T45" fmla="*/ 92 h 340"/>
                <a:gd name="T46" fmla="*/ 164 w 220"/>
                <a:gd name="T47" fmla="*/ 96 h 340"/>
                <a:gd name="T48" fmla="*/ 150 w 220"/>
                <a:gd name="T49" fmla="*/ 102 h 340"/>
                <a:gd name="T50" fmla="*/ 136 w 220"/>
                <a:gd name="T51" fmla="*/ 108 h 340"/>
                <a:gd name="T52" fmla="*/ 136 w 220"/>
                <a:gd name="T53" fmla="*/ 108 h 340"/>
                <a:gd name="T54" fmla="*/ 126 w 220"/>
                <a:gd name="T55" fmla="*/ 116 h 340"/>
                <a:gd name="T56" fmla="*/ 118 w 220"/>
                <a:gd name="T57" fmla="*/ 126 h 340"/>
                <a:gd name="T58" fmla="*/ 110 w 220"/>
                <a:gd name="T59" fmla="*/ 136 h 340"/>
                <a:gd name="T60" fmla="*/ 104 w 220"/>
                <a:gd name="T61" fmla="*/ 146 h 340"/>
                <a:gd name="T62" fmla="*/ 94 w 220"/>
                <a:gd name="T63" fmla="*/ 170 h 340"/>
                <a:gd name="T64" fmla="*/ 86 w 220"/>
                <a:gd name="T65" fmla="*/ 194 h 340"/>
                <a:gd name="T66" fmla="*/ 82 w 220"/>
                <a:gd name="T67" fmla="*/ 220 h 340"/>
                <a:gd name="T68" fmla="*/ 80 w 220"/>
                <a:gd name="T69" fmla="*/ 246 h 340"/>
                <a:gd name="T70" fmla="*/ 78 w 220"/>
                <a:gd name="T71" fmla="*/ 296 h 340"/>
                <a:gd name="T72" fmla="*/ 78 w 220"/>
                <a:gd name="T73" fmla="*/ 296 h 340"/>
                <a:gd name="T74" fmla="*/ 80 w 220"/>
                <a:gd name="T75" fmla="*/ 318 h 340"/>
                <a:gd name="T76" fmla="*/ 78 w 220"/>
                <a:gd name="T77" fmla="*/ 330 h 340"/>
                <a:gd name="T78" fmla="*/ 74 w 220"/>
                <a:gd name="T79" fmla="*/ 340 h 340"/>
                <a:gd name="T80" fmla="*/ 74 w 220"/>
                <a:gd name="T81" fmla="*/ 340 h 340"/>
                <a:gd name="T82" fmla="*/ 64 w 220"/>
                <a:gd name="T83" fmla="*/ 332 h 340"/>
                <a:gd name="T84" fmla="*/ 56 w 220"/>
                <a:gd name="T85" fmla="*/ 322 h 340"/>
                <a:gd name="T86" fmla="*/ 48 w 220"/>
                <a:gd name="T87" fmla="*/ 308 h 340"/>
                <a:gd name="T88" fmla="*/ 42 w 220"/>
                <a:gd name="T89" fmla="*/ 292 h 340"/>
                <a:gd name="T90" fmla="*/ 32 w 220"/>
                <a:gd name="T91" fmla="*/ 262 h 340"/>
                <a:gd name="T92" fmla="*/ 24 w 220"/>
                <a:gd name="T93" fmla="*/ 236 h 340"/>
                <a:gd name="T94" fmla="*/ 24 w 220"/>
                <a:gd name="T95" fmla="*/ 236 h 340"/>
                <a:gd name="T96" fmla="*/ 16 w 220"/>
                <a:gd name="T97" fmla="*/ 212 h 340"/>
                <a:gd name="T98" fmla="*/ 10 w 220"/>
                <a:gd name="T99" fmla="*/ 188 h 340"/>
                <a:gd name="T100" fmla="*/ 4 w 220"/>
                <a:gd name="T101" fmla="*/ 162 h 340"/>
                <a:gd name="T102" fmla="*/ 0 w 220"/>
                <a:gd name="T103" fmla="*/ 134 h 340"/>
                <a:gd name="T104" fmla="*/ 0 w 220"/>
                <a:gd name="T105" fmla="*/ 108 h 340"/>
                <a:gd name="T106" fmla="*/ 2 w 220"/>
                <a:gd name="T107" fmla="*/ 82 h 340"/>
                <a:gd name="T108" fmla="*/ 8 w 220"/>
                <a:gd name="T109" fmla="*/ 58 h 340"/>
                <a:gd name="T110" fmla="*/ 12 w 220"/>
                <a:gd name="T111" fmla="*/ 46 h 340"/>
                <a:gd name="T112" fmla="*/ 18 w 220"/>
                <a:gd name="T113" fmla="*/ 34 h 340"/>
                <a:gd name="T114" fmla="*/ 18 w 220"/>
                <a:gd name="T115" fmla="*/ 34 h 340"/>
                <a:gd name="T116" fmla="*/ 26 w 220"/>
                <a:gd name="T117" fmla="*/ 24 h 340"/>
                <a:gd name="T118" fmla="*/ 36 w 220"/>
                <a:gd name="T119" fmla="*/ 14 h 340"/>
                <a:gd name="T120" fmla="*/ 48 w 220"/>
                <a:gd name="T121" fmla="*/ 8 h 340"/>
                <a:gd name="T122" fmla="*/ 60 w 220"/>
                <a:gd name="T123" fmla="*/ 4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0" h="340">
                  <a:moveTo>
                    <a:pt x="60" y="4"/>
                  </a:moveTo>
                  <a:lnTo>
                    <a:pt x="60" y="4"/>
                  </a:lnTo>
                  <a:lnTo>
                    <a:pt x="72" y="2"/>
                  </a:lnTo>
                  <a:lnTo>
                    <a:pt x="88" y="0"/>
                  </a:lnTo>
                  <a:lnTo>
                    <a:pt x="102" y="2"/>
                  </a:lnTo>
                  <a:lnTo>
                    <a:pt x="114" y="6"/>
                  </a:lnTo>
                  <a:lnTo>
                    <a:pt x="114" y="6"/>
                  </a:lnTo>
                  <a:lnTo>
                    <a:pt x="148" y="16"/>
                  </a:lnTo>
                  <a:lnTo>
                    <a:pt x="164" y="20"/>
                  </a:lnTo>
                  <a:lnTo>
                    <a:pt x="178" y="28"/>
                  </a:lnTo>
                  <a:lnTo>
                    <a:pt x="178" y="28"/>
                  </a:lnTo>
                  <a:lnTo>
                    <a:pt x="190" y="38"/>
                  </a:lnTo>
                  <a:lnTo>
                    <a:pt x="204" y="50"/>
                  </a:lnTo>
                  <a:lnTo>
                    <a:pt x="216" y="64"/>
                  </a:lnTo>
                  <a:lnTo>
                    <a:pt x="220" y="72"/>
                  </a:lnTo>
                  <a:lnTo>
                    <a:pt x="220" y="78"/>
                  </a:lnTo>
                  <a:lnTo>
                    <a:pt x="220" y="78"/>
                  </a:lnTo>
                  <a:lnTo>
                    <a:pt x="220" y="82"/>
                  </a:lnTo>
                  <a:lnTo>
                    <a:pt x="218" y="86"/>
                  </a:lnTo>
                  <a:lnTo>
                    <a:pt x="212" y="88"/>
                  </a:lnTo>
                  <a:lnTo>
                    <a:pt x="196" y="90"/>
                  </a:lnTo>
                  <a:lnTo>
                    <a:pt x="196" y="90"/>
                  </a:lnTo>
                  <a:lnTo>
                    <a:pt x="180" y="92"/>
                  </a:lnTo>
                  <a:lnTo>
                    <a:pt x="164" y="96"/>
                  </a:lnTo>
                  <a:lnTo>
                    <a:pt x="150" y="102"/>
                  </a:lnTo>
                  <a:lnTo>
                    <a:pt x="136" y="108"/>
                  </a:lnTo>
                  <a:lnTo>
                    <a:pt x="136" y="108"/>
                  </a:lnTo>
                  <a:lnTo>
                    <a:pt x="126" y="116"/>
                  </a:lnTo>
                  <a:lnTo>
                    <a:pt x="118" y="126"/>
                  </a:lnTo>
                  <a:lnTo>
                    <a:pt x="110" y="136"/>
                  </a:lnTo>
                  <a:lnTo>
                    <a:pt x="104" y="146"/>
                  </a:lnTo>
                  <a:lnTo>
                    <a:pt x="94" y="170"/>
                  </a:lnTo>
                  <a:lnTo>
                    <a:pt x="86" y="194"/>
                  </a:lnTo>
                  <a:lnTo>
                    <a:pt x="82" y="220"/>
                  </a:lnTo>
                  <a:lnTo>
                    <a:pt x="80" y="246"/>
                  </a:lnTo>
                  <a:lnTo>
                    <a:pt x="78" y="296"/>
                  </a:lnTo>
                  <a:lnTo>
                    <a:pt x="78" y="296"/>
                  </a:lnTo>
                  <a:lnTo>
                    <a:pt x="80" y="318"/>
                  </a:lnTo>
                  <a:lnTo>
                    <a:pt x="78" y="330"/>
                  </a:lnTo>
                  <a:lnTo>
                    <a:pt x="74" y="340"/>
                  </a:lnTo>
                  <a:lnTo>
                    <a:pt x="74" y="340"/>
                  </a:lnTo>
                  <a:lnTo>
                    <a:pt x="64" y="332"/>
                  </a:lnTo>
                  <a:lnTo>
                    <a:pt x="56" y="322"/>
                  </a:lnTo>
                  <a:lnTo>
                    <a:pt x="48" y="308"/>
                  </a:lnTo>
                  <a:lnTo>
                    <a:pt x="42" y="292"/>
                  </a:lnTo>
                  <a:lnTo>
                    <a:pt x="32" y="262"/>
                  </a:lnTo>
                  <a:lnTo>
                    <a:pt x="24" y="236"/>
                  </a:lnTo>
                  <a:lnTo>
                    <a:pt x="24" y="236"/>
                  </a:lnTo>
                  <a:lnTo>
                    <a:pt x="16" y="212"/>
                  </a:lnTo>
                  <a:lnTo>
                    <a:pt x="10" y="188"/>
                  </a:lnTo>
                  <a:lnTo>
                    <a:pt x="4" y="162"/>
                  </a:lnTo>
                  <a:lnTo>
                    <a:pt x="0" y="134"/>
                  </a:lnTo>
                  <a:lnTo>
                    <a:pt x="0" y="108"/>
                  </a:lnTo>
                  <a:lnTo>
                    <a:pt x="2" y="82"/>
                  </a:lnTo>
                  <a:lnTo>
                    <a:pt x="8" y="58"/>
                  </a:lnTo>
                  <a:lnTo>
                    <a:pt x="12" y="46"/>
                  </a:lnTo>
                  <a:lnTo>
                    <a:pt x="18" y="34"/>
                  </a:lnTo>
                  <a:lnTo>
                    <a:pt x="18" y="34"/>
                  </a:lnTo>
                  <a:lnTo>
                    <a:pt x="26" y="24"/>
                  </a:lnTo>
                  <a:lnTo>
                    <a:pt x="36" y="14"/>
                  </a:lnTo>
                  <a:lnTo>
                    <a:pt x="48" y="8"/>
                  </a:lnTo>
                  <a:lnTo>
                    <a:pt x="60"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1" name="Freeform 1468">
              <a:extLst>
                <a:ext uri="{FF2B5EF4-FFF2-40B4-BE49-F238E27FC236}">
                  <a16:creationId xmlns:a16="http://schemas.microsoft.com/office/drawing/2014/main" id="{11CBC578-F342-4D50-9A4C-1D461A0E8738}"/>
                </a:ext>
              </a:extLst>
            </p:cNvPr>
            <p:cNvSpPr>
              <a:spLocks/>
            </p:cNvSpPr>
            <p:nvPr/>
          </p:nvSpPr>
          <p:spPr bwMode="auto">
            <a:xfrm>
              <a:off x="5218113" y="1814513"/>
              <a:ext cx="349250" cy="539750"/>
            </a:xfrm>
            <a:custGeom>
              <a:avLst/>
              <a:gdLst>
                <a:gd name="T0" fmla="*/ 60 w 220"/>
                <a:gd name="T1" fmla="*/ 4 h 340"/>
                <a:gd name="T2" fmla="*/ 60 w 220"/>
                <a:gd name="T3" fmla="*/ 4 h 340"/>
                <a:gd name="T4" fmla="*/ 72 w 220"/>
                <a:gd name="T5" fmla="*/ 2 h 340"/>
                <a:gd name="T6" fmla="*/ 88 w 220"/>
                <a:gd name="T7" fmla="*/ 0 h 340"/>
                <a:gd name="T8" fmla="*/ 102 w 220"/>
                <a:gd name="T9" fmla="*/ 2 h 340"/>
                <a:gd name="T10" fmla="*/ 114 w 220"/>
                <a:gd name="T11" fmla="*/ 6 h 340"/>
                <a:gd name="T12" fmla="*/ 114 w 220"/>
                <a:gd name="T13" fmla="*/ 6 h 340"/>
                <a:gd name="T14" fmla="*/ 148 w 220"/>
                <a:gd name="T15" fmla="*/ 16 h 340"/>
                <a:gd name="T16" fmla="*/ 164 w 220"/>
                <a:gd name="T17" fmla="*/ 20 h 340"/>
                <a:gd name="T18" fmla="*/ 178 w 220"/>
                <a:gd name="T19" fmla="*/ 28 h 340"/>
                <a:gd name="T20" fmla="*/ 178 w 220"/>
                <a:gd name="T21" fmla="*/ 28 h 340"/>
                <a:gd name="T22" fmla="*/ 190 w 220"/>
                <a:gd name="T23" fmla="*/ 38 h 340"/>
                <a:gd name="T24" fmla="*/ 204 w 220"/>
                <a:gd name="T25" fmla="*/ 50 h 340"/>
                <a:gd name="T26" fmla="*/ 216 w 220"/>
                <a:gd name="T27" fmla="*/ 64 h 340"/>
                <a:gd name="T28" fmla="*/ 220 w 220"/>
                <a:gd name="T29" fmla="*/ 72 h 340"/>
                <a:gd name="T30" fmla="*/ 220 w 220"/>
                <a:gd name="T31" fmla="*/ 78 h 340"/>
                <a:gd name="T32" fmla="*/ 220 w 220"/>
                <a:gd name="T33" fmla="*/ 78 h 340"/>
                <a:gd name="T34" fmla="*/ 220 w 220"/>
                <a:gd name="T35" fmla="*/ 82 h 340"/>
                <a:gd name="T36" fmla="*/ 218 w 220"/>
                <a:gd name="T37" fmla="*/ 86 h 340"/>
                <a:gd name="T38" fmla="*/ 212 w 220"/>
                <a:gd name="T39" fmla="*/ 88 h 340"/>
                <a:gd name="T40" fmla="*/ 196 w 220"/>
                <a:gd name="T41" fmla="*/ 90 h 340"/>
                <a:gd name="T42" fmla="*/ 196 w 220"/>
                <a:gd name="T43" fmla="*/ 90 h 340"/>
                <a:gd name="T44" fmla="*/ 180 w 220"/>
                <a:gd name="T45" fmla="*/ 92 h 340"/>
                <a:gd name="T46" fmla="*/ 164 w 220"/>
                <a:gd name="T47" fmla="*/ 96 h 340"/>
                <a:gd name="T48" fmla="*/ 150 w 220"/>
                <a:gd name="T49" fmla="*/ 102 h 340"/>
                <a:gd name="T50" fmla="*/ 136 w 220"/>
                <a:gd name="T51" fmla="*/ 108 h 340"/>
                <a:gd name="T52" fmla="*/ 136 w 220"/>
                <a:gd name="T53" fmla="*/ 108 h 340"/>
                <a:gd name="T54" fmla="*/ 126 w 220"/>
                <a:gd name="T55" fmla="*/ 116 h 340"/>
                <a:gd name="T56" fmla="*/ 118 w 220"/>
                <a:gd name="T57" fmla="*/ 126 h 340"/>
                <a:gd name="T58" fmla="*/ 110 w 220"/>
                <a:gd name="T59" fmla="*/ 136 h 340"/>
                <a:gd name="T60" fmla="*/ 104 w 220"/>
                <a:gd name="T61" fmla="*/ 146 h 340"/>
                <a:gd name="T62" fmla="*/ 94 w 220"/>
                <a:gd name="T63" fmla="*/ 170 h 340"/>
                <a:gd name="T64" fmla="*/ 86 w 220"/>
                <a:gd name="T65" fmla="*/ 194 h 340"/>
                <a:gd name="T66" fmla="*/ 82 w 220"/>
                <a:gd name="T67" fmla="*/ 220 h 340"/>
                <a:gd name="T68" fmla="*/ 80 w 220"/>
                <a:gd name="T69" fmla="*/ 246 h 340"/>
                <a:gd name="T70" fmla="*/ 78 w 220"/>
                <a:gd name="T71" fmla="*/ 296 h 340"/>
                <a:gd name="T72" fmla="*/ 78 w 220"/>
                <a:gd name="T73" fmla="*/ 296 h 340"/>
                <a:gd name="T74" fmla="*/ 80 w 220"/>
                <a:gd name="T75" fmla="*/ 318 h 340"/>
                <a:gd name="T76" fmla="*/ 78 w 220"/>
                <a:gd name="T77" fmla="*/ 330 h 340"/>
                <a:gd name="T78" fmla="*/ 74 w 220"/>
                <a:gd name="T79" fmla="*/ 340 h 340"/>
                <a:gd name="T80" fmla="*/ 74 w 220"/>
                <a:gd name="T81" fmla="*/ 340 h 340"/>
                <a:gd name="T82" fmla="*/ 64 w 220"/>
                <a:gd name="T83" fmla="*/ 332 h 340"/>
                <a:gd name="T84" fmla="*/ 56 w 220"/>
                <a:gd name="T85" fmla="*/ 322 h 340"/>
                <a:gd name="T86" fmla="*/ 48 w 220"/>
                <a:gd name="T87" fmla="*/ 308 h 340"/>
                <a:gd name="T88" fmla="*/ 42 w 220"/>
                <a:gd name="T89" fmla="*/ 292 h 340"/>
                <a:gd name="T90" fmla="*/ 32 w 220"/>
                <a:gd name="T91" fmla="*/ 262 h 340"/>
                <a:gd name="T92" fmla="*/ 24 w 220"/>
                <a:gd name="T93" fmla="*/ 236 h 340"/>
                <a:gd name="T94" fmla="*/ 24 w 220"/>
                <a:gd name="T95" fmla="*/ 236 h 340"/>
                <a:gd name="T96" fmla="*/ 16 w 220"/>
                <a:gd name="T97" fmla="*/ 212 h 340"/>
                <a:gd name="T98" fmla="*/ 10 w 220"/>
                <a:gd name="T99" fmla="*/ 188 h 340"/>
                <a:gd name="T100" fmla="*/ 4 w 220"/>
                <a:gd name="T101" fmla="*/ 162 h 340"/>
                <a:gd name="T102" fmla="*/ 0 w 220"/>
                <a:gd name="T103" fmla="*/ 134 h 340"/>
                <a:gd name="T104" fmla="*/ 0 w 220"/>
                <a:gd name="T105" fmla="*/ 108 h 340"/>
                <a:gd name="T106" fmla="*/ 2 w 220"/>
                <a:gd name="T107" fmla="*/ 82 h 340"/>
                <a:gd name="T108" fmla="*/ 8 w 220"/>
                <a:gd name="T109" fmla="*/ 58 h 340"/>
                <a:gd name="T110" fmla="*/ 12 w 220"/>
                <a:gd name="T111" fmla="*/ 46 h 340"/>
                <a:gd name="T112" fmla="*/ 18 w 220"/>
                <a:gd name="T113" fmla="*/ 34 h 340"/>
                <a:gd name="T114" fmla="*/ 18 w 220"/>
                <a:gd name="T115" fmla="*/ 34 h 340"/>
                <a:gd name="T116" fmla="*/ 26 w 220"/>
                <a:gd name="T117" fmla="*/ 24 h 340"/>
                <a:gd name="T118" fmla="*/ 36 w 220"/>
                <a:gd name="T119" fmla="*/ 14 h 340"/>
                <a:gd name="T120" fmla="*/ 48 w 220"/>
                <a:gd name="T121" fmla="*/ 8 h 340"/>
                <a:gd name="T122" fmla="*/ 60 w 220"/>
                <a:gd name="T123" fmla="*/ 4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0" h="340">
                  <a:moveTo>
                    <a:pt x="60" y="4"/>
                  </a:moveTo>
                  <a:lnTo>
                    <a:pt x="60" y="4"/>
                  </a:lnTo>
                  <a:lnTo>
                    <a:pt x="72" y="2"/>
                  </a:lnTo>
                  <a:lnTo>
                    <a:pt x="88" y="0"/>
                  </a:lnTo>
                  <a:lnTo>
                    <a:pt x="102" y="2"/>
                  </a:lnTo>
                  <a:lnTo>
                    <a:pt x="114" y="6"/>
                  </a:lnTo>
                  <a:lnTo>
                    <a:pt x="114" y="6"/>
                  </a:lnTo>
                  <a:lnTo>
                    <a:pt x="148" y="16"/>
                  </a:lnTo>
                  <a:lnTo>
                    <a:pt x="164" y="20"/>
                  </a:lnTo>
                  <a:lnTo>
                    <a:pt x="178" y="28"/>
                  </a:lnTo>
                  <a:lnTo>
                    <a:pt x="178" y="28"/>
                  </a:lnTo>
                  <a:lnTo>
                    <a:pt x="190" y="38"/>
                  </a:lnTo>
                  <a:lnTo>
                    <a:pt x="204" y="50"/>
                  </a:lnTo>
                  <a:lnTo>
                    <a:pt x="216" y="64"/>
                  </a:lnTo>
                  <a:lnTo>
                    <a:pt x="220" y="72"/>
                  </a:lnTo>
                  <a:lnTo>
                    <a:pt x="220" y="78"/>
                  </a:lnTo>
                  <a:lnTo>
                    <a:pt x="220" y="78"/>
                  </a:lnTo>
                  <a:lnTo>
                    <a:pt x="220" y="82"/>
                  </a:lnTo>
                  <a:lnTo>
                    <a:pt x="218" y="86"/>
                  </a:lnTo>
                  <a:lnTo>
                    <a:pt x="212" y="88"/>
                  </a:lnTo>
                  <a:lnTo>
                    <a:pt x="196" y="90"/>
                  </a:lnTo>
                  <a:lnTo>
                    <a:pt x="196" y="90"/>
                  </a:lnTo>
                  <a:lnTo>
                    <a:pt x="180" y="92"/>
                  </a:lnTo>
                  <a:lnTo>
                    <a:pt x="164" y="96"/>
                  </a:lnTo>
                  <a:lnTo>
                    <a:pt x="150" y="102"/>
                  </a:lnTo>
                  <a:lnTo>
                    <a:pt x="136" y="108"/>
                  </a:lnTo>
                  <a:lnTo>
                    <a:pt x="136" y="108"/>
                  </a:lnTo>
                  <a:lnTo>
                    <a:pt x="126" y="116"/>
                  </a:lnTo>
                  <a:lnTo>
                    <a:pt x="118" y="126"/>
                  </a:lnTo>
                  <a:lnTo>
                    <a:pt x="110" y="136"/>
                  </a:lnTo>
                  <a:lnTo>
                    <a:pt x="104" y="146"/>
                  </a:lnTo>
                  <a:lnTo>
                    <a:pt x="94" y="170"/>
                  </a:lnTo>
                  <a:lnTo>
                    <a:pt x="86" y="194"/>
                  </a:lnTo>
                  <a:lnTo>
                    <a:pt x="82" y="220"/>
                  </a:lnTo>
                  <a:lnTo>
                    <a:pt x="80" y="246"/>
                  </a:lnTo>
                  <a:lnTo>
                    <a:pt x="78" y="296"/>
                  </a:lnTo>
                  <a:lnTo>
                    <a:pt x="78" y="296"/>
                  </a:lnTo>
                  <a:lnTo>
                    <a:pt x="80" y="318"/>
                  </a:lnTo>
                  <a:lnTo>
                    <a:pt x="78" y="330"/>
                  </a:lnTo>
                  <a:lnTo>
                    <a:pt x="74" y="340"/>
                  </a:lnTo>
                  <a:lnTo>
                    <a:pt x="74" y="340"/>
                  </a:lnTo>
                  <a:lnTo>
                    <a:pt x="64" y="332"/>
                  </a:lnTo>
                  <a:lnTo>
                    <a:pt x="56" y="322"/>
                  </a:lnTo>
                  <a:lnTo>
                    <a:pt x="48" y="308"/>
                  </a:lnTo>
                  <a:lnTo>
                    <a:pt x="42" y="292"/>
                  </a:lnTo>
                  <a:lnTo>
                    <a:pt x="32" y="262"/>
                  </a:lnTo>
                  <a:lnTo>
                    <a:pt x="24" y="236"/>
                  </a:lnTo>
                  <a:lnTo>
                    <a:pt x="24" y="236"/>
                  </a:lnTo>
                  <a:lnTo>
                    <a:pt x="16" y="212"/>
                  </a:lnTo>
                  <a:lnTo>
                    <a:pt x="10" y="188"/>
                  </a:lnTo>
                  <a:lnTo>
                    <a:pt x="4" y="162"/>
                  </a:lnTo>
                  <a:lnTo>
                    <a:pt x="0" y="134"/>
                  </a:lnTo>
                  <a:lnTo>
                    <a:pt x="0" y="108"/>
                  </a:lnTo>
                  <a:lnTo>
                    <a:pt x="2" y="82"/>
                  </a:lnTo>
                  <a:lnTo>
                    <a:pt x="8" y="58"/>
                  </a:lnTo>
                  <a:lnTo>
                    <a:pt x="12" y="46"/>
                  </a:lnTo>
                  <a:lnTo>
                    <a:pt x="18" y="34"/>
                  </a:lnTo>
                  <a:lnTo>
                    <a:pt x="18" y="34"/>
                  </a:lnTo>
                  <a:lnTo>
                    <a:pt x="26" y="24"/>
                  </a:lnTo>
                  <a:lnTo>
                    <a:pt x="36" y="14"/>
                  </a:lnTo>
                  <a:lnTo>
                    <a:pt x="48" y="8"/>
                  </a:lnTo>
                  <a:lnTo>
                    <a:pt x="60" y="4"/>
                  </a:lnTo>
                  <a:close/>
                </a:path>
              </a:pathLst>
            </a:custGeom>
            <a:solidFill>
              <a:srgbClr val="5F2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2" name="Freeform 1469">
              <a:extLst>
                <a:ext uri="{FF2B5EF4-FFF2-40B4-BE49-F238E27FC236}">
                  <a16:creationId xmlns:a16="http://schemas.microsoft.com/office/drawing/2014/main" id="{7DF226A4-F2BE-41C4-8E44-4F9EEBCA0DCE}"/>
                </a:ext>
              </a:extLst>
            </p:cNvPr>
            <p:cNvSpPr>
              <a:spLocks/>
            </p:cNvSpPr>
            <p:nvPr/>
          </p:nvSpPr>
          <p:spPr bwMode="auto">
            <a:xfrm>
              <a:off x="5218113" y="1814513"/>
              <a:ext cx="349250" cy="539750"/>
            </a:xfrm>
            <a:custGeom>
              <a:avLst/>
              <a:gdLst>
                <a:gd name="T0" fmla="*/ 60 w 220"/>
                <a:gd name="T1" fmla="*/ 4 h 340"/>
                <a:gd name="T2" fmla="*/ 60 w 220"/>
                <a:gd name="T3" fmla="*/ 4 h 340"/>
                <a:gd name="T4" fmla="*/ 72 w 220"/>
                <a:gd name="T5" fmla="*/ 2 h 340"/>
                <a:gd name="T6" fmla="*/ 88 w 220"/>
                <a:gd name="T7" fmla="*/ 0 h 340"/>
                <a:gd name="T8" fmla="*/ 102 w 220"/>
                <a:gd name="T9" fmla="*/ 2 h 340"/>
                <a:gd name="T10" fmla="*/ 114 w 220"/>
                <a:gd name="T11" fmla="*/ 6 h 340"/>
                <a:gd name="T12" fmla="*/ 114 w 220"/>
                <a:gd name="T13" fmla="*/ 6 h 340"/>
                <a:gd name="T14" fmla="*/ 148 w 220"/>
                <a:gd name="T15" fmla="*/ 16 h 340"/>
                <a:gd name="T16" fmla="*/ 164 w 220"/>
                <a:gd name="T17" fmla="*/ 20 h 340"/>
                <a:gd name="T18" fmla="*/ 178 w 220"/>
                <a:gd name="T19" fmla="*/ 28 h 340"/>
                <a:gd name="T20" fmla="*/ 178 w 220"/>
                <a:gd name="T21" fmla="*/ 28 h 340"/>
                <a:gd name="T22" fmla="*/ 190 w 220"/>
                <a:gd name="T23" fmla="*/ 38 h 340"/>
                <a:gd name="T24" fmla="*/ 204 w 220"/>
                <a:gd name="T25" fmla="*/ 50 h 340"/>
                <a:gd name="T26" fmla="*/ 216 w 220"/>
                <a:gd name="T27" fmla="*/ 64 h 340"/>
                <a:gd name="T28" fmla="*/ 220 w 220"/>
                <a:gd name="T29" fmla="*/ 72 h 340"/>
                <a:gd name="T30" fmla="*/ 220 w 220"/>
                <a:gd name="T31" fmla="*/ 78 h 340"/>
                <a:gd name="T32" fmla="*/ 220 w 220"/>
                <a:gd name="T33" fmla="*/ 78 h 340"/>
                <a:gd name="T34" fmla="*/ 220 w 220"/>
                <a:gd name="T35" fmla="*/ 82 h 340"/>
                <a:gd name="T36" fmla="*/ 218 w 220"/>
                <a:gd name="T37" fmla="*/ 86 h 340"/>
                <a:gd name="T38" fmla="*/ 212 w 220"/>
                <a:gd name="T39" fmla="*/ 88 h 340"/>
                <a:gd name="T40" fmla="*/ 196 w 220"/>
                <a:gd name="T41" fmla="*/ 90 h 340"/>
                <a:gd name="T42" fmla="*/ 196 w 220"/>
                <a:gd name="T43" fmla="*/ 90 h 340"/>
                <a:gd name="T44" fmla="*/ 180 w 220"/>
                <a:gd name="T45" fmla="*/ 92 h 340"/>
                <a:gd name="T46" fmla="*/ 164 w 220"/>
                <a:gd name="T47" fmla="*/ 96 h 340"/>
                <a:gd name="T48" fmla="*/ 150 w 220"/>
                <a:gd name="T49" fmla="*/ 102 h 340"/>
                <a:gd name="T50" fmla="*/ 136 w 220"/>
                <a:gd name="T51" fmla="*/ 108 h 340"/>
                <a:gd name="T52" fmla="*/ 136 w 220"/>
                <a:gd name="T53" fmla="*/ 108 h 340"/>
                <a:gd name="T54" fmla="*/ 126 w 220"/>
                <a:gd name="T55" fmla="*/ 116 h 340"/>
                <a:gd name="T56" fmla="*/ 118 w 220"/>
                <a:gd name="T57" fmla="*/ 126 h 340"/>
                <a:gd name="T58" fmla="*/ 110 w 220"/>
                <a:gd name="T59" fmla="*/ 136 h 340"/>
                <a:gd name="T60" fmla="*/ 104 w 220"/>
                <a:gd name="T61" fmla="*/ 146 h 340"/>
                <a:gd name="T62" fmla="*/ 94 w 220"/>
                <a:gd name="T63" fmla="*/ 170 h 340"/>
                <a:gd name="T64" fmla="*/ 86 w 220"/>
                <a:gd name="T65" fmla="*/ 194 h 340"/>
                <a:gd name="T66" fmla="*/ 82 w 220"/>
                <a:gd name="T67" fmla="*/ 220 h 340"/>
                <a:gd name="T68" fmla="*/ 80 w 220"/>
                <a:gd name="T69" fmla="*/ 246 h 340"/>
                <a:gd name="T70" fmla="*/ 78 w 220"/>
                <a:gd name="T71" fmla="*/ 296 h 340"/>
                <a:gd name="T72" fmla="*/ 78 w 220"/>
                <a:gd name="T73" fmla="*/ 296 h 340"/>
                <a:gd name="T74" fmla="*/ 80 w 220"/>
                <a:gd name="T75" fmla="*/ 318 h 340"/>
                <a:gd name="T76" fmla="*/ 78 w 220"/>
                <a:gd name="T77" fmla="*/ 330 h 340"/>
                <a:gd name="T78" fmla="*/ 74 w 220"/>
                <a:gd name="T79" fmla="*/ 340 h 340"/>
                <a:gd name="T80" fmla="*/ 74 w 220"/>
                <a:gd name="T81" fmla="*/ 340 h 340"/>
                <a:gd name="T82" fmla="*/ 64 w 220"/>
                <a:gd name="T83" fmla="*/ 332 h 340"/>
                <a:gd name="T84" fmla="*/ 56 w 220"/>
                <a:gd name="T85" fmla="*/ 322 h 340"/>
                <a:gd name="T86" fmla="*/ 48 w 220"/>
                <a:gd name="T87" fmla="*/ 308 h 340"/>
                <a:gd name="T88" fmla="*/ 42 w 220"/>
                <a:gd name="T89" fmla="*/ 292 h 340"/>
                <a:gd name="T90" fmla="*/ 32 w 220"/>
                <a:gd name="T91" fmla="*/ 262 h 340"/>
                <a:gd name="T92" fmla="*/ 24 w 220"/>
                <a:gd name="T93" fmla="*/ 236 h 340"/>
                <a:gd name="T94" fmla="*/ 24 w 220"/>
                <a:gd name="T95" fmla="*/ 236 h 340"/>
                <a:gd name="T96" fmla="*/ 16 w 220"/>
                <a:gd name="T97" fmla="*/ 212 h 340"/>
                <a:gd name="T98" fmla="*/ 10 w 220"/>
                <a:gd name="T99" fmla="*/ 188 h 340"/>
                <a:gd name="T100" fmla="*/ 4 w 220"/>
                <a:gd name="T101" fmla="*/ 162 h 340"/>
                <a:gd name="T102" fmla="*/ 0 w 220"/>
                <a:gd name="T103" fmla="*/ 134 h 340"/>
                <a:gd name="T104" fmla="*/ 0 w 220"/>
                <a:gd name="T105" fmla="*/ 108 h 340"/>
                <a:gd name="T106" fmla="*/ 2 w 220"/>
                <a:gd name="T107" fmla="*/ 82 h 340"/>
                <a:gd name="T108" fmla="*/ 8 w 220"/>
                <a:gd name="T109" fmla="*/ 58 h 340"/>
                <a:gd name="T110" fmla="*/ 12 w 220"/>
                <a:gd name="T111" fmla="*/ 46 h 340"/>
                <a:gd name="T112" fmla="*/ 18 w 220"/>
                <a:gd name="T113" fmla="*/ 34 h 340"/>
                <a:gd name="T114" fmla="*/ 18 w 220"/>
                <a:gd name="T115" fmla="*/ 34 h 340"/>
                <a:gd name="T116" fmla="*/ 26 w 220"/>
                <a:gd name="T117" fmla="*/ 24 h 340"/>
                <a:gd name="T118" fmla="*/ 36 w 220"/>
                <a:gd name="T119" fmla="*/ 14 h 340"/>
                <a:gd name="T120" fmla="*/ 48 w 220"/>
                <a:gd name="T121" fmla="*/ 8 h 340"/>
                <a:gd name="T122" fmla="*/ 60 w 220"/>
                <a:gd name="T123" fmla="*/ 4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0" h="340">
                  <a:moveTo>
                    <a:pt x="60" y="4"/>
                  </a:moveTo>
                  <a:lnTo>
                    <a:pt x="60" y="4"/>
                  </a:lnTo>
                  <a:lnTo>
                    <a:pt x="72" y="2"/>
                  </a:lnTo>
                  <a:lnTo>
                    <a:pt x="88" y="0"/>
                  </a:lnTo>
                  <a:lnTo>
                    <a:pt x="102" y="2"/>
                  </a:lnTo>
                  <a:lnTo>
                    <a:pt x="114" y="6"/>
                  </a:lnTo>
                  <a:lnTo>
                    <a:pt x="114" y="6"/>
                  </a:lnTo>
                  <a:lnTo>
                    <a:pt x="148" y="16"/>
                  </a:lnTo>
                  <a:lnTo>
                    <a:pt x="164" y="20"/>
                  </a:lnTo>
                  <a:lnTo>
                    <a:pt x="178" y="28"/>
                  </a:lnTo>
                  <a:lnTo>
                    <a:pt x="178" y="28"/>
                  </a:lnTo>
                  <a:lnTo>
                    <a:pt x="190" y="38"/>
                  </a:lnTo>
                  <a:lnTo>
                    <a:pt x="204" y="50"/>
                  </a:lnTo>
                  <a:lnTo>
                    <a:pt x="216" y="64"/>
                  </a:lnTo>
                  <a:lnTo>
                    <a:pt x="220" y="72"/>
                  </a:lnTo>
                  <a:lnTo>
                    <a:pt x="220" y="78"/>
                  </a:lnTo>
                  <a:lnTo>
                    <a:pt x="220" y="78"/>
                  </a:lnTo>
                  <a:lnTo>
                    <a:pt x="220" y="82"/>
                  </a:lnTo>
                  <a:lnTo>
                    <a:pt x="218" y="86"/>
                  </a:lnTo>
                  <a:lnTo>
                    <a:pt x="212" y="88"/>
                  </a:lnTo>
                  <a:lnTo>
                    <a:pt x="196" y="90"/>
                  </a:lnTo>
                  <a:lnTo>
                    <a:pt x="196" y="90"/>
                  </a:lnTo>
                  <a:lnTo>
                    <a:pt x="180" y="92"/>
                  </a:lnTo>
                  <a:lnTo>
                    <a:pt x="164" y="96"/>
                  </a:lnTo>
                  <a:lnTo>
                    <a:pt x="150" y="102"/>
                  </a:lnTo>
                  <a:lnTo>
                    <a:pt x="136" y="108"/>
                  </a:lnTo>
                  <a:lnTo>
                    <a:pt x="136" y="108"/>
                  </a:lnTo>
                  <a:lnTo>
                    <a:pt x="126" y="116"/>
                  </a:lnTo>
                  <a:lnTo>
                    <a:pt x="118" y="126"/>
                  </a:lnTo>
                  <a:lnTo>
                    <a:pt x="110" y="136"/>
                  </a:lnTo>
                  <a:lnTo>
                    <a:pt x="104" y="146"/>
                  </a:lnTo>
                  <a:lnTo>
                    <a:pt x="94" y="170"/>
                  </a:lnTo>
                  <a:lnTo>
                    <a:pt x="86" y="194"/>
                  </a:lnTo>
                  <a:lnTo>
                    <a:pt x="82" y="220"/>
                  </a:lnTo>
                  <a:lnTo>
                    <a:pt x="80" y="246"/>
                  </a:lnTo>
                  <a:lnTo>
                    <a:pt x="78" y="296"/>
                  </a:lnTo>
                  <a:lnTo>
                    <a:pt x="78" y="296"/>
                  </a:lnTo>
                  <a:lnTo>
                    <a:pt x="80" y="318"/>
                  </a:lnTo>
                  <a:lnTo>
                    <a:pt x="78" y="330"/>
                  </a:lnTo>
                  <a:lnTo>
                    <a:pt x="74" y="340"/>
                  </a:lnTo>
                  <a:lnTo>
                    <a:pt x="74" y="340"/>
                  </a:lnTo>
                  <a:lnTo>
                    <a:pt x="64" y="332"/>
                  </a:lnTo>
                  <a:lnTo>
                    <a:pt x="56" y="322"/>
                  </a:lnTo>
                  <a:lnTo>
                    <a:pt x="48" y="308"/>
                  </a:lnTo>
                  <a:lnTo>
                    <a:pt x="42" y="292"/>
                  </a:lnTo>
                  <a:lnTo>
                    <a:pt x="32" y="262"/>
                  </a:lnTo>
                  <a:lnTo>
                    <a:pt x="24" y="236"/>
                  </a:lnTo>
                  <a:lnTo>
                    <a:pt x="24" y="236"/>
                  </a:lnTo>
                  <a:lnTo>
                    <a:pt x="16" y="212"/>
                  </a:lnTo>
                  <a:lnTo>
                    <a:pt x="10" y="188"/>
                  </a:lnTo>
                  <a:lnTo>
                    <a:pt x="4" y="162"/>
                  </a:lnTo>
                  <a:lnTo>
                    <a:pt x="0" y="134"/>
                  </a:lnTo>
                  <a:lnTo>
                    <a:pt x="0" y="108"/>
                  </a:lnTo>
                  <a:lnTo>
                    <a:pt x="2" y="82"/>
                  </a:lnTo>
                  <a:lnTo>
                    <a:pt x="8" y="58"/>
                  </a:lnTo>
                  <a:lnTo>
                    <a:pt x="12" y="46"/>
                  </a:lnTo>
                  <a:lnTo>
                    <a:pt x="18" y="34"/>
                  </a:lnTo>
                  <a:lnTo>
                    <a:pt x="18" y="34"/>
                  </a:lnTo>
                  <a:lnTo>
                    <a:pt x="26" y="24"/>
                  </a:lnTo>
                  <a:lnTo>
                    <a:pt x="36" y="14"/>
                  </a:lnTo>
                  <a:lnTo>
                    <a:pt x="48" y="8"/>
                  </a:lnTo>
                  <a:lnTo>
                    <a:pt x="60"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3" name="Freeform 1470">
              <a:extLst>
                <a:ext uri="{FF2B5EF4-FFF2-40B4-BE49-F238E27FC236}">
                  <a16:creationId xmlns:a16="http://schemas.microsoft.com/office/drawing/2014/main" id="{AB6170CF-4209-490F-8778-97E3E8DC14A5}"/>
                </a:ext>
              </a:extLst>
            </p:cNvPr>
            <p:cNvSpPr>
              <a:spLocks/>
            </p:cNvSpPr>
            <p:nvPr/>
          </p:nvSpPr>
          <p:spPr bwMode="auto">
            <a:xfrm>
              <a:off x="5453063" y="1433513"/>
              <a:ext cx="930275" cy="654050"/>
            </a:xfrm>
            <a:custGeom>
              <a:avLst/>
              <a:gdLst>
                <a:gd name="T0" fmla="*/ 528 w 586"/>
                <a:gd name="T1" fmla="*/ 0 h 412"/>
                <a:gd name="T2" fmla="*/ 534 w 586"/>
                <a:gd name="T3" fmla="*/ 22 h 412"/>
                <a:gd name="T4" fmla="*/ 540 w 586"/>
                <a:gd name="T5" fmla="*/ 40 h 412"/>
                <a:gd name="T6" fmla="*/ 552 w 586"/>
                <a:gd name="T7" fmla="*/ 76 h 412"/>
                <a:gd name="T8" fmla="*/ 556 w 586"/>
                <a:gd name="T9" fmla="*/ 96 h 412"/>
                <a:gd name="T10" fmla="*/ 552 w 586"/>
                <a:gd name="T11" fmla="*/ 148 h 412"/>
                <a:gd name="T12" fmla="*/ 542 w 586"/>
                <a:gd name="T13" fmla="*/ 200 h 412"/>
                <a:gd name="T14" fmla="*/ 530 w 586"/>
                <a:gd name="T15" fmla="*/ 232 h 412"/>
                <a:gd name="T16" fmla="*/ 512 w 586"/>
                <a:gd name="T17" fmla="*/ 266 h 412"/>
                <a:gd name="T18" fmla="*/ 492 w 586"/>
                <a:gd name="T19" fmla="*/ 294 h 412"/>
                <a:gd name="T20" fmla="*/ 464 w 586"/>
                <a:gd name="T21" fmla="*/ 316 h 412"/>
                <a:gd name="T22" fmla="*/ 430 w 586"/>
                <a:gd name="T23" fmla="*/ 336 h 412"/>
                <a:gd name="T24" fmla="*/ 396 w 586"/>
                <a:gd name="T25" fmla="*/ 352 h 412"/>
                <a:gd name="T26" fmla="*/ 362 w 586"/>
                <a:gd name="T27" fmla="*/ 360 h 412"/>
                <a:gd name="T28" fmla="*/ 322 w 586"/>
                <a:gd name="T29" fmla="*/ 362 h 412"/>
                <a:gd name="T30" fmla="*/ 302 w 586"/>
                <a:gd name="T31" fmla="*/ 360 h 412"/>
                <a:gd name="T32" fmla="*/ 246 w 586"/>
                <a:gd name="T33" fmla="*/ 348 h 412"/>
                <a:gd name="T34" fmla="*/ 172 w 586"/>
                <a:gd name="T35" fmla="*/ 326 h 412"/>
                <a:gd name="T36" fmla="*/ 98 w 586"/>
                <a:gd name="T37" fmla="*/ 302 h 412"/>
                <a:gd name="T38" fmla="*/ 58 w 586"/>
                <a:gd name="T39" fmla="*/ 294 h 412"/>
                <a:gd name="T40" fmla="*/ 20 w 586"/>
                <a:gd name="T41" fmla="*/ 298 h 412"/>
                <a:gd name="T42" fmla="*/ 0 w 586"/>
                <a:gd name="T43" fmla="*/ 306 h 412"/>
                <a:gd name="T44" fmla="*/ 8 w 586"/>
                <a:gd name="T45" fmla="*/ 310 h 412"/>
                <a:gd name="T46" fmla="*/ 34 w 586"/>
                <a:gd name="T47" fmla="*/ 322 h 412"/>
                <a:gd name="T48" fmla="*/ 74 w 586"/>
                <a:gd name="T49" fmla="*/ 332 h 412"/>
                <a:gd name="T50" fmla="*/ 124 w 586"/>
                <a:gd name="T51" fmla="*/ 346 h 412"/>
                <a:gd name="T52" fmla="*/ 172 w 586"/>
                <a:gd name="T53" fmla="*/ 368 h 412"/>
                <a:gd name="T54" fmla="*/ 196 w 586"/>
                <a:gd name="T55" fmla="*/ 382 h 412"/>
                <a:gd name="T56" fmla="*/ 248 w 586"/>
                <a:gd name="T57" fmla="*/ 404 h 412"/>
                <a:gd name="T58" fmla="*/ 276 w 586"/>
                <a:gd name="T59" fmla="*/ 410 h 412"/>
                <a:gd name="T60" fmla="*/ 298 w 586"/>
                <a:gd name="T61" fmla="*/ 412 h 412"/>
                <a:gd name="T62" fmla="*/ 342 w 586"/>
                <a:gd name="T63" fmla="*/ 412 h 412"/>
                <a:gd name="T64" fmla="*/ 384 w 586"/>
                <a:gd name="T65" fmla="*/ 404 h 412"/>
                <a:gd name="T66" fmla="*/ 446 w 586"/>
                <a:gd name="T67" fmla="*/ 386 h 412"/>
                <a:gd name="T68" fmla="*/ 470 w 586"/>
                <a:gd name="T69" fmla="*/ 374 h 412"/>
                <a:gd name="T70" fmla="*/ 514 w 586"/>
                <a:gd name="T71" fmla="*/ 340 h 412"/>
                <a:gd name="T72" fmla="*/ 548 w 586"/>
                <a:gd name="T73" fmla="*/ 294 h 412"/>
                <a:gd name="T74" fmla="*/ 570 w 586"/>
                <a:gd name="T75" fmla="*/ 242 h 412"/>
                <a:gd name="T76" fmla="*/ 584 w 586"/>
                <a:gd name="T77" fmla="*/ 184 h 412"/>
                <a:gd name="T78" fmla="*/ 584 w 586"/>
                <a:gd name="T79" fmla="*/ 126 h 412"/>
                <a:gd name="T80" fmla="*/ 572 w 586"/>
                <a:gd name="T81" fmla="*/ 70 h 412"/>
                <a:gd name="T82" fmla="*/ 546 w 586"/>
                <a:gd name="T83" fmla="*/ 22 h 412"/>
                <a:gd name="T84" fmla="*/ 528 w 586"/>
                <a:gd name="T85"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86" h="412">
                  <a:moveTo>
                    <a:pt x="528" y="0"/>
                  </a:moveTo>
                  <a:lnTo>
                    <a:pt x="528" y="0"/>
                  </a:lnTo>
                  <a:lnTo>
                    <a:pt x="532" y="12"/>
                  </a:lnTo>
                  <a:lnTo>
                    <a:pt x="534" y="22"/>
                  </a:lnTo>
                  <a:lnTo>
                    <a:pt x="534" y="22"/>
                  </a:lnTo>
                  <a:lnTo>
                    <a:pt x="540" y="40"/>
                  </a:lnTo>
                  <a:lnTo>
                    <a:pt x="548" y="58"/>
                  </a:lnTo>
                  <a:lnTo>
                    <a:pt x="552" y="76"/>
                  </a:lnTo>
                  <a:lnTo>
                    <a:pt x="556" y="96"/>
                  </a:lnTo>
                  <a:lnTo>
                    <a:pt x="556" y="96"/>
                  </a:lnTo>
                  <a:lnTo>
                    <a:pt x="554" y="122"/>
                  </a:lnTo>
                  <a:lnTo>
                    <a:pt x="552" y="148"/>
                  </a:lnTo>
                  <a:lnTo>
                    <a:pt x="548" y="174"/>
                  </a:lnTo>
                  <a:lnTo>
                    <a:pt x="542" y="200"/>
                  </a:lnTo>
                  <a:lnTo>
                    <a:pt x="542" y="200"/>
                  </a:lnTo>
                  <a:lnTo>
                    <a:pt x="530" y="232"/>
                  </a:lnTo>
                  <a:lnTo>
                    <a:pt x="522" y="250"/>
                  </a:lnTo>
                  <a:lnTo>
                    <a:pt x="512" y="266"/>
                  </a:lnTo>
                  <a:lnTo>
                    <a:pt x="504" y="280"/>
                  </a:lnTo>
                  <a:lnTo>
                    <a:pt x="492" y="294"/>
                  </a:lnTo>
                  <a:lnTo>
                    <a:pt x="480" y="306"/>
                  </a:lnTo>
                  <a:lnTo>
                    <a:pt x="464" y="316"/>
                  </a:lnTo>
                  <a:lnTo>
                    <a:pt x="464" y="316"/>
                  </a:lnTo>
                  <a:lnTo>
                    <a:pt x="430" y="336"/>
                  </a:lnTo>
                  <a:lnTo>
                    <a:pt x="414" y="344"/>
                  </a:lnTo>
                  <a:lnTo>
                    <a:pt x="396" y="352"/>
                  </a:lnTo>
                  <a:lnTo>
                    <a:pt x="380" y="356"/>
                  </a:lnTo>
                  <a:lnTo>
                    <a:pt x="362" y="360"/>
                  </a:lnTo>
                  <a:lnTo>
                    <a:pt x="342" y="362"/>
                  </a:lnTo>
                  <a:lnTo>
                    <a:pt x="322" y="362"/>
                  </a:lnTo>
                  <a:lnTo>
                    <a:pt x="322" y="362"/>
                  </a:lnTo>
                  <a:lnTo>
                    <a:pt x="302" y="360"/>
                  </a:lnTo>
                  <a:lnTo>
                    <a:pt x="284" y="356"/>
                  </a:lnTo>
                  <a:lnTo>
                    <a:pt x="246" y="348"/>
                  </a:lnTo>
                  <a:lnTo>
                    <a:pt x="172" y="326"/>
                  </a:lnTo>
                  <a:lnTo>
                    <a:pt x="172" y="326"/>
                  </a:lnTo>
                  <a:lnTo>
                    <a:pt x="136" y="316"/>
                  </a:lnTo>
                  <a:lnTo>
                    <a:pt x="98" y="302"/>
                  </a:lnTo>
                  <a:lnTo>
                    <a:pt x="78" y="298"/>
                  </a:lnTo>
                  <a:lnTo>
                    <a:pt x="58" y="294"/>
                  </a:lnTo>
                  <a:lnTo>
                    <a:pt x="38" y="294"/>
                  </a:lnTo>
                  <a:lnTo>
                    <a:pt x="20" y="298"/>
                  </a:lnTo>
                  <a:lnTo>
                    <a:pt x="20" y="298"/>
                  </a:lnTo>
                  <a:lnTo>
                    <a:pt x="0" y="306"/>
                  </a:lnTo>
                  <a:lnTo>
                    <a:pt x="0" y="306"/>
                  </a:lnTo>
                  <a:lnTo>
                    <a:pt x="8" y="310"/>
                  </a:lnTo>
                  <a:lnTo>
                    <a:pt x="16" y="316"/>
                  </a:lnTo>
                  <a:lnTo>
                    <a:pt x="34" y="322"/>
                  </a:lnTo>
                  <a:lnTo>
                    <a:pt x="74" y="332"/>
                  </a:lnTo>
                  <a:lnTo>
                    <a:pt x="74" y="332"/>
                  </a:lnTo>
                  <a:lnTo>
                    <a:pt x="100" y="338"/>
                  </a:lnTo>
                  <a:lnTo>
                    <a:pt x="124" y="346"/>
                  </a:lnTo>
                  <a:lnTo>
                    <a:pt x="148" y="356"/>
                  </a:lnTo>
                  <a:lnTo>
                    <a:pt x="172" y="368"/>
                  </a:lnTo>
                  <a:lnTo>
                    <a:pt x="172" y="368"/>
                  </a:lnTo>
                  <a:lnTo>
                    <a:pt x="196" y="382"/>
                  </a:lnTo>
                  <a:lnTo>
                    <a:pt x="222" y="394"/>
                  </a:lnTo>
                  <a:lnTo>
                    <a:pt x="248" y="404"/>
                  </a:lnTo>
                  <a:lnTo>
                    <a:pt x="262" y="408"/>
                  </a:lnTo>
                  <a:lnTo>
                    <a:pt x="276" y="410"/>
                  </a:lnTo>
                  <a:lnTo>
                    <a:pt x="276" y="410"/>
                  </a:lnTo>
                  <a:lnTo>
                    <a:pt x="298" y="412"/>
                  </a:lnTo>
                  <a:lnTo>
                    <a:pt x="320" y="412"/>
                  </a:lnTo>
                  <a:lnTo>
                    <a:pt x="342" y="412"/>
                  </a:lnTo>
                  <a:lnTo>
                    <a:pt x="362" y="408"/>
                  </a:lnTo>
                  <a:lnTo>
                    <a:pt x="384" y="404"/>
                  </a:lnTo>
                  <a:lnTo>
                    <a:pt x="406" y="398"/>
                  </a:lnTo>
                  <a:lnTo>
                    <a:pt x="446" y="386"/>
                  </a:lnTo>
                  <a:lnTo>
                    <a:pt x="446" y="386"/>
                  </a:lnTo>
                  <a:lnTo>
                    <a:pt x="470" y="374"/>
                  </a:lnTo>
                  <a:lnTo>
                    <a:pt x="494" y="358"/>
                  </a:lnTo>
                  <a:lnTo>
                    <a:pt x="514" y="340"/>
                  </a:lnTo>
                  <a:lnTo>
                    <a:pt x="532" y="318"/>
                  </a:lnTo>
                  <a:lnTo>
                    <a:pt x="548" y="294"/>
                  </a:lnTo>
                  <a:lnTo>
                    <a:pt x="560" y="268"/>
                  </a:lnTo>
                  <a:lnTo>
                    <a:pt x="570" y="242"/>
                  </a:lnTo>
                  <a:lnTo>
                    <a:pt x="578" y="214"/>
                  </a:lnTo>
                  <a:lnTo>
                    <a:pt x="584" y="184"/>
                  </a:lnTo>
                  <a:lnTo>
                    <a:pt x="586" y="156"/>
                  </a:lnTo>
                  <a:lnTo>
                    <a:pt x="584" y="126"/>
                  </a:lnTo>
                  <a:lnTo>
                    <a:pt x="580" y="98"/>
                  </a:lnTo>
                  <a:lnTo>
                    <a:pt x="572" y="70"/>
                  </a:lnTo>
                  <a:lnTo>
                    <a:pt x="562" y="46"/>
                  </a:lnTo>
                  <a:lnTo>
                    <a:pt x="546" y="22"/>
                  </a:lnTo>
                  <a:lnTo>
                    <a:pt x="528" y="0"/>
                  </a:lnTo>
                  <a:lnTo>
                    <a:pt x="528" y="0"/>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4" name="Freeform 1471">
              <a:extLst>
                <a:ext uri="{FF2B5EF4-FFF2-40B4-BE49-F238E27FC236}">
                  <a16:creationId xmlns:a16="http://schemas.microsoft.com/office/drawing/2014/main" id="{0C075D11-AD87-488C-AADE-C6503CDD8F79}"/>
                </a:ext>
              </a:extLst>
            </p:cNvPr>
            <p:cNvSpPr>
              <a:spLocks/>
            </p:cNvSpPr>
            <p:nvPr/>
          </p:nvSpPr>
          <p:spPr bwMode="auto">
            <a:xfrm>
              <a:off x="5453063" y="1433513"/>
              <a:ext cx="930275" cy="654050"/>
            </a:xfrm>
            <a:custGeom>
              <a:avLst/>
              <a:gdLst>
                <a:gd name="T0" fmla="*/ 528 w 586"/>
                <a:gd name="T1" fmla="*/ 0 h 412"/>
                <a:gd name="T2" fmla="*/ 534 w 586"/>
                <a:gd name="T3" fmla="*/ 22 h 412"/>
                <a:gd name="T4" fmla="*/ 540 w 586"/>
                <a:gd name="T5" fmla="*/ 40 h 412"/>
                <a:gd name="T6" fmla="*/ 552 w 586"/>
                <a:gd name="T7" fmla="*/ 76 h 412"/>
                <a:gd name="T8" fmla="*/ 556 w 586"/>
                <a:gd name="T9" fmla="*/ 96 h 412"/>
                <a:gd name="T10" fmla="*/ 552 w 586"/>
                <a:gd name="T11" fmla="*/ 148 h 412"/>
                <a:gd name="T12" fmla="*/ 542 w 586"/>
                <a:gd name="T13" fmla="*/ 200 h 412"/>
                <a:gd name="T14" fmla="*/ 530 w 586"/>
                <a:gd name="T15" fmla="*/ 232 h 412"/>
                <a:gd name="T16" fmla="*/ 512 w 586"/>
                <a:gd name="T17" fmla="*/ 266 h 412"/>
                <a:gd name="T18" fmla="*/ 492 w 586"/>
                <a:gd name="T19" fmla="*/ 294 h 412"/>
                <a:gd name="T20" fmla="*/ 464 w 586"/>
                <a:gd name="T21" fmla="*/ 316 h 412"/>
                <a:gd name="T22" fmla="*/ 430 w 586"/>
                <a:gd name="T23" fmla="*/ 336 h 412"/>
                <a:gd name="T24" fmla="*/ 396 w 586"/>
                <a:gd name="T25" fmla="*/ 352 h 412"/>
                <a:gd name="T26" fmla="*/ 362 w 586"/>
                <a:gd name="T27" fmla="*/ 360 h 412"/>
                <a:gd name="T28" fmla="*/ 322 w 586"/>
                <a:gd name="T29" fmla="*/ 362 h 412"/>
                <a:gd name="T30" fmla="*/ 302 w 586"/>
                <a:gd name="T31" fmla="*/ 360 h 412"/>
                <a:gd name="T32" fmla="*/ 246 w 586"/>
                <a:gd name="T33" fmla="*/ 348 h 412"/>
                <a:gd name="T34" fmla="*/ 172 w 586"/>
                <a:gd name="T35" fmla="*/ 326 h 412"/>
                <a:gd name="T36" fmla="*/ 98 w 586"/>
                <a:gd name="T37" fmla="*/ 302 h 412"/>
                <a:gd name="T38" fmla="*/ 58 w 586"/>
                <a:gd name="T39" fmla="*/ 294 h 412"/>
                <a:gd name="T40" fmla="*/ 20 w 586"/>
                <a:gd name="T41" fmla="*/ 298 h 412"/>
                <a:gd name="T42" fmla="*/ 0 w 586"/>
                <a:gd name="T43" fmla="*/ 306 h 412"/>
                <a:gd name="T44" fmla="*/ 8 w 586"/>
                <a:gd name="T45" fmla="*/ 310 h 412"/>
                <a:gd name="T46" fmla="*/ 34 w 586"/>
                <a:gd name="T47" fmla="*/ 322 h 412"/>
                <a:gd name="T48" fmla="*/ 74 w 586"/>
                <a:gd name="T49" fmla="*/ 332 h 412"/>
                <a:gd name="T50" fmla="*/ 124 w 586"/>
                <a:gd name="T51" fmla="*/ 346 h 412"/>
                <a:gd name="T52" fmla="*/ 172 w 586"/>
                <a:gd name="T53" fmla="*/ 368 h 412"/>
                <a:gd name="T54" fmla="*/ 196 w 586"/>
                <a:gd name="T55" fmla="*/ 382 h 412"/>
                <a:gd name="T56" fmla="*/ 248 w 586"/>
                <a:gd name="T57" fmla="*/ 404 h 412"/>
                <a:gd name="T58" fmla="*/ 276 w 586"/>
                <a:gd name="T59" fmla="*/ 410 h 412"/>
                <a:gd name="T60" fmla="*/ 298 w 586"/>
                <a:gd name="T61" fmla="*/ 412 h 412"/>
                <a:gd name="T62" fmla="*/ 342 w 586"/>
                <a:gd name="T63" fmla="*/ 412 h 412"/>
                <a:gd name="T64" fmla="*/ 384 w 586"/>
                <a:gd name="T65" fmla="*/ 404 h 412"/>
                <a:gd name="T66" fmla="*/ 446 w 586"/>
                <a:gd name="T67" fmla="*/ 386 h 412"/>
                <a:gd name="T68" fmla="*/ 470 w 586"/>
                <a:gd name="T69" fmla="*/ 374 h 412"/>
                <a:gd name="T70" fmla="*/ 514 w 586"/>
                <a:gd name="T71" fmla="*/ 340 h 412"/>
                <a:gd name="T72" fmla="*/ 548 w 586"/>
                <a:gd name="T73" fmla="*/ 294 h 412"/>
                <a:gd name="T74" fmla="*/ 570 w 586"/>
                <a:gd name="T75" fmla="*/ 242 h 412"/>
                <a:gd name="T76" fmla="*/ 584 w 586"/>
                <a:gd name="T77" fmla="*/ 184 h 412"/>
                <a:gd name="T78" fmla="*/ 584 w 586"/>
                <a:gd name="T79" fmla="*/ 126 h 412"/>
                <a:gd name="T80" fmla="*/ 572 w 586"/>
                <a:gd name="T81" fmla="*/ 70 h 412"/>
                <a:gd name="T82" fmla="*/ 546 w 586"/>
                <a:gd name="T83" fmla="*/ 22 h 412"/>
                <a:gd name="T84" fmla="*/ 528 w 586"/>
                <a:gd name="T85"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86" h="412">
                  <a:moveTo>
                    <a:pt x="528" y="0"/>
                  </a:moveTo>
                  <a:lnTo>
                    <a:pt x="528" y="0"/>
                  </a:lnTo>
                  <a:lnTo>
                    <a:pt x="532" y="12"/>
                  </a:lnTo>
                  <a:lnTo>
                    <a:pt x="534" y="22"/>
                  </a:lnTo>
                  <a:lnTo>
                    <a:pt x="534" y="22"/>
                  </a:lnTo>
                  <a:lnTo>
                    <a:pt x="540" y="40"/>
                  </a:lnTo>
                  <a:lnTo>
                    <a:pt x="548" y="58"/>
                  </a:lnTo>
                  <a:lnTo>
                    <a:pt x="552" y="76"/>
                  </a:lnTo>
                  <a:lnTo>
                    <a:pt x="556" y="96"/>
                  </a:lnTo>
                  <a:lnTo>
                    <a:pt x="556" y="96"/>
                  </a:lnTo>
                  <a:lnTo>
                    <a:pt x="554" y="122"/>
                  </a:lnTo>
                  <a:lnTo>
                    <a:pt x="552" y="148"/>
                  </a:lnTo>
                  <a:lnTo>
                    <a:pt x="548" y="174"/>
                  </a:lnTo>
                  <a:lnTo>
                    <a:pt x="542" y="200"/>
                  </a:lnTo>
                  <a:lnTo>
                    <a:pt x="542" y="200"/>
                  </a:lnTo>
                  <a:lnTo>
                    <a:pt x="530" y="232"/>
                  </a:lnTo>
                  <a:lnTo>
                    <a:pt x="522" y="250"/>
                  </a:lnTo>
                  <a:lnTo>
                    <a:pt x="512" y="266"/>
                  </a:lnTo>
                  <a:lnTo>
                    <a:pt x="504" y="280"/>
                  </a:lnTo>
                  <a:lnTo>
                    <a:pt x="492" y="294"/>
                  </a:lnTo>
                  <a:lnTo>
                    <a:pt x="480" y="306"/>
                  </a:lnTo>
                  <a:lnTo>
                    <a:pt x="464" y="316"/>
                  </a:lnTo>
                  <a:lnTo>
                    <a:pt x="464" y="316"/>
                  </a:lnTo>
                  <a:lnTo>
                    <a:pt x="430" y="336"/>
                  </a:lnTo>
                  <a:lnTo>
                    <a:pt x="414" y="344"/>
                  </a:lnTo>
                  <a:lnTo>
                    <a:pt x="396" y="352"/>
                  </a:lnTo>
                  <a:lnTo>
                    <a:pt x="380" y="356"/>
                  </a:lnTo>
                  <a:lnTo>
                    <a:pt x="362" y="360"/>
                  </a:lnTo>
                  <a:lnTo>
                    <a:pt x="342" y="362"/>
                  </a:lnTo>
                  <a:lnTo>
                    <a:pt x="322" y="362"/>
                  </a:lnTo>
                  <a:lnTo>
                    <a:pt x="322" y="362"/>
                  </a:lnTo>
                  <a:lnTo>
                    <a:pt x="302" y="360"/>
                  </a:lnTo>
                  <a:lnTo>
                    <a:pt x="284" y="356"/>
                  </a:lnTo>
                  <a:lnTo>
                    <a:pt x="246" y="348"/>
                  </a:lnTo>
                  <a:lnTo>
                    <a:pt x="172" y="326"/>
                  </a:lnTo>
                  <a:lnTo>
                    <a:pt x="172" y="326"/>
                  </a:lnTo>
                  <a:lnTo>
                    <a:pt x="136" y="316"/>
                  </a:lnTo>
                  <a:lnTo>
                    <a:pt x="98" y="302"/>
                  </a:lnTo>
                  <a:lnTo>
                    <a:pt x="78" y="298"/>
                  </a:lnTo>
                  <a:lnTo>
                    <a:pt x="58" y="294"/>
                  </a:lnTo>
                  <a:lnTo>
                    <a:pt x="38" y="294"/>
                  </a:lnTo>
                  <a:lnTo>
                    <a:pt x="20" y="298"/>
                  </a:lnTo>
                  <a:lnTo>
                    <a:pt x="20" y="298"/>
                  </a:lnTo>
                  <a:lnTo>
                    <a:pt x="0" y="306"/>
                  </a:lnTo>
                  <a:lnTo>
                    <a:pt x="0" y="306"/>
                  </a:lnTo>
                  <a:lnTo>
                    <a:pt x="8" y="310"/>
                  </a:lnTo>
                  <a:lnTo>
                    <a:pt x="16" y="316"/>
                  </a:lnTo>
                  <a:lnTo>
                    <a:pt x="34" y="322"/>
                  </a:lnTo>
                  <a:lnTo>
                    <a:pt x="74" y="332"/>
                  </a:lnTo>
                  <a:lnTo>
                    <a:pt x="74" y="332"/>
                  </a:lnTo>
                  <a:lnTo>
                    <a:pt x="100" y="338"/>
                  </a:lnTo>
                  <a:lnTo>
                    <a:pt x="124" y="346"/>
                  </a:lnTo>
                  <a:lnTo>
                    <a:pt x="148" y="356"/>
                  </a:lnTo>
                  <a:lnTo>
                    <a:pt x="172" y="368"/>
                  </a:lnTo>
                  <a:lnTo>
                    <a:pt x="172" y="368"/>
                  </a:lnTo>
                  <a:lnTo>
                    <a:pt x="196" y="382"/>
                  </a:lnTo>
                  <a:lnTo>
                    <a:pt x="222" y="394"/>
                  </a:lnTo>
                  <a:lnTo>
                    <a:pt x="248" y="404"/>
                  </a:lnTo>
                  <a:lnTo>
                    <a:pt x="262" y="408"/>
                  </a:lnTo>
                  <a:lnTo>
                    <a:pt x="276" y="410"/>
                  </a:lnTo>
                  <a:lnTo>
                    <a:pt x="276" y="410"/>
                  </a:lnTo>
                  <a:lnTo>
                    <a:pt x="298" y="412"/>
                  </a:lnTo>
                  <a:lnTo>
                    <a:pt x="320" y="412"/>
                  </a:lnTo>
                  <a:lnTo>
                    <a:pt x="342" y="412"/>
                  </a:lnTo>
                  <a:lnTo>
                    <a:pt x="362" y="408"/>
                  </a:lnTo>
                  <a:lnTo>
                    <a:pt x="384" y="404"/>
                  </a:lnTo>
                  <a:lnTo>
                    <a:pt x="406" y="398"/>
                  </a:lnTo>
                  <a:lnTo>
                    <a:pt x="446" y="386"/>
                  </a:lnTo>
                  <a:lnTo>
                    <a:pt x="446" y="386"/>
                  </a:lnTo>
                  <a:lnTo>
                    <a:pt x="470" y="374"/>
                  </a:lnTo>
                  <a:lnTo>
                    <a:pt x="494" y="358"/>
                  </a:lnTo>
                  <a:lnTo>
                    <a:pt x="514" y="340"/>
                  </a:lnTo>
                  <a:lnTo>
                    <a:pt x="532" y="318"/>
                  </a:lnTo>
                  <a:lnTo>
                    <a:pt x="548" y="294"/>
                  </a:lnTo>
                  <a:lnTo>
                    <a:pt x="560" y="268"/>
                  </a:lnTo>
                  <a:lnTo>
                    <a:pt x="570" y="242"/>
                  </a:lnTo>
                  <a:lnTo>
                    <a:pt x="578" y="214"/>
                  </a:lnTo>
                  <a:lnTo>
                    <a:pt x="584" y="184"/>
                  </a:lnTo>
                  <a:lnTo>
                    <a:pt x="586" y="156"/>
                  </a:lnTo>
                  <a:lnTo>
                    <a:pt x="584" y="126"/>
                  </a:lnTo>
                  <a:lnTo>
                    <a:pt x="580" y="98"/>
                  </a:lnTo>
                  <a:lnTo>
                    <a:pt x="572" y="70"/>
                  </a:lnTo>
                  <a:lnTo>
                    <a:pt x="562" y="46"/>
                  </a:lnTo>
                  <a:lnTo>
                    <a:pt x="546" y="22"/>
                  </a:lnTo>
                  <a:lnTo>
                    <a:pt x="528" y="0"/>
                  </a:lnTo>
                  <a:lnTo>
                    <a:pt x="528" y="0"/>
                  </a:lnTo>
                  <a:close/>
                </a:path>
              </a:pathLst>
            </a:custGeom>
            <a:solidFill>
              <a:srgbClr val="3617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5" name="Freeform 1472">
              <a:extLst>
                <a:ext uri="{FF2B5EF4-FFF2-40B4-BE49-F238E27FC236}">
                  <a16:creationId xmlns:a16="http://schemas.microsoft.com/office/drawing/2014/main" id="{E1AA33FE-6616-4C91-BFCA-FEC82EE2147F}"/>
                </a:ext>
              </a:extLst>
            </p:cNvPr>
            <p:cNvSpPr>
              <a:spLocks/>
            </p:cNvSpPr>
            <p:nvPr/>
          </p:nvSpPr>
          <p:spPr bwMode="auto">
            <a:xfrm>
              <a:off x="5313363" y="1900238"/>
              <a:ext cx="254000" cy="434975"/>
            </a:xfrm>
            <a:custGeom>
              <a:avLst/>
              <a:gdLst>
                <a:gd name="T0" fmla="*/ 108 w 160"/>
                <a:gd name="T1" fmla="*/ 4 h 274"/>
                <a:gd name="T2" fmla="*/ 108 w 160"/>
                <a:gd name="T3" fmla="*/ 4 h 274"/>
                <a:gd name="T4" fmla="*/ 92 w 160"/>
                <a:gd name="T5" fmla="*/ 10 h 274"/>
                <a:gd name="T6" fmla="*/ 76 w 160"/>
                <a:gd name="T7" fmla="*/ 16 h 274"/>
                <a:gd name="T8" fmla="*/ 60 w 160"/>
                <a:gd name="T9" fmla="*/ 26 h 274"/>
                <a:gd name="T10" fmla="*/ 46 w 160"/>
                <a:gd name="T11" fmla="*/ 38 h 274"/>
                <a:gd name="T12" fmla="*/ 32 w 160"/>
                <a:gd name="T13" fmla="*/ 52 h 274"/>
                <a:gd name="T14" fmla="*/ 22 w 160"/>
                <a:gd name="T15" fmla="*/ 66 h 274"/>
                <a:gd name="T16" fmla="*/ 12 w 160"/>
                <a:gd name="T17" fmla="*/ 82 h 274"/>
                <a:gd name="T18" fmla="*/ 6 w 160"/>
                <a:gd name="T19" fmla="*/ 98 h 274"/>
                <a:gd name="T20" fmla="*/ 6 w 160"/>
                <a:gd name="T21" fmla="*/ 98 h 274"/>
                <a:gd name="T22" fmla="*/ 2 w 160"/>
                <a:gd name="T23" fmla="*/ 120 h 274"/>
                <a:gd name="T24" fmla="*/ 0 w 160"/>
                <a:gd name="T25" fmla="*/ 142 h 274"/>
                <a:gd name="T26" fmla="*/ 0 w 160"/>
                <a:gd name="T27" fmla="*/ 164 h 274"/>
                <a:gd name="T28" fmla="*/ 2 w 160"/>
                <a:gd name="T29" fmla="*/ 186 h 274"/>
                <a:gd name="T30" fmla="*/ 10 w 160"/>
                <a:gd name="T31" fmla="*/ 230 h 274"/>
                <a:gd name="T32" fmla="*/ 18 w 160"/>
                <a:gd name="T33" fmla="*/ 274 h 274"/>
                <a:gd name="T34" fmla="*/ 18 w 160"/>
                <a:gd name="T35" fmla="*/ 274 h 274"/>
                <a:gd name="T36" fmla="*/ 20 w 160"/>
                <a:gd name="T37" fmla="*/ 258 h 274"/>
                <a:gd name="T38" fmla="*/ 18 w 160"/>
                <a:gd name="T39" fmla="*/ 242 h 274"/>
                <a:gd name="T40" fmla="*/ 18 w 160"/>
                <a:gd name="T41" fmla="*/ 242 h 274"/>
                <a:gd name="T42" fmla="*/ 20 w 160"/>
                <a:gd name="T43" fmla="*/ 192 h 274"/>
                <a:gd name="T44" fmla="*/ 22 w 160"/>
                <a:gd name="T45" fmla="*/ 166 h 274"/>
                <a:gd name="T46" fmla="*/ 26 w 160"/>
                <a:gd name="T47" fmla="*/ 140 h 274"/>
                <a:gd name="T48" fmla="*/ 34 w 160"/>
                <a:gd name="T49" fmla="*/ 116 h 274"/>
                <a:gd name="T50" fmla="*/ 44 w 160"/>
                <a:gd name="T51" fmla="*/ 92 h 274"/>
                <a:gd name="T52" fmla="*/ 50 w 160"/>
                <a:gd name="T53" fmla="*/ 82 h 274"/>
                <a:gd name="T54" fmla="*/ 58 w 160"/>
                <a:gd name="T55" fmla="*/ 72 h 274"/>
                <a:gd name="T56" fmla="*/ 66 w 160"/>
                <a:gd name="T57" fmla="*/ 62 h 274"/>
                <a:gd name="T58" fmla="*/ 76 w 160"/>
                <a:gd name="T59" fmla="*/ 54 h 274"/>
                <a:gd name="T60" fmla="*/ 76 w 160"/>
                <a:gd name="T61" fmla="*/ 54 h 274"/>
                <a:gd name="T62" fmla="*/ 90 w 160"/>
                <a:gd name="T63" fmla="*/ 48 h 274"/>
                <a:gd name="T64" fmla="*/ 104 w 160"/>
                <a:gd name="T65" fmla="*/ 42 h 274"/>
                <a:gd name="T66" fmla="*/ 120 w 160"/>
                <a:gd name="T67" fmla="*/ 38 h 274"/>
                <a:gd name="T68" fmla="*/ 136 w 160"/>
                <a:gd name="T69" fmla="*/ 36 h 274"/>
                <a:gd name="T70" fmla="*/ 136 w 160"/>
                <a:gd name="T71" fmla="*/ 36 h 274"/>
                <a:gd name="T72" fmla="*/ 152 w 160"/>
                <a:gd name="T73" fmla="*/ 34 h 274"/>
                <a:gd name="T74" fmla="*/ 158 w 160"/>
                <a:gd name="T75" fmla="*/ 32 h 274"/>
                <a:gd name="T76" fmla="*/ 160 w 160"/>
                <a:gd name="T77" fmla="*/ 28 h 274"/>
                <a:gd name="T78" fmla="*/ 160 w 160"/>
                <a:gd name="T79" fmla="*/ 24 h 274"/>
                <a:gd name="T80" fmla="*/ 160 w 160"/>
                <a:gd name="T81" fmla="*/ 24 h 274"/>
                <a:gd name="T82" fmla="*/ 160 w 160"/>
                <a:gd name="T83" fmla="*/ 20 h 274"/>
                <a:gd name="T84" fmla="*/ 158 w 160"/>
                <a:gd name="T85" fmla="*/ 14 h 274"/>
                <a:gd name="T86" fmla="*/ 150 w 160"/>
                <a:gd name="T87" fmla="*/ 2 h 274"/>
                <a:gd name="T88" fmla="*/ 150 w 160"/>
                <a:gd name="T89" fmla="*/ 2 h 274"/>
                <a:gd name="T90" fmla="*/ 128 w 160"/>
                <a:gd name="T91" fmla="*/ 0 h 274"/>
                <a:gd name="T92" fmla="*/ 108 w 160"/>
                <a:gd name="T93" fmla="*/ 4 h 274"/>
                <a:gd name="T94" fmla="*/ 108 w 160"/>
                <a:gd name="T95" fmla="*/ 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60" h="274">
                  <a:moveTo>
                    <a:pt x="108" y="4"/>
                  </a:moveTo>
                  <a:lnTo>
                    <a:pt x="108" y="4"/>
                  </a:lnTo>
                  <a:lnTo>
                    <a:pt x="92" y="10"/>
                  </a:lnTo>
                  <a:lnTo>
                    <a:pt x="76" y="16"/>
                  </a:lnTo>
                  <a:lnTo>
                    <a:pt x="60" y="26"/>
                  </a:lnTo>
                  <a:lnTo>
                    <a:pt x="46" y="38"/>
                  </a:lnTo>
                  <a:lnTo>
                    <a:pt x="32" y="52"/>
                  </a:lnTo>
                  <a:lnTo>
                    <a:pt x="22" y="66"/>
                  </a:lnTo>
                  <a:lnTo>
                    <a:pt x="12" y="82"/>
                  </a:lnTo>
                  <a:lnTo>
                    <a:pt x="6" y="98"/>
                  </a:lnTo>
                  <a:lnTo>
                    <a:pt x="6" y="98"/>
                  </a:lnTo>
                  <a:lnTo>
                    <a:pt x="2" y="120"/>
                  </a:lnTo>
                  <a:lnTo>
                    <a:pt x="0" y="142"/>
                  </a:lnTo>
                  <a:lnTo>
                    <a:pt x="0" y="164"/>
                  </a:lnTo>
                  <a:lnTo>
                    <a:pt x="2" y="186"/>
                  </a:lnTo>
                  <a:lnTo>
                    <a:pt x="10" y="230"/>
                  </a:lnTo>
                  <a:lnTo>
                    <a:pt x="18" y="274"/>
                  </a:lnTo>
                  <a:lnTo>
                    <a:pt x="18" y="274"/>
                  </a:lnTo>
                  <a:lnTo>
                    <a:pt x="20" y="258"/>
                  </a:lnTo>
                  <a:lnTo>
                    <a:pt x="18" y="242"/>
                  </a:lnTo>
                  <a:lnTo>
                    <a:pt x="18" y="242"/>
                  </a:lnTo>
                  <a:lnTo>
                    <a:pt x="20" y="192"/>
                  </a:lnTo>
                  <a:lnTo>
                    <a:pt x="22" y="166"/>
                  </a:lnTo>
                  <a:lnTo>
                    <a:pt x="26" y="140"/>
                  </a:lnTo>
                  <a:lnTo>
                    <a:pt x="34" y="116"/>
                  </a:lnTo>
                  <a:lnTo>
                    <a:pt x="44" y="92"/>
                  </a:lnTo>
                  <a:lnTo>
                    <a:pt x="50" y="82"/>
                  </a:lnTo>
                  <a:lnTo>
                    <a:pt x="58" y="72"/>
                  </a:lnTo>
                  <a:lnTo>
                    <a:pt x="66" y="62"/>
                  </a:lnTo>
                  <a:lnTo>
                    <a:pt x="76" y="54"/>
                  </a:lnTo>
                  <a:lnTo>
                    <a:pt x="76" y="54"/>
                  </a:lnTo>
                  <a:lnTo>
                    <a:pt x="90" y="48"/>
                  </a:lnTo>
                  <a:lnTo>
                    <a:pt x="104" y="42"/>
                  </a:lnTo>
                  <a:lnTo>
                    <a:pt x="120" y="38"/>
                  </a:lnTo>
                  <a:lnTo>
                    <a:pt x="136" y="36"/>
                  </a:lnTo>
                  <a:lnTo>
                    <a:pt x="136" y="36"/>
                  </a:lnTo>
                  <a:lnTo>
                    <a:pt x="152" y="34"/>
                  </a:lnTo>
                  <a:lnTo>
                    <a:pt x="158" y="32"/>
                  </a:lnTo>
                  <a:lnTo>
                    <a:pt x="160" y="28"/>
                  </a:lnTo>
                  <a:lnTo>
                    <a:pt x="160" y="24"/>
                  </a:lnTo>
                  <a:lnTo>
                    <a:pt x="160" y="24"/>
                  </a:lnTo>
                  <a:lnTo>
                    <a:pt x="160" y="20"/>
                  </a:lnTo>
                  <a:lnTo>
                    <a:pt x="158" y="14"/>
                  </a:lnTo>
                  <a:lnTo>
                    <a:pt x="150" y="2"/>
                  </a:lnTo>
                  <a:lnTo>
                    <a:pt x="150" y="2"/>
                  </a:lnTo>
                  <a:lnTo>
                    <a:pt x="128" y="0"/>
                  </a:lnTo>
                  <a:lnTo>
                    <a:pt x="108" y="4"/>
                  </a:lnTo>
                  <a:lnTo>
                    <a:pt x="108" y="4"/>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6" name="Freeform 1473">
              <a:extLst>
                <a:ext uri="{FF2B5EF4-FFF2-40B4-BE49-F238E27FC236}">
                  <a16:creationId xmlns:a16="http://schemas.microsoft.com/office/drawing/2014/main" id="{063E1E74-E1EF-4ED4-B974-148B9BE716A7}"/>
                </a:ext>
              </a:extLst>
            </p:cNvPr>
            <p:cNvSpPr>
              <a:spLocks/>
            </p:cNvSpPr>
            <p:nvPr/>
          </p:nvSpPr>
          <p:spPr bwMode="auto">
            <a:xfrm>
              <a:off x="5313363" y="1900238"/>
              <a:ext cx="254000" cy="434975"/>
            </a:xfrm>
            <a:custGeom>
              <a:avLst/>
              <a:gdLst>
                <a:gd name="T0" fmla="*/ 108 w 160"/>
                <a:gd name="T1" fmla="*/ 4 h 274"/>
                <a:gd name="T2" fmla="*/ 108 w 160"/>
                <a:gd name="T3" fmla="*/ 4 h 274"/>
                <a:gd name="T4" fmla="*/ 92 w 160"/>
                <a:gd name="T5" fmla="*/ 10 h 274"/>
                <a:gd name="T6" fmla="*/ 76 w 160"/>
                <a:gd name="T7" fmla="*/ 16 h 274"/>
                <a:gd name="T8" fmla="*/ 60 w 160"/>
                <a:gd name="T9" fmla="*/ 26 h 274"/>
                <a:gd name="T10" fmla="*/ 46 w 160"/>
                <a:gd name="T11" fmla="*/ 38 h 274"/>
                <a:gd name="T12" fmla="*/ 32 w 160"/>
                <a:gd name="T13" fmla="*/ 52 h 274"/>
                <a:gd name="T14" fmla="*/ 22 w 160"/>
                <a:gd name="T15" fmla="*/ 66 h 274"/>
                <a:gd name="T16" fmla="*/ 12 w 160"/>
                <a:gd name="T17" fmla="*/ 82 h 274"/>
                <a:gd name="T18" fmla="*/ 6 w 160"/>
                <a:gd name="T19" fmla="*/ 98 h 274"/>
                <a:gd name="T20" fmla="*/ 6 w 160"/>
                <a:gd name="T21" fmla="*/ 98 h 274"/>
                <a:gd name="T22" fmla="*/ 2 w 160"/>
                <a:gd name="T23" fmla="*/ 120 h 274"/>
                <a:gd name="T24" fmla="*/ 0 w 160"/>
                <a:gd name="T25" fmla="*/ 142 h 274"/>
                <a:gd name="T26" fmla="*/ 0 w 160"/>
                <a:gd name="T27" fmla="*/ 164 h 274"/>
                <a:gd name="T28" fmla="*/ 2 w 160"/>
                <a:gd name="T29" fmla="*/ 186 h 274"/>
                <a:gd name="T30" fmla="*/ 10 w 160"/>
                <a:gd name="T31" fmla="*/ 230 h 274"/>
                <a:gd name="T32" fmla="*/ 18 w 160"/>
                <a:gd name="T33" fmla="*/ 274 h 274"/>
                <a:gd name="T34" fmla="*/ 18 w 160"/>
                <a:gd name="T35" fmla="*/ 274 h 274"/>
                <a:gd name="T36" fmla="*/ 20 w 160"/>
                <a:gd name="T37" fmla="*/ 258 h 274"/>
                <a:gd name="T38" fmla="*/ 18 w 160"/>
                <a:gd name="T39" fmla="*/ 242 h 274"/>
                <a:gd name="T40" fmla="*/ 18 w 160"/>
                <a:gd name="T41" fmla="*/ 242 h 274"/>
                <a:gd name="T42" fmla="*/ 20 w 160"/>
                <a:gd name="T43" fmla="*/ 192 h 274"/>
                <a:gd name="T44" fmla="*/ 22 w 160"/>
                <a:gd name="T45" fmla="*/ 166 h 274"/>
                <a:gd name="T46" fmla="*/ 26 w 160"/>
                <a:gd name="T47" fmla="*/ 140 h 274"/>
                <a:gd name="T48" fmla="*/ 34 w 160"/>
                <a:gd name="T49" fmla="*/ 116 h 274"/>
                <a:gd name="T50" fmla="*/ 44 w 160"/>
                <a:gd name="T51" fmla="*/ 92 h 274"/>
                <a:gd name="T52" fmla="*/ 50 w 160"/>
                <a:gd name="T53" fmla="*/ 82 h 274"/>
                <a:gd name="T54" fmla="*/ 58 w 160"/>
                <a:gd name="T55" fmla="*/ 72 h 274"/>
                <a:gd name="T56" fmla="*/ 66 w 160"/>
                <a:gd name="T57" fmla="*/ 62 h 274"/>
                <a:gd name="T58" fmla="*/ 76 w 160"/>
                <a:gd name="T59" fmla="*/ 54 h 274"/>
                <a:gd name="T60" fmla="*/ 76 w 160"/>
                <a:gd name="T61" fmla="*/ 54 h 274"/>
                <a:gd name="T62" fmla="*/ 90 w 160"/>
                <a:gd name="T63" fmla="*/ 48 h 274"/>
                <a:gd name="T64" fmla="*/ 104 w 160"/>
                <a:gd name="T65" fmla="*/ 42 h 274"/>
                <a:gd name="T66" fmla="*/ 120 w 160"/>
                <a:gd name="T67" fmla="*/ 38 h 274"/>
                <a:gd name="T68" fmla="*/ 136 w 160"/>
                <a:gd name="T69" fmla="*/ 36 h 274"/>
                <a:gd name="T70" fmla="*/ 136 w 160"/>
                <a:gd name="T71" fmla="*/ 36 h 274"/>
                <a:gd name="T72" fmla="*/ 152 w 160"/>
                <a:gd name="T73" fmla="*/ 34 h 274"/>
                <a:gd name="T74" fmla="*/ 158 w 160"/>
                <a:gd name="T75" fmla="*/ 32 h 274"/>
                <a:gd name="T76" fmla="*/ 160 w 160"/>
                <a:gd name="T77" fmla="*/ 28 h 274"/>
                <a:gd name="T78" fmla="*/ 160 w 160"/>
                <a:gd name="T79" fmla="*/ 24 h 274"/>
                <a:gd name="T80" fmla="*/ 160 w 160"/>
                <a:gd name="T81" fmla="*/ 24 h 274"/>
                <a:gd name="T82" fmla="*/ 160 w 160"/>
                <a:gd name="T83" fmla="*/ 20 h 274"/>
                <a:gd name="T84" fmla="*/ 158 w 160"/>
                <a:gd name="T85" fmla="*/ 14 h 274"/>
                <a:gd name="T86" fmla="*/ 150 w 160"/>
                <a:gd name="T87" fmla="*/ 2 h 274"/>
                <a:gd name="T88" fmla="*/ 150 w 160"/>
                <a:gd name="T89" fmla="*/ 2 h 274"/>
                <a:gd name="T90" fmla="*/ 128 w 160"/>
                <a:gd name="T91" fmla="*/ 0 h 274"/>
                <a:gd name="T92" fmla="*/ 108 w 160"/>
                <a:gd name="T93" fmla="*/ 4 h 274"/>
                <a:gd name="T94" fmla="*/ 108 w 160"/>
                <a:gd name="T95" fmla="*/ 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60" h="274">
                  <a:moveTo>
                    <a:pt x="108" y="4"/>
                  </a:moveTo>
                  <a:lnTo>
                    <a:pt x="108" y="4"/>
                  </a:lnTo>
                  <a:lnTo>
                    <a:pt x="92" y="10"/>
                  </a:lnTo>
                  <a:lnTo>
                    <a:pt x="76" y="16"/>
                  </a:lnTo>
                  <a:lnTo>
                    <a:pt x="60" y="26"/>
                  </a:lnTo>
                  <a:lnTo>
                    <a:pt x="46" y="38"/>
                  </a:lnTo>
                  <a:lnTo>
                    <a:pt x="32" y="52"/>
                  </a:lnTo>
                  <a:lnTo>
                    <a:pt x="22" y="66"/>
                  </a:lnTo>
                  <a:lnTo>
                    <a:pt x="12" y="82"/>
                  </a:lnTo>
                  <a:lnTo>
                    <a:pt x="6" y="98"/>
                  </a:lnTo>
                  <a:lnTo>
                    <a:pt x="6" y="98"/>
                  </a:lnTo>
                  <a:lnTo>
                    <a:pt x="2" y="120"/>
                  </a:lnTo>
                  <a:lnTo>
                    <a:pt x="0" y="142"/>
                  </a:lnTo>
                  <a:lnTo>
                    <a:pt x="0" y="164"/>
                  </a:lnTo>
                  <a:lnTo>
                    <a:pt x="2" y="186"/>
                  </a:lnTo>
                  <a:lnTo>
                    <a:pt x="10" y="230"/>
                  </a:lnTo>
                  <a:lnTo>
                    <a:pt x="18" y="274"/>
                  </a:lnTo>
                  <a:lnTo>
                    <a:pt x="18" y="274"/>
                  </a:lnTo>
                  <a:lnTo>
                    <a:pt x="20" y="258"/>
                  </a:lnTo>
                  <a:lnTo>
                    <a:pt x="18" y="242"/>
                  </a:lnTo>
                  <a:lnTo>
                    <a:pt x="18" y="242"/>
                  </a:lnTo>
                  <a:lnTo>
                    <a:pt x="20" y="192"/>
                  </a:lnTo>
                  <a:lnTo>
                    <a:pt x="22" y="166"/>
                  </a:lnTo>
                  <a:lnTo>
                    <a:pt x="26" y="140"/>
                  </a:lnTo>
                  <a:lnTo>
                    <a:pt x="34" y="116"/>
                  </a:lnTo>
                  <a:lnTo>
                    <a:pt x="44" y="92"/>
                  </a:lnTo>
                  <a:lnTo>
                    <a:pt x="50" y="82"/>
                  </a:lnTo>
                  <a:lnTo>
                    <a:pt x="58" y="72"/>
                  </a:lnTo>
                  <a:lnTo>
                    <a:pt x="66" y="62"/>
                  </a:lnTo>
                  <a:lnTo>
                    <a:pt x="76" y="54"/>
                  </a:lnTo>
                  <a:lnTo>
                    <a:pt x="76" y="54"/>
                  </a:lnTo>
                  <a:lnTo>
                    <a:pt x="90" y="48"/>
                  </a:lnTo>
                  <a:lnTo>
                    <a:pt x="104" y="42"/>
                  </a:lnTo>
                  <a:lnTo>
                    <a:pt x="120" y="38"/>
                  </a:lnTo>
                  <a:lnTo>
                    <a:pt x="136" y="36"/>
                  </a:lnTo>
                  <a:lnTo>
                    <a:pt x="136" y="36"/>
                  </a:lnTo>
                  <a:lnTo>
                    <a:pt x="152" y="34"/>
                  </a:lnTo>
                  <a:lnTo>
                    <a:pt x="158" y="32"/>
                  </a:lnTo>
                  <a:lnTo>
                    <a:pt x="160" y="28"/>
                  </a:lnTo>
                  <a:lnTo>
                    <a:pt x="160" y="24"/>
                  </a:lnTo>
                  <a:lnTo>
                    <a:pt x="160" y="24"/>
                  </a:lnTo>
                  <a:lnTo>
                    <a:pt x="160" y="20"/>
                  </a:lnTo>
                  <a:lnTo>
                    <a:pt x="158" y="14"/>
                  </a:lnTo>
                  <a:lnTo>
                    <a:pt x="150" y="2"/>
                  </a:lnTo>
                  <a:lnTo>
                    <a:pt x="150" y="2"/>
                  </a:lnTo>
                  <a:lnTo>
                    <a:pt x="128" y="0"/>
                  </a:lnTo>
                  <a:lnTo>
                    <a:pt x="108" y="4"/>
                  </a:lnTo>
                  <a:lnTo>
                    <a:pt x="108" y="4"/>
                  </a:lnTo>
                  <a:close/>
                </a:path>
              </a:pathLst>
            </a:custGeom>
            <a:solidFill>
              <a:srgbClr val="3617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7" name="Freeform 1474">
              <a:extLst>
                <a:ext uri="{FF2B5EF4-FFF2-40B4-BE49-F238E27FC236}">
                  <a16:creationId xmlns:a16="http://schemas.microsoft.com/office/drawing/2014/main" id="{CFD1A4CF-BA1F-48D0-B361-964BF69C7B26}"/>
                </a:ext>
              </a:extLst>
            </p:cNvPr>
            <p:cNvSpPr>
              <a:spLocks/>
            </p:cNvSpPr>
            <p:nvPr/>
          </p:nvSpPr>
          <p:spPr bwMode="auto">
            <a:xfrm>
              <a:off x="5256213" y="1833563"/>
              <a:ext cx="152400" cy="180975"/>
            </a:xfrm>
            <a:custGeom>
              <a:avLst/>
              <a:gdLst>
                <a:gd name="T0" fmla="*/ 64 w 96"/>
                <a:gd name="T1" fmla="*/ 0 h 114"/>
                <a:gd name="T2" fmla="*/ 64 w 96"/>
                <a:gd name="T3" fmla="*/ 0 h 114"/>
                <a:gd name="T4" fmla="*/ 54 w 96"/>
                <a:gd name="T5" fmla="*/ 2 h 114"/>
                <a:gd name="T6" fmla="*/ 46 w 96"/>
                <a:gd name="T7" fmla="*/ 4 h 114"/>
                <a:gd name="T8" fmla="*/ 38 w 96"/>
                <a:gd name="T9" fmla="*/ 8 h 114"/>
                <a:gd name="T10" fmla="*/ 30 w 96"/>
                <a:gd name="T11" fmla="*/ 14 h 114"/>
                <a:gd name="T12" fmla="*/ 22 w 96"/>
                <a:gd name="T13" fmla="*/ 20 h 114"/>
                <a:gd name="T14" fmla="*/ 16 w 96"/>
                <a:gd name="T15" fmla="*/ 28 h 114"/>
                <a:gd name="T16" fmla="*/ 10 w 96"/>
                <a:gd name="T17" fmla="*/ 36 h 114"/>
                <a:gd name="T18" fmla="*/ 6 w 96"/>
                <a:gd name="T19" fmla="*/ 44 h 114"/>
                <a:gd name="T20" fmla="*/ 6 w 96"/>
                <a:gd name="T21" fmla="*/ 44 h 114"/>
                <a:gd name="T22" fmla="*/ 2 w 96"/>
                <a:gd name="T23" fmla="*/ 60 h 114"/>
                <a:gd name="T24" fmla="*/ 0 w 96"/>
                <a:gd name="T25" fmla="*/ 72 h 114"/>
                <a:gd name="T26" fmla="*/ 0 w 96"/>
                <a:gd name="T27" fmla="*/ 72 h 114"/>
                <a:gd name="T28" fmla="*/ 2 w 96"/>
                <a:gd name="T29" fmla="*/ 92 h 114"/>
                <a:gd name="T30" fmla="*/ 6 w 96"/>
                <a:gd name="T31" fmla="*/ 114 h 114"/>
                <a:gd name="T32" fmla="*/ 6 w 96"/>
                <a:gd name="T33" fmla="*/ 114 h 114"/>
                <a:gd name="T34" fmla="*/ 6 w 96"/>
                <a:gd name="T35" fmla="*/ 112 h 114"/>
                <a:gd name="T36" fmla="*/ 6 w 96"/>
                <a:gd name="T37" fmla="*/ 112 h 114"/>
                <a:gd name="T38" fmla="*/ 6 w 96"/>
                <a:gd name="T39" fmla="*/ 98 h 114"/>
                <a:gd name="T40" fmla="*/ 10 w 96"/>
                <a:gd name="T41" fmla="*/ 84 h 114"/>
                <a:gd name="T42" fmla="*/ 18 w 96"/>
                <a:gd name="T43" fmla="*/ 72 h 114"/>
                <a:gd name="T44" fmla="*/ 26 w 96"/>
                <a:gd name="T45" fmla="*/ 64 h 114"/>
                <a:gd name="T46" fmla="*/ 36 w 96"/>
                <a:gd name="T47" fmla="*/ 54 h 114"/>
                <a:gd name="T48" fmla="*/ 48 w 96"/>
                <a:gd name="T49" fmla="*/ 48 h 114"/>
                <a:gd name="T50" fmla="*/ 60 w 96"/>
                <a:gd name="T51" fmla="*/ 42 h 114"/>
                <a:gd name="T52" fmla="*/ 74 w 96"/>
                <a:gd name="T53" fmla="*/ 38 h 114"/>
                <a:gd name="T54" fmla="*/ 74 w 96"/>
                <a:gd name="T55" fmla="*/ 38 h 114"/>
                <a:gd name="T56" fmla="*/ 82 w 96"/>
                <a:gd name="T57" fmla="*/ 34 h 114"/>
                <a:gd name="T58" fmla="*/ 90 w 96"/>
                <a:gd name="T59" fmla="*/ 30 h 114"/>
                <a:gd name="T60" fmla="*/ 94 w 96"/>
                <a:gd name="T61" fmla="*/ 24 h 114"/>
                <a:gd name="T62" fmla="*/ 96 w 96"/>
                <a:gd name="T63" fmla="*/ 18 h 114"/>
                <a:gd name="T64" fmla="*/ 96 w 96"/>
                <a:gd name="T65" fmla="*/ 18 h 114"/>
                <a:gd name="T66" fmla="*/ 94 w 96"/>
                <a:gd name="T67" fmla="*/ 14 h 114"/>
                <a:gd name="T68" fmla="*/ 90 w 96"/>
                <a:gd name="T69" fmla="*/ 8 h 114"/>
                <a:gd name="T70" fmla="*/ 84 w 96"/>
                <a:gd name="T71" fmla="*/ 4 h 114"/>
                <a:gd name="T72" fmla="*/ 76 w 96"/>
                <a:gd name="T73" fmla="*/ 2 h 114"/>
                <a:gd name="T74" fmla="*/ 76 w 96"/>
                <a:gd name="T75" fmla="*/ 2 h 114"/>
                <a:gd name="T76" fmla="*/ 64 w 96"/>
                <a:gd name="T77"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6" h="114">
                  <a:moveTo>
                    <a:pt x="64" y="0"/>
                  </a:moveTo>
                  <a:lnTo>
                    <a:pt x="64" y="0"/>
                  </a:lnTo>
                  <a:lnTo>
                    <a:pt x="54" y="2"/>
                  </a:lnTo>
                  <a:lnTo>
                    <a:pt x="46" y="4"/>
                  </a:lnTo>
                  <a:lnTo>
                    <a:pt x="38" y="8"/>
                  </a:lnTo>
                  <a:lnTo>
                    <a:pt x="30" y="14"/>
                  </a:lnTo>
                  <a:lnTo>
                    <a:pt x="22" y="20"/>
                  </a:lnTo>
                  <a:lnTo>
                    <a:pt x="16" y="28"/>
                  </a:lnTo>
                  <a:lnTo>
                    <a:pt x="10" y="36"/>
                  </a:lnTo>
                  <a:lnTo>
                    <a:pt x="6" y="44"/>
                  </a:lnTo>
                  <a:lnTo>
                    <a:pt x="6" y="44"/>
                  </a:lnTo>
                  <a:lnTo>
                    <a:pt x="2" y="60"/>
                  </a:lnTo>
                  <a:lnTo>
                    <a:pt x="0" y="72"/>
                  </a:lnTo>
                  <a:lnTo>
                    <a:pt x="0" y="72"/>
                  </a:lnTo>
                  <a:lnTo>
                    <a:pt x="2" y="92"/>
                  </a:lnTo>
                  <a:lnTo>
                    <a:pt x="6" y="114"/>
                  </a:lnTo>
                  <a:lnTo>
                    <a:pt x="6" y="114"/>
                  </a:lnTo>
                  <a:lnTo>
                    <a:pt x="6" y="112"/>
                  </a:lnTo>
                  <a:lnTo>
                    <a:pt x="6" y="112"/>
                  </a:lnTo>
                  <a:lnTo>
                    <a:pt x="6" y="98"/>
                  </a:lnTo>
                  <a:lnTo>
                    <a:pt x="10" y="84"/>
                  </a:lnTo>
                  <a:lnTo>
                    <a:pt x="18" y="72"/>
                  </a:lnTo>
                  <a:lnTo>
                    <a:pt x="26" y="64"/>
                  </a:lnTo>
                  <a:lnTo>
                    <a:pt x="36" y="54"/>
                  </a:lnTo>
                  <a:lnTo>
                    <a:pt x="48" y="48"/>
                  </a:lnTo>
                  <a:lnTo>
                    <a:pt x="60" y="42"/>
                  </a:lnTo>
                  <a:lnTo>
                    <a:pt x="74" y="38"/>
                  </a:lnTo>
                  <a:lnTo>
                    <a:pt x="74" y="38"/>
                  </a:lnTo>
                  <a:lnTo>
                    <a:pt x="82" y="34"/>
                  </a:lnTo>
                  <a:lnTo>
                    <a:pt x="90" y="30"/>
                  </a:lnTo>
                  <a:lnTo>
                    <a:pt x="94" y="24"/>
                  </a:lnTo>
                  <a:lnTo>
                    <a:pt x="96" y="18"/>
                  </a:lnTo>
                  <a:lnTo>
                    <a:pt x="96" y="18"/>
                  </a:lnTo>
                  <a:lnTo>
                    <a:pt x="94" y="14"/>
                  </a:lnTo>
                  <a:lnTo>
                    <a:pt x="90" y="8"/>
                  </a:lnTo>
                  <a:lnTo>
                    <a:pt x="84" y="4"/>
                  </a:lnTo>
                  <a:lnTo>
                    <a:pt x="76" y="2"/>
                  </a:lnTo>
                  <a:lnTo>
                    <a:pt x="76" y="2"/>
                  </a:lnTo>
                  <a:lnTo>
                    <a:pt x="64" y="0"/>
                  </a:lnTo>
                  <a:close/>
                </a:path>
              </a:pathLst>
            </a:custGeom>
            <a:solidFill>
              <a:srgbClr val="965C3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8" name="Freeform 1475">
              <a:extLst>
                <a:ext uri="{FF2B5EF4-FFF2-40B4-BE49-F238E27FC236}">
                  <a16:creationId xmlns:a16="http://schemas.microsoft.com/office/drawing/2014/main" id="{9FF4BEDA-5F94-4C35-A130-6A4CE28463EF}"/>
                </a:ext>
              </a:extLst>
            </p:cNvPr>
            <p:cNvSpPr>
              <a:spLocks/>
            </p:cNvSpPr>
            <p:nvPr/>
          </p:nvSpPr>
          <p:spPr bwMode="auto">
            <a:xfrm>
              <a:off x="5256213" y="1833563"/>
              <a:ext cx="152400" cy="180975"/>
            </a:xfrm>
            <a:custGeom>
              <a:avLst/>
              <a:gdLst>
                <a:gd name="T0" fmla="*/ 64 w 96"/>
                <a:gd name="T1" fmla="*/ 0 h 114"/>
                <a:gd name="T2" fmla="*/ 64 w 96"/>
                <a:gd name="T3" fmla="*/ 0 h 114"/>
                <a:gd name="T4" fmla="*/ 54 w 96"/>
                <a:gd name="T5" fmla="*/ 2 h 114"/>
                <a:gd name="T6" fmla="*/ 46 w 96"/>
                <a:gd name="T7" fmla="*/ 4 h 114"/>
                <a:gd name="T8" fmla="*/ 38 w 96"/>
                <a:gd name="T9" fmla="*/ 8 h 114"/>
                <a:gd name="T10" fmla="*/ 30 w 96"/>
                <a:gd name="T11" fmla="*/ 14 h 114"/>
                <a:gd name="T12" fmla="*/ 22 w 96"/>
                <a:gd name="T13" fmla="*/ 20 h 114"/>
                <a:gd name="T14" fmla="*/ 16 w 96"/>
                <a:gd name="T15" fmla="*/ 28 h 114"/>
                <a:gd name="T16" fmla="*/ 10 w 96"/>
                <a:gd name="T17" fmla="*/ 36 h 114"/>
                <a:gd name="T18" fmla="*/ 6 w 96"/>
                <a:gd name="T19" fmla="*/ 44 h 114"/>
                <a:gd name="T20" fmla="*/ 6 w 96"/>
                <a:gd name="T21" fmla="*/ 44 h 114"/>
                <a:gd name="T22" fmla="*/ 2 w 96"/>
                <a:gd name="T23" fmla="*/ 60 h 114"/>
                <a:gd name="T24" fmla="*/ 0 w 96"/>
                <a:gd name="T25" fmla="*/ 72 h 114"/>
                <a:gd name="T26" fmla="*/ 0 w 96"/>
                <a:gd name="T27" fmla="*/ 72 h 114"/>
                <a:gd name="T28" fmla="*/ 2 w 96"/>
                <a:gd name="T29" fmla="*/ 92 h 114"/>
                <a:gd name="T30" fmla="*/ 6 w 96"/>
                <a:gd name="T31" fmla="*/ 114 h 114"/>
                <a:gd name="T32" fmla="*/ 6 w 96"/>
                <a:gd name="T33" fmla="*/ 114 h 114"/>
                <a:gd name="T34" fmla="*/ 6 w 96"/>
                <a:gd name="T35" fmla="*/ 112 h 114"/>
                <a:gd name="T36" fmla="*/ 6 w 96"/>
                <a:gd name="T37" fmla="*/ 112 h 114"/>
                <a:gd name="T38" fmla="*/ 6 w 96"/>
                <a:gd name="T39" fmla="*/ 98 h 114"/>
                <a:gd name="T40" fmla="*/ 10 w 96"/>
                <a:gd name="T41" fmla="*/ 84 h 114"/>
                <a:gd name="T42" fmla="*/ 18 w 96"/>
                <a:gd name="T43" fmla="*/ 72 h 114"/>
                <a:gd name="T44" fmla="*/ 26 w 96"/>
                <a:gd name="T45" fmla="*/ 64 h 114"/>
                <a:gd name="T46" fmla="*/ 36 w 96"/>
                <a:gd name="T47" fmla="*/ 54 h 114"/>
                <a:gd name="T48" fmla="*/ 48 w 96"/>
                <a:gd name="T49" fmla="*/ 48 h 114"/>
                <a:gd name="T50" fmla="*/ 60 w 96"/>
                <a:gd name="T51" fmla="*/ 42 h 114"/>
                <a:gd name="T52" fmla="*/ 74 w 96"/>
                <a:gd name="T53" fmla="*/ 38 h 114"/>
                <a:gd name="T54" fmla="*/ 74 w 96"/>
                <a:gd name="T55" fmla="*/ 38 h 114"/>
                <a:gd name="T56" fmla="*/ 82 w 96"/>
                <a:gd name="T57" fmla="*/ 34 h 114"/>
                <a:gd name="T58" fmla="*/ 90 w 96"/>
                <a:gd name="T59" fmla="*/ 30 h 114"/>
                <a:gd name="T60" fmla="*/ 94 w 96"/>
                <a:gd name="T61" fmla="*/ 24 h 114"/>
                <a:gd name="T62" fmla="*/ 96 w 96"/>
                <a:gd name="T63" fmla="*/ 18 h 114"/>
                <a:gd name="T64" fmla="*/ 96 w 96"/>
                <a:gd name="T65" fmla="*/ 18 h 114"/>
                <a:gd name="T66" fmla="*/ 94 w 96"/>
                <a:gd name="T67" fmla="*/ 14 h 114"/>
                <a:gd name="T68" fmla="*/ 90 w 96"/>
                <a:gd name="T69" fmla="*/ 8 h 114"/>
                <a:gd name="T70" fmla="*/ 84 w 96"/>
                <a:gd name="T71" fmla="*/ 4 h 114"/>
                <a:gd name="T72" fmla="*/ 76 w 96"/>
                <a:gd name="T73" fmla="*/ 2 h 114"/>
                <a:gd name="T74" fmla="*/ 76 w 96"/>
                <a:gd name="T75" fmla="*/ 2 h 114"/>
                <a:gd name="T76" fmla="*/ 64 w 96"/>
                <a:gd name="T77"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6" h="114">
                  <a:moveTo>
                    <a:pt x="64" y="0"/>
                  </a:moveTo>
                  <a:lnTo>
                    <a:pt x="64" y="0"/>
                  </a:lnTo>
                  <a:lnTo>
                    <a:pt x="54" y="2"/>
                  </a:lnTo>
                  <a:lnTo>
                    <a:pt x="46" y="4"/>
                  </a:lnTo>
                  <a:lnTo>
                    <a:pt x="38" y="8"/>
                  </a:lnTo>
                  <a:lnTo>
                    <a:pt x="30" y="14"/>
                  </a:lnTo>
                  <a:lnTo>
                    <a:pt x="22" y="20"/>
                  </a:lnTo>
                  <a:lnTo>
                    <a:pt x="16" y="28"/>
                  </a:lnTo>
                  <a:lnTo>
                    <a:pt x="10" y="36"/>
                  </a:lnTo>
                  <a:lnTo>
                    <a:pt x="6" y="44"/>
                  </a:lnTo>
                  <a:lnTo>
                    <a:pt x="6" y="44"/>
                  </a:lnTo>
                  <a:lnTo>
                    <a:pt x="2" y="60"/>
                  </a:lnTo>
                  <a:lnTo>
                    <a:pt x="0" y="72"/>
                  </a:lnTo>
                  <a:lnTo>
                    <a:pt x="0" y="72"/>
                  </a:lnTo>
                  <a:lnTo>
                    <a:pt x="2" y="92"/>
                  </a:lnTo>
                  <a:lnTo>
                    <a:pt x="6" y="114"/>
                  </a:lnTo>
                  <a:lnTo>
                    <a:pt x="6" y="114"/>
                  </a:lnTo>
                  <a:lnTo>
                    <a:pt x="6" y="112"/>
                  </a:lnTo>
                  <a:lnTo>
                    <a:pt x="6" y="112"/>
                  </a:lnTo>
                  <a:lnTo>
                    <a:pt x="6" y="98"/>
                  </a:lnTo>
                  <a:lnTo>
                    <a:pt x="10" y="84"/>
                  </a:lnTo>
                  <a:lnTo>
                    <a:pt x="18" y="72"/>
                  </a:lnTo>
                  <a:lnTo>
                    <a:pt x="26" y="64"/>
                  </a:lnTo>
                  <a:lnTo>
                    <a:pt x="36" y="54"/>
                  </a:lnTo>
                  <a:lnTo>
                    <a:pt x="48" y="48"/>
                  </a:lnTo>
                  <a:lnTo>
                    <a:pt x="60" y="42"/>
                  </a:lnTo>
                  <a:lnTo>
                    <a:pt x="74" y="38"/>
                  </a:lnTo>
                  <a:lnTo>
                    <a:pt x="74" y="38"/>
                  </a:lnTo>
                  <a:lnTo>
                    <a:pt x="82" y="34"/>
                  </a:lnTo>
                  <a:lnTo>
                    <a:pt x="90" y="30"/>
                  </a:lnTo>
                  <a:lnTo>
                    <a:pt x="94" y="24"/>
                  </a:lnTo>
                  <a:lnTo>
                    <a:pt x="96" y="18"/>
                  </a:lnTo>
                  <a:lnTo>
                    <a:pt x="96" y="18"/>
                  </a:lnTo>
                  <a:lnTo>
                    <a:pt x="94" y="14"/>
                  </a:lnTo>
                  <a:lnTo>
                    <a:pt x="90" y="8"/>
                  </a:lnTo>
                  <a:lnTo>
                    <a:pt x="84" y="4"/>
                  </a:lnTo>
                  <a:lnTo>
                    <a:pt x="76" y="2"/>
                  </a:lnTo>
                  <a:lnTo>
                    <a:pt x="76" y="2"/>
                  </a:lnTo>
                  <a:lnTo>
                    <a:pt x="6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9" name="Freeform 1476">
              <a:extLst>
                <a:ext uri="{FF2B5EF4-FFF2-40B4-BE49-F238E27FC236}">
                  <a16:creationId xmlns:a16="http://schemas.microsoft.com/office/drawing/2014/main" id="{A0E9819D-709C-4A19-A297-FDCEA38965DD}"/>
                </a:ext>
              </a:extLst>
            </p:cNvPr>
            <p:cNvSpPr>
              <a:spLocks/>
            </p:cNvSpPr>
            <p:nvPr/>
          </p:nvSpPr>
          <p:spPr bwMode="auto">
            <a:xfrm>
              <a:off x="5446713" y="1652588"/>
              <a:ext cx="641350" cy="206375"/>
            </a:xfrm>
            <a:custGeom>
              <a:avLst/>
              <a:gdLst>
                <a:gd name="T0" fmla="*/ 192 w 404"/>
                <a:gd name="T1" fmla="*/ 0 h 130"/>
                <a:gd name="T2" fmla="*/ 174 w 404"/>
                <a:gd name="T3" fmla="*/ 8 h 130"/>
                <a:gd name="T4" fmla="*/ 156 w 404"/>
                <a:gd name="T5" fmla="*/ 10 h 130"/>
                <a:gd name="T6" fmla="*/ 140 w 404"/>
                <a:gd name="T7" fmla="*/ 10 h 130"/>
                <a:gd name="T8" fmla="*/ 124 w 404"/>
                <a:gd name="T9" fmla="*/ 8 h 130"/>
                <a:gd name="T10" fmla="*/ 94 w 404"/>
                <a:gd name="T11" fmla="*/ 4 h 130"/>
                <a:gd name="T12" fmla="*/ 84 w 404"/>
                <a:gd name="T13" fmla="*/ 6 h 130"/>
                <a:gd name="T14" fmla="*/ 68 w 404"/>
                <a:gd name="T15" fmla="*/ 8 h 130"/>
                <a:gd name="T16" fmla="*/ 38 w 404"/>
                <a:gd name="T17" fmla="*/ 24 h 130"/>
                <a:gd name="T18" fmla="*/ 26 w 404"/>
                <a:gd name="T19" fmla="*/ 34 h 130"/>
                <a:gd name="T20" fmla="*/ 8 w 404"/>
                <a:gd name="T21" fmla="*/ 62 h 130"/>
                <a:gd name="T22" fmla="*/ 0 w 404"/>
                <a:gd name="T23" fmla="*/ 94 h 130"/>
                <a:gd name="T24" fmla="*/ 2 w 404"/>
                <a:gd name="T25" fmla="*/ 108 h 130"/>
                <a:gd name="T26" fmla="*/ 18 w 404"/>
                <a:gd name="T27" fmla="*/ 100 h 130"/>
                <a:gd name="T28" fmla="*/ 48 w 404"/>
                <a:gd name="T29" fmla="*/ 92 h 130"/>
                <a:gd name="T30" fmla="*/ 64 w 404"/>
                <a:gd name="T31" fmla="*/ 90 h 130"/>
                <a:gd name="T32" fmla="*/ 102 w 404"/>
                <a:gd name="T33" fmla="*/ 94 h 130"/>
                <a:gd name="T34" fmla="*/ 140 w 404"/>
                <a:gd name="T35" fmla="*/ 104 h 130"/>
                <a:gd name="T36" fmla="*/ 212 w 404"/>
                <a:gd name="T37" fmla="*/ 118 h 130"/>
                <a:gd name="T38" fmla="*/ 250 w 404"/>
                <a:gd name="T39" fmla="*/ 126 h 130"/>
                <a:gd name="T40" fmla="*/ 284 w 404"/>
                <a:gd name="T41" fmla="*/ 130 h 130"/>
                <a:gd name="T42" fmla="*/ 304 w 404"/>
                <a:gd name="T43" fmla="*/ 128 h 130"/>
                <a:gd name="T44" fmla="*/ 340 w 404"/>
                <a:gd name="T45" fmla="*/ 118 h 130"/>
                <a:gd name="T46" fmla="*/ 360 w 404"/>
                <a:gd name="T47" fmla="*/ 106 h 130"/>
                <a:gd name="T48" fmla="*/ 386 w 404"/>
                <a:gd name="T49" fmla="*/ 80 h 130"/>
                <a:gd name="T50" fmla="*/ 404 w 404"/>
                <a:gd name="T51" fmla="*/ 48 h 130"/>
                <a:gd name="T52" fmla="*/ 384 w 404"/>
                <a:gd name="T53" fmla="*/ 68 h 130"/>
                <a:gd name="T54" fmla="*/ 360 w 404"/>
                <a:gd name="T55" fmla="*/ 80 h 130"/>
                <a:gd name="T56" fmla="*/ 336 w 404"/>
                <a:gd name="T57" fmla="*/ 88 h 130"/>
                <a:gd name="T58" fmla="*/ 310 w 404"/>
                <a:gd name="T59" fmla="*/ 90 h 130"/>
                <a:gd name="T60" fmla="*/ 272 w 404"/>
                <a:gd name="T61" fmla="*/ 86 h 130"/>
                <a:gd name="T62" fmla="*/ 234 w 404"/>
                <a:gd name="T63" fmla="*/ 78 h 130"/>
                <a:gd name="T64" fmla="*/ 176 w 404"/>
                <a:gd name="T65" fmla="*/ 58 h 130"/>
                <a:gd name="T66" fmla="*/ 124 w 404"/>
                <a:gd name="T67" fmla="*/ 44 h 130"/>
                <a:gd name="T68" fmla="*/ 108 w 404"/>
                <a:gd name="T69" fmla="*/ 42 h 130"/>
                <a:gd name="T70" fmla="*/ 90 w 404"/>
                <a:gd name="T71" fmla="*/ 44 h 130"/>
                <a:gd name="T72" fmla="*/ 74 w 404"/>
                <a:gd name="T73" fmla="*/ 52 h 130"/>
                <a:gd name="T74" fmla="*/ 74 w 404"/>
                <a:gd name="T75" fmla="*/ 52 h 130"/>
                <a:gd name="T76" fmla="*/ 80 w 404"/>
                <a:gd name="T77" fmla="*/ 44 h 130"/>
                <a:gd name="T78" fmla="*/ 92 w 404"/>
                <a:gd name="T79" fmla="*/ 36 h 130"/>
                <a:gd name="T80" fmla="*/ 118 w 404"/>
                <a:gd name="T81" fmla="*/ 32 h 130"/>
                <a:gd name="T82" fmla="*/ 134 w 404"/>
                <a:gd name="T83" fmla="*/ 32 h 130"/>
                <a:gd name="T84" fmla="*/ 166 w 404"/>
                <a:gd name="T85" fmla="*/ 22 h 130"/>
                <a:gd name="T86" fmla="*/ 192 w 404"/>
                <a:gd name="T87"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04" h="130">
                  <a:moveTo>
                    <a:pt x="192" y="0"/>
                  </a:moveTo>
                  <a:lnTo>
                    <a:pt x="192" y="0"/>
                  </a:lnTo>
                  <a:lnTo>
                    <a:pt x="184" y="4"/>
                  </a:lnTo>
                  <a:lnTo>
                    <a:pt x="174" y="8"/>
                  </a:lnTo>
                  <a:lnTo>
                    <a:pt x="166" y="10"/>
                  </a:lnTo>
                  <a:lnTo>
                    <a:pt x="156" y="10"/>
                  </a:lnTo>
                  <a:lnTo>
                    <a:pt x="156" y="10"/>
                  </a:lnTo>
                  <a:lnTo>
                    <a:pt x="140" y="10"/>
                  </a:lnTo>
                  <a:lnTo>
                    <a:pt x="124" y="8"/>
                  </a:lnTo>
                  <a:lnTo>
                    <a:pt x="124" y="8"/>
                  </a:lnTo>
                  <a:lnTo>
                    <a:pt x="110" y="6"/>
                  </a:lnTo>
                  <a:lnTo>
                    <a:pt x="94" y="4"/>
                  </a:lnTo>
                  <a:lnTo>
                    <a:pt x="94" y="4"/>
                  </a:lnTo>
                  <a:lnTo>
                    <a:pt x="84" y="6"/>
                  </a:lnTo>
                  <a:lnTo>
                    <a:pt x="84" y="6"/>
                  </a:lnTo>
                  <a:lnTo>
                    <a:pt x="68" y="8"/>
                  </a:lnTo>
                  <a:lnTo>
                    <a:pt x="52" y="14"/>
                  </a:lnTo>
                  <a:lnTo>
                    <a:pt x="38" y="24"/>
                  </a:lnTo>
                  <a:lnTo>
                    <a:pt x="26" y="34"/>
                  </a:lnTo>
                  <a:lnTo>
                    <a:pt x="26" y="34"/>
                  </a:lnTo>
                  <a:lnTo>
                    <a:pt x="16" y="48"/>
                  </a:lnTo>
                  <a:lnTo>
                    <a:pt x="8" y="62"/>
                  </a:lnTo>
                  <a:lnTo>
                    <a:pt x="2" y="78"/>
                  </a:lnTo>
                  <a:lnTo>
                    <a:pt x="0" y="94"/>
                  </a:lnTo>
                  <a:lnTo>
                    <a:pt x="0" y="94"/>
                  </a:lnTo>
                  <a:lnTo>
                    <a:pt x="2" y="108"/>
                  </a:lnTo>
                  <a:lnTo>
                    <a:pt x="2" y="108"/>
                  </a:lnTo>
                  <a:lnTo>
                    <a:pt x="18" y="100"/>
                  </a:lnTo>
                  <a:lnTo>
                    <a:pt x="32" y="94"/>
                  </a:lnTo>
                  <a:lnTo>
                    <a:pt x="48" y="92"/>
                  </a:lnTo>
                  <a:lnTo>
                    <a:pt x="64" y="90"/>
                  </a:lnTo>
                  <a:lnTo>
                    <a:pt x="64" y="90"/>
                  </a:lnTo>
                  <a:lnTo>
                    <a:pt x="82" y="92"/>
                  </a:lnTo>
                  <a:lnTo>
                    <a:pt x="102" y="94"/>
                  </a:lnTo>
                  <a:lnTo>
                    <a:pt x="140" y="104"/>
                  </a:lnTo>
                  <a:lnTo>
                    <a:pt x="140" y="104"/>
                  </a:lnTo>
                  <a:lnTo>
                    <a:pt x="176" y="112"/>
                  </a:lnTo>
                  <a:lnTo>
                    <a:pt x="212" y="118"/>
                  </a:lnTo>
                  <a:lnTo>
                    <a:pt x="212" y="118"/>
                  </a:lnTo>
                  <a:lnTo>
                    <a:pt x="250" y="126"/>
                  </a:lnTo>
                  <a:lnTo>
                    <a:pt x="268" y="130"/>
                  </a:lnTo>
                  <a:lnTo>
                    <a:pt x="284" y="130"/>
                  </a:lnTo>
                  <a:lnTo>
                    <a:pt x="284" y="130"/>
                  </a:lnTo>
                  <a:lnTo>
                    <a:pt x="304" y="128"/>
                  </a:lnTo>
                  <a:lnTo>
                    <a:pt x="322" y="124"/>
                  </a:lnTo>
                  <a:lnTo>
                    <a:pt x="340" y="118"/>
                  </a:lnTo>
                  <a:lnTo>
                    <a:pt x="360" y="106"/>
                  </a:lnTo>
                  <a:lnTo>
                    <a:pt x="360" y="106"/>
                  </a:lnTo>
                  <a:lnTo>
                    <a:pt x="374" y="94"/>
                  </a:lnTo>
                  <a:lnTo>
                    <a:pt x="386" y="80"/>
                  </a:lnTo>
                  <a:lnTo>
                    <a:pt x="404" y="48"/>
                  </a:lnTo>
                  <a:lnTo>
                    <a:pt x="404" y="48"/>
                  </a:lnTo>
                  <a:lnTo>
                    <a:pt x="394" y="58"/>
                  </a:lnTo>
                  <a:lnTo>
                    <a:pt x="384" y="68"/>
                  </a:lnTo>
                  <a:lnTo>
                    <a:pt x="372" y="74"/>
                  </a:lnTo>
                  <a:lnTo>
                    <a:pt x="360" y="80"/>
                  </a:lnTo>
                  <a:lnTo>
                    <a:pt x="348" y="84"/>
                  </a:lnTo>
                  <a:lnTo>
                    <a:pt x="336" y="88"/>
                  </a:lnTo>
                  <a:lnTo>
                    <a:pt x="310" y="90"/>
                  </a:lnTo>
                  <a:lnTo>
                    <a:pt x="310" y="90"/>
                  </a:lnTo>
                  <a:lnTo>
                    <a:pt x="292" y="88"/>
                  </a:lnTo>
                  <a:lnTo>
                    <a:pt x="272" y="86"/>
                  </a:lnTo>
                  <a:lnTo>
                    <a:pt x="234" y="78"/>
                  </a:lnTo>
                  <a:lnTo>
                    <a:pt x="234" y="78"/>
                  </a:lnTo>
                  <a:lnTo>
                    <a:pt x="208" y="70"/>
                  </a:lnTo>
                  <a:lnTo>
                    <a:pt x="176" y="58"/>
                  </a:lnTo>
                  <a:lnTo>
                    <a:pt x="140" y="46"/>
                  </a:lnTo>
                  <a:lnTo>
                    <a:pt x="124" y="44"/>
                  </a:lnTo>
                  <a:lnTo>
                    <a:pt x="108" y="42"/>
                  </a:lnTo>
                  <a:lnTo>
                    <a:pt x="108" y="42"/>
                  </a:lnTo>
                  <a:lnTo>
                    <a:pt x="98" y="42"/>
                  </a:lnTo>
                  <a:lnTo>
                    <a:pt x="90" y="44"/>
                  </a:lnTo>
                  <a:lnTo>
                    <a:pt x="82" y="48"/>
                  </a:lnTo>
                  <a:lnTo>
                    <a:pt x="74" y="52"/>
                  </a:lnTo>
                  <a:lnTo>
                    <a:pt x="74" y="52"/>
                  </a:lnTo>
                  <a:lnTo>
                    <a:pt x="74" y="52"/>
                  </a:lnTo>
                  <a:lnTo>
                    <a:pt x="74" y="52"/>
                  </a:lnTo>
                  <a:lnTo>
                    <a:pt x="80" y="44"/>
                  </a:lnTo>
                  <a:lnTo>
                    <a:pt x="86" y="38"/>
                  </a:lnTo>
                  <a:lnTo>
                    <a:pt x="92" y="36"/>
                  </a:lnTo>
                  <a:lnTo>
                    <a:pt x="100" y="34"/>
                  </a:lnTo>
                  <a:lnTo>
                    <a:pt x="118" y="32"/>
                  </a:lnTo>
                  <a:lnTo>
                    <a:pt x="134" y="32"/>
                  </a:lnTo>
                  <a:lnTo>
                    <a:pt x="134" y="32"/>
                  </a:lnTo>
                  <a:lnTo>
                    <a:pt x="152" y="28"/>
                  </a:lnTo>
                  <a:lnTo>
                    <a:pt x="166" y="22"/>
                  </a:lnTo>
                  <a:lnTo>
                    <a:pt x="180" y="12"/>
                  </a:lnTo>
                  <a:lnTo>
                    <a:pt x="192" y="0"/>
                  </a:lnTo>
                  <a:close/>
                </a:path>
              </a:pathLst>
            </a:custGeom>
            <a:solidFill>
              <a:srgbClr val="965C3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0" name="Freeform 1477">
              <a:extLst>
                <a:ext uri="{FF2B5EF4-FFF2-40B4-BE49-F238E27FC236}">
                  <a16:creationId xmlns:a16="http://schemas.microsoft.com/office/drawing/2014/main" id="{DB42E7E5-978A-44B5-AA7C-464A90F3670A}"/>
                </a:ext>
              </a:extLst>
            </p:cNvPr>
            <p:cNvSpPr>
              <a:spLocks/>
            </p:cNvSpPr>
            <p:nvPr/>
          </p:nvSpPr>
          <p:spPr bwMode="auto">
            <a:xfrm>
              <a:off x="5446713" y="1652588"/>
              <a:ext cx="641350" cy="206375"/>
            </a:xfrm>
            <a:custGeom>
              <a:avLst/>
              <a:gdLst>
                <a:gd name="T0" fmla="*/ 192 w 404"/>
                <a:gd name="T1" fmla="*/ 0 h 130"/>
                <a:gd name="T2" fmla="*/ 174 w 404"/>
                <a:gd name="T3" fmla="*/ 8 h 130"/>
                <a:gd name="T4" fmla="*/ 156 w 404"/>
                <a:gd name="T5" fmla="*/ 10 h 130"/>
                <a:gd name="T6" fmla="*/ 140 w 404"/>
                <a:gd name="T7" fmla="*/ 10 h 130"/>
                <a:gd name="T8" fmla="*/ 124 w 404"/>
                <a:gd name="T9" fmla="*/ 8 h 130"/>
                <a:gd name="T10" fmla="*/ 94 w 404"/>
                <a:gd name="T11" fmla="*/ 4 h 130"/>
                <a:gd name="T12" fmla="*/ 84 w 404"/>
                <a:gd name="T13" fmla="*/ 6 h 130"/>
                <a:gd name="T14" fmla="*/ 68 w 404"/>
                <a:gd name="T15" fmla="*/ 8 h 130"/>
                <a:gd name="T16" fmla="*/ 38 w 404"/>
                <a:gd name="T17" fmla="*/ 24 h 130"/>
                <a:gd name="T18" fmla="*/ 26 w 404"/>
                <a:gd name="T19" fmla="*/ 34 h 130"/>
                <a:gd name="T20" fmla="*/ 8 w 404"/>
                <a:gd name="T21" fmla="*/ 62 h 130"/>
                <a:gd name="T22" fmla="*/ 0 w 404"/>
                <a:gd name="T23" fmla="*/ 94 h 130"/>
                <a:gd name="T24" fmla="*/ 2 w 404"/>
                <a:gd name="T25" fmla="*/ 108 h 130"/>
                <a:gd name="T26" fmla="*/ 18 w 404"/>
                <a:gd name="T27" fmla="*/ 100 h 130"/>
                <a:gd name="T28" fmla="*/ 48 w 404"/>
                <a:gd name="T29" fmla="*/ 92 h 130"/>
                <a:gd name="T30" fmla="*/ 64 w 404"/>
                <a:gd name="T31" fmla="*/ 90 h 130"/>
                <a:gd name="T32" fmla="*/ 102 w 404"/>
                <a:gd name="T33" fmla="*/ 94 h 130"/>
                <a:gd name="T34" fmla="*/ 140 w 404"/>
                <a:gd name="T35" fmla="*/ 104 h 130"/>
                <a:gd name="T36" fmla="*/ 212 w 404"/>
                <a:gd name="T37" fmla="*/ 118 h 130"/>
                <a:gd name="T38" fmla="*/ 250 w 404"/>
                <a:gd name="T39" fmla="*/ 126 h 130"/>
                <a:gd name="T40" fmla="*/ 284 w 404"/>
                <a:gd name="T41" fmla="*/ 130 h 130"/>
                <a:gd name="T42" fmla="*/ 304 w 404"/>
                <a:gd name="T43" fmla="*/ 128 h 130"/>
                <a:gd name="T44" fmla="*/ 340 w 404"/>
                <a:gd name="T45" fmla="*/ 118 h 130"/>
                <a:gd name="T46" fmla="*/ 360 w 404"/>
                <a:gd name="T47" fmla="*/ 106 h 130"/>
                <a:gd name="T48" fmla="*/ 386 w 404"/>
                <a:gd name="T49" fmla="*/ 80 h 130"/>
                <a:gd name="T50" fmla="*/ 404 w 404"/>
                <a:gd name="T51" fmla="*/ 48 h 130"/>
                <a:gd name="T52" fmla="*/ 384 w 404"/>
                <a:gd name="T53" fmla="*/ 68 h 130"/>
                <a:gd name="T54" fmla="*/ 360 w 404"/>
                <a:gd name="T55" fmla="*/ 80 h 130"/>
                <a:gd name="T56" fmla="*/ 336 w 404"/>
                <a:gd name="T57" fmla="*/ 88 h 130"/>
                <a:gd name="T58" fmla="*/ 310 w 404"/>
                <a:gd name="T59" fmla="*/ 90 h 130"/>
                <a:gd name="T60" fmla="*/ 272 w 404"/>
                <a:gd name="T61" fmla="*/ 86 h 130"/>
                <a:gd name="T62" fmla="*/ 234 w 404"/>
                <a:gd name="T63" fmla="*/ 78 h 130"/>
                <a:gd name="T64" fmla="*/ 176 w 404"/>
                <a:gd name="T65" fmla="*/ 58 h 130"/>
                <a:gd name="T66" fmla="*/ 124 w 404"/>
                <a:gd name="T67" fmla="*/ 44 h 130"/>
                <a:gd name="T68" fmla="*/ 108 w 404"/>
                <a:gd name="T69" fmla="*/ 42 h 130"/>
                <a:gd name="T70" fmla="*/ 90 w 404"/>
                <a:gd name="T71" fmla="*/ 44 h 130"/>
                <a:gd name="T72" fmla="*/ 74 w 404"/>
                <a:gd name="T73" fmla="*/ 52 h 130"/>
                <a:gd name="T74" fmla="*/ 74 w 404"/>
                <a:gd name="T75" fmla="*/ 52 h 130"/>
                <a:gd name="T76" fmla="*/ 80 w 404"/>
                <a:gd name="T77" fmla="*/ 44 h 130"/>
                <a:gd name="T78" fmla="*/ 92 w 404"/>
                <a:gd name="T79" fmla="*/ 36 h 130"/>
                <a:gd name="T80" fmla="*/ 118 w 404"/>
                <a:gd name="T81" fmla="*/ 32 h 130"/>
                <a:gd name="T82" fmla="*/ 134 w 404"/>
                <a:gd name="T83" fmla="*/ 32 h 130"/>
                <a:gd name="T84" fmla="*/ 166 w 404"/>
                <a:gd name="T85" fmla="*/ 22 h 130"/>
                <a:gd name="T86" fmla="*/ 192 w 404"/>
                <a:gd name="T87"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04" h="130">
                  <a:moveTo>
                    <a:pt x="192" y="0"/>
                  </a:moveTo>
                  <a:lnTo>
                    <a:pt x="192" y="0"/>
                  </a:lnTo>
                  <a:lnTo>
                    <a:pt x="184" y="4"/>
                  </a:lnTo>
                  <a:lnTo>
                    <a:pt x="174" y="8"/>
                  </a:lnTo>
                  <a:lnTo>
                    <a:pt x="166" y="10"/>
                  </a:lnTo>
                  <a:lnTo>
                    <a:pt x="156" y="10"/>
                  </a:lnTo>
                  <a:lnTo>
                    <a:pt x="156" y="10"/>
                  </a:lnTo>
                  <a:lnTo>
                    <a:pt x="140" y="10"/>
                  </a:lnTo>
                  <a:lnTo>
                    <a:pt x="124" y="8"/>
                  </a:lnTo>
                  <a:lnTo>
                    <a:pt x="124" y="8"/>
                  </a:lnTo>
                  <a:lnTo>
                    <a:pt x="110" y="6"/>
                  </a:lnTo>
                  <a:lnTo>
                    <a:pt x="94" y="4"/>
                  </a:lnTo>
                  <a:lnTo>
                    <a:pt x="94" y="4"/>
                  </a:lnTo>
                  <a:lnTo>
                    <a:pt x="84" y="6"/>
                  </a:lnTo>
                  <a:lnTo>
                    <a:pt x="84" y="6"/>
                  </a:lnTo>
                  <a:lnTo>
                    <a:pt x="68" y="8"/>
                  </a:lnTo>
                  <a:lnTo>
                    <a:pt x="52" y="14"/>
                  </a:lnTo>
                  <a:lnTo>
                    <a:pt x="38" y="24"/>
                  </a:lnTo>
                  <a:lnTo>
                    <a:pt x="26" y="34"/>
                  </a:lnTo>
                  <a:lnTo>
                    <a:pt x="26" y="34"/>
                  </a:lnTo>
                  <a:lnTo>
                    <a:pt x="16" y="48"/>
                  </a:lnTo>
                  <a:lnTo>
                    <a:pt x="8" y="62"/>
                  </a:lnTo>
                  <a:lnTo>
                    <a:pt x="2" y="78"/>
                  </a:lnTo>
                  <a:lnTo>
                    <a:pt x="0" y="94"/>
                  </a:lnTo>
                  <a:lnTo>
                    <a:pt x="0" y="94"/>
                  </a:lnTo>
                  <a:lnTo>
                    <a:pt x="2" y="108"/>
                  </a:lnTo>
                  <a:lnTo>
                    <a:pt x="2" y="108"/>
                  </a:lnTo>
                  <a:lnTo>
                    <a:pt x="18" y="100"/>
                  </a:lnTo>
                  <a:lnTo>
                    <a:pt x="32" y="94"/>
                  </a:lnTo>
                  <a:lnTo>
                    <a:pt x="48" y="92"/>
                  </a:lnTo>
                  <a:lnTo>
                    <a:pt x="64" y="90"/>
                  </a:lnTo>
                  <a:lnTo>
                    <a:pt x="64" y="90"/>
                  </a:lnTo>
                  <a:lnTo>
                    <a:pt x="82" y="92"/>
                  </a:lnTo>
                  <a:lnTo>
                    <a:pt x="102" y="94"/>
                  </a:lnTo>
                  <a:lnTo>
                    <a:pt x="140" y="104"/>
                  </a:lnTo>
                  <a:lnTo>
                    <a:pt x="140" y="104"/>
                  </a:lnTo>
                  <a:lnTo>
                    <a:pt x="176" y="112"/>
                  </a:lnTo>
                  <a:lnTo>
                    <a:pt x="212" y="118"/>
                  </a:lnTo>
                  <a:lnTo>
                    <a:pt x="212" y="118"/>
                  </a:lnTo>
                  <a:lnTo>
                    <a:pt x="250" y="126"/>
                  </a:lnTo>
                  <a:lnTo>
                    <a:pt x="268" y="130"/>
                  </a:lnTo>
                  <a:lnTo>
                    <a:pt x="284" y="130"/>
                  </a:lnTo>
                  <a:lnTo>
                    <a:pt x="284" y="130"/>
                  </a:lnTo>
                  <a:lnTo>
                    <a:pt x="304" y="128"/>
                  </a:lnTo>
                  <a:lnTo>
                    <a:pt x="322" y="124"/>
                  </a:lnTo>
                  <a:lnTo>
                    <a:pt x="340" y="118"/>
                  </a:lnTo>
                  <a:lnTo>
                    <a:pt x="360" y="106"/>
                  </a:lnTo>
                  <a:lnTo>
                    <a:pt x="360" y="106"/>
                  </a:lnTo>
                  <a:lnTo>
                    <a:pt x="374" y="94"/>
                  </a:lnTo>
                  <a:lnTo>
                    <a:pt x="386" y="80"/>
                  </a:lnTo>
                  <a:lnTo>
                    <a:pt x="404" y="48"/>
                  </a:lnTo>
                  <a:lnTo>
                    <a:pt x="404" y="48"/>
                  </a:lnTo>
                  <a:lnTo>
                    <a:pt x="394" y="58"/>
                  </a:lnTo>
                  <a:lnTo>
                    <a:pt x="384" y="68"/>
                  </a:lnTo>
                  <a:lnTo>
                    <a:pt x="372" y="74"/>
                  </a:lnTo>
                  <a:lnTo>
                    <a:pt x="360" y="80"/>
                  </a:lnTo>
                  <a:lnTo>
                    <a:pt x="348" y="84"/>
                  </a:lnTo>
                  <a:lnTo>
                    <a:pt x="336" y="88"/>
                  </a:lnTo>
                  <a:lnTo>
                    <a:pt x="310" y="90"/>
                  </a:lnTo>
                  <a:lnTo>
                    <a:pt x="310" y="90"/>
                  </a:lnTo>
                  <a:lnTo>
                    <a:pt x="292" y="88"/>
                  </a:lnTo>
                  <a:lnTo>
                    <a:pt x="272" y="86"/>
                  </a:lnTo>
                  <a:lnTo>
                    <a:pt x="234" y="78"/>
                  </a:lnTo>
                  <a:lnTo>
                    <a:pt x="234" y="78"/>
                  </a:lnTo>
                  <a:lnTo>
                    <a:pt x="208" y="70"/>
                  </a:lnTo>
                  <a:lnTo>
                    <a:pt x="176" y="58"/>
                  </a:lnTo>
                  <a:lnTo>
                    <a:pt x="140" y="46"/>
                  </a:lnTo>
                  <a:lnTo>
                    <a:pt x="124" y="44"/>
                  </a:lnTo>
                  <a:lnTo>
                    <a:pt x="108" y="42"/>
                  </a:lnTo>
                  <a:lnTo>
                    <a:pt x="108" y="42"/>
                  </a:lnTo>
                  <a:lnTo>
                    <a:pt x="98" y="42"/>
                  </a:lnTo>
                  <a:lnTo>
                    <a:pt x="90" y="44"/>
                  </a:lnTo>
                  <a:lnTo>
                    <a:pt x="82" y="48"/>
                  </a:lnTo>
                  <a:lnTo>
                    <a:pt x="74" y="52"/>
                  </a:lnTo>
                  <a:lnTo>
                    <a:pt x="74" y="52"/>
                  </a:lnTo>
                  <a:lnTo>
                    <a:pt x="74" y="52"/>
                  </a:lnTo>
                  <a:lnTo>
                    <a:pt x="74" y="52"/>
                  </a:lnTo>
                  <a:lnTo>
                    <a:pt x="80" y="44"/>
                  </a:lnTo>
                  <a:lnTo>
                    <a:pt x="86" y="38"/>
                  </a:lnTo>
                  <a:lnTo>
                    <a:pt x="92" y="36"/>
                  </a:lnTo>
                  <a:lnTo>
                    <a:pt x="100" y="34"/>
                  </a:lnTo>
                  <a:lnTo>
                    <a:pt x="118" y="32"/>
                  </a:lnTo>
                  <a:lnTo>
                    <a:pt x="134" y="32"/>
                  </a:lnTo>
                  <a:lnTo>
                    <a:pt x="134" y="32"/>
                  </a:lnTo>
                  <a:lnTo>
                    <a:pt x="152" y="28"/>
                  </a:lnTo>
                  <a:lnTo>
                    <a:pt x="166" y="22"/>
                  </a:lnTo>
                  <a:lnTo>
                    <a:pt x="180" y="12"/>
                  </a:lnTo>
                  <a:lnTo>
                    <a:pt x="19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1" name="Freeform 1479">
              <a:extLst>
                <a:ext uri="{FF2B5EF4-FFF2-40B4-BE49-F238E27FC236}">
                  <a16:creationId xmlns:a16="http://schemas.microsoft.com/office/drawing/2014/main" id="{BF747C0B-F9F8-479F-BE8D-BB59049C886D}"/>
                </a:ext>
              </a:extLst>
            </p:cNvPr>
            <p:cNvSpPr>
              <a:spLocks/>
            </p:cNvSpPr>
            <p:nvPr/>
          </p:nvSpPr>
          <p:spPr bwMode="auto">
            <a:xfrm>
              <a:off x="5630863" y="2125663"/>
              <a:ext cx="269875" cy="193675"/>
            </a:xfrm>
            <a:custGeom>
              <a:avLst/>
              <a:gdLst>
                <a:gd name="T0" fmla="*/ 26 w 170"/>
                <a:gd name="T1" fmla="*/ 122 h 122"/>
                <a:gd name="T2" fmla="*/ 170 w 170"/>
                <a:gd name="T3" fmla="*/ 44 h 122"/>
                <a:gd name="T4" fmla="*/ 148 w 170"/>
                <a:gd name="T5" fmla="*/ 0 h 122"/>
                <a:gd name="T6" fmla="*/ 0 w 170"/>
                <a:gd name="T7" fmla="*/ 96 h 122"/>
                <a:gd name="T8" fmla="*/ 26 w 170"/>
                <a:gd name="T9" fmla="*/ 122 h 122"/>
              </a:gdLst>
              <a:ahLst/>
              <a:cxnLst>
                <a:cxn ang="0">
                  <a:pos x="T0" y="T1"/>
                </a:cxn>
                <a:cxn ang="0">
                  <a:pos x="T2" y="T3"/>
                </a:cxn>
                <a:cxn ang="0">
                  <a:pos x="T4" y="T5"/>
                </a:cxn>
                <a:cxn ang="0">
                  <a:pos x="T6" y="T7"/>
                </a:cxn>
                <a:cxn ang="0">
                  <a:pos x="T8" y="T9"/>
                </a:cxn>
              </a:cxnLst>
              <a:rect l="0" t="0" r="r" b="b"/>
              <a:pathLst>
                <a:path w="170" h="122">
                  <a:moveTo>
                    <a:pt x="26" y="122"/>
                  </a:moveTo>
                  <a:lnTo>
                    <a:pt x="170" y="44"/>
                  </a:lnTo>
                  <a:lnTo>
                    <a:pt x="148" y="0"/>
                  </a:lnTo>
                  <a:lnTo>
                    <a:pt x="0" y="96"/>
                  </a:lnTo>
                  <a:lnTo>
                    <a:pt x="26" y="122"/>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2" name="Freeform 1480">
              <a:extLst>
                <a:ext uri="{FF2B5EF4-FFF2-40B4-BE49-F238E27FC236}">
                  <a16:creationId xmlns:a16="http://schemas.microsoft.com/office/drawing/2014/main" id="{CE0887D6-91AB-4517-80CF-D6CBA516CCC2}"/>
                </a:ext>
              </a:extLst>
            </p:cNvPr>
            <p:cNvSpPr>
              <a:spLocks/>
            </p:cNvSpPr>
            <p:nvPr/>
          </p:nvSpPr>
          <p:spPr bwMode="auto">
            <a:xfrm>
              <a:off x="5630863" y="2125663"/>
              <a:ext cx="269875" cy="193675"/>
            </a:xfrm>
            <a:custGeom>
              <a:avLst/>
              <a:gdLst>
                <a:gd name="T0" fmla="*/ 26 w 170"/>
                <a:gd name="T1" fmla="*/ 122 h 122"/>
                <a:gd name="T2" fmla="*/ 170 w 170"/>
                <a:gd name="T3" fmla="*/ 44 h 122"/>
                <a:gd name="T4" fmla="*/ 148 w 170"/>
                <a:gd name="T5" fmla="*/ 0 h 122"/>
                <a:gd name="T6" fmla="*/ 0 w 170"/>
                <a:gd name="T7" fmla="*/ 96 h 122"/>
                <a:gd name="T8" fmla="*/ 26 w 170"/>
                <a:gd name="T9" fmla="*/ 122 h 122"/>
              </a:gdLst>
              <a:ahLst/>
              <a:cxnLst>
                <a:cxn ang="0">
                  <a:pos x="T0" y="T1"/>
                </a:cxn>
                <a:cxn ang="0">
                  <a:pos x="T2" y="T3"/>
                </a:cxn>
                <a:cxn ang="0">
                  <a:pos x="T4" y="T5"/>
                </a:cxn>
                <a:cxn ang="0">
                  <a:pos x="T6" y="T7"/>
                </a:cxn>
                <a:cxn ang="0">
                  <a:pos x="T8" y="T9"/>
                </a:cxn>
              </a:cxnLst>
              <a:rect l="0" t="0" r="r" b="b"/>
              <a:pathLst>
                <a:path w="170" h="122">
                  <a:moveTo>
                    <a:pt x="26" y="122"/>
                  </a:moveTo>
                  <a:lnTo>
                    <a:pt x="170" y="44"/>
                  </a:lnTo>
                  <a:lnTo>
                    <a:pt x="148" y="0"/>
                  </a:lnTo>
                  <a:lnTo>
                    <a:pt x="0" y="96"/>
                  </a:lnTo>
                  <a:lnTo>
                    <a:pt x="26" y="122"/>
                  </a:lnTo>
                  <a:close/>
                </a:path>
              </a:pathLst>
            </a:custGeom>
            <a:solidFill>
              <a:srgbClr val="5F2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3" name="Freeform 1482">
              <a:extLst>
                <a:ext uri="{FF2B5EF4-FFF2-40B4-BE49-F238E27FC236}">
                  <a16:creationId xmlns:a16="http://schemas.microsoft.com/office/drawing/2014/main" id="{FF958552-11E1-46BD-8D74-F592F509512B}"/>
                </a:ext>
              </a:extLst>
            </p:cNvPr>
            <p:cNvSpPr>
              <a:spLocks/>
            </p:cNvSpPr>
            <p:nvPr/>
          </p:nvSpPr>
          <p:spPr bwMode="auto">
            <a:xfrm>
              <a:off x="6084888" y="2093913"/>
              <a:ext cx="254000" cy="146050"/>
            </a:xfrm>
            <a:custGeom>
              <a:avLst/>
              <a:gdLst>
                <a:gd name="T0" fmla="*/ 142 w 160"/>
                <a:gd name="T1" fmla="*/ 92 h 92"/>
                <a:gd name="T2" fmla="*/ 0 w 160"/>
                <a:gd name="T3" fmla="*/ 46 h 92"/>
                <a:gd name="T4" fmla="*/ 12 w 160"/>
                <a:gd name="T5" fmla="*/ 0 h 92"/>
                <a:gd name="T6" fmla="*/ 160 w 160"/>
                <a:gd name="T7" fmla="*/ 62 h 92"/>
                <a:gd name="T8" fmla="*/ 142 w 160"/>
                <a:gd name="T9" fmla="*/ 92 h 92"/>
              </a:gdLst>
              <a:ahLst/>
              <a:cxnLst>
                <a:cxn ang="0">
                  <a:pos x="T0" y="T1"/>
                </a:cxn>
                <a:cxn ang="0">
                  <a:pos x="T2" y="T3"/>
                </a:cxn>
                <a:cxn ang="0">
                  <a:pos x="T4" y="T5"/>
                </a:cxn>
                <a:cxn ang="0">
                  <a:pos x="T6" y="T7"/>
                </a:cxn>
                <a:cxn ang="0">
                  <a:pos x="T8" y="T9"/>
                </a:cxn>
              </a:cxnLst>
              <a:rect l="0" t="0" r="r" b="b"/>
              <a:pathLst>
                <a:path w="160" h="92">
                  <a:moveTo>
                    <a:pt x="142" y="92"/>
                  </a:moveTo>
                  <a:lnTo>
                    <a:pt x="0" y="46"/>
                  </a:lnTo>
                  <a:lnTo>
                    <a:pt x="12" y="0"/>
                  </a:lnTo>
                  <a:lnTo>
                    <a:pt x="160" y="62"/>
                  </a:lnTo>
                  <a:lnTo>
                    <a:pt x="142" y="92"/>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4" name="Freeform 1483">
              <a:extLst>
                <a:ext uri="{FF2B5EF4-FFF2-40B4-BE49-F238E27FC236}">
                  <a16:creationId xmlns:a16="http://schemas.microsoft.com/office/drawing/2014/main" id="{04BAE248-A10B-489D-AFF8-91CE16913B29}"/>
                </a:ext>
              </a:extLst>
            </p:cNvPr>
            <p:cNvSpPr>
              <a:spLocks/>
            </p:cNvSpPr>
            <p:nvPr/>
          </p:nvSpPr>
          <p:spPr bwMode="auto">
            <a:xfrm>
              <a:off x="6084888" y="2093913"/>
              <a:ext cx="254000" cy="146050"/>
            </a:xfrm>
            <a:custGeom>
              <a:avLst/>
              <a:gdLst>
                <a:gd name="T0" fmla="*/ 142 w 160"/>
                <a:gd name="T1" fmla="*/ 92 h 92"/>
                <a:gd name="T2" fmla="*/ 0 w 160"/>
                <a:gd name="T3" fmla="*/ 46 h 92"/>
                <a:gd name="T4" fmla="*/ 12 w 160"/>
                <a:gd name="T5" fmla="*/ 0 h 92"/>
                <a:gd name="T6" fmla="*/ 160 w 160"/>
                <a:gd name="T7" fmla="*/ 62 h 92"/>
                <a:gd name="T8" fmla="*/ 142 w 160"/>
                <a:gd name="T9" fmla="*/ 92 h 92"/>
              </a:gdLst>
              <a:ahLst/>
              <a:cxnLst>
                <a:cxn ang="0">
                  <a:pos x="T0" y="T1"/>
                </a:cxn>
                <a:cxn ang="0">
                  <a:pos x="T2" y="T3"/>
                </a:cxn>
                <a:cxn ang="0">
                  <a:pos x="T4" y="T5"/>
                </a:cxn>
                <a:cxn ang="0">
                  <a:pos x="T6" y="T7"/>
                </a:cxn>
                <a:cxn ang="0">
                  <a:pos x="T8" y="T9"/>
                </a:cxn>
              </a:cxnLst>
              <a:rect l="0" t="0" r="r" b="b"/>
              <a:pathLst>
                <a:path w="160" h="92">
                  <a:moveTo>
                    <a:pt x="142" y="92"/>
                  </a:moveTo>
                  <a:lnTo>
                    <a:pt x="0" y="46"/>
                  </a:lnTo>
                  <a:lnTo>
                    <a:pt x="12" y="0"/>
                  </a:lnTo>
                  <a:lnTo>
                    <a:pt x="160" y="62"/>
                  </a:lnTo>
                  <a:lnTo>
                    <a:pt x="142" y="92"/>
                  </a:lnTo>
                  <a:close/>
                </a:path>
              </a:pathLst>
            </a:custGeom>
            <a:solidFill>
              <a:srgbClr val="5F2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5" name="Freeform 1484">
              <a:extLst>
                <a:ext uri="{FF2B5EF4-FFF2-40B4-BE49-F238E27FC236}">
                  <a16:creationId xmlns:a16="http://schemas.microsoft.com/office/drawing/2014/main" id="{6E3BC9FA-2A0A-4E8B-9186-0230B583FED6}"/>
                </a:ext>
              </a:extLst>
            </p:cNvPr>
            <p:cNvSpPr>
              <a:spLocks/>
            </p:cNvSpPr>
            <p:nvPr/>
          </p:nvSpPr>
          <p:spPr bwMode="auto">
            <a:xfrm>
              <a:off x="7085013" y="4465638"/>
              <a:ext cx="511175" cy="460375"/>
            </a:xfrm>
            <a:custGeom>
              <a:avLst/>
              <a:gdLst>
                <a:gd name="T0" fmla="*/ 48 w 322"/>
                <a:gd name="T1" fmla="*/ 138 h 290"/>
                <a:gd name="T2" fmla="*/ 162 w 322"/>
                <a:gd name="T3" fmla="*/ 68 h 290"/>
                <a:gd name="T4" fmla="*/ 162 w 322"/>
                <a:gd name="T5" fmla="*/ 68 h 290"/>
                <a:gd name="T6" fmla="*/ 170 w 322"/>
                <a:gd name="T7" fmla="*/ 54 h 290"/>
                <a:gd name="T8" fmla="*/ 182 w 322"/>
                <a:gd name="T9" fmla="*/ 42 h 290"/>
                <a:gd name="T10" fmla="*/ 196 w 322"/>
                <a:gd name="T11" fmla="*/ 28 h 290"/>
                <a:gd name="T12" fmla="*/ 212 w 322"/>
                <a:gd name="T13" fmla="*/ 14 h 290"/>
                <a:gd name="T14" fmla="*/ 222 w 322"/>
                <a:gd name="T15" fmla="*/ 8 h 290"/>
                <a:gd name="T16" fmla="*/ 230 w 322"/>
                <a:gd name="T17" fmla="*/ 4 h 290"/>
                <a:gd name="T18" fmla="*/ 240 w 322"/>
                <a:gd name="T19" fmla="*/ 2 h 290"/>
                <a:gd name="T20" fmla="*/ 250 w 322"/>
                <a:gd name="T21" fmla="*/ 0 h 290"/>
                <a:gd name="T22" fmla="*/ 262 w 322"/>
                <a:gd name="T23" fmla="*/ 0 h 290"/>
                <a:gd name="T24" fmla="*/ 272 w 322"/>
                <a:gd name="T25" fmla="*/ 4 h 290"/>
                <a:gd name="T26" fmla="*/ 272 w 322"/>
                <a:gd name="T27" fmla="*/ 4 h 290"/>
                <a:gd name="T28" fmla="*/ 322 w 322"/>
                <a:gd name="T29" fmla="*/ 24 h 290"/>
                <a:gd name="T30" fmla="*/ 322 w 322"/>
                <a:gd name="T31" fmla="*/ 24 h 290"/>
                <a:gd name="T32" fmla="*/ 84 w 322"/>
                <a:gd name="T33" fmla="*/ 290 h 290"/>
                <a:gd name="T34" fmla="*/ 84 w 322"/>
                <a:gd name="T35" fmla="*/ 290 h 290"/>
                <a:gd name="T36" fmla="*/ 60 w 322"/>
                <a:gd name="T37" fmla="*/ 268 h 290"/>
                <a:gd name="T38" fmla="*/ 32 w 322"/>
                <a:gd name="T39" fmla="*/ 240 h 290"/>
                <a:gd name="T40" fmla="*/ 0 w 322"/>
                <a:gd name="T41" fmla="*/ 204 h 290"/>
                <a:gd name="T42" fmla="*/ 48 w 322"/>
                <a:gd name="T43" fmla="*/ 138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2" h="290">
                  <a:moveTo>
                    <a:pt x="48" y="138"/>
                  </a:moveTo>
                  <a:lnTo>
                    <a:pt x="162" y="68"/>
                  </a:lnTo>
                  <a:lnTo>
                    <a:pt x="162" y="68"/>
                  </a:lnTo>
                  <a:lnTo>
                    <a:pt x="170" y="54"/>
                  </a:lnTo>
                  <a:lnTo>
                    <a:pt x="182" y="42"/>
                  </a:lnTo>
                  <a:lnTo>
                    <a:pt x="196" y="28"/>
                  </a:lnTo>
                  <a:lnTo>
                    <a:pt x="212" y="14"/>
                  </a:lnTo>
                  <a:lnTo>
                    <a:pt x="222" y="8"/>
                  </a:lnTo>
                  <a:lnTo>
                    <a:pt x="230" y="4"/>
                  </a:lnTo>
                  <a:lnTo>
                    <a:pt x="240" y="2"/>
                  </a:lnTo>
                  <a:lnTo>
                    <a:pt x="250" y="0"/>
                  </a:lnTo>
                  <a:lnTo>
                    <a:pt x="262" y="0"/>
                  </a:lnTo>
                  <a:lnTo>
                    <a:pt x="272" y="4"/>
                  </a:lnTo>
                  <a:lnTo>
                    <a:pt x="272" y="4"/>
                  </a:lnTo>
                  <a:lnTo>
                    <a:pt x="322" y="24"/>
                  </a:lnTo>
                  <a:lnTo>
                    <a:pt x="322" y="24"/>
                  </a:lnTo>
                  <a:lnTo>
                    <a:pt x="84" y="290"/>
                  </a:lnTo>
                  <a:lnTo>
                    <a:pt x="84" y="290"/>
                  </a:lnTo>
                  <a:lnTo>
                    <a:pt x="60" y="268"/>
                  </a:lnTo>
                  <a:lnTo>
                    <a:pt x="32" y="240"/>
                  </a:lnTo>
                  <a:lnTo>
                    <a:pt x="0" y="204"/>
                  </a:lnTo>
                  <a:lnTo>
                    <a:pt x="48" y="138"/>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6" name="Freeform 1485">
              <a:extLst>
                <a:ext uri="{FF2B5EF4-FFF2-40B4-BE49-F238E27FC236}">
                  <a16:creationId xmlns:a16="http://schemas.microsoft.com/office/drawing/2014/main" id="{0B016108-8CBA-47F7-BF1C-E6B062146160}"/>
                </a:ext>
              </a:extLst>
            </p:cNvPr>
            <p:cNvSpPr>
              <a:spLocks/>
            </p:cNvSpPr>
            <p:nvPr/>
          </p:nvSpPr>
          <p:spPr bwMode="auto">
            <a:xfrm>
              <a:off x="7085013" y="4465638"/>
              <a:ext cx="511175" cy="460375"/>
            </a:xfrm>
            <a:custGeom>
              <a:avLst/>
              <a:gdLst>
                <a:gd name="T0" fmla="*/ 48 w 322"/>
                <a:gd name="T1" fmla="*/ 138 h 290"/>
                <a:gd name="T2" fmla="*/ 162 w 322"/>
                <a:gd name="T3" fmla="*/ 68 h 290"/>
                <a:gd name="T4" fmla="*/ 162 w 322"/>
                <a:gd name="T5" fmla="*/ 68 h 290"/>
                <a:gd name="T6" fmla="*/ 170 w 322"/>
                <a:gd name="T7" fmla="*/ 54 h 290"/>
                <a:gd name="T8" fmla="*/ 182 w 322"/>
                <a:gd name="T9" fmla="*/ 42 h 290"/>
                <a:gd name="T10" fmla="*/ 196 w 322"/>
                <a:gd name="T11" fmla="*/ 28 h 290"/>
                <a:gd name="T12" fmla="*/ 212 w 322"/>
                <a:gd name="T13" fmla="*/ 14 h 290"/>
                <a:gd name="T14" fmla="*/ 222 w 322"/>
                <a:gd name="T15" fmla="*/ 8 h 290"/>
                <a:gd name="T16" fmla="*/ 230 w 322"/>
                <a:gd name="T17" fmla="*/ 4 h 290"/>
                <a:gd name="T18" fmla="*/ 240 w 322"/>
                <a:gd name="T19" fmla="*/ 2 h 290"/>
                <a:gd name="T20" fmla="*/ 250 w 322"/>
                <a:gd name="T21" fmla="*/ 0 h 290"/>
                <a:gd name="T22" fmla="*/ 262 w 322"/>
                <a:gd name="T23" fmla="*/ 0 h 290"/>
                <a:gd name="T24" fmla="*/ 272 w 322"/>
                <a:gd name="T25" fmla="*/ 4 h 290"/>
                <a:gd name="T26" fmla="*/ 272 w 322"/>
                <a:gd name="T27" fmla="*/ 4 h 290"/>
                <a:gd name="T28" fmla="*/ 322 w 322"/>
                <a:gd name="T29" fmla="*/ 24 h 290"/>
                <a:gd name="T30" fmla="*/ 322 w 322"/>
                <a:gd name="T31" fmla="*/ 24 h 290"/>
                <a:gd name="T32" fmla="*/ 84 w 322"/>
                <a:gd name="T33" fmla="*/ 290 h 290"/>
                <a:gd name="T34" fmla="*/ 84 w 322"/>
                <a:gd name="T35" fmla="*/ 290 h 290"/>
                <a:gd name="T36" fmla="*/ 60 w 322"/>
                <a:gd name="T37" fmla="*/ 268 h 290"/>
                <a:gd name="T38" fmla="*/ 32 w 322"/>
                <a:gd name="T39" fmla="*/ 240 h 290"/>
                <a:gd name="T40" fmla="*/ 0 w 322"/>
                <a:gd name="T41" fmla="*/ 204 h 290"/>
                <a:gd name="T42" fmla="*/ 48 w 322"/>
                <a:gd name="T43" fmla="*/ 138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2" h="290">
                  <a:moveTo>
                    <a:pt x="48" y="138"/>
                  </a:moveTo>
                  <a:lnTo>
                    <a:pt x="162" y="68"/>
                  </a:lnTo>
                  <a:lnTo>
                    <a:pt x="162" y="68"/>
                  </a:lnTo>
                  <a:lnTo>
                    <a:pt x="170" y="54"/>
                  </a:lnTo>
                  <a:lnTo>
                    <a:pt x="182" y="42"/>
                  </a:lnTo>
                  <a:lnTo>
                    <a:pt x="196" y="28"/>
                  </a:lnTo>
                  <a:lnTo>
                    <a:pt x="212" y="14"/>
                  </a:lnTo>
                  <a:lnTo>
                    <a:pt x="222" y="8"/>
                  </a:lnTo>
                  <a:lnTo>
                    <a:pt x="230" y="4"/>
                  </a:lnTo>
                  <a:lnTo>
                    <a:pt x="240" y="2"/>
                  </a:lnTo>
                  <a:lnTo>
                    <a:pt x="250" y="0"/>
                  </a:lnTo>
                  <a:lnTo>
                    <a:pt x="262" y="0"/>
                  </a:lnTo>
                  <a:lnTo>
                    <a:pt x="272" y="4"/>
                  </a:lnTo>
                  <a:lnTo>
                    <a:pt x="272" y="4"/>
                  </a:lnTo>
                  <a:lnTo>
                    <a:pt x="322" y="24"/>
                  </a:lnTo>
                  <a:lnTo>
                    <a:pt x="322" y="24"/>
                  </a:lnTo>
                  <a:lnTo>
                    <a:pt x="84" y="290"/>
                  </a:lnTo>
                  <a:lnTo>
                    <a:pt x="84" y="290"/>
                  </a:lnTo>
                  <a:lnTo>
                    <a:pt x="60" y="268"/>
                  </a:lnTo>
                  <a:lnTo>
                    <a:pt x="32" y="240"/>
                  </a:lnTo>
                  <a:lnTo>
                    <a:pt x="0" y="204"/>
                  </a:lnTo>
                  <a:lnTo>
                    <a:pt x="48" y="138"/>
                  </a:lnTo>
                  <a:close/>
                </a:path>
              </a:pathLst>
            </a:custGeom>
            <a:solidFill>
              <a:srgbClr val="5F2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7" name="Freeform 1486">
              <a:extLst>
                <a:ext uri="{FF2B5EF4-FFF2-40B4-BE49-F238E27FC236}">
                  <a16:creationId xmlns:a16="http://schemas.microsoft.com/office/drawing/2014/main" id="{B1FD0355-814B-4F4C-8FAC-EE2E4A4F1BC8}"/>
                </a:ext>
              </a:extLst>
            </p:cNvPr>
            <p:cNvSpPr>
              <a:spLocks/>
            </p:cNvSpPr>
            <p:nvPr/>
          </p:nvSpPr>
          <p:spPr bwMode="auto">
            <a:xfrm>
              <a:off x="6246813" y="4046538"/>
              <a:ext cx="933450" cy="742950"/>
            </a:xfrm>
            <a:custGeom>
              <a:avLst/>
              <a:gdLst>
                <a:gd name="T0" fmla="*/ 74 w 588"/>
                <a:gd name="T1" fmla="*/ 4 h 468"/>
                <a:gd name="T2" fmla="*/ 74 w 588"/>
                <a:gd name="T3" fmla="*/ 4 h 468"/>
                <a:gd name="T4" fmla="*/ 88 w 588"/>
                <a:gd name="T5" fmla="*/ 2 h 468"/>
                <a:gd name="T6" fmla="*/ 106 w 588"/>
                <a:gd name="T7" fmla="*/ 0 h 468"/>
                <a:gd name="T8" fmla="*/ 130 w 588"/>
                <a:gd name="T9" fmla="*/ 2 h 468"/>
                <a:gd name="T10" fmla="*/ 158 w 588"/>
                <a:gd name="T11" fmla="*/ 4 h 468"/>
                <a:gd name="T12" fmla="*/ 192 w 588"/>
                <a:gd name="T13" fmla="*/ 10 h 468"/>
                <a:gd name="T14" fmla="*/ 228 w 588"/>
                <a:gd name="T15" fmla="*/ 18 h 468"/>
                <a:gd name="T16" fmla="*/ 266 w 588"/>
                <a:gd name="T17" fmla="*/ 32 h 468"/>
                <a:gd name="T18" fmla="*/ 308 w 588"/>
                <a:gd name="T19" fmla="*/ 50 h 468"/>
                <a:gd name="T20" fmla="*/ 328 w 588"/>
                <a:gd name="T21" fmla="*/ 62 h 468"/>
                <a:gd name="T22" fmla="*/ 350 w 588"/>
                <a:gd name="T23" fmla="*/ 74 h 468"/>
                <a:gd name="T24" fmla="*/ 372 w 588"/>
                <a:gd name="T25" fmla="*/ 90 h 468"/>
                <a:gd name="T26" fmla="*/ 392 w 588"/>
                <a:gd name="T27" fmla="*/ 106 h 468"/>
                <a:gd name="T28" fmla="*/ 414 w 588"/>
                <a:gd name="T29" fmla="*/ 126 h 468"/>
                <a:gd name="T30" fmla="*/ 436 w 588"/>
                <a:gd name="T31" fmla="*/ 146 h 468"/>
                <a:gd name="T32" fmla="*/ 456 w 588"/>
                <a:gd name="T33" fmla="*/ 168 h 468"/>
                <a:gd name="T34" fmla="*/ 476 w 588"/>
                <a:gd name="T35" fmla="*/ 194 h 468"/>
                <a:gd name="T36" fmla="*/ 496 w 588"/>
                <a:gd name="T37" fmla="*/ 222 h 468"/>
                <a:gd name="T38" fmla="*/ 516 w 588"/>
                <a:gd name="T39" fmla="*/ 250 h 468"/>
                <a:gd name="T40" fmla="*/ 536 w 588"/>
                <a:gd name="T41" fmla="*/ 284 h 468"/>
                <a:gd name="T42" fmla="*/ 554 w 588"/>
                <a:gd name="T43" fmla="*/ 318 h 468"/>
                <a:gd name="T44" fmla="*/ 570 w 588"/>
                <a:gd name="T45" fmla="*/ 356 h 468"/>
                <a:gd name="T46" fmla="*/ 588 w 588"/>
                <a:gd name="T47" fmla="*/ 396 h 468"/>
                <a:gd name="T48" fmla="*/ 588 w 588"/>
                <a:gd name="T49" fmla="*/ 396 h 468"/>
                <a:gd name="T50" fmla="*/ 586 w 588"/>
                <a:gd name="T51" fmla="*/ 406 h 468"/>
                <a:gd name="T52" fmla="*/ 578 w 588"/>
                <a:gd name="T53" fmla="*/ 416 h 468"/>
                <a:gd name="T54" fmla="*/ 570 w 588"/>
                <a:gd name="T55" fmla="*/ 428 h 468"/>
                <a:gd name="T56" fmla="*/ 558 w 588"/>
                <a:gd name="T57" fmla="*/ 440 h 468"/>
                <a:gd name="T58" fmla="*/ 538 w 588"/>
                <a:gd name="T59" fmla="*/ 460 h 468"/>
                <a:gd name="T60" fmla="*/ 528 w 588"/>
                <a:gd name="T61" fmla="*/ 468 h 468"/>
                <a:gd name="T62" fmla="*/ 528 w 588"/>
                <a:gd name="T63" fmla="*/ 468 h 468"/>
                <a:gd name="T64" fmla="*/ 514 w 588"/>
                <a:gd name="T65" fmla="*/ 442 h 468"/>
                <a:gd name="T66" fmla="*/ 502 w 588"/>
                <a:gd name="T67" fmla="*/ 414 h 468"/>
                <a:gd name="T68" fmla="*/ 472 w 588"/>
                <a:gd name="T69" fmla="*/ 350 h 468"/>
                <a:gd name="T70" fmla="*/ 454 w 588"/>
                <a:gd name="T71" fmla="*/ 316 h 468"/>
                <a:gd name="T72" fmla="*/ 436 w 588"/>
                <a:gd name="T73" fmla="*/ 280 h 468"/>
                <a:gd name="T74" fmla="*/ 414 w 588"/>
                <a:gd name="T75" fmla="*/ 248 h 468"/>
                <a:gd name="T76" fmla="*/ 388 w 588"/>
                <a:gd name="T77" fmla="*/ 216 h 468"/>
                <a:gd name="T78" fmla="*/ 374 w 588"/>
                <a:gd name="T79" fmla="*/ 200 h 468"/>
                <a:gd name="T80" fmla="*/ 358 w 588"/>
                <a:gd name="T81" fmla="*/ 186 h 468"/>
                <a:gd name="T82" fmla="*/ 342 w 588"/>
                <a:gd name="T83" fmla="*/ 172 h 468"/>
                <a:gd name="T84" fmla="*/ 326 w 588"/>
                <a:gd name="T85" fmla="*/ 160 h 468"/>
                <a:gd name="T86" fmla="*/ 306 w 588"/>
                <a:gd name="T87" fmla="*/ 150 h 468"/>
                <a:gd name="T88" fmla="*/ 286 w 588"/>
                <a:gd name="T89" fmla="*/ 140 h 468"/>
                <a:gd name="T90" fmla="*/ 266 w 588"/>
                <a:gd name="T91" fmla="*/ 130 h 468"/>
                <a:gd name="T92" fmla="*/ 242 w 588"/>
                <a:gd name="T93" fmla="*/ 124 h 468"/>
                <a:gd name="T94" fmla="*/ 218 w 588"/>
                <a:gd name="T95" fmla="*/ 118 h 468"/>
                <a:gd name="T96" fmla="*/ 192 w 588"/>
                <a:gd name="T97" fmla="*/ 114 h 468"/>
                <a:gd name="T98" fmla="*/ 164 w 588"/>
                <a:gd name="T99" fmla="*/ 112 h 468"/>
                <a:gd name="T100" fmla="*/ 136 w 588"/>
                <a:gd name="T101" fmla="*/ 112 h 468"/>
                <a:gd name="T102" fmla="*/ 104 w 588"/>
                <a:gd name="T103" fmla="*/ 114 h 468"/>
                <a:gd name="T104" fmla="*/ 72 w 588"/>
                <a:gd name="T105" fmla="*/ 118 h 468"/>
                <a:gd name="T106" fmla="*/ 38 w 588"/>
                <a:gd name="T107" fmla="*/ 124 h 468"/>
                <a:gd name="T108" fmla="*/ 0 w 588"/>
                <a:gd name="T109" fmla="*/ 132 h 468"/>
                <a:gd name="T110" fmla="*/ 74 w 588"/>
                <a:gd name="T111" fmla="*/ 4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88" h="468">
                  <a:moveTo>
                    <a:pt x="74" y="4"/>
                  </a:moveTo>
                  <a:lnTo>
                    <a:pt x="74" y="4"/>
                  </a:lnTo>
                  <a:lnTo>
                    <a:pt x="88" y="2"/>
                  </a:lnTo>
                  <a:lnTo>
                    <a:pt x="106" y="0"/>
                  </a:lnTo>
                  <a:lnTo>
                    <a:pt x="130" y="2"/>
                  </a:lnTo>
                  <a:lnTo>
                    <a:pt x="158" y="4"/>
                  </a:lnTo>
                  <a:lnTo>
                    <a:pt x="192" y="10"/>
                  </a:lnTo>
                  <a:lnTo>
                    <a:pt x="228" y="18"/>
                  </a:lnTo>
                  <a:lnTo>
                    <a:pt x="266" y="32"/>
                  </a:lnTo>
                  <a:lnTo>
                    <a:pt x="308" y="50"/>
                  </a:lnTo>
                  <a:lnTo>
                    <a:pt x="328" y="62"/>
                  </a:lnTo>
                  <a:lnTo>
                    <a:pt x="350" y="74"/>
                  </a:lnTo>
                  <a:lnTo>
                    <a:pt x="372" y="90"/>
                  </a:lnTo>
                  <a:lnTo>
                    <a:pt x="392" y="106"/>
                  </a:lnTo>
                  <a:lnTo>
                    <a:pt x="414" y="126"/>
                  </a:lnTo>
                  <a:lnTo>
                    <a:pt x="436" y="146"/>
                  </a:lnTo>
                  <a:lnTo>
                    <a:pt x="456" y="168"/>
                  </a:lnTo>
                  <a:lnTo>
                    <a:pt x="476" y="194"/>
                  </a:lnTo>
                  <a:lnTo>
                    <a:pt x="496" y="222"/>
                  </a:lnTo>
                  <a:lnTo>
                    <a:pt x="516" y="250"/>
                  </a:lnTo>
                  <a:lnTo>
                    <a:pt x="536" y="284"/>
                  </a:lnTo>
                  <a:lnTo>
                    <a:pt x="554" y="318"/>
                  </a:lnTo>
                  <a:lnTo>
                    <a:pt x="570" y="356"/>
                  </a:lnTo>
                  <a:lnTo>
                    <a:pt x="588" y="396"/>
                  </a:lnTo>
                  <a:lnTo>
                    <a:pt x="588" y="396"/>
                  </a:lnTo>
                  <a:lnTo>
                    <a:pt x="586" y="406"/>
                  </a:lnTo>
                  <a:lnTo>
                    <a:pt x="578" y="416"/>
                  </a:lnTo>
                  <a:lnTo>
                    <a:pt x="570" y="428"/>
                  </a:lnTo>
                  <a:lnTo>
                    <a:pt x="558" y="440"/>
                  </a:lnTo>
                  <a:lnTo>
                    <a:pt x="538" y="460"/>
                  </a:lnTo>
                  <a:lnTo>
                    <a:pt x="528" y="468"/>
                  </a:lnTo>
                  <a:lnTo>
                    <a:pt x="528" y="468"/>
                  </a:lnTo>
                  <a:lnTo>
                    <a:pt x="514" y="442"/>
                  </a:lnTo>
                  <a:lnTo>
                    <a:pt x="502" y="414"/>
                  </a:lnTo>
                  <a:lnTo>
                    <a:pt x="472" y="350"/>
                  </a:lnTo>
                  <a:lnTo>
                    <a:pt x="454" y="316"/>
                  </a:lnTo>
                  <a:lnTo>
                    <a:pt x="436" y="280"/>
                  </a:lnTo>
                  <a:lnTo>
                    <a:pt x="414" y="248"/>
                  </a:lnTo>
                  <a:lnTo>
                    <a:pt x="388" y="216"/>
                  </a:lnTo>
                  <a:lnTo>
                    <a:pt x="374" y="200"/>
                  </a:lnTo>
                  <a:lnTo>
                    <a:pt x="358" y="186"/>
                  </a:lnTo>
                  <a:lnTo>
                    <a:pt x="342" y="172"/>
                  </a:lnTo>
                  <a:lnTo>
                    <a:pt x="326" y="160"/>
                  </a:lnTo>
                  <a:lnTo>
                    <a:pt x="306" y="150"/>
                  </a:lnTo>
                  <a:lnTo>
                    <a:pt x="286" y="140"/>
                  </a:lnTo>
                  <a:lnTo>
                    <a:pt x="266" y="130"/>
                  </a:lnTo>
                  <a:lnTo>
                    <a:pt x="242" y="124"/>
                  </a:lnTo>
                  <a:lnTo>
                    <a:pt x="218" y="118"/>
                  </a:lnTo>
                  <a:lnTo>
                    <a:pt x="192" y="114"/>
                  </a:lnTo>
                  <a:lnTo>
                    <a:pt x="164" y="112"/>
                  </a:lnTo>
                  <a:lnTo>
                    <a:pt x="136" y="112"/>
                  </a:lnTo>
                  <a:lnTo>
                    <a:pt x="104" y="114"/>
                  </a:lnTo>
                  <a:lnTo>
                    <a:pt x="72" y="118"/>
                  </a:lnTo>
                  <a:lnTo>
                    <a:pt x="38" y="124"/>
                  </a:lnTo>
                  <a:lnTo>
                    <a:pt x="0" y="132"/>
                  </a:lnTo>
                  <a:lnTo>
                    <a:pt x="74" y="4"/>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8" name="Freeform 1487">
              <a:extLst>
                <a:ext uri="{FF2B5EF4-FFF2-40B4-BE49-F238E27FC236}">
                  <a16:creationId xmlns:a16="http://schemas.microsoft.com/office/drawing/2014/main" id="{878751EA-D6FC-47CB-897C-2EF6A6A6D916}"/>
                </a:ext>
              </a:extLst>
            </p:cNvPr>
            <p:cNvSpPr>
              <a:spLocks/>
            </p:cNvSpPr>
            <p:nvPr/>
          </p:nvSpPr>
          <p:spPr bwMode="auto">
            <a:xfrm>
              <a:off x="6246813" y="4046538"/>
              <a:ext cx="933450" cy="742950"/>
            </a:xfrm>
            <a:custGeom>
              <a:avLst/>
              <a:gdLst>
                <a:gd name="T0" fmla="*/ 74 w 588"/>
                <a:gd name="T1" fmla="*/ 4 h 468"/>
                <a:gd name="T2" fmla="*/ 74 w 588"/>
                <a:gd name="T3" fmla="*/ 4 h 468"/>
                <a:gd name="T4" fmla="*/ 88 w 588"/>
                <a:gd name="T5" fmla="*/ 2 h 468"/>
                <a:gd name="T6" fmla="*/ 106 w 588"/>
                <a:gd name="T7" fmla="*/ 0 h 468"/>
                <a:gd name="T8" fmla="*/ 130 w 588"/>
                <a:gd name="T9" fmla="*/ 2 h 468"/>
                <a:gd name="T10" fmla="*/ 158 w 588"/>
                <a:gd name="T11" fmla="*/ 4 h 468"/>
                <a:gd name="T12" fmla="*/ 192 w 588"/>
                <a:gd name="T13" fmla="*/ 10 h 468"/>
                <a:gd name="T14" fmla="*/ 228 w 588"/>
                <a:gd name="T15" fmla="*/ 18 h 468"/>
                <a:gd name="T16" fmla="*/ 266 w 588"/>
                <a:gd name="T17" fmla="*/ 32 h 468"/>
                <a:gd name="T18" fmla="*/ 308 w 588"/>
                <a:gd name="T19" fmla="*/ 50 h 468"/>
                <a:gd name="T20" fmla="*/ 328 w 588"/>
                <a:gd name="T21" fmla="*/ 62 h 468"/>
                <a:gd name="T22" fmla="*/ 350 w 588"/>
                <a:gd name="T23" fmla="*/ 74 h 468"/>
                <a:gd name="T24" fmla="*/ 372 w 588"/>
                <a:gd name="T25" fmla="*/ 90 h 468"/>
                <a:gd name="T26" fmla="*/ 392 w 588"/>
                <a:gd name="T27" fmla="*/ 106 h 468"/>
                <a:gd name="T28" fmla="*/ 414 w 588"/>
                <a:gd name="T29" fmla="*/ 126 h 468"/>
                <a:gd name="T30" fmla="*/ 436 w 588"/>
                <a:gd name="T31" fmla="*/ 146 h 468"/>
                <a:gd name="T32" fmla="*/ 456 w 588"/>
                <a:gd name="T33" fmla="*/ 168 h 468"/>
                <a:gd name="T34" fmla="*/ 476 w 588"/>
                <a:gd name="T35" fmla="*/ 194 h 468"/>
                <a:gd name="T36" fmla="*/ 496 w 588"/>
                <a:gd name="T37" fmla="*/ 222 h 468"/>
                <a:gd name="T38" fmla="*/ 516 w 588"/>
                <a:gd name="T39" fmla="*/ 250 h 468"/>
                <a:gd name="T40" fmla="*/ 536 w 588"/>
                <a:gd name="T41" fmla="*/ 284 h 468"/>
                <a:gd name="T42" fmla="*/ 554 w 588"/>
                <a:gd name="T43" fmla="*/ 318 h 468"/>
                <a:gd name="T44" fmla="*/ 570 w 588"/>
                <a:gd name="T45" fmla="*/ 356 h 468"/>
                <a:gd name="T46" fmla="*/ 588 w 588"/>
                <a:gd name="T47" fmla="*/ 396 h 468"/>
                <a:gd name="T48" fmla="*/ 588 w 588"/>
                <a:gd name="T49" fmla="*/ 396 h 468"/>
                <a:gd name="T50" fmla="*/ 586 w 588"/>
                <a:gd name="T51" fmla="*/ 406 h 468"/>
                <a:gd name="T52" fmla="*/ 578 w 588"/>
                <a:gd name="T53" fmla="*/ 416 h 468"/>
                <a:gd name="T54" fmla="*/ 570 w 588"/>
                <a:gd name="T55" fmla="*/ 428 h 468"/>
                <a:gd name="T56" fmla="*/ 558 w 588"/>
                <a:gd name="T57" fmla="*/ 440 h 468"/>
                <a:gd name="T58" fmla="*/ 538 w 588"/>
                <a:gd name="T59" fmla="*/ 460 h 468"/>
                <a:gd name="T60" fmla="*/ 528 w 588"/>
                <a:gd name="T61" fmla="*/ 468 h 468"/>
                <a:gd name="T62" fmla="*/ 528 w 588"/>
                <a:gd name="T63" fmla="*/ 468 h 468"/>
                <a:gd name="T64" fmla="*/ 514 w 588"/>
                <a:gd name="T65" fmla="*/ 442 h 468"/>
                <a:gd name="T66" fmla="*/ 502 w 588"/>
                <a:gd name="T67" fmla="*/ 414 h 468"/>
                <a:gd name="T68" fmla="*/ 472 w 588"/>
                <a:gd name="T69" fmla="*/ 350 h 468"/>
                <a:gd name="T70" fmla="*/ 454 w 588"/>
                <a:gd name="T71" fmla="*/ 316 h 468"/>
                <a:gd name="T72" fmla="*/ 436 w 588"/>
                <a:gd name="T73" fmla="*/ 280 h 468"/>
                <a:gd name="T74" fmla="*/ 414 w 588"/>
                <a:gd name="T75" fmla="*/ 248 h 468"/>
                <a:gd name="T76" fmla="*/ 388 w 588"/>
                <a:gd name="T77" fmla="*/ 216 h 468"/>
                <a:gd name="T78" fmla="*/ 374 w 588"/>
                <a:gd name="T79" fmla="*/ 200 h 468"/>
                <a:gd name="T80" fmla="*/ 358 w 588"/>
                <a:gd name="T81" fmla="*/ 186 h 468"/>
                <a:gd name="T82" fmla="*/ 342 w 588"/>
                <a:gd name="T83" fmla="*/ 172 h 468"/>
                <a:gd name="T84" fmla="*/ 326 w 588"/>
                <a:gd name="T85" fmla="*/ 160 h 468"/>
                <a:gd name="T86" fmla="*/ 306 w 588"/>
                <a:gd name="T87" fmla="*/ 150 h 468"/>
                <a:gd name="T88" fmla="*/ 286 w 588"/>
                <a:gd name="T89" fmla="*/ 140 h 468"/>
                <a:gd name="T90" fmla="*/ 266 w 588"/>
                <a:gd name="T91" fmla="*/ 130 h 468"/>
                <a:gd name="T92" fmla="*/ 242 w 588"/>
                <a:gd name="T93" fmla="*/ 124 h 468"/>
                <a:gd name="T94" fmla="*/ 218 w 588"/>
                <a:gd name="T95" fmla="*/ 118 h 468"/>
                <a:gd name="T96" fmla="*/ 192 w 588"/>
                <a:gd name="T97" fmla="*/ 114 h 468"/>
                <a:gd name="T98" fmla="*/ 164 w 588"/>
                <a:gd name="T99" fmla="*/ 112 h 468"/>
                <a:gd name="T100" fmla="*/ 136 w 588"/>
                <a:gd name="T101" fmla="*/ 112 h 468"/>
                <a:gd name="T102" fmla="*/ 104 w 588"/>
                <a:gd name="T103" fmla="*/ 114 h 468"/>
                <a:gd name="T104" fmla="*/ 72 w 588"/>
                <a:gd name="T105" fmla="*/ 118 h 468"/>
                <a:gd name="T106" fmla="*/ 38 w 588"/>
                <a:gd name="T107" fmla="*/ 124 h 468"/>
                <a:gd name="T108" fmla="*/ 0 w 588"/>
                <a:gd name="T109" fmla="*/ 132 h 468"/>
                <a:gd name="T110" fmla="*/ 74 w 588"/>
                <a:gd name="T111" fmla="*/ 4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88" h="468">
                  <a:moveTo>
                    <a:pt x="74" y="4"/>
                  </a:moveTo>
                  <a:lnTo>
                    <a:pt x="74" y="4"/>
                  </a:lnTo>
                  <a:lnTo>
                    <a:pt x="88" y="2"/>
                  </a:lnTo>
                  <a:lnTo>
                    <a:pt x="106" y="0"/>
                  </a:lnTo>
                  <a:lnTo>
                    <a:pt x="130" y="2"/>
                  </a:lnTo>
                  <a:lnTo>
                    <a:pt x="158" y="4"/>
                  </a:lnTo>
                  <a:lnTo>
                    <a:pt x="192" y="10"/>
                  </a:lnTo>
                  <a:lnTo>
                    <a:pt x="228" y="18"/>
                  </a:lnTo>
                  <a:lnTo>
                    <a:pt x="266" y="32"/>
                  </a:lnTo>
                  <a:lnTo>
                    <a:pt x="308" y="50"/>
                  </a:lnTo>
                  <a:lnTo>
                    <a:pt x="328" y="62"/>
                  </a:lnTo>
                  <a:lnTo>
                    <a:pt x="350" y="74"/>
                  </a:lnTo>
                  <a:lnTo>
                    <a:pt x="372" y="90"/>
                  </a:lnTo>
                  <a:lnTo>
                    <a:pt x="392" y="106"/>
                  </a:lnTo>
                  <a:lnTo>
                    <a:pt x="414" y="126"/>
                  </a:lnTo>
                  <a:lnTo>
                    <a:pt x="436" y="146"/>
                  </a:lnTo>
                  <a:lnTo>
                    <a:pt x="456" y="168"/>
                  </a:lnTo>
                  <a:lnTo>
                    <a:pt x="476" y="194"/>
                  </a:lnTo>
                  <a:lnTo>
                    <a:pt x="496" y="222"/>
                  </a:lnTo>
                  <a:lnTo>
                    <a:pt x="516" y="250"/>
                  </a:lnTo>
                  <a:lnTo>
                    <a:pt x="536" y="284"/>
                  </a:lnTo>
                  <a:lnTo>
                    <a:pt x="554" y="318"/>
                  </a:lnTo>
                  <a:lnTo>
                    <a:pt x="570" y="356"/>
                  </a:lnTo>
                  <a:lnTo>
                    <a:pt x="588" y="396"/>
                  </a:lnTo>
                  <a:lnTo>
                    <a:pt x="588" y="396"/>
                  </a:lnTo>
                  <a:lnTo>
                    <a:pt x="586" y="406"/>
                  </a:lnTo>
                  <a:lnTo>
                    <a:pt x="578" y="416"/>
                  </a:lnTo>
                  <a:lnTo>
                    <a:pt x="570" y="428"/>
                  </a:lnTo>
                  <a:lnTo>
                    <a:pt x="558" y="440"/>
                  </a:lnTo>
                  <a:lnTo>
                    <a:pt x="538" y="460"/>
                  </a:lnTo>
                  <a:lnTo>
                    <a:pt x="528" y="468"/>
                  </a:lnTo>
                  <a:lnTo>
                    <a:pt x="528" y="468"/>
                  </a:lnTo>
                  <a:lnTo>
                    <a:pt x="514" y="442"/>
                  </a:lnTo>
                  <a:lnTo>
                    <a:pt x="502" y="414"/>
                  </a:lnTo>
                  <a:lnTo>
                    <a:pt x="472" y="350"/>
                  </a:lnTo>
                  <a:lnTo>
                    <a:pt x="454" y="316"/>
                  </a:lnTo>
                  <a:lnTo>
                    <a:pt x="436" y="280"/>
                  </a:lnTo>
                  <a:lnTo>
                    <a:pt x="414" y="248"/>
                  </a:lnTo>
                  <a:lnTo>
                    <a:pt x="388" y="216"/>
                  </a:lnTo>
                  <a:lnTo>
                    <a:pt x="374" y="200"/>
                  </a:lnTo>
                  <a:lnTo>
                    <a:pt x="358" y="186"/>
                  </a:lnTo>
                  <a:lnTo>
                    <a:pt x="342" y="172"/>
                  </a:lnTo>
                  <a:lnTo>
                    <a:pt x="326" y="160"/>
                  </a:lnTo>
                  <a:lnTo>
                    <a:pt x="306" y="150"/>
                  </a:lnTo>
                  <a:lnTo>
                    <a:pt x="286" y="140"/>
                  </a:lnTo>
                  <a:lnTo>
                    <a:pt x="266" y="130"/>
                  </a:lnTo>
                  <a:lnTo>
                    <a:pt x="242" y="124"/>
                  </a:lnTo>
                  <a:lnTo>
                    <a:pt x="218" y="118"/>
                  </a:lnTo>
                  <a:lnTo>
                    <a:pt x="192" y="114"/>
                  </a:lnTo>
                  <a:lnTo>
                    <a:pt x="164" y="112"/>
                  </a:lnTo>
                  <a:lnTo>
                    <a:pt x="136" y="112"/>
                  </a:lnTo>
                  <a:lnTo>
                    <a:pt x="104" y="114"/>
                  </a:lnTo>
                  <a:lnTo>
                    <a:pt x="72" y="118"/>
                  </a:lnTo>
                  <a:lnTo>
                    <a:pt x="38" y="124"/>
                  </a:lnTo>
                  <a:lnTo>
                    <a:pt x="0" y="132"/>
                  </a:lnTo>
                  <a:lnTo>
                    <a:pt x="74" y="4"/>
                  </a:lnTo>
                  <a:close/>
                </a:path>
              </a:pathLst>
            </a:custGeom>
            <a:solidFill>
              <a:srgbClr val="4242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9" name="Freeform 1488">
              <a:extLst>
                <a:ext uri="{FF2B5EF4-FFF2-40B4-BE49-F238E27FC236}">
                  <a16:creationId xmlns:a16="http://schemas.microsoft.com/office/drawing/2014/main" id="{12B2D5FD-B584-4502-9AA0-F3C066B26EF1}"/>
                </a:ext>
              </a:extLst>
            </p:cNvPr>
            <p:cNvSpPr>
              <a:spLocks/>
            </p:cNvSpPr>
            <p:nvPr/>
          </p:nvSpPr>
          <p:spPr bwMode="auto">
            <a:xfrm>
              <a:off x="4843463" y="4176713"/>
              <a:ext cx="1016000" cy="530225"/>
            </a:xfrm>
            <a:custGeom>
              <a:avLst/>
              <a:gdLst>
                <a:gd name="T0" fmla="*/ 640 w 640"/>
                <a:gd name="T1" fmla="*/ 56 h 334"/>
                <a:gd name="T2" fmla="*/ 640 w 640"/>
                <a:gd name="T3" fmla="*/ 56 h 334"/>
                <a:gd name="T4" fmla="*/ 638 w 640"/>
                <a:gd name="T5" fmla="*/ 76 h 334"/>
                <a:gd name="T6" fmla="*/ 636 w 640"/>
                <a:gd name="T7" fmla="*/ 96 h 334"/>
                <a:gd name="T8" fmla="*/ 630 w 640"/>
                <a:gd name="T9" fmla="*/ 124 h 334"/>
                <a:gd name="T10" fmla="*/ 620 w 640"/>
                <a:gd name="T11" fmla="*/ 154 h 334"/>
                <a:gd name="T12" fmla="*/ 606 w 640"/>
                <a:gd name="T13" fmla="*/ 186 h 334"/>
                <a:gd name="T14" fmla="*/ 596 w 640"/>
                <a:gd name="T15" fmla="*/ 204 h 334"/>
                <a:gd name="T16" fmla="*/ 586 w 640"/>
                <a:gd name="T17" fmla="*/ 220 h 334"/>
                <a:gd name="T18" fmla="*/ 574 w 640"/>
                <a:gd name="T19" fmla="*/ 236 h 334"/>
                <a:gd name="T20" fmla="*/ 560 w 640"/>
                <a:gd name="T21" fmla="*/ 252 h 334"/>
                <a:gd name="T22" fmla="*/ 544 w 640"/>
                <a:gd name="T23" fmla="*/ 266 h 334"/>
                <a:gd name="T24" fmla="*/ 528 w 640"/>
                <a:gd name="T25" fmla="*/ 280 h 334"/>
                <a:gd name="T26" fmla="*/ 508 w 640"/>
                <a:gd name="T27" fmla="*/ 294 h 334"/>
                <a:gd name="T28" fmla="*/ 486 w 640"/>
                <a:gd name="T29" fmla="*/ 306 h 334"/>
                <a:gd name="T30" fmla="*/ 462 w 640"/>
                <a:gd name="T31" fmla="*/ 316 h 334"/>
                <a:gd name="T32" fmla="*/ 436 w 640"/>
                <a:gd name="T33" fmla="*/ 324 h 334"/>
                <a:gd name="T34" fmla="*/ 408 w 640"/>
                <a:gd name="T35" fmla="*/ 330 h 334"/>
                <a:gd name="T36" fmla="*/ 378 w 640"/>
                <a:gd name="T37" fmla="*/ 334 h 334"/>
                <a:gd name="T38" fmla="*/ 344 w 640"/>
                <a:gd name="T39" fmla="*/ 334 h 334"/>
                <a:gd name="T40" fmla="*/ 308 w 640"/>
                <a:gd name="T41" fmla="*/ 334 h 334"/>
                <a:gd name="T42" fmla="*/ 268 w 640"/>
                <a:gd name="T43" fmla="*/ 330 h 334"/>
                <a:gd name="T44" fmla="*/ 226 w 640"/>
                <a:gd name="T45" fmla="*/ 322 h 334"/>
                <a:gd name="T46" fmla="*/ 180 w 640"/>
                <a:gd name="T47" fmla="*/ 312 h 334"/>
                <a:gd name="T48" fmla="*/ 132 w 640"/>
                <a:gd name="T49" fmla="*/ 298 h 334"/>
                <a:gd name="T50" fmla="*/ 80 w 640"/>
                <a:gd name="T51" fmla="*/ 280 h 334"/>
                <a:gd name="T52" fmla="*/ 24 w 640"/>
                <a:gd name="T53" fmla="*/ 258 h 334"/>
                <a:gd name="T54" fmla="*/ 24 w 640"/>
                <a:gd name="T55" fmla="*/ 258 h 334"/>
                <a:gd name="T56" fmla="*/ 18 w 640"/>
                <a:gd name="T57" fmla="*/ 252 h 334"/>
                <a:gd name="T58" fmla="*/ 14 w 640"/>
                <a:gd name="T59" fmla="*/ 240 h 334"/>
                <a:gd name="T60" fmla="*/ 8 w 640"/>
                <a:gd name="T61" fmla="*/ 226 h 334"/>
                <a:gd name="T62" fmla="*/ 6 w 640"/>
                <a:gd name="T63" fmla="*/ 210 h 334"/>
                <a:gd name="T64" fmla="*/ 0 w 640"/>
                <a:gd name="T65" fmla="*/ 182 h 334"/>
                <a:gd name="T66" fmla="*/ 0 w 640"/>
                <a:gd name="T67" fmla="*/ 170 h 334"/>
                <a:gd name="T68" fmla="*/ 0 w 640"/>
                <a:gd name="T69" fmla="*/ 170 h 334"/>
                <a:gd name="T70" fmla="*/ 28 w 640"/>
                <a:gd name="T71" fmla="*/ 174 h 334"/>
                <a:gd name="T72" fmla="*/ 64 w 640"/>
                <a:gd name="T73" fmla="*/ 182 h 334"/>
                <a:gd name="T74" fmla="*/ 144 w 640"/>
                <a:gd name="T75" fmla="*/ 202 h 334"/>
                <a:gd name="T76" fmla="*/ 186 w 640"/>
                <a:gd name="T77" fmla="*/ 212 h 334"/>
                <a:gd name="T78" fmla="*/ 232 w 640"/>
                <a:gd name="T79" fmla="*/ 222 h 334"/>
                <a:gd name="T80" fmla="*/ 276 w 640"/>
                <a:gd name="T81" fmla="*/ 228 h 334"/>
                <a:gd name="T82" fmla="*/ 320 w 640"/>
                <a:gd name="T83" fmla="*/ 232 h 334"/>
                <a:gd name="T84" fmla="*/ 342 w 640"/>
                <a:gd name="T85" fmla="*/ 232 h 334"/>
                <a:gd name="T86" fmla="*/ 362 w 640"/>
                <a:gd name="T87" fmla="*/ 232 h 334"/>
                <a:gd name="T88" fmla="*/ 382 w 640"/>
                <a:gd name="T89" fmla="*/ 228 h 334"/>
                <a:gd name="T90" fmla="*/ 402 w 640"/>
                <a:gd name="T91" fmla="*/ 224 h 334"/>
                <a:gd name="T92" fmla="*/ 420 w 640"/>
                <a:gd name="T93" fmla="*/ 218 h 334"/>
                <a:gd name="T94" fmla="*/ 438 w 640"/>
                <a:gd name="T95" fmla="*/ 212 h 334"/>
                <a:gd name="T96" fmla="*/ 454 w 640"/>
                <a:gd name="T97" fmla="*/ 202 h 334"/>
                <a:gd name="T98" fmla="*/ 468 w 640"/>
                <a:gd name="T99" fmla="*/ 190 h 334"/>
                <a:gd name="T100" fmla="*/ 480 w 640"/>
                <a:gd name="T101" fmla="*/ 176 h 334"/>
                <a:gd name="T102" fmla="*/ 492 w 640"/>
                <a:gd name="T103" fmla="*/ 158 h 334"/>
                <a:gd name="T104" fmla="*/ 502 w 640"/>
                <a:gd name="T105" fmla="*/ 140 h 334"/>
                <a:gd name="T106" fmla="*/ 510 w 640"/>
                <a:gd name="T107" fmla="*/ 118 h 334"/>
                <a:gd name="T108" fmla="*/ 516 w 640"/>
                <a:gd name="T109" fmla="*/ 94 h 334"/>
                <a:gd name="T110" fmla="*/ 518 w 640"/>
                <a:gd name="T111" fmla="*/ 66 h 334"/>
                <a:gd name="T112" fmla="*/ 520 w 640"/>
                <a:gd name="T113" fmla="*/ 34 h 334"/>
                <a:gd name="T114" fmla="*/ 520 w 640"/>
                <a:gd name="T115" fmla="*/ 0 h 334"/>
                <a:gd name="T116" fmla="*/ 640 w 640"/>
                <a:gd name="T117" fmla="*/ 56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40" h="334">
                  <a:moveTo>
                    <a:pt x="640" y="56"/>
                  </a:moveTo>
                  <a:lnTo>
                    <a:pt x="640" y="56"/>
                  </a:lnTo>
                  <a:lnTo>
                    <a:pt x="638" y="76"/>
                  </a:lnTo>
                  <a:lnTo>
                    <a:pt x="636" y="96"/>
                  </a:lnTo>
                  <a:lnTo>
                    <a:pt x="630" y="124"/>
                  </a:lnTo>
                  <a:lnTo>
                    <a:pt x="620" y="154"/>
                  </a:lnTo>
                  <a:lnTo>
                    <a:pt x="606" y="186"/>
                  </a:lnTo>
                  <a:lnTo>
                    <a:pt x="596" y="204"/>
                  </a:lnTo>
                  <a:lnTo>
                    <a:pt x="586" y="220"/>
                  </a:lnTo>
                  <a:lnTo>
                    <a:pt x="574" y="236"/>
                  </a:lnTo>
                  <a:lnTo>
                    <a:pt x="560" y="252"/>
                  </a:lnTo>
                  <a:lnTo>
                    <a:pt x="544" y="266"/>
                  </a:lnTo>
                  <a:lnTo>
                    <a:pt x="528" y="280"/>
                  </a:lnTo>
                  <a:lnTo>
                    <a:pt x="508" y="294"/>
                  </a:lnTo>
                  <a:lnTo>
                    <a:pt x="486" y="306"/>
                  </a:lnTo>
                  <a:lnTo>
                    <a:pt x="462" y="316"/>
                  </a:lnTo>
                  <a:lnTo>
                    <a:pt x="436" y="324"/>
                  </a:lnTo>
                  <a:lnTo>
                    <a:pt x="408" y="330"/>
                  </a:lnTo>
                  <a:lnTo>
                    <a:pt x="378" y="334"/>
                  </a:lnTo>
                  <a:lnTo>
                    <a:pt x="344" y="334"/>
                  </a:lnTo>
                  <a:lnTo>
                    <a:pt x="308" y="334"/>
                  </a:lnTo>
                  <a:lnTo>
                    <a:pt x="268" y="330"/>
                  </a:lnTo>
                  <a:lnTo>
                    <a:pt x="226" y="322"/>
                  </a:lnTo>
                  <a:lnTo>
                    <a:pt x="180" y="312"/>
                  </a:lnTo>
                  <a:lnTo>
                    <a:pt x="132" y="298"/>
                  </a:lnTo>
                  <a:lnTo>
                    <a:pt x="80" y="280"/>
                  </a:lnTo>
                  <a:lnTo>
                    <a:pt x="24" y="258"/>
                  </a:lnTo>
                  <a:lnTo>
                    <a:pt x="24" y="258"/>
                  </a:lnTo>
                  <a:lnTo>
                    <a:pt x="18" y="252"/>
                  </a:lnTo>
                  <a:lnTo>
                    <a:pt x="14" y="240"/>
                  </a:lnTo>
                  <a:lnTo>
                    <a:pt x="8" y="226"/>
                  </a:lnTo>
                  <a:lnTo>
                    <a:pt x="6" y="210"/>
                  </a:lnTo>
                  <a:lnTo>
                    <a:pt x="0" y="182"/>
                  </a:lnTo>
                  <a:lnTo>
                    <a:pt x="0" y="170"/>
                  </a:lnTo>
                  <a:lnTo>
                    <a:pt x="0" y="170"/>
                  </a:lnTo>
                  <a:lnTo>
                    <a:pt x="28" y="174"/>
                  </a:lnTo>
                  <a:lnTo>
                    <a:pt x="64" y="182"/>
                  </a:lnTo>
                  <a:lnTo>
                    <a:pt x="144" y="202"/>
                  </a:lnTo>
                  <a:lnTo>
                    <a:pt x="186" y="212"/>
                  </a:lnTo>
                  <a:lnTo>
                    <a:pt x="232" y="222"/>
                  </a:lnTo>
                  <a:lnTo>
                    <a:pt x="276" y="228"/>
                  </a:lnTo>
                  <a:lnTo>
                    <a:pt x="320" y="232"/>
                  </a:lnTo>
                  <a:lnTo>
                    <a:pt x="342" y="232"/>
                  </a:lnTo>
                  <a:lnTo>
                    <a:pt x="362" y="232"/>
                  </a:lnTo>
                  <a:lnTo>
                    <a:pt x="382" y="228"/>
                  </a:lnTo>
                  <a:lnTo>
                    <a:pt x="402" y="224"/>
                  </a:lnTo>
                  <a:lnTo>
                    <a:pt x="420" y="218"/>
                  </a:lnTo>
                  <a:lnTo>
                    <a:pt x="438" y="212"/>
                  </a:lnTo>
                  <a:lnTo>
                    <a:pt x="454" y="202"/>
                  </a:lnTo>
                  <a:lnTo>
                    <a:pt x="468" y="190"/>
                  </a:lnTo>
                  <a:lnTo>
                    <a:pt x="480" y="176"/>
                  </a:lnTo>
                  <a:lnTo>
                    <a:pt x="492" y="158"/>
                  </a:lnTo>
                  <a:lnTo>
                    <a:pt x="502" y="140"/>
                  </a:lnTo>
                  <a:lnTo>
                    <a:pt x="510" y="118"/>
                  </a:lnTo>
                  <a:lnTo>
                    <a:pt x="516" y="94"/>
                  </a:lnTo>
                  <a:lnTo>
                    <a:pt x="518" y="66"/>
                  </a:lnTo>
                  <a:lnTo>
                    <a:pt x="520" y="34"/>
                  </a:lnTo>
                  <a:lnTo>
                    <a:pt x="520" y="0"/>
                  </a:lnTo>
                  <a:lnTo>
                    <a:pt x="640" y="56"/>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80" name="Freeform 1489">
              <a:extLst>
                <a:ext uri="{FF2B5EF4-FFF2-40B4-BE49-F238E27FC236}">
                  <a16:creationId xmlns:a16="http://schemas.microsoft.com/office/drawing/2014/main" id="{0F07F59E-9321-4747-BF3F-BABE14CF99EC}"/>
                </a:ext>
              </a:extLst>
            </p:cNvPr>
            <p:cNvSpPr>
              <a:spLocks/>
            </p:cNvSpPr>
            <p:nvPr/>
          </p:nvSpPr>
          <p:spPr bwMode="auto">
            <a:xfrm>
              <a:off x="4843463" y="4176713"/>
              <a:ext cx="1016000" cy="530225"/>
            </a:xfrm>
            <a:custGeom>
              <a:avLst/>
              <a:gdLst>
                <a:gd name="T0" fmla="*/ 640 w 640"/>
                <a:gd name="T1" fmla="*/ 56 h 334"/>
                <a:gd name="T2" fmla="*/ 640 w 640"/>
                <a:gd name="T3" fmla="*/ 56 h 334"/>
                <a:gd name="T4" fmla="*/ 638 w 640"/>
                <a:gd name="T5" fmla="*/ 76 h 334"/>
                <a:gd name="T6" fmla="*/ 636 w 640"/>
                <a:gd name="T7" fmla="*/ 96 h 334"/>
                <a:gd name="T8" fmla="*/ 630 w 640"/>
                <a:gd name="T9" fmla="*/ 124 h 334"/>
                <a:gd name="T10" fmla="*/ 620 w 640"/>
                <a:gd name="T11" fmla="*/ 154 h 334"/>
                <a:gd name="T12" fmla="*/ 606 w 640"/>
                <a:gd name="T13" fmla="*/ 186 h 334"/>
                <a:gd name="T14" fmla="*/ 596 w 640"/>
                <a:gd name="T15" fmla="*/ 204 h 334"/>
                <a:gd name="T16" fmla="*/ 586 w 640"/>
                <a:gd name="T17" fmla="*/ 220 h 334"/>
                <a:gd name="T18" fmla="*/ 574 w 640"/>
                <a:gd name="T19" fmla="*/ 236 h 334"/>
                <a:gd name="T20" fmla="*/ 560 w 640"/>
                <a:gd name="T21" fmla="*/ 252 h 334"/>
                <a:gd name="T22" fmla="*/ 544 w 640"/>
                <a:gd name="T23" fmla="*/ 266 h 334"/>
                <a:gd name="T24" fmla="*/ 528 w 640"/>
                <a:gd name="T25" fmla="*/ 280 h 334"/>
                <a:gd name="T26" fmla="*/ 508 w 640"/>
                <a:gd name="T27" fmla="*/ 294 h 334"/>
                <a:gd name="T28" fmla="*/ 486 w 640"/>
                <a:gd name="T29" fmla="*/ 306 h 334"/>
                <a:gd name="T30" fmla="*/ 462 w 640"/>
                <a:gd name="T31" fmla="*/ 316 h 334"/>
                <a:gd name="T32" fmla="*/ 436 w 640"/>
                <a:gd name="T33" fmla="*/ 324 h 334"/>
                <a:gd name="T34" fmla="*/ 408 w 640"/>
                <a:gd name="T35" fmla="*/ 330 h 334"/>
                <a:gd name="T36" fmla="*/ 378 w 640"/>
                <a:gd name="T37" fmla="*/ 334 h 334"/>
                <a:gd name="T38" fmla="*/ 344 w 640"/>
                <a:gd name="T39" fmla="*/ 334 h 334"/>
                <a:gd name="T40" fmla="*/ 308 w 640"/>
                <a:gd name="T41" fmla="*/ 334 h 334"/>
                <a:gd name="T42" fmla="*/ 268 w 640"/>
                <a:gd name="T43" fmla="*/ 330 h 334"/>
                <a:gd name="T44" fmla="*/ 226 w 640"/>
                <a:gd name="T45" fmla="*/ 322 h 334"/>
                <a:gd name="T46" fmla="*/ 180 w 640"/>
                <a:gd name="T47" fmla="*/ 312 h 334"/>
                <a:gd name="T48" fmla="*/ 132 w 640"/>
                <a:gd name="T49" fmla="*/ 298 h 334"/>
                <a:gd name="T50" fmla="*/ 80 w 640"/>
                <a:gd name="T51" fmla="*/ 280 h 334"/>
                <a:gd name="T52" fmla="*/ 24 w 640"/>
                <a:gd name="T53" fmla="*/ 258 h 334"/>
                <a:gd name="T54" fmla="*/ 24 w 640"/>
                <a:gd name="T55" fmla="*/ 258 h 334"/>
                <a:gd name="T56" fmla="*/ 18 w 640"/>
                <a:gd name="T57" fmla="*/ 252 h 334"/>
                <a:gd name="T58" fmla="*/ 14 w 640"/>
                <a:gd name="T59" fmla="*/ 240 h 334"/>
                <a:gd name="T60" fmla="*/ 8 w 640"/>
                <a:gd name="T61" fmla="*/ 226 h 334"/>
                <a:gd name="T62" fmla="*/ 6 w 640"/>
                <a:gd name="T63" fmla="*/ 210 h 334"/>
                <a:gd name="T64" fmla="*/ 0 w 640"/>
                <a:gd name="T65" fmla="*/ 182 h 334"/>
                <a:gd name="T66" fmla="*/ 0 w 640"/>
                <a:gd name="T67" fmla="*/ 170 h 334"/>
                <a:gd name="T68" fmla="*/ 0 w 640"/>
                <a:gd name="T69" fmla="*/ 170 h 334"/>
                <a:gd name="T70" fmla="*/ 28 w 640"/>
                <a:gd name="T71" fmla="*/ 174 h 334"/>
                <a:gd name="T72" fmla="*/ 64 w 640"/>
                <a:gd name="T73" fmla="*/ 182 h 334"/>
                <a:gd name="T74" fmla="*/ 144 w 640"/>
                <a:gd name="T75" fmla="*/ 202 h 334"/>
                <a:gd name="T76" fmla="*/ 186 w 640"/>
                <a:gd name="T77" fmla="*/ 212 h 334"/>
                <a:gd name="T78" fmla="*/ 232 w 640"/>
                <a:gd name="T79" fmla="*/ 222 h 334"/>
                <a:gd name="T80" fmla="*/ 276 w 640"/>
                <a:gd name="T81" fmla="*/ 228 h 334"/>
                <a:gd name="T82" fmla="*/ 320 w 640"/>
                <a:gd name="T83" fmla="*/ 232 h 334"/>
                <a:gd name="T84" fmla="*/ 342 w 640"/>
                <a:gd name="T85" fmla="*/ 232 h 334"/>
                <a:gd name="T86" fmla="*/ 362 w 640"/>
                <a:gd name="T87" fmla="*/ 232 h 334"/>
                <a:gd name="T88" fmla="*/ 382 w 640"/>
                <a:gd name="T89" fmla="*/ 228 h 334"/>
                <a:gd name="T90" fmla="*/ 402 w 640"/>
                <a:gd name="T91" fmla="*/ 224 h 334"/>
                <a:gd name="T92" fmla="*/ 420 w 640"/>
                <a:gd name="T93" fmla="*/ 218 h 334"/>
                <a:gd name="T94" fmla="*/ 438 w 640"/>
                <a:gd name="T95" fmla="*/ 212 h 334"/>
                <a:gd name="T96" fmla="*/ 454 w 640"/>
                <a:gd name="T97" fmla="*/ 202 h 334"/>
                <a:gd name="T98" fmla="*/ 468 w 640"/>
                <a:gd name="T99" fmla="*/ 190 h 334"/>
                <a:gd name="T100" fmla="*/ 480 w 640"/>
                <a:gd name="T101" fmla="*/ 176 h 334"/>
                <a:gd name="T102" fmla="*/ 492 w 640"/>
                <a:gd name="T103" fmla="*/ 158 h 334"/>
                <a:gd name="T104" fmla="*/ 502 w 640"/>
                <a:gd name="T105" fmla="*/ 140 h 334"/>
                <a:gd name="T106" fmla="*/ 510 w 640"/>
                <a:gd name="T107" fmla="*/ 118 h 334"/>
                <a:gd name="T108" fmla="*/ 516 w 640"/>
                <a:gd name="T109" fmla="*/ 94 h 334"/>
                <a:gd name="T110" fmla="*/ 518 w 640"/>
                <a:gd name="T111" fmla="*/ 66 h 334"/>
                <a:gd name="T112" fmla="*/ 520 w 640"/>
                <a:gd name="T113" fmla="*/ 34 h 334"/>
                <a:gd name="T114" fmla="*/ 520 w 640"/>
                <a:gd name="T115" fmla="*/ 0 h 334"/>
                <a:gd name="T116" fmla="*/ 640 w 640"/>
                <a:gd name="T117" fmla="*/ 56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40" h="334">
                  <a:moveTo>
                    <a:pt x="640" y="56"/>
                  </a:moveTo>
                  <a:lnTo>
                    <a:pt x="640" y="56"/>
                  </a:lnTo>
                  <a:lnTo>
                    <a:pt x="638" y="76"/>
                  </a:lnTo>
                  <a:lnTo>
                    <a:pt x="636" y="96"/>
                  </a:lnTo>
                  <a:lnTo>
                    <a:pt x="630" y="124"/>
                  </a:lnTo>
                  <a:lnTo>
                    <a:pt x="620" y="154"/>
                  </a:lnTo>
                  <a:lnTo>
                    <a:pt x="606" y="186"/>
                  </a:lnTo>
                  <a:lnTo>
                    <a:pt x="596" y="204"/>
                  </a:lnTo>
                  <a:lnTo>
                    <a:pt x="586" y="220"/>
                  </a:lnTo>
                  <a:lnTo>
                    <a:pt x="574" y="236"/>
                  </a:lnTo>
                  <a:lnTo>
                    <a:pt x="560" y="252"/>
                  </a:lnTo>
                  <a:lnTo>
                    <a:pt x="544" y="266"/>
                  </a:lnTo>
                  <a:lnTo>
                    <a:pt x="528" y="280"/>
                  </a:lnTo>
                  <a:lnTo>
                    <a:pt x="508" y="294"/>
                  </a:lnTo>
                  <a:lnTo>
                    <a:pt x="486" y="306"/>
                  </a:lnTo>
                  <a:lnTo>
                    <a:pt x="462" y="316"/>
                  </a:lnTo>
                  <a:lnTo>
                    <a:pt x="436" y="324"/>
                  </a:lnTo>
                  <a:lnTo>
                    <a:pt x="408" y="330"/>
                  </a:lnTo>
                  <a:lnTo>
                    <a:pt x="378" y="334"/>
                  </a:lnTo>
                  <a:lnTo>
                    <a:pt x="344" y="334"/>
                  </a:lnTo>
                  <a:lnTo>
                    <a:pt x="308" y="334"/>
                  </a:lnTo>
                  <a:lnTo>
                    <a:pt x="268" y="330"/>
                  </a:lnTo>
                  <a:lnTo>
                    <a:pt x="226" y="322"/>
                  </a:lnTo>
                  <a:lnTo>
                    <a:pt x="180" y="312"/>
                  </a:lnTo>
                  <a:lnTo>
                    <a:pt x="132" y="298"/>
                  </a:lnTo>
                  <a:lnTo>
                    <a:pt x="80" y="280"/>
                  </a:lnTo>
                  <a:lnTo>
                    <a:pt x="24" y="258"/>
                  </a:lnTo>
                  <a:lnTo>
                    <a:pt x="24" y="258"/>
                  </a:lnTo>
                  <a:lnTo>
                    <a:pt x="18" y="252"/>
                  </a:lnTo>
                  <a:lnTo>
                    <a:pt x="14" y="240"/>
                  </a:lnTo>
                  <a:lnTo>
                    <a:pt x="8" y="226"/>
                  </a:lnTo>
                  <a:lnTo>
                    <a:pt x="6" y="210"/>
                  </a:lnTo>
                  <a:lnTo>
                    <a:pt x="0" y="182"/>
                  </a:lnTo>
                  <a:lnTo>
                    <a:pt x="0" y="170"/>
                  </a:lnTo>
                  <a:lnTo>
                    <a:pt x="0" y="170"/>
                  </a:lnTo>
                  <a:lnTo>
                    <a:pt x="28" y="174"/>
                  </a:lnTo>
                  <a:lnTo>
                    <a:pt x="64" y="182"/>
                  </a:lnTo>
                  <a:lnTo>
                    <a:pt x="144" y="202"/>
                  </a:lnTo>
                  <a:lnTo>
                    <a:pt x="186" y="212"/>
                  </a:lnTo>
                  <a:lnTo>
                    <a:pt x="232" y="222"/>
                  </a:lnTo>
                  <a:lnTo>
                    <a:pt x="276" y="228"/>
                  </a:lnTo>
                  <a:lnTo>
                    <a:pt x="320" y="232"/>
                  </a:lnTo>
                  <a:lnTo>
                    <a:pt x="342" y="232"/>
                  </a:lnTo>
                  <a:lnTo>
                    <a:pt x="362" y="232"/>
                  </a:lnTo>
                  <a:lnTo>
                    <a:pt x="382" y="228"/>
                  </a:lnTo>
                  <a:lnTo>
                    <a:pt x="402" y="224"/>
                  </a:lnTo>
                  <a:lnTo>
                    <a:pt x="420" y="218"/>
                  </a:lnTo>
                  <a:lnTo>
                    <a:pt x="438" y="212"/>
                  </a:lnTo>
                  <a:lnTo>
                    <a:pt x="454" y="202"/>
                  </a:lnTo>
                  <a:lnTo>
                    <a:pt x="468" y="190"/>
                  </a:lnTo>
                  <a:lnTo>
                    <a:pt x="480" y="176"/>
                  </a:lnTo>
                  <a:lnTo>
                    <a:pt x="492" y="158"/>
                  </a:lnTo>
                  <a:lnTo>
                    <a:pt x="502" y="140"/>
                  </a:lnTo>
                  <a:lnTo>
                    <a:pt x="510" y="118"/>
                  </a:lnTo>
                  <a:lnTo>
                    <a:pt x="516" y="94"/>
                  </a:lnTo>
                  <a:lnTo>
                    <a:pt x="518" y="66"/>
                  </a:lnTo>
                  <a:lnTo>
                    <a:pt x="520" y="34"/>
                  </a:lnTo>
                  <a:lnTo>
                    <a:pt x="520" y="0"/>
                  </a:lnTo>
                  <a:lnTo>
                    <a:pt x="640" y="56"/>
                  </a:lnTo>
                  <a:close/>
                </a:path>
              </a:pathLst>
            </a:custGeom>
            <a:solidFill>
              <a:srgbClr val="4242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81" name="Freeform 1490">
              <a:extLst>
                <a:ext uri="{FF2B5EF4-FFF2-40B4-BE49-F238E27FC236}">
                  <a16:creationId xmlns:a16="http://schemas.microsoft.com/office/drawing/2014/main" id="{366DAE4C-6FA2-4D0F-98CF-531CD10A19D2}"/>
                </a:ext>
              </a:extLst>
            </p:cNvPr>
            <p:cNvSpPr>
              <a:spLocks/>
            </p:cNvSpPr>
            <p:nvPr/>
          </p:nvSpPr>
          <p:spPr bwMode="auto">
            <a:xfrm>
              <a:off x="4538663" y="4370388"/>
              <a:ext cx="415925" cy="517525"/>
            </a:xfrm>
            <a:custGeom>
              <a:avLst/>
              <a:gdLst>
                <a:gd name="T0" fmla="*/ 234 w 262"/>
                <a:gd name="T1" fmla="*/ 138 h 326"/>
                <a:gd name="T2" fmla="*/ 142 w 262"/>
                <a:gd name="T3" fmla="*/ 236 h 326"/>
                <a:gd name="T4" fmla="*/ 142 w 262"/>
                <a:gd name="T5" fmla="*/ 236 h 326"/>
                <a:gd name="T6" fmla="*/ 138 w 262"/>
                <a:gd name="T7" fmla="*/ 250 h 326"/>
                <a:gd name="T8" fmla="*/ 130 w 262"/>
                <a:gd name="T9" fmla="*/ 266 h 326"/>
                <a:gd name="T10" fmla="*/ 120 w 262"/>
                <a:gd name="T11" fmla="*/ 282 h 326"/>
                <a:gd name="T12" fmla="*/ 108 w 262"/>
                <a:gd name="T13" fmla="*/ 300 h 326"/>
                <a:gd name="T14" fmla="*/ 100 w 262"/>
                <a:gd name="T15" fmla="*/ 308 h 326"/>
                <a:gd name="T16" fmla="*/ 92 w 262"/>
                <a:gd name="T17" fmla="*/ 314 h 326"/>
                <a:gd name="T18" fmla="*/ 84 w 262"/>
                <a:gd name="T19" fmla="*/ 320 h 326"/>
                <a:gd name="T20" fmla="*/ 74 w 262"/>
                <a:gd name="T21" fmla="*/ 324 h 326"/>
                <a:gd name="T22" fmla="*/ 64 w 262"/>
                <a:gd name="T23" fmla="*/ 326 h 326"/>
                <a:gd name="T24" fmla="*/ 54 w 262"/>
                <a:gd name="T25" fmla="*/ 326 h 326"/>
                <a:gd name="T26" fmla="*/ 54 w 262"/>
                <a:gd name="T27" fmla="*/ 326 h 326"/>
                <a:gd name="T28" fmla="*/ 0 w 262"/>
                <a:gd name="T29" fmla="*/ 320 h 326"/>
                <a:gd name="T30" fmla="*/ 0 w 262"/>
                <a:gd name="T31" fmla="*/ 320 h 326"/>
                <a:gd name="T32" fmla="*/ 158 w 262"/>
                <a:gd name="T33" fmla="*/ 0 h 326"/>
                <a:gd name="T34" fmla="*/ 158 w 262"/>
                <a:gd name="T35" fmla="*/ 0 h 326"/>
                <a:gd name="T36" fmla="*/ 186 w 262"/>
                <a:gd name="T37" fmla="*/ 14 h 326"/>
                <a:gd name="T38" fmla="*/ 220 w 262"/>
                <a:gd name="T39" fmla="*/ 36 h 326"/>
                <a:gd name="T40" fmla="*/ 262 w 262"/>
                <a:gd name="T41" fmla="*/ 60 h 326"/>
                <a:gd name="T42" fmla="*/ 234 w 262"/>
                <a:gd name="T43" fmla="*/ 138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2" h="326">
                  <a:moveTo>
                    <a:pt x="234" y="138"/>
                  </a:moveTo>
                  <a:lnTo>
                    <a:pt x="142" y="236"/>
                  </a:lnTo>
                  <a:lnTo>
                    <a:pt x="142" y="236"/>
                  </a:lnTo>
                  <a:lnTo>
                    <a:pt x="138" y="250"/>
                  </a:lnTo>
                  <a:lnTo>
                    <a:pt x="130" y="266"/>
                  </a:lnTo>
                  <a:lnTo>
                    <a:pt x="120" y="282"/>
                  </a:lnTo>
                  <a:lnTo>
                    <a:pt x="108" y="300"/>
                  </a:lnTo>
                  <a:lnTo>
                    <a:pt x="100" y="308"/>
                  </a:lnTo>
                  <a:lnTo>
                    <a:pt x="92" y="314"/>
                  </a:lnTo>
                  <a:lnTo>
                    <a:pt x="84" y="320"/>
                  </a:lnTo>
                  <a:lnTo>
                    <a:pt x="74" y="324"/>
                  </a:lnTo>
                  <a:lnTo>
                    <a:pt x="64" y="326"/>
                  </a:lnTo>
                  <a:lnTo>
                    <a:pt x="54" y="326"/>
                  </a:lnTo>
                  <a:lnTo>
                    <a:pt x="54" y="326"/>
                  </a:lnTo>
                  <a:lnTo>
                    <a:pt x="0" y="320"/>
                  </a:lnTo>
                  <a:lnTo>
                    <a:pt x="0" y="320"/>
                  </a:lnTo>
                  <a:lnTo>
                    <a:pt x="158" y="0"/>
                  </a:lnTo>
                  <a:lnTo>
                    <a:pt x="158" y="0"/>
                  </a:lnTo>
                  <a:lnTo>
                    <a:pt x="186" y="14"/>
                  </a:lnTo>
                  <a:lnTo>
                    <a:pt x="220" y="36"/>
                  </a:lnTo>
                  <a:lnTo>
                    <a:pt x="262" y="60"/>
                  </a:lnTo>
                  <a:lnTo>
                    <a:pt x="234" y="138"/>
                  </a:lnTo>
                  <a:close/>
                </a:path>
              </a:pathLst>
            </a:custGeom>
            <a:solidFill>
              <a:srgbClr val="F05A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82" name="Freeform 1491">
              <a:extLst>
                <a:ext uri="{FF2B5EF4-FFF2-40B4-BE49-F238E27FC236}">
                  <a16:creationId xmlns:a16="http://schemas.microsoft.com/office/drawing/2014/main" id="{414440C1-380F-4479-9D90-92B415AF0510}"/>
                </a:ext>
              </a:extLst>
            </p:cNvPr>
            <p:cNvSpPr>
              <a:spLocks/>
            </p:cNvSpPr>
            <p:nvPr/>
          </p:nvSpPr>
          <p:spPr bwMode="auto">
            <a:xfrm>
              <a:off x="4538663" y="4370388"/>
              <a:ext cx="415925" cy="517525"/>
            </a:xfrm>
            <a:custGeom>
              <a:avLst/>
              <a:gdLst>
                <a:gd name="T0" fmla="*/ 234 w 262"/>
                <a:gd name="T1" fmla="*/ 138 h 326"/>
                <a:gd name="T2" fmla="*/ 142 w 262"/>
                <a:gd name="T3" fmla="*/ 236 h 326"/>
                <a:gd name="T4" fmla="*/ 142 w 262"/>
                <a:gd name="T5" fmla="*/ 236 h 326"/>
                <a:gd name="T6" fmla="*/ 138 w 262"/>
                <a:gd name="T7" fmla="*/ 250 h 326"/>
                <a:gd name="T8" fmla="*/ 130 w 262"/>
                <a:gd name="T9" fmla="*/ 266 h 326"/>
                <a:gd name="T10" fmla="*/ 120 w 262"/>
                <a:gd name="T11" fmla="*/ 282 h 326"/>
                <a:gd name="T12" fmla="*/ 108 w 262"/>
                <a:gd name="T13" fmla="*/ 300 h 326"/>
                <a:gd name="T14" fmla="*/ 100 w 262"/>
                <a:gd name="T15" fmla="*/ 308 h 326"/>
                <a:gd name="T16" fmla="*/ 92 w 262"/>
                <a:gd name="T17" fmla="*/ 314 h 326"/>
                <a:gd name="T18" fmla="*/ 84 w 262"/>
                <a:gd name="T19" fmla="*/ 320 h 326"/>
                <a:gd name="T20" fmla="*/ 74 w 262"/>
                <a:gd name="T21" fmla="*/ 324 h 326"/>
                <a:gd name="T22" fmla="*/ 64 w 262"/>
                <a:gd name="T23" fmla="*/ 326 h 326"/>
                <a:gd name="T24" fmla="*/ 54 w 262"/>
                <a:gd name="T25" fmla="*/ 326 h 326"/>
                <a:gd name="T26" fmla="*/ 54 w 262"/>
                <a:gd name="T27" fmla="*/ 326 h 326"/>
                <a:gd name="T28" fmla="*/ 0 w 262"/>
                <a:gd name="T29" fmla="*/ 320 h 326"/>
                <a:gd name="T30" fmla="*/ 0 w 262"/>
                <a:gd name="T31" fmla="*/ 320 h 326"/>
                <a:gd name="T32" fmla="*/ 158 w 262"/>
                <a:gd name="T33" fmla="*/ 0 h 326"/>
                <a:gd name="T34" fmla="*/ 158 w 262"/>
                <a:gd name="T35" fmla="*/ 0 h 326"/>
                <a:gd name="T36" fmla="*/ 186 w 262"/>
                <a:gd name="T37" fmla="*/ 14 h 326"/>
                <a:gd name="T38" fmla="*/ 220 w 262"/>
                <a:gd name="T39" fmla="*/ 36 h 326"/>
                <a:gd name="T40" fmla="*/ 262 w 262"/>
                <a:gd name="T41" fmla="*/ 60 h 326"/>
                <a:gd name="T42" fmla="*/ 234 w 262"/>
                <a:gd name="T43" fmla="*/ 138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2" h="326">
                  <a:moveTo>
                    <a:pt x="234" y="138"/>
                  </a:moveTo>
                  <a:lnTo>
                    <a:pt x="142" y="236"/>
                  </a:lnTo>
                  <a:lnTo>
                    <a:pt x="142" y="236"/>
                  </a:lnTo>
                  <a:lnTo>
                    <a:pt x="138" y="250"/>
                  </a:lnTo>
                  <a:lnTo>
                    <a:pt x="130" y="266"/>
                  </a:lnTo>
                  <a:lnTo>
                    <a:pt x="120" y="282"/>
                  </a:lnTo>
                  <a:lnTo>
                    <a:pt x="108" y="300"/>
                  </a:lnTo>
                  <a:lnTo>
                    <a:pt x="100" y="308"/>
                  </a:lnTo>
                  <a:lnTo>
                    <a:pt x="92" y="314"/>
                  </a:lnTo>
                  <a:lnTo>
                    <a:pt x="84" y="320"/>
                  </a:lnTo>
                  <a:lnTo>
                    <a:pt x="74" y="324"/>
                  </a:lnTo>
                  <a:lnTo>
                    <a:pt x="64" y="326"/>
                  </a:lnTo>
                  <a:lnTo>
                    <a:pt x="54" y="326"/>
                  </a:lnTo>
                  <a:lnTo>
                    <a:pt x="54" y="326"/>
                  </a:lnTo>
                  <a:lnTo>
                    <a:pt x="0" y="320"/>
                  </a:lnTo>
                  <a:lnTo>
                    <a:pt x="0" y="320"/>
                  </a:lnTo>
                  <a:lnTo>
                    <a:pt x="158" y="0"/>
                  </a:lnTo>
                  <a:lnTo>
                    <a:pt x="158" y="0"/>
                  </a:lnTo>
                  <a:lnTo>
                    <a:pt x="186" y="14"/>
                  </a:lnTo>
                  <a:lnTo>
                    <a:pt x="220" y="36"/>
                  </a:lnTo>
                  <a:lnTo>
                    <a:pt x="262" y="60"/>
                  </a:lnTo>
                  <a:lnTo>
                    <a:pt x="234" y="138"/>
                  </a:lnTo>
                  <a:close/>
                </a:path>
              </a:pathLst>
            </a:custGeom>
            <a:solidFill>
              <a:srgbClr val="5F2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183" name="Freeform 17">
            <a:extLst>
              <a:ext uri="{FF2B5EF4-FFF2-40B4-BE49-F238E27FC236}">
                <a16:creationId xmlns:a16="http://schemas.microsoft.com/office/drawing/2014/main" id="{3A3C18C3-982E-45FF-B884-2A0EDF84B2EB}"/>
              </a:ext>
            </a:extLst>
          </p:cNvPr>
          <p:cNvSpPr>
            <a:spLocks/>
          </p:cNvSpPr>
          <p:nvPr/>
        </p:nvSpPr>
        <p:spPr bwMode="auto">
          <a:xfrm>
            <a:off x="6039710" y="4650378"/>
            <a:ext cx="914400" cy="914400"/>
          </a:xfrm>
          <a:custGeom>
            <a:avLst/>
            <a:gdLst>
              <a:gd name="T0" fmla="*/ 0 w 217"/>
              <a:gd name="T1" fmla="*/ 108 h 217"/>
              <a:gd name="T2" fmla="*/ 32 w 217"/>
              <a:gd name="T3" fmla="*/ 31 h 217"/>
              <a:gd name="T4" fmla="*/ 108 w 217"/>
              <a:gd name="T5" fmla="*/ 0 h 217"/>
              <a:gd name="T6" fmla="*/ 185 w 217"/>
              <a:gd name="T7" fmla="*/ 31 h 217"/>
              <a:gd name="T8" fmla="*/ 217 w 217"/>
              <a:gd name="T9" fmla="*/ 108 h 217"/>
              <a:gd name="T10" fmla="*/ 185 w 217"/>
              <a:gd name="T11" fmla="*/ 185 h 217"/>
              <a:gd name="T12" fmla="*/ 108 w 217"/>
              <a:gd name="T13" fmla="*/ 217 h 217"/>
              <a:gd name="T14" fmla="*/ 32 w 217"/>
              <a:gd name="T15" fmla="*/ 185 h 217"/>
              <a:gd name="T16" fmla="*/ 0 w 217"/>
              <a:gd name="T17" fmla="*/ 108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7" h="217">
                <a:moveTo>
                  <a:pt x="0" y="108"/>
                </a:moveTo>
                <a:cubicBezTo>
                  <a:pt x="0" y="78"/>
                  <a:pt x="12" y="51"/>
                  <a:pt x="32" y="31"/>
                </a:cubicBezTo>
                <a:cubicBezTo>
                  <a:pt x="51" y="12"/>
                  <a:pt x="78" y="0"/>
                  <a:pt x="108" y="0"/>
                </a:cubicBezTo>
                <a:cubicBezTo>
                  <a:pt x="138" y="0"/>
                  <a:pt x="165" y="12"/>
                  <a:pt x="185" y="31"/>
                </a:cubicBezTo>
                <a:cubicBezTo>
                  <a:pt x="205" y="51"/>
                  <a:pt x="217" y="78"/>
                  <a:pt x="217" y="108"/>
                </a:cubicBezTo>
                <a:cubicBezTo>
                  <a:pt x="217" y="138"/>
                  <a:pt x="205" y="165"/>
                  <a:pt x="185" y="185"/>
                </a:cubicBezTo>
                <a:cubicBezTo>
                  <a:pt x="165" y="204"/>
                  <a:pt x="138" y="217"/>
                  <a:pt x="108" y="217"/>
                </a:cubicBezTo>
                <a:cubicBezTo>
                  <a:pt x="78" y="217"/>
                  <a:pt x="51" y="204"/>
                  <a:pt x="32" y="185"/>
                </a:cubicBezTo>
                <a:cubicBezTo>
                  <a:pt x="12" y="165"/>
                  <a:pt x="0" y="138"/>
                  <a:pt x="0" y="108"/>
                </a:cubicBezTo>
              </a:path>
            </a:pathLst>
          </a:custGeom>
          <a:noFill/>
          <a:ln w="11113" cap="flat">
            <a:solidFill>
              <a:srgbClr val="DAE2E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sp>
        <p:nvSpPr>
          <p:cNvPr id="184" name="Freeform 18">
            <a:extLst>
              <a:ext uri="{FF2B5EF4-FFF2-40B4-BE49-F238E27FC236}">
                <a16:creationId xmlns:a16="http://schemas.microsoft.com/office/drawing/2014/main" id="{ED5AC0FE-137A-47DF-9D1F-AEEE83CAFF41}"/>
              </a:ext>
            </a:extLst>
          </p:cNvPr>
          <p:cNvSpPr>
            <a:spLocks/>
          </p:cNvSpPr>
          <p:nvPr/>
        </p:nvSpPr>
        <p:spPr bwMode="auto">
          <a:xfrm>
            <a:off x="6114559" y="4726267"/>
            <a:ext cx="759713" cy="757646"/>
          </a:xfrm>
          <a:custGeom>
            <a:avLst/>
            <a:gdLst>
              <a:gd name="T0" fmla="*/ 180 w 180"/>
              <a:gd name="T1" fmla="*/ 90 h 180"/>
              <a:gd name="T2" fmla="*/ 154 w 180"/>
              <a:gd name="T3" fmla="*/ 154 h 180"/>
              <a:gd name="T4" fmla="*/ 90 w 180"/>
              <a:gd name="T5" fmla="*/ 180 h 180"/>
              <a:gd name="T6" fmla="*/ 27 w 180"/>
              <a:gd name="T7" fmla="*/ 154 h 180"/>
              <a:gd name="T8" fmla="*/ 0 w 180"/>
              <a:gd name="T9" fmla="*/ 90 h 180"/>
              <a:gd name="T10" fmla="*/ 27 w 180"/>
              <a:gd name="T11" fmla="*/ 26 h 180"/>
              <a:gd name="T12" fmla="*/ 90 w 180"/>
              <a:gd name="T13" fmla="*/ 0 h 180"/>
              <a:gd name="T14" fmla="*/ 154 w 180"/>
              <a:gd name="T15" fmla="*/ 26 h 180"/>
              <a:gd name="T16" fmla="*/ 180 w 180"/>
              <a:gd name="T1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0" h="180">
                <a:moveTo>
                  <a:pt x="180" y="90"/>
                </a:moveTo>
                <a:cubicBezTo>
                  <a:pt x="180" y="115"/>
                  <a:pt x="170" y="137"/>
                  <a:pt x="154" y="154"/>
                </a:cubicBezTo>
                <a:cubicBezTo>
                  <a:pt x="138" y="170"/>
                  <a:pt x="115" y="180"/>
                  <a:pt x="90" y="180"/>
                </a:cubicBezTo>
                <a:cubicBezTo>
                  <a:pt x="65" y="180"/>
                  <a:pt x="43" y="170"/>
                  <a:pt x="27" y="154"/>
                </a:cubicBezTo>
                <a:cubicBezTo>
                  <a:pt x="10" y="137"/>
                  <a:pt x="0" y="115"/>
                  <a:pt x="0" y="90"/>
                </a:cubicBezTo>
                <a:cubicBezTo>
                  <a:pt x="0" y="65"/>
                  <a:pt x="10" y="43"/>
                  <a:pt x="27" y="26"/>
                </a:cubicBezTo>
                <a:cubicBezTo>
                  <a:pt x="43" y="10"/>
                  <a:pt x="65" y="0"/>
                  <a:pt x="90" y="0"/>
                </a:cubicBezTo>
                <a:cubicBezTo>
                  <a:pt x="115" y="0"/>
                  <a:pt x="138" y="10"/>
                  <a:pt x="154" y="26"/>
                </a:cubicBezTo>
                <a:cubicBezTo>
                  <a:pt x="170" y="43"/>
                  <a:pt x="180" y="65"/>
                  <a:pt x="180" y="90"/>
                </a:cubicBezTo>
                <a:close/>
              </a:path>
            </a:pathLst>
          </a:custGeom>
          <a:noFill/>
          <a:ln w="11113" cap="flat">
            <a:solidFill>
              <a:srgbClr val="DAE2E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sp>
        <p:nvSpPr>
          <p:cNvPr id="185" name="Freeform 19">
            <a:extLst>
              <a:ext uri="{FF2B5EF4-FFF2-40B4-BE49-F238E27FC236}">
                <a16:creationId xmlns:a16="http://schemas.microsoft.com/office/drawing/2014/main" id="{ECDFB74D-8B18-442A-BD7F-A08776713BAB}"/>
              </a:ext>
            </a:extLst>
          </p:cNvPr>
          <p:cNvSpPr>
            <a:spLocks/>
          </p:cNvSpPr>
          <p:nvPr/>
        </p:nvSpPr>
        <p:spPr bwMode="auto">
          <a:xfrm>
            <a:off x="6195644" y="4807132"/>
            <a:ext cx="602531" cy="600892"/>
          </a:xfrm>
          <a:custGeom>
            <a:avLst/>
            <a:gdLst>
              <a:gd name="T0" fmla="*/ 143 w 143"/>
              <a:gd name="T1" fmla="*/ 71 h 143"/>
              <a:gd name="T2" fmla="*/ 122 w 143"/>
              <a:gd name="T3" fmla="*/ 122 h 143"/>
              <a:gd name="T4" fmla="*/ 71 w 143"/>
              <a:gd name="T5" fmla="*/ 143 h 143"/>
              <a:gd name="T6" fmla="*/ 21 w 143"/>
              <a:gd name="T7" fmla="*/ 122 h 143"/>
              <a:gd name="T8" fmla="*/ 0 w 143"/>
              <a:gd name="T9" fmla="*/ 71 h 143"/>
              <a:gd name="T10" fmla="*/ 21 w 143"/>
              <a:gd name="T11" fmla="*/ 21 h 143"/>
              <a:gd name="T12" fmla="*/ 71 w 143"/>
              <a:gd name="T13" fmla="*/ 0 h 143"/>
              <a:gd name="T14" fmla="*/ 122 w 143"/>
              <a:gd name="T15" fmla="*/ 21 h 143"/>
              <a:gd name="T16" fmla="*/ 143 w 143"/>
              <a:gd name="T17" fmla="*/ 71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3" h="143">
                <a:moveTo>
                  <a:pt x="143" y="71"/>
                </a:moveTo>
                <a:cubicBezTo>
                  <a:pt x="143" y="91"/>
                  <a:pt x="135" y="109"/>
                  <a:pt x="122" y="122"/>
                </a:cubicBezTo>
                <a:cubicBezTo>
                  <a:pt x="109" y="135"/>
                  <a:pt x="91" y="143"/>
                  <a:pt x="71" y="143"/>
                </a:cubicBezTo>
                <a:cubicBezTo>
                  <a:pt x="52" y="143"/>
                  <a:pt x="34" y="135"/>
                  <a:pt x="21" y="122"/>
                </a:cubicBezTo>
                <a:cubicBezTo>
                  <a:pt x="8" y="109"/>
                  <a:pt x="0" y="91"/>
                  <a:pt x="0" y="71"/>
                </a:cubicBezTo>
                <a:cubicBezTo>
                  <a:pt x="0" y="51"/>
                  <a:pt x="8" y="33"/>
                  <a:pt x="21" y="21"/>
                </a:cubicBezTo>
                <a:cubicBezTo>
                  <a:pt x="34" y="8"/>
                  <a:pt x="52" y="0"/>
                  <a:pt x="71" y="0"/>
                </a:cubicBezTo>
                <a:cubicBezTo>
                  <a:pt x="91" y="0"/>
                  <a:pt x="109" y="8"/>
                  <a:pt x="122" y="21"/>
                </a:cubicBezTo>
                <a:cubicBezTo>
                  <a:pt x="135" y="33"/>
                  <a:pt x="143" y="51"/>
                  <a:pt x="143" y="71"/>
                </a:cubicBezTo>
                <a:close/>
              </a:path>
            </a:pathLst>
          </a:custGeom>
          <a:noFill/>
          <a:ln w="11113" cap="flat">
            <a:solidFill>
              <a:srgbClr val="DAE2E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sp>
        <p:nvSpPr>
          <p:cNvPr id="186" name="Freeform 20">
            <a:extLst>
              <a:ext uri="{FF2B5EF4-FFF2-40B4-BE49-F238E27FC236}">
                <a16:creationId xmlns:a16="http://schemas.microsoft.com/office/drawing/2014/main" id="{B93979D5-9E01-49DD-ABDD-641504C22593}"/>
              </a:ext>
            </a:extLst>
          </p:cNvPr>
          <p:cNvSpPr>
            <a:spLocks/>
          </p:cNvSpPr>
          <p:nvPr/>
        </p:nvSpPr>
        <p:spPr bwMode="auto">
          <a:xfrm>
            <a:off x="6174437" y="4650378"/>
            <a:ext cx="779673" cy="914400"/>
          </a:xfrm>
          <a:custGeom>
            <a:avLst/>
            <a:gdLst>
              <a:gd name="T0" fmla="*/ 76 w 185"/>
              <a:gd name="T1" fmla="*/ 0 h 217"/>
              <a:gd name="T2" fmla="*/ 119 w 185"/>
              <a:gd name="T3" fmla="*/ 8 h 217"/>
              <a:gd name="T4" fmla="*/ 153 w 185"/>
              <a:gd name="T5" fmla="*/ 31 h 217"/>
              <a:gd name="T6" fmla="*/ 176 w 185"/>
              <a:gd name="T7" fmla="*/ 66 h 217"/>
              <a:gd name="T8" fmla="*/ 185 w 185"/>
              <a:gd name="T9" fmla="*/ 108 h 217"/>
              <a:gd name="T10" fmla="*/ 176 w 185"/>
              <a:gd name="T11" fmla="*/ 150 h 217"/>
              <a:gd name="T12" fmla="*/ 153 w 185"/>
              <a:gd name="T13" fmla="*/ 185 h 217"/>
              <a:gd name="T14" fmla="*/ 119 w 185"/>
              <a:gd name="T15" fmla="*/ 208 h 217"/>
              <a:gd name="T16" fmla="*/ 76 w 185"/>
              <a:gd name="T17" fmla="*/ 217 h 217"/>
              <a:gd name="T18" fmla="*/ 34 w 185"/>
              <a:gd name="T19" fmla="*/ 208 h 217"/>
              <a:gd name="T20" fmla="*/ 0 w 185"/>
              <a:gd name="T21" fmla="*/ 185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5" h="217">
                <a:moveTo>
                  <a:pt x="76" y="0"/>
                </a:moveTo>
                <a:cubicBezTo>
                  <a:pt x="91" y="0"/>
                  <a:pt x="106" y="3"/>
                  <a:pt x="119" y="8"/>
                </a:cubicBezTo>
                <a:cubicBezTo>
                  <a:pt x="132" y="14"/>
                  <a:pt x="143" y="22"/>
                  <a:pt x="153" y="31"/>
                </a:cubicBezTo>
                <a:cubicBezTo>
                  <a:pt x="163" y="41"/>
                  <a:pt x="171" y="53"/>
                  <a:pt x="176" y="66"/>
                </a:cubicBezTo>
                <a:cubicBezTo>
                  <a:pt x="182" y="79"/>
                  <a:pt x="185" y="93"/>
                  <a:pt x="185" y="108"/>
                </a:cubicBezTo>
                <a:cubicBezTo>
                  <a:pt x="185" y="123"/>
                  <a:pt x="182" y="137"/>
                  <a:pt x="176" y="150"/>
                </a:cubicBezTo>
                <a:cubicBezTo>
                  <a:pt x="171" y="163"/>
                  <a:pt x="163" y="175"/>
                  <a:pt x="153" y="185"/>
                </a:cubicBezTo>
                <a:cubicBezTo>
                  <a:pt x="143" y="195"/>
                  <a:pt x="132" y="203"/>
                  <a:pt x="119" y="208"/>
                </a:cubicBezTo>
                <a:cubicBezTo>
                  <a:pt x="106" y="214"/>
                  <a:pt x="91" y="217"/>
                  <a:pt x="76" y="217"/>
                </a:cubicBezTo>
                <a:cubicBezTo>
                  <a:pt x="61" y="217"/>
                  <a:pt x="47" y="214"/>
                  <a:pt x="34" y="208"/>
                </a:cubicBezTo>
                <a:cubicBezTo>
                  <a:pt x="21" y="203"/>
                  <a:pt x="9" y="195"/>
                  <a:pt x="0" y="185"/>
                </a:cubicBezTo>
              </a:path>
            </a:pathLst>
          </a:custGeom>
          <a:noFill/>
          <a:ln w="53975" cap="rnd">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sp>
        <p:nvSpPr>
          <p:cNvPr id="187" name="Freeform 21">
            <a:extLst>
              <a:ext uri="{FF2B5EF4-FFF2-40B4-BE49-F238E27FC236}">
                <a16:creationId xmlns:a16="http://schemas.microsoft.com/office/drawing/2014/main" id="{A3479C3C-630C-4964-8D3E-21C6291F01B0}"/>
              </a:ext>
            </a:extLst>
          </p:cNvPr>
          <p:cNvSpPr>
            <a:spLocks/>
          </p:cNvSpPr>
          <p:nvPr/>
        </p:nvSpPr>
        <p:spPr bwMode="auto">
          <a:xfrm>
            <a:off x="6114559" y="4835746"/>
            <a:ext cx="759713" cy="648167"/>
          </a:xfrm>
          <a:custGeom>
            <a:avLst/>
            <a:gdLst>
              <a:gd name="T0" fmla="*/ 154 w 180"/>
              <a:gd name="T1" fmla="*/ 0 h 154"/>
              <a:gd name="T2" fmla="*/ 180 w 180"/>
              <a:gd name="T3" fmla="*/ 64 h 154"/>
              <a:gd name="T4" fmla="*/ 154 w 180"/>
              <a:gd name="T5" fmla="*/ 128 h 154"/>
              <a:gd name="T6" fmla="*/ 90 w 180"/>
              <a:gd name="T7" fmla="*/ 154 h 154"/>
              <a:gd name="T8" fmla="*/ 27 w 180"/>
              <a:gd name="T9" fmla="*/ 128 h 154"/>
              <a:gd name="T10" fmla="*/ 0 w 180"/>
              <a:gd name="T11" fmla="*/ 64 h 154"/>
            </a:gdLst>
            <a:ahLst/>
            <a:cxnLst>
              <a:cxn ang="0">
                <a:pos x="T0" y="T1"/>
              </a:cxn>
              <a:cxn ang="0">
                <a:pos x="T2" y="T3"/>
              </a:cxn>
              <a:cxn ang="0">
                <a:pos x="T4" y="T5"/>
              </a:cxn>
              <a:cxn ang="0">
                <a:pos x="T6" y="T7"/>
              </a:cxn>
              <a:cxn ang="0">
                <a:pos x="T8" y="T9"/>
              </a:cxn>
              <a:cxn ang="0">
                <a:pos x="T10" y="T11"/>
              </a:cxn>
            </a:cxnLst>
            <a:rect l="0" t="0" r="r" b="b"/>
            <a:pathLst>
              <a:path w="180" h="154">
                <a:moveTo>
                  <a:pt x="154" y="0"/>
                </a:moveTo>
                <a:cubicBezTo>
                  <a:pt x="170" y="17"/>
                  <a:pt x="180" y="39"/>
                  <a:pt x="180" y="64"/>
                </a:cubicBezTo>
                <a:cubicBezTo>
                  <a:pt x="180" y="89"/>
                  <a:pt x="170" y="111"/>
                  <a:pt x="154" y="128"/>
                </a:cubicBezTo>
                <a:cubicBezTo>
                  <a:pt x="138" y="144"/>
                  <a:pt x="115" y="154"/>
                  <a:pt x="90" y="154"/>
                </a:cubicBezTo>
                <a:cubicBezTo>
                  <a:pt x="65" y="154"/>
                  <a:pt x="43" y="144"/>
                  <a:pt x="27" y="128"/>
                </a:cubicBezTo>
                <a:cubicBezTo>
                  <a:pt x="10" y="111"/>
                  <a:pt x="0" y="89"/>
                  <a:pt x="0" y="64"/>
                </a:cubicBezTo>
              </a:path>
            </a:pathLst>
          </a:custGeom>
          <a:noFill/>
          <a:ln w="53975" cap="rnd">
            <a:solidFill>
              <a:schemeClr val="accent4">
                <a:lumMod val="7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sp>
        <p:nvSpPr>
          <p:cNvPr id="188" name="Freeform 22">
            <a:extLst>
              <a:ext uri="{FF2B5EF4-FFF2-40B4-BE49-F238E27FC236}">
                <a16:creationId xmlns:a16="http://schemas.microsoft.com/office/drawing/2014/main" id="{CD81B29F-F8F0-4E50-B1B6-6B8F75192155}"/>
              </a:ext>
            </a:extLst>
          </p:cNvPr>
          <p:cNvSpPr>
            <a:spLocks/>
          </p:cNvSpPr>
          <p:nvPr/>
        </p:nvSpPr>
        <p:spPr bwMode="auto">
          <a:xfrm>
            <a:off x="6284215" y="4807132"/>
            <a:ext cx="513960" cy="600892"/>
          </a:xfrm>
          <a:custGeom>
            <a:avLst/>
            <a:gdLst>
              <a:gd name="T0" fmla="*/ 50 w 122"/>
              <a:gd name="T1" fmla="*/ 0 h 143"/>
              <a:gd name="T2" fmla="*/ 101 w 122"/>
              <a:gd name="T3" fmla="*/ 21 h 143"/>
              <a:gd name="T4" fmla="*/ 122 w 122"/>
              <a:gd name="T5" fmla="*/ 71 h 143"/>
              <a:gd name="T6" fmla="*/ 101 w 122"/>
              <a:gd name="T7" fmla="*/ 122 h 143"/>
              <a:gd name="T8" fmla="*/ 50 w 122"/>
              <a:gd name="T9" fmla="*/ 143 h 143"/>
              <a:gd name="T10" fmla="*/ 0 w 122"/>
              <a:gd name="T11" fmla="*/ 122 h 143"/>
            </a:gdLst>
            <a:ahLst/>
            <a:cxnLst>
              <a:cxn ang="0">
                <a:pos x="T0" y="T1"/>
              </a:cxn>
              <a:cxn ang="0">
                <a:pos x="T2" y="T3"/>
              </a:cxn>
              <a:cxn ang="0">
                <a:pos x="T4" y="T5"/>
              </a:cxn>
              <a:cxn ang="0">
                <a:pos x="T6" y="T7"/>
              </a:cxn>
              <a:cxn ang="0">
                <a:pos x="T8" y="T9"/>
              </a:cxn>
              <a:cxn ang="0">
                <a:pos x="T10" y="T11"/>
              </a:cxn>
            </a:cxnLst>
            <a:rect l="0" t="0" r="r" b="b"/>
            <a:pathLst>
              <a:path w="122" h="143">
                <a:moveTo>
                  <a:pt x="50" y="0"/>
                </a:moveTo>
                <a:cubicBezTo>
                  <a:pt x="70" y="0"/>
                  <a:pt x="88" y="8"/>
                  <a:pt x="101" y="21"/>
                </a:cubicBezTo>
                <a:cubicBezTo>
                  <a:pt x="114" y="33"/>
                  <a:pt x="122" y="51"/>
                  <a:pt x="122" y="71"/>
                </a:cubicBezTo>
                <a:cubicBezTo>
                  <a:pt x="122" y="91"/>
                  <a:pt x="114" y="109"/>
                  <a:pt x="101" y="122"/>
                </a:cubicBezTo>
                <a:cubicBezTo>
                  <a:pt x="88" y="135"/>
                  <a:pt x="70" y="143"/>
                  <a:pt x="50" y="143"/>
                </a:cubicBezTo>
                <a:cubicBezTo>
                  <a:pt x="31" y="143"/>
                  <a:pt x="13" y="135"/>
                  <a:pt x="0" y="122"/>
                </a:cubicBezTo>
              </a:path>
            </a:pathLst>
          </a:custGeom>
          <a:noFill/>
          <a:ln w="53975" cap="rnd">
            <a:solidFill>
              <a:schemeClr val="accent5"/>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grpSp>
        <p:nvGrpSpPr>
          <p:cNvPr id="189" name="Group 188">
            <a:extLst>
              <a:ext uri="{FF2B5EF4-FFF2-40B4-BE49-F238E27FC236}">
                <a16:creationId xmlns:a16="http://schemas.microsoft.com/office/drawing/2014/main" id="{02D20123-1D62-4D43-9E4A-9CBD4E75C2F5}"/>
              </a:ext>
            </a:extLst>
          </p:cNvPr>
          <p:cNvGrpSpPr/>
          <p:nvPr/>
        </p:nvGrpSpPr>
        <p:grpSpPr>
          <a:xfrm>
            <a:off x="7115815" y="4947947"/>
            <a:ext cx="450323" cy="480219"/>
            <a:chOff x="9080365" y="4226008"/>
            <a:chExt cx="450323" cy="480219"/>
          </a:xfrm>
        </p:grpSpPr>
        <p:sp>
          <p:nvSpPr>
            <p:cNvPr id="190" name="Text Placeholder 33">
              <a:extLst>
                <a:ext uri="{FF2B5EF4-FFF2-40B4-BE49-F238E27FC236}">
                  <a16:creationId xmlns:a16="http://schemas.microsoft.com/office/drawing/2014/main" id="{6CE39E04-092E-4D78-A75D-D2A733BEAD59}"/>
                </a:ext>
              </a:extLst>
            </p:cNvPr>
            <p:cNvSpPr txBox="1">
              <a:spLocks/>
            </p:cNvSpPr>
            <p:nvPr/>
          </p:nvSpPr>
          <p:spPr>
            <a:xfrm flipH="1">
              <a:off x="9080365" y="4226008"/>
              <a:ext cx="450323" cy="262003"/>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AU" sz="1600" b="1" dirty="0">
                  <a:solidFill>
                    <a:schemeClr val="accent5"/>
                  </a:solidFill>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54%</a:t>
              </a:r>
            </a:p>
          </p:txBody>
        </p:sp>
        <p:sp>
          <p:nvSpPr>
            <p:cNvPr id="191" name="Text Placeholder 32">
              <a:extLst>
                <a:ext uri="{FF2B5EF4-FFF2-40B4-BE49-F238E27FC236}">
                  <a16:creationId xmlns:a16="http://schemas.microsoft.com/office/drawing/2014/main" id="{45C9A46C-3E13-436F-A0E4-E6481D438590}"/>
                </a:ext>
              </a:extLst>
            </p:cNvPr>
            <p:cNvSpPr txBox="1">
              <a:spLocks/>
            </p:cNvSpPr>
            <p:nvPr/>
          </p:nvSpPr>
          <p:spPr>
            <a:xfrm flipH="1">
              <a:off x="9080365" y="4499671"/>
              <a:ext cx="450323" cy="206556"/>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1000" b="1" dirty="0">
                  <a:solidFill>
                    <a:schemeClr val="tx2"/>
                  </a:solidFill>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Type A</a:t>
              </a:r>
            </a:p>
          </p:txBody>
        </p:sp>
      </p:grpSp>
      <p:sp>
        <p:nvSpPr>
          <p:cNvPr id="192" name="Freeform 26">
            <a:extLst>
              <a:ext uri="{FF2B5EF4-FFF2-40B4-BE49-F238E27FC236}">
                <a16:creationId xmlns:a16="http://schemas.microsoft.com/office/drawing/2014/main" id="{306AD973-58AC-4DCC-A750-75E346ADBDB3}"/>
              </a:ext>
            </a:extLst>
          </p:cNvPr>
          <p:cNvSpPr>
            <a:spLocks/>
          </p:cNvSpPr>
          <p:nvPr/>
        </p:nvSpPr>
        <p:spPr bwMode="auto">
          <a:xfrm>
            <a:off x="9942584" y="4619313"/>
            <a:ext cx="914400" cy="914400"/>
          </a:xfrm>
          <a:custGeom>
            <a:avLst/>
            <a:gdLst>
              <a:gd name="T0" fmla="*/ 3 w 222"/>
              <a:gd name="T1" fmla="*/ 122 h 222"/>
              <a:gd name="T2" fmla="*/ 28 w 222"/>
              <a:gd name="T3" fmla="*/ 42 h 222"/>
              <a:gd name="T4" fmla="*/ 101 w 222"/>
              <a:gd name="T5" fmla="*/ 3 h 222"/>
              <a:gd name="T6" fmla="*/ 180 w 222"/>
              <a:gd name="T7" fmla="*/ 28 h 222"/>
              <a:gd name="T8" fmla="*/ 219 w 222"/>
              <a:gd name="T9" fmla="*/ 101 h 222"/>
              <a:gd name="T10" fmla="*/ 195 w 222"/>
              <a:gd name="T11" fmla="*/ 180 h 222"/>
              <a:gd name="T12" fmla="*/ 122 w 222"/>
              <a:gd name="T13" fmla="*/ 219 h 222"/>
              <a:gd name="T14" fmla="*/ 42 w 222"/>
              <a:gd name="T15" fmla="*/ 195 h 222"/>
              <a:gd name="T16" fmla="*/ 3 w 222"/>
              <a:gd name="T17" fmla="*/ 12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2" h="222">
                <a:moveTo>
                  <a:pt x="3" y="122"/>
                </a:moveTo>
                <a:cubicBezTo>
                  <a:pt x="0" y="92"/>
                  <a:pt x="10" y="64"/>
                  <a:pt x="28" y="42"/>
                </a:cubicBezTo>
                <a:cubicBezTo>
                  <a:pt x="45" y="21"/>
                  <a:pt x="71" y="6"/>
                  <a:pt x="101" y="3"/>
                </a:cubicBezTo>
                <a:cubicBezTo>
                  <a:pt x="131" y="0"/>
                  <a:pt x="159" y="10"/>
                  <a:pt x="180" y="28"/>
                </a:cubicBezTo>
                <a:cubicBezTo>
                  <a:pt x="202" y="45"/>
                  <a:pt x="216" y="71"/>
                  <a:pt x="219" y="101"/>
                </a:cubicBezTo>
                <a:cubicBezTo>
                  <a:pt x="222" y="131"/>
                  <a:pt x="213" y="159"/>
                  <a:pt x="195" y="180"/>
                </a:cubicBezTo>
                <a:cubicBezTo>
                  <a:pt x="177" y="202"/>
                  <a:pt x="152" y="216"/>
                  <a:pt x="122" y="219"/>
                </a:cubicBezTo>
                <a:cubicBezTo>
                  <a:pt x="92" y="222"/>
                  <a:pt x="64" y="213"/>
                  <a:pt x="42" y="195"/>
                </a:cubicBezTo>
                <a:cubicBezTo>
                  <a:pt x="21" y="177"/>
                  <a:pt x="6" y="151"/>
                  <a:pt x="3" y="122"/>
                </a:cubicBezTo>
              </a:path>
            </a:pathLst>
          </a:custGeom>
          <a:noFill/>
          <a:ln w="11113" cap="flat">
            <a:solidFill>
              <a:srgbClr val="DAE2E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sp>
        <p:nvSpPr>
          <p:cNvPr id="193" name="Freeform 27">
            <a:extLst>
              <a:ext uri="{FF2B5EF4-FFF2-40B4-BE49-F238E27FC236}">
                <a16:creationId xmlns:a16="http://schemas.microsoft.com/office/drawing/2014/main" id="{4B082012-062A-4EB4-B042-E90A3335DFC0}"/>
              </a:ext>
            </a:extLst>
          </p:cNvPr>
          <p:cNvSpPr>
            <a:spLocks/>
          </p:cNvSpPr>
          <p:nvPr/>
        </p:nvSpPr>
        <p:spPr bwMode="auto">
          <a:xfrm>
            <a:off x="10021727" y="4697238"/>
            <a:ext cx="757332" cy="758550"/>
          </a:xfrm>
          <a:custGeom>
            <a:avLst/>
            <a:gdLst>
              <a:gd name="T0" fmla="*/ 101 w 184"/>
              <a:gd name="T1" fmla="*/ 182 h 184"/>
              <a:gd name="T2" fmla="*/ 35 w 184"/>
              <a:gd name="T3" fmla="*/ 162 h 184"/>
              <a:gd name="T4" fmla="*/ 3 w 184"/>
              <a:gd name="T5" fmla="*/ 101 h 184"/>
              <a:gd name="T6" fmla="*/ 23 w 184"/>
              <a:gd name="T7" fmla="*/ 35 h 184"/>
              <a:gd name="T8" fmla="*/ 84 w 184"/>
              <a:gd name="T9" fmla="*/ 3 h 184"/>
              <a:gd name="T10" fmla="*/ 150 w 184"/>
              <a:gd name="T11" fmla="*/ 23 h 184"/>
              <a:gd name="T12" fmla="*/ 182 w 184"/>
              <a:gd name="T13" fmla="*/ 84 h 184"/>
              <a:gd name="T14" fmla="*/ 162 w 184"/>
              <a:gd name="T15" fmla="*/ 150 h 184"/>
              <a:gd name="T16" fmla="*/ 101 w 184"/>
              <a:gd name="T17" fmla="*/ 18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4" h="184">
                <a:moveTo>
                  <a:pt x="101" y="182"/>
                </a:moveTo>
                <a:cubicBezTo>
                  <a:pt x="76" y="184"/>
                  <a:pt x="53" y="176"/>
                  <a:pt x="35" y="162"/>
                </a:cubicBezTo>
                <a:cubicBezTo>
                  <a:pt x="17" y="147"/>
                  <a:pt x="5" y="126"/>
                  <a:pt x="3" y="101"/>
                </a:cubicBezTo>
                <a:cubicBezTo>
                  <a:pt x="0" y="76"/>
                  <a:pt x="8" y="53"/>
                  <a:pt x="23" y="35"/>
                </a:cubicBezTo>
                <a:cubicBezTo>
                  <a:pt x="38" y="17"/>
                  <a:pt x="59" y="5"/>
                  <a:pt x="84" y="3"/>
                </a:cubicBezTo>
                <a:cubicBezTo>
                  <a:pt x="108" y="0"/>
                  <a:pt x="132" y="8"/>
                  <a:pt x="150" y="23"/>
                </a:cubicBezTo>
                <a:cubicBezTo>
                  <a:pt x="167" y="38"/>
                  <a:pt x="180" y="59"/>
                  <a:pt x="182" y="84"/>
                </a:cubicBezTo>
                <a:cubicBezTo>
                  <a:pt x="184" y="108"/>
                  <a:pt x="176" y="132"/>
                  <a:pt x="162" y="150"/>
                </a:cubicBezTo>
                <a:cubicBezTo>
                  <a:pt x="147" y="167"/>
                  <a:pt x="126" y="179"/>
                  <a:pt x="101" y="182"/>
                </a:cubicBezTo>
                <a:close/>
              </a:path>
            </a:pathLst>
          </a:custGeom>
          <a:noFill/>
          <a:ln w="11113" cap="flat">
            <a:solidFill>
              <a:srgbClr val="DAE2E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sp>
        <p:nvSpPr>
          <p:cNvPr id="194" name="Freeform 28">
            <a:extLst>
              <a:ext uri="{FF2B5EF4-FFF2-40B4-BE49-F238E27FC236}">
                <a16:creationId xmlns:a16="http://schemas.microsoft.com/office/drawing/2014/main" id="{1F61BB98-1699-42E7-9934-BC3FE974F4CE}"/>
              </a:ext>
            </a:extLst>
          </p:cNvPr>
          <p:cNvSpPr>
            <a:spLocks/>
          </p:cNvSpPr>
          <p:nvPr/>
        </p:nvSpPr>
        <p:spPr bwMode="auto">
          <a:xfrm>
            <a:off x="10099652" y="4776381"/>
            <a:ext cx="601483" cy="601483"/>
          </a:xfrm>
          <a:custGeom>
            <a:avLst/>
            <a:gdLst>
              <a:gd name="T0" fmla="*/ 80 w 146"/>
              <a:gd name="T1" fmla="*/ 144 h 146"/>
              <a:gd name="T2" fmla="*/ 28 w 146"/>
              <a:gd name="T3" fmla="*/ 128 h 146"/>
              <a:gd name="T4" fmla="*/ 2 w 146"/>
              <a:gd name="T5" fmla="*/ 80 h 146"/>
              <a:gd name="T6" fmla="*/ 18 w 146"/>
              <a:gd name="T7" fmla="*/ 28 h 146"/>
              <a:gd name="T8" fmla="*/ 66 w 146"/>
              <a:gd name="T9" fmla="*/ 2 h 146"/>
              <a:gd name="T10" fmla="*/ 119 w 146"/>
              <a:gd name="T11" fmla="*/ 18 h 146"/>
              <a:gd name="T12" fmla="*/ 144 w 146"/>
              <a:gd name="T13" fmla="*/ 66 h 146"/>
              <a:gd name="T14" fmla="*/ 128 w 146"/>
              <a:gd name="T15" fmla="*/ 119 h 146"/>
              <a:gd name="T16" fmla="*/ 80 w 146"/>
              <a:gd name="T17" fmla="*/ 144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 h="146">
                <a:moveTo>
                  <a:pt x="80" y="144"/>
                </a:moveTo>
                <a:cubicBezTo>
                  <a:pt x="61" y="146"/>
                  <a:pt x="42" y="140"/>
                  <a:pt x="28" y="128"/>
                </a:cubicBezTo>
                <a:cubicBezTo>
                  <a:pt x="14" y="117"/>
                  <a:pt x="4" y="100"/>
                  <a:pt x="2" y="80"/>
                </a:cubicBezTo>
                <a:cubicBezTo>
                  <a:pt x="0" y="60"/>
                  <a:pt x="7" y="42"/>
                  <a:pt x="18" y="28"/>
                </a:cubicBezTo>
                <a:cubicBezTo>
                  <a:pt x="30" y="14"/>
                  <a:pt x="47" y="4"/>
                  <a:pt x="66" y="2"/>
                </a:cubicBezTo>
                <a:cubicBezTo>
                  <a:pt x="86" y="0"/>
                  <a:pt x="105" y="6"/>
                  <a:pt x="119" y="18"/>
                </a:cubicBezTo>
                <a:cubicBezTo>
                  <a:pt x="133" y="30"/>
                  <a:pt x="143" y="47"/>
                  <a:pt x="144" y="66"/>
                </a:cubicBezTo>
                <a:cubicBezTo>
                  <a:pt x="146" y="86"/>
                  <a:pt x="140" y="105"/>
                  <a:pt x="128" y="119"/>
                </a:cubicBezTo>
                <a:cubicBezTo>
                  <a:pt x="117" y="133"/>
                  <a:pt x="100" y="143"/>
                  <a:pt x="80" y="144"/>
                </a:cubicBezTo>
                <a:close/>
              </a:path>
            </a:pathLst>
          </a:custGeom>
          <a:noFill/>
          <a:ln w="11113" cap="flat">
            <a:solidFill>
              <a:srgbClr val="DAE2E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sp>
        <p:nvSpPr>
          <p:cNvPr id="195" name="Freeform 29">
            <a:extLst>
              <a:ext uri="{FF2B5EF4-FFF2-40B4-BE49-F238E27FC236}">
                <a16:creationId xmlns:a16="http://schemas.microsoft.com/office/drawing/2014/main" id="{047CC454-37E2-4E13-940E-DCE8BF753C77}"/>
              </a:ext>
            </a:extLst>
          </p:cNvPr>
          <p:cNvSpPr>
            <a:spLocks/>
          </p:cNvSpPr>
          <p:nvPr/>
        </p:nvSpPr>
        <p:spPr bwMode="auto">
          <a:xfrm>
            <a:off x="9975459" y="4792209"/>
            <a:ext cx="82795" cy="152197"/>
          </a:xfrm>
          <a:custGeom>
            <a:avLst/>
            <a:gdLst>
              <a:gd name="T0" fmla="*/ 0 w 20"/>
              <a:gd name="T1" fmla="*/ 37 h 37"/>
              <a:gd name="T2" fmla="*/ 20 w 20"/>
              <a:gd name="T3" fmla="*/ 0 h 37"/>
            </a:gdLst>
            <a:ahLst/>
            <a:cxnLst>
              <a:cxn ang="0">
                <a:pos x="T0" y="T1"/>
              </a:cxn>
              <a:cxn ang="0">
                <a:pos x="T2" y="T3"/>
              </a:cxn>
            </a:cxnLst>
            <a:rect l="0" t="0" r="r" b="b"/>
            <a:pathLst>
              <a:path w="20" h="37">
                <a:moveTo>
                  <a:pt x="0" y="37"/>
                </a:moveTo>
                <a:cubicBezTo>
                  <a:pt x="4" y="23"/>
                  <a:pt x="11" y="11"/>
                  <a:pt x="20" y="0"/>
                </a:cubicBezTo>
              </a:path>
            </a:pathLst>
          </a:custGeom>
          <a:noFill/>
          <a:ln w="53975" cap="rnd">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sp>
        <p:nvSpPr>
          <p:cNvPr id="196" name="Freeform 30">
            <a:extLst>
              <a:ext uri="{FF2B5EF4-FFF2-40B4-BE49-F238E27FC236}">
                <a16:creationId xmlns:a16="http://schemas.microsoft.com/office/drawing/2014/main" id="{8C08B27A-94C0-4121-93BC-AC4F48BF8BE8}"/>
              </a:ext>
            </a:extLst>
          </p:cNvPr>
          <p:cNvSpPr>
            <a:spLocks/>
          </p:cNvSpPr>
          <p:nvPr/>
        </p:nvSpPr>
        <p:spPr bwMode="auto">
          <a:xfrm>
            <a:off x="9955978" y="5035724"/>
            <a:ext cx="897354" cy="494336"/>
          </a:xfrm>
          <a:custGeom>
            <a:avLst/>
            <a:gdLst>
              <a:gd name="T0" fmla="*/ 216 w 218"/>
              <a:gd name="T1" fmla="*/ 0 h 120"/>
              <a:gd name="T2" fmla="*/ 212 w 218"/>
              <a:gd name="T3" fmla="*/ 43 h 120"/>
              <a:gd name="T4" fmla="*/ 192 w 218"/>
              <a:gd name="T5" fmla="*/ 79 h 120"/>
              <a:gd name="T6" fmla="*/ 160 w 218"/>
              <a:gd name="T7" fmla="*/ 106 h 120"/>
              <a:gd name="T8" fmla="*/ 119 w 218"/>
              <a:gd name="T9" fmla="*/ 118 h 120"/>
              <a:gd name="T10" fmla="*/ 76 w 218"/>
              <a:gd name="T11" fmla="*/ 114 h 120"/>
              <a:gd name="T12" fmla="*/ 39 w 218"/>
              <a:gd name="T13" fmla="*/ 94 h 120"/>
              <a:gd name="T14" fmla="*/ 13 w 218"/>
              <a:gd name="T15" fmla="*/ 62 h 120"/>
              <a:gd name="T16" fmla="*/ 0 w 218"/>
              <a:gd name="T17" fmla="*/ 21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8" h="120">
                <a:moveTo>
                  <a:pt x="216" y="0"/>
                </a:moveTo>
                <a:cubicBezTo>
                  <a:pt x="218" y="15"/>
                  <a:pt x="216" y="29"/>
                  <a:pt x="212" y="43"/>
                </a:cubicBezTo>
                <a:cubicBezTo>
                  <a:pt x="208" y="56"/>
                  <a:pt x="201" y="69"/>
                  <a:pt x="192" y="79"/>
                </a:cubicBezTo>
                <a:cubicBezTo>
                  <a:pt x="183" y="90"/>
                  <a:pt x="172" y="99"/>
                  <a:pt x="160" y="106"/>
                </a:cubicBezTo>
                <a:cubicBezTo>
                  <a:pt x="148" y="112"/>
                  <a:pt x="134" y="117"/>
                  <a:pt x="119" y="118"/>
                </a:cubicBezTo>
                <a:cubicBezTo>
                  <a:pt x="104" y="120"/>
                  <a:pt x="89" y="118"/>
                  <a:pt x="76" y="114"/>
                </a:cubicBezTo>
                <a:cubicBezTo>
                  <a:pt x="62" y="110"/>
                  <a:pt x="50" y="103"/>
                  <a:pt x="39" y="94"/>
                </a:cubicBezTo>
                <a:cubicBezTo>
                  <a:pt x="29" y="85"/>
                  <a:pt x="20" y="74"/>
                  <a:pt x="13" y="62"/>
                </a:cubicBezTo>
                <a:cubicBezTo>
                  <a:pt x="6" y="49"/>
                  <a:pt x="2" y="36"/>
                  <a:pt x="0" y="21"/>
                </a:cubicBezTo>
              </a:path>
            </a:pathLst>
          </a:custGeom>
          <a:noFill/>
          <a:ln w="53975" cap="rnd">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sp>
        <p:nvSpPr>
          <p:cNvPr id="197" name="Freeform 31">
            <a:extLst>
              <a:ext uri="{FF2B5EF4-FFF2-40B4-BE49-F238E27FC236}">
                <a16:creationId xmlns:a16="http://schemas.microsoft.com/office/drawing/2014/main" id="{8A5707BA-8829-49D8-B037-BC170C5F801D}"/>
              </a:ext>
            </a:extLst>
          </p:cNvPr>
          <p:cNvSpPr>
            <a:spLocks/>
          </p:cNvSpPr>
          <p:nvPr/>
        </p:nvSpPr>
        <p:spPr bwMode="auto">
          <a:xfrm>
            <a:off x="10021727" y="4710632"/>
            <a:ext cx="667232" cy="745157"/>
          </a:xfrm>
          <a:custGeom>
            <a:avLst/>
            <a:gdLst>
              <a:gd name="T0" fmla="*/ 162 w 162"/>
              <a:gd name="T1" fmla="*/ 147 h 181"/>
              <a:gd name="T2" fmla="*/ 101 w 162"/>
              <a:gd name="T3" fmla="*/ 179 h 181"/>
              <a:gd name="T4" fmla="*/ 35 w 162"/>
              <a:gd name="T5" fmla="*/ 159 h 181"/>
              <a:gd name="T6" fmla="*/ 3 w 162"/>
              <a:gd name="T7" fmla="*/ 98 h 181"/>
              <a:gd name="T8" fmla="*/ 23 w 162"/>
              <a:gd name="T9" fmla="*/ 32 h 181"/>
              <a:gd name="T10" fmla="*/ 84 w 162"/>
              <a:gd name="T11" fmla="*/ 0 h 181"/>
            </a:gdLst>
            <a:ahLst/>
            <a:cxnLst>
              <a:cxn ang="0">
                <a:pos x="T0" y="T1"/>
              </a:cxn>
              <a:cxn ang="0">
                <a:pos x="T2" y="T3"/>
              </a:cxn>
              <a:cxn ang="0">
                <a:pos x="T4" y="T5"/>
              </a:cxn>
              <a:cxn ang="0">
                <a:pos x="T6" y="T7"/>
              </a:cxn>
              <a:cxn ang="0">
                <a:pos x="T8" y="T9"/>
              </a:cxn>
              <a:cxn ang="0">
                <a:pos x="T10" y="T11"/>
              </a:cxn>
            </a:cxnLst>
            <a:rect l="0" t="0" r="r" b="b"/>
            <a:pathLst>
              <a:path w="162" h="181">
                <a:moveTo>
                  <a:pt x="162" y="147"/>
                </a:moveTo>
                <a:cubicBezTo>
                  <a:pt x="147" y="164"/>
                  <a:pt x="126" y="176"/>
                  <a:pt x="101" y="179"/>
                </a:cubicBezTo>
                <a:cubicBezTo>
                  <a:pt x="76" y="181"/>
                  <a:pt x="53" y="173"/>
                  <a:pt x="35" y="159"/>
                </a:cubicBezTo>
                <a:cubicBezTo>
                  <a:pt x="17" y="144"/>
                  <a:pt x="5" y="123"/>
                  <a:pt x="3" y="98"/>
                </a:cubicBezTo>
                <a:cubicBezTo>
                  <a:pt x="0" y="73"/>
                  <a:pt x="8" y="50"/>
                  <a:pt x="23" y="32"/>
                </a:cubicBezTo>
                <a:cubicBezTo>
                  <a:pt x="38" y="14"/>
                  <a:pt x="59" y="2"/>
                  <a:pt x="84" y="0"/>
                </a:cubicBezTo>
              </a:path>
            </a:pathLst>
          </a:custGeom>
          <a:noFill/>
          <a:ln w="53975" cap="rnd">
            <a:solidFill>
              <a:schemeClr val="accent5">
                <a:lumMod val="7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sp>
        <p:nvSpPr>
          <p:cNvPr id="198" name="Freeform 32">
            <a:extLst>
              <a:ext uri="{FF2B5EF4-FFF2-40B4-BE49-F238E27FC236}">
                <a16:creationId xmlns:a16="http://schemas.microsoft.com/office/drawing/2014/main" id="{CC02738C-DE6A-4179-B9EB-7A1B99C48ACE}"/>
              </a:ext>
            </a:extLst>
          </p:cNvPr>
          <p:cNvSpPr>
            <a:spLocks/>
          </p:cNvSpPr>
          <p:nvPr/>
        </p:nvSpPr>
        <p:spPr bwMode="auto">
          <a:xfrm>
            <a:off x="10099652" y="4890833"/>
            <a:ext cx="601483" cy="487030"/>
          </a:xfrm>
          <a:custGeom>
            <a:avLst/>
            <a:gdLst>
              <a:gd name="T0" fmla="*/ 144 w 146"/>
              <a:gd name="T1" fmla="*/ 38 h 118"/>
              <a:gd name="T2" fmla="*/ 128 w 146"/>
              <a:gd name="T3" fmla="*/ 91 h 118"/>
              <a:gd name="T4" fmla="*/ 80 w 146"/>
              <a:gd name="T5" fmla="*/ 116 h 118"/>
              <a:gd name="T6" fmla="*/ 28 w 146"/>
              <a:gd name="T7" fmla="*/ 100 h 118"/>
              <a:gd name="T8" fmla="*/ 2 w 146"/>
              <a:gd name="T9" fmla="*/ 52 h 118"/>
              <a:gd name="T10" fmla="*/ 18 w 146"/>
              <a:gd name="T11" fmla="*/ 0 h 118"/>
            </a:gdLst>
            <a:ahLst/>
            <a:cxnLst>
              <a:cxn ang="0">
                <a:pos x="T0" y="T1"/>
              </a:cxn>
              <a:cxn ang="0">
                <a:pos x="T2" y="T3"/>
              </a:cxn>
              <a:cxn ang="0">
                <a:pos x="T4" y="T5"/>
              </a:cxn>
              <a:cxn ang="0">
                <a:pos x="T6" y="T7"/>
              </a:cxn>
              <a:cxn ang="0">
                <a:pos x="T8" y="T9"/>
              </a:cxn>
              <a:cxn ang="0">
                <a:pos x="T10" y="T11"/>
              </a:cxn>
            </a:cxnLst>
            <a:rect l="0" t="0" r="r" b="b"/>
            <a:pathLst>
              <a:path w="146" h="118">
                <a:moveTo>
                  <a:pt x="144" y="38"/>
                </a:moveTo>
                <a:cubicBezTo>
                  <a:pt x="146" y="58"/>
                  <a:pt x="140" y="77"/>
                  <a:pt x="128" y="91"/>
                </a:cubicBezTo>
                <a:cubicBezTo>
                  <a:pt x="117" y="105"/>
                  <a:pt x="100" y="115"/>
                  <a:pt x="80" y="116"/>
                </a:cubicBezTo>
                <a:cubicBezTo>
                  <a:pt x="61" y="118"/>
                  <a:pt x="42" y="112"/>
                  <a:pt x="28" y="100"/>
                </a:cubicBezTo>
                <a:cubicBezTo>
                  <a:pt x="14" y="89"/>
                  <a:pt x="4" y="72"/>
                  <a:pt x="2" y="52"/>
                </a:cubicBezTo>
                <a:cubicBezTo>
                  <a:pt x="0" y="32"/>
                  <a:pt x="7" y="14"/>
                  <a:pt x="18" y="0"/>
                </a:cubicBezTo>
              </a:path>
            </a:pathLst>
          </a:custGeom>
          <a:noFill/>
          <a:ln w="53975" cap="rnd">
            <a:solidFill>
              <a:schemeClr val="accent5"/>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sp>
        <p:nvSpPr>
          <p:cNvPr id="199" name="Freeform 36">
            <a:extLst>
              <a:ext uri="{FF2B5EF4-FFF2-40B4-BE49-F238E27FC236}">
                <a16:creationId xmlns:a16="http://schemas.microsoft.com/office/drawing/2014/main" id="{9CD061DC-E8E8-4197-869B-36F685222301}"/>
              </a:ext>
            </a:extLst>
          </p:cNvPr>
          <p:cNvSpPr>
            <a:spLocks/>
          </p:cNvSpPr>
          <p:nvPr/>
        </p:nvSpPr>
        <p:spPr bwMode="auto">
          <a:xfrm>
            <a:off x="7979597" y="4648652"/>
            <a:ext cx="914400" cy="914400"/>
          </a:xfrm>
          <a:custGeom>
            <a:avLst/>
            <a:gdLst>
              <a:gd name="T0" fmla="*/ 4 w 223"/>
              <a:gd name="T1" fmla="*/ 96 h 223"/>
              <a:gd name="T2" fmla="*/ 47 w 223"/>
              <a:gd name="T3" fmla="*/ 24 h 223"/>
              <a:gd name="T4" fmla="*/ 127 w 223"/>
              <a:gd name="T5" fmla="*/ 4 h 223"/>
              <a:gd name="T6" fmla="*/ 198 w 223"/>
              <a:gd name="T7" fmla="*/ 47 h 223"/>
              <a:gd name="T8" fmla="*/ 219 w 223"/>
              <a:gd name="T9" fmla="*/ 127 h 223"/>
              <a:gd name="T10" fmla="*/ 176 w 223"/>
              <a:gd name="T11" fmla="*/ 199 h 223"/>
              <a:gd name="T12" fmla="*/ 95 w 223"/>
              <a:gd name="T13" fmla="*/ 219 h 223"/>
              <a:gd name="T14" fmla="*/ 24 w 223"/>
              <a:gd name="T15" fmla="*/ 176 h 223"/>
              <a:gd name="T16" fmla="*/ 4 w 223"/>
              <a:gd name="T17" fmla="*/ 96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3" h="223">
                <a:moveTo>
                  <a:pt x="4" y="96"/>
                </a:moveTo>
                <a:cubicBezTo>
                  <a:pt x="8" y="68"/>
                  <a:pt x="23" y="42"/>
                  <a:pt x="47" y="24"/>
                </a:cubicBezTo>
                <a:cubicBezTo>
                  <a:pt x="71" y="7"/>
                  <a:pt x="100" y="0"/>
                  <a:pt x="127" y="4"/>
                </a:cubicBezTo>
                <a:cubicBezTo>
                  <a:pt x="155" y="8"/>
                  <a:pt x="181" y="23"/>
                  <a:pt x="198" y="47"/>
                </a:cubicBezTo>
                <a:cubicBezTo>
                  <a:pt x="216" y="71"/>
                  <a:pt x="223" y="100"/>
                  <a:pt x="219" y="127"/>
                </a:cubicBezTo>
                <a:cubicBezTo>
                  <a:pt x="215" y="155"/>
                  <a:pt x="200" y="181"/>
                  <a:pt x="176" y="199"/>
                </a:cubicBezTo>
                <a:cubicBezTo>
                  <a:pt x="152" y="216"/>
                  <a:pt x="123" y="223"/>
                  <a:pt x="95" y="219"/>
                </a:cubicBezTo>
                <a:cubicBezTo>
                  <a:pt x="68" y="215"/>
                  <a:pt x="42" y="200"/>
                  <a:pt x="24" y="176"/>
                </a:cubicBezTo>
                <a:cubicBezTo>
                  <a:pt x="6" y="152"/>
                  <a:pt x="0" y="123"/>
                  <a:pt x="4" y="96"/>
                </a:cubicBezTo>
              </a:path>
            </a:pathLst>
          </a:custGeom>
          <a:noFill/>
          <a:ln w="11113" cap="flat">
            <a:solidFill>
              <a:srgbClr val="DAE2E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sp>
        <p:nvSpPr>
          <p:cNvPr id="200" name="Freeform 37">
            <a:extLst>
              <a:ext uri="{FF2B5EF4-FFF2-40B4-BE49-F238E27FC236}">
                <a16:creationId xmlns:a16="http://schemas.microsoft.com/office/drawing/2014/main" id="{A08244B8-E620-4BE9-809D-9E5BB74AEB74}"/>
              </a:ext>
            </a:extLst>
          </p:cNvPr>
          <p:cNvSpPr>
            <a:spLocks/>
          </p:cNvSpPr>
          <p:nvPr/>
        </p:nvSpPr>
        <p:spPr bwMode="auto">
          <a:xfrm>
            <a:off x="8058321" y="4726267"/>
            <a:ext cx="756954" cy="759170"/>
          </a:xfrm>
          <a:custGeom>
            <a:avLst/>
            <a:gdLst>
              <a:gd name="T0" fmla="*/ 20 w 185"/>
              <a:gd name="T1" fmla="*/ 146 h 185"/>
              <a:gd name="T2" fmla="*/ 3 w 185"/>
              <a:gd name="T3" fmla="*/ 79 h 185"/>
              <a:gd name="T4" fmla="*/ 39 w 185"/>
              <a:gd name="T5" fmla="*/ 20 h 185"/>
              <a:gd name="T6" fmla="*/ 106 w 185"/>
              <a:gd name="T7" fmla="*/ 3 h 185"/>
              <a:gd name="T8" fmla="*/ 165 w 185"/>
              <a:gd name="T9" fmla="*/ 39 h 185"/>
              <a:gd name="T10" fmla="*/ 181 w 185"/>
              <a:gd name="T11" fmla="*/ 106 h 185"/>
              <a:gd name="T12" fmla="*/ 146 w 185"/>
              <a:gd name="T13" fmla="*/ 165 h 185"/>
              <a:gd name="T14" fmla="*/ 79 w 185"/>
              <a:gd name="T15" fmla="*/ 182 h 185"/>
              <a:gd name="T16" fmla="*/ 20 w 185"/>
              <a:gd name="T17" fmla="*/ 146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5" h="185">
                <a:moveTo>
                  <a:pt x="20" y="146"/>
                </a:moveTo>
                <a:cubicBezTo>
                  <a:pt x="5" y="126"/>
                  <a:pt x="0" y="102"/>
                  <a:pt x="3" y="79"/>
                </a:cubicBezTo>
                <a:cubicBezTo>
                  <a:pt x="7" y="57"/>
                  <a:pt x="19" y="35"/>
                  <a:pt x="39" y="20"/>
                </a:cubicBezTo>
                <a:cubicBezTo>
                  <a:pt x="59" y="5"/>
                  <a:pt x="83" y="0"/>
                  <a:pt x="106" y="3"/>
                </a:cubicBezTo>
                <a:cubicBezTo>
                  <a:pt x="128" y="7"/>
                  <a:pt x="150" y="19"/>
                  <a:pt x="165" y="39"/>
                </a:cubicBezTo>
                <a:cubicBezTo>
                  <a:pt x="179" y="59"/>
                  <a:pt x="185" y="83"/>
                  <a:pt x="181" y="106"/>
                </a:cubicBezTo>
                <a:cubicBezTo>
                  <a:pt x="178" y="128"/>
                  <a:pt x="166" y="150"/>
                  <a:pt x="146" y="165"/>
                </a:cubicBezTo>
                <a:cubicBezTo>
                  <a:pt x="126" y="180"/>
                  <a:pt x="102" y="185"/>
                  <a:pt x="79" y="182"/>
                </a:cubicBezTo>
                <a:cubicBezTo>
                  <a:pt x="56" y="178"/>
                  <a:pt x="35" y="166"/>
                  <a:pt x="20" y="146"/>
                </a:cubicBezTo>
                <a:close/>
              </a:path>
            </a:pathLst>
          </a:custGeom>
          <a:noFill/>
          <a:ln w="11113" cap="flat">
            <a:solidFill>
              <a:srgbClr val="DAE2E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sp>
        <p:nvSpPr>
          <p:cNvPr id="201" name="Freeform 38">
            <a:extLst>
              <a:ext uri="{FF2B5EF4-FFF2-40B4-BE49-F238E27FC236}">
                <a16:creationId xmlns:a16="http://schemas.microsoft.com/office/drawing/2014/main" id="{9BF7D89B-415D-44DB-AFEC-D91E51A00618}"/>
              </a:ext>
            </a:extLst>
          </p:cNvPr>
          <p:cNvSpPr>
            <a:spLocks/>
          </p:cNvSpPr>
          <p:nvPr/>
        </p:nvSpPr>
        <p:spPr bwMode="auto">
          <a:xfrm>
            <a:off x="8135833" y="4805095"/>
            <a:ext cx="601930" cy="602728"/>
          </a:xfrm>
          <a:custGeom>
            <a:avLst/>
            <a:gdLst>
              <a:gd name="T0" fmla="*/ 16 w 147"/>
              <a:gd name="T1" fmla="*/ 116 h 147"/>
              <a:gd name="T2" fmla="*/ 3 w 147"/>
              <a:gd name="T3" fmla="*/ 63 h 147"/>
              <a:gd name="T4" fmla="*/ 31 w 147"/>
              <a:gd name="T5" fmla="*/ 16 h 147"/>
              <a:gd name="T6" fmla="*/ 84 w 147"/>
              <a:gd name="T7" fmla="*/ 3 h 147"/>
              <a:gd name="T8" fmla="*/ 131 w 147"/>
              <a:gd name="T9" fmla="*/ 31 h 147"/>
              <a:gd name="T10" fmla="*/ 144 w 147"/>
              <a:gd name="T11" fmla="*/ 84 h 147"/>
              <a:gd name="T12" fmla="*/ 116 w 147"/>
              <a:gd name="T13" fmla="*/ 131 h 147"/>
              <a:gd name="T14" fmla="*/ 63 w 147"/>
              <a:gd name="T15" fmla="*/ 144 h 147"/>
              <a:gd name="T16" fmla="*/ 16 w 147"/>
              <a:gd name="T17" fmla="*/ 116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7" h="147">
                <a:moveTo>
                  <a:pt x="16" y="116"/>
                </a:moveTo>
                <a:cubicBezTo>
                  <a:pt x="4" y="100"/>
                  <a:pt x="0" y="81"/>
                  <a:pt x="3" y="63"/>
                </a:cubicBezTo>
                <a:cubicBezTo>
                  <a:pt x="5" y="45"/>
                  <a:pt x="15" y="28"/>
                  <a:pt x="31" y="16"/>
                </a:cubicBezTo>
                <a:cubicBezTo>
                  <a:pt x="47" y="4"/>
                  <a:pt x="66" y="0"/>
                  <a:pt x="84" y="3"/>
                </a:cubicBezTo>
                <a:cubicBezTo>
                  <a:pt x="102" y="5"/>
                  <a:pt x="119" y="15"/>
                  <a:pt x="131" y="31"/>
                </a:cubicBezTo>
                <a:cubicBezTo>
                  <a:pt x="142" y="47"/>
                  <a:pt x="147" y="66"/>
                  <a:pt x="144" y="84"/>
                </a:cubicBezTo>
                <a:cubicBezTo>
                  <a:pt x="141" y="102"/>
                  <a:pt x="132" y="119"/>
                  <a:pt x="116" y="131"/>
                </a:cubicBezTo>
                <a:cubicBezTo>
                  <a:pt x="100" y="143"/>
                  <a:pt x="81" y="147"/>
                  <a:pt x="63" y="144"/>
                </a:cubicBezTo>
                <a:cubicBezTo>
                  <a:pt x="45" y="142"/>
                  <a:pt x="28" y="132"/>
                  <a:pt x="16" y="116"/>
                </a:cubicBezTo>
                <a:close/>
              </a:path>
            </a:pathLst>
          </a:custGeom>
          <a:noFill/>
          <a:ln w="11113" cap="flat">
            <a:solidFill>
              <a:srgbClr val="DAE2E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sp>
        <p:nvSpPr>
          <p:cNvPr id="202" name="Freeform 39">
            <a:extLst>
              <a:ext uri="{FF2B5EF4-FFF2-40B4-BE49-F238E27FC236}">
                <a16:creationId xmlns:a16="http://schemas.microsoft.com/office/drawing/2014/main" id="{12CC8AE7-8090-4A1A-915A-6DCEEC95A02D}"/>
              </a:ext>
            </a:extLst>
          </p:cNvPr>
          <p:cNvSpPr>
            <a:spLocks/>
          </p:cNvSpPr>
          <p:nvPr/>
        </p:nvSpPr>
        <p:spPr bwMode="auto">
          <a:xfrm>
            <a:off x="7996553" y="4657142"/>
            <a:ext cx="503828" cy="385649"/>
          </a:xfrm>
          <a:custGeom>
            <a:avLst/>
            <a:gdLst>
              <a:gd name="T0" fmla="*/ 0 w 123"/>
              <a:gd name="T1" fmla="*/ 94 h 94"/>
              <a:gd name="T2" fmla="*/ 14 w 123"/>
              <a:gd name="T3" fmla="*/ 54 h 94"/>
              <a:gd name="T4" fmla="*/ 43 w 123"/>
              <a:gd name="T5" fmla="*/ 22 h 94"/>
              <a:gd name="T6" fmla="*/ 82 w 123"/>
              <a:gd name="T7" fmla="*/ 4 h 94"/>
              <a:gd name="T8" fmla="*/ 123 w 123"/>
              <a:gd name="T9" fmla="*/ 2 h 94"/>
            </a:gdLst>
            <a:ahLst/>
            <a:cxnLst>
              <a:cxn ang="0">
                <a:pos x="T0" y="T1"/>
              </a:cxn>
              <a:cxn ang="0">
                <a:pos x="T2" y="T3"/>
              </a:cxn>
              <a:cxn ang="0">
                <a:pos x="T4" y="T5"/>
              </a:cxn>
              <a:cxn ang="0">
                <a:pos x="T6" y="T7"/>
              </a:cxn>
              <a:cxn ang="0">
                <a:pos x="T8" y="T9"/>
              </a:cxn>
            </a:cxnLst>
            <a:rect l="0" t="0" r="r" b="b"/>
            <a:pathLst>
              <a:path w="123" h="94">
                <a:moveTo>
                  <a:pt x="0" y="94"/>
                </a:moveTo>
                <a:cubicBezTo>
                  <a:pt x="2" y="80"/>
                  <a:pt x="7" y="67"/>
                  <a:pt x="14" y="54"/>
                </a:cubicBezTo>
                <a:cubicBezTo>
                  <a:pt x="21" y="42"/>
                  <a:pt x="31" y="31"/>
                  <a:pt x="43" y="22"/>
                </a:cubicBezTo>
                <a:cubicBezTo>
                  <a:pt x="55" y="13"/>
                  <a:pt x="68" y="7"/>
                  <a:pt x="82" y="4"/>
                </a:cubicBezTo>
                <a:cubicBezTo>
                  <a:pt x="95" y="1"/>
                  <a:pt x="109" y="0"/>
                  <a:pt x="123" y="2"/>
                </a:cubicBezTo>
              </a:path>
            </a:pathLst>
          </a:custGeom>
          <a:noFill/>
          <a:ln w="53975" cap="rnd">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sp>
        <p:nvSpPr>
          <p:cNvPr id="203" name="Freeform 40">
            <a:extLst>
              <a:ext uri="{FF2B5EF4-FFF2-40B4-BE49-F238E27FC236}">
                <a16:creationId xmlns:a16="http://schemas.microsoft.com/office/drawing/2014/main" id="{46C6A3DC-54A3-4FCC-81FF-8157BD70C671}"/>
              </a:ext>
            </a:extLst>
          </p:cNvPr>
          <p:cNvSpPr>
            <a:spLocks/>
          </p:cNvSpPr>
          <p:nvPr/>
        </p:nvSpPr>
        <p:spPr bwMode="auto">
          <a:xfrm>
            <a:off x="8005031" y="5210147"/>
            <a:ext cx="696397" cy="345629"/>
          </a:xfrm>
          <a:custGeom>
            <a:avLst/>
            <a:gdLst>
              <a:gd name="T0" fmla="*/ 170 w 170"/>
              <a:gd name="T1" fmla="*/ 62 h 84"/>
              <a:gd name="T2" fmla="*/ 131 w 170"/>
              <a:gd name="T3" fmla="*/ 80 h 84"/>
              <a:gd name="T4" fmla="*/ 89 w 170"/>
              <a:gd name="T5" fmla="*/ 82 h 84"/>
              <a:gd name="T6" fmla="*/ 50 w 170"/>
              <a:gd name="T7" fmla="*/ 68 h 84"/>
              <a:gd name="T8" fmla="*/ 18 w 170"/>
              <a:gd name="T9" fmla="*/ 39 h 84"/>
              <a:gd name="T10" fmla="*/ 0 w 170"/>
              <a:gd name="T11" fmla="*/ 0 h 84"/>
            </a:gdLst>
            <a:ahLst/>
            <a:cxnLst>
              <a:cxn ang="0">
                <a:pos x="T0" y="T1"/>
              </a:cxn>
              <a:cxn ang="0">
                <a:pos x="T2" y="T3"/>
              </a:cxn>
              <a:cxn ang="0">
                <a:pos x="T4" y="T5"/>
              </a:cxn>
              <a:cxn ang="0">
                <a:pos x="T6" y="T7"/>
              </a:cxn>
              <a:cxn ang="0">
                <a:pos x="T8" y="T9"/>
              </a:cxn>
              <a:cxn ang="0">
                <a:pos x="T10" y="T11"/>
              </a:cxn>
            </a:cxnLst>
            <a:rect l="0" t="0" r="r" b="b"/>
            <a:pathLst>
              <a:path w="170" h="84">
                <a:moveTo>
                  <a:pt x="170" y="62"/>
                </a:moveTo>
                <a:cubicBezTo>
                  <a:pt x="158" y="71"/>
                  <a:pt x="145" y="77"/>
                  <a:pt x="131" y="80"/>
                </a:cubicBezTo>
                <a:cubicBezTo>
                  <a:pt x="117" y="83"/>
                  <a:pt x="103" y="84"/>
                  <a:pt x="89" y="82"/>
                </a:cubicBezTo>
                <a:cubicBezTo>
                  <a:pt x="76" y="80"/>
                  <a:pt x="62" y="75"/>
                  <a:pt x="50" y="68"/>
                </a:cubicBezTo>
                <a:cubicBezTo>
                  <a:pt x="38" y="61"/>
                  <a:pt x="27" y="51"/>
                  <a:pt x="18" y="39"/>
                </a:cubicBezTo>
                <a:cubicBezTo>
                  <a:pt x="9" y="27"/>
                  <a:pt x="3" y="14"/>
                  <a:pt x="0" y="0"/>
                </a:cubicBezTo>
              </a:path>
            </a:pathLst>
          </a:custGeom>
          <a:noFill/>
          <a:ln w="53975" cap="rnd">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sp>
        <p:nvSpPr>
          <p:cNvPr id="204" name="Freeform 41">
            <a:extLst>
              <a:ext uri="{FF2B5EF4-FFF2-40B4-BE49-F238E27FC236}">
                <a16:creationId xmlns:a16="http://schemas.microsoft.com/office/drawing/2014/main" id="{6C79F5CF-AE50-4161-B46C-52DA7138E3D7}"/>
              </a:ext>
            </a:extLst>
          </p:cNvPr>
          <p:cNvSpPr>
            <a:spLocks/>
          </p:cNvSpPr>
          <p:nvPr/>
        </p:nvSpPr>
        <p:spPr bwMode="auto">
          <a:xfrm>
            <a:off x="8058321" y="4726267"/>
            <a:ext cx="675808" cy="747043"/>
          </a:xfrm>
          <a:custGeom>
            <a:avLst/>
            <a:gdLst>
              <a:gd name="T0" fmla="*/ 79 w 165"/>
              <a:gd name="T1" fmla="*/ 182 h 182"/>
              <a:gd name="T2" fmla="*/ 20 w 165"/>
              <a:gd name="T3" fmla="*/ 146 h 182"/>
              <a:gd name="T4" fmla="*/ 3 w 165"/>
              <a:gd name="T5" fmla="*/ 79 h 182"/>
              <a:gd name="T6" fmla="*/ 39 w 165"/>
              <a:gd name="T7" fmla="*/ 20 h 182"/>
              <a:gd name="T8" fmla="*/ 106 w 165"/>
              <a:gd name="T9" fmla="*/ 3 h 182"/>
              <a:gd name="T10" fmla="*/ 165 w 165"/>
              <a:gd name="T11" fmla="*/ 39 h 182"/>
            </a:gdLst>
            <a:ahLst/>
            <a:cxnLst>
              <a:cxn ang="0">
                <a:pos x="T0" y="T1"/>
              </a:cxn>
              <a:cxn ang="0">
                <a:pos x="T2" y="T3"/>
              </a:cxn>
              <a:cxn ang="0">
                <a:pos x="T4" y="T5"/>
              </a:cxn>
              <a:cxn ang="0">
                <a:pos x="T6" y="T7"/>
              </a:cxn>
              <a:cxn ang="0">
                <a:pos x="T8" y="T9"/>
              </a:cxn>
              <a:cxn ang="0">
                <a:pos x="T10" y="T11"/>
              </a:cxn>
            </a:cxnLst>
            <a:rect l="0" t="0" r="r" b="b"/>
            <a:pathLst>
              <a:path w="165" h="182">
                <a:moveTo>
                  <a:pt x="79" y="182"/>
                </a:moveTo>
                <a:cubicBezTo>
                  <a:pt x="56" y="178"/>
                  <a:pt x="35" y="166"/>
                  <a:pt x="20" y="146"/>
                </a:cubicBezTo>
                <a:cubicBezTo>
                  <a:pt x="5" y="126"/>
                  <a:pt x="0" y="102"/>
                  <a:pt x="3" y="79"/>
                </a:cubicBezTo>
                <a:cubicBezTo>
                  <a:pt x="7" y="57"/>
                  <a:pt x="19" y="35"/>
                  <a:pt x="39" y="20"/>
                </a:cubicBezTo>
                <a:cubicBezTo>
                  <a:pt x="59" y="5"/>
                  <a:pt x="83" y="0"/>
                  <a:pt x="106" y="3"/>
                </a:cubicBezTo>
                <a:cubicBezTo>
                  <a:pt x="128" y="7"/>
                  <a:pt x="150" y="19"/>
                  <a:pt x="165" y="39"/>
                </a:cubicBezTo>
              </a:path>
            </a:pathLst>
          </a:custGeom>
          <a:noFill/>
          <a:ln w="53975" cap="rnd">
            <a:solidFill>
              <a:schemeClr val="accent5"/>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sp>
        <p:nvSpPr>
          <p:cNvPr id="205" name="Freeform 42">
            <a:extLst>
              <a:ext uri="{FF2B5EF4-FFF2-40B4-BE49-F238E27FC236}">
                <a16:creationId xmlns:a16="http://schemas.microsoft.com/office/drawing/2014/main" id="{F28B4A13-20AB-4A33-B9F1-AE1498CD4E74}"/>
              </a:ext>
            </a:extLst>
          </p:cNvPr>
          <p:cNvSpPr>
            <a:spLocks/>
          </p:cNvSpPr>
          <p:nvPr/>
        </p:nvSpPr>
        <p:spPr bwMode="auto">
          <a:xfrm>
            <a:off x="8135833" y="4805095"/>
            <a:ext cx="474761" cy="602728"/>
          </a:xfrm>
          <a:custGeom>
            <a:avLst/>
            <a:gdLst>
              <a:gd name="T0" fmla="*/ 116 w 116"/>
              <a:gd name="T1" fmla="*/ 131 h 147"/>
              <a:gd name="T2" fmla="*/ 63 w 116"/>
              <a:gd name="T3" fmla="*/ 144 h 147"/>
              <a:gd name="T4" fmla="*/ 16 w 116"/>
              <a:gd name="T5" fmla="*/ 116 h 147"/>
              <a:gd name="T6" fmla="*/ 3 w 116"/>
              <a:gd name="T7" fmla="*/ 63 h 147"/>
              <a:gd name="T8" fmla="*/ 31 w 116"/>
              <a:gd name="T9" fmla="*/ 16 h 147"/>
              <a:gd name="T10" fmla="*/ 84 w 116"/>
              <a:gd name="T11" fmla="*/ 3 h 147"/>
            </a:gdLst>
            <a:ahLst/>
            <a:cxnLst>
              <a:cxn ang="0">
                <a:pos x="T0" y="T1"/>
              </a:cxn>
              <a:cxn ang="0">
                <a:pos x="T2" y="T3"/>
              </a:cxn>
              <a:cxn ang="0">
                <a:pos x="T4" y="T5"/>
              </a:cxn>
              <a:cxn ang="0">
                <a:pos x="T6" y="T7"/>
              </a:cxn>
              <a:cxn ang="0">
                <a:pos x="T8" y="T9"/>
              </a:cxn>
              <a:cxn ang="0">
                <a:pos x="T10" y="T11"/>
              </a:cxn>
            </a:cxnLst>
            <a:rect l="0" t="0" r="r" b="b"/>
            <a:pathLst>
              <a:path w="116" h="147">
                <a:moveTo>
                  <a:pt x="116" y="131"/>
                </a:moveTo>
                <a:cubicBezTo>
                  <a:pt x="100" y="143"/>
                  <a:pt x="81" y="147"/>
                  <a:pt x="63" y="144"/>
                </a:cubicBezTo>
                <a:cubicBezTo>
                  <a:pt x="45" y="142"/>
                  <a:pt x="28" y="132"/>
                  <a:pt x="16" y="116"/>
                </a:cubicBezTo>
                <a:cubicBezTo>
                  <a:pt x="4" y="100"/>
                  <a:pt x="0" y="81"/>
                  <a:pt x="3" y="63"/>
                </a:cubicBezTo>
                <a:cubicBezTo>
                  <a:pt x="5" y="45"/>
                  <a:pt x="15" y="28"/>
                  <a:pt x="31" y="16"/>
                </a:cubicBezTo>
                <a:cubicBezTo>
                  <a:pt x="47" y="4"/>
                  <a:pt x="66" y="0"/>
                  <a:pt x="84" y="3"/>
                </a:cubicBezTo>
              </a:path>
            </a:pathLst>
          </a:custGeom>
          <a:noFill/>
          <a:ln w="53975" cap="rnd">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endParaRPr>
          </a:p>
        </p:txBody>
      </p:sp>
      <p:grpSp>
        <p:nvGrpSpPr>
          <p:cNvPr id="206" name="Group 205">
            <a:extLst>
              <a:ext uri="{FF2B5EF4-FFF2-40B4-BE49-F238E27FC236}">
                <a16:creationId xmlns:a16="http://schemas.microsoft.com/office/drawing/2014/main" id="{5586713B-66FE-40A9-A6EC-0C9ACE3A98F8}"/>
              </a:ext>
            </a:extLst>
          </p:cNvPr>
          <p:cNvGrpSpPr/>
          <p:nvPr/>
        </p:nvGrpSpPr>
        <p:grpSpPr>
          <a:xfrm>
            <a:off x="9081754" y="4941473"/>
            <a:ext cx="450323" cy="480219"/>
            <a:chOff x="9080365" y="4226008"/>
            <a:chExt cx="450323" cy="480219"/>
          </a:xfrm>
        </p:grpSpPr>
        <p:sp>
          <p:nvSpPr>
            <p:cNvPr id="207" name="Text Placeholder 33">
              <a:extLst>
                <a:ext uri="{FF2B5EF4-FFF2-40B4-BE49-F238E27FC236}">
                  <a16:creationId xmlns:a16="http://schemas.microsoft.com/office/drawing/2014/main" id="{85A1F3FA-AD2F-4F97-8FF7-C77486BDB62C}"/>
                </a:ext>
              </a:extLst>
            </p:cNvPr>
            <p:cNvSpPr txBox="1">
              <a:spLocks/>
            </p:cNvSpPr>
            <p:nvPr/>
          </p:nvSpPr>
          <p:spPr>
            <a:xfrm flipH="1">
              <a:off x="9080365" y="4226008"/>
              <a:ext cx="450323" cy="262003"/>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AU" sz="1600" b="1" dirty="0">
                  <a:solidFill>
                    <a:schemeClr val="accent5"/>
                  </a:solidFill>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85%</a:t>
              </a:r>
            </a:p>
          </p:txBody>
        </p:sp>
        <p:sp>
          <p:nvSpPr>
            <p:cNvPr id="208" name="Text Placeholder 32">
              <a:extLst>
                <a:ext uri="{FF2B5EF4-FFF2-40B4-BE49-F238E27FC236}">
                  <a16:creationId xmlns:a16="http://schemas.microsoft.com/office/drawing/2014/main" id="{5F20F41D-9BB9-4E13-BE44-E2B1737B66D7}"/>
                </a:ext>
              </a:extLst>
            </p:cNvPr>
            <p:cNvSpPr txBox="1">
              <a:spLocks/>
            </p:cNvSpPr>
            <p:nvPr/>
          </p:nvSpPr>
          <p:spPr>
            <a:xfrm flipH="1">
              <a:off x="9080365" y="4499671"/>
              <a:ext cx="450323" cy="206556"/>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1000" b="1" dirty="0">
                  <a:solidFill>
                    <a:schemeClr val="tx2"/>
                  </a:solidFill>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Type B</a:t>
              </a:r>
            </a:p>
          </p:txBody>
        </p:sp>
      </p:grpSp>
      <p:grpSp>
        <p:nvGrpSpPr>
          <p:cNvPr id="209" name="Group 208">
            <a:extLst>
              <a:ext uri="{FF2B5EF4-FFF2-40B4-BE49-F238E27FC236}">
                <a16:creationId xmlns:a16="http://schemas.microsoft.com/office/drawing/2014/main" id="{3BE7B555-6231-4DA3-88AA-9F83D7C64DF9}"/>
              </a:ext>
            </a:extLst>
          </p:cNvPr>
          <p:cNvGrpSpPr/>
          <p:nvPr/>
        </p:nvGrpSpPr>
        <p:grpSpPr>
          <a:xfrm>
            <a:off x="11057708" y="4945511"/>
            <a:ext cx="450323" cy="480219"/>
            <a:chOff x="10925223" y="4226008"/>
            <a:chExt cx="450323" cy="480219"/>
          </a:xfrm>
        </p:grpSpPr>
        <p:sp>
          <p:nvSpPr>
            <p:cNvPr id="210" name="Text Placeholder 33">
              <a:extLst>
                <a:ext uri="{FF2B5EF4-FFF2-40B4-BE49-F238E27FC236}">
                  <a16:creationId xmlns:a16="http://schemas.microsoft.com/office/drawing/2014/main" id="{DA3D4785-32C2-4AD4-A788-90B33A9C1759}"/>
                </a:ext>
              </a:extLst>
            </p:cNvPr>
            <p:cNvSpPr txBox="1">
              <a:spLocks/>
            </p:cNvSpPr>
            <p:nvPr/>
          </p:nvSpPr>
          <p:spPr>
            <a:xfrm flipH="1">
              <a:off x="10925223" y="4226008"/>
              <a:ext cx="450323" cy="262003"/>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AU" sz="1600" b="1" dirty="0">
                  <a:solidFill>
                    <a:schemeClr val="accent5"/>
                  </a:solidFill>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35%</a:t>
              </a:r>
            </a:p>
          </p:txBody>
        </p:sp>
        <p:sp>
          <p:nvSpPr>
            <p:cNvPr id="211" name="Text Placeholder 32">
              <a:extLst>
                <a:ext uri="{FF2B5EF4-FFF2-40B4-BE49-F238E27FC236}">
                  <a16:creationId xmlns:a16="http://schemas.microsoft.com/office/drawing/2014/main" id="{9AE5A52B-C785-4DA3-B2D7-B8C2D99C758F}"/>
                </a:ext>
              </a:extLst>
            </p:cNvPr>
            <p:cNvSpPr txBox="1">
              <a:spLocks/>
            </p:cNvSpPr>
            <p:nvPr/>
          </p:nvSpPr>
          <p:spPr>
            <a:xfrm flipH="1">
              <a:off x="10925223" y="4499671"/>
              <a:ext cx="450323" cy="206556"/>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1000" b="1" dirty="0">
                  <a:solidFill>
                    <a:schemeClr val="tx2"/>
                  </a:solidFill>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Type C</a:t>
              </a:r>
            </a:p>
          </p:txBody>
        </p:sp>
      </p:grpSp>
      <p:sp>
        <p:nvSpPr>
          <p:cNvPr id="212" name="Title 1">
            <a:extLst>
              <a:ext uri="{FF2B5EF4-FFF2-40B4-BE49-F238E27FC236}">
                <a16:creationId xmlns:a16="http://schemas.microsoft.com/office/drawing/2014/main" id="{69AFB02A-5367-47F0-8249-4C56DB345504}"/>
              </a:ext>
            </a:extLst>
          </p:cNvPr>
          <p:cNvSpPr txBox="1">
            <a:spLocks/>
          </p:cNvSpPr>
          <p:nvPr/>
        </p:nvSpPr>
        <p:spPr>
          <a:xfrm>
            <a:off x="4269399" y="611474"/>
            <a:ext cx="3687304" cy="562527"/>
          </a:xfrm>
          <a:prstGeom prst="rect">
            <a:avLst/>
          </a:prstGeom>
        </p:spPr>
        <p:txBody>
          <a:bodyPr lIns="0" tIns="0" rIns="0" bIns="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d-ID" sz="3000">
                <a:latin typeface="思源黑体 CN Medium" panose="020B0600000000000000" pitchFamily="34" charset="-122"/>
                <a:ea typeface="思源黑体 CN Medium" panose="020B0600000000000000" pitchFamily="34" charset="-122"/>
                <a:cs typeface="Lato Heavy" panose="020F0502020204030203" pitchFamily="34" charset="0"/>
                <a:sym typeface="思源黑体 CN Medium" panose="020B0600000000000000" pitchFamily="34" charset="-122"/>
              </a:rPr>
              <a:t>Business Process</a:t>
            </a:r>
          </a:p>
        </p:txBody>
      </p:sp>
      <p:cxnSp>
        <p:nvCxnSpPr>
          <p:cNvPr id="213" name="Straight Connector 212">
            <a:extLst>
              <a:ext uri="{FF2B5EF4-FFF2-40B4-BE49-F238E27FC236}">
                <a16:creationId xmlns:a16="http://schemas.microsoft.com/office/drawing/2014/main" id="{238A1498-B343-445A-B1B6-0923516FF5BA}"/>
              </a:ext>
            </a:extLst>
          </p:cNvPr>
          <p:cNvCxnSpPr/>
          <p:nvPr/>
        </p:nvCxnSpPr>
        <p:spPr>
          <a:xfrm>
            <a:off x="5500412" y="1138303"/>
            <a:ext cx="1225279"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14" name="TextBox 13">
            <a:extLst>
              <a:ext uri="{FF2B5EF4-FFF2-40B4-BE49-F238E27FC236}">
                <a16:creationId xmlns:a16="http://schemas.microsoft.com/office/drawing/2014/main" id="{AB2F4FCB-0C2F-4933-96EC-11A44A139A9B}"/>
              </a:ext>
            </a:extLst>
          </p:cNvPr>
          <p:cNvSpPr txBox="1"/>
          <p:nvPr/>
        </p:nvSpPr>
        <p:spPr>
          <a:xfrm flipH="1">
            <a:off x="3506819" y="1182485"/>
            <a:ext cx="5212464" cy="525016"/>
          </a:xfrm>
          <a:prstGeom prst="rect">
            <a:avLst/>
          </a:prstGeom>
          <a:noFill/>
          <a:ln>
            <a:noFill/>
          </a:ln>
        </p:spPr>
        <p:txBody>
          <a:bodyPr wrap="square" lIns="0" tIns="0" rIns="0" bIns="0">
            <a:spAutoFit/>
          </a:bodyPr>
          <a:lstStyle/>
          <a:p>
            <a:pPr algn="ctr">
              <a:lnSpc>
                <a:spcPct val="150000"/>
              </a:lnSpc>
            </a:pP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Lorem ipsum dolor sit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amet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consectetur</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adipiscing</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elit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sed</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do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eiusmod</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tempor</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incididunt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ut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labore</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et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dolore</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magna</a:t>
            </a:r>
          </a:p>
        </p:txBody>
      </p:sp>
      <p:sp>
        <p:nvSpPr>
          <p:cNvPr id="215" name="Rectangle 214">
            <a:extLst>
              <a:ext uri="{FF2B5EF4-FFF2-40B4-BE49-F238E27FC236}">
                <a16:creationId xmlns:a16="http://schemas.microsoft.com/office/drawing/2014/main" id="{D616CD23-F111-4637-B5CB-EB5B9BA1B18B}"/>
              </a:ext>
            </a:extLst>
          </p:cNvPr>
          <p:cNvSpPr/>
          <p:nvPr/>
        </p:nvSpPr>
        <p:spPr>
          <a:xfrm>
            <a:off x="5977953" y="3445974"/>
            <a:ext cx="5530077" cy="1171346"/>
          </a:xfrm>
          <a:prstGeom prst="rect">
            <a:avLst/>
          </a:prstGeom>
        </p:spPr>
        <p:txBody>
          <a:bodyPr wrap="square">
            <a:spAutoFit/>
          </a:bodyPr>
          <a:lstStyle/>
          <a:p>
            <a:pPr>
              <a:lnSpc>
                <a:spcPct val="150000"/>
              </a:lnSpc>
              <a:spcAft>
                <a:spcPts val="1500"/>
              </a:spcAft>
            </a:pP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Lorem</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ipsum</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dolor sit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amet</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consectetur</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adipiscing</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elit</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Nam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viverra</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euismod</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odio</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gravida</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pellentesque</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urna</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varius</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vitae.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Sed</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dui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lorem</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adipiscing</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in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adipiscing</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et,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interdum</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nec</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metus</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Mauris</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ultricies</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justo</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eu</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convallis</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r>
              <a:rPr lang="en-US" sz="1200" err="1">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placerat</a:t>
            </a:r>
            <a:r>
              <a:rPr lang="en-US" sz="1200">
                <a:latin typeface="思源黑体 CN Medium" panose="020B0600000000000000" pitchFamily="34" charset="-122"/>
                <a:ea typeface="思源黑体 CN Medium" panose="020B0600000000000000" pitchFamily="34" charset="-122"/>
                <a:cs typeface="Lato Regular" panose="020F0502020204030203" pitchFamily="34" charset="0"/>
                <a:sym typeface="思源黑体 CN Medium" panose="020B0600000000000000" pitchFamily="34" charset="-122"/>
              </a:rPr>
              <a:t>, </a:t>
            </a:r>
          </a:p>
        </p:txBody>
      </p:sp>
      <p:sp>
        <p:nvSpPr>
          <p:cNvPr id="216" name="Rectangle 215">
            <a:extLst>
              <a:ext uri="{FF2B5EF4-FFF2-40B4-BE49-F238E27FC236}">
                <a16:creationId xmlns:a16="http://schemas.microsoft.com/office/drawing/2014/main" id="{C11D00F5-8306-4C7D-99A2-2A3DA3D2AB9F}"/>
              </a:ext>
            </a:extLst>
          </p:cNvPr>
          <p:cNvSpPr/>
          <p:nvPr/>
        </p:nvSpPr>
        <p:spPr>
          <a:xfrm>
            <a:off x="5977954" y="2986877"/>
            <a:ext cx="3303595" cy="470065"/>
          </a:xfrm>
          <a:prstGeom prst="rect">
            <a:avLst/>
          </a:prstGeom>
        </p:spPr>
        <p:txBody>
          <a:bodyPr wrap="square">
            <a:spAutoFit/>
          </a:bodyPr>
          <a:lstStyle/>
          <a:p>
            <a:pPr>
              <a:lnSpc>
                <a:spcPct val="80000"/>
              </a:lnSpc>
            </a:pPr>
            <a:r>
              <a:rPr lang="id-ID" sz="3000">
                <a:latin typeface="思源黑体 CN Medium" panose="020B0600000000000000" pitchFamily="34" charset="-122"/>
                <a:ea typeface="思源黑体 CN Medium" panose="020B0600000000000000" pitchFamily="34" charset="-122"/>
                <a:cs typeface="Lato Heavy" panose="020F0502020204030203" pitchFamily="34" charset="0"/>
                <a:sym typeface="思源黑体 CN Medium" panose="020B0600000000000000" pitchFamily="34" charset="-122"/>
              </a:rPr>
              <a:t>New </a:t>
            </a:r>
            <a:r>
              <a:rPr lang="en-US" sz="3000">
                <a:latin typeface="思源黑体 CN Medium" panose="020B0600000000000000" pitchFamily="34" charset="-122"/>
                <a:ea typeface="思源黑体 CN Medium" panose="020B0600000000000000" pitchFamily="34" charset="-122"/>
                <a:cs typeface="Lato Heavy" panose="020F0502020204030203" pitchFamily="34" charset="0"/>
                <a:sym typeface="思源黑体 CN Medium" panose="020B0600000000000000" pitchFamily="34" charset="-122"/>
              </a:rPr>
              <a:t>Project</a:t>
            </a:r>
            <a:endParaRPr lang="id-ID" sz="3000">
              <a:latin typeface="思源黑体 CN Medium" panose="020B0600000000000000" pitchFamily="34" charset="-122"/>
              <a:ea typeface="思源黑体 CN Medium" panose="020B0600000000000000" pitchFamily="34" charset="-122"/>
              <a:cs typeface="Lato Heavy" panose="020F0502020204030203" pitchFamily="34" charset="0"/>
              <a:sym typeface="思源黑体 CN Medium" panose="020B0600000000000000" pitchFamily="34" charset="-122"/>
            </a:endParaRPr>
          </a:p>
        </p:txBody>
      </p:sp>
      <p:grpSp>
        <p:nvGrpSpPr>
          <p:cNvPr id="217" name="Group 2_1">
            <a:extLst>
              <a:ext uri="{FF2B5EF4-FFF2-40B4-BE49-F238E27FC236}">
                <a16:creationId xmlns:a16="http://schemas.microsoft.com/office/drawing/2014/main" id="{4A6A3249-F778-4B47-8064-8109ADF25E01}"/>
              </a:ext>
            </a:extLst>
          </p:cNvPr>
          <p:cNvGrpSpPr/>
          <p:nvPr/>
        </p:nvGrpSpPr>
        <p:grpSpPr>
          <a:xfrm>
            <a:off x="0" y="0"/>
            <a:ext cx="1751115" cy="1097152"/>
            <a:chOff x="0" y="0"/>
            <a:chExt cx="1751115" cy="1097152"/>
          </a:xfrm>
        </p:grpSpPr>
        <p:grpSp>
          <p:nvGrpSpPr>
            <p:cNvPr id="218" name="组合 217">
              <a:extLst>
                <a:ext uri="{FF2B5EF4-FFF2-40B4-BE49-F238E27FC236}">
                  <a16:creationId xmlns:a16="http://schemas.microsoft.com/office/drawing/2014/main" id="{B305EE34-B4A2-46FC-9936-73BA0EDEBDA4}"/>
                </a:ext>
              </a:extLst>
            </p:cNvPr>
            <p:cNvGrpSpPr/>
            <p:nvPr/>
          </p:nvGrpSpPr>
          <p:grpSpPr>
            <a:xfrm>
              <a:off x="0" y="0"/>
              <a:ext cx="1751115" cy="1097152"/>
              <a:chOff x="-1832690" y="-1312191"/>
              <a:chExt cx="4302458" cy="3292533"/>
            </a:xfrm>
          </p:grpSpPr>
          <p:pic>
            <p:nvPicPr>
              <p:cNvPr id="220" name="PA-图片 2">
                <a:extLst>
                  <a:ext uri="{FF2B5EF4-FFF2-40B4-BE49-F238E27FC236}">
                    <a16:creationId xmlns:a16="http://schemas.microsoft.com/office/drawing/2014/main" id="{35D3DC0F-0A88-4E31-88F1-2F4CD52195ED}"/>
                  </a:ext>
                </a:extLst>
              </p:cNvPr>
              <p:cNvPicPr>
                <a:picLocks noChangeAspect="1"/>
              </p:cNvPicPr>
              <p:nvPr>
                <p:custDataLst>
                  <p:tags r:id="rId2"/>
                </p:custDataLst>
              </p:nvPr>
            </p:nvPicPr>
            <p:blipFill rotWithShape="1">
              <a:blip r:embed="rId8" cstate="print">
                <a:extLst>
                  <a:ext uri="{28A0092B-C50C-407E-A947-70E740481C1C}">
                    <a14:useLocalDpi xmlns:a14="http://schemas.microsoft.com/office/drawing/2010/main" val="0"/>
                  </a:ext>
                </a:extLst>
              </a:blip>
              <a:srcRect l="15664" t="61151"/>
              <a:stretch/>
            </p:blipFill>
            <p:spPr>
              <a:xfrm>
                <a:off x="-1832690" y="-1312191"/>
                <a:ext cx="4302458" cy="2664265"/>
              </a:xfrm>
              <a:prstGeom prst="rect">
                <a:avLst/>
              </a:prstGeom>
            </p:spPr>
          </p:pic>
          <p:pic>
            <p:nvPicPr>
              <p:cNvPr id="221" name="PA-图片 7">
                <a:extLst>
                  <a:ext uri="{FF2B5EF4-FFF2-40B4-BE49-F238E27FC236}">
                    <a16:creationId xmlns:a16="http://schemas.microsoft.com/office/drawing/2014/main" id="{66C34E49-FB1E-43B9-B6C9-66F064A97376}"/>
                  </a:ext>
                </a:extLst>
              </p:cNvPr>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975373" y="1127025"/>
                <a:ext cx="775743" cy="853317"/>
              </a:xfrm>
              <a:prstGeom prst="rect">
                <a:avLst/>
              </a:prstGeom>
            </p:spPr>
          </p:pic>
        </p:grpSp>
        <p:sp>
          <p:nvSpPr>
            <p:cNvPr id="219" name="PA-矩形8435759">
              <a:extLst>
                <a:ext uri="{FF2B5EF4-FFF2-40B4-BE49-F238E27FC236}">
                  <a16:creationId xmlns:a16="http://schemas.microsoft.com/office/drawing/2014/main" id="{62453F89-84DC-421D-B93E-AE60AB4F21C8}"/>
                </a:ext>
              </a:extLst>
            </p:cNvPr>
            <p:cNvSpPr/>
            <p:nvPr>
              <p:custDataLst>
                <p:tags r:id="rId1"/>
              </p:custDataLst>
            </p:nvPr>
          </p:nvSpPr>
          <p:spPr>
            <a:xfrm>
              <a:off x="60033" y="136009"/>
              <a:ext cx="1398588" cy="400110"/>
            </a:xfrm>
            <a:prstGeom prst="rect">
              <a:avLst/>
            </a:prstGeom>
          </p:spPr>
          <p:txBody>
            <a:bodyPr wrap="none">
              <a:spAutoFit/>
            </a:bodyPr>
            <a:lstStyle/>
            <a:p>
              <a:r>
                <a:rPr lang="en-US" altLang="zh-CN" sz="2000" dirty="0">
                  <a:latin typeface="思源黑体 CN Medium" panose="020B0600000000000000" pitchFamily="34" charset="-122"/>
                  <a:ea typeface="思源黑体 CN Medium" panose="020B0600000000000000" pitchFamily="34" charset="-122"/>
                  <a:sym typeface="思源黑体" panose="020B0400000000000000" pitchFamily="34" charset="-122"/>
                </a:rPr>
                <a:t>Enter title</a:t>
              </a:r>
              <a:endParaRPr lang="zh-CN" altLang="en-US" sz="2000" dirty="0">
                <a:latin typeface="思源黑体 CN Medium" panose="020B0600000000000000" pitchFamily="34" charset="-122"/>
                <a:ea typeface="思源黑体 CN Medium" panose="020B0600000000000000" pitchFamily="34" charset="-122"/>
              </a:endParaRPr>
            </a:p>
          </p:txBody>
        </p:sp>
      </p:grpSp>
    </p:spTree>
    <p:extLst>
      <p:ext uri="{BB962C8B-B14F-4D97-AF65-F5344CB8AC3E}">
        <p14:creationId xmlns:p14="http://schemas.microsoft.com/office/powerpoint/2010/main" val="1962022776"/>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1" presetClass="entr" presetSubtype="1" fill="hold" grpId="0" nodeType="withEffect">
                                  <p:stCondLst>
                                    <p:cond delay="0"/>
                                  </p:stCondLst>
                                  <p:childTnLst>
                                    <p:set>
                                      <p:cBhvr>
                                        <p:cTn id="10" dur="1" fill="hold">
                                          <p:stCondLst>
                                            <p:cond delay="0"/>
                                          </p:stCondLst>
                                        </p:cTn>
                                        <p:tgtEl>
                                          <p:spTgt spid="183"/>
                                        </p:tgtEl>
                                        <p:attrNameLst>
                                          <p:attrName>style.visibility</p:attrName>
                                        </p:attrNameLst>
                                      </p:cBhvr>
                                      <p:to>
                                        <p:strVal val="visible"/>
                                      </p:to>
                                    </p:set>
                                    <p:animEffect transition="in" filter="wheel(1)">
                                      <p:cBhvr>
                                        <p:cTn id="11" dur="500"/>
                                        <p:tgtEl>
                                          <p:spTgt spid="183"/>
                                        </p:tgtEl>
                                      </p:cBhvr>
                                    </p:animEffect>
                                  </p:childTnLst>
                                </p:cTn>
                              </p:par>
                              <p:par>
                                <p:cTn id="12" presetID="21" presetClass="entr" presetSubtype="1" fill="hold" grpId="0" nodeType="withEffect">
                                  <p:stCondLst>
                                    <p:cond delay="0"/>
                                  </p:stCondLst>
                                  <p:childTnLst>
                                    <p:set>
                                      <p:cBhvr>
                                        <p:cTn id="13" dur="1" fill="hold">
                                          <p:stCondLst>
                                            <p:cond delay="0"/>
                                          </p:stCondLst>
                                        </p:cTn>
                                        <p:tgtEl>
                                          <p:spTgt spid="184"/>
                                        </p:tgtEl>
                                        <p:attrNameLst>
                                          <p:attrName>style.visibility</p:attrName>
                                        </p:attrNameLst>
                                      </p:cBhvr>
                                      <p:to>
                                        <p:strVal val="visible"/>
                                      </p:to>
                                    </p:set>
                                    <p:animEffect transition="in" filter="wheel(1)">
                                      <p:cBhvr>
                                        <p:cTn id="14" dur="500"/>
                                        <p:tgtEl>
                                          <p:spTgt spid="184"/>
                                        </p:tgtEl>
                                      </p:cBhvr>
                                    </p:animEffect>
                                  </p:childTnLst>
                                </p:cTn>
                              </p:par>
                              <p:par>
                                <p:cTn id="15" presetID="21" presetClass="entr" presetSubtype="1" fill="hold" grpId="0" nodeType="withEffect">
                                  <p:stCondLst>
                                    <p:cond delay="0"/>
                                  </p:stCondLst>
                                  <p:childTnLst>
                                    <p:set>
                                      <p:cBhvr>
                                        <p:cTn id="16" dur="1" fill="hold">
                                          <p:stCondLst>
                                            <p:cond delay="0"/>
                                          </p:stCondLst>
                                        </p:cTn>
                                        <p:tgtEl>
                                          <p:spTgt spid="185"/>
                                        </p:tgtEl>
                                        <p:attrNameLst>
                                          <p:attrName>style.visibility</p:attrName>
                                        </p:attrNameLst>
                                      </p:cBhvr>
                                      <p:to>
                                        <p:strVal val="visible"/>
                                      </p:to>
                                    </p:set>
                                    <p:animEffect transition="in" filter="wheel(1)">
                                      <p:cBhvr>
                                        <p:cTn id="17" dur="500"/>
                                        <p:tgtEl>
                                          <p:spTgt spid="185"/>
                                        </p:tgtEl>
                                      </p:cBhvr>
                                    </p:animEffect>
                                  </p:childTnLst>
                                </p:cTn>
                              </p:par>
                              <p:par>
                                <p:cTn id="18" presetID="21" presetClass="entr" presetSubtype="1" fill="hold" grpId="0" nodeType="withEffect">
                                  <p:stCondLst>
                                    <p:cond delay="0"/>
                                  </p:stCondLst>
                                  <p:childTnLst>
                                    <p:set>
                                      <p:cBhvr>
                                        <p:cTn id="19" dur="1" fill="hold">
                                          <p:stCondLst>
                                            <p:cond delay="0"/>
                                          </p:stCondLst>
                                        </p:cTn>
                                        <p:tgtEl>
                                          <p:spTgt spid="186"/>
                                        </p:tgtEl>
                                        <p:attrNameLst>
                                          <p:attrName>style.visibility</p:attrName>
                                        </p:attrNameLst>
                                      </p:cBhvr>
                                      <p:to>
                                        <p:strVal val="visible"/>
                                      </p:to>
                                    </p:set>
                                    <p:animEffect transition="in" filter="wheel(1)">
                                      <p:cBhvr>
                                        <p:cTn id="20" dur="500"/>
                                        <p:tgtEl>
                                          <p:spTgt spid="186"/>
                                        </p:tgtEl>
                                      </p:cBhvr>
                                    </p:animEffect>
                                  </p:childTnLst>
                                </p:cTn>
                              </p:par>
                              <p:par>
                                <p:cTn id="21" presetID="21" presetClass="entr" presetSubtype="1" fill="hold" grpId="0" nodeType="withEffect">
                                  <p:stCondLst>
                                    <p:cond delay="0"/>
                                  </p:stCondLst>
                                  <p:childTnLst>
                                    <p:set>
                                      <p:cBhvr>
                                        <p:cTn id="22" dur="1" fill="hold">
                                          <p:stCondLst>
                                            <p:cond delay="0"/>
                                          </p:stCondLst>
                                        </p:cTn>
                                        <p:tgtEl>
                                          <p:spTgt spid="187"/>
                                        </p:tgtEl>
                                        <p:attrNameLst>
                                          <p:attrName>style.visibility</p:attrName>
                                        </p:attrNameLst>
                                      </p:cBhvr>
                                      <p:to>
                                        <p:strVal val="visible"/>
                                      </p:to>
                                    </p:set>
                                    <p:animEffect transition="in" filter="wheel(1)">
                                      <p:cBhvr>
                                        <p:cTn id="23" dur="500"/>
                                        <p:tgtEl>
                                          <p:spTgt spid="187"/>
                                        </p:tgtEl>
                                      </p:cBhvr>
                                    </p:animEffect>
                                  </p:childTnLst>
                                </p:cTn>
                              </p:par>
                              <p:par>
                                <p:cTn id="24" presetID="21" presetClass="entr" presetSubtype="1" fill="hold" grpId="0" nodeType="withEffect">
                                  <p:stCondLst>
                                    <p:cond delay="0"/>
                                  </p:stCondLst>
                                  <p:childTnLst>
                                    <p:set>
                                      <p:cBhvr>
                                        <p:cTn id="25" dur="1" fill="hold">
                                          <p:stCondLst>
                                            <p:cond delay="0"/>
                                          </p:stCondLst>
                                        </p:cTn>
                                        <p:tgtEl>
                                          <p:spTgt spid="188"/>
                                        </p:tgtEl>
                                        <p:attrNameLst>
                                          <p:attrName>style.visibility</p:attrName>
                                        </p:attrNameLst>
                                      </p:cBhvr>
                                      <p:to>
                                        <p:strVal val="visible"/>
                                      </p:to>
                                    </p:set>
                                    <p:animEffect transition="in" filter="wheel(1)">
                                      <p:cBhvr>
                                        <p:cTn id="26" dur="500"/>
                                        <p:tgtEl>
                                          <p:spTgt spid="188"/>
                                        </p:tgtEl>
                                      </p:cBhvr>
                                    </p:animEffect>
                                  </p:childTnLst>
                                </p:cTn>
                              </p:par>
                              <p:par>
                                <p:cTn id="27" presetID="10" presetClass="entr" presetSubtype="0" fill="hold" nodeType="withEffect">
                                  <p:stCondLst>
                                    <p:cond delay="0"/>
                                  </p:stCondLst>
                                  <p:childTnLst>
                                    <p:set>
                                      <p:cBhvr>
                                        <p:cTn id="28" dur="1" fill="hold">
                                          <p:stCondLst>
                                            <p:cond delay="0"/>
                                          </p:stCondLst>
                                        </p:cTn>
                                        <p:tgtEl>
                                          <p:spTgt spid="189"/>
                                        </p:tgtEl>
                                        <p:attrNameLst>
                                          <p:attrName>style.visibility</p:attrName>
                                        </p:attrNameLst>
                                      </p:cBhvr>
                                      <p:to>
                                        <p:strVal val="visible"/>
                                      </p:to>
                                    </p:set>
                                    <p:animEffect transition="in" filter="fade">
                                      <p:cBhvr>
                                        <p:cTn id="29" dur="500"/>
                                        <p:tgtEl>
                                          <p:spTgt spid="189"/>
                                        </p:tgtEl>
                                      </p:cBhvr>
                                    </p:animEffect>
                                  </p:childTnLst>
                                </p:cTn>
                              </p:par>
                              <p:par>
                                <p:cTn id="30" presetID="21" presetClass="entr" presetSubtype="1" fill="hold" grpId="0" nodeType="withEffect">
                                  <p:stCondLst>
                                    <p:cond delay="0"/>
                                  </p:stCondLst>
                                  <p:childTnLst>
                                    <p:set>
                                      <p:cBhvr>
                                        <p:cTn id="31" dur="1" fill="hold">
                                          <p:stCondLst>
                                            <p:cond delay="0"/>
                                          </p:stCondLst>
                                        </p:cTn>
                                        <p:tgtEl>
                                          <p:spTgt spid="199"/>
                                        </p:tgtEl>
                                        <p:attrNameLst>
                                          <p:attrName>style.visibility</p:attrName>
                                        </p:attrNameLst>
                                      </p:cBhvr>
                                      <p:to>
                                        <p:strVal val="visible"/>
                                      </p:to>
                                    </p:set>
                                    <p:animEffect transition="in" filter="wheel(1)">
                                      <p:cBhvr>
                                        <p:cTn id="32" dur="500"/>
                                        <p:tgtEl>
                                          <p:spTgt spid="199"/>
                                        </p:tgtEl>
                                      </p:cBhvr>
                                    </p:animEffect>
                                  </p:childTnLst>
                                </p:cTn>
                              </p:par>
                              <p:par>
                                <p:cTn id="33" presetID="21" presetClass="entr" presetSubtype="1" fill="hold" grpId="0" nodeType="withEffect">
                                  <p:stCondLst>
                                    <p:cond delay="0"/>
                                  </p:stCondLst>
                                  <p:childTnLst>
                                    <p:set>
                                      <p:cBhvr>
                                        <p:cTn id="34" dur="1" fill="hold">
                                          <p:stCondLst>
                                            <p:cond delay="0"/>
                                          </p:stCondLst>
                                        </p:cTn>
                                        <p:tgtEl>
                                          <p:spTgt spid="200"/>
                                        </p:tgtEl>
                                        <p:attrNameLst>
                                          <p:attrName>style.visibility</p:attrName>
                                        </p:attrNameLst>
                                      </p:cBhvr>
                                      <p:to>
                                        <p:strVal val="visible"/>
                                      </p:to>
                                    </p:set>
                                    <p:animEffect transition="in" filter="wheel(1)">
                                      <p:cBhvr>
                                        <p:cTn id="35" dur="500"/>
                                        <p:tgtEl>
                                          <p:spTgt spid="200"/>
                                        </p:tgtEl>
                                      </p:cBhvr>
                                    </p:animEffect>
                                  </p:childTnLst>
                                </p:cTn>
                              </p:par>
                              <p:par>
                                <p:cTn id="36" presetID="21" presetClass="entr" presetSubtype="1" fill="hold" grpId="0" nodeType="withEffect">
                                  <p:stCondLst>
                                    <p:cond delay="0"/>
                                  </p:stCondLst>
                                  <p:childTnLst>
                                    <p:set>
                                      <p:cBhvr>
                                        <p:cTn id="37" dur="1" fill="hold">
                                          <p:stCondLst>
                                            <p:cond delay="0"/>
                                          </p:stCondLst>
                                        </p:cTn>
                                        <p:tgtEl>
                                          <p:spTgt spid="201"/>
                                        </p:tgtEl>
                                        <p:attrNameLst>
                                          <p:attrName>style.visibility</p:attrName>
                                        </p:attrNameLst>
                                      </p:cBhvr>
                                      <p:to>
                                        <p:strVal val="visible"/>
                                      </p:to>
                                    </p:set>
                                    <p:animEffect transition="in" filter="wheel(1)">
                                      <p:cBhvr>
                                        <p:cTn id="38" dur="500"/>
                                        <p:tgtEl>
                                          <p:spTgt spid="201"/>
                                        </p:tgtEl>
                                      </p:cBhvr>
                                    </p:animEffect>
                                  </p:childTnLst>
                                </p:cTn>
                              </p:par>
                              <p:par>
                                <p:cTn id="39" presetID="21" presetClass="entr" presetSubtype="1" fill="hold" grpId="0" nodeType="withEffect">
                                  <p:stCondLst>
                                    <p:cond delay="0"/>
                                  </p:stCondLst>
                                  <p:childTnLst>
                                    <p:set>
                                      <p:cBhvr>
                                        <p:cTn id="40" dur="1" fill="hold">
                                          <p:stCondLst>
                                            <p:cond delay="0"/>
                                          </p:stCondLst>
                                        </p:cTn>
                                        <p:tgtEl>
                                          <p:spTgt spid="202"/>
                                        </p:tgtEl>
                                        <p:attrNameLst>
                                          <p:attrName>style.visibility</p:attrName>
                                        </p:attrNameLst>
                                      </p:cBhvr>
                                      <p:to>
                                        <p:strVal val="visible"/>
                                      </p:to>
                                    </p:set>
                                    <p:animEffect transition="in" filter="wheel(1)">
                                      <p:cBhvr>
                                        <p:cTn id="41" dur="500"/>
                                        <p:tgtEl>
                                          <p:spTgt spid="202"/>
                                        </p:tgtEl>
                                      </p:cBhvr>
                                    </p:animEffect>
                                  </p:childTnLst>
                                </p:cTn>
                              </p:par>
                              <p:par>
                                <p:cTn id="42" presetID="21" presetClass="entr" presetSubtype="1" fill="hold" grpId="0" nodeType="withEffect">
                                  <p:stCondLst>
                                    <p:cond delay="0"/>
                                  </p:stCondLst>
                                  <p:childTnLst>
                                    <p:set>
                                      <p:cBhvr>
                                        <p:cTn id="43" dur="1" fill="hold">
                                          <p:stCondLst>
                                            <p:cond delay="0"/>
                                          </p:stCondLst>
                                        </p:cTn>
                                        <p:tgtEl>
                                          <p:spTgt spid="203"/>
                                        </p:tgtEl>
                                        <p:attrNameLst>
                                          <p:attrName>style.visibility</p:attrName>
                                        </p:attrNameLst>
                                      </p:cBhvr>
                                      <p:to>
                                        <p:strVal val="visible"/>
                                      </p:to>
                                    </p:set>
                                    <p:animEffect transition="in" filter="wheel(1)">
                                      <p:cBhvr>
                                        <p:cTn id="44" dur="500"/>
                                        <p:tgtEl>
                                          <p:spTgt spid="203"/>
                                        </p:tgtEl>
                                      </p:cBhvr>
                                    </p:animEffect>
                                  </p:childTnLst>
                                </p:cTn>
                              </p:par>
                              <p:par>
                                <p:cTn id="45" presetID="21" presetClass="entr" presetSubtype="1" fill="hold" grpId="0" nodeType="withEffect">
                                  <p:stCondLst>
                                    <p:cond delay="0"/>
                                  </p:stCondLst>
                                  <p:childTnLst>
                                    <p:set>
                                      <p:cBhvr>
                                        <p:cTn id="46" dur="1" fill="hold">
                                          <p:stCondLst>
                                            <p:cond delay="0"/>
                                          </p:stCondLst>
                                        </p:cTn>
                                        <p:tgtEl>
                                          <p:spTgt spid="204"/>
                                        </p:tgtEl>
                                        <p:attrNameLst>
                                          <p:attrName>style.visibility</p:attrName>
                                        </p:attrNameLst>
                                      </p:cBhvr>
                                      <p:to>
                                        <p:strVal val="visible"/>
                                      </p:to>
                                    </p:set>
                                    <p:animEffect transition="in" filter="wheel(1)">
                                      <p:cBhvr>
                                        <p:cTn id="47" dur="500"/>
                                        <p:tgtEl>
                                          <p:spTgt spid="204"/>
                                        </p:tgtEl>
                                      </p:cBhvr>
                                    </p:animEffect>
                                  </p:childTnLst>
                                </p:cTn>
                              </p:par>
                              <p:par>
                                <p:cTn id="48" presetID="21" presetClass="entr" presetSubtype="1" fill="hold" grpId="0" nodeType="withEffect">
                                  <p:stCondLst>
                                    <p:cond delay="0"/>
                                  </p:stCondLst>
                                  <p:childTnLst>
                                    <p:set>
                                      <p:cBhvr>
                                        <p:cTn id="49" dur="1" fill="hold">
                                          <p:stCondLst>
                                            <p:cond delay="0"/>
                                          </p:stCondLst>
                                        </p:cTn>
                                        <p:tgtEl>
                                          <p:spTgt spid="205"/>
                                        </p:tgtEl>
                                        <p:attrNameLst>
                                          <p:attrName>style.visibility</p:attrName>
                                        </p:attrNameLst>
                                      </p:cBhvr>
                                      <p:to>
                                        <p:strVal val="visible"/>
                                      </p:to>
                                    </p:set>
                                    <p:animEffect transition="in" filter="wheel(1)">
                                      <p:cBhvr>
                                        <p:cTn id="50" dur="500"/>
                                        <p:tgtEl>
                                          <p:spTgt spid="205"/>
                                        </p:tgtEl>
                                      </p:cBhvr>
                                    </p:animEffect>
                                  </p:childTnLst>
                                </p:cTn>
                              </p:par>
                              <p:par>
                                <p:cTn id="51" presetID="10" presetClass="entr" presetSubtype="0" fill="hold" nodeType="withEffect">
                                  <p:stCondLst>
                                    <p:cond delay="0"/>
                                  </p:stCondLst>
                                  <p:childTnLst>
                                    <p:set>
                                      <p:cBhvr>
                                        <p:cTn id="52" dur="1" fill="hold">
                                          <p:stCondLst>
                                            <p:cond delay="0"/>
                                          </p:stCondLst>
                                        </p:cTn>
                                        <p:tgtEl>
                                          <p:spTgt spid="206"/>
                                        </p:tgtEl>
                                        <p:attrNameLst>
                                          <p:attrName>style.visibility</p:attrName>
                                        </p:attrNameLst>
                                      </p:cBhvr>
                                      <p:to>
                                        <p:strVal val="visible"/>
                                      </p:to>
                                    </p:set>
                                    <p:animEffect transition="in" filter="fade">
                                      <p:cBhvr>
                                        <p:cTn id="53" dur="500"/>
                                        <p:tgtEl>
                                          <p:spTgt spid="206"/>
                                        </p:tgtEl>
                                      </p:cBhvr>
                                    </p:animEffect>
                                  </p:childTnLst>
                                </p:cTn>
                              </p:par>
                              <p:par>
                                <p:cTn id="54" presetID="21" presetClass="entr" presetSubtype="1" fill="hold" grpId="0" nodeType="withEffect">
                                  <p:stCondLst>
                                    <p:cond delay="0"/>
                                  </p:stCondLst>
                                  <p:childTnLst>
                                    <p:set>
                                      <p:cBhvr>
                                        <p:cTn id="55" dur="1" fill="hold">
                                          <p:stCondLst>
                                            <p:cond delay="0"/>
                                          </p:stCondLst>
                                        </p:cTn>
                                        <p:tgtEl>
                                          <p:spTgt spid="192"/>
                                        </p:tgtEl>
                                        <p:attrNameLst>
                                          <p:attrName>style.visibility</p:attrName>
                                        </p:attrNameLst>
                                      </p:cBhvr>
                                      <p:to>
                                        <p:strVal val="visible"/>
                                      </p:to>
                                    </p:set>
                                    <p:animEffect transition="in" filter="wheel(1)">
                                      <p:cBhvr>
                                        <p:cTn id="56" dur="500"/>
                                        <p:tgtEl>
                                          <p:spTgt spid="192"/>
                                        </p:tgtEl>
                                      </p:cBhvr>
                                    </p:animEffect>
                                  </p:childTnLst>
                                </p:cTn>
                              </p:par>
                              <p:par>
                                <p:cTn id="57" presetID="21" presetClass="entr" presetSubtype="1" fill="hold" grpId="0" nodeType="withEffect">
                                  <p:stCondLst>
                                    <p:cond delay="0"/>
                                  </p:stCondLst>
                                  <p:childTnLst>
                                    <p:set>
                                      <p:cBhvr>
                                        <p:cTn id="58" dur="1" fill="hold">
                                          <p:stCondLst>
                                            <p:cond delay="0"/>
                                          </p:stCondLst>
                                        </p:cTn>
                                        <p:tgtEl>
                                          <p:spTgt spid="193"/>
                                        </p:tgtEl>
                                        <p:attrNameLst>
                                          <p:attrName>style.visibility</p:attrName>
                                        </p:attrNameLst>
                                      </p:cBhvr>
                                      <p:to>
                                        <p:strVal val="visible"/>
                                      </p:to>
                                    </p:set>
                                    <p:animEffect transition="in" filter="wheel(1)">
                                      <p:cBhvr>
                                        <p:cTn id="59" dur="500"/>
                                        <p:tgtEl>
                                          <p:spTgt spid="193"/>
                                        </p:tgtEl>
                                      </p:cBhvr>
                                    </p:animEffect>
                                  </p:childTnLst>
                                </p:cTn>
                              </p:par>
                              <p:par>
                                <p:cTn id="60" presetID="21" presetClass="entr" presetSubtype="1" fill="hold" grpId="0" nodeType="withEffect">
                                  <p:stCondLst>
                                    <p:cond delay="0"/>
                                  </p:stCondLst>
                                  <p:childTnLst>
                                    <p:set>
                                      <p:cBhvr>
                                        <p:cTn id="61" dur="1" fill="hold">
                                          <p:stCondLst>
                                            <p:cond delay="0"/>
                                          </p:stCondLst>
                                        </p:cTn>
                                        <p:tgtEl>
                                          <p:spTgt spid="194"/>
                                        </p:tgtEl>
                                        <p:attrNameLst>
                                          <p:attrName>style.visibility</p:attrName>
                                        </p:attrNameLst>
                                      </p:cBhvr>
                                      <p:to>
                                        <p:strVal val="visible"/>
                                      </p:to>
                                    </p:set>
                                    <p:animEffect transition="in" filter="wheel(1)">
                                      <p:cBhvr>
                                        <p:cTn id="62" dur="500"/>
                                        <p:tgtEl>
                                          <p:spTgt spid="194"/>
                                        </p:tgtEl>
                                      </p:cBhvr>
                                    </p:animEffect>
                                  </p:childTnLst>
                                </p:cTn>
                              </p:par>
                              <p:par>
                                <p:cTn id="63" presetID="21" presetClass="entr" presetSubtype="1" fill="hold" grpId="0" nodeType="withEffect">
                                  <p:stCondLst>
                                    <p:cond delay="0"/>
                                  </p:stCondLst>
                                  <p:childTnLst>
                                    <p:set>
                                      <p:cBhvr>
                                        <p:cTn id="64" dur="1" fill="hold">
                                          <p:stCondLst>
                                            <p:cond delay="0"/>
                                          </p:stCondLst>
                                        </p:cTn>
                                        <p:tgtEl>
                                          <p:spTgt spid="195"/>
                                        </p:tgtEl>
                                        <p:attrNameLst>
                                          <p:attrName>style.visibility</p:attrName>
                                        </p:attrNameLst>
                                      </p:cBhvr>
                                      <p:to>
                                        <p:strVal val="visible"/>
                                      </p:to>
                                    </p:set>
                                    <p:animEffect transition="in" filter="wheel(1)">
                                      <p:cBhvr>
                                        <p:cTn id="65" dur="500"/>
                                        <p:tgtEl>
                                          <p:spTgt spid="195"/>
                                        </p:tgtEl>
                                      </p:cBhvr>
                                    </p:animEffect>
                                  </p:childTnLst>
                                </p:cTn>
                              </p:par>
                              <p:par>
                                <p:cTn id="66" presetID="21" presetClass="entr" presetSubtype="1" fill="hold" grpId="0" nodeType="withEffect">
                                  <p:stCondLst>
                                    <p:cond delay="0"/>
                                  </p:stCondLst>
                                  <p:childTnLst>
                                    <p:set>
                                      <p:cBhvr>
                                        <p:cTn id="67" dur="1" fill="hold">
                                          <p:stCondLst>
                                            <p:cond delay="0"/>
                                          </p:stCondLst>
                                        </p:cTn>
                                        <p:tgtEl>
                                          <p:spTgt spid="196"/>
                                        </p:tgtEl>
                                        <p:attrNameLst>
                                          <p:attrName>style.visibility</p:attrName>
                                        </p:attrNameLst>
                                      </p:cBhvr>
                                      <p:to>
                                        <p:strVal val="visible"/>
                                      </p:to>
                                    </p:set>
                                    <p:animEffect transition="in" filter="wheel(1)">
                                      <p:cBhvr>
                                        <p:cTn id="68" dur="500"/>
                                        <p:tgtEl>
                                          <p:spTgt spid="196"/>
                                        </p:tgtEl>
                                      </p:cBhvr>
                                    </p:animEffect>
                                  </p:childTnLst>
                                </p:cTn>
                              </p:par>
                              <p:par>
                                <p:cTn id="69" presetID="21" presetClass="entr" presetSubtype="1" fill="hold" grpId="0" nodeType="withEffect">
                                  <p:stCondLst>
                                    <p:cond delay="0"/>
                                  </p:stCondLst>
                                  <p:childTnLst>
                                    <p:set>
                                      <p:cBhvr>
                                        <p:cTn id="70" dur="1" fill="hold">
                                          <p:stCondLst>
                                            <p:cond delay="0"/>
                                          </p:stCondLst>
                                        </p:cTn>
                                        <p:tgtEl>
                                          <p:spTgt spid="197"/>
                                        </p:tgtEl>
                                        <p:attrNameLst>
                                          <p:attrName>style.visibility</p:attrName>
                                        </p:attrNameLst>
                                      </p:cBhvr>
                                      <p:to>
                                        <p:strVal val="visible"/>
                                      </p:to>
                                    </p:set>
                                    <p:animEffect transition="in" filter="wheel(1)">
                                      <p:cBhvr>
                                        <p:cTn id="71" dur="500"/>
                                        <p:tgtEl>
                                          <p:spTgt spid="197"/>
                                        </p:tgtEl>
                                      </p:cBhvr>
                                    </p:animEffect>
                                  </p:childTnLst>
                                </p:cTn>
                              </p:par>
                              <p:par>
                                <p:cTn id="72" presetID="21" presetClass="entr" presetSubtype="1" fill="hold" grpId="0" nodeType="withEffect">
                                  <p:stCondLst>
                                    <p:cond delay="0"/>
                                  </p:stCondLst>
                                  <p:childTnLst>
                                    <p:set>
                                      <p:cBhvr>
                                        <p:cTn id="73" dur="1" fill="hold">
                                          <p:stCondLst>
                                            <p:cond delay="0"/>
                                          </p:stCondLst>
                                        </p:cTn>
                                        <p:tgtEl>
                                          <p:spTgt spid="198"/>
                                        </p:tgtEl>
                                        <p:attrNameLst>
                                          <p:attrName>style.visibility</p:attrName>
                                        </p:attrNameLst>
                                      </p:cBhvr>
                                      <p:to>
                                        <p:strVal val="visible"/>
                                      </p:to>
                                    </p:set>
                                    <p:animEffect transition="in" filter="wheel(1)">
                                      <p:cBhvr>
                                        <p:cTn id="74" dur="500"/>
                                        <p:tgtEl>
                                          <p:spTgt spid="198"/>
                                        </p:tgtEl>
                                      </p:cBhvr>
                                    </p:animEffect>
                                  </p:childTnLst>
                                </p:cTn>
                              </p:par>
                              <p:par>
                                <p:cTn id="75" presetID="10" presetClass="entr" presetSubtype="0" fill="hold" nodeType="withEffect">
                                  <p:stCondLst>
                                    <p:cond delay="0"/>
                                  </p:stCondLst>
                                  <p:childTnLst>
                                    <p:set>
                                      <p:cBhvr>
                                        <p:cTn id="76" dur="1" fill="hold">
                                          <p:stCondLst>
                                            <p:cond delay="0"/>
                                          </p:stCondLst>
                                        </p:cTn>
                                        <p:tgtEl>
                                          <p:spTgt spid="209"/>
                                        </p:tgtEl>
                                        <p:attrNameLst>
                                          <p:attrName>style.visibility</p:attrName>
                                        </p:attrNameLst>
                                      </p:cBhvr>
                                      <p:to>
                                        <p:strVal val="visible"/>
                                      </p:to>
                                    </p:set>
                                    <p:animEffect transition="in" filter="fade">
                                      <p:cBhvr>
                                        <p:cTn id="77" dur="500"/>
                                        <p:tgtEl>
                                          <p:spTgt spid="2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 grpId="0" animBg="1"/>
      <p:bldP spid="184" grpId="0" animBg="1"/>
      <p:bldP spid="185" grpId="0" animBg="1"/>
      <p:bldP spid="186" grpId="0" animBg="1"/>
      <p:bldP spid="187" grpId="0" animBg="1"/>
      <p:bldP spid="188" grpId="0" animBg="1"/>
      <p:bldP spid="192" grpId="0" animBg="1"/>
      <p:bldP spid="193" grpId="0" animBg="1"/>
      <p:bldP spid="194" grpId="0" animBg="1"/>
      <p:bldP spid="195" grpId="0" animBg="1"/>
      <p:bldP spid="196" grpId="0" animBg="1"/>
      <p:bldP spid="197" grpId="0" animBg="1"/>
      <p:bldP spid="198" grpId="0" animBg="1"/>
      <p:bldP spid="199" grpId="0" animBg="1"/>
      <p:bldP spid="200" grpId="0" animBg="1"/>
      <p:bldP spid="201" grpId="0" animBg="1"/>
      <p:bldP spid="202" grpId="0" animBg="1"/>
      <p:bldP spid="203" grpId="0" animBg="1"/>
      <p:bldP spid="204" grpId="0" animBg="1"/>
      <p:bldP spid="20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A-图片 2">
            <a:extLst>
              <a:ext uri="{FF2B5EF4-FFF2-40B4-BE49-F238E27FC236}">
                <a16:creationId xmlns:a16="http://schemas.microsoft.com/office/drawing/2014/main" id="{C152380C-1044-4F54-9247-E54E4912CA58}"/>
              </a:ext>
            </a:extLst>
          </p:cNvPr>
          <p:cNvPicPr>
            <a:picLocks noChangeAspect="1"/>
          </p:cNvPicPr>
          <p:nvPr>
            <p:custDataLst>
              <p:tags r:id="rId1"/>
            </p:custDataLst>
          </p:nvPr>
        </p:nvPicPr>
        <p:blipFill>
          <a:blip r:embed="rId12" cstate="print">
            <a:extLst>
              <a:ext uri="{28A0092B-C50C-407E-A947-70E740481C1C}">
                <a14:useLocalDpi xmlns:a14="http://schemas.microsoft.com/office/drawing/2010/main" val="0"/>
              </a:ext>
            </a:extLst>
          </a:blip>
          <a:stretch>
            <a:fillRect/>
          </a:stretch>
        </p:blipFill>
        <p:spPr>
          <a:xfrm>
            <a:off x="684458" y="-1489165"/>
            <a:ext cx="5101551" cy="6858000"/>
          </a:xfrm>
          <a:prstGeom prst="rect">
            <a:avLst/>
          </a:prstGeom>
        </p:spPr>
      </p:pic>
      <p:sp>
        <p:nvSpPr>
          <p:cNvPr id="4" name="PA-文本框矩形8435759">
            <a:extLst>
              <a:ext uri="{FF2B5EF4-FFF2-40B4-BE49-F238E27FC236}">
                <a16:creationId xmlns:a16="http://schemas.microsoft.com/office/drawing/2014/main" id="{A5F55E60-3D57-4D3A-8B09-4A773B243F83}"/>
              </a:ext>
            </a:extLst>
          </p:cNvPr>
          <p:cNvSpPr txBox="1"/>
          <p:nvPr>
            <p:custDataLst>
              <p:tags r:id="rId2"/>
            </p:custDataLst>
          </p:nvPr>
        </p:nvSpPr>
        <p:spPr>
          <a:xfrm>
            <a:off x="6418854" y="4084008"/>
            <a:ext cx="1083347" cy="900000"/>
          </a:xfrm>
          <a:prstGeom prst="rect">
            <a:avLst/>
          </a:prstGeom>
          <a:noFill/>
          <a:ln w="117475">
            <a:noFill/>
          </a:ln>
        </p:spPr>
        <p:txBody>
          <a:bodyPr wrap="none" rtlCol="0">
            <a:prstTxWarp prst="textPlain">
              <a:avLst/>
            </a:prstTxWarp>
            <a:spAutoFit/>
          </a:bodyPr>
          <a:lstStyle/>
          <a:p>
            <a:r>
              <a:rPr lang="en-US" altLang="zh-CN" spc="100" dirty="0">
                <a:latin typeface="思源黑体 CN Heavy" panose="020B0A00000000000000" pitchFamily="34" charset="-122"/>
                <a:ea typeface="思源黑体 CN Heavy" panose="020B0A00000000000000" pitchFamily="34" charset="-122"/>
                <a:cs typeface="Arial" panose="020B0604020202020204" pitchFamily="34" charset="0"/>
                <a:sym typeface="思源黑体" panose="020B0400000000000000" pitchFamily="34" charset="-122"/>
              </a:rPr>
              <a:t>02</a:t>
            </a:r>
            <a:endParaRPr lang="zh-CN" altLang="en-US" spc="100" dirty="0">
              <a:latin typeface="思源黑体 CN Heavy" panose="020B0A00000000000000" pitchFamily="34" charset="-122"/>
              <a:ea typeface="思源黑体 CN Heavy" panose="020B0A00000000000000" pitchFamily="34" charset="-122"/>
              <a:cs typeface="Arial" panose="020B0604020202020204" pitchFamily="34" charset="0"/>
              <a:sym typeface="思源黑体" panose="020B0400000000000000" pitchFamily="34" charset="-122"/>
            </a:endParaRPr>
          </a:p>
        </p:txBody>
      </p:sp>
      <p:sp>
        <p:nvSpPr>
          <p:cNvPr id="5" name="PA-矩形 4">
            <a:extLst>
              <a:ext uri="{FF2B5EF4-FFF2-40B4-BE49-F238E27FC236}">
                <a16:creationId xmlns:a16="http://schemas.microsoft.com/office/drawing/2014/main" id="{6A12246E-8450-421C-BE84-A5BF121BF8FB}"/>
              </a:ext>
            </a:extLst>
          </p:cNvPr>
          <p:cNvSpPr/>
          <p:nvPr>
            <p:custDataLst>
              <p:tags r:id="rId3"/>
            </p:custDataLst>
          </p:nvPr>
        </p:nvSpPr>
        <p:spPr>
          <a:xfrm>
            <a:off x="6096000" y="5167399"/>
            <a:ext cx="1859414" cy="2083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solidFill>
            </a:endParaRPr>
          </a:p>
        </p:txBody>
      </p:sp>
      <p:sp>
        <p:nvSpPr>
          <p:cNvPr id="6" name="PA-矩形8435759">
            <a:extLst>
              <a:ext uri="{FF2B5EF4-FFF2-40B4-BE49-F238E27FC236}">
                <a16:creationId xmlns:a16="http://schemas.microsoft.com/office/drawing/2014/main" id="{D2F0FC0D-40C2-48FF-8D01-FD44F7430546}"/>
              </a:ext>
            </a:extLst>
          </p:cNvPr>
          <p:cNvSpPr/>
          <p:nvPr>
            <p:custDataLst>
              <p:tags r:id="rId4"/>
            </p:custDataLst>
          </p:nvPr>
        </p:nvSpPr>
        <p:spPr>
          <a:xfrm>
            <a:off x="8043354" y="4768671"/>
            <a:ext cx="3220874" cy="600164"/>
          </a:xfrm>
          <a:prstGeom prst="rect">
            <a:avLst/>
          </a:prstGeom>
        </p:spPr>
        <p:txBody>
          <a:bodyPr wrap="square">
            <a:spAutoFit/>
          </a:bodyPr>
          <a:lstStyle/>
          <a:p>
            <a:pPr lvl="0"/>
            <a:r>
              <a:rPr lang="en-US" altLang="zh-CN" sz="1100" dirty="0">
                <a:latin typeface="思源黑体 CN Medium" panose="020B0600000000000000" pitchFamily="34" charset="-122"/>
                <a:ea typeface="思源黑体 CN Medium" panose="020B0600000000000000" pitchFamily="34" charset="-122"/>
                <a:sym typeface="思源黑体" panose="020B0400000000000000" pitchFamily="34" charset="-122"/>
              </a:rPr>
              <a:t>This </a:t>
            </a:r>
            <a:r>
              <a:rPr lang="en-US" altLang="zh-CN" sz="1100" dirty="0" err="1">
                <a:latin typeface="思源黑体 CN Medium" panose="020B0600000000000000" pitchFamily="34" charset="-122"/>
                <a:ea typeface="思源黑体 CN Medium" panose="020B0600000000000000" pitchFamily="34" charset="-122"/>
                <a:sym typeface="思源黑体" panose="020B0400000000000000" pitchFamily="34" charset="-122"/>
              </a:rPr>
              <a:t>powerpoint</a:t>
            </a:r>
            <a:r>
              <a:rPr lang="en-US" altLang="zh-CN" sz="1100" dirty="0">
                <a:latin typeface="思源黑体 CN Medium" panose="020B0600000000000000" pitchFamily="34" charset="-122"/>
                <a:ea typeface="思源黑体 CN Medium" panose="020B0600000000000000" pitchFamily="34" charset="-122"/>
                <a:sym typeface="思源黑体" panose="020B0400000000000000" pitchFamily="34" charset="-122"/>
              </a:rPr>
              <a:t> is made by </a:t>
            </a:r>
            <a:r>
              <a:rPr lang="en-US" altLang="zh-CN" sz="1100" dirty="0" err="1">
                <a:latin typeface="思源黑体 CN Medium" panose="020B0600000000000000" pitchFamily="34" charset="-122"/>
                <a:ea typeface="思源黑体 CN Medium" panose="020B0600000000000000" pitchFamily="34" charset="-122"/>
                <a:sym typeface="思源黑体" panose="020B0400000000000000" pitchFamily="34" charset="-122"/>
              </a:rPr>
              <a:t>senyan</a:t>
            </a:r>
            <a:r>
              <a:rPr lang="en-US" altLang="zh-CN" sz="1100" dirty="0">
                <a:latin typeface="思源黑体 CN Medium" panose="020B0600000000000000" pitchFamily="34" charset="-122"/>
                <a:ea typeface="思源黑体 CN Medium" panose="020B0600000000000000" pitchFamily="34" charset="-122"/>
                <a:sym typeface="思源黑体" panose="020B0400000000000000" pitchFamily="34" charset="-122"/>
              </a:rPr>
              <a:t>. everything in this template is all </a:t>
            </a:r>
            <a:r>
              <a:rPr lang="en-US" altLang="zh-CN" sz="1100" dirty="0" err="1">
                <a:latin typeface="思源黑体 CN Medium" panose="020B0600000000000000" pitchFamily="34" charset="-122"/>
                <a:ea typeface="思源黑体 CN Medium" panose="020B0600000000000000" pitchFamily="34" charset="-122"/>
                <a:sym typeface="思源黑体" panose="020B0400000000000000" pitchFamily="34" charset="-122"/>
              </a:rPr>
              <a:t>orginal</a:t>
            </a:r>
            <a:r>
              <a:rPr lang="en-US" altLang="zh-CN" sz="1100" dirty="0">
                <a:latin typeface="思源黑体 CN Medium" panose="020B0600000000000000" pitchFamily="34" charset="-122"/>
                <a:ea typeface="思源黑体 CN Medium" panose="020B0600000000000000" pitchFamily="34" charset="-122"/>
                <a:sym typeface="思源黑体" panose="020B0400000000000000" pitchFamily="34" charset="-122"/>
              </a:rPr>
              <a:t>. This </a:t>
            </a:r>
            <a:r>
              <a:rPr lang="en-US" altLang="zh-CN" sz="1100" dirty="0" err="1">
                <a:latin typeface="思源黑体 CN Medium" panose="020B0600000000000000" pitchFamily="34" charset="-122"/>
                <a:ea typeface="思源黑体 CN Medium" panose="020B0600000000000000" pitchFamily="34" charset="-122"/>
                <a:sym typeface="思源黑体" panose="020B0400000000000000" pitchFamily="34" charset="-122"/>
              </a:rPr>
              <a:t>powerpoint</a:t>
            </a:r>
            <a:r>
              <a:rPr lang="en-US" altLang="zh-CN" sz="1100" dirty="0">
                <a:latin typeface="思源黑体 CN Medium" panose="020B0600000000000000" pitchFamily="34" charset="-122"/>
                <a:ea typeface="思源黑体 CN Medium" panose="020B0600000000000000" pitchFamily="34" charset="-122"/>
                <a:sym typeface="思源黑体" panose="020B0400000000000000" pitchFamily="34" charset="-122"/>
              </a:rPr>
              <a:t> is made by </a:t>
            </a:r>
            <a:r>
              <a:rPr lang="en-US" altLang="zh-CN" sz="1100" dirty="0" err="1">
                <a:latin typeface="思源黑体 CN Medium" panose="020B0600000000000000" pitchFamily="34" charset="-122"/>
                <a:ea typeface="思源黑体 CN Medium" panose="020B0600000000000000" pitchFamily="34" charset="-122"/>
                <a:sym typeface="思源黑体" panose="020B0400000000000000" pitchFamily="34" charset="-122"/>
              </a:rPr>
              <a:t>senyan</a:t>
            </a:r>
            <a:r>
              <a:rPr lang="en-US" altLang="zh-CN" sz="1100" dirty="0">
                <a:latin typeface="思源黑体 CN Medium" panose="020B0600000000000000" pitchFamily="34" charset="-122"/>
                <a:ea typeface="思源黑体 CN Medium" panose="020B0600000000000000" pitchFamily="34" charset="-122"/>
                <a:sym typeface="思源黑体" panose="020B0400000000000000" pitchFamily="34" charset="-122"/>
              </a:rPr>
              <a:t>. </a:t>
            </a:r>
            <a:endParaRPr lang="zh-CN" altLang="en-US" sz="1100" dirty="0">
              <a:latin typeface="思源黑体 CN Medium" panose="020B0600000000000000" pitchFamily="34" charset="-122"/>
              <a:ea typeface="思源黑体 CN Medium" panose="020B0600000000000000" pitchFamily="34" charset="-122"/>
              <a:sym typeface="思源黑体" panose="020B0400000000000000" pitchFamily="34" charset="-122"/>
            </a:endParaRPr>
          </a:p>
        </p:txBody>
      </p:sp>
      <p:sp>
        <p:nvSpPr>
          <p:cNvPr id="7" name="PA-矩形8435759">
            <a:extLst>
              <a:ext uri="{FF2B5EF4-FFF2-40B4-BE49-F238E27FC236}">
                <a16:creationId xmlns:a16="http://schemas.microsoft.com/office/drawing/2014/main" id="{C3226FB4-3186-459F-B276-2366E3CF8400}"/>
              </a:ext>
            </a:extLst>
          </p:cNvPr>
          <p:cNvSpPr/>
          <p:nvPr>
            <p:custDataLst>
              <p:tags r:id="rId5"/>
            </p:custDataLst>
          </p:nvPr>
        </p:nvSpPr>
        <p:spPr>
          <a:xfrm>
            <a:off x="8008563" y="4091710"/>
            <a:ext cx="3839577" cy="707886"/>
          </a:xfrm>
          <a:prstGeom prst="rect">
            <a:avLst/>
          </a:prstGeom>
        </p:spPr>
        <p:txBody>
          <a:bodyPr wrap="none">
            <a:spAutoFit/>
          </a:bodyPr>
          <a:lstStyle/>
          <a:p>
            <a:r>
              <a:rPr lang="en-US" altLang="zh-CN" sz="4000" dirty="0">
                <a:latin typeface="思源黑体 CN Medium" panose="020B0600000000000000" pitchFamily="34" charset="-122"/>
                <a:ea typeface="思源黑体 CN Medium" panose="020B0600000000000000" pitchFamily="34" charset="-122"/>
                <a:sym typeface="思源黑体" panose="020B0400000000000000" pitchFamily="34" charset="-122"/>
              </a:rPr>
              <a:t>Enter title here</a:t>
            </a:r>
            <a:endParaRPr lang="zh-CN" altLang="en-US" sz="4000" dirty="0">
              <a:latin typeface="思源黑体 CN Medium" panose="020B0600000000000000" pitchFamily="34" charset="-122"/>
              <a:ea typeface="思源黑体 CN Medium" panose="020B0600000000000000" pitchFamily="34" charset="-122"/>
            </a:endParaRPr>
          </a:p>
        </p:txBody>
      </p:sp>
      <p:pic>
        <p:nvPicPr>
          <p:cNvPr id="8" name="PA-图片 7">
            <a:extLst>
              <a:ext uri="{FF2B5EF4-FFF2-40B4-BE49-F238E27FC236}">
                <a16:creationId xmlns:a16="http://schemas.microsoft.com/office/drawing/2014/main" id="{3FF4F8E7-B25A-45CE-8EF8-5FBB439AA9BB}"/>
              </a:ext>
            </a:extLst>
          </p:cNvPr>
          <p:cNvPicPr>
            <a:picLocks noChangeAspect="1"/>
          </p:cNvPicPr>
          <p:nvPr>
            <p:custDataLst>
              <p:tags r:id="rId6"/>
            </p:custDataLst>
          </p:nvPr>
        </p:nvPicPr>
        <p:blipFill>
          <a:blip r:embed="rId13" cstate="print">
            <a:extLst>
              <a:ext uri="{28A0092B-C50C-407E-A947-70E740481C1C}">
                <a14:useLocalDpi xmlns:a14="http://schemas.microsoft.com/office/drawing/2010/main" val="0"/>
              </a:ext>
            </a:extLst>
          </a:blip>
          <a:stretch>
            <a:fillRect/>
          </a:stretch>
        </p:blipFill>
        <p:spPr>
          <a:xfrm>
            <a:off x="1924910" y="5144650"/>
            <a:ext cx="775742" cy="853316"/>
          </a:xfrm>
          <a:prstGeom prst="rect">
            <a:avLst/>
          </a:prstGeom>
        </p:spPr>
      </p:pic>
      <p:sp>
        <p:nvSpPr>
          <p:cNvPr id="9" name="PA-文本框 8">
            <a:extLst>
              <a:ext uri="{FF2B5EF4-FFF2-40B4-BE49-F238E27FC236}">
                <a16:creationId xmlns:a16="http://schemas.microsoft.com/office/drawing/2014/main" id="{6FB9BC49-B583-4E7C-922A-B378B0CF2D3F}"/>
              </a:ext>
            </a:extLst>
          </p:cNvPr>
          <p:cNvSpPr txBox="1"/>
          <p:nvPr>
            <p:custDataLst>
              <p:tags r:id="rId7"/>
            </p:custDataLst>
          </p:nvPr>
        </p:nvSpPr>
        <p:spPr>
          <a:xfrm>
            <a:off x="1757444" y="1096746"/>
            <a:ext cx="2793157" cy="584775"/>
          </a:xfrm>
          <a:prstGeom prst="rect">
            <a:avLst/>
          </a:prstGeom>
        </p:spPr>
        <p:txBody>
          <a:bodyPr wrap="square">
            <a:spAutoFit/>
          </a:bodyPr>
          <a:lstStyle>
            <a:defPPr>
              <a:defRPr lang="zh-CN"/>
            </a:defPPr>
            <a:lvl1pPr>
              <a:defRPr/>
            </a:lvl1pPr>
          </a:lstStyle>
          <a:p>
            <a:pPr algn="dist"/>
            <a:r>
              <a:rPr lang="en-US" altLang="zh-CN" sz="3200" dirty="0">
                <a:solidFill>
                  <a:srgbClr val="39445F"/>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BUSINESS</a:t>
            </a:r>
          </a:p>
        </p:txBody>
      </p:sp>
      <p:sp>
        <p:nvSpPr>
          <p:cNvPr id="10" name="PA-矩形 9">
            <a:extLst>
              <a:ext uri="{FF2B5EF4-FFF2-40B4-BE49-F238E27FC236}">
                <a16:creationId xmlns:a16="http://schemas.microsoft.com/office/drawing/2014/main" id="{2499CC8F-B292-4BBC-B189-B6901DFB0608}"/>
              </a:ext>
            </a:extLst>
          </p:cNvPr>
          <p:cNvSpPr/>
          <p:nvPr>
            <p:custDataLst>
              <p:tags r:id="rId8"/>
            </p:custDataLst>
          </p:nvPr>
        </p:nvSpPr>
        <p:spPr>
          <a:xfrm>
            <a:off x="1695445" y="1635409"/>
            <a:ext cx="3672553" cy="923330"/>
          </a:xfrm>
          <a:prstGeom prst="rect">
            <a:avLst/>
          </a:prstGeom>
        </p:spPr>
        <p:txBody>
          <a:bodyPr wrap="square">
            <a:spAutoFit/>
          </a:bodyPr>
          <a:lstStyle/>
          <a:p>
            <a:pPr algn="dist"/>
            <a:r>
              <a:rPr lang="en-US" altLang="zh-CN" sz="5400" b="1" dirty="0">
                <a:solidFill>
                  <a:srgbClr val="39445F"/>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SUMMARY</a:t>
            </a:r>
          </a:p>
        </p:txBody>
      </p:sp>
      <p:sp>
        <p:nvSpPr>
          <p:cNvPr id="11" name="PA-矩形 10">
            <a:extLst>
              <a:ext uri="{FF2B5EF4-FFF2-40B4-BE49-F238E27FC236}">
                <a16:creationId xmlns:a16="http://schemas.microsoft.com/office/drawing/2014/main" id="{1AD56DF1-FEBE-4B3C-8E41-DB0F6F731CDD}"/>
              </a:ext>
            </a:extLst>
          </p:cNvPr>
          <p:cNvSpPr/>
          <p:nvPr>
            <p:custDataLst>
              <p:tags r:id="rId9"/>
            </p:custDataLst>
          </p:nvPr>
        </p:nvSpPr>
        <p:spPr>
          <a:xfrm>
            <a:off x="1886558" y="2558739"/>
            <a:ext cx="1628187"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069795203"/>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decel="70000" fill="hold" nodeType="withEffect">
                                  <p:stCondLst>
                                    <p:cond delay="0"/>
                                  </p:stCondLst>
                                  <p:childTnLst>
                                    <p:set>
                                      <p:cBhvr>
                                        <p:cTn id="6" dur="855" fill="hold">
                                          <p:stCondLst>
                                            <p:cond delay="1"/>
                                          </p:stCondLst>
                                        </p:cTn>
                                        <p:tgtEl>
                                          <p:spTgt spid="3"/>
                                        </p:tgtEl>
                                        <p:attrNameLst>
                                          <p:attrName>style.visibility</p:attrName>
                                        </p:attrNameLst>
                                      </p:cBhvr>
                                      <p:to>
                                        <p:strVal val="visible"/>
                                      </p:to>
                                    </p:set>
                                    <p:anim to="" calcmode="lin" valueType="num">
                                      <p:cBhvr>
                                        <p:cTn id="7" dur="1" fill="hold">
                                          <p:stCondLst>
                                            <p:cond delay="0"/>
                                          </p:stCondLst>
                                        </p:cTn>
                                        <p:tgtEl>
                                          <p:spTgt spid="3"/>
                                        </p:tgtEl>
                                        <p:attrNameLst>
                                          <p:attrName>ppt_x</p:attrName>
                                        </p:attrNameLst>
                                      </p:cBhvr>
                                      <p:tavLst>
                                        <p:tav tm="0">
                                          <p:val>
                                            <p:strVal val="#ppt_x"/>
                                          </p:val>
                                        </p:tav>
                                        <p:tav tm="100000">
                                          <p:val>
                                            <p:strVal val="#ppt_x+0.15*sin(rand(0-360)+0)+2"/>
                                          </p:val>
                                        </p:tav>
                                      </p:tavLst>
                                    </p:anim>
                                    <p:anim to="" calcmode="lin" valueType="num">
                                      <p:cBhvr>
                                        <p:cTn id="8" dur="1" fill="hold">
                                          <p:stCondLst>
                                            <p:cond delay="0"/>
                                          </p:stCondLst>
                                        </p:cTn>
                                        <p:tgtEl>
                                          <p:spTgt spid="3"/>
                                        </p:tgtEl>
                                        <p:attrNameLst>
                                          <p:attrName>ppt_y</p:attrName>
                                        </p:attrNameLst>
                                      </p:cBhvr>
                                      <p:tavLst>
                                        <p:tav tm="0">
                                          <p:val>
                                            <p:strVal val="#ppt_y"/>
                                          </p:val>
                                        </p:tav>
                                        <p:tav tm="100000">
                                          <p:val>
                                            <p:strVal val="#ppt_y+0.15*sin(rand(0-360)+0)+2"/>
                                          </p:val>
                                        </p:tav>
                                      </p:tavLst>
                                    </p:anim>
                                    <p:anim to="" calcmode="lin" valueType="num">
                                      <p:cBhvr>
                                        <p:cTn id="9" dur="998" fill="hold">
                                          <p:stCondLst>
                                            <p:cond delay="2"/>
                                          </p:stCondLst>
                                        </p:cTn>
                                        <p:tgtEl>
                                          <p:spTgt spid="3"/>
                                        </p:tgtEl>
                                        <p:attrNameLst>
                                          <p:attrName>style.opacity</p:attrName>
                                        </p:attrNameLst>
                                      </p:cBhvr>
                                      <p:tavLst>
                                        <p:tav tm="0">
                                          <p:val>
                                            <p:strVal val="0"/>
                                          </p:val>
                                        </p:tav>
                                        <p:tav tm="100000">
                                          <p:val>
                                            <p:strVal val="1"/>
                                          </p:val>
                                        </p:tav>
                                      </p:tavLst>
                                    </p:anim>
                                    <p:animScale>
                                      <p:cBhvr>
                                        <p:cTn id="10" dur="998" fill="hold">
                                          <p:stCondLst>
                                            <p:cond delay="1"/>
                                          </p:stCondLst>
                                        </p:cTn>
                                        <p:tgtEl>
                                          <p:spTgt spid="3"/>
                                        </p:tgtEl>
                                      </p:cBhvr>
                                      <p:from x="500000" y="500000"/>
                                      <p:to x="100000" y="100000"/>
                                    </p:animScale>
                                    <p:anim to="" calcmode="lin" valueType="num">
                                      <p:cBhvr>
                                        <p:cTn id="11" dur="714" fill="hold">
                                          <p:stCondLst>
                                            <p:cond delay="286"/>
                                          </p:stCondLst>
                                        </p:cTn>
                                        <p:tgtEl>
                                          <p:spTgt spid="3"/>
                                        </p:tgtEl>
                                        <p:attrNameLst>
                                          <p:attrName>ppt_x</p:attrName>
                                        </p:attrNameLst>
                                      </p:cBhvr>
                                      <p:tavLst>
                                        <p:tav tm="0">
                                          <p:val>
                                            <p:strVal val="ppt_x-2"/>
                                          </p:val>
                                        </p:tav>
                                        <p:tav tm="100000">
                                          <p:val>
                                            <p:strVal val="#ppt_x"/>
                                          </p:val>
                                        </p:tav>
                                      </p:tavLst>
                                    </p:anim>
                                    <p:anim to="" calcmode="lin" valueType="num">
                                      <p:cBhvr>
                                        <p:cTn id="12" dur="714" fill="hold">
                                          <p:stCondLst>
                                            <p:cond delay="286"/>
                                          </p:stCondLst>
                                        </p:cTn>
                                        <p:tgtEl>
                                          <p:spTgt spid="3"/>
                                        </p:tgtEl>
                                        <p:attrNameLst>
                                          <p:attrName>ppt_y</p:attrName>
                                        </p:attrNameLst>
                                      </p:cBhvr>
                                      <p:tavLst>
                                        <p:tav tm="0">
                                          <p:val>
                                            <p:strVal val="ppt_y-2"/>
                                          </p:val>
                                        </p:tav>
                                        <p:tav tm="100000">
                                          <p:val>
                                            <p:strVal val="#ppt_y"/>
                                          </p:val>
                                        </p:tav>
                                      </p:tavLst>
                                    </p:anim>
                                  </p:childTnLst>
                                </p:cTn>
                              </p:par>
                              <p:par>
                                <p:cTn id="13" presetID="0" presetClass="entr" presetSubtype="0" decel="70000" fill="hold" nodeType="withEffect">
                                  <p:stCondLst>
                                    <p:cond delay="0"/>
                                  </p:stCondLst>
                                  <p:childTnLst>
                                    <p:set>
                                      <p:cBhvr>
                                        <p:cTn id="14" dur="855" fill="hold">
                                          <p:stCondLst>
                                            <p:cond delay="1"/>
                                          </p:stCondLst>
                                        </p:cTn>
                                        <p:tgtEl>
                                          <p:spTgt spid="8"/>
                                        </p:tgtEl>
                                        <p:attrNameLst>
                                          <p:attrName>style.visibility</p:attrName>
                                        </p:attrNameLst>
                                      </p:cBhvr>
                                      <p:to>
                                        <p:strVal val="visible"/>
                                      </p:to>
                                    </p:set>
                                    <p:anim to="" calcmode="lin" valueType="num">
                                      <p:cBhvr>
                                        <p:cTn id="15" dur="1" fill="hold">
                                          <p:stCondLst>
                                            <p:cond delay="0"/>
                                          </p:stCondLst>
                                        </p:cTn>
                                        <p:tgtEl>
                                          <p:spTgt spid="8"/>
                                        </p:tgtEl>
                                        <p:attrNameLst>
                                          <p:attrName>ppt_x</p:attrName>
                                        </p:attrNameLst>
                                      </p:cBhvr>
                                      <p:tavLst>
                                        <p:tav tm="0">
                                          <p:val>
                                            <p:strVal val="#ppt_x"/>
                                          </p:val>
                                        </p:tav>
                                        <p:tav tm="100000">
                                          <p:val>
                                            <p:strVal val="#ppt_x+0.15*sin(rand(0-360)+0)+2"/>
                                          </p:val>
                                        </p:tav>
                                      </p:tavLst>
                                    </p:anim>
                                    <p:anim to="" calcmode="lin" valueType="num">
                                      <p:cBhvr>
                                        <p:cTn id="16" dur="1" fill="hold">
                                          <p:stCondLst>
                                            <p:cond delay="0"/>
                                          </p:stCondLst>
                                        </p:cTn>
                                        <p:tgtEl>
                                          <p:spTgt spid="8"/>
                                        </p:tgtEl>
                                        <p:attrNameLst>
                                          <p:attrName>ppt_y</p:attrName>
                                        </p:attrNameLst>
                                      </p:cBhvr>
                                      <p:tavLst>
                                        <p:tav tm="0">
                                          <p:val>
                                            <p:strVal val="#ppt_y"/>
                                          </p:val>
                                        </p:tav>
                                        <p:tav tm="100000">
                                          <p:val>
                                            <p:strVal val="#ppt_y+0.15*sin(rand(0-360)+0)+2"/>
                                          </p:val>
                                        </p:tav>
                                      </p:tavLst>
                                    </p:anim>
                                    <p:anim to="" calcmode="lin" valueType="num">
                                      <p:cBhvr>
                                        <p:cTn id="17" dur="998" fill="hold">
                                          <p:stCondLst>
                                            <p:cond delay="2"/>
                                          </p:stCondLst>
                                        </p:cTn>
                                        <p:tgtEl>
                                          <p:spTgt spid="8"/>
                                        </p:tgtEl>
                                        <p:attrNameLst>
                                          <p:attrName>style.opacity</p:attrName>
                                        </p:attrNameLst>
                                      </p:cBhvr>
                                      <p:tavLst>
                                        <p:tav tm="0">
                                          <p:val>
                                            <p:strVal val="0"/>
                                          </p:val>
                                        </p:tav>
                                        <p:tav tm="100000">
                                          <p:val>
                                            <p:strVal val="1"/>
                                          </p:val>
                                        </p:tav>
                                      </p:tavLst>
                                    </p:anim>
                                    <p:animScale>
                                      <p:cBhvr>
                                        <p:cTn id="18" dur="998" fill="hold">
                                          <p:stCondLst>
                                            <p:cond delay="1"/>
                                          </p:stCondLst>
                                        </p:cTn>
                                        <p:tgtEl>
                                          <p:spTgt spid="8"/>
                                        </p:tgtEl>
                                      </p:cBhvr>
                                      <p:from x="500000" y="500000"/>
                                      <p:to x="100000" y="100000"/>
                                    </p:animScale>
                                    <p:anim to="" calcmode="lin" valueType="num">
                                      <p:cBhvr>
                                        <p:cTn id="19" dur="714" fill="hold">
                                          <p:stCondLst>
                                            <p:cond delay="286"/>
                                          </p:stCondLst>
                                        </p:cTn>
                                        <p:tgtEl>
                                          <p:spTgt spid="8"/>
                                        </p:tgtEl>
                                        <p:attrNameLst>
                                          <p:attrName>ppt_x</p:attrName>
                                        </p:attrNameLst>
                                      </p:cBhvr>
                                      <p:tavLst>
                                        <p:tav tm="0">
                                          <p:val>
                                            <p:strVal val="ppt_x-2"/>
                                          </p:val>
                                        </p:tav>
                                        <p:tav tm="100000">
                                          <p:val>
                                            <p:strVal val="#ppt_x"/>
                                          </p:val>
                                        </p:tav>
                                      </p:tavLst>
                                    </p:anim>
                                    <p:anim to="" calcmode="lin" valueType="num">
                                      <p:cBhvr>
                                        <p:cTn id="20" dur="714" fill="hold">
                                          <p:stCondLst>
                                            <p:cond delay="286"/>
                                          </p:stCondLst>
                                        </p:cTn>
                                        <p:tgtEl>
                                          <p:spTgt spid="8"/>
                                        </p:tgtEl>
                                        <p:attrNameLst>
                                          <p:attrName>ppt_y</p:attrName>
                                        </p:attrNameLst>
                                      </p:cBhvr>
                                      <p:tavLst>
                                        <p:tav tm="0">
                                          <p:val>
                                            <p:strVal val="ppt_y-2"/>
                                          </p:val>
                                        </p:tav>
                                        <p:tav tm="100000">
                                          <p:val>
                                            <p:strVal val="#ppt_y"/>
                                          </p:val>
                                        </p:tav>
                                      </p:tavLst>
                                    </p:anim>
                                  </p:childTnLst>
                                </p:cTn>
                              </p:par>
                              <p:par>
                                <p:cTn id="21" presetID="0" presetClass="entr" presetSubtype="0" decel="70000" fill="hold" grpId="0" nodeType="withEffect">
                                  <p:stCondLst>
                                    <p:cond delay="0"/>
                                  </p:stCondLst>
                                  <p:childTnLst>
                                    <p:set>
                                      <p:cBhvr>
                                        <p:cTn id="22" dur="855" fill="hold">
                                          <p:stCondLst>
                                            <p:cond delay="1"/>
                                          </p:stCondLst>
                                        </p:cTn>
                                        <p:tgtEl>
                                          <p:spTgt spid="9"/>
                                        </p:tgtEl>
                                        <p:attrNameLst>
                                          <p:attrName>style.visibility</p:attrName>
                                        </p:attrNameLst>
                                      </p:cBhvr>
                                      <p:to>
                                        <p:strVal val="visible"/>
                                      </p:to>
                                    </p:set>
                                    <p:anim to="" calcmode="lin" valueType="num">
                                      <p:cBhvr>
                                        <p:cTn id="23" dur="1" fill="hold">
                                          <p:stCondLst>
                                            <p:cond delay="0"/>
                                          </p:stCondLst>
                                        </p:cTn>
                                        <p:tgtEl>
                                          <p:spTgt spid="9"/>
                                        </p:tgtEl>
                                        <p:attrNameLst>
                                          <p:attrName>ppt_x</p:attrName>
                                        </p:attrNameLst>
                                      </p:cBhvr>
                                      <p:tavLst>
                                        <p:tav tm="0">
                                          <p:val>
                                            <p:strVal val="#ppt_x"/>
                                          </p:val>
                                        </p:tav>
                                        <p:tav tm="100000">
                                          <p:val>
                                            <p:strVal val="#ppt_x+0.15*sin(rand(0-360)+0)+2"/>
                                          </p:val>
                                        </p:tav>
                                      </p:tavLst>
                                    </p:anim>
                                    <p:anim to="" calcmode="lin" valueType="num">
                                      <p:cBhvr>
                                        <p:cTn id="24" dur="1" fill="hold">
                                          <p:stCondLst>
                                            <p:cond delay="0"/>
                                          </p:stCondLst>
                                        </p:cTn>
                                        <p:tgtEl>
                                          <p:spTgt spid="9"/>
                                        </p:tgtEl>
                                        <p:attrNameLst>
                                          <p:attrName>ppt_y</p:attrName>
                                        </p:attrNameLst>
                                      </p:cBhvr>
                                      <p:tavLst>
                                        <p:tav tm="0">
                                          <p:val>
                                            <p:strVal val="#ppt_y"/>
                                          </p:val>
                                        </p:tav>
                                        <p:tav tm="100000">
                                          <p:val>
                                            <p:strVal val="#ppt_y+0.15*sin(rand(0-360)+0)+2"/>
                                          </p:val>
                                        </p:tav>
                                      </p:tavLst>
                                    </p:anim>
                                    <p:anim to="" calcmode="lin" valueType="num">
                                      <p:cBhvr>
                                        <p:cTn id="25" dur="998" fill="hold">
                                          <p:stCondLst>
                                            <p:cond delay="2"/>
                                          </p:stCondLst>
                                        </p:cTn>
                                        <p:tgtEl>
                                          <p:spTgt spid="9"/>
                                        </p:tgtEl>
                                        <p:attrNameLst>
                                          <p:attrName>style.opacity</p:attrName>
                                        </p:attrNameLst>
                                      </p:cBhvr>
                                      <p:tavLst>
                                        <p:tav tm="0">
                                          <p:val>
                                            <p:strVal val="0"/>
                                          </p:val>
                                        </p:tav>
                                        <p:tav tm="100000">
                                          <p:val>
                                            <p:strVal val="1"/>
                                          </p:val>
                                        </p:tav>
                                      </p:tavLst>
                                    </p:anim>
                                    <p:animScale>
                                      <p:cBhvr>
                                        <p:cTn id="26" dur="998" fill="hold">
                                          <p:stCondLst>
                                            <p:cond delay="1"/>
                                          </p:stCondLst>
                                        </p:cTn>
                                        <p:tgtEl>
                                          <p:spTgt spid="9"/>
                                        </p:tgtEl>
                                      </p:cBhvr>
                                      <p:from x="500000" y="500000"/>
                                      <p:to x="100000" y="100000"/>
                                    </p:animScale>
                                    <p:anim to="" calcmode="lin" valueType="num">
                                      <p:cBhvr>
                                        <p:cTn id="27" dur="714" fill="hold">
                                          <p:stCondLst>
                                            <p:cond delay="286"/>
                                          </p:stCondLst>
                                        </p:cTn>
                                        <p:tgtEl>
                                          <p:spTgt spid="9"/>
                                        </p:tgtEl>
                                        <p:attrNameLst>
                                          <p:attrName>ppt_x</p:attrName>
                                        </p:attrNameLst>
                                      </p:cBhvr>
                                      <p:tavLst>
                                        <p:tav tm="0">
                                          <p:val>
                                            <p:strVal val="ppt_x-2"/>
                                          </p:val>
                                        </p:tav>
                                        <p:tav tm="100000">
                                          <p:val>
                                            <p:strVal val="#ppt_x"/>
                                          </p:val>
                                        </p:tav>
                                      </p:tavLst>
                                    </p:anim>
                                    <p:anim to="" calcmode="lin" valueType="num">
                                      <p:cBhvr>
                                        <p:cTn id="28" dur="714" fill="hold">
                                          <p:stCondLst>
                                            <p:cond delay="286"/>
                                          </p:stCondLst>
                                        </p:cTn>
                                        <p:tgtEl>
                                          <p:spTgt spid="9"/>
                                        </p:tgtEl>
                                        <p:attrNameLst>
                                          <p:attrName>ppt_y</p:attrName>
                                        </p:attrNameLst>
                                      </p:cBhvr>
                                      <p:tavLst>
                                        <p:tav tm="0">
                                          <p:val>
                                            <p:strVal val="ppt_y-2"/>
                                          </p:val>
                                        </p:tav>
                                        <p:tav tm="100000">
                                          <p:val>
                                            <p:strVal val="#ppt_y"/>
                                          </p:val>
                                        </p:tav>
                                      </p:tavLst>
                                    </p:anim>
                                  </p:childTnLst>
                                </p:cTn>
                              </p:par>
                              <p:par>
                                <p:cTn id="29" presetID="0" presetClass="entr" presetSubtype="0" decel="70000" fill="hold" grpId="0" nodeType="withEffect">
                                  <p:stCondLst>
                                    <p:cond delay="0"/>
                                  </p:stCondLst>
                                  <p:childTnLst>
                                    <p:set>
                                      <p:cBhvr>
                                        <p:cTn id="30" dur="855" fill="hold">
                                          <p:stCondLst>
                                            <p:cond delay="1"/>
                                          </p:stCondLst>
                                        </p:cTn>
                                        <p:tgtEl>
                                          <p:spTgt spid="10"/>
                                        </p:tgtEl>
                                        <p:attrNameLst>
                                          <p:attrName>style.visibility</p:attrName>
                                        </p:attrNameLst>
                                      </p:cBhvr>
                                      <p:to>
                                        <p:strVal val="visible"/>
                                      </p:to>
                                    </p:set>
                                    <p:anim to="" calcmode="lin" valueType="num">
                                      <p:cBhvr>
                                        <p:cTn id="31" dur="1" fill="hold">
                                          <p:stCondLst>
                                            <p:cond delay="0"/>
                                          </p:stCondLst>
                                        </p:cTn>
                                        <p:tgtEl>
                                          <p:spTgt spid="10"/>
                                        </p:tgtEl>
                                        <p:attrNameLst>
                                          <p:attrName>ppt_x</p:attrName>
                                        </p:attrNameLst>
                                      </p:cBhvr>
                                      <p:tavLst>
                                        <p:tav tm="0">
                                          <p:val>
                                            <p:strVal val="#ppt_x"/>
                                          </p:val>
                                        </p:tav>
                                        <p:tav tm="100000">
                                          <p:val>
                                            <p:strVal val="#ppt_x+0.15*sin(rand(0-360)+0)+2"/>
                                          </p:val>
                                        </p:tav>
                                      </p:tavLst>
                                    </p:anim>
                                    <p:anim to="" calcmode="lin" valueType="num">
                                      <p:cBhvr>
                                        <p:cTn id="32" dur="1" fill="hold">
                                          <p:stCondLst>
                                            <p:cond delay="0"/>
                                          </p:stCondLst>
                                        </p:cTn>
                                        <p:tgtEl>
                                          <p:spTgt spid="10"/>
                                        </p:tgtEl>
                                        <p:attrNameLst>
                                          <p:attrName>ppt_y</p:attrName>
                                        </p:attrNameLst>
                                      </p:cBhvr>
                                      <p:tavLst>
                                        <p:tav tm="0">
                                          <p:val>
                                            <p:strVal val="#ppt_y"/>
                                          </p:val>
                                        </p:tav>
                                        <p:tav tm="100000">
                                          <p:val>
                                            <p:strVal val="#ppt_y+0.15*sin(rand(0-360)+0)+2"/>
                                          </p:val>
                                        </p:tav>
                                      </p:tavLst>
                                    </p:anim>
                                    <p:anim to="" calcmode="lin" valueType="num">
                                      <p:cBhvr>
                                        <p:cTn id="33" dur="998" fill="hold">
                                          <p:stCondLst>
                                            <p:cond delay="2"/>
                                          </p:stCondLst>
                                        </p:cTn>
                                        <p:tgtEl>
                                          <p:spTgt spid="10"/>
                                        </p:tgtEl>
                                        <p:attrNameLst>
                                          <p:attrName>style.opacity</p:attrName>
                                        </p:attrNameLst>
                                      </p:cBhvr>
                                      <p:tavLst>
                                        <p:tav tm="0">
                                          <p:val>
                                            <p:strVal val="0"/>
                                          </p:val>
                                        </p:tav>
                                        <p:tav tm="100000">
                                          <p:val>
                                            <p:strVal val="1"/>
                                          </p:val>
                                        </p:tav>
                                      </p:tavLst>
                                    </p:anim>
                                    <p:animScale>
                                      <p:cBhvr>
                                        <p:cTn id="34" dur="998" fill="hold">
                                          <p:stCondLst>
                                            <p:cond delay="1"/>
                                          </p:stCondLst>
                                        </p:cTn>
                                        <p:tgtEl>
                                          <p:spTgt spid="10"/>
                                        </p:tgtEl>
                                      </p:cBhvr>
                                      <p:from x="500000" y="500000"/>
                                      <p:to x="100000" y="100000"/>
                                    </p:animScale>
                                    <p:anim to="" calcmode="lin" valueType="num">
                                      <p:cBhvr>
                                        <p:cTn id="35" dur="714" fill="hold">
                                          <p:stCondLst>
                                            <p:cond delay="286"/>
                                          </p:stCondLst>
                                        </p:cTn>
                                        <p:tgtEl>
                                          <p:spTgt spid="10"/>
                                        </p:tgtEl>
                                        <p:attrNameLst>
                                          <p:attrName>ppt_x</p:attrName>
                                        </p:attrNameLst>
                                      </p:cBhvr>
                                      <p:tavLst>
                                        <p:tav tm="0">
                                          <p:val>
                                            <p:strVal val="ppt_x-2"/>
                                          </p:val>
                                        </p:tav>
                                        <p:tav tm="100000">
                                          <p:val>
                                            <p:strVal val="#ppt_x"/>
                                          </p:val>
                                        </p:tav>
                                      </p:tavLst>
                                    </p:anim>
                                    <p:anim to="" calcmode="lin" valueType="num">
                                      <p:cBhvr>
                                        <p:cTn id="36" dur="714" fill="hold">
                                          <p:stCondLst>
                                            <p:cond delay="286"/>
                                          </p:stCondLst>
                                        </p:cTn>
                                        <p:tgtEl>
                                          <p:spTgt spid="10"/>
                                        </p:tgtEl>
                                        <p:attrNameLst>
                                          <p:attrName>ppt_y</p:attrName>
                                        </p:attrNameLst>
                                      </p:cBhvr>
                                      <p:tavLst>
                                        <p:tav tm="0">
                                          <p:val>
                                            <p:strVal val="ppt_y-2"/>
                                          </p:val>
                                        </p:tav>
                                        <p:tav tm="100000">
                                          <p:val>
                                            <p:strVal val="#ppt_y"/>
                                          </p:val>
                                        </p:tav>
                                      </p:tavLst>
                                    </p:anim>
                                  </p:childTnLst>
                                </p:cTn>
                              </p:par>
                              <p:par>
                                <p:cTn id="37" presetID="0" presetClass="entr" presetSubtype="0" decel="70000" fill="hold" grpId="0" nodeType="withEffect">
                                  <p:stCondLst>
                                    <p:cond delay="0"/>
                                  </p:stCondLst>
                                  <p:childTnLst>
                                    <p:set>
                                      <p:cBhvr>
                                        <p:cTn id="38" dur="855" fill="hold">
                                          <p:stCondLst>
                                            <p:cond delay="1"/>
                                          </p:stCondLst>
                                        </p:cTn>
                                        <p:tgtEl>
                                          <p:spTgt spid="11"/>
                                        </p:tgtEl>
                                        <p:attrNameLst>
                                          <p:attrName>style.visibility</p:attrName>
                                        </p:attrNameLst>
                                      </p:cBhvr>
                                      <p:to>
                                        <p:strVal val="visible"/>
                                      </p:to>
                                    </p:set>
                                    <p:anim to="" calcmode="lin" valueType="num">
                                      <p:cBhvr>
                                        <p:cTn id="39" dur="1" fill="hold">
                                          <p:stCondLst>
                                            <p:cond delay="0"/>
                                          </p:stCondLst>
                                        </p:cTn>
                                        <p:tgtEl>
                                          <p:spTgt spid="11"/>
                                        </p:tgtEl>
                                        <p:attrNameLst>
                                          <p:attrName>ppt_x</p:attrName>
                                        </p:attrNameLst>
                                      </p:cBhvr>
                                      <p:tavLst>
                                        <p:tav tm="0">
                                          <p:val>
                                            <p:strVal val="#ppt_x"/>
                                          </p:val>
                                        </p:tav>
                                        <p:tav tm="100000">
                                          <p:val>
                                            <p:strVal val="#ppt_x+0.15*sin(rand(0-360)+0)+2"/>
                                          </p:val>
                                        </p:tav>
                                      </p:tavLst>
                                    </p:anim>
                                    <p:anim to="" calcmode="lin" valueType="num">
                                      <p:cBhvr>
                                        <p:cTn id="40" dur="1" fill="hold">
                                          <p:stCondLst>
                                            <p:cond delay="0"/>
                                          </p:stCondLst>
                                        </p:cTn>
                                        <p:tgtEl>
                                          <p:spTgt spid="11"/>
                                        </p:tgtEl>
                                        <p:attrNameLst>
                                          <p:attrName>ppt_y</p:attrName>
                                        </p:attrNameLst>
                                      </p:cBhvr>
                                      <p:tavLst>
                                        <p:tav tm="0">
                                          <p:val>
                                            <p:strVal val="#ppt_y"/>
                                          </p:val>
                                        </p:tav>
                                        <p:tav tm="100000">
                                          <p:val>
                                            <p:strVal val="#ppt_y+0.15*sin(rand(0-360)+0)+2"/>
                                          </p:val>
                                        </p:tav>
                                      </p:tavLst>
                                    </p:anim>
                                    <p:anim to="" calcmode="lin" valueType="num">
                                      <p:cBhvr>
                                        <p:cTn id="41" dur="998" fill="hold">
                                          <p:stCondLst>
                                            <p:cond delay="2"/>
                                          </p:stCondLst>
                                        </p:cTn>
                                        <p:tgtEl>
                                          <p:spTgt spid="11"/>
                                        </p:tgtEl>
                                        <p:attrNameLst>
                                          <p:attrName>style.opacity</p:attrName>
                                        </p:attrNameLst>
                                      </p:cBhvr>
                                      <p:tavLst>
                                        <p:tav tm="0">
                                          <p:val>
                                            <p:strVal val="0"/>
                                          </p:val>
                                        </p:tav>
                                        <p:tav tm="100000">
                                          <p:val>
                                            <p:strVal val="1"/>
                                          </p:val>
                                        </p:tav>
                                      </p:tavLst>
                                    </p:anim>
                                    <p:animScale>
                                      <p:cBhvr>
                                        <p:cTn id="42" dur="998" fill="hold">
                                          <p:stCondLst>
                                            <p:cond delay="1"/>
                                          </p:stCondLst>
                                        </p:cTn>
                                        <p:tgtEl>
                                          <p:spTgt spid="11"/>
                                        </p:tgtEl>
                                      </p:cBhvr>
                                      <p:from x="500000" y="500000"/>
                                      <p:to x="100000" y="100000"/>
                                    </p:animScale>
                                    <p:anim to="" calcmode="lin" valueType="num">
                                      <p:cBhvr>
                                        <p:cTn id="43" dur="714" fill="hold">
                                          <p:stCondLst>
                                            <p:cond delay="286"/>
                                          </p:stCondLst>
                                        </p:cTn>
                                        <p:tgtEl>
                                          <p:spTgt spid="11"/>
                                        </p:tgtEl>
                                        <p:attrNameLst>
                                          <p:attrName>ppt_x</p:attrName>
                                        </p:attrNameLst>
                                      </p:cBhvr>
                                      <p:tavLst>
                                        <p:tav tm="0">
                                          <p:val>
                                            <p:strVal val="ppt_x-2"/>
                                          </p:val>
                                        </p:tav>
                                        <p:tav tm="100000">
                                          <p:val>
                                            <p:strVal val="#ppt_x"/>
                                          </p:val>
                                        </p:tav>
                                      </p:tavLst>
                                    </p:anim>
                                    <p:anim to="" calcmode="lin" valueType="num">
                                      <p:cBhvr>
                                        <p:cTn id="44" dur="714" fill="hold">
                                          <p:stCondLst>
                                            <p:cond delay="286"/>
                                          </p:stCondLst>
                                        </p:cTn>
                                        <p:tgtEl>
                                          <p:spTgt spid="11"/>
                                        </p:tgtEl>
                                        <p:attrNameLst>
                                          <p:attrName>ppt_y</p:attrName>
                                        </p:attrNameLst>
                                      </p:cBhvr>
                                      <p:tavLst>
                                        <p:tav tm="0">
                                          <p:val>
                                            <p:strVal val="ppt_y-2"/>
                                          </p:val>
                                        </p:tav>
                                        <p:tav tm="100000">
                                          <p:val>
                                            <p:strVal val="#ppt_y"/>
                                          </p:val>
                                        </p:tav>
                                      </p:tavLst>
                                    </p:anim>
                                  </p:childTnLst>
                                </p:cTn>
                              </p:par>
                              <p:par>
                                <p:cTn id="45" presetID="0" presetClass="entr" presetSubtype="0" fill="hold" grpId="0" nodeType="withEffect">
                                  <p:stCondLst>
                                    <p:cond delay="0"/>
                                  </p:stCondLst>
                                  <p:iterate type="lt">
                                    <p:tmPct val="10000"/>
                                  </p:iterate>
                                  <p:childTnLst>
                                    <p:set>
                                      <p:cBhvr>
                                        <p:cTn id="46" dur="1" fill="hold">
                                          <p:stCondLst>
                                            <p:cond delay="0"/>
                                          </p:stCondLst>
                                        </p:cTn>
                                        <p:tgtEl>
                                          <p:spTgt spid="4"/>
                                        </p:tgtEl>
                                        <p:attrNameLst>
                                          <p:attrName>style.visibility</p:attrName>
                                        </p:attrNameLst>
                                      </p:cBhvr>
                                      <p:to>
                                        <p:strVal val="visible"/>
                                      </p:to>
                                    </p:set>
                                    <p:anim to="" calcmode="lin" valueType="num">
                                      <p:cBhvr>
                                        <p:cTn id="47" dur="700" fill="hold">
                                          <p:stCondLst>
                                            <p:cond delay="0"/>
                                          </p:stCondLst>
                                        </p:cTn>
                                        <p:tgtEl>
                                          <p:spTgt spid="4"/>
                                        </p:tgtEl>
                                        <p:attrNameLst>
                                          <p:attrName>ppt_x</p:attrName>
                                        </p:attrNameLst>
                                      </p:cBhvr>
                                      <p:tavLst>
                                        <p:tav tm="0" fmla="#ppt_x+(-#ppt_w/2*cos(ppt_r/180*pi))*((1.5-1.5*$)^2-(1.5-1.5*$)^3)">
                                          <p:val>
                                            <p:strVal val="0"/>
                                          </p:val>
                                        </p:tav>
                                        <p:tav tm="100000">
                                          <p:val>
                                            <p:strVal val="1"/>
                                          </p:val>
                                        </p:tav>
                                      </p:tavLst>
                                    </p:anim>
                                    <p:anim to="" calcmode="lin" valueType="num">
                                      <p:cBhvr>
                                        <p:cTn id="48" dur="700" fill="hold">
                                          <p:stCondLst>
                                            <p:cond delay="0"/>
                                          </p:stCondLst>
                                        </p:cTn>
                                        <p:tgtEl>
                                          <p:spTgt spid="4"/>
                                        </p:tgtEl>
                                        <p:attrNameLst>
                                          <p:attrName>ppt_y</p:attrName>
                                        </p:attrNameLst>
                                      </p:cBhvr>
                                      <p:tavLst>
                                        <p:tav tm="0" fmla="#ppt_y-(-#ppt_h/2*cos(ppt_r/180*pi))*((1.5-1.5*$)^2-(1.5-1.5*$)^3)">
                                          <p:val>
                                            <p:strVal val="0"/>
                                          </p:val>
                                        </p:tav>
                                        <p:tav tm="100000">
                                          <p:val>
                                            <p:strVal val="1"/>
                                          </p:val>
                                        </p:tav>
                                      </p:tavLst>
                                    </p:anim>
                                    <p:anim to="" calcmode="lin" valueType="num">
                                      <p:cBhvr>
                                        <p:cTn id="49" dur="700" fill="hold">
                                          <p:stCondLst>
                                            <p:cond delay="0"/>
                                          </p:stCondLst>
                                        </p:cTn>
                                        <p:tgtEl>
                                          <p:spTgt spid="4"/>
                                        </p:tgtEl>
                                        <p:attrNameLst>
                                          <p:attrName>ppt_h</p:attrName>
                                        </p:attrNameLst>
                                      </p:cBhvr>
                                      <p:tavLst>
                                        <p:tav tm="0" fmla="#ppt_h-(-#ppt_h)*((1.5-1.5*$)^2-(1.5-1.5*$)^3)">
                                          <p:val>
                                            <p:strVal val="0"/>
                                          </p:val>
                                        </p:tav>
                                        <p:tav tm="100000">
                                          <p:val>
                                            <p:strVal val="1"/>
                                          </p:val>
                                        </p:tav>
                                      </p:tavLst>
                                    </p:anim>
                                    <p:anim to="" calcmode="lin" valueType="num">
                                      <p:cBhvr>
                                        <p:cTn id="50" dur="700" fill="hold">
                                          <p:stCondLst>
                                            <p:cond delay="0"/>
                                          </p:stCondLst>
                                        </p:cTn>
                                        <p:tgtEl>
                                          <p:spTgt spid="4"/>
                                        </p:tgtEl>
                                        <p:attrNameLst>
                                          <p:attrName>ppt_w</p:attrName>
                                        </p:attrNameLst>
                                      </p:cBhvr>
                                      <p:tavLst>
                                        <p:tav tm="0" fmla="#ppt_w-(-#ppt_w)*((1.5-1.5*$)^2-(1.5-1.5*$)^3)">
                                          <p:val>
                                            <p:strVal val="0"/>
                                          </p:val>
                                        </p:tav>
                                        <p:tav tm="100000">
                                          <p:val>
                                            <p:strVal val="1"/>
                                          </p:val>
                                        </p:tav>
                                      </p:tavLst>
                                    </p:anim>
                                  </p:childTnLst>
                                </p:cTn>
                              </p:par>
                              <p:par>
                                <p:cTn id="51" presetID="0" presetClass="entr" presetSubtype="0" fill="hold" grpId="0" nodeType="withEffect">
                                  <p:stCondLst>
                                    <p:cond delay="0"/>
                                  </p:stCondLst>
                                  <p:iterate type="lt">
                                    <p:tmPct val="10000"/>
                                  </p:iterate>
                                  <p:childTnLst>
                                    <p:set>
                                      <p:cBhvr>
                                        <p:cTn id="52" dur="1" fill="hold">
                                          <p:stCondLst>
                                            <p:cond delay="0"/>
                                          </p:stCondLst>
                                        </p:cTn>
                                        <p:tgtEl>
                                          <p:spTgt spid="5"/>
                                        </p:tgtEl>
                                        <p:attrNameLst>
                                          <p:attrName>style.visibility</p:attrName>
                                        </p:attrNameLst>
                                      </p:cBhvr>
                                      <p:to>
                                        <p:strVal val="visible"/>
                                      </p:to>
                                    </p:set>
                                    <p:anim to="" calcmode="lin" valueType="num">
                                      <p:cBhvr>
                                        <p:cTn id="53" dur="700" fill="hold">
                                          <p:stCondLst>
                                            <p:cond delay="0"/>
                                          </p:stCondLst>
                                        </p:cTn>
                                        <p:tgtEl>
                                          <p:spTgt spid="5"/>
                                        </p:tgtEl>
                                        <p:attrNameLst>
                                          <p:attrName>ppt_x</p:attrName>
                                        </p:attrNameLst>
                                      </p:cBhvr>
                                      <p:tavLst>
                                        <p:tav tm="0" fmla="#ppt_x+(-#ppt_w/2*cos(ppt_r/180*pi))*((1.5-1.5*$)^2-(1.5-1.5*$)^3)">
                                          <p:val>
                                            <p:strVal val="0"/>
                                          </p:val>
                                        </p:tav>
                                        <p:tav tm="100000">
                                          <p:val>
                                            <p:strVal val="1"/>
                                          </p:val>
                                        </p:tav>
                                      </p:tavLst>
                                    </p:anim>
                                    <p:anim to="" calcmode="lin" valueType="num">
                                      <p:cBhvr>
                                        <p:cTn id="54" dur="700" fill="hold">
                                          <p:stCondLst>
                                            <p:cond delay="0"/>
                                          </p:stCondLst>
                                        </p:cTn>
                                        <p:tgtEl>
                                          <p:spTgt spid="5"/>
                                        </p:tgtEl>
                                        <p:attrNameLst>
                                          <p:attrName>ppt_y</p:attrName>
                                        </p:attrNameLst>
                                      </p:cBhvr>
                                      <p:tavLst>
                                        <p:tav tm="0" fmla="#ppt_y-(-#ppt_h/2*cos(ppt_r/180*pi))*((1.5-1.5*$)^2-(1.5-1.5*$)^3)">
                                          <p:val>
                                            <p:strVal val="0"/>
                                          </p:val>
                                        </p:tav>
                                        <p:tav tm="100000">
                                          <p:val>
                                            <p:strVal val="1"/>
                                          </p:val>
                                        </p:tav>
                                      </p:tavLst>
                                    </p:anim>
                                    <p:anim to="" calcmode="lin" valueType="num">
                                      <p:cBhvr>
                                        <p:cTn id="55" dur="700" fill="hold">
                                          <p:stCondLst>
                                            <p:cond delay="0"/>
                                          </p:stCondLst>
                                        </p:cTn>
                                        <p:tgtEl>
                                          <p:spTgt spid="5"/>
                                        </p:tgtEl>
                                        <p:attrNameLst>
                                          <p:attrName>ppt_h</p:attrName>
                                        </p:attrNameLst>
                                      </p:cBhvr>
                                      <p:tavLst>
                                        <p:tav tm="0" fmla="#ppt_h-(-#ppt_h)*((1.5-1.5*$)^2-(1.5-1.5*$)^3)">
                                          <p:val>
                                            <p:strVal val="0"/>
                                          </p:val>
                                        </p:tav>
                                        <p:tav tm="100000">
                                          <p:val>
                                            <p:strVal val="1"/>
                                          </p:val>
                                        </p:tav>
                                      </p:tavLst>
                                    </p:anim>
                                    <p:anim to="" calcmode="lin" valueType="num">
                                      <p:cBhvr>
                                        <p:cTn id="56" dur="700" fill="hold">
                                          <p:stCondLst>
                                            <p:cond delay="0"/>
                                          </p:stCondLst>
                                        </p:cTn>
                                        <p:tgtEl>
                                          <p:spTgt spid="5"/>
                                        </p:tgtEl>
                                        <p:attrNameLst>
                                          <p:attrName>ppt_w</p:attrName>
                                        </p:attrNameLst>
                                      </p:cBhvr>
                                      <p:tavLst>
                                        <p:tav tm="0" fmla="#ppt_w-(-#ppt_w)*((1.5-1.5*$)^2-(1.5-1.5*$)^3)">
                                          <p:val>
                                            <p:strVal val="0"/>
                                          </p:val>
                                        </p:tav>
                                        <p:tav tm="100000">
                                          <p:val>
                                            <p:strVal val="1"/>
                                          </p:val>
                                        </p:tav>
                                      </p:tavLst>
                                    </p:anim>
                                  </p:childTnLst>
                                </p:cTn>
                              </p:par>
                              <p:par>
                                <p:cTn id="57" presetID="0" presetClass="entr" presetSubtype="0" fill="hold" grpId="0" nodeType="withEffect">
                                  <p:stCondLst>
                                    <p:cond delay="0"/>
                                  </p:stCondLst>
                                  <p:iterate type="lt">
                                    <p:tmPct val="10000"/>
                                  </p:iterate>
                                  <p:childTnLst>
                                    <p:set>
                                      <p:cBhvr>
                                        <p:cTn id="58" dur="1" fill="hold">
                                          <p:stCondLst>
                                            <p:cond delay="0"/>
                                          </p:stCondLst>
                                        </p:cTn>
                                        <p:tgtEl>
                                          <p:spTgt spid="7"/>
                                        </p:tgtEl>
                                        <p:attrNameLst>
                                          <p:attrName>style.visibility</p:attrName>
                                        </p:attrNameLst>
                                      </p:cBhvr>
                                      <p:to>
                                        <p:strVal val="visible"/>
                                      </p:to>
                                    </p:set>
                                    <p:anim to="" calcmode="lin" valueType="num">
                                      <p:cBhvr>
                                        <p:cTn id="59" dur="700" fill="hold">
                                          <p:stCondLst>
                                            <p:cond delay="0"/>
                                          </p:stCondLst>
                                        </p:cTn>
                                        <p:tgtEl>
                                          <p:spTgt spid="7"/>
                                        </p:tgtEl>
                                        <p:attrNameLst>
                                          <p:attrName>ppt_x</p:attrName>
                                        </p:attrNameLst>
                                      </p:cBhvr>
                                      <p:tavLst>
                                        <p:tav tm="0" fmla="#ppt_x+(-#ppt_w/2*cos(ppt_r/180*pi))*((1.5-1.5*$)^2-(1.5-1.5*$)^3)">
                                          <p:val>
                                            <p:strVal val="0"/>
                                          </p:val>
                                        </p:tav>
                                        <p:tav tm="100000">
                                          <p:val>
                                            <p:strVal val="1"/>
                                          </p:val>
                                        </p:tav>
                                      </p:tavLst>
                                    </p:anim>
                                    <p:anim to="" calcmode="lin" valueType="num">
                                      <p:cBhvr>
                                        <p:cTn id="60" dur="700" fill="hold">
                                          <p:stCondLst>
                                            <p:cond delay="0"/>
                                          </p:stCondLst>
                                        </p:cTn>
                                        <p:tgtEl>
                                          <p:spTgt spid="7"/>
                                        </p:tgtEl>
                                        <p:attrNameLst>
                                          <p:attrName>ppt_y</p:attrName>
                                        </p:attrNameLst>
                                      </p:cBhvr>
                                      <p:tavLst>
                                        <p:tav tm="0" fmla="#ppt_y-(-#ppt_h/2*cos(ppt_r/180*pi))*((1.5-1.5*$)^2-(1.5-1.5*$)^3)">
                                          <p:val>
                                            <p:strVal val="0"/>
                                          </p:val>
                                        </p:tav>
                                        <p:tav tm="100000">
                                          <p:val>
                                            <p:strVal val="1"/>
                                          </p:val>
                                        </p:tav>
                                      </p:tavLst>
                                    </p:anim>
                                    <p:anim to="" calcmode="lin" valueType="num">
                                      <p:cBhvr>
                                        <p:cTn id="61" dur="700" fill="hold">
                                          <p:stCondLst>
                                            <p:cond delay="0"/>
                                          </p:stCondLst>
                                        </p:cTn>
                                        <p:tgtEl>
                                          <p:spTgt spid="7"/>
                                        </p:tgtEl>
                                        <p:attrNameLst>
                                          <p:attrName>ppt_h</p:attrName>
                                        </p:attrNameLst>
                                      </p:cBhvr>
                                      <p:tavLst>
                                        <p:tav tm="0" fmla="#ppt_h-(-#ppt_h)*((1.5-1.5*$)^2-(1.5-1.5*$)^3)">
                                          <p:val>
                                            <p:strVal val="0"/>
                                          </p:val>
                                        </p:tav>
                                        <p:tav tm="100000">
                                          <p:val>
                                            <p:strVal val="1"/>
                                          </p:val>
                                        </p:tav>
                                      </p:tavLst>
                                    </p:anim>
                                    <p:anim to="" calcmode="lin" valueType="num">
                                      <p:cBhvr>
                                        <p:cTn id="62" dur="700" fill="hold">
                                          <p:stCondLst>
                                            <p:cond delay="0"/>
                                          </p:stCondLst>
                                        </p:cTn>
                                        <p:tgtEl>
                                          <p:spTgt spid="7"/>
                                        </p:tgtEl>
                                        <p:attrNameLst>
                                          <p:attrName>ppt_w</p:attrName>
                                        </p:attrNameLst>
                                      </p:cBhvr>
                                      <p:tavLst>
                                        <p:tav tm="0" fmla="#ppt_w-(-#ppt_w)*((1.5-1.5*$)^2-(1.5-1.5*$)^3)">
                                          <p:val>
                                            <p:strVal val="0"/>
                                          </p:val>
                                        </p:tav>
                                        <p:tav tm="100000">
                                          <p:val>
                                            <p:strVal val="1"/>
                                          </p:val>
                                        </p:tav>
                                      </p:tavLst>
                                    </p:anim>
                                  </p:childTnLst>
                                </p:cTn>
                              </p:par>
                              <p:par>
                                <p:cTn id="63" presetID="0" presetClass="entr" presetSubtype="0" fill="hold" grpId="0" nodeType="withEffect">
                                  <p:stCondLst>
                                    <p:cond delay="0"/>
                                  </p:stCondLst>
                                  <p:childTnLst>
                                    <p:set>
                                      <p:cBhvr>
                                        <p:cTn id="64" dur="750" fill="hold">
                                          <p:stCondLst>
                                            <p:cond delay="0"/>
                                          </p:stCondLst>
                                        </p:cTn>
                                        <p:tgtEl>
                                          <p:spTgt spid="6"/>
                                        </p:tgtEl>
                                        <p:attrNameLst>
                                          <p:attrName>style.visibility</p:attrName>
                                        </p:attrNameLst>
                                      </p:cBhvr>
                                      <p:to>
                                        <p:strVal val="visible"/>
                                      </p:to>
                                    </p:set>
                                    <p:anim to="" calcmode="lin" valueType="num">
                                      <p:cBhvr>
                                        <p:cTn id="65" dur="750" fill="hold">
                                          <p:stCondLst>
                                            <p:cond delay="0"/>
                                          </p:stCondLst>
                                        </p:cTn>
                                        <p:tgtEl>
                                          <p:spTgt spid="6"/>
                                        </p:tgtEl>
                                        <p:attrNameLst>
                                          <p:attrName>ppt_h</p:attrName>
                                        </p:attrNameLst>
                                      </p:cBhvr>
                                      <p:tavLst>
                                        <p:tav tm="0" fmla="#ppt_h/2*($)^8">
                                          <p:val>
                                            <p:strVal val="0"/>
                                          </p:val>
                                        </p:tav>
                                        <p:tav tm="50000" fmla="#ppt_h-#ppt_h/2*(2-$)^8">
                                          <p:val>
                                            <p:strVal val="1"/>
                                          </p:val>
                                        </p:tav>
                                        <p:tav tm="100000">
                                          <p:val>
                                            <p:strVal val="2"/>
                                          </p:val>
                                        </p:tav>
                                      </p:tavLst>
                                    </p:anim>
                                    <p:anim to="" calcmode="lin" valueType="num">
                                      <p:cBhvr>
                                        <p:cTn id="66" dur="750" fill="hold">
                                          <p:stCondLst>
                                            <p:cond delay="0"/>
                                          </p:stCondLst>
                                        </p:cTn>
                                        <p:tgtEl>
                                          <p:spTgt spid="6"/>
                                        </p:tgtEl>
                                        <p:attrNameLst>
                                          <p:attrName>ppt_w</p:attrName>
                                        </p:attrNameLst>
                                      </p:cBhvr>
                                      <p:tavLst>
                                        <p:tav tm="0" fmla="#ppt_w/2*($)^8">
                                          <p:val>
                                            <p:strVal val="0"/>
                                          </p:val>
                                        </p:tav>
                                        <p:tav tm="50000" fmla="#ppt_w-#ppt_w/2*(2-$)^8">
                                          <p:val>
                                            <p:strVal val="1"/>
                                          </p:val>
                                        </p:tav>
                                        <p:tav tm="100000">
                                          <p:val>
                                            <p:strVal val="2"/>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p:bldP spid="9" grpId="0"/>
      <p:bldP spid="10" grpId="0"/>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Shape 17">
            <a:extLst>
              <a:ext uri="{FF2B5EF4-FFF2-40B4-BE49-F238E27FC236}">
                <a16:creationId xmlns:a16="http://schemas.microsoft.com/office/drawing/2014/main" id="{BBFBB14C-3FFC-8E46-8D82-1FE50EB4A675}"/>
              </a:ext>
            </a:extLst>
          </p:cNvPr>
          <p:cNvSpPr/>
          <p:nvPr/>
        </p:nvSpPr>
        <p:spPr bwMode="auto">
          <a:xfrm>
            <a:off x="2235885" y="3666474"/>
            <a:ext cx="2026532" cy="1211815"/>
          </a:xfrm>
          <a:custGeom>
            <a:avLst/>
            <a:gdLst>
              <a:gd name="T0" fmla="*/ 0 w 21600"/>
              <a:gd name="T1" fmla="*/ 21600 h 21600"/>
              <a:gd name="T2" fmla="*/ 21600 w 21600"/>
              <a:gd name="T3" fmla="*/ 21600 h 21600"/>
              <a:gd name="T4" fmla="*/ 10849 w 21600"/>
              <a:gd name="T5" fmla="*/ 0 h 21600"/>
              <a:gd name="T6" fmla="*/ 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a:moveTo>
                  <a:pt x="0" y="21600"/>
                </a:moveTo>
                <a:lnTo>
                  <a:pt x="21600" y="21600"/>
                </a:lnTo>
                <a:cubicBezTo>
                  <a:pt x="15074" y="15093"/>
                  <a:pt x="10849" y="0"/>
                  <a:pt x="10849" y="0"/>
                </a:cubicBezTo>
                <a:cubicBezTo>
                  <a:pt x="7796" y="12113"/>
                  <a:pt x="0" y="21600"/>
                  <a:pt x="0" y="21600"/>
                </a:cubicBezTo>
                <a:close/>
                <a:moveTo>
                  <a:pt x="0" y="21600"/>
                </a:moveTo>
              </a:path>
            </a:pathLst>
          </a:custGeom>
          <a:solidFill>
            <a:schemeClr val="accent2">
              <a:lumMod val="100000"/>
              <a:alpha val="80000"/>
            </a:schemeClr>
          </a:solidFill>
          <a:ln>
            <a:noFill/>
          </a:ln>
          <a:effectLst>
            <a:outerShdw blurRad="50800" dist="38100" algn="l" rotWithShape="0">
              <a:prstClr val="black">
                <a:alpha val="40000"/>
              </a:prstClr>
            </a:outerShdw>
          </a:effectLst>
        </p:spPr>
        <p:txBody>
          <a:bodyPr anchor="ctr"/>
          <a:lstStyle/>
          <a:p>
            <a:pPr algn="ctr"/>
            <a:endParaRPr sz="2135">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4" name="Rectangle 18">
            <a:extLst>
              <a:ext uri="{FF2B5EF4-FFF2-40B4-BE49-F238E27FC236}">
                <a16:creationId xmlns:a16="http://schemas.microsoft.com/office/drawing/2014/main" id="{75E807BD-5448-E94C-8661-696ED854DFF8}"/>
              </a:ext>
            </a:extLst>
          </p:cNvPr>
          <p:cNvSpPr/>
          <p:nvPr/>
        </p:nvSpPr>
        <p:spPr bwMode="auto">
          <a:xfrm>
            <a:off x="2842561" y="2017612"/>
            <a:ext cx="797131" cy="223249"/>
          </a:xfrm>
          <a:prstGeom prst="rect">
            <a:avLst/>
          </a:prstGeom>
          <a:solidFill>
            <a:schemeClr val="accent2">
              <a:lumMod val="100000"/>
              <a:alpha val="80000"/>
            </a:schemeClr>
          </a:solidFill>
          <a:ln>
            <a:noFill/>
          </a:ln>
          <a:effectLst>
            <a:outerShdw blurRad="101600" dist="76200" dir="2700000" algn="tl" rotWithShape="0">
              <a:prstClr val="black">
                <a:alpha val="30000"/>
              </a:prstClr>
            </a:outerShdw>
          </a:effectLst>
        </p:spPr>
        <p:txBody>
          <a:bodyPr wrap="none" lIns="0" tIns="0" rIns="0" bIns="0" anchor="ctr">
            <a:normAutofit/>
          </a:bodyPr>
          <a:lstStyle/>
          <a:p>
            <a:pPr algn="ctr"/>
            <a:r>
              <a:rPr lang="en-US" sz="140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40%</a:t>
            </a:r>
          </a:p>
        </p:txBody>
      </p:sp>
      <p:cxnSp>
        <p:nvCxnSpPr>
          <p:cNvPr id="5" name="Straight Connector 16">
            <a:extLst>
              <a:ext uri="{FF2B5EF4-FFF2-40B4-BE49-F238E27FC236}">
                <a16:creationId xmlns:a16="http://schemas.microsoft.com/office/drawing/2014/main" id="{5A2A1F26-8100-8C48-9F55-30ED4996D61D}"/>
              </a:ext>
            </a:extLst>
          </p:cNvPr>
          <p:cNvCxnSpPr>
            <a:endCxn id="3" idx="2"/>
          </p:cNvCxnSpPr>
          <p:nvPr/>
        </p:nvCxnSpPr>
        <p:spPr>
          <a:xfrm>
            <a:off x="3225562" y="2467065"/>
            <a:ext cx="28187" cy="1199409"/>
          </a:xfrm>
          <a:prstGeom prst="line">
            <a:avLst/>
          </a:prstGeom>
          <a:solidFill>
            <a:srgbClr val="65221A">
              <a:alpha val="80000"/>
            </a:srgbClr>
          </a:solidFill>
          <a:ln w="19050">
            <a:solidFill>
              <a:schemeClr val="bg2">
                <a:lumMod val="75000"/>
              </a:schemeClr>
            </a:solidFill>
            <a:prstDash val="sysDot"/>
            <a:headEnd type="oval" w="lg" len="lg"/>
            <a:tailEnd type="none" w="lg" len="lg"/>
          </a:ln>
        </p:spPr>
        <p:style>
          <a:lnRef idx="1">
            <a:schemeClr val="accent1"/>
          </a:lnRef>
          <a:fillRef idx="0">
            <a:schemeClr val="accent1"/>
          </a:fillRef>
          <a:effectRef idx="0">
            <a:schemeClr val="accent1"/>
          </a:effectRef>
          <a:fontRef idx="minor">
            <a:schemeClr val="tx1"/>
          </a:fontRef>
        </p:style>
      </p:cxnSp>
      <p:sp>
        <p:nvSpPr>
          <p:cNvPr id="6" name="Freeform: Shape 22">
            <a:extLst>
              <a:ext uri="{FF2B5EF4-FFF2-40B4-BE49-F238E27FC236}">
                <a16:creationId xmlns:a16="http://schemas.microsoft.com/office/drawing/2014/main" id="{B9040412-0AC7-7C4B-A733-A0237C4B2FB8}"/>
              </a:ext>
            </a:extLst>
          </p:cNvPr>
          <p:cNvSpPr/>
          <p:nvPr/>
        </p:nvSpPr>
        <p:spPr bwMode="auto">
          <a:xfrm>
            <a:off x="3666440" y="4075638"/>
            <a:ext cx="2026532" cy="802652"/>
          </a:xfrm>
          <a:custGeom>
            <a:avLst/>
            <a:gdLst>
              <a:gd name="T0" fmla="*/ 0 w 21600"/>
              <a:gd name="T1" fmla="*/ 21600 h 21600"/>
              <a:gd name="T2" fmla="*/ 21600 w 21600"/>
              <a:gd name="T3" fmla="*/ 21600 h 21600"/>
              <a:gd name="T4" fmla="*/ 10849 w 21600"/>
              <a:gd name="T5" fmla="*/ 0 h 21600"/>
              <a:gd name="T6" fmla="*/ 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a:moveTo>
                  <a:pt x="0" y="21600"/>
                </a:moveTo>
                <a:lnTo>
                  <a:pt x="21600" y="21600"/>
                </a:lnTo>
                <a:cubicBezTo>
                  <a:pt x="15074" y="15093"/>
                  <a:pt x="10849" y="0"/>
                  <a:pt x="10849" y="0"/>
                </a:cubicBezTo>
                <a:cubicBezTo>
                  <a:pt x="7796" y="12113"/>
                  <a:pt x="0" y="21600"/>
                  <a:pt x="0" y="21600"/>
                </a:cubicBezTo>
                <a:close/>
                <a:moveTo>
                  <a:pt x="0" y="21600"/>
                </a:moveTo>
              </a:path>
            </a:pathLst>
          </a:custGeom>
          <a:solidFill>
            <a:schemeClr val="accent3">
              <a:lumMod val="50000"/>
              <a:lumOff val="50000"/>
            </a:schemeClr>
          </a:solidFill>
          <a:ln>
            <a:noFill/>
          </a:ln>
          <a:effectLst>
            <a:outerShdw blurRad="50800" dist="38100" algn="l" rotWithShape="0">
              <a:prstClr val="black">
                <a:alpha val="40000"/>
              </a:prstClr>
            </a:outerShdw>
          </a:effectLst>
        </p:spPr>
        <p:txBody>
          <a:bodyPr anchor="ctr"/>
          <a:lstStyle/>
          <a:p>
            <a:pPr algn="ctr"/>
            <a:endParaRPr sz="2135" dirty="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7" name="Rectangle 23">
            <a:extLst>
              <a:ext uri="{FF2B5EF4-FFF2-40B4-BE49-F238E27FC236}">
                <a16:creationId xmlns:a16="http://schemas.microsoft.com/office/drawing/2014/main" id="{6BD56140-551D-5548-B359-A150921323DC}"/>
              </a:ext>
            </a:extLst>
          </p:cNvPr>
          <p:cNvSpPr/>
          <p:nvPr/>
        </p:nvSpPr>
        <p:spPr bwMode="auto">
          <a:xfrm>
            <a:off x="4261347" y="2052437"/>
            <a:ext cx="797131" cy="223457"/>
          </a:xfrm>
          <a:prstGeom prst="rect">
            <a:avLst/>
          </a:prstGeom>
          <a:solidFill>
            <a:schemeClr val="accent3">
              <a:lumMod val="50000"/>
              <a:lumOff val="50000"/>
            </a:schemeClr>
          </a:solidFill>
          <a:ln>
            <a:noFill/>
          </a:ln>
          <a:effectLst>
            <a:outerShdw blurRad="101600" dist="76200" dir="2700000" algn="tl" rotWithShape="0">
              <a:prstClr val="black">
                <a:alpha val="30000"/>
              </a:prstClr>
            </a:outerShdw>
          </a:effectLst>
        </p:spPr>
        <p:txBody>
          <a:bodyPr wrap="none" lIns="0" tIns="0" rIns="0" bIns="0" anchor="ctr">
            <a:normAutofit/>
          </a:bodyPr>
          <a:lstStyle/>
          <a:p>
            <a:pPr algn="ctr"/>
            <a:r>
              <a:rPr lang="en-US" sz="1400" dirty="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30%</a:t>
            </a:r>
          </a:p>
        </p:txBody>
      </p:sp>
      <p:cxnSp>
        <p:nvCxnSpPr>
          <p:cNvPr id="8" name="Straight Connector 21">
            <a:extLst>
              <a:ext uri="{FF2B5EF4-FFF2-40B4-BE49-F238E27FC236}">
                <a16:creationId xmlns:a16="http://schemas.microsoft.com/office/drawing/2014/main" id="{262B028D-CC5C-7E41-9DDB-C5C85338648B}"/>
              </a:ext>
            </a:extLst>
          </p:cNvPr>
          <p:cNvCxnSpPr/>
          <p:nvPr/>
        </p:nvCxnSpPr>
        <p:spPr>
          <a:xfrm>
            <a:off x="4656551" y="2467065"/>
            <a:ext cx="27752" cy="1553721"/>
          </a:xfrm>
          <a:prstGeom prst="line">
            <a:avLst/>
          </a:prstGeom>
          <a:solidFill>
            <a:schemeClr val="tx1">
              <a:lumMod val="75000"/>
              <a:lumOff val="25000"/>
            </a:schemeClr>
          </a:solidFill>
          <a:ln w="19050">
            <a:solidFill>
              <a:schemeClr val="bg2">
                <a:lumMod val="75000"/>
              </a:schemeClr>
            </a:solidFill>
            <a:prstDash val="sysDot"/>
            <a:headEnd type="oval" w="lg" len="lg"/>
            <a:tailEnd type="none" w="lg" len="lg"/>
          </a:ln>
        </p:spPr>
        <p:style>
          <a:lnRef idx="1">
            <a:schemeClr val="accent1"/>
          </a:lnRef>
          <a:fillRef idx="0">
            <a:schemeClr val="accent1"/>
          </a:fillRef>
          <a:effectRef idx="0">
            <a:schemeClr val="accent1"/>
          </a:effectRef>
          <a:fontRef idx="minor">
            <a:schemeClr val="tx1"/>
          </a:fontRef>
        </p:style>
      </p:cxnSp>
      <p:sp>
        <p:nvSpPr>
          <p:cNvPr id="9" name="Freeform: Shape 27">
            <a:extLst>
              <a:ext uri="{FF2B5EF4-FFF2-40B4-BE49-F238E27FC236}">
                <a16:creationId xmlns:a16="http://schemas.microsoft.com/office/drawing/2014/main" id="{E58AF459-A234-1A40-8C98-8EF474D206ED}"/>
              </a:ext>
            </a:extLst>
          </p:cNvPr>
          <p:cNvSpPr/>
          <p:nvPr/>
        </p:nvSpPr>
        <p:spPr bwMode="auto">
          <a:xfrm>
            <a:off x="6547884" y="3491758"/>
            <a:ext cx="2026532" cy="1386533"/>
          </a:xfrm>
          <a:custGeom>
            <a:avLst/>
            <a:gdLst>
              <a:gd name="T0" fmla="*/ 0 w 21600"/>
              <a:gd name="T1" fmla="*/ 21600 h 21600"/>
              <a:gd name="T2" fmla="*/ 21600 w 21600"/>
              <a:gd name="T3" fmla="*/ 21600 h 21600"/>
              <a:gd name="T4" fmla="*/ 10849 w 21600"/>
              <a:gd name="T5" fmla="*/ 0 h 21600"/>
              <a:gd name="T6" fmla="*/ 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a:moveTo>
                  <a:pt x="0" y="21600"/>
                </a:moveTo>
                <a:lnTo>
                  <a:pt x="21600" y="21600"/>
                </a:lnTo>
                <a:cubicBezTo>
                  <a:pt x="15074" y="15093"/>
                  <a:pt x="10849" y="0"/>
                  <a:pt x="10849" y="0"/>
                </a:cubicBezTo>
                <a:cubicBezTo>
                  <a:pt x="7796" y="12113"/>
                  <a:pt x="0" y="21600"/>
                  <a:pt x="0" y="21600"/>
                </a:cubicBezTo>
                <a:close/>
                <a:moveTo>
                  <a:pt x="0" y="21600"/>
                </a:moveTo>
              </a:path>
            </a:pathLst>
          </a:custGeom>
          <a:solidFill>
            <a:schemeClr val="accent3">
              <a:lumMod val="50000"/>
              <a:lumOff val="50000"/>
            </a:schemeClr>
          </a:solidFill>
          <a:ln>
            <a:noFill/>
          </a:ln>
          <a:effectLst>
            <a:outerShdw blurRad="50800" dist="38100" algn="l" rotWithShape="0">
              <a:prstClr val="black">
                <a:alpha val="40000"/>
              </a:prstClr>
            </a:outerShdw>
          </a:effectLst>
        </p:spPr>
        <p:txBody>
          <a:bodyPr anchor="ctr"/>
          <a:lstStyle/>
          <a:p>
            <a:pPr algn="ctr"/>
            <a:endParaRPr sz="2135">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0" name="Rectangle 28">
            <a:extLst>
              <a:ext uri="{FF2B5EF4-FFF2-40B4-BE49-F238E27FC236}">
                <a16:creationId xmlns:a16="http://schemas.microsoft.com/office/drawing/2014/main" id="{A7CB30A2-3861-0948-8868-BF62EC75C25A}"/>
              </a:ext>
            </a:extLst>
          </p:cNvPr>
          <p:cNvSpPr/>
          <p:nvPr/>
        </p:nvSpPr>
        <p:spPr bwMode="auto">
          <a:xfrm>
            <a:off x="7166328" y="2020596"/>
            <a:ext cx="797131" cy="223249"/>
          </a:xfrm>
          <a:prstGeom prst="rect">
            <a:avLst/>
          </a:prstGeom>
          <a:solidFill>
            <a:schemeClr val="accent3">
              <a:lumMod val="50000"/>
              <a:lumOff val="50000"/>
            </a:schemeClr>
          </a:solidFill>
          <a:ln>
            <a:noFill/>
          </a:ln>
          <a:effectLst>
            <a:outerShdw blurRad="101600" dist="76200" dir="2700000" algn="tl" rotWithShape="0">
              <a:prstClr val="black">
                <a:alpha val="30000"/>
              </a:prstClr>
            </a:outerShdw>
          </a:effectLst>
        </p:spPr>
        <p:txBody>
          <a:bodyPr wrap="none" lIns="0" tIns="0" rIns="0" bIns="0" anchor="ctr">
            <a:normAutofit/>
          </a:bodyPr>
          <a:lstStyle/>
          <a:p>
            <a:pPr algn="ctr"/>
            <a:r>
              <a:rPr lang="en-US" sz="1400" dirty="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65%</a:t>
            </a:r>
          </a:p>
        </p:txBody>
      </p:sp>
      <p:cxnSp>
        <p:nvCxnSpPr>
          <p:cNvPr id="11" name="Straight Connector 26">
            <a:extLst>
              <a:ext uri="{FF2B5EF4-FFF2-40B4-BE49-F238E27FC236}">
                <a16:creationId xmlns:a16="http://schemas.microsoft.com/office/drawing/2014/main" id="{EB32091F-1360-5946-934D-9A181EDD74CF}"/>
              </a:ext>
            </a:extLst>
          </p:cNvPr>
          <p:cNvCxnSpPr/>
          <p:nvPr/>
        </p:nvCxnSpPr>
        <p:spPr>
          <a:xfrm rot="5400000" flipV="1">
            <a:off x="7069896" y="2955593"/>
            <a:ext cx="982505" cy="5451"/>
          </a:xfrm>
          <a:prstGeom prst="line">
            <a:avLst/>
          </a:prstGeom>
          <a:solidFill>
            <a:schemeClr val="tx1">
              <a:lumMod val="75000"/>
              <a:lumOff val="25000"/>
            </a:schemeClr>
          </a:solidFill>
          <a:ln w="19050">
            <a:solidFill>
              <a:schemeClr val="bg2">
                <a:lumMod val="75000"/>
              </a:schemeClr>
            </a:solidFill>
            <a:prstDash val="sysDot"/>
            <a:headEnd type="oval" w="lg" len="lg"/>
            <a:tailEnd type="none" w="lg" len="lg"/>
          </a:ln>
        </p:spPr>
        <p:style>
          <a:lnRef idx="1">
            <a:schemeClr val="accent1"/>
          </a:lnRef>
          <a:fillRef idx="0">
            <a:schemeClr val="accent1"/>
          </a:fillRef>
          <a:effectRef idx="0">
            <a:schemeClr val="accent1"/>
          </a:effectRef>
          <a:fontRef idx="minor">
            <a:schemeClr val="tx1"/>
          </a:fontRef>
        </p:style>
      </p:cxnSp>
      <p:sp>
        <p:nvSpPr>
          <p:cNvPr id="12" name="Freeform: Shape 32">
            <a:extLst>
              <a:ext uri="{FF2B5EF4-FFF2-40B4-BE49-F238E27FC236}">
                <a16:creationId xmlns:a16="http://schemas.microsoft.com/office/drawing/2014/main" id="{75C021B8-F3D9-7B4F-BCEE-11421261FC6D}"/>
              </a:ext>
            </a:extLst>
          </p:cNvPr>
          <p:cNvSpPr/>
          <p:nvPr/>
        </p:nvSpPr>
        <p:spPr bwMode="auto">
          <a:xfrm>
            <a:off x="5067036" y="2913092"/>
            <a:ext cx="2027601" cy="1965199"/>
          </a:xfrm>
          <a:custGeom>
            <a:avLst/>
            <a:gdLst>
              <a:gd name="T0" fmla="*/ 0 w 21600"/>
              <a:gd name="T1" fmla="*/ 21600 h 21600"/>
              <a:gd name="T2" fmla="*/ 21600 w 21600"/>
              <a:gd name="T3" fmla="*/ 21600 h 21600"/>
              <a:gd name="T4" fmla="*/ 10849 w 21600"/>
              <a:gd name="T5" fmla="*/ 0 h 21600"/>
              <a:gd name="T6" fmla="*/ 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a:moveTo>
                  <a:pt x="0" y="21600"/>
                </a:moveTo>
                <a:lnTo>
                  <a:pt x="21600" y="21600"/>
                </a:lnTo>
                <a:cubicBezTo>
                  <a:pt x="15074" y="15093"/>
                  <a:pt x="10849" y="0"/>
                  <a:pt x="10849" y="0"/>
                </a:cubicBezTo>
                <a:cubicBezTo>
                  <a:pt x="7796" y="12113"/>
                  <a:pt x="0" y="21600"/>
                  <a:pt x="0" y="21600"/>
                </a:cubicBezTo>
                <a:close/>
                <a:moveTo>
                  <a:pt x="0" y="21600"/>
                </a:moveTo>
              </a:path>
            </a:pathLst>
          </a:custGeom>
          <a:solidFill>
            <a:schemeClr val="accent4"/>
          </a:solidFill>
          <a:ln>
            <a:noFill/>
          </a:ln>
          <a:effectLst>
            <a:outerShdw blurRad="50800" dist="38100" algn="l" rotWithShape="0">
              <a:prstClr val="black">
                <a:alpha val="40000"/>
              </a:prstClr>
            </a:outerShdw>
          </a:effectLst>
        </p:spPr>
        <p:txBody>
          <a:bodyPr anchor="ctr"/>
          <a:lstStyle/>
          <a:p>
            <a:pPr algn="ctr"/>
            <a:endParaRPr sz="2135">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3" name="Rectangle 33">
            <a:extLst>
              <a:ext uri="{FF2B5EF4-FFF2-40B4-BE49-F238E27FC236}">
                <a16:creationId xmlns:a16="http://schemas.microsoft.com/office/drawing/2014/main" id="{9EB096E0-BFCE-234C-891D-CE82275FAE2E}"/>
              </a:ext>
            </a:extLst>
          </p:cNvPr>
          <p:cNvSpPr/>
          <p:nvPr/>
        </p:nvSpPr>
        <p:spPr bwMode="auto">
          <a:xfrm>
            <a:off x="5677244" y="2015812"/>
            <a:ext cx="797552" cy="223335"/>
          </a:xfrm>
          <a:prstGeom prst="rect">
            <a:avLst/>
          </a:prstGeom>
          <a:solidFill>
            <a:schemeClr val="accent4"/>
          </a:solidFill>
          <a:ln>
            <a:noFill/>
          </a:ln>
          <a:effectLst>
            <a:outerShdw blurRad="101600" dist="76200" dir="2700000" algn="tl" rotWithShape="0">
              <a:prstClr val="black">
                <a:alpha val="30000"/>
              </a:prstClr>
            </a:outerShdw>
          </a:effectLst>
        </p:spPr>
        <p:txBody>
          <a:bodyPr wrap="none" lIns="0" tIns="0" rIns="0" bIns="0" anchor="ctr">
            <a:normAutofit/>
          </a:bodyPr>
          <a:lstStyle/>
          <a:p>
            <a:pPr algn="ctr"/>
            <a:r>
              <a:rPr lang="en-US" sz="1400" dirty="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85%</a:t>
            </a:r>
          </a:p>
        </p:txBody>
      </p:sp>
      <p:cxnSp>
        <p:nvCxnSpPr>
          <p:cNvPr id="14" name="Straight Connector 31">
            <a:extLst>
              <a:ext uri="{FF2B5EF4-FFF2-40B4-BE49-F238E27FC236}">
                <a16:creationId xmlns:a16="http://schemas.microsoft.com/office/drawing/2014/main" id="{77804293-1D80-9641-9481-2CAC79810311}"/>
              </a:ext>
            </a:extLst>
          </p:cNvPr>
          <p:cNvCxnSpPr/>
          <p:nvPr/>
        </p:nvCxnSpPr>
        <p:spPr>
          <a:xfrm rot="5400000" flipV="1">
            <a:off x="5858061" y="2674877"/>
            <a:ext cx="421073" cy="5451"/>
          </a:xfrm>
          <a:prstGeom prst="line">
            <a:avLst/>
          </a:prstGeom>
          <a:solidFill>
            <a:srgbClr val="65221A"/>
          </a:solidFill>
          <a:ln w="19050">
            <a:solidFill>
              <a:schemeClr val="bg2">
                <a:lumMod val="75000"/>
              </a:schemeClr>
            </a:solidFill>
            <a:prstDash val="sysDot"/>
            <a:headEnd type="oval" w="lg" len="lg"/>
            <a:tailEnd type="none" w="lg" len="lg"/>
          </a:ln>
        </p:spPr>
        <p:style>
          <a:lnRef idx="1">
            <a:schemeClr val="accent1"/>
          </a:lnRef>
          <a:fillRef idx="0">
            <a:schemeClr val="accent1"/>
          </a:fillRef>
          <a:effectRef idx="0">
            <a:schemeClr val="accent1"/>
          </a:effectRef>
          <a:fontRef idx="minor">
            <a:schemeClr val="tx1"/>
          </a:fontRef>
        </p:style>
      </p:cxnSp>
      <p:sp>
        <p:nvSpPr>
          <p:cNvPr id="15" name="Freeform: Shape 37">
            <a:extLst>
              <a:ext uri="{FF2B5EF4-FFF2-40B4-BE49-F238E27FC236}">
                <a16:creationId xmlns:a16="http://schemas.microsoft.com/office/drawing/2014/main" id="{56B18A2F-CEC6-0145-AC52-B2F7BEE21311}"/>
              </a:ext>
            </a:extLst>
          </p:cNvPr>
          <p:cNvSpPr/>
          <p:nvPr/>
        </p:nvSpPr>
        <p:spPr bwMode="auto">
          <a:xfrm>
            <a:off x="7963843" y="4075639"/>
            <a:ext cx="2026532" cy="802652"/>
          </a:xfrm>
          <a:custGeom>
            <a:avLst/>
            <a:gdLst>
              <a:gd name="T0" fmla="*/ 0 w 21600"/>
              <a:gd name="T1" fmla="*/ 21600 h 21600"/>
              <a:gd name="T2" fmla="*/ 21600 w 21600"/>
              <a:gd name="T3" fmla="*/ 21600 h 21600"/>
              <a:gd name="T4" fmla="*/ 10849 w 21600"/>
              <a:gd name="T5" fmla="*/ 0 h 21600"/>
              <a:gd name="T6" fmla="*/ 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a:moveTo>
                  <a:pt x="0" y="21600"/>
                </a:moveTo>
                <a:lnTo>
                  <a:pt x="21600" y="21600"/>
                </a:lnTo>
                <a:cubicBezTo>
                  <a:pt x="15074" y="15093"/>
                  <a:pt x="10849" y="0"/>
                  <a:pt x="10849" y="0"/>
                </a:cubicBezTo>
                <a:cubicBezTo>
                  <a:pt x="7796" y="12113"/>
                  <a:pt x="0" y="21600"/>
                  <a:pt x="0" y="21600"/>
                </a:cubicBezTo>
                <a:close/>
                <a:moveTo>
                  <a:pt x="0" y="21600"/>
                </a:moveTo>
              </a:path>
            </a:pathLst>
          </a:custGeom>
          <a:solidFill>
            <a:schemeClr val="accent2">
              <a:lumMod val="100000"/>
              <a:alpha val="80000"/>
            </a:schemeClr>
          </a:solidFill>
          <a:ln>
            <a:noFill/>
          </a:ln>
          <a:effectLst>
            <a:outerShdw blurRad="50800" dist="38100" algn="l" rotWithShape="0">
              <a:prstClr val="black">
                <a:alpha val="40000"/>
              </a:prstClr>
            </a:outerShdw>
          </a:effectLst>
        </p:spPr>
        <p:txBody>
          <a:bodyPr anchor="ctr"/>
          <a:lstStyle/>
          <a:p>
            <a:pPr algn="ctr"/>
            <a:endParaRPr sz="2135">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6" name="Rectangle 38">
            <a:extLst>
              <a:ext uri="{FF2B5EF4-FFF2-40B4-BE49-F238E27FC236}">
                <a16:creationId xmlns:a16="http://schemas.microsoft.com/office/drawing/2014/main" id="{B00ECD37-2890-5D45-B053-C869C3662CB0}"/>
              </a:ext>
            </a:extLst>
          </p:cNvPr>
          <p:cNvSpPr/>
          <p:nvPr/>
        </p:nvSpPr>
        <p:spPr bwMode="auto">
          <a:xfrm>
            <a:off x="8595130" y="2025532"/>
            <a:ext cx="797131" cy="223457"/>
          </a:xfrm>
          <a:prstGeom prst="rect">
            <a:avLst/>
          </a:prstGeom>
          <a:solidFill>
            <a:schemeClr val="accent2">
              <a:lumMod val="100000"/>
              <a:alpha val="80000"/>
            </a:schemeClr>
          </a:solidFill>
          <a:ln>
            <a:noFill/>
          </a:ln>
          <a:effectLst>
            <a:outerShdw blurRad="101600" dist="76200" dir="2700000" algn="tl" rotWithShape="0">
              <a:prstClr val="black">
                <a:alpha val="30000"/>
              </a:prstClr>
            </a:outerShdw>
          </a:effectLst>
        </p:spPr>
        <p:txBody>
          <a:bodyPr wrap="none" lIns="0" tIns="0" rIns="0" bIns="0" anchor="ctr">
            <a:normAutofit/>
          </a:bodyPr>
          <a:lstStyle/>
          <a:p>
            <a:pPr algn="ctr"/>
            <a:r>
              <a:rPr lang="en-US" sz="1400" dirty="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35%</a:t>
            </a:r>
          </a:p>
        </p:txBody>
      </p:sp>
      <p:cxnSp>
        <p:nvCxnSpPr>
          <p:cNvPr id="17" name="Straight Connector 36">
            <a:extLst>
              <a:ext uri="{FF2B5EF4-FFF2-40B4-BE49-F238E27FC236}">
                <a16:creationId xmlns:a16="http://schemas.microsoft.com/office/drawing/2014/main" id="{FD38288A-A422-2C4A-8E9E-C660B0F86074}"/>
              </a:ext>
            </a:extLst>
          </p:cNvPr>
          <p:cNvCxnSpPr/>
          <p:nvPr/>
        </p:nvCxnSpPr>
        <p:spPr>
          <a:xfrm>
            <a:off x="8998138" y="2467065"/>
            <a:ext cx="0" cy="1553722"/>
          </a:xfrm>
          <a:prstGeom prst="line">
            <a:avLst/>
          </a:prstGeom>
          <a:solidFill>
            <a:srgbClr val="65221A">
              <a:alpha val="80000"/>
            </a:srgbClr>
          </a:solidFill>
          <a:ln w="19050">
            <a:solidFill>
              <a:schemeClr val="bg2">
                <a:lumMod val="75000"/>
              </a:schemeClr>
            </a:solidFill>
            <a:prstDash val="sysDot"/>
            <a:headEnd type="oval" w="lg" len="lg"/>
            <a:tailEnd type="none" w="lg" len="lg"/>
          </a:ln>
        </p:spPr>
        <p:style>
          <a:lnRef idx="1">
            <a:schemeClr val="accent1"/>
          </a:lnRef>
          <a:fillRef idx="0">
            <a:schemeClr val="accent1"/>
          </a:fillRef>
          <a:effectRef idx="0">
            <a:schemeClr val="accent1"/>
          </a:effectRef>
          <a:fontRef idx="minor">
            <a:schemeClr val="tx1"/>
          </a:fontRef>
        </p:style>
      </p:cxnSp>
      <p:sp>
        <p:nvSpPr>
          <p:cNvPr id="18" name="矩形 47">
            <a:extLst>
              <a:ext uri="{FF2B5EF4-FFF2-40B4-BE49-F238E27FC236}">
                <a16:creationId xmlns:a16="http://schemas.microsoft.com/office/drawing/2014/main" id="{A9E8261E-18CF-B84F-8A76-770E2F9D5F06}"/>
              </a:ext>
            </a:extLst>
          </p:cNvPr>
          <p:cNvSpPr>
            <a:spLocks noChangeArrowheads="1"/>
          </p:cNvSpPr>
          <p:nvPr/>
        </p:nvSpPr>
        <p:spPr bwMode="auto">
          <a:xfrm>
            <a:off x="2167888" y="5043221"/>
            <a:ext cx="2143533" cy="845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nSpc>
                <a:spcPct val="120000"/>
              </a:lnSpc>
              <a:spcBef>
                <a:spcPct val="0"/>
              </a:spcBef>
              <a:buNone/>
            </a:pPr>
            <a:r>
              <a:rPr lang="zh-CN" altLang="en-US" sz="1400" dirty="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在此录入上述图表的描述说明，在此录入上述图表的描述说明。</a:t>
            </a:r>
          </a:p>
        </p:txBody>
      </p:sp>
      <p:sp>
        <p:nvSpPr>
          <p:cNvPr id="19" name="矩形 47">
            <a:extLst>
              <a:ext uri="{FF2B5EF4-FFF2-40B4-BE49-F238E27FC236}">
                <a16:creationId xmlns:a16="http://schemas.microsoft.com/office/drawing/2014/main" id="{A65E53F8-22C4-1D40-A115-3508A624B1F3}"/>
              </a:ext>
            </a:extLst>
          </p:cNvPr>
          <p:cNvSpPr>
            <a:spLocks noChangeArrowheads="1"/>
          </p:cNvSpPr>
          <p:nvPr/>
        </p:nvSpPr>
        <p:spPr bwMode="auto">
          <a:xfrm>
            <a:off x="5067036" y="5043221"/>
            <a:ext cx="2143533" cy="845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nSpc>
                <a:spcPct val="120000"/>
              </a:lnSpc>
              <a:spcBef>
                <a:spcPct val="0"/>
              </a:spcBef>
              <a:buNone/>
            </a:pPr>
            <a:r>
              <a:rPr lang="zh-CN" altLang="en-US" sz="1400" dirty="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在此录入上述图表的描述说明，在此录入上述图表的描述说明。</a:t>
            </a:r>
          </a:p>
        </p:txBody>
      </p:sp>
      <p:sp>
        <p:nvSpPr>
          <p:cNvPr id="20" name="矩形 47">
            <a:extLst>
              <a:ext uri="{FF2B5EF4-FFF2-40B4-BE49-F238E27FC236}">
                <a16:creationId xmlns:a16="http://schemas.microsoft.com/office/drawing/2014/main" id="{990FD92D-716F-2E4E-BBE6-D551FF56EB26}"/>
              </a:ext>
            </a:extLst>
          </p:cNvPr>
          <p:cNvSpPr>
            <a:spLocks noChangeArrowheads="1"/>
          </p:cNvSpPr>
          <p:nvPr/>
        </p:nvSpPr>
        <p:spPr bwMode="auto">
          <a:xfrm>
            <a:off x="7894643" y="5043221"/>
            <a:ext cx="2143533" cy="845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nSpc>
                <a:spcPct val="120000"/>
              </a:lnSpc>
              <a:spcBef>
                <a:spcPct val="0"/>
              </a:spcBef>
              <a:buNone/>
            </a:pPr>
            <a:r>
              <a:rPr lang="zh-CN" altLang="en-US" sz="1400" dirty="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在此录入上述图表的描述说明，在此录入上述图表的描述说明。</a:t>
            </a:r>
          </a:p>
        </p:txBody>
      </p:sp>
      <p:grpSp>
        <p:nvGrpSpPr>
          <p:cNvPr id="21" name="Group 2_1">
            <a:extLst>
              <a:ext uri="{FF2B5EF4-FFF2-40B4-BE49-F238E27FC236}">
                <a16:creationId xmlns:a16="http://schemas.microsoft.com/office/drawing/2014/main" id="{7E5E821D-183C-48DC-A735-3B13917FAAEB}"/>
              </a:ext>
            </a:extLst>
          </p:cNvPr>
          <p:cNvGrpSpPr/>
          <p:nvPr/>
        </p:nvGrpSpPr>
        <p:grpSpPr>
          <a:xfrm>
            <a:off x="0" y="0"/>
            <a:ext cx="1751115" cy="1097152"/>
            <a:chOff x="0" y="0"/>
            <a:chExt cx="1751115" cy="1097152"/>
          </a:xfrm>
        </p:grpSpPr>
        <p:grpSp>
          <p:nvGrpSpPr>
            <p:cNvPr id="22" name="组合 21">
              <a:extLst>
                <a:ext uri="{FF2B5EF4-FFF2-40B4-BE49-F238E27FC236}">
                  <a16:creationId xmlns:a16="http://schemas.microsoft.com/office/drawing/2014/main" id="{09FA0949-8CD5-4385-8A49-F95AF305ED45}"/>
                </a:ext>
              </a:extLst>
            </p:cNvPr>
            <p:cNvGrpSpPr/>
            <p:nvPr/>
          </p:nvGrpSpPr>
          <p:grpSpPr>
            <a:xfrm>
              <a:off x="0" y="0"/>
              <a:ext cx="1751115" cy="1097152"/>
              <a:chOff x="-1832690" y="-1312191"/>
              <a:chExt cx="4302458" cy="3292533"/>
            </a:xfrm>
          </p:grpSpPr>
          <p:pic>
            <p:nvPicPr>
              <p:cNvPr id="24" name="PA-图片 2">
                <a:extLst>
                  <a:ext uri="{FF2B5EF4-FFF2-40B4-BE49-F238E27FC236}">
                    <a16:creationId xmlns:a16="http://schemas.microsoft.com/office/drawing/2014/main" id="{B3E89771-208C-4F8E-9006-226BB35CCA89}"/>
                  </a:ext>
                </a:extLst>
              </p:cNvPr>
              <p:cNvPicPr>
                <a:picLocks noChangeAspect="1"/>
              </p:cNvPicPr>
              <p:nvPr>
                <p:custDataLst>
                  <p:tags r:id="rId2"/>
                </p:custDataLst>
              </p:nvPr>
            </p:nvPicPr>
            <p:blipFill rotWithShape="1">
              <a:blip r:embed="rId6" cstate="print">
                <a:extLst>
                  <a:ext uri="{28A0092B-C50C-407E-A947-70E740481C1C}">
                    <a14:useLocalDpi xmlns:a14="http://schemas.microsoft.com/office/drawing/2010/main" val="0"/>
                  </a:ext>
                </a:extLst>
              </a:blip>
              <a:srcRect l="15664" t="61151"/>
              <a:stretch/>
            </p:blipFill>
            <p:spPr>
              <a:xfrm>
                <a:off x="-1832690" y="-1312191"/>
                <a:ext cx="4302458" cy="2664265"/>
              </a:xfrm>
              <a:prstGeom prst="rect">
                <a:avLst/>
              </a:prstGeom>
            </p:spPr>
          </p:pic>
          <p:pic>
            <p:nvPicPr>
              <p:cNvPr id="25" name="PA-图片 7">
                <a:extLst>
                  <a:ext uri="{FF2B5EF4-FFF2-40B4-BE49-F238E27FC236}">
                    <a16:creationId xmlns:a16="http://schemas.microsoft.com/office/drawing/2014/main" id="{32AB5977-4335-414E-8476-A6ED5151F3ED}"/>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975373" y="1127025"/>
                <a:ext cx="775743" cy="853317"/>
              </a:xfrm>
              <a:prstGeom prst="rect">
                <a:avLst/>
              </a:prstGeom>
            </p:spPr>
          </p:pic>
        </p:grpSp>
        <p:sp>
          <p:nvSpPr>
            <p:cNvPr id="23" name="PA-矩形8435759">
              <a:extLst>
                <a:ext uri="{FF2B5EF4-FFF2-40B4-BE49-F238E27FC236}">
                  <a16:creationId xmlns:a16="http://schemas.microsoft.com/office/drawing/2014/main" id="{442DBBE5-2676-4268-8996-32DB03EBDA13}"/>
                </a:ext>
              </a:extLst>
            </p:cNvPr>
            <p:cNvSpPr/>
            <p:nvPr>
              <p:custDataLst>
                <p:tags r:id="rId1"/>
              </p:custDataLst>
            </p:nvPr>
          </p:nvSpPr>
          <p:spPr>
            <a:xfrm>
              <a:off x="60033" y="136009"/>
              <a:ext cx="1398588" cy="400110"/>
            </a:xfrm>
            <a:prstGeom prst="rect">
              <a:avLst/>
            </a:prstGeom>
          </p:spPr>
          <p:txBody>
            <a:bodyPr wrap="none">
              <a:spAutoFit/>
            </a:bodyPr>
            <a:lstStyle/>
            <a:p>
              <a:r>
                <a:rPr lang="en-US" altLang="zh-CN" sz="2000" dirty="0">
                  <a:latin typeface="思源黑体 CN Medium" panose="020B0600000000000000" pitchFamily="34" charset="-122"/>
                  <a:ea typeface="思源黑体 CN Medium" panose="020B0600000000000000" pitchFamily="34" charset="-122"/>
                  <a:sym typeface="思源黑体" panose="020B0400000000000000" pitchFamily="34" charset="-122"/>
                </a:rPr>
                <a:t>Enter title</a:t>
              </a:r>
              <a:endParaRPr lang="zh-CN" altLang="en-US" sz="2000" dirty="0">
                <a:latin typeface="思源黑体 CN Medium" panose="020B0600000000000000" pitchFamily="34" charset="-122"/>
                <a:ea typeface="思源黑体 CN Medium" panose="020B0600000000000000" pitchFamily="34" charset="-122"/>
              </a:endParaRPr>
            </a:p>
          </p:txBody>
        </p:sp>
      </p:grpSp>
    </p:spTree>
    <p:extLst>
      <p:ext uri="{BB962C8B-B14F-4D97-AF65-F5344CB8AC3E}">
        <p14:creationId xmlns:p14="http://schemas.microsoft.com/office/powerpoint/2010/main" val="2085770380"/>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linds(horizontal)">
                                      <p:cBhvr>
                                        <p:cTn id="10" dur="500"/>
                                        <p:tgtEl>
                                          <p:spTgt spid="4"/>
                                        </p:tgtEl>
                                      </p:cBhvr>
                                    </p:animEffect>
                                  </p:childTnLst>
                                </p:cTn>
                              </p:par>
                              <p:par>
                                <p:cTn id="11" presetID="3" presetClass="entr" presetSubtype="1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linds(horizontal)">
                                      <p:cBhvr>
                                        <p:cTn id="13" dur="500"/>
                                        <p:tgtEl>
                                          <p:spTgt spid="5"/>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linds(horizontal)">
                                      <p:cBhvr>
                                        <p:cTn id="16" dur="500"/>
                                        <p:tgtEl>
                                          <p:spTgt spid="6"/>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blinds(horizontal)">
                                      <p:cBhvr>
                                        <p:cTn id="19" dur="500"/>
                                        <p:tgtEl>
                                          <p:spTgt spid="7"/>
                                        </p:tgtEl>
                                      </p:cBhvr>
                                    </p:animEffect>
                                  </p:childTnLst>
                                </p:cTn>
                              </p:par>
                              <p:par>
                                <p:cTn id="20" presetID="3" presetClass="entr" presetSubtype="1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blinds(horizontal)">
                                      <p:cBhvr>
                                        <p:cTn id="25" dur="500"/>
                                        <p:tgtEl>
                                          <p:spTgt spid="9"/>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blinds(horizontal)">
                                      <p:cBhvr>
                                        <p:cTn id="28" dur="500"/>
                                        <p:tgtEl>
                                          <p:spTgt spid="10"/>
                                        </p:tgtEl>
                                      </p:cBhvr>
                                    </p:animEffect>
                                  </p:childTnLst>
                                </p:cTn>
                              </p:par>
                              <p:par>
                                <p:cTn id="29" presetID="3" presetClass="entr" presetSubtype="1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blinds(horizontal)">
                                      <p:cBhvr>
                                        <p:cTn id="31" dur="500"/>
                                        <p:tgtEl>
                                          <p:spTgt spid="11"/>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blinds(horizontal)">
                                      <p:cBhvr>
                                        <p:cTn id="34" dur="500"/>
                                        <p:tgtEl>
                                          <p:spTgt spid="12"/>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blinds(horizontal)">
                                      <p:cBhvr>
                                        <p:cTn id="37" dur="500"/>
                                        <p:tgtEl>
                                          <p:spTgt spid="13"/>
                                        </p:tgtEl>
                                      </p:cBhvr>
                                    </p:animEffect>
                                  </p:childTnLst>
                                </p:cTn>
                              </p:par>
                              <p:par>
                                <p:cTn id="38" presetID="3" presetClass="entr" presetSubtype="10"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blinds(horizontal)">
                                      <p:cBhvr>
                                        <p:cTn id="40" dur="500"/>
                                        <p:tgtEl>
                                          <p:spTgt spid="14"/>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blinds(horizontal)">
                                      <p:cBhvr>
                                        <p:cTn id="43" dur="500"/>
                                        <p:tgtEl>
                                          <p:spTgt spid="15"/>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blinds(horizontal)">
                                      <p:cBhvr>
                                        <p:cTn id="46" dur="500"/>
                                        <p:tgtEl>
                                          <p:spTgt spid="16"/>
                                        </p:tgtEl>
                                      </p:cBhvr>
                                    </p:animEffect>
                                  </p:childTnLst>
                                </p:cTn>
                              </p:par>
                              <p:par>
                                <p:cTn id="47" presetID="3" presetClass="entr" presetSubtype="1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blinds(horizontal)">
                                      <p:cBhvr>
                                        <p:cTn id="49" dur="500"/>
                                        <p:tgtEl>
                                          <p:spTgt spid="17"/>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blinds(horizontal)">
                                      <p:cBhvr>
                                        <p:cTn id="52" dur="500"/>
                                        <p:tgtEl>
                                          <p:spTgt spid="18"/>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blinds(horizontal)">
                                      <p:cBhvr>
                                        <p:cTn id="55" dur="500"/>
                                        <p:tgtEl>
                                          <p:spTgt spid="19"/>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blinds(horizontal)">
                                      <p:cBhvr>
                                        <p:cTn id="5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9" grpId="0" animBg="1"/>
      <p:bldP spid="10" grpId="0" animBg="1"/>
      <p:bldP spid="12" grpId="0" animBg="1"/>
      <p:bldP spid="13" grpId="0" animBg="1"/>
      <p:bldP spid="15" grpId="0" animBg="1"/>
      <p:bldP spid="16" grpId="0" animBg="1"/>
      <p:bldP spid="18" grpId="0"/>
      <p:bldP spid="19" grpId="0"/>
      <p:bldP spid="2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9001760" y="2003449"/>
            <a:ext cx="2057400" cy="416560"/>
          </a:xfrm>
          <a:prstGeom prst="rect">
            <a:avLst/>
          </a:prstGeom>
          <a:solidFill>
            <a:schemeClr val="tx1">
              <a:alpha val="5000"/>
            </a:schemeClr>
          </a:solidFill>
          <a:ln w="6350">
            <a:solidFill>
              <a:schemeClr val="tx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2" name="Rectangle 11"/>
          <p:cNvSpPr/>
          <p:nvPr/>
        </p:nvSpPr>
        <p:spPr>
          <a:xfrm>
            <a:off x="4886960" y="2003449"/>
            <a:ext cx="2057400" cy="416560"/>
          </a:xfrm>
          <a:prstGeom prst="rect">
            <a:avLst/>
          </a:prstGeom>
          <a:solidFill>
            <a:schemeClr val="tx1">
              <a:alpha val="5000"/>
            </a:schemeClr>
          </a:solidFill>
          <a:ln w="6350">
            <a:solidFill>
              <a:schemeClr val="tx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7" name="Rectangle 6"/>
          <p:cNvSpPr/>
          <p:nvPr/>
        </p:nvSpPr>
        <p:spPr>
          <a:xfrm>
            <a:off x="9001760" y="2003449"/>
            <a:ext cx="2057400" cy="3881120"/>
          </a:xfrm>
          <a:prstGeom prst="rect">
            <a:avLst/>
          </a:prstGeom>
          <a:noFill/>
          <a:ln w="6350">
            <a:solidFill>
              <a:schemeClr val="tx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9" name="Rectangle 8"/>
          <p:cNvSpPr/>
          <p:nvPr/>
        </p:nvSpPr>
        <p:spPr>
          <a:xfrm>
            <a:off x="4886960" y="2003449"/>
            <a:ext cx="2057400" cy="3881120"/>
          </a:xfrm>
          <a:prstGeom prst="rect">
            <a:avLst/>
          </a:prstGeom>
          <a:noFill/>
          <a:ln w="6350">
            <a:solidFill>
              <a:schemeClr val="tx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8" name="Rectangle 7"/>
          <p:cNvSpPr/>
          <p:nvPr/>
        </p:nvSpPr>
        <p:spPr>
          <a:xfrm>
            <a:off x="6944360" y="1871369"/>
            <a:ext cx="2057400" cy="4145280"/>
          </a:xfrm>
          <a:prstGeom prst="rect">
            <a:avLst/>
          </a:prstGeom>
          <a:solidFill>
            <a:schemeClr val="bg1"/>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cxnSp>
        <p:nvCxnSpPr>
          <p:cNvPr id="14" name="Straight Connector 13"/>
          <p:cNvCxnSpPr/>
          <p:nvPr/>
        </p:nvCxnSpPr>
        <p:spPr>
          <a:xfrm>
            <a:off x="1132840" y="3161689"/>
            <a:ext cx="9926320" cy="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1132840" y="2420009"/>
            <a:ext cx="9926320" cy="2529840"/>
          </a:xfrm>
          <a:prstGeom prst="rect">
            <a:avLst/>
          </a:prstGeom>
          <a:noFill/>
          <a:ln w="6350">
            <a:solidFill>
              <a:schemeClr val="tx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0" name="Pentagon 9"/>
          <p:cNvSpPr/>
          <p:nvPr/>
        </p:nvSpPr>
        <p:spPr>
          <a:xfrm rot="5400000">
            <a:off x="7550460" y="1263352"/>
            <a:ext cx="845200" cy="2057399"/>
          </a:xfrm>
          <a:prstGeom prst="homePlate">
            <a:avLst>
              <a:gd name="adj" fmla="val 3309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cxnSp>
        <p:nvCxnSpPr>
          <p:cNvPr id="18" name="Straight Connector 17"/>
          <p:cNvCxnSpPr/>
          <p:nvPr/>
        </p:nvCxnSpPr>
        <p:spPr>
          <a:xfrm>
            <a:off x="1132840" y="4502809"/>
            <a:ext cx="9926320" cy="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1132840" y="4055769"/>
            <a:ext cx="9926320" cy="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132840" y="3608729"/>
            <a:ext cx="9926320" cy="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sp>
        <p:nvSpPr>
          <p:cNvPr id="21" name="Shape 6975"/>
          <p:cNvSpPr/>
          <p:nvPr/>
        </p:nvSpPr>
        <p:spPr>
          <a:xfrm>
            <a:off x="7279640" y="1968604"/>
            <a:ext cx="1386840" cy="445609"/>
          </a:xfrm>
          <a:prstGeom prst="rect">
            <a:avLst/>
          </a:prstGeom>
          <a:noFill/>
          <a:ln w="12700" cap="flat">
            <a:noFill/>
            <a:miter lim="400000"/>
          </a:ln>
          <a:effectLst/>
        </p:spPr>
        <p:txBody>
          <a:bodyPr wrap="square" lIns="0" tIns="0" rIns="0" bIns="0" numCol="1" anchor="ctr">
            <a:normAutofit/>
          </a:bodyPr>
          <a:lstStyle/>
          <a:p>
            <a:pPr lvl="0" algn="ctr">
              <a:defRPr sz="1800"/>
            </a:pPr>
            <a:r>
              <a:rPr lang="en-US" sz="1500" dirty="0">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Plan 2</a:t>
            </a:r>
            <a:endParaRPr sz="1500" dirty="0">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endParaRPr>
          </a:p>
          <a:p>
            <a:pPr lvl="0" algn="ctr">
              <a:defRPr sz="1800"/>
            </a:pPr>
            <a:r>
              <a:rPr lang="en-US" sz="900" dirty="0">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Recommended</a:t>
            </a:r>
            <a:endParaRPr sz="900" dirty="0">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endParaRPr>
          </a:p>
        </p:txBody>
      </p:sp>
      <p:sp>
        <p:nvSpPr>
          <p:cNvPr id="22" name="Shape 6975"/>
          <p:cNvSpPr/>
          <p:nvPr/>
        </p:nvSpPr>
        <p:spPr>
          <a:xfrm>
            <a:off x="5222240" y="2029566"/>
            <a:ext cx="1386840" cy="339644"/>
          </a:xfrm>
          <a:prstGeom prst="rect">
            <a:avLst/>
          </a:prstGeom>
          <a:noFill/>
          <a:ln w="12700" cap="flat">
            <a:noFill/>
            <a:miter lim="400000"/>
          </a:ln>
          <a:effectLst/>
        </p:spPr>
        <p:txBody>
          <a:bodyPr wrap="square" lIns="0" tIns="0" rIns="0" bIns="0" numCol="1" anchor="ctr">
            <a:normAutofit/>
          </a:bodyPr>
          <a:lstStyle/>
          <a:p>
            <a:pPr lvl="0" algn="ctr">
              <a:defRPr sz="1800"/>
            </a:pPr>
            <a:r>
              <a:rPr lang="en-US" sz="1500" dirty="0">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Plan 1</a:t>
            </a:r>
            <a:endParaRPr sz="1500" dirty="0">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endParaRPr>
          </a:p>
        </p:txBody>
      </p:sp>
      <p:sp>
        <p:nvSpPr>
          <p:cNvPr id="23" name="Shape 6975"/>
          <p:cNvSpPr/>
          <p:nvPr/>
        </p:nvSpPr>
        <p:spPr>
          <a:xfrm>
            <a:off x="9387840" y="2029566"/>
            <a:ext cx="1386840" cy="339644"/>
          </a:xfrm>
          <a:prstGeom prst="rect">
            <a:avLst/>
          </a:prstGeom>
          <a:noFill/>
          <a:ln w="12700" cap="flat">
            <a:noFill/>
            <a:miter lim="400000"/>
          </a:ln>
          <a:effectLst/>
        </p:spPr>
        <p:txBody>
          <a:bodyPr wrap="square" lIns="0" tIns="0" rIns="0" bIns="0" numCol="1" anchor="ctr">
            <a:normAutofit/>
          </a:bodyPr>
          <a:lstStyle/>
          <a:p>
            <a:pPr lvl="0" algn="ctr">
              <a:defRPr sz="1800"/>
            </a:pPr>
            <a:r>
              <a:rPr lang="en-US" sz="1500" dirty="0">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Plan 3</a:t>
            </a:r>
            <a:endParaRPr sz="1500" dirty="0">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endParaRPr>
          </a:p>
        </p:txBody>
      </p:sp>
      <p:sp>
        <p:nvSpPr>
          <p:cNvPr id="24" name="Shape 7150"/>
          <p:cNvSpPr/>
          <p:nvPr/>
        </p:nvSpPr>
        <p:spPr>
          <a:xfrm>
            <a:off x="1500576" y="2760736"/>
            <a:ext cx="2085904" cy="339993"/>
          </a:xfrm>
          <a:prstGeom prst="rect">
            <a:avLst/>
          </a:prstGeom>
          <a:noFill/>
          <a:ln w="12700" cap="flat">
            <a:noFill/>
            <a:miter lim="400000"/>
          </a:ln>
          <a:effectLst/>
        </p:spPr>
        <p:txBody>
          <a:bodyPr wrap="square" lIns="0" tIns="0" rIns="0" bIns="0" numCol="1" anchor="t">
            <a:noAutofit/>
          </a:bodyPr>
          <a:lstStyle>
            <a:lvl1pPr algn="l">
              <a:lnSpc>
                <a:spcPct val="110000"/>
              </a:lnSpc>
              <a:spcBef>
                <a:spcPts val="2000"/>
              </a:spcBef>
              <a:defRPr sz="1600">
                <a:solidFill>
                  <a:srgbClr val="FFFFFF"/>
                </a:solidFill>
                <a:latin typeface="Arimo"/>
                <a:ea typeface="Arimo"/>
                <a:cs typeface="Arimo"/>
                <a:sym typeface="Arimo"/>
              </a:defRPr>
            </a:lvl1pPr>
          </a:lstStyle>
          <a:p>
            <a:pPr lvl="0">
              <a:lnSpc>
                <a:spcPct val="100000"/>
              </a:lnSpc>
              <a:defRPr sz="1800">
                <a:solidFill>
                  <a:srgbClr val="000000"/>
                </a:solidFill>
              </a:defRPr>
            </a:pPr>
            <a:r>
              <a:rPr lang="en-US" sz="900" dirty="0" err="1">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I</a:t>
            </a:r>
            <a:r>
              <a:rPr sz="900" dirty="0" err="1">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psum</a:t>
            </a:r>
            <a:r>
              <a:rPr sz="9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 is simply dummy text of the printing and typesetting.</a:t>
            </a:r>
          </a:p>
        </p:txBody>
      </p:sp>
      <p:sp>
        <p:nvSpPr>
          <p:cNvPr id="25" name="Shape 7150"/>
          <p:cNvSpPr/>
          <p:nvPr/>
        </p:nvSpPr>
        <p:spPr>
          <a:xfrm>
            <a:off x="1500576" y="3309376"/>
            <a:ext cx="3051104" cy="177433"/>
          </a:xfrm>
          <a:prstGeom prst="rect">
            <a:avLst/>
          </a:prstGeom>
          <a:noFill/>
          <a:ln w="12700" cap="flat">
            <a:noFill/>
            <a:miter lim="400000"/>
          </a:ln>
          <a:effectLst/>
        </p:spPr>
        <p:txBody>
          <a:bodyPr wrap="square" lIns="0" tIns="0" rIns="0" bIns="0" numCol="1" anchor="t">
            <a:noAutofit/>
          </a:bodyPr>
          <a:lstStyle>
            <a:lvl1pPr algn="l">
              <a:lnSpc>
                <a:spcPct val="110000"/>
              </a:lnSpc>
              <a:spcBef>
                <a:spcPts val="2000"/>
              </a:spcBef>
              <a:defRPr sz="1600">
                <a:solidFill>
                  <a:srgbClr val="FFFFFF"/>
                </a:solidFill>
                <a:latin typeface="Arimo"/>
                <a:ea typeface="Arimo"/>
                <a:cs typeface="Arimo"/>
                <a:sym typeface="Arimo"/>
              </a:defRPr>
            </a:lvl1pPr>
          </a:lstStyle>
          <a:p>
            <a:pPr lvl="0">
              <a:lnSpc>
                <a:spcPct val="100000"/>
              </a:lnSpc>
              <a:defRPr sz="1800">
                <a:solidFill>
                  <a:srgbClr val="000000"/>
                </a:solidFill>
              </a:defRPr>
            </a:pPr>
            <a:r>
              <a:rPr lang="en-US" sz="9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S</a:t>
            </a:r>
            <a:r>
              <a:rPr sz="9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imply dummy text of the </a:t>
            </a:r>
            <a:r>
              <a:rPr sz="90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printing typesetting</a:t>
            </a:r>
            <a:endParaRPr sz="9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endParaRPr>
          </a:p>
        </p:txBody>
      </p:sp>
      <p:sp>
        <p:nvSpPr>
          <p:cNvPr id="27" name="Shape 7150"/>
          <p:cNvSpPr/>
          <p:nvPr/>
        </p:nvSpPr>
        <p:spPr>
          <a:xfrm>
            <a:off x="1500576" y="3746256"/>
            <a:ext cx="3051104" cy="177433"/>
          </a:xfrm>
          <a:prstGeom prst="rect">
            <a:avLst/>
          </a:prstGeom>
          <a:noFill/>
          <a:ln w="12700" cap="flat">
            <a:noFill/>
            <a:miter lim="400000"/>
          </a:ln>
          <a:effectLst/>
        </p:spPr>
        <p:txBody>
          <a:bodyPr wrap="square" lIns="0" tIns="0" rIns="0" bIns="0" numCol="1" anchor="t">
            <a:noAutofit/>
          </a:bodyPr>
          <a:lstStyle>
            <a:lvl1pPr algn="l">
              <a:lnSpc>
                <a:spcPct val="110000"/>
              </a:lnSpc>
              <a:spcBef>
                <a:spcPts val="2000"/>
              </a:spcBef>
              <a:defRPr sz="1600">
                <a:solidFill>
                  <a:srgbClr val="FFFFFF"/>
                </a:solidFill>
                <a:latin typeface="Arimo"/>
                <a:ea typeface="Arimo"/>
                <a:cs typeface="Arimo"/>
                <a:sym typeface="Arimo"/>
              </a:defRPr>
            </a:lvl1pPr>
          </a:lstStyle>
          <a:p>
            <a:pPr lvl="0">
              <a:lnSpc>
                <a:spcPct val="100000"/>
              </a:lnSpc>
              <a:defRPr sz="1800">
                <a:solidFill>
                  <a:srgbClr val="000000"/>
                </a:solidFill>
              </a:defRPr>
            </a:pPr>
            <a:r>
              <a:rPr lang="en-US" sz="9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D</a:t>
            </a:r>
            <a:r>
              <a:rPr sz="9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ummy text of the printing typesetting</a:t>
            </a:r>
          </a:p>
        </p:txBody>
      </p:sp>
      <p:sp>
        <p:nvSpPr>
          <p:cNvPr id="28" name="Shape 7150"/>
          <p:cNvSpPr/>
          <p:nvPr/>
        </p:nvSpPr>
        <p:spPr>
          <a:xfrm>
            <a:off x="1500576" y="4193296"/>
            <a:ext cx="3051104" cy="177433"/>
          </a:xfrm>
          <a:prstGeom prst="rect">
            <a:avLst/>
          </a:prstGeom>
          <a:noFill/>
          <a:ln w="12700" cap="flat">
            <a:noFill/>
            <a:miter lim="400000"/>
          </a:ln>
          <a:effectLst/>
        </p:spPr>
        <p:txBody>
          <a:bodyPr wrap="square" lIns="0" tIns="0" rIns="0" bIns="0" numCol="1" anchor="t">
            <a:noAutofit/>
          </a:bodyPr>
          <a:lstStyle>
            <a:lvl1pPr algn="l">
              <a:lnSpc>
                <a:spcPct val="110000"/>
              </a:lnSpc>
              <a:spcBef>
                <a:spcPts val="2000"/>
              </a:spcBef>
              <a:defRPr sz="1600">
                <a:solidFill>
                  <a:srgbClr val="FFFFFF"/>
                </a:solidFill>
                <a:latin typeface="Arimo"/>
                <a:ea typeface="Arimo"/>
                <a:cs typeface="Arimo"/>
                <a:sym typeface="Arimo"/>
              </a:defRPr>
            </a:lvl1pPr>
          </a:lstStyle>
          <a:p>
            <a:pPr lvl="0">
              <a:lnSpc>
                <a:spcPct val="100000"/>
              </a:lnSpc>
              <a:defRPr sz="1800">
                <a:solidFill>
                  <a:srgbClr val="000000"/>
                </a:solidFill>
              </a:defRPr>
            </a:pPr>
            <a:r>
              <a:rPr lang="en-US" sz="9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T</a:t>
            </a:r>
            <a:r>
              <a:rPr sz="9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ext of the printing typesetting</a:t>
            </a:r>
          </a:p>
        </p:txBody>
      </p:sp>
      <p:sp>
        <p:nvSpPr>
          <p:cNvPr id="29" name="Shape 7150"/>
          <p:cNvSpPr/>
          <p:nvPr/>
        </p:nvSpPr>
        <p:spPr>
          <a:xfrm>
            <a:off x="1500576" y="4630176"/>
            <a:ext cx="3051104" cy="177433"/>
          </a:xfrm>
          <a:prstGeom prst="rect">
            <a:avLst/>
          </a:prstGeom>
          <a:noFill/>
          <a:ln w="12700" cap="flat">
            <a:noFill/>
            <a:miter lim="400000"/>
          </a:ln>
          <a:effectLst/>
        </p:spPr>
        <p:txBody>
          <a:bodyPr wrap="square" lIns="0" tIns="0" rIns="0" bIns="0" numCol="1" anchor="t">
            <a:noAutofit/>
          </a:bodyPr>
          <a:lstStyle>
            <a:lvl1pPr algn="l">
              <a:lnSpc>
                <a:spcPct val="110000"/>
              </a:lnSpc>
              <a:spcBef>
                <a:spcPts val="2000"/>
              </a:spcBef>
              <a:defRPr sz="1600">
                <a:solidFill>
                  <a:srgbClr val="FFFFFF"/>
                </a:solidFill>
                <a:latin typeface="Arimo"/>
                <a:ea typeface="Arimo"/>
                <a:cs typeface="Arimo"/>
                <a:sym typeface="Arimo"/>
              </a:defRPr>
            </a:lvl1pPr>
          </a:lstStyle>
          <a:p>
            <a:pPr lvl="0">
              <a:lnSpc>
                <a:spcPct val="100000"/>
              </a:lnSpc>
              <a:defRPr sz="1800">
                <a:solidFill>
                  <a:srgbClr val="000000"/>
                </a:solidFill>
              </a:defRPr>
            </a:pPr>
            <a:r>
              <a:rPr lang="en-US" sz="9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S</a:t>
            </a:r>
            <a:r>
              <a:rPr sz="9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imply dummy text of the </a:t>
            </a:r>
            <a:r>
              <a:rPr sz="90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printing typesetting</a:t>
            </a:r>
            <a:endParaRPr sz="9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endParaRPr>
          </a:p>
        </p:txBody>
      </p:sp>
      <p:sp>
        <p:nvSpPr>
          <p:cNvPr id="31" name="Rectangle 30"/>
          <p:cNvSpPr/>
          <p:nvPr/>
        </p:nvSpPr>
        <p:spPr>
          <a:xfrm>
            <a:off x="9718572" y="2694795"/>
            <a:ext cx="505267" cy="477054"/>
          </a:xfrm>
          <a:prstGeom prst="rect">
            <a:avLst/>
          </a:prstGeom>
        </p:spPr>
        <p:txBody>
          <a:bodyPr wrap="none" anchor="ctr">
            <a:spAutoFit/>
          </a:bodyPr>
          <a:lstStyle/>
          <a:p>
            <a:pPr algn="ctr"/>
            <a:r>
              <a:rPr lang="en-US" sz="2500" dirty="0">
                <a:latin typeface="思源黑体 CN Regular" panose="020B0500000000000000" pitchFamily="34" charset="-122"/>
                <a:ea typeface="思源黑体 CN Regular" panose="020B0500000000000000" pitchFamily="34" charset="-122"/>
                <a:sym typeface="思源黑体 CN Regular" panose="020B0500000000000000" pitchFamily="34" charset="-122"/>
              </a:rPr>
              <a:t></a:t>
            </a:r>
          </a:p>
        </p:txBody>
      </p:sp>
      <p:sp>
        <p:nvSpPr>
          <p:cNvPr id="32" name="Rectangle 31"/>
          <p:cNvSpPr/>
          <p:nvPr/>
        </p:nvSpPr>
        <p:spPr>
          <a:xfrm>
            <a:off x="5696060" y="2694795"/>
            <a:ext cx="505267" cy="477054"/>
          </a:xfrm>
          <a:prstGeom prst="rect">
            <a:avLst/>
          </a:prstGeom>
        </p:spPr>
        <p:txBody>
          <a:bodyPr wrap="none" anchor="ctr">
            <a:spAutoFit/>
          </a:bodyPr>
          <a:lstStyle/>
          <a:p>
            <a:pPr algn="ctr"/>
            <a:r>
              <a:rPr lang="en-US" sz="2500" dirty="0">
                <a:latin typeface="思源黑体 CN Regular" panose="020B0500000000000000" pitchFamily="34" charset="-122"/>
                <a:ea typeface="思源黑体 CN Regular" panose="020B0500000000000000" pitchFamily="34" charset="-122"/>
                <a:sym typeface="思源黑体 CN Regular" panose="020B0500000000000000" pitchFamily="34" charset="-122"/>
              </a:rPr>
              <a:t></a:t>
            </a:r>
          </a:p>
        </p:txBody>
      </p:sp>
      <p:sp>
        <p:nvSpPr>
          <p:cNvPr id="33" name="Rectangle 32"/>
          <p:cNvSpPr/>
          <p:nvPr/>
        </p:nvSpPr>
        <p:spPr>
          <a:xfrm>
            <a:off x="7730217" y="2694795"/>
            <a:ext cx="505267" cy="477054"/>
          </a:xfrm>
          <a:prstGeom prst="rect">
            <a:avLst/>
          </a:prstGeom>
        </p:spPr>
        <p:txBody>
          <a:bodyPr wrap="none" anchor="ctr">
            <a:spAutoFit/>
          </a:bodyPr>
          <a:lstStyle/>
          <a:p>
            <a:pPr algn="ctr"/>
            <a:r>
              <a:rPr lang="en-US" sz="2500" dirty="0">
                <a:latin typeface="思源黑体 CN Regular" panose="020B0500000000000000" pitchFamily="34" charset="-122"/>
                <a:ea typeface="思源黑体 CN Regular" panose="020B0500000000000000" pitchFamily="34" charset="-122"/>
                <a:sym typeface="思源黑体 CN Regular" panose="020B0500000000000000" pitchFamily="34" charset="-122"/>
              </a:rPr>
              <a:t></a:t>
            </a:r>
          </a:p>
        </p:txBody>
      </p:sp>
      <p:sp>
        <p:nvSpPr>
          <p:cNvPr id="34" name="Multiply 33"/>
          <p:cNvSpPr/>
          <p:nvPr/>
        </p:nvSpPr>
        <p:spPr>
          <a:xfrm>
            <a:off x="5492048" y="4536113"/>
            <a:ext cx="426152" cy="426152"/>
          </a:xfrm>
          <a:prstGeom prst="mathMultiply">
            <a:avLst>
              <a:gd name="adj1" fmla="val 17433"/>
            </a:avLst>
          </a:prstGeom>
          <a:solidFill>
            <a:schemeClr val="accent4"/>
          </a:solidFill>
          <a:ln w="158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solidFill>
                <a:schemeClr val="tx1"/>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36" name="Freeform 35"/>
          <p:cNvSpPr/>
          <p:nvPr/>
        </p:nvSpPr>
        <p:spPr>
          <a:xfrm>
            <a:off x="5563419" y="3700168"/>
            <a:ext cx="343572" cy="265505"/>
          </a:xfrm>
          <a:custGeom>
            <a:avLst/>
            <a:gdLst>
              <a:gd name="connsiteX0" fmla="*/ 0 w 9255760"/>
              <a:gd name="connsiteY0" fmla="*/ 3830320 h 7152640"/>
              <a:gd name="connsiteX1" fmla="*/ 2631440 w 9255760"/>
              <a:gd name="connsiteY1" fmla="*/ 7152640 h 7152640"/>
              <a:gd name="connsiteX2" fmla="*/ 9255760 w 9255760"/>
              <a:gd name="connsiteY2" fmla="*/ 1249680 h 7152640"/>
              <a:gd name="connsiteX3" fmla="*/ 8310880 w 9255760"/>
              <a:gd name="connsiteY3" fmla="*/ 0 h 7152640"/>
              <a:gd name="connsiteX4" fmla="*/ 2773680 w 9255760"/>
              <a:gd name="connsiteY4" fmla="*/ 4622800 h 7152640"/>
              <a:gd name="connsiteX5" fmla="*/ 965200 w 9255760"/>
              <a:gd name="connsiteY5" fmla="*/ 2174240 h 7152640"/>
              <a:gd name="connsiteX6" fmla="*/ 0 w 9255760"/>
              <a:gd name="connsiteY6" fmla="*/ 3830320 h 7152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55760" h="7152640">
                <a:moveTo>
                  <a:pt x="0" y="3830320"/>
                </a:moveTo>
                <a:lnTo>
                  <a:pt x="2631440" y="7152640"/>
                </a:lnTo>
                <a:lnTo>
                  <a:pt x="9255760" y="1249680"/>
                </a:lnTo>
                <a:lnTo>
                  <a:pt x="8310880" y="0"/>
                </a:lnTo>
                <a:lnTo>
                  <a:pt x="2773680" y="4622800"/>
                </a:lnTo>
                <a:lnTo>
                  <a:pt x="965200" y="2174240"/>
                </a:lnTo>
                <a:lnTo>
                  <a:pt x="0" y="3830320"/>
                </a:lnTo>
                <a:close/>
              </a:path>
            </a:pathLst>
          </a:custGeom>
          <a:solidFill>
            <a:schemeClr val="accent3"/>
          </a:solidFill>
          <a:ln w="158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37" name="Freeform 36"/>
          <p:cNvSpPr/>
          <p:nvPr/>
        </p:nvSpPr>
        <p:spPr>
          <a:xfrm>
            <a:off x="5563419" y="3249318"/>
            <a:ext cx="343572" cy="265505"/>
          </a:xfrm>
          <a:custGeom>
            <a:avLst/>
            <a:gdLst>
              <a:gd name="connsiteX0" fmla="*/ 0 w 9255760"/>
              <a:gd name="connsiteY0" fmla="*/ 3830320 h 7152640"/>
              <a:gd name="connsiteX1" fmla="*/ 2631440 w 9255760"/>
              <a:gd name="connsiteY1" fmla="*/ 7152640 h 7152640"/>
              <a:gd name="connsiteX2" fmla="*/ 9255760 w 9255760"/>
              <a:gd name="connsiteY2" fmla="*/ 1249680 h 7152640"/>
              <a:gd name="connsiteX3" fmla="*/ 8310880 w 9255760"/>
              <a:gd name="connsiteY3" fmla="*/ 0 h 7152640"/>
              <a:gd name="connsiteX4" fmla="*/ 2773680 w 9255760"/>
              <a:gd name="connsiteY4" fmla="*/ 4622800 h 7152640"/>
              <a:gd name="connsiteX5" fmla="*/ 965200 w 9255760"/>
              <a:gd name="connsiteY5" fmla="*/ 2174240 h 7152640"/>
              <a:gd name="connsiteX6" fmla="*/ 0 w 9255760"/>
              <a:gd name="connsiteY6" fmla="*/ 3830320 h 7152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55760" h="7152640">
                <a:moveTo>
                  <a:pt x="0" y="3830320"/>
                </a:moveTo>
                <a:lnTo>
                  <a:pt x="2631440" y="7152640"/>
                </a:lnTo>
                <a:lnTo>
                  <a:pt x="9255760" y="1249680"/>
                </a:lnTo>
                <a:lnTo>
                  <a:pt x="8310880" y="0"/>
                </a:lnTo>
                <a:lnTo>
                  <a:pt x="2773680" y="4622800"/>
                </a:lnTo>
                <a:lnTo>
                  <a:pt x="965200" y="2174240"/>
                </a:lnTo>
                <a:lnTo>
                  <a:pt x="0" y="3830320"/>
                </a:lnTo>
                <a:close/>
              </a:path>
            </a:pathLst>
          </a:custGeom>
          <a:solidFill>
            <a:schemeClr val="accent3"/>
          </a:solidFill>
          <a:ln w="158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39" name="Shape 7150"/>
          <p:cNvSpPr/>
          <p:nvPr/>
        </p:nvSpPr>
        <p:spPr>
          <a:xfrm>
            <a:off x="6105529" y="3284662"/>
            <a:ext cx="518655" cy="205447"/>
          </a:xfrm>
          <a:prstGeom prst="rect">
            <a:avLst/>
          </a:prstGeom>
          <a:noFill/>
          <a:ln w="12700" cap="flat">
            <a:noFill/>
            <a:miter lim="400000"/>
          </a:ln>
          <a:effectLst/>
        </p:spPr>
        <p:txBody>
          <a:bodyPr wrap="square" lIns="0" tIns="0" rIns="0" bIns="0" numCol="1" anchor="t">
            <a:noAutofit/>
          </a:bodyPr>
          <a:lstStyle>
            <a:lvl1pPr algn="l">
              <a:lnSpc>
                <a:spcPct val="110000"/>
              </a:lnSpc>
              <a:spcBef>
                <a:spcPts val="2000"/>
              </a:spcBef>
              <a:defRPr sz="1600">
                <a:solidFill>
                  <a:srgbClr val="FFFFFF"/>
                </a:solidFill>
                <a:latin typeface="Arimo"/>
                <a:ea typeface="Arimo"/>
                <a:cs typeface="Arimo"/>
                <a:sym typeface="Arimo"/>
              </a:defRPr>
            </a:lvl1pPr>
          </a:lstStyle>
          <a:p>
            <a:pPr lvl="0">
              <a:lnSpc>
                <a:spcPct val="100000"/>
              </a:lnSpc>
              <a:defRPr sz="1800">
                <a:solidFill>
                  <a:srgbClr val="000000"/>
                </a:solidFill>
              </a:defRPr>
            </a:pPr>
            <a:r>
              <a:rPr lang="en-US" sz="12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150M</a:t>
            </a:r>
            <a:endParaRPr sz="12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endParaRPr>
          </a:p>
        </p:txBody>
      </p:sp>
      <p:sp>
        <p:nvSpPr>
          <p:cNvPr id="40" name="Shape 7150"/>
          <p:cNvSpPr/>
          <p:nvPr/>
        </p:nvSpPr>
        <p:spPr>
          <a:xfrm>
            <a:off x="6105529" y="3729505"/>
            <a:ext cx="518655" cy="205447"/>
          </a:xfrm>
          <a:prstGeom prst="rect">
            <a:avLst/>
          </a:prstGeom>
          <a:noFill/>
          <a:ln w="12700" cap="flat">
            <a:noFill/>
            <a:miter lim="400000"/>
          </a:ln>
          <a:effectLst/>
        </p:spPr>
        <p:txBody>
          <a:bodyPr wrap="square" lIns="0" tIns="0" rIns="0" bIns="0" numCol="1" anchor="t">
            <a:noAutofit/>
          </a:bodyPr>
          <a:lstStyle>
            <a:lvl1pPr algn="l">
              <a:lnSpc>
                <a:spcPct val="110000"/>
              </a:lnSpc>
              <a:spcBef>
                <a:spcPts val="2000"/>
              </a:spcBef>
              <a:defRPr sz="1600">
                <a:solidFill>
                  <a:srgbClr val="FFFFFF"/>
                </a:solidFill>
                <a:latin typeface="Arimo"/>
                <a:ea typeface="Arimo"/>
                <a:cs typeface="Arimo"/>
                <a:sym typeface="Arimo"/>
              </a:defRPr>
            </a:lvl1pPr>
          </a:lstStyle>
          <a:p>
            <a:pPr lvl="0">
              <a:lnSpc>
                <a:spcPct val="100000"/>
              </a:lnSpc>
              <a:defRPr sz="1800">
                <a:solidFill>
                  <a:srgbClr val="000000"/>
                </a:solidFill>
              </a:defRPr>
            </a:pPr>
            <a:r>
              <a:rPr lang="en-US" sz="12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350M</a:t>
            </a:r>
            <a:endParaRPr sz="12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endParaRPr>
          </a:p>
        </p:txBody>
      </p:sp>
      <p:sp>
        <p:nvSpPr>
          <p:cNvPr id="41" name="Shape 7150"/>
          <p:cNvSpPr/>
          <p:nvPr/>
        </p:nvSpPr>
        <p:spPr>
          <a:xfrm>
            <a:off x="6105529" y="4182586"/>
            <a:ext cx="518655" cy="205447"/>
          </a:xfrm>
          <a:prstGeom prst="rect">
            <a:avLst/>
          </a:prstGeom>
          <a:noFill/>
          <a:ln w="12700" cap="flat">
            <a:noFill/>
            <a:miter lim="400000"/>
          </a:ln>
          <a:effectLst/>
        </p:spPr>
        <p:txBody>
          <a:bodyPr wrap="square" lIns="0" tIns="0" rIns="0" bIns="0" numCol="1" anchor="t">
            <a:noAutofit/>
          </a:bodyPr>
          <a:lstStyle>
            <a:lvl1pPr algn="l">
              <a:lnSpc>
                <a:spcPct val="110000"/>
              </a:lnSpc>
              <a:spcBef>
                <a:spcPts val="2000"/>
              </a:spcBef>
              <a:defRPr sz="1600">
                <a:solidFill>
                  <a:srgbClr val="FFFFFF"/>
                </a:solidFill>
                <a:latin typeface="Arimo"/>
                <a:ea typeface="Arimo"/>
                <a:cs typeface="Arimo"/>
                <a:sym typeface="Arimo"/>
              </a:defRPr>
            </a:lvl1pPr>
          </a:lstStyle>
          <a:p>
            <a:pPr lvl="0">
              <a:lnSpc>
                <a:spcPct val="100000"/>
              </a:lnSpc>
              <a:defRPr sz="1800">
                <a:solidFill>
                  <a:srgbClr val="000000"/>
                </a:solidFill>
              </a:defRPr>
            </a:pPr>
            <a:r>
              <a:rPr lang="en-US" sz="12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a:t>
            </a:r>
            <a:endParaRPr sz="12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endParaRPr>
          </a:p>
        </p:txBody>
      </p:sp>
      <p:sp>
        <p:nvSpPr>
          <p:cNvPr id="42" name="Shape 7150"/>
          <p:cNvSpPr/>
          <p:nvPr/>
        </p:nvSpPr>
        <p:spPr>
          <a:xfrm>
            <a:off x="6105529" y="4619191"/>
            <a:ext cx="518655" cy="205447"/>
          </a:xfrm>
          <a:prstGeom prst="rect">
            <a:avLst/>
          </a:prstGeom>
          <a:noFill/>
          <a:ln w="12700" cap="flat">
            <a:noFill/>
            <a:miter lim="400000"/>
          </a:ln>
          <a:effectLst/>
        </p:spPr>
        <p:txBody>
          <a:bodyPr wrap="square" lIns="0" tIns="0" rIns="0" bIns="0" numCol="1" anchor="t">
            <a:noAutofit/>
          </a:bodyPr>
          <a:lstStyle>
            <a:lvl1pPr algn="l">
              <a:lnSpc>
                <a:spcPct val="110000"/>
              </a:lnSpc>
              <a:spcBef>
                <a:spcPts val="2000"/>
              </a:spcBef>
              <a:defRPr sz="1600">
                <a:solidFill>
                  <a:srgbClr val="FFFFFF"/>
                </a:solidFill>
                <a:latin typeface="Arimo"/>
                <a:ea typeface="Arimo"/>
                <a:cs typeface="Arimo"/>
                <a:sym typeface="Arimo"/>
              </a:defRPr>
            </a:lvl1pPr>
          </a:lstStyle>
          <a:p>
            <a:pPr lvl="0">
              <a:lnSpc>
                <a:spcPct val="100000"/>
              </a:lnSpc>
              <a:defRPr sz="1800">
                <a:solidFill>
                  <a:srgbClr val="000000"/>
                </a:solidFill>
              </a:defRPr>
            </a:pPr>
            <a:r>
              <a:rPr lang="en-US" sz="12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a:t>
            </a:r>
            <a:endParaRPr sz="12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endParaRPr>
          </a:p>
        </p:txBody>
      </p:sp>
      <p:sp>
        <p:nvSpPr>
          <p:cNvPr id="43" name="Multiply 42"/>
          <p:cNvSpPr/>
          <p:nvPr/>
        </p:nvSpPr>
        <p:spPr>
          <a:xfrm>
            <a:off x="7427939" y="4536113"/>
            <a:ext cx="426152" cy="426152"/>
          </a:xfrm>
          <a:prstGeom prst="mathMultiply">
            <a:avLst>
              <a:gd name="adj1" fmla="val 17433"/>
            </a:avLst>
          </a:prstGeom>
          <a:solidFill>
            <a:schemeClr val="accent4"/>
          </a:solidFill>
          <a:ln w="158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solidFill>
                <a:schemeClr val="tx1"/>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44" name="Freeform 43"/>
          <p:cNvSpPr/>
          <p:nvPr/>
        </p:nvSpPr>
        <p:spPr>
          <a:xfrm>
            <a:off x="7499310" y="3700168"/>
            <a:ext cx="343572" cy="265505"/>
          </a:xfrm>
          <a:custGeom>
            <a:avLst/>
            <a:gdLst>
              <a:gd name="connsiteX0" fmla="*/ 0 w 9255760"/>
              <a:gd name="connsiteY0" fmla="*/ 3830320 h 7152640"/>
              <a:gd name="connsiteX1" fmla="*/ 2631440 w 9255760"/>
              <a:gd name="connsiteY1" fmla="*/ 7152640 h 7152640"/>
              <a:gd name="connsiteX2" fmla="*/ 9255760 w 9255760"/>
              <a:gd name="connsiteY2" fmla="*/ 1249680 h 7152640"/>
              <a:gd name="connsiteX3" fmla="*/ 8310880 w 9255760"/>
              <a:gd name="connsiteY3" fmla="*/ 0 h 7152640"/>
              <a:gd name="connsiteX4" fmla="*/ 2773680 w 9255760"/>
              <a:gd name="connsiteY4" fmla="*/ 4622800 h 7152640"/>
              <a:gd name="connsiteX5" fmla="*/ 965200 w 9255760"/>
              <a:gd name="connsiteY5" fmla="*/ 2174240 h 7152640"/>
              <a:gd name="connsiteX6" fmla="*/ 0 w 9255760"/>
              <a:gd name="connsiteY6" fmla="*/ 3830320 h 7152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55760" h="7152640">
                <a:moveTo>
                  <a:pt x="0" y="3830320"/>
                </a:moveTo>
                <a:lnTo>
                  <a:pt x="2631440" y="7152640"/>
                </a:lnTo>
                <a:lnTo>
                  <a:pt x="9255760" y="1249680"/>
                </a:lnTo>
                <a:lnTo>
                  <a:pt x="8310880" y="0"/>
                </a:lnTo>
                <a:lnTo>
                  <a:pt x="2773680" y="4622800"/>
                </a:lnTo>
                <a:lnTo>
                  <a:pt x="965200" y="2174240"/>
                </a:lnTo>
                <a:lnTo>
                  <a:pt x="0" y="3830320"/>
                </a:lnTo>
                <a:close/>
              </a:path>
            </a:pathLst>
          </a:custGeom>
          <a:solidFill>
            <a:schemeClr val="accent3"/>
          </a:solidFill>
          <a:ln w="158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45" name="Freeform 44"/>
          <p:cNvSpPr/>
          <p:nvPr/>
        </p:nvSpPr>
        <p:spPr>
          <a:xfrm>
            <a:off x="7499310" y="3249318"/>
            <a:ext cx="343572" cy="265505"/>
          </a:xfrm>
          <a:custGeom>
            <a:avLst/>
            <a:gdLst>
              <a:gd name="connsiteX0" fmla="*/ 0 w 9255760"/>
              <a:gd name="connsiteY0" fmla="*/ 3830320 h 7152640"/>
              <a:gd name="connsiteX1" fmla="*/ 2631440 w 9255760"/>
              <a:gd name="connsiteY1" fmla="*/ 7152640 h 7152640"/>
              <a:gd name="connsiteX2" fmla="*/ 9255760 w 9255760"/>
              <a:gd name="connsiteY2" fmla="*/ 1249680 h 7152640"/>
              <a:gd name="connsiteX3" fmla="*/ 8310880 w 9255760"/>
              <a:gd name="connsiteY3" fmla="*/ 0 h 7152640"/>
              <a:gd name="connsiteX4" fmla="*/ 2773680 w 9255760"/>
              <a:gd name="connsiteY4" fmla="*/ 4622800 h 7152640"/>
              <a:gd name="connsiteX5" fmla="*/ 965200 w 9255760"/>
              <a:gd name="connsiteY5" fmla="*/ 2174240 h 7152640"/>
              <a:gd name="connsiteX6" fmla="*/ 0 w 9255760"/>
              <a:gd name="connsiteY6" fmla="*/ 3830320 h 7152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55760" h="7152640">
                <a:moveTo>
                  <a:pt x="0" y="3830320"/>
                </a:moveTo>
                <a:lnTo>
                  <a:pt x="2631440" y="7152640"/>
                </a:lnTo>
                <a:lnTo>
                  <a:pt x="9255760" y="1249680"/>
                </a:lnTo>
                <a:lnTo>
                  <a:pt x="8310880" y="0"/>
                </a:lnTo>
                <a:lnTo>
                  <a:pt x="2773680" y="4622800"/>
                </a:lnTo>
                <a:lnTo>
                  <a:pt x="965200" y="2174240"/>
                </a:lnTo>
                <a:lnTo>
                  <a:pt x="0" y="3830320"/>
                </a:lnTo>
                <a:close/>
              </a:path>
            </a:pathLst>
          </a:custGeom>
          <a:solidFill>
            <a:schemeClr val="accent3"/>
          </a:solidFill>
          <a:ln w="158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46" name="Freeform 45"/>
          <p:cNvSpPr/>
          <p:nvPr/>
        </p:nvSpPr>
        <p:spPr>
          <a:xfrm>
            <a:off x="7499310" y="4119268"/>
            <a:ext cx="343572" cy="265505"/>
          </a:xfrm>
          <a:custGeom>
            <a:avLst/>
            <a:gdLst>
              <a:gd name="connsiteX0" fmla="*/ 0 w 9255760"/>
              <a:gd name="connsiteY0" fmla="*/ 3830320 h 7152640"/>
              <a:gd name="connsiteX1" fmla="*/ 2631440 w 9255760"/>
              <a:gd name="connsiteY1" fmla="*/ 7152640 h 7152640"/>
              <a:gd name="connsiteX2" fmla="*/ 9255760 w 9255760"/>
              <a:gd name="connsiteY2" fmla="*/ 1249680 h 7152640"/>
              <a:gd name="connsiteX3" fmla="*/ 8310880 w 9255760"/>
              <a:gd name="connsiteY3" fmla="*/ 0 h 7152640"/>
              <a:gd name="connsiteX4" fmla="*/ 2773680 w 9255760"/>
              <a:gd name="connsiteY4" fmla="*/ 4622800 h 7152640"/>
              <a:gd name="connsiteX5" fmla="*/ 965200 w 9255760"/>
              <a:gd name="connsiteY5" fmla="*/ 2174240 h 7152640"/>
              <a:gd name="connsiteX6" fmla="*/ 0 w 9255760"/>
              <a:gd name="connsiteY6" fmla="*/ 3830320 h 7152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55760" h="7152640">
                <a:moveTo>
                  <a:pt x="0" y="3830320"/>
                </a:moveTo>
                <a:lnTo>
                  <a:pt x="2631440" y="7152640"/>
                </a:lnTo>
                <a:lnTo>
                  <a:pt x="9255760" y="1249680"/>
                </a:lnTo>
                <a:lnTo>
                  <a:pt x="8310880" y="0"/>
                </a:lnTo>
                <a:lnTo>
                  <a:pt x="2773680" y="4622800"/>
                </a:lnTo>
                <a:lnTo>
                  <a:pt x="965200" y="2174240"/>
                </a:lnTo>
                <a:lnTo>
                  <a:pt x="0" y="3830320"/>
                </a:lnTo>
                <a:close/>
              </a:path>
            </a:pathLst>
          </a:custGeom>
          <a:solidFill>
            <a:schemeClr val="accent3"/>
          </a:solidFill>
          <a:ln w="158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47" name="Shape 7150"/>
          <p:cNvSpPr/>
          <p:nvPr/>
        </p:nvSpPr>
        <p:spPr>
          <a:xfrm>
            <a:off x="8041420" y="3284662"/>
            <a:ext cx="518655" cy="205447"/>
          </a:xfrm>
          <a:prstGeom prst="rect">
            <a:avLst/>
          </a:prstGeom>
          <a:noFill/>
          <a:ln w="12700" cap="flat">
            <a:noFill/>
            <a:miter lim="400000"/>
          </a:ln>
          <a:effectLst/>
        </p:spPr>
        <p:txBody>
          <a:bodyPr wrap="square" lIns="0" tIns="0" rIns="0" bIns="0" numCol="1" anchor="t">
            <a:noAutofit/>
          </a:bodyPr>
          <a:lstStyle>
            <a:lvl1pPr algn="l">
              <a:lnSpc>
                <a:spcPct val="110000"/>
              </a:lnSpc>
              <a:spcBef>
                <a:spcPts val="2000"/>
              </a:spcBef>
              <a:defRPr sz="1600">
                <a:solidFill>
                  <a:srgbClr val="FFFFFF"/>
                </a:solidFill>
                <a:latin typeface="Arimo"/>
                <a:ea typeface="Arimo"/>
                <a:cs typeface="Arimo"/>
                <a:sym typeface="Arimo"/>
              </a:defRPr>
            </a:lvl1pPr>
          </a:lstStyle>
          <a:p>
            <a:pPr lvl="0">
              <a:lnSpc>
                <a:spcPct val="100000"/>
              </a:lnSpc>
              <a:defRPr sz="1800">
                <a:solidFill>
                  <a:srgbClr val="000000"/>
                </a:solidFill>
              </a:defRPr>
            </a:pPr>
            <a:r>
              <a:rPr lang="en-US" sz="12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150M</a:t>
            </a:r>
            <a:endParaRPr sz="12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endParaRPr>
          </a:p>
        </p:txBody>
      </p:sp>
      <p:sp>
        <p:nvSpPr>
          <p:cNvPr id="48" name="Shape 7150"/>
          <p:cNvSpPr/>
          <p:nvPr/>
        </p:nvSpPr>
        <p:spPr>
          <a:xfrm>
            <a:off x="8041420" y="3729505"/>
            <a:ext cx="518655" cy="205447"/>
          </a:xfrm>
          <a:prstGeom prst="rect">
            <a:avLst/>
          </a:prstGeom>
          <a:noFill/>
          <a:ln w="12700" cap="flat">
            <a:noFill/>
            <a:miter lim="400000"/>
          </a:ln>
          <a:effectLst/>
        </p:spPr>
        <p:txBody>
          <a:bodyPr wrap="square" lIns="0" tIns="0" rIns="0" bIns="0" numCol="1" anchor="t">
            <a:noAutofit/>
          </a:bodyPr>
          <a:lstStyle>
            <a:lvl1pPr algn="l">
              <a:lnSpc>
                <a:spcPct val="110000"/>
              </a:lnSpc>
              <a:spcBef>
                <a:spcPts val="2000"/>
              </a:spcBef>
              <a:defRPr sz="1600">
                <a:solidFill>
                  <a:srgbClr val="FFFFFF"/>
                </a:solidFill>
                <a:latin typeface="Arimo"/>
                <a:ea typeface="Arimo"/>
                <a:cs typeface="Arimo"/>
                <a:sym typeface="Arimo"/>
              </a:defRPr>
            </a:lvl1pPr>
          </a:lstStyle>
          <a:p>
            <a:pPr lvl="0">
              <a:lnSpc>
                <a:spcPct val="100000"/>
              </a:lnSpc>
              <a:defRPr sz="1800">
                <a:solidFill>
                  <a:srgbClr val="000000"/>
                </a:solidFill>
              </a:defRPr>
            </a:pPr>
            <a:r>
              <a:rPr lang="en-US" sz="12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350M</a:t>
            </a:r>
            <a:endParaRPr sz="12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endParaRPr>
          </a:p>
        </p:txBody>
      </p:sp>
      <p:sp>
        <p:nvSpPr>
          <p:cNvPr id="49" name="Shape 7150"/>
          <p:cNvSpPr/>
          <p:nvPr/>
        </p:nvSpPr>
        <p:spPr>
          <a:xfrm>
            <a:off x="8041420" y="4182586"/>
            <a:ext cx="518655" cy="205447"/>
          </a:xfrm>
          <a:prstGeom prst="rect">
            <a:avLst/>
          </a:prstGeom>
          <a:noFill/>
          <a:ln w="12700" cap="flat">
            <a:noFill/>
            <a:miter lim="400000"/>
          </a:ln>
          <a:effectLst/>
        </p:spPr>
        <p:txBody>
          <a:bodyPr wrap="square" lIns="0" tIns="0" rIns="0" bIns="0" numCol="1" anchor="t">
            <a:noAutofit/>
          </a:bodyPr>
          <a:lstStyle>
            <a:lvl1pPr algn="l">
              <a:lnSpc>
                <a:spcPct val="110000"/>
              </a:lnSpc>
              <a:spcBef>
                <a:spcPts val="2000"/>
              </a:spcBef>
              <a:defRPr sz="1600">
                <a:solidFill>
                  <a:srgbClr val="FFFFFF"/>
                </a:solidFill>
                <a:latin typeface="Arimo"/>
                <a:ea typeface="Arimo"/>
                <a:cs typeface="Arimo"/>
                <a:sym typeface="Arimo"/>
              </a:defRPr>
            </a:lvl1pPr>
          </a:lstStyle>
          <a:p>
            <a:pPr lvl="0">
              <a:lnSpc>
                <a:spcPct val="100000"/>
              </a:lnSpc>
              <a:defRPr sz="1800">
                <a:solidFill>
                  <a:srgbClr val="000000"/>
                </a:solidFill>
              </a:defRPr>
            </a:pPr>
            <a:r>
              <a:rPr lang="en-US" sz="12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30M</a:t>
            </a:r>
            <a:endParaRPr sz="12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endParaRPr>
          </a:p>
        </p:txBody>
      </p:sp>
      <p:sp>
        <p:nvSpPr>
          <p:cNvPr id="50" name="Shape 7150"/>
          <p:cNvSpPr/>
          <p:nvPr/>
        </p:nvSpPr>
        <p:spPr>
          <a:xfrm>
            <a:off x="8041420" y="4619191"/>
            <a:ext cx="518655" cy="205447"/>
          </a:xfrm>
          <a:prstGeom prst="rect">
            <a:avLst/>
          </a:prstGeom>
          <a:noFill/>
          <a:ln w="12700" cap="flat">
            <a:noFill/>
            <a:miter lim="400000"/>
          </a:ln>
          <a:effectLst/>
        </p:spPr>
        <p:txBody>
          <a:bodyPr wrap="square" lIns="0" tIns="0" rIns="0" bIns="0" numCol="1" anchor="t">
            <a:noAutofit/>
          </a:bodyPr>
          <a:lstStyle>
            <a:lvl1pPr algn="l">
              <a:lnSpc>
                <a:spcPct val="110000"/>
              </a:lnSpc>
              <a:spcBef>
                <a:spcPts val="2000"/>
              </a:spcBef>
              <a:defRPr sz="1600">
                <a:solidFill>
                  <a:srgbClr val="FFFFFF"/>
                </a:solidFill>
                <a:latin typeface="Arimo"/>
                <a:ea typeface="Arimo"/>
                <a:cs typeface="Arimo"/>
                <a:sym typeface="Arimo"/>
              </a:defRPr>
            </a:lvl1pPr>
          </a:lstStyle>
          <a:p>
            <a:pPr lvl="0">
              <a:lnSpc>
                <a:spcPct val="100000"/>
              </a:lnSpc>
              <a:defRPr sz="1800">
                <a:solidFill>
                  <a:srgbClr val="000000"/>
                </a:solidFill>
              </a:defRPr>
            </a:pPr>
            <a:r>
              <a:rPr lang="en-US" sz="12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a:t>
            </a:r>
            <a:endParaRPr sz="12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endParaRPr>
          </a:p>
        </p:txBody>
      </p:sp>
      <p:sp>
        <p:nvSpPr>
          <p:cNvPr id="52" name="Freeform 51"/>
          <p:cNvSpPr/>
          <p:nvPr/>
        </p:nvSpPr>
        <p:spPr>
          <a:xfrm>
            <a:off x="9542294" y="3700168"/>
            <a:ext cx="343572" cy="265505"/>
          </a:xfrm>
          <a:custGeom>
            <a:avLst/>
            <a:gdLst>
              <a:gd name="connsiteX0" fmla="*/ 0 w 9255760"/>
              <a:gd name="connsiteY0" fmla="*/ 3830320 h 7152640"/>
              <a:gd name="connsiteX1" fmla="*/ 2631440 w 9255760"/>
              <a:gd name="connsiteY1" fmla="*/ 7152640 h 7152640"/>
              <a:gd name="connsiteX2" fmla="*/ 9255760 w 9255760"/>
              <a:gd name="connsiteY2" fmla="*/ 1249680 h 7152640"/>
              <a:gd name="connsiteX3" fmla="*/ 8310880 w 9255760"/>
              <a:gd name="connsiteY3" fmla="*/ 0 h 7152640"/>
              <a:gd name="connsiteX4" fmla="*/ 2773680 w 9255760"/>
              <a:gd name="connsiteY4" fmla="*/ 4622800 h 7152640"/>
              <a:gd name="connsiteX5" fmla="*/ 965200 w 9255760"/>
              <a:gd name="connsiteY5" fmla="*/ 2174240 h 7152640"/>
              <a:gd name="connsiteX6" fmla="*/ 0 w 9255760"/>
              <a:gd name="connsiteY6" fmla="*/ 3830320 h 7152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55760" h="7152640">
                <a:moveTo>
                  <a:pt x="0" y="3830320"/>
                </a:moveTo>
                <a:lnTo>
                  <a:pt x="2631440" y="7152640"/>
                </a:lnTo>
                <a:lnTo>
                  <a:pt x="9255760" y="1249680"/>
                </a:lnTo>
                <a:lnTo>
                  <a:pt x="8310880" y="0"/>
                </a:lnTo>
                <a:lnTo>
                  <a:pt x="2773680" y="4622800"/>
                </a:lnTo>
                <a:lnTo>
                  <a:pt x="965200" y="2174240"/>
                </a:lnTo>
                <a:lnTo>
                  <a:pt x="0" y="3830320"/>
                </a:lnTo>
                <a:close/>
              </a:path>
            </a:pathLst>
          </a:custGeom>
          <a:solidFill>
            <a:schemeClr val="accent3"/>
          </a:solidFill>
          <a:ln w="158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53" name="Freeform 52"/>
          <p:cNvSpPr/>
          <p:nvPr/>
        </p:nvSpPr>
        <p:spPr>
          <a:xfrm>
            <a:off x="9542294" y="3249318"/>
            <a:ext cx="343572" cy="265505"/>
          </a:xfrm>
          <a:custGeom>
            <a:avLst/>
            <a:gdLst>
              <a:gd name="connsiteX0" fmla="*/ 0 w 9255760"/>
              <a:gd name="connsiteY0" fmla="*/ 3830320 h 7152640"/>
              <a:gd name="connsiteX1" fmla="*/ 2631440 w 9255760"/>
              <a:gd name="connsiteY1" fmla="*/ 7152640 h 7152640"/>
              <a:gd name="connsiteX2" fmla="*/ 9255760 w 9255760"/>
              <a:gd name="connsiteY2" fmla="*/ 1249680 h 7152640"/>
              <a:gd name="connsiteX3" fmla="*/ 8310880 w 9255760"/>
              <a:gd name="connsiteY3" fmla="*/ 0 h 7152640"/>
              <a:gd name="connsiteX4" fmla="*/ 2773680 w 9255760"/>
              <a:gd name="connsiteY4" fmla="*/ 4622800 h 7152640"/>
              <a:gd name="connsiteX5" fmla="*/ 965200 w 9255760"/>
              <a:gd name="connsiteY5" fmla="*/ 2174240 h 7152640"/>
              <a:gd name="connsiteX6" fmla="*/ 0 w 9255760"/>
              <a:gd name="connsiteY6" fmla="*/ 3830320 h 7152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55760" h="7152640">
                <a:moveTo>
                  <a:pt x="0" y="3830320"/>
                </a:moveTo>
                <a:lnTo>
                  <a:pt x="2631440" y="7152640"/>
                </a:lnTo>
                <a:lnTo>
                  <a:pt x="9255760" y="1249680"/>
                </a:lnTo>
                <a:lnTo>
                  <a:pt x="8310880" y="0"/>
                </a:lnTo>
                <a:lnTo>
                  <a:pt x="2773680" y="4622800"/>
                </a:lnTo>
                <a:lnTo>
                  <a:pt x="965200" y="2174240"/>
                </a:lnTo>
                <a:lnTo>
                  <a:pt x="0" y="3830320"/>
                </a:lnTo>
                <a:close/>
              </a:path>
            </a:pathLst>
          </a:custGeom>
          <a:solidFill>
            <a:schemeClr val="accent3"/>
          </a:solidFill>
          <a:ln w="158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54" name="Freeform 53"/>
          <p:cNvSpPr/>
          <p:nvPr/>
        </p:nvSpPr>
        <p:spPr>
          <a:xfrm>
            <a:off x="9542294" y="4119268"/>
            <a:ext cx="343572" cy="265505"/>
          </a:xfrm>
          <a:custGeom>
            <a:avLst/>
            <a:gdLst>
              <a:gd name="connsiteX0" fmla="*/ 0 w 9255760"/>
              <a:gd name="connsiteY0" fmla="*/ 3830320 h 7152640"/>
              <a:gd name="connsiteX1" fmla="*/ 2631440 w 9255760"/>
              <a:gd name="connsiteY1" fmla="*/ 7152640 h 7152640"/>
              <a:gd name="connsiteX2" fmla="*/ 9255760 w 9255760"/>
              <a:gd name="connsiteY2" fmla="*/ 1249680 h 7152640"/>
              <a:gd name="connsiteX3" fmla="*/ 8310880 w 9255760"/>
              <a:gd name="connsiteY3" fmla="*/ 0 h 7152640"/>
              <a:gd name="connsiteX4" fmla="*/ 2773680 w 9255760"/>
              <a:gd name="connsiteY4" fmla="*/ 4622800 h 7152640"/>
              <a:gd name="connsiteX5" fmla="*/ 965200 w 9255760"/>
              <a:gd name="connsiteY5" fmla="*/ 2174240 h 7152640"/>
              <a:gd name="connsiteX6" fmla="*/ 0 w 9255760"/>
              <a:gd name="connsiteY6" fmla="*/ 3830320 h 7152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55760" h="7152640">
                <a:moveTo>
                  <a:pt x="0" y="3830320"/>
                </a:moveTo>
                <a:lnTo>
                  <a:pt x="2631440" y="7152640"/>
                </a:lnTo>
                <a:lnTo>
                  <a:pt x="9255760" y="1249680"/>
                </a:lnTo>
                <a:lnTo>
                  <a:pt x="8310880" y="0"/>
                </a:lnTo>
                <a:lnTo>
                  <a:pt x="2773680" y="4622800"/>
                </a:lnTo>
                <a:lnTo>
                  <a:pt x="965200" y="2174240"/>
                </a:lnTo>
                <a:lnTo>
                  <a:pt x="0" y="3830320"/>
                </a:lnTo>
                <a:close/>
              </a:path>
            </a:pathLst>
          </a:custGeom>
          <a:solidFill>
            <a:schemeClr val="accent3"/>
          </a:solidFill>
          <a:ln w="158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55" name="Shape 7150"/>
          <p:cNvSpPr/>
          <p:nvPr/>
        </p:nvSpPr>
        <p:spPr>
          <a:xfrm>
            <a:off x="10084404" y="3284662"/>
            <a:ext cx="518655" cy="205447"/>
          </a:xfrm>
          <a:prstGeom prst="rect">
            <a:avLst/>
          </a:prstGeom>
          <a:noFill/>
          <a:ln w="12700" cap="flat">
            <a:noFill/>
            <a:miter lim="400000"/>
          </a:ln>
          <a:effectLst/>
        </p:spPr>
        <p:txBody>
          <a:bodyPr wrap="square" lIns="0" tIns="0" rIns="0" bIns="0" numCol="1" anchor="t">
            <a:noAutofit/>
          </a:bodyPr>
          <a:lstStyle>
            <a:lvl1pPr algn="l">
              <a:lnSpc>
                <a:spcPct val="110000"/>
              </a:lnSpc>
              <a:spcBef>
                <a:spcPts val="2000"/>
              </a:spcBef>
              <a:defRPr sz="1600">
                <a:solidFill>
                  <a:srgbClr val="FFFFFF"/>
                </a:solidFill>
                <a:latin typeface="Arimo"/>
                <a:ea typeface="Arimo"/>
                <a:cs typeface="Arimo"/>
                <a:sym typeface="Arimo"/>
              </a:defRPr>
            </a:lvl1pPr>
          </a:lstStyle>
          <a:p>
            <a:pPr lvl="0">
              <a:lnSpc>
                <a:spcPct val="100000"/>
              </a:lnSpc>
              <a:defRPr sz="1800">
                <a:solidFill>
                  <a:srgbClr val="000000"/>
                </a:solidFill>
              </a:defRPr>
            </a:pPr>
            <a:r>
              <a:rPr lang="en-US" sz="12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150M</a:t>
            </a:r>
            <a:endParaRPr sz="12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endParaRPr>
          </a:p>
        </p:txBody>
      </p:sp>
      <p:sp>
        <p:nvSpPr>
          <p:cNvPr id="56" name="Shape 7150"/>
          <p:cNvSpPr/>
          <p:nvPr/>
        </p:nvSpPr>
        <p:spPr>
          <a:xfrm>
            <a:off x="10084404" y="3729505"/>
            <a:ext cx="518655" cy="205447"/>
          </a:xfrm>
          <a:prstGeom prst="rect">
            <a:avLst/>
          </a:prstGeom>
          <a:noFill/>
          <a:ln w="12700" cap="flat">
            <a:noFill/>
            <a:miter lim="400000"/>
          </a:ln>
          <a:effectLst/>
        </p:spPr>
        <p:txBody>
          <a:bodyPr wrap="square" lIns="0" tIns="0" rIns="0" bIns="0" numCol="1" anchor="t">
            <a:noAutofit/>
          </a:bodyPr>
          <a:lstStyle>
            <a:lvl1pPr algn="l">
              <a:lnSpc>
                <a:spcPct val="110000"/>
              </a:lnSpc>
              <a:spcBef>
                <a:spcPts val="2000"/>
              </a:spcBef>
              <a:defRPr sz="1600">
                <a:solidFill>
                  <a:srgbClr val="FFFFFF"/>
                </a:solidFill>
                <a:latin typeface="Arimo"/>
                <a:ea typeface="Arimo"/>
                <a:cs typeface="Arimo"/>
                <a:sym typeface="Arimo"/>
              </a:defRPr>
            </a:lvl1pPr>
          </a:lstStyle>
          <a:p>
            <a:pPr lvl="0">
              <a:lnSpc>
                <a:spcPct val="100000"/>
              </a:lnSpc>
              <a:defRPr sz="1800">
                <a:solidFill>
                  <a:srgbClr val="000000"/>
                </a:solidFill>
              </a:defRPr>
            </a:pPr>
            <a:r>
              <a:rPr lang="en-US" sz="12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350M</a:t>
            </a:r>
            <a:endParaRPr sz="12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endParaRPr>
          </a:p>
        </p:txBody>
      </p:sp>
      <p:sp>
        <p:nvSpPr>
          <p:cNvPr id="57" name="Shape 7150"/>
          <p:cNvSpPr/>
          <p:nvPr/>
        </p:nvSpPr>
        <p:spPr>
          <a:xfrm>
            <a:off x="10084404" y="4182586"/>
            <a:ext cx="518655" cy="205447"/>
          </a:xfrm>
          <a:prstGeom prst="rect">
            <a:avLst/>
          </a:prstGeom>
          <a:noFill/>
          <a:ln w="12700" cap="flat">
            <a:noFill/>
            <a:miter lim="400000"/>
          </a:ln>
          <a:effectLst/>
        </p:spPr>
        <p:txBody>
          <a:bodyPr wrap="square" lIns="0" tIns="0" rIns="0" bIns="0" numCol="1" anchor="t">
            <a:noAutofit/>
          </a:bodyPr>
          <a:lstStyle>
            <a:lvl1pPr algn="l">
              <a:lnSpc>
                <a:spcPct val="110000"/>
              </a:lnSpc>
              <a:spcBef>
                <a:spcPts val="2000"/>
              </a:spcBef>
              <a:defRPr sz="1600">
                <a:solidFill>
                  <a:srgbClr val="FFFFFF"/>
                </a:solidFill>
                <a:latin typeface="Arimo"/>
                <a:ea typeface="Arimo"/>
                <a:cs typeface="Arimo"/>
                <a:sym typeface="Arimo"/>
              </a:defRPr>
            </a:lvl1pPr>
          </a:lstStyle>
          <a:p>
            <a:pPr lvl="0">
              <a:lnSpc>
                <a:spcPct val="100000"/>
              </a:lnSpc>
              <a:defRPr sz="1800">
                <a:solidFill>
                  <a:srgbClr val="000000"/>
                </a:solidFill>
              </a:defRPr>
            </a:pPr>
            <a:r>
              <a:rPr lang="en-US" sz="12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30M</a:t>
            </a:r>
            <a:endParaRPr sz="12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endParaRPr>
          </a:p>
        </p:txBody>
      </p:sp>
      <p:sp>
        <p:nvSpPr>
          <p:cNvPr id="58" name="Shape 7150"/>
          <p:cNvSpPr/>
          <p:nvPr/>
        </p:nvSpPr>
        <p:spPr>
          <a:xfrm>
            <a:off x="10084404" y="4619191"/>
            <a:ext cx="518655" cy="205447"/>
          </a:xfrm>
          <a:prstGeom prst="rect">
            <a:avLst/>
          </a:prstGeom>
          <a:noFill/>
          <a:ln w="12700" cap="flat">
            <a:noFill/>
            <a:miter lim="400000"/>
          </a:ln>
          <a:effectLst/>
        </p:spPr>
        <p:txBody>
          <a:bodyPr wrap="square" lIns="0" tIns="0" rIns="0" bIns="0" numCol="1" anchor="t">
            <a:noAutofit/>
          </a:bodyPr>
          <a:lstStyle>
            <a:lvl1pPr algn="l">
              <a:lnSpc>
                <a:spcPct val="110000"/>
              </a:lnSpc>
              <a:spcBef>
                <a:spcPts val="2000"/>
              </a:spcBef>
              <a:defRPr sz="1600">
                <a:solidFill>
                  <a:srgbClr val="FFFFFF"/>
                </a:solidFill>
                <a:latin typeface="Arimo"/>
                <a:ea typeface="Arimo"/>
                <a:cs typeface="Arimo"/>
                <a:sym typeface="Arimo"/>
              </a:defRPr>
            </a:lvl1pPr>
          </a:lstStyle>
          <a:p>
            <a:pPr lvl="0">
              <a:lnSpc>
                <a:spcPct val="100000"/>
              </a:lnSpc>
              <a:defRPr sz="1800">
                <a:solidFill>
                  <a:srgbClr val="000000"/>
                </a:solidFill>
              </a:defRPr>
            </a:pPr>
            <a:r>
              <a:rPr lang="en-US" sz="12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150M</a:t>
            </a:r>
            <a:endParaRPr sz="12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endParaRPr>
          </a:p>
        </p:txBody>
      </p:sp>
      <p:sp>
        <p:nvSpPr>
          <p:cNvPr id="59" name="Multiply 58"/>
          <p:cNvSpPr/>
          <p:nvPr/>
        </p:nvSpPr>
        <p:spPr>
          <a:xfrm>
            <a:off x="5492048" y="4066556"/>
            <a:ext cx="426152" cy="426152"/>
          </a:xfrm>
          <a:prstGeom prst="mathMultiply">
            <a:avLst>
              <a:gd name="adj1" fmla="val 17433"/>
            </a:avLst>
          </a:prstGeom>
          <a:solidFill>
            <a:schemeClr val="accent4"/>
          </a:solidFill>
          <a:ln w="158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solidFill>
                <a:schemeClr val="tx1"/>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60" name="Freeform 59"/>
          <p:cNvSpPr/>
          <p:nvPr/>
        </p:nvSpPr>
        <p:spPr>
          <a:xfrm>
            <a:off x="9542294" y="4597062"/>
            <a:ext cx="343572" cy="265505"/>
          </a:xfrm>
          <a:custGeom>
            <a:avLst/>
            <a:gdLst>
              <a:gd name="connsiteX0" fmla="*/ 0 w 9255760"/>
              <a:gd name="connsiteY0" fmla="*/ 3830320 h 7152640"/>
              <a:gd name="connsiteX1" fmla="*/ 2631440 w 9255760"/>
              <a:gd name="connsiteY1" fmla="*/ 7152640 h 7152640"/>
              <a:gd name="connsiteX2" fmla="*/ 9255760 w 9255760"/>
              <a:gd name="connsiteY2" fmla="*/ 1249680 h 7152640"/>
              <a:gd name="connsiteX3" fmla="*/ 8310880 w 9255760"/>
              <a:gd name="connsiteY3" fmla="*/ 0 h 7152640"/>
              <a:gd name="connsiteX4" fmla="*/ 2773680 w 9255760"/>
              <a:gd name="connsiteY4" fmla="*/ 4622800 h 7152640"/>
              <a:gd name="connsiteX5" fmla="*/ 965200 w 9255760"/>
              <a:gd name="connsiteY5" fmla="*/ 2174240 h 7152640"/>
              <a:gd name="connsiteX6" fmla="*/ 0 w 9255760"/>
              <a:gd name="connsiteY6" fmla="*/ 3830320 h 7152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55760" h="7152640">
                <a:moveTo>
                  <a:pt x="0" y="3830320"/>
                </a:moveTo>
                <a:lnTo>
                  <a:pt x="2631440" y="7152640"/>
                </a:lnTo>
                <a:lnTo>
                  <a:pt x="9255760" y="1249680"/>
                </a:lnTo>
                <a:lnTo>
                  <a:pt x="8310880" y="0"/>
                </a:lnTo>
                <a:lnTo>
                  <a:pt x="2773680" y="4622800"/>
                </a:lnTo>
                <a:lnTo>
                  <a:pt x="965200" y="2174240"/>
                </a:lnTo>
                <a:lnTo>
                  <a:pt x="0" y="3830320"/>
                </a:lnTo>
                <a:close/>
              </a:path>
            </a:pathLst>
          </a:custGeom>
          <a:solidFill>
            <a:schemeClr val="accent3"/>
          </a:solidFill>
          <a:ln w="158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61" name="Rounded Rectangle 60"/>
          <p:cNvSpPr/>
          <p:nvPr/>
        </p:nvSpPr>
        <p:spPr>
          <a:xfrm>
            <a:off x="7162289" y="5474825"/>
            <a:ext cx="1599748" cy="387813"/>
          </a:xfrm>
          <a:prstGeom prst="roundRect">
            <a:avLst>
              <a:gd name="adj" fmla="val 8801"/>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62" name="Rounded Rectangle 61"/>
          <p:cNvSpPr/>
          <p:nvPr/>
        </p:nvSpPr>
        <p:spPr>
          <a:xfrm>
            <a:off x="5183017" y="5405375"/>
            <a:ext cx="1599748" cy="358815"/>
          </a:xfrm>
          <a:prstGeom prst="roundRect">
            <a:avLst>
              <a:gd name="adj" fmla="val 8801"/>
            </a:avLst>
          </a:prstGeom>
          <a:solidFill>
            <a:schemeClr val="tx1">
              <a:alpha val="50000"/>
            </a:schemeClr>
          </a:solidFill>
          <a:ln>
            <a:solidFill>
              <a:schemeClr val="tx1">
                <a:alpha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63" name="Shape 7150"/>
          <p:cNvSpPr/>
          <p:nvPr/>
        </p:nvSpPr>
        <p:spPr>
          <a:xfrm>
            <a:off x="5637033" y="5069555"/>
            <a:ext cx="603555" cy="268821"/>
          </a:xfrm>
          <a:prstGeom prst="rect">
            <a:avLst/>
          </a:prstGeom>
          <a:noFill/>
          <a:ln w="12700" cap="flat">
            <a:noFill/>
            <a:miter lim="400000"/>
          </a:ln>
          <a:effectLst/>
        </p:spPr>
        <p:txBody>
          <a:bodyPr wrap="square" lIns="0" tIns="0" rIns="0" bIns="0" numCol="1" anchor="t">
            <a:noAutofit/>
          </a:bodyPr>
          <a:lstStyle>
            <a:lvl1pPr algn="l">
              <a:lnSpc>
                <a:spcPct val="110000"/>
              </a:lnSpc>
              <a:spcBef>
                <a:spcPts val="2000"/>
              </a:spcBef>
              <a:defRPr sz="1600">
                <a:solidFill>
                  <a:srgbClr val="FFFFFF"/>
                </a:solidFill>
                <a:latin typeface="Arimo"/>
                <a:ea typeface="Arimo"/>
                <a:cs typeface="Arimo"/>
                <a:sym typeface="Arimo"/>
              </a:defRPr>
            </a:lvl1pPr>
          </a:lstStyle>
          <a:p>
            <a:pPr lvl="0" algn="ctr">
              <a:lnSpc>
                <a:spcPct val="100000"/>
              </a:lnSpc>
              <a:defRPr sz="1800">
                <a:solidFill>
                  <a:srgbClr val="000000"/>
                </a:solidFill>
              </a:defRPr>
            </a:pPr>
            <a:r>
              <a:rPr lang="en-US" sz="18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$10</a:t>
            </a:r>
            <a:endParaRPr sz="18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endParaRPr>
          </a:p>
        </p:txBody>
      </p:sp>
      <p:sp>
        <p:nvSpPr>
          <p:cNvPr id="64" name="Shape 7150"/>
          <p:cNvSpPr/>
          <p:nvPr/>
        </p:nvSpPr>
        <p:spPr>
          <a:xfrm>
            <a:off x="7494696" y="5048853"/>
            <a:ext cx="800468" cy="356526"/>
          </a:xfrm>
          <a:prstGeom prst="rect">
            <a:avLst/>
          </a:prstGeom>
          <a:noFill/>
          <a:ln w="12700" cap="flat">
            <a:noFill/>
            <a:miter lim="400000"/>
          </a:ln>
          <a:effectLst/>
        </p:spPr>
        <p:txBody>
          <a:bodyPr wrap="square" lIns="0" tIns="0" rIns="0" bIns="0" numCol="1" anchor="t">
            <a:noAutofit/>
          </a:bodyPr>
          <a:lstStyle>
            <a:lvl1pPr algn="l">
              <a:lnSpc>
                <a:spcPct val="110000"/>
              </a:lnSpc>
              <a:spcBef>
                <a:spcPts val="2000"/>
              </a:spcBef>
              <a:defRPr sz="1600">
                <a:solidFill>
                  <a:srgbClr val="FFFFFF"/>
                </a:solidFill>
                <a:latin typeface="Arimo"/>
                <a:ea typeface="Arimo"/>
                <a:cs typeface="Arimo"/>
                <a:sym typeface="Arimo"/>
              </a:defRPr>
            </a:lvl1pPr>
          </a:lstStyle>
          <a:p>
            <a:pPr lvl="0" algn="ctr">
              <a:lnSpc>
                <a:spcPct val="100000"/>
              </a:lnSpc>
              <a:defRPr sz="1800">
                <a:solidFill>
                  <a:srgbClr val="000000"/>
                </a:solidFill>
              </a:defRPr>
            </a:pPr>
            <a:r>
              <a:rPr lang="en-US" sz="22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$35</a:t>
            </a:r>
            <a:endParaRPr sz="22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endParaRPr>
          </a:p>
        </p:txBody>
      </p:sp>
      <p:sp>
        <p:nvSpPr>
          <p:cNvPr id="67" name="Rounded Rectangle 66"/>
          <p:cNvSpPr/>
          <p:nvPr/>
        </p:nvSpPr>
        <p:spPr>
          <a:xfrm>
            <a:off x="9211007" y="5405375"/>
            <a:ext cx="1599748" cy="358815"/>
          </a:xfrm>
          <a:prstGeom prst="roundRect">
            <a:avLst>
              <a:gd name="adj" fmla="val 8801"/>
            </a:avLst>
          </a:prstGeom>
          <a:solidFill>
            <a:schemeClr val="tx1">
              <a:alpha val="50000"/>
            </a:schemeClr>
          </a:solidFill>
          <a:ln>
            <a:solidFill>
              <a:schemeClr val="tx1">
                <a:alpha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68" name="Shape 7150"/>
          <p:cNvSpPr/>
          <p:nvPr/>
        </p:nvSpPr>
        <p:spPr>
          <a:xfrm>
            <a:off x="9665023" y="5069555"/>
            <a:ext cx="603555" cy="268821"/>
          </a:xfrm>
          <a:prstGeom prst="rect">
            <a:avLst/>
          </a:prstGeom>
          <a:noFill/>
          <a:ln w="12700" cap="flat">
            <a:noFill/>
            <a:miter lim="400000"/>
          </a:ln>
          <a:effectLst/>
        </p:spPr>
        <p:txBody>
          <a:bodyPr wrap="square" lIns="0" tIns="0" rIns="0" bIns="0" numCol="1" anchor="t">
            <a:noAutofit/>
          </a:bodyPr>
          <a:lstStyle>
            <a:lvl1pPr algn="l">
              <a:lnSpc>
                <a:spcPct val="110000"/>
              </a:lnSpc>
              <a:spcBef>
                <a:spcPts val="2000"/>
              </a:spcBef>
              <a:defRPr sz="1600">
                <a:solidFill>
                  <a:srgbClr val="FFFFFF"/>
                </a:solidFill>
                <a:latin typeface="Arimo"/>
                <a:ea typeface="Arimo"/>
                <a:cs typeface="Arimo"/>
                <a:sym typeface="Arimo"/>
              </a:defRPr>
            </a:lvl1pPr>
          </a:lstStyle>
          <a:p>
            <a:pPr lvl="0" algn="ctr">
              <a:lnSpc>
                <a:spcPct val="100000"/>
              </a:lnSpc>
              <a:defRPr sz="1800">
                <a:solidFill>
                  <a:srgbClr val="000000"/>
                </a:solidFill>
              </a:defRPr>
            </a:pPr>
            <a:r>
              <a:rPr lang="en-US" sz="18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$80</a:t>
            </a:r>
            <a:endParaRPr sz="1800" dirty="0">
              <a:solidFill>
                <a:schemeClr val="tx1"/>
              </a:solidFill>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endParaRPr>
          </a:p>
        </p:txBody>
      </p:sp>
      <p:sp>
        <p:nvSpPr>
          <p:cNvPr id="69" name="Shape 6975"/>
          <p:cNvSpPr/>
          <p:nvPr/>
        </p:nvSpPr>
        <p:spPr>
          <a:xfrm>
            <a:off x="5462081" y="5439645"/>
            <a:ext cx="1041620" cy="255098"/>
          </a:xfrm>
          <a:prstGeom prst="rect">
            <a:avLst/>
          </a:prstGeom>
          <a:noFill/>
          <a:ln w="12700" cap="flat">
            <a:noFill/>
            <a:miter lim="400000"/>
          </a:ln>
          <a:effectLst/>
        </p:spPr>
        <p:txBody>
          <a:bodyPr wrap="square" lIns="0" tIns="0" rIns="0" bIns="0" numCol="1" anchor="ctr">
            <a:normAutofit/>
          </a:bodyPr>
          <a:lstStyle/>
          <a:p>
            <a:pPr lvl="0" algn="ctr">
              <a:defRPr sz="1800"/>
            </a:pPr>
            <a:r>
              <a:rPr lang="en-US" sz="1200">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Subscribe</a:t>
            </a:r>
            <a:endParaRPr sz="1200" dirty="0">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endParaRPr>
          </a:p>
        </p:txBody>
      </p:sp>
      <p:sp>
        <p:nvSpPr>
          <p:cNvPr id="70" name="Shape 6975"/>
          <p:cNvSpPr/>
          <p:nvPr/>
        </p:nvSpPr>
        <p:spPr>
          <a:xfrm>
            <a:off x="7452250" y="5533671"/>
            <a:ext cx="1041620" cy="255098"/>
          </a:xfrm>
          <a:prstGeom prst="rect">
            <a:avLst/>
          </a:prstGeom>
          <a:noFill/>
          <a:ln w="12700" cap="flat">
            <a:noFill/>
            <a:miter lim="400000"/>
          </a:ln>
          <a:effectLst/>
        </p:spPr>
        <p:txBody>
          <a:bodyPr wrap="square" lIns="0" tIns="0" rIns="0" bIns="0" numCol="1" anchor="ctr">
            <a:normAutofit/>
          </a:bodyPr>
          <a:lstStyle/>
          <a:p>
            <a:pPr lvl="0" algn="ctr">
              <a:defRPr sz="1800"/>
            </a:pPr>
            <a:r>
              <a:rPr lang="en-US" sz="1200">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Subscribe</a:t>
            </a:r>
            <a:endParaRPr sz="1200" dirty="0">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endParaRPr>
          </a:p>
        </p:txBody>
      </p:sp>
      <p:sp>
        <p:nvSpPr>
          <p:cNvPr id="71" name="Shape 6975"/>
          <p:cNvSpPr/>
          <p:nvPr/>
        </p:nvSpPr>
        <p:spPr>
          <a:xfrm>
            <a:off x="9518685" y="5452824"/>
            <a:ext cx="1041620" cy="255098"/>
          </a:xfrm>
          <a:prstGeom prst="rect">
            <a:avLst/>
          </a:prstGeom>
          <a:noFill/>
          <a:ln w="12700" cap="flat">
            <a:noFill/>
            <a:miter lim="400000"/>
          </a:ln>
          <a:effectLst/>
        </p:spPr>
        <p:txBody>
          <a:bodyPr wrap="square" lIns="0" tIns="0" rIns="0" bIns="0" numCol="1" anchor="ctr">
            <a:normAutofit/>
          </a:bodyPr>
          <a:lstStyle/>
          <a:p>
            <a:pPr lvl="0" algn="ctr">
              <a:defRPr sz="1800"/>
            </a:pPr>
            <a:r>
              <a:rPr lang="en-US" sz="1200">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rPr>
              <a:t>Subscribe</a:t>
            </a:r>
            <a:endParaRPr sz="1200" dirty="0">
              <a:latin typeface="思源黑体 CN Regular" panose="020B0500000000000000" pitchFamily="34" charset="-122"/>
              <a:ea typeface="思源黑体 CN Regular" panose="020B0500000000000000" pitchFamily="34" charset="-122"/>
              <a:cs typeface="Montserrat" charset="0"/>
              <a:sym typeface="思源黑体 CN Regular" panose="020B0500000000000000" pitchFamily="34" charset="-122"/>
            </a:endParaRPr>
          </a:p>
        </p:txBody>
      </p:sp>
      <p:grpSp>
        <p:nvGrpSpPr>
          <p:cNvPr id="65" name="Group 2_1">
            <a:extLst>
              <a:ext uri="{FF2B5EF4-FFF2-40B4-BE49-F238E27FC236}">
                <a16:creationId xmlns:a16="http://schemas.microsoft.com/office/drawing/2014/main" id="{2761482F-A1D7-432D-B74B-FDB8157FAE09}"/>
              </a:ext>
            </a:extLst>
          </p:cNvPr>
          <p:cNvGrpSpPr/>
          <p:nvPr/>
        </p:nvGrpSpPr>
        <p:grpSpPr>
          <a:xfrm>
            <a:off x="0" y="0"/>
            <a:ext cx="1751115" cy="1097152"/>
            <a:chOff x="0" y="0"/>
            <a:chExt cx="1751115" cy="1097152"/>
          </a:xfrm>
        </p:grpSpPr>
        <p:grpSp>
          <p:nvGrpSpPr>
            <p:cNvPr id="66" name="组合 65">
              <a:extLst>
                <a:ext uri="{FF2B5EF4-FFF2-40B4-BE49-F238E27FC236}">
                  <a16:creationId xmlns:a16="http://schemas.microsoft.com/office/drawing/2014/main" id="{6851477A-6E0F-47DC-8CBF-177A365D7F75}"/>
                </a:ext>
              </a:extLst>
            </p:cNvPr>
            <p:cNvGrpSpPr/>
            <p:nvPr/>
          </p:nvGrpSpPr>
          <p:grpSpPr>
            <a:xfrm>
              <a:off x="0" y="0"/>
              <a:ext cx="1751115" cy="1097152"/>
              <a:chOff x="-1832690" y="-1312191"/>
              <a:chExt cx="4302458" cy="3292533"/>
            </a:xfrm>
          </p:grpSpPr>
          <p:pic>
            <p:nvPicPr>
              <p:cNvPr id="73" name="PA-图片 2">
                <a:extLst>
                  <a:ext uri="{FF2B5EF4-FFF2-40B4-BE49-F238E27FC236}">
                    <a16:creationId xmlns:a16="http://schemas.microsoft.com/office/drawing/2014/main" id="{85DE68EB-DA6A-4C13-943E-C2B45B4FB9A1}"/>
                  </a:ext>
                </a:extLst>
              </p:cNvPr>
              <p:cNvPicPr>
                <a:picLocks noChangeAspect="1"/>
              </p:cNvPicPr>
              <p:nvPr>
                <p:custDataLst>
                  <p:tags r:id="rId2"/>
                </p:custDataLst>
              </p:nvPr>
            </p:nvPicPr>
            <p:blipFill rotWithShape="1">
              <a:blip r:embed="rId6" cstate="print">
                <a:extLst>
                  <a:ext uri="{28A0092B-C50C-407E-A947-70E740481C1C}">
                    <a14:useLocalDpi xmlns:a14="http://schemas.microsoft.com/office/drawing/2010/main" val="0"/>
                  </a:ext>
                </a:extLst>
              </a:blip>
              <a:srcRect l="15664" t="61151"/>
              <a:stretch/>
            </p:blipFill>
            <p:spPr>
              <a:xfrm>
                <a:off x="-1832690" y="-1312191"/>
                <a:ext cx="4302458" cy="2664265"/>
              </a:xfrm>
              <a:prstGeom prst="rect">
                <a:avLst/>
              </a:prstGeom>
            </p:spPr>
          </p:pic>
          <p:pic>
            <p:nvPicPr>
              <p:cNvPr id="74" name="PA-图片 7">
                <a:extLst>
                  <a:ext uri="{FF2B5EF4-FFF2-40B4-BE49-F238E27FC236}">
                    <a16:creationId xmlns:a16="http://schemas.microsoft.com/office/drawing/2014/main" id="{281EE409-43DC-465A-A82E-4AA0F4F4948C}"/>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975373" y="1127025"/>
                <a:ext cx="775743" cy="853317"/>
              </a:xfrm>
              <a:prstGeom prst="rect">
                <a:avLst/>
              </a:prstGeom>
            </p:spPr>
          </p:pic>
        </p:grpSp>
        <p:sp>
          <p:nvSpPr>
            <p:cNvPr id="72" name="PA-矩形8435759">
              <a:extLst>
                <a:ext uri="{FF2B5EF4-FFF2-40B4-BE49-F238E27FC236}">
                  <a16:creationId xmlns:a16="http://schemas.microsoft.com/office/drawing/2014/main" id="{C8AFEB25-2488-4C6E-A35B-36659D50C697}"/>
                </a:ext>
              </a:extLst>
            </p:cNvPr>
            <p:cNvSpPr/>
            <p:nvPr>
              <p:custDataLst>
                <p:tags r:id="rId1"/>
              </p:custDataLst>
            </p:nvPr>
          </p:nvSpPr>
          <p:spPr>
            <a:xfrm>
              <a:off x="60033" y="136009"/>
              <a:ext cx="1398588" cy="400110"/>
            </a:xfrm>
            <a:prstGeom prst="rect">
              <a:avLst/>
            </a:prstGeom>
          </p:spPr>
          <p:txBody>
            <a:bodyPr wrap="none">
              <a:spAutoFit/>
            </a:bodyPr>
            <a:lstStyle/>
            <a:p>
              <a:r>
                <a:rPr lang="en-US" altLang="zh-CN" sz="2000" dirty="0">
                  <a:latin typeface="思源黑体 CN Medium" panose="020B0600000000000000" pitchFamily="34" charset="-122"/>
                  <a:ea typeface="思源黑体 CN Medium" panose="020B0600000000000000" pitchFamily="34" charset="-122"/>
                  <a:sym typeface="思源黑体" panose="020B0400000000000000" pitchFamily="34" charset="-122"/>
                </a:rPr>
                <a:t>Enter title</a:t>
              </a:r>
              <a:endParaRPr lang="zh-CN" altLang="en-US" sz="2000" dirty="0">
                <a:latin typeface="思源黑体 CN Medium" panose="020B0600000000000000" pitchFamily="34" charset="-122"/>
                <a:ea typeface="思源黑体 CN Medium" panose="020B0600000000000000"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ipe(left)">
                                      <p:cBhvr>
                                        <p:cTn id="10" dur="500"/>
                                        <p:tgtEl>
                                          <p:spTgt spid="2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wipe(left)">
                                      <p:cBhvr>
                                        <p:cTn id="13" dur="500"/>
                                        <p:tgtEl>
                                          <p:spTgt spid="27"/>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wipe(left)">
                                      <p:cBhvr>
                                        <p:cTn id="16" dur="500"/>
                                        <p:tgtEl>
                                          <p:spTgt spid="28"/>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wipe(left)">
                                      <p:cBhvr>
                                        <p:cTn id="19" dur="500"/>
                                        <p:tgtEl>
                                          <p:spTgt spid="29"/>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par>
                                <p:cTn id="23" presetID="22" presetClass="entr" presetSubtype="8"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left)">
                                      <p:cBhvr>
                                        <p:cTn id="25" dur="500"/>
                                        <p:tgtEl>
                                          <p:spTgt spid="14"/>
                                        </p:tgtEl>
                                      </p:cBhvr>
                                    </p:animEffect>
                                  </p:childTnLst>
                                </p:cTn>
                              </p:par>
                              <p:par>
                                <p:cTn id="26" presetID="22" presetClass="entr" presetSubtype="8"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wipe(left)">
                                      <p:cBhvr>
                                        <p:cTn id="28" dur="500"/>
                                        <p:tgtEl>
                                          <p:spTgt spid="20"/>
                                        </p:tgtEl>
                                      </p:cBhvr>
                                    </p:animEffect>
                                  </p:childTnLst>
                                </p:cTn>
                              </p:par>
                              <p:par>
                                <p:cTn id="29" presetID="22" presetClass="entr" presetSubtype="8"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wipe(left)">
                                      <p:cBhvr>
                                        <p:cTn id="31" dur="500"/>
                                        <p:tgtEl>
                                          <p:spTgt spid="19"/>
                                        </p:tgtEl>
                                      </p:cBhvr>
                                    </p:animEffect>
                                  </p:childTnLst>
                                </p:cTn>
                              </p:par>
                              <p:par>
                                <p:cTn id="32" presetID="22" presetClass="entr" presetSubtype="8" fill="hold"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wipe(left)">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p:cTn id="39" dur="500" fill="hold"/>
                                        <p:tgtEl>
                                          <p:spTgt spid="12"/>
                                        </p:tgtEl>
                                        <p:attrNameLst>
                                          <p:attrName>ppt_w</p:attrName>
                                        </p:attrNameLst>
                                      </p:cBhvr>
                                      <p:tavLst>
                                        <p:tav tm="0">
                                          <p:val>
                                            <p:fltVal val="0"/>
                                          </p:val>
                                        </p:tav>
                                        <p:tav tm="100000">
                                          <p:val>
                                            <p:strVal val="#ppt_w"/>
                                          </p:val>
                                        </p:tav>
                                      </p:tavLst>
                                    </p:anim>
                                    <p:anim calcmode="lin" valueType="num">
                                      <p:cBhvr>
                                        <p:cTn id="40" dur="500" fill="hold"/>
                                        <p:tgtEl>
                                          <p:spTgt spid="12"/>
                                        </p:tgtEl>
                                        <p:attrNameLst>
                                          <p:attrName>ppt_h</p:attrName>
                                        </p:attrNameLst>
                                      </p:cBhvr>
                                      <p:tavLst>
                                        <p:tav tm="0">
                                          <p:val>
                                            <p:fltVal val="0"/>
                                          </p:val>
                                        </p:tav>
                                        <p:tav tm="100000">
                                          <p:val>
                                            <p:strVal val="#ppt_h"/>
                                          </p:val>
                                        </p:tav>
                                      </p:tavLst>
                                    </p:anim>
                                    <p:animEffect transition="in" filter="fade">
                                      <p:cBhvr>
                                        <p:cTn id="41" dur="500"/>
                                        <p:tgtEl>
                                          <p:spTgt spid="12"/>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 calcmode="lin" valueType="num">
                                      <p:cBhvr>
                                        <p:cTn id="44" dur="500" fill="hold"/>
                                        <p:tgtEl>
                                          <p:spTgt spid="9"/>
                                        </p:tgtEl>
                                        <p:attrNameLst>
                                          <p:attrName>ppt_w</p:attrName>
                                        </p:attrNameLst>
                                      </p:cBhvr>
                                      <p:tavLst>
                                        <p:tav tm="0">
                                          <p:val>
                                            <p:fltVal val="0"/>
                                          </p:val>
                                        </p:tav>
                                        <p:tav tm="100000">
                                          <p:val>
                                            <p:strVal val="#ppt_w"/>
                                          </p:val>
                                        </p:tav>
                                      </p:tavLst>
                                    </p:anim>
                                    <p:anim calcmode="lin" valueType="num">
                                      <p:cBhvr>
                                        <p:cTn id="45" dur="500" fill="hold"/>
                                        <p:tgtEl>
                                          <p:spTgt spid="9"/>
                                        </p:tgtEl>
                                        <p:attrNameLst>
                                          <p:attrName>ppt_h</p:attrName>
                                        </p:attrNameLst>
                                      </p:cBhvr>
                                      <p:tavLst>
                                        <p:tav tm="0">
                                          <p:val>
                                            <p:fltVal val="0"/>
                                          </p:val>
                                        </p:tav>
                                        <p:tav tm="100000">
                                          <p:val>
                                            <p:strVal val="#ppt_h"/>
                                          </p:val>
                                        </p:tav>
                                      </p:tavLst>
                                    </p:anim>
                                    <p:animEffect transition="in" filter="fade">
                                      <p:cBhvr>
                                        <p:cTn id="46" dur="500"/>
                                        <p:tgtEl>
                                          <p:spTgt spid="9"/>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anim calcmode="lin" valueType="num">
                                      <p:cBhvr>
                                        <p:cTn id="49" dur="500" fill="hold"/>
                                        <p:tgtEl>
                                          <p:spTgt spid="22"/>
                                        </p:tgtEl>
                                        <p:attrNameLst>
                                          <p:attrName>ppt_w</p:attrName>
                                        </p:attrNameLst>
                                      </p:cBhvr>
                                      <p:tavLst>
                                        <p:tav tm="0">
                                          <p:val>
                                            <p:fltVal val="0"/>
                                          </p:val>
                                        </p:tav>
                                        <p:tav tm="100000">
                                          <p:val>
                                            <p:strVal val="#ppt_w"/>
                                          </p:val>
                                        </p:tav>
                                      </p:tavLst>
                                    </p:anim>
                                    <p:anim calcmode="lin" valueType="num">
                                      <p:cBhvr>
                                        <p:cTn id="50" dur="500" fill="hold"/>
                                        <p:tgtEl>
                                          <p:spTgt spid="22"/>
                                        </p:tgtEl>
                                        <p:attrNameLst>
                                          <p:attrName>ppt_h</p:attrName>
                                        </p:attrNameLst>
                                      </p:cBhvr>
                                      <p:tavLst>
                                        <p:tav tm="0">
                                          <p:val>
                                            <p:fltVal val="0"/>
                                          </p:val>
                                        </p:tav>
                                        <p:tav tm="100000">
                                          <p:val>
                                            <p:strVal val="#ppt_h"/>
                                          </p:val>
                                        </p:tav>
                                      </p:tavLst>
                                    </p:anim>
                                    <p:animEffect transition="in" filter="fade">
                                      <p:cBhvr>
                                        <p:cTn id="51" dur="500"/>
                                        <p:tgtEl>
                                          <p:spTgt spid="22"/>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32"/>
                                        </p:tgtEl>
                                        <p:attrNameLst>
                                          <p:attrName>style.visibility</p:attrName>
                                        </p:attrNameLst>
                                      </p:cBhvr>
                                      <p:to>
                                        <p:strVal val="visible"/>
                                      </p:to>
                                    </p:set>
                                    <p:anim calcmode="lin" valueType="num">
                                      <p:cBhvr>
                                        <p:cTn id="54" dur="500" fill="hold"/>
                                        <p:tgtEl>
                                          <p:spTgt spid="32"/>
                                        </p:tgtEl>
                                        <p:attrNameLst>
                                          <p:attrName>ppt_w</p:attrName>
                                        </p:attrNameLst>
                                      </p:cBhvr>
                                      <p:tavLst>
                                        <p:tav tm="0">
                                          <p:val>
                                            <p:fltVal val="0"/>
                                          </p:val>
                                        </p:tav>
                                        <p:tav tm="100000">
                                          <p:val>
                                            <p:strVal val="#ppt_w"/>
                                          </p:val>
                                        </p:tav>
                                      </p:tavLst>
                                    </p:anim>
                                    <p:anim calcmode="lin" valueType="num">
                                      <p:cBhvr>
                                        <p:cTn id="55" dur="500" fill="hold"/>
                                        <p:tgtEl>
                                          <p:spTgt spid="32"/>
                                        </p:tgtEl>
                                        <p:attrNameLst>
                                          <p:attrName>ppt_h</p:attrName>
                                        </p:attrNameLst>
                                      </p:cBhvr>
                                      <p:tavLst>
                                        <p:tav tm="0">
                                          <p:val>
                                            <p:fltVal val="0"/>
                                          </p:val>
                                        </p:tav>
                                        <p:tav tm="100000">
                                          <p:val>
                                            <p:strVal val="#ppt_h"/>
                                          </p:val>
                                        </p:tav>
                                      </p:tavLst>
                                    </p:anim>
                                    <p:animEffect transition="in" filter="fade">
                                      <p:cBhvr>
                                        <p:cTn id="56" dur="500"/>
                                        <p:tgtEl>
                                          <p:spTgt spid="32"/>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34"/>
                                        </p:tgtEl>
                                        <p:attrNameLst>
                                          <p:attrName>style.visibility</p:attrName>
                                        </p:attrNameLst>
                                      </p:cBhvr>
                                      <p:to>
                                        <p:strVal val="visible"/>
                                      </p:to>
                                    </p:set>
                                    <p:anim calcmode="lin" valueType="num">
                                      <p:cBhvr>
                                        <p:cTn id="59" dur="500" fill="hold"/>
                                        <p:tgtEl>
                                          <p:spTgt spid="34"/>
                                        </p:tgtEl>
                                        <p:attrNameLst>
                                          <p:attrName>ppt_w</p:attrName>
                                        </p:attrNameLst>
                                      </p:cBhvr>
                                      <p:tavLst>
                                        <p:tav tm="0">
                                          <p:val>
                                            <p:fltVal val="0"/>
                                          </p:val>
                                        </p:tav>
                                        <p:tav tm="100000">
                                          <p:val>
                                            <p:strVal val="#ppt_w"/>
                                          </p:val>
                                        </p:tav>
                                      </p:tavLst>
                                    </p:anim>
                                    <p:anim calcmode="lin" valueType="num">
                                      <p:cBhvr>
                                        <p:cTn id="60" dur="500" fill="hold"/>
                                        <p:tgtEl>
                                          <p:spTgt spid="34"/>
                                        </p:tgtEl>
                                        <p:attrNameLst>
                                          <p:attrName>ppt_h</p:attrName>
                                        </p:attrNameLst>
                                      </p:cBhvr>
                                      <p:tavLst>
                                        <p:tav tm="0">
                                          <p:val>
                                            <p:fltVal val="0"/>
                                          </p:val>
                                        </p:tav>
                                        <p:tav tm="100000">
                                          <p:val>
                                            <p:strVal val="#ppt_h"/>
                                          </p:val>
                                        </p:tav>
                                      </p:tavLst>
                                    </p:anim>
                                    <p:animEffect transition="in" filter="fade">
                                      <p:cBhvr>
                                        <p:cTn id="61" dur="500"/>
                                        <p:tgtEl>
                                          <p:spTgt spid="34"/>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36"/>
                                        </p:tgtEl>
                                        <p:attrNameLst>
                                          <p:attrName>style.visibility</p:attrName>
                                        </p:attrNameLst>
                                      </p:cBhvr>
                                      <p:to>
                                        <p:strVal val="visible"/>
                                      </p:to>
                                    </p:set>
                                    <p:anim calcmode="lin" valueType="num">
                                      <p:cBhvr>
                                        <p:cTn id="64" dur="500" fill="hold"/>
                                        <p:tgtEl>
                                          <p:spTgt spid="36"/>
                                        </p:tgtEl>
                                        <p:attrNameLst>
                                          <p:attrName>ppt_w</p:attrName>
                                        </p:attrNameLst>
                                      </p:cBhvr>
                                      <p:tavLst>
                                        <p:tav tm="0">
                                          <p:val>
                                            <p:fltVal val="0"/>
                                          </p:val>
                                        </p:tav>
                                        <p:tav tm="100000">
                                          <p:val>
                                            <p:strVal val="#ppt_w"/>
                                          </p:val>
                                        </p:tav>
                                      </p:tavLst>
                                    </p:anim>
                                    <p:anim calcmode="lin" valueType="num">
                                      <p:cBhvr>
                                        <p:cTn id="65" dur="500" fill="hold"/>
                                        <p:tgtEl>
                                          <p:spTgt spid="36"/>
                                        </p:tgtEl>
                                        <p:attrNameLst>
                                          <p:attrName>ppt_h</p:attrName>
                                        </p:attrNameLst>
                                      </p:cBhvr>
                                      <p:tavLst>
                                        <p:tav tm="0">
                                          <p:val>
                                            <p:fltVal val="0"/>
                                          </p:val>
                                        </p:tav>
                                        <p:tav tm="100000">
                                          <p:val>
                                            <p:strVal val="#ppt_h"/>
                                          </p:val>
                                        </p:tav>
                                      </p:tavLst>
                                    </p:anim>
                                    <p:animEffect transition="in" filter="fade">
                                      <p:cBhvr>
                                        <p:cTn id="66" dur="500"/>
                                        <p:tgtEl>
                                          <p:spTgt spid="36"/>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37"/>
                                        </p:tgtEl>
                                        <p:attrNameLst>
                                          <p:attrName>style.visibility</p:attrName>
                                        </p:attrNameLst>
                                      </p:cBhvr>
                                      <p:to>
                                        <p:strVal val="visible"/>
                                      </p:to>
                                    </p:set>
                                    <p:anim calcmode="lin" valueType="num">
                                      <p:cBhvr>
                                        <p:cTn id="69" dur="500" fill="hold"/>
                                        <p:tgtEl>
                                          <p:spTgt spid="37"/>
                                        </p:tgtEl>
                                        <p:attrNameLst>
                                          <p:attrName>ppt_w</p:attrName>
                                        </p:attrNameLst>
                                      </p:cBhvr>
                                      <p:tavLst>
                                        <p:tav tm="0">
                                          <p:val>
                                            <p:fltVal val="0"/>
                                          </p:val>
                                        </p:tav>
                                        <p:tav tm="100000">
                                          <p:val>
                                            <p:strVal val="#ppt_w"/>
                                          </p:val>
                                        </p:tav>
                                      </p:tavLst>
                                    </p:anim>
                                    <p:anim calcmode="lin" valueType="num">
                                      <p:cBhvr>
                                        <p:cTn id="70" dur="500" fill="hold"/>
                                        <p:tgtEl>
                                          <p:spTgt spid="37"/>
                                        </p:tgtEl>
                                        <p:attrNameLst>
                                          <p:attrName>ppt_h</p:attrName>
                                        </p:attrNameLst>
                                      </p:cBhvr>
                                      <p:tavLst>
                                        <p:tav tm="0">
                                          <p:val>
                                            <p:fltVal val="0"/>
                                          </p:val>
                                        </p:tav>
                                        <p:tav tm="100000">
                                          <p:val>
                                            <p:strVal val="#ppt_h"/>
                                          </p:val>
                                        </p:tav>
                                      </p:tavLst>
                                    </p:anim>
                                    <p:animEffect transition="in" filter="fade">
                                      <p:cBhvr>
                                        <p:cTn id="71" dur="500"/>
                                        <p:tgtEl>
                                          <p:spTgt spid="37"/>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39"/>
                                        </p:tgtEl>
                                        <p:attrNameLst>
                                          <p:attrName>style.visibility</p:attrName>
                                        </p:attrNameLst>
                                      </p:cBhvr>
                                      <p:to>
                                        <p:strVal val="visible"/>
                                      </p:to>
                                    </p:set>
                                    <p:anim calcmode="lin" valueType="num">
                                      <p:cBhvr>
                                        <p:cTn id="74" dur="500" fill="hold"/>
                                        <p:tgtEl>
                                          <p:spTgt spid="39"/>
                                        </p:tgtEl>
                                        <p:attrNameLst>
                                          <p:attrName>ppt_w</p:attrName>
                                        </p:attrNameLst>
                                      </p:cBhvr>
                                      <p:tavLst>
                                        <p:tav tm="0">
                                          <p:val>
                                            <p:fltVal val="0"/>
                                          </p:val>
                                        </p:tav>
                                        <p:tav tm="100000">
                                          <p:val>
                                            <p:strVal val="#ppt_w"/>
                                          </p:val>
                                        </p:tav>
                                      </p:tavLst>
                                    </p:anim>
                                    <p:anim calcmode="lin" valueType="num">
                                      <p:cBhvr>
                                        <p:cTn id="75" dur="500" fill="hold"/>
                                        <p:tgtEl>
                                          <p:spTgt spid="39"/>
                                        </p:tgtEl>
                                        <p:attrNameLst>
                                          <p:attrName>ppt_h</p:attrName>
                                        </p:attrNameLst>
                                      </p:cBhvr>
                                      <p:tavLst>
                                        <p:tav tm="0">
                                          <p:val>
                                            <p:fltVal val="0"/>
                                          </p:val>
                                        </p:tav>
                                        <p:tav tm="100000">
                                          <p:val>
                                            <p:strVal val="#ppt_h"/>
                                          </p:val>
                                        </p:tav>
                                      </p:tavLst>
                                    </p:anim>
                                    <p:animEffect transition="in" filter="fade">
                                      <p:cBhvr>
                                        <p:cTn id="76" dur="500"/>
                                        <p:tgtEl>
                                          <p:spTgt spid="39"/>
                                        </p:tgtEl>
                                      </p:cBhvr>
                                    </p:animEffect>
                                  </p:childTnLst>
                                </p:cTn>
                              </p:par>
                              <p:par>
                                <p:cTn id="77" presetID="53" presetClass="entr" presetSubtype="16" fill="hold" grpId="0" nodeType="withEffect">
                                  <p:stCondLst>
                                    <p:cond delay="0"/>
                                  </p:stCondLst>
                                  <p:childTnLst>
                                    <p:set>
                                      <p:cBhvr>
                                        <p:cTn id="78" dur="1" fill="hold">
                                          <p:stCondLst>
                                            <p:cond delay="0"/>
                                          </p:stCondLst>
                                        </p:cTn>
                                        <p:tgtEl>
                                          <p:spTgt spid="40"/>
                                        </p:tgtEl>
                                        <p:attrNameLst>
                                          <p:attrName>style.visibility</p:attrName>
                                        </p:attrNameLst>
                                      </p:cBhvr>
                                      <p:to>
                                        <p:strVal val="visible"/>
                                      </p:to>
                                    </p:set>
                                    <p:anim calcmode="lin" valueType="num">
                                      <p:cBhvr>
                                        <p:cTn id="79" dur="500" fill="hold"/>
                                        <p:tgtEl>
                                          <p:spTgt spid="40"/>
                                        </p:tgtEl>
                                        <p:attrNameLst>
                                          <p:attrName>ppt_w</p:attrName>
                                        </p:attrNameLst>
                                      </p:cBhvr>
                                      <p:tavLst>
                                        <p:tav tm="0">
                                          <p:val>
                                            <p:fltVal val="0"/>
                                          </p:val>
                                        </p:tav>
                                        <p:tav tm="100000">
                                          <p:val>
                                            <p:strVal val="#ppt_w"/>
                                          </p:val>
                                        </p:tav>
                                      </p:tavLst>
                                    </p:anim>
                                    <p:anim calcmode="lin" valueType="num">
                                      <p:cBhvr>
                                        <p:cTn id="80" dur="500" fill="hold"/>
                                        <p:tgtEl>
                                          <p:spTgt spid="40"/>
                                        </p:tgtEl>
                                        <p:attrNameLst>
                                          <p:attrName>ppt_h</p:attrName>
                                        </p:attrNameLst>
                                      </p:cBhvr>
                                      <p:tavLst>
                                        <p:tav tm="0">
                                          <p:val>
                                            <p:fltVal val="0"/>
                                          </p:val>
                                        </p:tav>
                                        <p:tav tm="100000">
                                          <p:val>
                                            <p:strVal val="#ppt_h"/>
                                          </p:val>
                                        </p:tav>
                                      </p:tavLst>
                                    </p:anim>
                                    <p:animEffect transition="in" filter="fade">
                                      <p:cBhvr>
                                        <p:cTn id="81" dur="500"/>
                                        <p:tgtEl>
                                          <p:spTgt spid="40"/>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 calcmode="lin" valueType="num">
                                      <p:cBhvr>
                                        <p:cTn id="84" dur="500" fill="hold"/>
                                        <p:tgtEl>
                                          <p:spTgt spid="41"/>
                                        </p:tgtEl>
                                        <p:attrNameLst>
                                          <p:attrName>ppt_w</p:attrName>
                                        </p:attrNameLst>
                                      </p:cBhvr>
                                      <p:tavLst>
                                        <p:tav tm="0">
                                          <p:val>
                                            <p:fltVal val="0"/>
                                          </p:val>
                                        </p:tav>
                                        <p:tav tm="100000">
                                          <p:val>
                                            <p:strVal val="#ppt_w"/>
                                          </p:val>
                                        </p:tav>
                                      </p:tavLst>
                                    </p:anim>
                                    <p:anim calcmode="lin" valueType="num">
                                      <p:cBhvr>
                                        <p:cTn id="85" dur="500" fill="hold"/>
                                        <p:tgtEl>
                                          <p:spTgt spid="41"/>
                                        </p:tgtEl>
                                        <p:attrNameLst>
                                          <p:attrName>ppt_h</p:attrName>
                                        </p:attrNameLst>
                                      </p:cBhvr>
                                      <p:tavLst>
                                        <p:tav tm="0">
                                          <p:val>
                                            <p:fltVal val="0"/>
                                          </p:val>
                                        </p:tav>
                                        <p:tav tm="100000">
                                          <p:val>
                                            <p:strVal val="#ppt_h"/>
                                          </p:val>
                                        </p:tav>
                                      </p:tavLst>
                                    </p:anim>
                                    <p:animEffect transition="in" filter="fade">
                                      <p:cBhvr>
                                        <p:cTn id="86" dur="500"/>
                                        <p:tgtEl>
                                          <p:spTgt spid="41"/>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42"/>
                                        </p:tgtEl>
                                        <p:attrNameLst>
                                          <p:attrName>style.visibility</p:attrName>
                                        </p:attrNameLst>
                                      </p:cBhvr>
                                      <p:to>
                                        <p:strVal val="visible"/>
                                      </p:to>
                                    </p:set>
                                    <p:anim calcmode="lin" valueType="num">
                                      <p:cBhvr>
                                        <p:cTn id="89" dur="500" fill="hold"/>
                                        <p:tgtEl>
                                          <p:spTgt spid="42"/>
                                        </p:tgtEl>
                                        <p:attrNameLst>
                                          <p:attrName>ppt_w</p:attrName>
                                        </p:attrNameLst>
                                      </p:cBhvr>
                                      <p:tavLst>
                                        <p:tav tm="0">
                                          <p:val>
                                            <p:fltVal val="0"/>
                                          </p:val>
                                        </p:tav>
                                        <p:tav tm="100000">
                                          <p:val>
                                            <p:strVal val="#ppt_w"/>
                                          </p:val>
                                        </p:tav>
                                      </p:tavLst>
                                    </p:anim>
                                    <p:anim calcmode="lin" valueType="num">
                                      <p:cBhvr>
                                        <p:cTn id="90" dur="500" fill="hold"/>
                                        <p:tgtEl>
                                          <p:spTgt spid="42"/>
                                        </p:tgtEl>
                                        <p:attrNameLst>
                                          <p:attrName>ppt_h</p:attrName>
                                        </p:attrNameLst>
                                      </p:cBhvr>
                                      <p:tavLst>
                                        <p:tav tm="0">
                                          <p:val>
                                            <p:fltVal val="0"/>
                                          </p:val>
                                        </p:tav>
                                        <p:tav tm="100000">
                                          <p:val>
                                            <p:strVal val="#ppt_h"/>
                                          </p:val>
                                        </p:tav>
                                      </p:tavLst>
                                    </p:anim>
                                    <p:animEffect transition="in" filter="fade">
                                      <p:cBhvr>
                                        <p:cTn id="91" dur="500"/>
                                        <p:tgtEl>
                                          <p:spTgt spid="42"/>
                                        </p:tgtEl>
                                      </p:cBhvr>
                                    </p:animEffect>
                                  </p:childTnLst>
                                </p:cTn>
                              </p:par>
                              <p:par>
                                <p:cTn id="92" presetID="53" presetClass="entr" presetSubtype="16" fill="hold" grpId="0" nodeType="withEffect">
                                  <p:stCondLst>
                                    <p:cond delay="0"/>
                                  </p:stCondLst>
                                  <p:childTnLst>
                                    <p:set>
                                      <p:cBhvr>
                                        <p:cTn id="93" dur="1" fill="hold">
                                          <p:stCondLst>
                                            <p:cond delay="0"/>
                                          </p:stCondLst>
                                        </p:cTn>
                                        <p:tgtEl>
                                          <p:spTgt spid="59"/>
                                        </p:tgtEl>
                                        <p:attrNameLst>
                                          <p:attrName>style.visibility</p:attrName>
                                        </p:attrNameLst>
                                      </p:cBhvr>
                                      <p:to>
                                        <p:strVal val="visible"/>
                                      </p:to>
                                    </p:set>
                                    <p:anim calcmode="lin" valueType="num">
                                      <p:cBhvr>
                                        <p:cTn id="94" dur="500" fill="hold"/>
                                        <p:tgtEl>
                                          <p:spTgt spid="59"/>
                                        </p:tgtEl>
                                        <p:attrNameLst>
                                          <p:attrName>ppt_w</p:attrName>
                                        </p:attrNameLst>
                                      </p:cBhvr>
                                      <p:tavLst>
                                        <p:tav tm="0">
                                          <p:val>
                                            <p:fltVal val="0"/>
                                          </p:val>
                                        </p:tav>
                                        <p:tav tm="100000">
                                          <p:val>
                                            <p:strVal val="#ppt_w"/>
                                          </p:val>
                                        </p:tav>
                                      </p:tavLst>
                                    </p:anim>
                                    <p:anim calcmode="lin" valueType="num">
                                      <p:cBhvr>
                                        <p:cTn id="95" dur="500" fill="hold"/>
                                        <p:tgtEl>
                                          <p:spTgt spid="59"/>
                                        </p:tgtEl>
                                        <p:attrNameLst>
                                          <p:attrName>ppt_h</p:attrName>
                                        </p:attrNameLst>
                                      </p:cBhvr>
                                      <p:tavLst>
                                        <p:tav tm="0">
                                          <p:val>
                                            <p:fltVal val="0"/>
                                          </p:val>
                                        </p:tav>
                                        <p:tav tm="100000">
                                          <p:val>
                                            <p:strVal val="#ppt_h"/>
                                          </p:val>
                                        </p:tav>
                                      </p:tavLst>
                                    </p:anim>
                                    <p:animEffect transition="in" filter="fade">
                                      <p:cBhvr>
                                        <p:cTn id="96" dur="500"/>
                                        <p:tgtEl>
                                          <p:spTgt spid="59"/>
                                        </p:tgtEl>
                                      </p:cBhvr>
                                    </p:animEffect>
                                  </p:childTnLst>
                                </p:cTn>
                              </p:par>
                              <p:par>
                                <p:cTn id="97" presetID="53" presetClass="entr" presetSubtype="16" fill="hold" grpId="0" nodeType="withEffect">
                                  <p:stCondLst>
                                    <p:cond delay="0"/>
                                  </p:stCondLst>
                                  <p:childTnLst>
                                    <p:set>
                                      <p:cBhvr>
                                        <p:cTn id="98" dur="1" fill="hold">
                                          <p:stCondLst>
                                            <p:cond delay="0"/>
                                          </p:stCondLst>
                                        </p:cTn>
                                        <p:tgtEl>
                                          <p:spTgt spid="62"/>
                                        </p:tgtEl>
                                        <p:attrNameLst>
                                          <p:attrName>style.visibility</p:attrName>
                                        </p:attrNameLst>
                                      </p:cBhvr>
                                      <p:to>
                                        <p:strVal val="visible"/>
                                      </p:to>
                                    </p:set>
                                    <p:anim calcmode="lin" valueType="num">
                                      <p:cBhvr>
                                        <p:cTn id="99" dur="500" fill="hold"/>
                                        <p:tgtEl>
                                          <p:spTgt spid="62"/>
                                        </p:tgtEl>
                                        <p:attrNameLst>
                                          <p:attrName>ppt_w</p:attrName>
                                        </p:attrNameLst>
                                      </p:cBhvr>
                                      <p:tavLst>
                                        <p:tav tm="0">
                                          <p:val>
                                            <p:fltVal val="0"/>
                                          </p:val>
                                        </p:tav>
                                        <p:tav tm="100000">
                                          <p:val>
                                            <p:strVal val="#ppt_w"/>
                                          </p:val>
                                        </p:tav>
                                      </p:tavLst>
                                    </p:anim>
                                    <p:anim calcmode="lin" valueType="num">
                                      <p:cBhvr>
                                        <p:cTn id="100" dur="500" fill="hold"/>
                                        <p:tgtEl>
                                          <p:spTgt spid="62"/>
                                        </p:tgtEl>
                                        <p:attrNameLst>
                                          <p:attrName>ppt_h</p:attrName>
                                        </p:attrNameLst>
                                      </p:cBhvr>
                                      <p:tavLst>
                                        <p:tav tm="0">
                                          <p:val>
                                            <p:fltVal val="0"/>
                                          </p:val>
                                        </p:tav>
                                        <p:tav tm="100000">
                                          <p:val>
                                            <p:strVal val="#ppt_h"/>
                                          </p:val>
                                        </p:tav>
                                      </p:tavLst>
                                    </p:anim>
                                    <p:animEffect transition="in" filter="fade">
                                      <p:cBhvr>
                                        <p:cTn id="101" dur="500"/>
                                        <p:tgtEl>
                                          <p:spTgt spid="62"/>
                                        </p:tgtEl>
                                      </p:cBhvr>
                                    </p:animEffect>
                                  </p:childTnLst>
                                </p:cTn>
                              </p:par>
                              <p:par>
                                <p:cTn id="102" presetID="53" presetClass="entr" presetSubtype="16" fill="hold" grpId="0" nodeType="withEffect">
                                  <p:stCondLst>
                                    <p:cond delay="0"/>
                                  </p:stCondLst>
                                  <p:childTnLst>
                                    <p:set>
                                      <p:cBhvr>
                                        <p:cTn id="103" dur="1" fill="hold">
                                          <p:stCondLst>
                                            <p:cond delay="0"/>
                                          </p:stCondLst>
                                        </p:cTn>
                                        <p:tgtEl>
                                          <p:spTgt spid="63"/>
                                        </p:tgtEl>
                                        <p:attrNameLst>
                                          <p:attrName>style.visibility</p:attrName>
                                        </p:attrNameLst>
                                      </p:cBhvr>
                                      <p:to>
                                        <p:strVal val="visible"/>
                                      </p:to>
                                    </p:set>
                                    <p:anim calcmode="lin" valueType="num">
                                      <p:cBhvr>
                                        <p:cTn id="104" dur="500" fill="hold"/>
                                        <p:tgtEl>
                                          <p:spTgt spid="63"/>
                                        </p:tgtEl>
                                        <p:attrNameLst>
                                          <p:attrName>ppt_w</p:attrName>
                                        </p:attrNameLst>
                                      </p:cBhvr>
                                      <p:tavLst>
                                        <p:tav tm="0">
                                          <p:val>
                                            <p:fltVal val="0"/>
                                          </p:val>
                                        </p:tav>
                                        <p:tav tm="100000">
                                          <p:val>
                                            <p:strVal val="#ppt_w"/>
                                          </p:val>
                                        </p:tav>
                                      </p:tavLst>
                                    </p:anim>
                                    <p:anim calcmode="lin" valueType="num">
                                      <p:cBhvr>
                                        <p:cTn id="105" dur="500" fill="hold"/>
                                        <p:tgtEl>
                                          <p:spTgt spid="63"/>
                                        </p:tgtEl>
                                        <p:attrNameLst>
                                          <p:attrName>ppt_h</p:attrName>
                                        </p:attrNameLst>
                                      </p:cBhvr>
                                      <p:tavLst>
                                        <p:tav tm="0">
                                          <p:val>
                                            <p:fltVal val="0"/>
                                          </p:val>
                                        </p:tav>
                                        <p:tav tm="100000">
                                          <p:val>
                                            <p:strVal val="#ppt_h"/>
                                          </p:val>
                                        </p:tav>
                                      </p:tavLst>
                                    </p:anim>
                                    <p:animEffect transition="in" filter="fade">
                                      <p:cBhvr>
                                        <p:cTn id="106" dur="500"/>
                                        <p:tgtEl>
                                          <p:spTgt spid="63"/>
                                        </p:tgtEl>
                                      </p:cBhvr>
                                    </p:animEffect>
                                  </p:childTnLst>
                                </p:cTn>
                              </p:par>
                              <p:par>
                                <p:cTn id="107" presetID="53" presetClass="entr" presetSubtype="16" fill="hold" grpId="0" nodeType="withEffect">
                                  <p:stCondLst>
                                    <p:cond delay="0"/>
                                  </p:stCondLst>
                                  <p:childTnLst>
                                    <p:set>
                                      <p:cBhvr>
                                        <p:cTn id="108" dur="1" fill="hold">
                                          <p:stCondLst>
                                            <p:cond delay="0"/>
                                          </p:stCondLst>
                                        </p:cTn>
                                        <p:tgtEl>
                                          <p:spTgt spid="69"/>
                                        </p:tgtEl>
                                        <p:attrNameLst>
                                          <p:attrName>style.visibility</p:attrName>
                                        </p:attrNameLst>
                                      </p:cBhvr>
                                      <p:to>
                                        <p:strVal val="visible"/>
                                      </p:to>
                                    </p:set>
                                    <p:anim calcmode="lin" valueType="num">
                                      <p:cBhvr>
                                        <p:cTn id="109" dur="500" fill="hold"/>
                                        <p:tgtEl>
                                          <p:spTgt spid="69"/>
                                        </p:tgtEl>
                                        <p:attrNameLst>
                                          <p:attrName>ppt_w</p:attrName>
                                        </p:attrNameLst>
                                      </p:cBhvr>
                                      <p:tavLst>
                                        <p:tav tm="0">
                                          <p:val>
                                            <p:fltVal val="0"/>
                                          </p:val>
                                        </p:tav>
                                        <p:tav tm="100000">
                                          <p:val>
                                            <p:strVal val="#ppt_w"/>
                                          </p:val>
                                        </p:tav>
                                      </p:tavLst>
                                    </p:anim>
                                    <p:anim calcmode="lin" valueType="num">
                                      <p:cBhvr>
                                        <p:cTn id="110" dur="500" fill="hold"/>
                                        <p:tgtEl>
                                          <p:spTgt spid="69"/>
                                        </p:tgtEl>
                                        <p:attrNameLst>
                                          <p:attrName>ppt_h</p:attrName>
                                        </p:attrNameLst>
                                      </p:cBhvr>
                                      <p:tavLst>
                                        <p:tav tm="0">
                                          <p:val>
                                            <p:fltVal val="0"/>
                                          </p:val>
                                        </p:tav>
                                        <p:tav tm="100000">
                                          <p:val>
                                            <p:strVal val="#ppt_h"/>
                                          </p:val>
                                        </p:tav>
                                      </p:tavLst>
                                    </p:anim>
                                    <p:animEffect transition="in" filter="fade">
                                      <p:cBhvr>
                                        <p:cTn id="111" dur="500"/>
                                        <p:tgtEl>
                                          <p:spTgt spid="69"/>
                                        </p:tgtEl>
                                      </p:cBhvr>
                                    </p:animEffect>
                                  </p:childTnLst>
                                </p:cTn>
                              </p:par>
                            </p:childTnLst>
                          </p:cTn>
                        </p:par>
                      </p:childTnLst>
                    </p:cTn>
                  </p:par>
                  <p:par>
                    <p:cTn id="112" fill="hold">
                      <p:stCondLst>
                        <p:cond delay="indefinite"/>
                      </p:stCondLst>
                      <p:childTnLst>
                        <p:par>
                          <p:cTn id="113" fill="hold">
                            <p:stCondLst>
                              <p:cond delay="0"/>
                            </p:stCondLst>
                            <p:childTnLst>
                              <p:par>
                                <p:cTn id="114" presetID="12" presetClass="entr" presetSubtype="4" fill="hold" grpId="0" nodeType="clickEffect">
                                  <p:stCondLst>
                                    <p:cond delay="0"/>
                                  </p:stCondLst>
                                  <p:childTnLst>
                                    <p:set>
                                      <p:cBhvr>
                                        <p:cTn id="115" dur="1" fill="hold">
                                          <p:stCondLst>
                                            <p:cond delay="0"/>
                                          </p:stCondLst>
                                        </p:cTn>
                                        <p:tgtEl>
                                          <p:spTgt spid="8"/>
                                        </p:tgtEl>
                                        <p:attrNameLst>
                                          <p:attrName>style.visibility</p:attrName>
                                        </p:attrNameLst>
                                      </p:cBhvr>
                                      <p:to>
                                        <p:strVal val="visible"/>
                                      </p:to>
                                    </p:set>
                                    <p:anim calcmode="lin" valueType="num">
                                      <p:cBhvr additive="base">
                                        <p:cTn id="116" dur="500"/>
                                        <p:tgtEl>
                                          <p:spTgt spid="8"/>
                                        </p:tgtEl>
                                        <p:attrNameLst>
                                          <p:attrName>ppt_y</p:attrName>
                                        </p:attrNameLst>
                                      </p:cBhvr>
                                      <p:tavLst>
                                        <p:tav tm="0">
                                          <p:val>
                                            <p:strVal val="#ppt_y+#ppt_h*1.125000"/>
                                          </p:val>
                                        </p:tav>
                                        <p:tav tm="100000">
                                          <p:val>
                                            <p:strVal val="#ppt_y"/>
                                          </p:val>
                                        </p:tav>
                                      </p:tavLst>
                                    </p:anim>
                                    <p:animEffect transition="in" filter="wipe(up)">
                                      <p:cBhvr>
                                        <p:cTn id="117" dur="500"/>
                                        <p:tgtEl>
                                          <p:spTgt spid="8"/>
                                        </p:tgtEl>
                                      </p:cBhvr>
                                    </p:animEffect>
                                  </p:childTnLst>
                                </p:cTn>
                              </p:par>
                              <p:par>
                                <p:cTn id="118" presetID="12" presetClass="entr" presetSubtype="4" fill="hold" grpId="0" nodeType="withEffect">
                                  <p:stCondLst>
                                    <p:cond delay="0"/>
                                  </p:stCondLst>
                                  <p:childTnLst>
                                    <p:set>
                                      <p:cBhvr>
                                        <p:cTn id="119" dur="1" fill="hold">
                                          <p:stCondLst>
                                            <p:cond delay="0"/>
                                          </p:stCondLst>
                                        </p:cTn>
                                        <p:tgtEl>
                                          <p:spTgt spid="10"/>
                                        </p:tgtEl>
                                        <p:attrNameLst>
                                          <p:attrName>style.visibility</p:attrName>
                                        </p:attrNameLst>
                                      </p:cBhvr>
                                      <p:to>
                                        <p:strVal val="visible"/>
                                      </p:to>
                                    </p:set>
                                    <p:anim calcmode="lin" valueType="num">
                                      <p:cBhvr additive="base">
                                        <p:cTn id="120" dur="500"/>
                                        <p:tgtEl>
                                          <p:spTgt spid="10"/>
                                        </p:tgtEl>
                                        <p:attrNameLst>
                                          <p:attrName>ppt_y</p:attrName>
                                        </p:attrNameLst>
                                      </p:cBhvr>
                                      <p:tavLst>
                                        <p:tav tm="0">
                                          <p:val>
                                            <p:strVal val="#ppt_y+#ppt_h*1.125000"/>
                                          </p:val>
                                        </p:tav>
                                        <p:tav tm="100000">
                                          <p:val>
                                            <p:strVal val="#ppt_y"/>
                                          </p:val>
                                        </p:tav>
                                      </p:tavLst>
                                    </p:anim>
                                    <p:animEffect transition="in" filter="wipe(up)">
                                      <p:cBhvr>
                                        <p:cTn id="121" dur="500"/>
                                        <p:tgtEl>
                                          <p:spTgt spid="10"/>
                                        </p:tgtEl>
                                      </p:cBhvr>
                                    </p:animEffect>
                                  </p:childTnLst>
                                </p:cTn>
                              </p:par>
                              <p:par>
                                <p:cTn id="122" presetID="12" presetClass="entr" presetSubtype="4" fill="hold" grpId="0" nodeType="withEffect">
                                  <p:stCondLst>
                                    <p:cond delay="0"/>
                                  </p:stCondLst>
                                  <p:childTnLst>
                                    <p:set>
                                      <p:cBhvr>
                                        <p:cTn id="123" dur="1" fill="hold">
                                          <p:stCondLst>
                                            <p:cond delay="0"/>
                                          </p:stCondLst>
                                        </p:cTn>
                                        <p:tgtEl>
                                          <p:spTgt spid="21"/>
                                        </p:tgtEl>
                                        <p:attrNameLst>
                                          <p:attrName>style.visibility</p:attrName>
                                        </p:attrNameLst>
                                      </p:cBhvr>
                                      <p:to>
                                        <p:strVal val="visible"/>
                                      </p:to>
                                    </p:set>
                                    <p:anim calcmode="lin" valueType="num">
                                      <p:cBhvr additive="base">
                                        <p:cTn id="124" dur="500"/>
                                        <p:tgtEl>
                                          <p:spTgt spid="21"/>
                                        </p:tgtEl>
                                        <p:attrNameLst>
                                          <p:attrName>ppt_y</p:attrName>
                                        </p:attrNameLst>
                                      </p:cBhvr>
                                      <p:tavLst>
                                        <p:tav tm="0">
                                          <p:val>
                                            <p:strVal val="#ppt_y+#ppt_h*1.125000"/>
                                          </p:val>
                                        </p:tav>
                                        <p:tav tm="100000">
                                          <p:val>
                                            <p:strVal val="#ppt_y"/>
                                          </p:val>
                                        </p:tav>
                                      </p:tavLst>
                                    </p:anim>
                                    <p:animEffect transition="in" filter="wipe(up)">
                                      <p:cBhvr>
                                        <p:cTn id="125" dur="500"/>
                                        <p:tgtEl>
                                          <p:spTgt spid="21"/>
                                        </p:tgtEl>
                                      </p:cBhvr>
                                    </p:animEffect>
                                  </p:childTnLst>
                                </p:cTn>
                              </p:par>
                              <p:par>
                                <p:cTn id="126" presetID="12" presetClass="entr" presetSubtype="4" fill="hold" grpId="0" nodeType="withEffect">
                                  <p:stCondLst>
                                    <p:cond delay="0"/>
                                  </p:stCondLst>
                                  <p:childTnLst>
                                    <p:set>
                                      <p:cBhvr>
                                        <p:cTn id="127" dur="1" fill="hold">
                                          <p:stCondLst>
                                            <p:cond delay="0"/>
                                          </p:stCondLst>
                                        </p:cTn>
                                        <p:tgtEl>
                                          <p:spTgt spid="33"/>
                                        </p:tgtEl>
                                        <p:attrNameLst>
                                          <p:attrName>style.visibility</p:attrName>
                                        </p:attrNameLst>
                                      </p:cBhvr>
                                      <p:to>
                                        <p:strVal val="visible"/>
                                      </p:to>
                                    </p:set>
                                    <p:anim calcmode="lin" valueType="num">
                                      <p:cBhvr additive="base">
                                        <p:cTn id="128" dur="500"/>
                                        <p:tgtEl>
                                          <p:spTgt spid="33"/>
                                        </p:tgtEl>
                                        <p:attrNameLst>
                                          <p:attrName>ppt_y</p:attrName>
                                        </p:attrNameLst>
                                      </p:cBhvr>
                                      <p:tavLst>
                                        <p:tav tm="0">
                                          <p:val>
                                            <p:strVal val="#ppt_y+#ppt_h*1.125000"/>
                                          </p:val>
                                        </p:tav>
                                        <p:tav tm="100000">
                                          <p:val>
                                            <p:strVal val="#ppt_y"/>
                                          </p:val>
                                        </p:tav>
                                      </p:tavLst>
                                    </p:anim>
                                    <p:animEffect transition="in" filter="wipe(up)">
                                      <p:cBhvr>
                                        <p:cTn id="129" dur="500"/>
                                        <p:tgtEl>
                                          <p:spTgt spid="33"/>
                                        </p:tgtEl>
                                      </p:cBhvr>
                                    </p:animEffect>
                                  </p:childTnLst>
                                </p:cTn>
                              </p:par>
                              <p:par>
                                <p:cTn id="130" presetID="12" presetClass="entr" presetSubtype="4" fill="hold" grpId="0" nodeType="withEffect">
                                  <p:stCondLst>
                                    <p:cond delay="0"/>
                                  </p:stCondLst>
                                  <p:childTnLst>
                                    <p:set>
                                      <p:cBhvr>
                                        <p:cTn id="131" dur="1" fill="hold">
                                          <p:stCondLst>
                                            <p:cond delay="0"/>
                                          </p:stCondLst>
                                        </p:cTn>
                                        <p:tgtEl>
                                          <p:spTgt spid="43"/>
                                        </p:tgtEl>
                                        <p:attrNameLst>
                                          <p:attrName>style.visibility</p:attrName>
                                        </p:attrNameLst>
                                      </p:cBhvr>
                                      <p:to>
                                        <p:strVal val="visible"/>
                                      </p:to>
                                    </p:set>
                                    <p:anim calcmode="lin" valueType="num">
                                      <p:cBhvr additive="base">
                                        <p:cTn id="132" dur="500"/>
                                        <p:tgtEl>
                                          <p:spTgt spid="43"/>
                                        </p:tgtEl>
                                        <p:attrNameLst>
                                          <p:attrName>ppt_y</p:attrName>
                                        </p:attrNameLst>
                                      </p:cBhvr>
                                      <p:tavLst>
                                        <p:tav tm="0">
                                          <p:val>
                                            <p:strVal val="#ppt_y+#ppt_h*1.125000"/>
                                          </p:val>
                                        </p:tav>
                                        <p:tav tm="100000">
                                          <p:val>
                                            <p:strVal val="#ppt_y"/>
                                          </p:val>
                                        </p:tav>
                                      </p:tavLst>
                                    </p:anim>
                                    <p:animEffect transition="in" filter="wipe(up)">
                                      <p:cBhvr>
                                        <p:cTn id="133" dur="500"/>
                                        <p:tgtEl>
                                          <p:spTgt spid="43"/>
                                        </p:tgtEl>
                                      </p:cBhvr>
                                    </p:animEffect>
                                  </p:childTnLst>
                                </p:cTn>
                              </p:par>
                              <p:par>
                                <p:cTn id="134" presetID="12" presetClass="entr" presetSubtype="4" fill="hold" grpId="0" nodeType="withEffect">
                                  <p:stCondLst>
                                    <p:cond delay="0"/>
                                  </p:stCondLst>
                                  <p:childTnLst>
                                    <p:set>
                                      <p:cBhvr>
                                        <p:cTn id="135" dur="1" fill="hold">
                                          <p:stCondLst>
                                            <p:cond delay="0"/>
                                          </p:stCondLst>
                                        </p:cTn>
                                        <p:tgtEl>
                                          <p:spTgt spid="44"/>
                                        </p:tgtEl>
                                        <p:attrNameLst>
                                          <p:attrName>style.visibility</p:attrName>
                                        </p:attrNameLst>
                                      </p:cBhvr>
                                      <p:to>
                                        <p:strVal val="visible"/>
                                      </p:to>
                                    </p:set>
                                    <p:anim calcmode="lin" valueType="num">
                                      <p:cBhvr additive="base">
                                        <p:cTn id="136" dur="500"/>
                                        <p:tgtEl>
                                          <p:spTgt spid="44"/>
                                        </p:tgtEl>
                                        <p:attrNameLst>
                                          <p:attrName>ppt_y</p:attrName>
                                        </p:attrNameLst>
                                      </p:cBhvr>
                                      <p:tavLst>
                                        <p:tav tm="0">
                                          <p:val>
                                            <p:strVal val="#ppt_y+#ppt_h*1.125000"/>
                                          </p:val>
                                        </p:tav>
                                        <p:tav tm="100000">
                                          <p:val>
                                            <p:strVal val="#ppt_y"/>
                                          </p:val>
                                        </p:tav>
                                      </p:tavLst>
                                    </p:anim>
                                    <p:animEffect transition="in" filter="wipe(up)">
                                      <p:cBhvr>
                                        <p:cTn id="137" dur="500"/>
                                        <p:tgtEl>
                                          <p:spTgt spid="44"/>
                                        </p:tgtEl>
                                      </p:cBhvr>
                                    </p:animEffect>
                                  </p:childTnLst>
                                </p:cTn>
                              </p:par>
                              <p:par>
                                <p:cTn id="138" presetID="12" presetClass="entr" presetSubtype="4" fill="hold" grpId="0" nodeType="withEffect">
                                  <p:stCondLst>
                                    <p:cond delay="0"/>
                                  </p:stCondLst>
                                  <p:childTnLst>
                                    <p:set>
                                      <p:cBhvr>
                                        <p:cTn id="139" dur="1" fill="hold">
                                          <p:stCondLst>
                                            <p:cond delay="0"/>
                                          </p:stCondLst>
                                        </p:cTn>
                                        <p:tgtEl>
                                          <p:spTgt spid="45"/>
                                        </p:tgtEl>
                                        <p:attrNameLst>
                                          <p:attrName>style.visibility</p:attrName>
                                        </p:attrNameLst>
                                      </p:cBhvr>
                                      <p:to>
                                        <p:strVal val="visible"/>
                                      </p:to>
                                    </p:set>
                                    <p:anim calcmode="lin" valueType="num">
                                      <p:cBhvr additive="base">
                                        <p:cTn id="140" dur="500"/>
                                        <p:tgtEl>
                                          <p:spTgt spid="45"/>
                                        </p:tgtEl>
                                        <p:attrNameLst>
                                          <p:attrName>ppt_y</p:attrName>
                                        </p:attrNameLst>
                                      </p:cBhvr>
                                      <p:tavLst>
                                        <p:tav tm="0">
                                          <p:val>
                                            <p:strVal val="#ppt_y+#ppt_h*1.125000"/>
                                          </p:val>
                                        </p:tav>
                                        <p:tav tm="100000">
                                          <p:val>
                                            <p:strVal val="#ppt_y"/>
                                          </p:val>
                                        </p:tav>
                                      </p:tavLst>
                                    </p:anim>
                                    <p:animEffect transition="in" filter="wipe(up)">
                                      <p:cBhvr>
                                        <p:cTn id="141" dur="500"/>
                                        <p:tgtEl>
                                          <p:spTgt spid="45"/>
                                        </p:tgtEl>
                                      </p:cBhvr>
                                    </p:animEffect>
                                  </p:childTnLst>
                                </p:cTn>
                              </p:par>
                              <p:par>
                                <p:cTn id="142" presetID="12" presetClass="entr" presetSubtype="4" fill="hold" grpId="0" nodeType="withEffect">
                                  <p:stCondLst>
                                    <p:cond delay="0"/>
                                  </p:stCondLst>
                                  <p:childTnLst>
                                    <p:set>
                                      <p:cBhvr>
                                        <p:cTn id="143" dur="1" fill="hold">
                                          <p:stCondLst>
                                            <p:cond delay="0"/>
                                          </p:stCondLst>
                                        </p:cTn>
                                        <p:tgtEl>
                                          <p:spTgt spid="46"/>
                                        </p:tgtEl>
                                        <p:attrNameLst>
                                          <p:attrName>style.visibility</p:attrName>
                                        </p:attrNameLst>
                                      </p:cBhvr>
                                      <p:to>
                                        <p:strVal val="visible"/>
                                      </p:to>
                                    </p:set>
                                    <p:anim calcmode="lin" valueType="num">
                                      <p:cBhvr additive="base">
                                        <p:cTn id="144" dur="500"/>
                                        <p:tgtEl>
                                          <p:spTgt spid="46"/>
                                        </p:tgtEl>
                                        <p:attrNameLst>
                                          <p:attrName>ppt_y</p:attrName>
                                        </p:attrNameLst>
                                      </p:cBhvr>
                                      <p:tavLst>
                                        <p:tav tm="0">
                                          <p:val>
                                            <p:strVal val="#ppt_y+#ppt_h*1.125000"/>
                                          </p:val>
                                        </p:tav>
                                        <p:tav tm="100000">
                                          <p:val>
                                            <p:strVal val="#ppt_y"/>
                                          </p:val>
                                        </p:tav>
                                      </p:tavLst>
                                    </p:anim>
                                    <p:animEffect transition="in" filter="wipe(up)">
                                      <p:cBhvr>
                                        <p:cTn id="145" dur="500"/>
                                        <p:tgtEl>
                                          <p:spTgt spid="46"/>
                                        </p:tgtEl>
                                      </p:cBhvr>
                                    </p:animEffect>
                                  </p:childTnLst>
                                </p:cTn>
                              </p:par>
                              <p:par>
                                <p:cTn id="146" presetID="12" presetClass="entr" presetSubtype="4" fill="hold" grpId="0" nodeType="withEffect">
                                  <p:stCondLst>
                                    <p:cond delay="0"/>
                                  </p:stCondLst>
                                  <p:childTnLst>
                                    <p:set>
                                      <p:cBhvr>
                                        <p:cTn id="147" dur="1" fill="hold">
                                          <p:stCondLst>
                                            <p:cond delay="0"/>
                                          </p:stCondLst>
                                        </p:cTn>
                                        <p:tgtEl>
                                          <p:spTgt spid="47"/>
                                        </p:tgtEl>
                                        <p:attrNameLst>
                                          <p:attrName>style.visibility</p:attrName>
                                        </p:attrNameLst>
                                      </p:cBhvr>
                                      <p:to>
                                        <p:strVal val="visible"/>
                                      </p:to>
                                    </p:set>
                                    <p:anim calcmode="lin" valueType="num">
                                      <p:cBhvr additive="base">
                                        <p:cTn id="148" dur="500"/>
                                        <p:tgtEl>
                                          <p:spTgt spid="47"/>
                                        </p:tgtEl>
                                        <p:attrNameLst>
                                          <p:attrName>ppt_y</p:attrName>
                                        </p:attrNameLst>
                                      </p:cBhvr>
                                      <p:tavLst>
                                        <p:tav tm="0">
                                          <p:val>
                                            <p:strVal val="#ppt_y+#ppt_h*1.125000"/>
                                          </p:val>
                                        </p:tav>
                                        <p:tav tm="100000">
                                          <p:val>
                                            <p:strVal val="#ppt_y"/>
                                          </p:val>
                                        </p:tav>
                                      </p:tavLst>
                                    </p:anim>
                                    <p:animEffect transition="in" filter="wipe(up)">
                                      <p:cBhvr>
                                        <p:cTn id="149" dur="500"/>
                                        <p:tgtEl>
                                          <p:spTgt spid="47"/>
                                        </p:tgtEl>
                                      </p:cBhvr>
                                    </p:animEffect>
                                  </p:childTnLst>
                                </p:cTn>
                              </p:par>
                              <p:par>
                                <p:cTn id="150" presetID="12" presetClass="entr" presetSubtype="4" fill="hold" grpId="0" nodeType="withEffect">
                                  <p:stCondLst>
                                    <p:cond delay="0"/>
                                  </p:stCondLst>
                                  <p:childTnLst>
                                    <p:set>
                                      <p:cBhvr>
                                        <p:cTn id="151" dur="1" fill="hold">
                                          <p:stCondLst>
                                            <p:cond delay="0"/>
                                          </p:stCondLst>
                                        </p:cTn>
                                        <p:tgtEl>
                                          <p:spTgt spid="48"/>
                                        </p:tgtEl>
                                        <p:attrNameLst>
                                          <p:attrName>style.visibility</p:attrName>
                                        </p:attrNameLst>
                                      </p:cBhvr>
                                      <p:to>
                                        <p:strVal val="visible"/>
                                      </p:to>
                                    </p:set>
                                    <p:anim calcmode="lin" valueType="num">
                                      <p:cBhvr additive="base">
                                        <p:cTn id="152" dur="500"/>
                                        <p:tgtEl>
                                          <p:spTgt spid="48"/>
                                        </p:tgtEl>
                                        <p:attrNameLst>
                                          <p:attrName>ppt_y</p:attrName>
                                        </p:attrNameLst>
                                      </p:cBhvr>
                                      <p:tavLst>
                                        <p:tav tm="0">
                                          <p:val>
                                            <p:strVal val="#ppt_y+#ppt_h*1.125000"/>
                                          </p:val>
                                        </p:tav>
                                        <p:tav tm="100000">
                                          <p:val>
                                            <p:strVal val="#ppt_y"/>
                                          </p:val>
                                        </p:tav>
                                      </p:tavLst>
                                    </p:anim>
                                    <p:animEffect transition="in" filter="wipe(up)">
                                      <p:cBhvr>
                                        <p:cTn id="153" dur="500"/>
                                        <p:tgtEl>
                                          <p:spTgt spid="48"/>
                                        </p:tgtEl>
                                      </p:cBhvr>
                                    </p:animEffect>
                                  </p:childTnLst>
                                </p:cTn>
                              </p:par>
                              <p:par>
                                <p:cTn id="154" presetID="12" presetClass="entr" presetSubtype="4" fill="hold" grpId="0" nodeType="withEffect">
                                  <p:stCondLst>
                                    <p:cond delay="0"/>
                                  </p:stCondLst>
                                  <p:childTnLst>
                                    <p:set>
                                      <p:cBhvr>
                                        <p:cTn id="155" dur="1" fill="hold">
                                          <p:stCondLst>
                                            <p:cond delay="0"/>
                                          </p:stCondLst>
                                        </p:cTn>
                                        <p:tgtEl>
                                          <p:spTgt spid="49"/>
                                        </p:tgtEl>
                                        <p:attrNameLst>
                                          <p:attrName>style.visibility</p:attrName>
                                        </p:attrNameLst>
                                      </p:cBhvr>
                                      <p:to>
                                        <p:strVal val="visible"/>
                                      </p:to>
                                    </p:set>
                                    <p:anim calcmode="lin" valueType="num">
                                      <p:cBhvr additive="base">
                                        <p:cTn id="156" dur="500"/>
                                        <p:tgtEl>
                                          <p:spTgt spid="49"/>
                                        </p:tgtEl>
                                        <p:attrNameLst>
                                          <p:attrName>ppt_y</p:attrName>
                                        </p:attrNameLst>
                                      </p:cBhvr>
                                      <p:tavLst>
                                        <p:tav tm="0">
                                          <p:val>
                                            <p:strVal val="#ppt_y+#ppt_h*1.125000"/>
                                          </p:val>
                                        </p:tav>
                                        <p:tav tm="100000">
                                          <p:val>
                                            <p:strVal val="#ppt_y"/>
                                          </p:val>
                                        </p:tav>
                                      </p:tavLst>
                                    </p:anim>
                                    <p:animEffect transition="in" filter="wipe(up)">
                                      <p:cBhvr>
                                        <p:cTn id="157" dur="500"/>
                                        <p:tgtEl>
                                          <p:spTgt spid="49"/>
                                        </p:tgtEl>
                                      </p:cBhvr>
                                    </p:animEffect>
                                  </p:childTnLst>
                                </p:cTn>
                              </p:par>
                              <p:par>
                                <p:cTn id="158" presetID="12" presetClass="entr" presetSubtype="4" fill="hold" grpId="0" nodeType="withEffect">
                                  <p:stCondLst>
                                    <p:cond delay="0"/>
                                  </p:stCondLst>
                                  <p:childTnLst>
                                    <p:set>
                                      <p:cBhvr>
                                        <p:cTn id="159" dur="1" fill="hold">
                                          <p:stCondLst>
                                            <p:cond delay="0"/>
                                          </p:stCondLst>
                                        </p:cTn>
                                        <p:tgtEl>
                                          <p:spTgt spid="50"/>
                                        </p:tgtEl>
                                        <p:attrNameLst>
                                          <p:attrName>style.visibility</p:attrName>
                                        </p:attrNameLst>
                                      </p:cBhvr>
                                      <p:to>
                                        <p:strVal val="visible"/>
                                      </p:to>
                                    </p:set>
                                    <p:anim calcmode="lin" valueType="num">
                                      <p:cBhvr additive="base">
                                        <p:cTn id="160" dur="500"/>
                                        <p:tgtEl>
                                          <p:spTgt spid="50"/>
                                        </p:tgtEl>
                                        <p:attrNameLst>
                                          <p:attrName>ppt_y</p:attrName>
                                        </p:attrNameLst>
                                      </p:cBhvr>
                                      <p:tavLst>
                                        <p:tav tm="0">
                                          <p:val>
                                            <p:strVal val="#ppt_y+#ppt_h*1.125000"/>
                                          </p:val>
                                        </p:tav>
                                        <p:tav tm="100000">
                                          <p:val>
                                            <p:strVal val="#ppt_y"/>
                                          </p:val>
                                        </p:tav>
                                      </p:tavLst>
                                    </p:anim>
                                    <p:animEffect transition="in" filter="wipe(up)">
                                      <p:cBhvr>
                                        <p:cTn id="161" dur="500"/>
                                        <p:tgtEl>
                                          <p:spTgt spid="50"/>
                                        </p:tgtEl>
                                      </p:cBhvr>
                                    </p:animEffect>
                                  </p:childTnLst>
                                </p:cTn>
                              </p:par>
                              <p:par>
                                <p:cTn id="162" presetID="12" presetClass="entr" presetSubtype="4" fill="hold" grpId="0" nodeType="withEffect">
                                  <p:stCondLst>
                                    <p:cond delay="0"/>
                                  </p:stCondLst>
                                  <p:childTnLst>
                                    <p:set>
                                      <p:cBhvr>
                                        <p:cTn id="163" dur="1" fill="hold">
                                          <p:stCondLst>
                                            <p:cond delay="0"/>
                                          </p:stCondLst>
                                        </p:cTn>
                                        <p:tgtEl>
                                          <p:spTgt spid="61"/>
                                        </p:tgtEl>
                                        <p:attrNameLst>
                                          <p:attrName>style.visibility</p:attrName>
                                        </p:attrNameLst>
                                      </p:cBhvr>
                                      <p:to>
                                        <p:strVal val="visible"/>
                                      </p:to>
                                    </p:set>
                                    <p:anim calcmode="lin" valueType="num">
                                      <p:cBhvr additive="base">
                                        <p:cTn id="164" dur="500"/>
                                        <p:tgtEl>
                                          <p:spTgt spid="61"/>
                                        </p:tgtEl>
                                        <p:attrNameLst>
                                          <p:attrName>ppt_y</p:attrName>
                                        </p:attrNameLst>
                                      </p:cBhvr>
                                      <p:tavLst>
                                        <p:tav tm="0">
                                          <p:val>
                                            <p:strVal val="#ppt_y+#ppt_h*1.125000"/>
                                          </p:val>
                                        </p:tav>
                                        <p:tav tm="100000">
                                          <p:val>
                                            <p:strVal val="#ppt_y"/>
                                          </p:val>
                                        </p:tav>
                                      </p:tavLst>
                                    </p:anim>
                                    <p:animEffect transition="in" filter="wipe(up)">
                                      <p:cBhvr>
                                        <p:cTn id="165" dur="500"/>
                                        <p:tgtEl>
                                          <p:spTgt spid="61"/>
                                        </p:tgtEl>
                                      </p:cBhvr>
                                    </p:animEffect>
                                  </p:childTnLst>
                                </p:cTn>
                              </p:par>
                              <p:par>
                                <p:cTn id="166" presetID="12" presetClass="entr" presetSubtype="4" fill="hold" grpId="0" nodeType="withEffect">
                                  <p:stCondLst>
                                    <p:cond delay="0"/>
                                  </p:stCondLst>
                                  <p:childTnLst>
                                    <p:set>
                                      <p:cBhvr>
                                        <p:cTn id="167" dur="1" fill="hold">
                                          <p:stCondLst>
                                            <p:cond delay="0"/>
                                          </p:stCondLst>
                                        </p:cTn>
                                        <p:tgtEl>
                                          <p:spTgt spid="64"/>
                                        </p:tgtEl>
                                        <p:attrNameLst>
                                          <p:attrName>style.visibility</p:attrName>
                                        </p:attrNameLst>
                                      </p:cBhvr>
                                      <p:to>
                                        <p:strVal val="visible"/>
                                      </p:to>
                                    </p:set>
                                    <p:anim calcmode="lin" valueType="num">
                                      <p:cBhvr additive="base">
                                        <p:cTn id="168" dur="500"/>
                                        <p:tgtEl>
                                          <p:spTgt spid="64"/>
                                        </p:tgtEl>
                                        <p:attrNameLst>
                                          <p:attrName>ppt_y</p:attrName>
                                        </p:attrNameLst>
                                      </p:cBhvr>
                                      <p:tavLst>
                                        <p:tav tm="0">
                                          <p:val>
                                            <p:strVal val="#ppt_y+#ppt_h*1.125000"/>
                                          </p:val>
                                        </p:tav>
                                        <p:tav tm="100000">
                                          <p:val>
                                            <p:strVal val="#ppt_y"/>
                                          </p:val>
                                        </p:tav>
                                      </p:tavLst>
                                    </p:anim>
                                    <p:animEffect transition="in" filter="wipe(up)">
                                      <p:cBhvr>
                                        <p:cTn id="169" dur="500"/>
                                        <p:tgtEl>
                                          <p:spTgt spid="64"/>
                                        </p:tgtEl>
                                      </p:cBhvr>
                                    </p:animEffect>
                                  </p:childTnLst>
                                </p:cTn>
                              </p:par>
                              <p:par>
                                <p:cTn id="170" presetID="12" presetClass="entr" presetSubtype="4" fill="hold" grpId="0" nodeType="withEffect">
                                  <p:stCondLst>
                                    <p:cond delay="0"/>
                                  </p:stCondLst>
                                  <p:childTnLst>
                                    <p:set>
                                      <p:cBhvr>
                                        <p:cTn id="171" dur="1" fill="hold">
                                          <p:stCondLst>
                                            <p:cond delay="0"/>
                                          </p:stCondLst>
                                        </p:cTn>
                                        <p:tgtEl>
                                          <p:spTgt spid="70"/>
                                        </p:tgtEl>
                                        <p:attrNameLst>
                                          <p:attrName>style.visibility</p:attrName>
                                        </p:attrNameLst>
                                      </p:cBhvr>
                                      <p:to>
                                        <p:strVal val="visible"/>
                                      </p:to>
                                    </p:set>
                                    <p:anim calcmode="lin" valueType="num">
                                      <p:cBhvr additive="base">
                                        <p:cTn id="172" dur="500"/>
                                        <p:tgtEl>
                                          <p:spTgt spid="70"/>
                                        </p:tgtEl>
                                        <p:attrNameLst>
                                          <p:attrName>ppt_y</p:attrName>
                                        </p:attrNameLst>
                                      </p:cBhvr>
                                      <p:tavLst>
                                        <p:tav tm="0">
                                          <p:val>
                                            <p:strVal val="#ppt_y+#ppt_h*1.125000"/>
                                          </p:val>
                                        </p:tav>
                                        <p:tav tm="100000">
                                          <p:val>
                                            <p:strVal val="#ppt_y"/>
                                          </p:val>
                                        </p:tav>
                                      </p:tavLst>
                                    </p:anim>
                                    <p:animEffect transition="in" filter="wipe(up)">
                                      <p:cBhvr>
                                        <p:cTn id="173" dur="500"/>
                                        <p:tgtEl>
                                          <p:spTgt spid="70"/>
                                        </p:tgtEl>
                                      </p:cBhvr>
                                    </p:animEffect>
                                  </p:childTnLst>
                                </p:cTn>
                              </p:par>
                            </p:childTnLst>
                          </p:cTn>
                        </p:par>
                      </p:childTnLst>
                    </p:cTn>
                  </p:par>
                  <p:par>
                    <p:cTn id="174" fill="hold">
                      <p:stCondLst>
                        <p:cond delay="indefinite"/>
                      </p:stCondLst>
                      <p:childTnLst>
                        <p:par>
                          <p:cTn id="175" fill="hold">
                            <p:stCondLst>
                              <p:cond delay="0"/>
                            </p:stCondLst>
                            <p:childTnLst>
                              <p:par>
                                <p:cTn id="176" presetID="53" presetClass="entr" presetSubtype="16" fill="hold" grpId="0" nodeType="clickEffect">
                                  <p:stCondLst>
                                    <p:cond delay="0"/>
                                  </p:stCondLst>
                                  <p:childTnLst>
                                    <p:set>
                                      <p:cBhvr>
                                        <p:cTn id="177" dur="1" fill="hold">
                                          <p:stCondLst>
                                            <p:cond delay="0"/>
                                          </p:stCondLst>
                                        </p:cTn>
                                        <p:tgtEl>
                                          <p:spTgt spid="11"/>
                                        </p:tgtEl>
                                        <p:attrNameLst>
                                          <p:attrName>style.visibility</p:attrName>
                                        </p:attrNameLst>
                                      </p:cBhvr>
                                      <p:to>
                                        <p:strVal val="visible"/>
                                      </p:to>
                                    </p:set>
                                    <p:anim calcmode="lin" valueType="num">
                                      <p:cBhvr>
                                        <p:cTn id="178" dur="500" fill="hold"/>
                                        <p:tgtEl>
                                          <p:spTgt spid="11"/>
                                        </p:tgtEl>
                                        <p:attrNameLst>
                                          <p:attrName>ppt_w</p:attrName>
                                        </p:attrNameLst>
                                      </p:cBhvr>
                                      <p:tavLst>
                                        <p:tav tm="0">
                                          <p:val>
                                            <p:fltVal val="0"/>
                                          </p:val>
                                        </p:tav>
                                        <p:tav tm="100000">
                                          <p:val>
                                            <p:strVal val="#ppt_w"/>
                                          </p:val>
                                        </p:tav>
                                      </p:tavLst>
                                    </p:anim>
                                    <p:anim calcmode="lin" valueType="num">
                                      <p:cBhvr>
                                        <p:cTn id="179" dur="500" fill="hold"/>
                                        <p:tgtEl>
                                          <p:spTgt spid="11"/>
                                        </p:tgtEl>
                                        <p:attrNameLst>
                                          <p:attrName>ppt_h</p:attrName>
                                        </p:attrNameLst>
                                      </p:cBhvr>
                                      <p:tavLst>
                                        <p:tav tm="0">
                                          <p:val>
                                            <p:fltVal val="0"/>
                                          </p:val>
                                        </p:tav>
                                        <p:tav tm="100000">
                                          <p:val>
                                            <p:strVal val="#ppt_h"/>
                                          </p:val>
                                        </p:tav>
                                      </p:tavLst>
                                    </p:anim>
                                    <p:animEffect transition="in" filter="fade">
                                      <p:cBhvr>
                                        <p:cTn id="180" dur="500"/>
                                        <p:tgtEl>
                                          <p:spTgt spid="11"/>
                                        </p:tgtEl>
                                      </p:cBhvr>
                                    </p:animEffect>
                                  </p:childTnLst>
                                </p:cTn>
                              </p:par>
                              <p:par>
                                <p:cTn id="181" presetID="53" presetClass="entr" presetSubtype="16" fill="hold" grpId="0" nodeType="withEffect">
                                  <p:stCondLst>
                                    <p:cond delay="0"/>
                                  </p:stCondLst>
                                  <p:childTnLst>
                                    <p:set>
                                      <p:cBhvr>
                                        <p:cTn id="182" dur="1" fill="hold">
                                          <p:stCondLst>
                                            <p:cond delay="0"/>
                                          </p:stCondLst>
                                        </p:cTn>
                                        <p:tgtEl>
                                          <p:spTgt spid="7"/>
                                        </p:tgtEl>
                                        <p:attrNameLst>
                                          <p:attrName>style.visibility</p:attrName>
                                        </p:attrNameLst>
                                      </p:cBhvr>
                                      <p:to>
                                        <p:strVal val="visible"/>
                                      </p:to>
                                    </p:set>
                                    <p:anim calcmode="lin" valueType="num">
                                      <p:cBhvr>
                                        <p:cTn id="183" dur="500" fill="hold"/>
                                        <p:tgtEl>
                                          <p:spTgt spid="7"/>
                                        </p:tgtEl>
                                        <p:attrNameLst>
                                          <p:attrName>ppt_w</p:attrName>
                                        </p:attrNameLst>
                                      </p:cBhvr>
                                      <p:tavLst>
                                        <p:tav tm="0">
                                          <p:val>
                                            <p:fltVal val="0"/>
                                          </p:val>
                                        </p:tav>
                                        <p:tav tm="100000">
                                          <p:val>
                                            <p:strVal val="#ppt_w"/>
                                          </p:val>
                                        </p:tav>
                                      </p:tavLst>
                                    </p:anim>
                                    <p:anim calcmode="lin" valueType="num">
                                      <p:cBhvr>
                                        <p:cTn id="184" dur="500" fill="hold"/>
                                        <p:tgtEl>
                                          <p:spTgt spid="7"/>
                                        </p:tgtEl>
                                        <p:attrNameLst>
                                          <p:attrName>ppt_h</p:attrName>
                                        </p:attrNameLst>
                                      </p:cBhvr>
                                      <p:tavLst>
                                        <p:tav tm="0">
                                          <p:val>
                                            <p:fltVal val="0"/>
                                          </p:val>
                                        </p:tav>
                                        <p:tav tm="100000">
                                          <p:val>
                                            <p:strVal val="#ppt_h"/>
                                          </p:val>
                                        </p:tav>
                                      </p:tavLst>
                                    </p:anim>
                                    <p:animEffect transition="in" filter="fade">
                                      <p:cBhvr>
                                        <p:cTn id="185" dur="500"/>
                                        <p:tgtEl>
                                          <p:spTgt spid="7"/>
                                        </p:tgtEl>
                                      </p:cBhvr>
                                    </p:animEffect>
                                  </p:childTnLst>
                                </p:cTn>
                              </p:par>
                              <p:par>
                                <p:cTn id="186" presetID="53" presetClass="entr" presetSubtype="16" fill="hold" grpId="0" nodeType="withEffect">
                                  <p:stCondLst>
                                    <p:cond delay="0"/>
                                  </p:stCondLst>
                                  <p:childTnLst>
                                    <p:set>
                                      <p:cBhvr>
                                        <p:cTn id="187" dur="1" fill="hold">
                                          <p:stCondLst>
                                            <p:cond delay="0"/>
                                          </p:stCondLst>
                                        </p:cTn>
                                        <p:tgtEl>
                                          <p:spTgt spid="23"/>
                                        </p:tgtEl>
                                        <p:attrNameLst>
                                          <p:attrName>style.visibility</p:attrName>
                                        </p:attrNameLst>
                                      </p:cBhvr>
                                      <p:to>
                                        <p:strVal val="visible"/>
                                      </p:to>
                                    </p:set>
                                    <p:anim calcmode="lin" valueType="num">
                                      <p:cBhvr>
                                        <p:cTn id="188" dur="500" fill="hold"/>
                                        <p:tgtEl>
                                          <p:spTgt spid="23"/>
                                        </p:tgtEl>
                                        <p:attrNameLst>
                                          <p:attrName>ppt_w</p:attrName>
                                        </p:attrNameLst>
                                      </p:cBhvr>
                                      <p:tavLst>
                                        <p:tav tm="0">
                                          <p:val>
                                            <p:fltVal val="0"/>
                                          </p:val>
                                        </p:tav>
                                        <p:tav tm="100000">
                                          <p:val>
                                            <p:strVal val="#ppt_w"/>
                                          </p:val>
                                        </p:tav>
                                      </p:tavLst>
                                    </p:anim>
                                    <p:anim calcmode="lin" valueType="num">
                                      <p:cBhvr>
                                        <p:cTn id="189" dur="500" fill="hold"/>
                                        <p:tgtEl>
                                          <p:spTgt spid="23"/>
                                        </p:tgtEl>
                                        <p:attrNameLst>
                                          <p:attrName>ppt_h</p:attrName>
                                        </p:attrNameLst>
                                      </p:cBhvr>
                                      <p:tavLst>
                                        <p:tav tm="0">
                                          <p:val>
                                            <p:fltVal val="0"/>
                                          </p:val>
                                        </p:tav>
                                        <p:tav tm="100000">
                                          <p:val>
                                            <p:strVal val="#ppt_h"/>
                                          </p:val>
                                        </p:tav>
                                      </p:tavLst>
                                    </p:anim>
                                    <p:animEffect transition="in" filter="fade">
                                      <p:cBhvr>
                                        <p:cTn id="190" dur="500"/>
                                        <p:tgtEl>
                                          <p:spTgt spid="23"/>
                                        </p:tgtEl>
                                      </p:cBhvr>
                                    </p:animEffect>
                                  </p:childTnLst>
                                </p:cTn>
                              </p:par>
                              <p:par>
                                <p:cTn id="191" presetID="53" presetClass="entr" presetSubtype="16" fill="hold" grpId="0" nodeType="withEffect">
                                  <p:stCondLst>
                                    <p:cond delay="0"/>
                                  </p:stCondLst>
                                  <p:childTnLst>
                                    <p:set>
                                      <p:cBhvr>
                                        <p:cTn id="192" dur="1" fill="hold">
                                          <p:stCondLst>
                                            <p:cond delay="0"/>
                                          </p:stCondLst>
                                        </p:cTn>
                                        <p:tgtEl>
                                          <p:spTgt spid="31"/>
                                        </p:tgtEl>
                                        <p:attrNameLst>
                                          <p:attrName>style.visibility</p:attrName>
                                        </p:attrNameLst>
                                      </p:cBhvr>
                                      <p:to>
                                        <p:strVal val="visible"/>
                                      </p:to>
                                    </p:set>
                                    <p:anim calcmode="lin" valueType="num">
                                      <p:cBhvr>
                                        <p:cTn id="193" dur="500" fill="hold"/>
                                        <p:tgtEl>
                                          <p:spTgt spid="31"/>
                                        </p:tgtEl>
                                        <p:attrNameLst>
                                          <p:attrName>ppt_w</p:attrName>
                                        </p:attrNameLst>
                                      </p:cBhvr>
                                      <p:tavLst>
                                        <p:tav tm="0">
                                          <p:val>
                                            <p:fltVal val="0"/>
                                          </p:val>
                                        </p:tav>
                                        <p:tav tm="100000">
                                          <p:val>
                                            <p:strVal val="#ppt_w"/>
                                          </p:val>
                                        </p:tav>
                                      </p:tavLst>
                                    </p:anim>
                                    <p:anim calcmode="lin" valueType="num">
                                      <p:cBhvr>
                                        <p:cTn id="194" dur="500" fill="hold"/>
                                        <p:tgtEl>
                                          <p:spTgt spid="31"/>
                                        </p:tgtEl>
                                        <p:attrNameLst>
                                          <p:attrName>ppt_h</p:attrName>
                                        </p:attrNameLst>
                                      </p:cBhvr>
                                      <p:tavLst>
                                        <p:tav tm="0">
                                          <p:val>
                                            <p:fltVal val="0"/>
                                          </p:val>
                                        </p:tav>
                                        <p:tav tm="100000">
                                          <p:val>
                                            <p:strVal val="#ppt_h"/>
                                          </p:val>
                                        </p:tav>
                                      </p:tavLst>
                                    </p:anim>
                                    <p:animEffect transition="in" filter="fade">
                                      <p:cBhvr>
                                        <p:cTn id="195" dur="500"/>
                                        <p:tgtEl>
                                          <p:spTgt spid="31"/>
                                        </p:tgtEl>
                                      </p:cBhvr>
                                    </p:animEffect>
                                  </p:childTnLst>
                                </p:cTn>
                              </p:par>
                              <p:par>
                                <p:cTn id="196" presetID="53" presetClass="entr" presetSubtype="16" fill="hold" grpId="0" nodeType="withEffect">
                                  <p:stCondLst>
                                    <p:cond delay="0"/>
                                  </p:stCondLst>
                                  <p:childTnLst>
                                    <p:set>
                                      <p:cBhvr>
                                        <p:cTn id="197" dur="1" fill="hold">
                                          <p:stCondLst>
                                            <p:cond delay="0"/>
                                          </p:stCondLst>
                                        </p:cTn>
                                        <p:tgtEl>
                                          <p:spTgt spid="52"/>
                                        </p:tgtEl>
                                        <p:attrNameLst>
                                          <p:attrName>style.visibility</p:attrName>
                                        </p:attrNameLst>
                                      </p:cBhvr>
                                      <p:to>
                                        <p:strVal val="visible"/>
                                      </p:to>
                                    </p:set>
                                    <p:anim calcmode="lin" valueType="num">
                                      <p:cBhvr>
                                        <p:cTn id="198" dur="500" fill="hold"/>
                                        <p:tgtEl>
                                          <p:spTgt spid="52"/>
                                        </p:tgtEl>
                                        <p:attrNameLst>
                                          <p:attrName>ppt_w</p:attrName>
                                        </p:attrNameLst>
                                      </p:cBhvr>
                                      <p:tavLst>
                                        <p:tav tm="0">
                                          <p:val>
                                            <p:fltVal val="0"/>
                                          </p:val>
                                        </p:tav>
                                        <p:tav tm="100000">
                                          <p:val>
                                            <p:strVal val="#ppt_w"/>
                                          </p:val>
                                        </p:tav>
                                      </p:tavLst>
                                    </p:anim>
                                    <p:anim calcmode="lin" valueType="num">
                                      <p:cBhvr>
                                        <p:cTn id="199" dur="500" fill="hold"/>
                                        <p:tgtEl>
                                          <p:spTgt spid="52"/>
                                        </p:tgtEl>
                                        <p:attrNameLst>
                                          <p:attrName>ppt_h</p:attrName>
                                        </p:attrNameLst>
                                      </p:cBhvr>
                                      <p:tavLst>
                                        <p:tav tm="0">
                                          <p:val>
                                            <p:fltVal val="0"/>
                                          </p:val>
                                        </p:tav>
                                        <p:tav tm="100000">
                                          <p:val>
                                            <p:strVal val="#ppt_h"/>
                                          </p:val>
                                        </p:tav>
                                      </p:tavLst>
                                    </p:anim>
                                    <p:animEffect transition="in" filter="fade">
                                      <p:cBhvr>
                                        <p:cTn id="200" dur="500"/>
                                        <p:tgtEl>
                                          <p:spTgt spid="52"/>
                                        </p:tgtEl>
                                      </p:cBhvr>
                                    </p:animEffect>
                                  </p:childTnLst>
                                </p:cTn>
                              </p:par>
                              <p:par>
                                <p:cTn id="201" presetID="53" presetClass="entr" presetSubtype="16" fill="hold" grpId="0" nodeType="withEffect">
                                  <p:stCondLst>
                                    <p:cond delay="0"/>
                                  </p:stCondLst>
                                  <p:childTnLst>
                                    <p:set>
                                      <p:cBhvr>
                                        <p:cTn id="202" dur="1" fill="hold">
                                          <p:stCondLst>
                                            <p:cond delay="0"/>
                                          </p:stCondLst>
                                        </p:cTn>
                                        <p:tgtEl>
                                          <p:spTgt spid="53"/>
                                        </p:tgtEl>
                                        <p:attrNameLst>
                                          <p:attrName>style.visibility</p:attrName>
                                        </p:attrNameLst>
                                      </p:cBhvr>
                                      <p:to>
                                        <p:strVal val="visible"/>
                                      </p:to>
                                    </p:set>
                                    <p:anim calcmode="lin" valueType="num">
                                      <p:cBhvr>
                                        <p:cTn id="203" dur="500" fill="hold"/>
                                        <p:tgtEl>
                                          <p:spTgt spid="53"/>
                                        </p:tgtEl>
                                        <p:attrNameLst>
                                          <p:attrName>ppt_w</p:attrName>
                                        </p:attrNameLst>
                                      </p:cBhvr>
                                      <p:tavLst>
                                        <p:tav tm="0">
                                          <p:val>
                                            <p:fltVal val="0"/>
                                          </p:val>
                                        </p:tav>
                                        <p:tav tm="100000">
                                          <p:val>
                                            <p:strVal val="#ppt_w"/>
                                          </p:val>
                                        </p:tav>
                                      </p:tavLst>
                                    </p:anim>
                                    <p:anim calcmode="lin" valueType="num">
                                      <p:cBhvr>
                                        <p:cTn id="204" dur="500" fill="hold"/>
                                        <p:tgtEl>
                                          <p:spTgt spid="53"/>
                                        </p:tgtEl>
                                        <p:attrNameLst>
                                          <p:attrName>ppt_h</p:attrName>
                                        </p:attrNameLst>
                                      </p:cBhvr>
                                      <p:tavLst>
                                        <p:tav tm="0">
                                          <p:val>
                                            <p:fltVal val="0"/>
                                          </p:val>
                                        </p:tav>
                                        <p:tav tm="100000">
                                          <p:val>
                                            <p:strVal val="#ppt_h"/>
                                          </p:val>
                                        </p:tav>
                                      </p:tavLst>
                                    </p:anim>
                                    <p:animEffect transition="in" filter="fade">
                                      <p:cBhvr>
                                        <p:cTn id="205" dur="500"/>
                                        <p:tgtEl>
                                          <p:spTgt spid="53"/>
                                        </p:tgtEl>
                                      </p:cBhvr>
                                    </p:animEffect>
                                  </p:childTnLst>
                                </p:cTn>
                              </p:par>
                              <p:par>
                                <p:cTn id="206" presetID="53" presetClass="entr" presetSubtype="16" fill="hold" grpId="0" nodeType="withEffect">
                                  <p:stCondLst>
                                    <p:cond delay="0"/>
                                  </p:stCondLst>
                                  <p:childTnLst>
                                    <p:set>
                                      <p:cBhvr>
                                        <p:cTn id="207" dur="1" fill="hold">
                                          <p:stCondLst>
                                            <p:cond delay="0"/>
                                          </p:stCondLst>
                                        </p:cTn>
                                        <p:tgtEl>
                                          <p:spTgt spid="54"/>
                                        </p:tgtEl>
                                        <p:attrNameLst>
                                          <p:attrName>style.visibility</p:attrName>
                                        </p:attrNameLst>
                                      </p:cBhvr>
                                      <p:to>
                                        <p:strVal val="visible"/>
                                      </p:to>
                                    </p:set>
                                    <p:anim calcmode="lin" valueType="num">
                                      <p:cBhvr>
                                        <p:cTn id="208" dur="500" fill="hold"/>
                                        <p:tgtEl>
                                          <p:spTgt spid="54"/>
                                        </p:tgtEl>
                                        <p:attrNameLst>
                                          <p:attrName>ppt_w</p:attrName>
                                        </p:attrNameLst>
                                      </p:cBhvr>
                                      <p:tavLst>
                                        <p:tav tm="0">
                                          <p:val>
                                            <p:fltVal val="0"/>
                                          </p:val>
                                        </p:tav>
                                        <p:tav tm="100000">
                                          <p:val>
                                            <p:strVal val="#ppt_w"/>
                                          </p:val>
                                        </p:tav>
                                      </p:tavLst>
                                    </p:anim>
                                    <p:anim calcmode="lin" valueType="num">
                                      <p:cBhvr>
                                        <p:cTn id="209" dur="500" fill="hold"/>
                                        <p:tgtEl>
                                          <p:spTgt spid="54"/>
                                        </p:tgtEl>
                                        <p:attrNameLst>
                                          <p:attrName>ppt_h</p:attrName>
                                        </p:attrNameLst>
                                      </p:cBhvr>
                                      <p:tavLst>
                                        <p:tav tm="0">
                                          <p:val>
                                            <p:fltVal val="0"/>
                                          </p:val>
                                        </p:tav>
                                        <p:tav tm="100000">
                                          <p:val>
                                            <p:strVal val="#ppt_h"/>
                                          </p:val>
                                        </p:tav>
                                      </p:tavLst>
                                    </p:anim>
                                    <p:animEffect transition="in" filter="fade">
                                      <p:cBhvr>
                                        <p:cTn id="210" dur="500"/>
                                        <p:tgtEl>
                                          <p:spTgt spid="54"/>
                                        </p:tgtEl>
                                      </p:cBhvr>
                                    </p:animEffect>
                                  </p:childTnLst>
                                </p:cTn>
                              </p:par>
                              <p:par>
                                <p:cTn id="211" presetID="53" presetClass="entr" presetSubtype="16" fill="hold" grpId="0" nodeType="withEffect">
                                  <p:stCondLst>
                                    <p:cond delay="0"/>
                                  </p:stCondLst>
                                  <p:childTnLst>
                                    <p:set>
                                      <p:cBhvr>
                                        <p:cTn id="212" dur="1" fill="hold">
                                          <p:stCondLst>
                                            <p:cond delay="0"/>
                                          </p:stCondLst>
                                        </p:cTn>
                                        <p:tgtEl>
                                          <p:spTgt spid="55"/>
                                        </p:tgtEl>
                                        <p:attrNameLst>
                                          <p:attrName>style.visibility</p:attrName>
                                        </p:attrNameLst>
                                      </p:cBhvr>
                                      <p:to>
                                        <p:strVal val="visible"/>
                                      </p:to>
                                    </p:set>
                                    <p:anim calcmode="lin" valueType="num">
                                      <p:cBhvr>
                                        <p:cTn id="213" dur="500" fill="hold"/>
                                        <p:tgtEl>
                                          <p:spTgt spid="55"/>
                                        </p:tgtEl>
                                        <p:attrNameLst>
                                          <p:attrName>ppt_w</p:attrName>
                                        </p:attrNameLst>
                                      </p:cBhvr>
                                      <p:tavLst>
                                        <p:tav tm="0">
                                          <p:val>
                                            <p:fltVal val="0"/>
                                          </p:val>
                                        </p:tav>
                                        <p:tav tm="100000">
                                          <p:val>
                                            <p:strVal val="#ppt_w"/>
                                          </p:val>
                                        </p:tav>
                                      </p:tavLst>
                                    </p:anim>
                                    <p:anim calcmode="lin" valueType="num">
                                      <p:cBhvr>
                                        <p:cTn id="214" dur="500" fill="hold"/>
                                        <p:tgtEl>
                                          <p:spTgt spid="55"/>
                                        </p:tgtEl>
                                        <p:attrNameLst>
                                          <p:attrName>ppt_h</p:attrName>
                                        </p:attrNameLst>
                                      </p:cBhvr>
                                      <p:tavLst>
                                        <p:tav tm="0">
                                          <p:val>
                                            <p:fltVal val="0"/>
                                          </p:val>
                                        </p:tav>
                                        <p:tav tm="100000">
                                          <p:val>
                                            <p:strVal val="#ppt_h"/>
                                          </p:val>
                                        </p:tav>
                                      </p:tavLst>
                                    </p:anim>
                                    <p:animEffect transition="in" filter="fade">
                                      <p:cBhvr>
                                        <p:cTn id="215" dur="500"/>
                                        <p:tgtEl>
                                          <p:spTgt spid="55"/>
                                        </p:tgtEl>
                                      </p:cBhvr>
                                    </p:animEffect>
                                  </p:childTnLst>
                                </p:cTn>
                              </p:par>
                              <p:par>
                                <p:cTn id="216" presetID="53" presetClass="entr" presetSubtype="16" fill="hold" grpId="0" nodeType="withEffect">
                                  <p:stCondLst>
                                    <p:cond delay="0"/>
                                  </p:stCondLst>
                                  <p:childTnLst>
                                    <p:set>
                                      <p:cBhvr>
                                        <p:cTn id="217" dur="1" fill="hold">
                                          <p:stCondLst>
                                            <p:cond delay="0"/>
                                          </p:stCondLst>
                                        </p:cTn>
                                        <p:tgtEl>
                                          <p:spTgt spid="56"/>
                                        </p:tgtEl>
                                        <p:attrNameLst>
                                          <p:attrName>style.visibility</p:attrName>
                                        </p:attrNameLst>
                                      </p:cBhvr>
                                      <p:to>
                                        <p:strVal val="visible"/>
                                      </p:to>
                                    </p:set>
                                    <p:anim calcmode="lin" valueType="num">
                                      <p:cBhvr>
                                        <p:cTn id="218" dur="500" fill="hold"/>
                                        <p:tgtEl>
                                          <p:spTgt spid="56"/>
                                        </p:tgtEl>
                                        <p:attrNameLst>
                                          <p:attrName>ppt_w</p:attrName>
                                        </p:attrNameLst>
                                      </p:cBhvr>
                                      <p:tavLst>
                                        <p:tav tm="0">
                                          <p:val>
                                            <p:fltVal val="0"/>
                                          </p:val>
                                        </p:tav>
                                        <p:tav tm="100000">
                                          <p:val>
                                            <p:strVal val="#ppt_w"/>
                                          </p:val>
                                        </p:tav>
                                      </p:tavLst>
                                    </p:anim>
                                    <p:anim calcmode="lin" valueType="num">
                                      <p:cBhvr>
                                        <p:cTn id="219" dur="500" fill="hold"/>
                                        <p:tgtEl>
                                          <p:spTgt spid="56"/>
                                        </p:tgtEl>
                                        <p:attrNameLst>
                                          <p:attrName>ppt_h</p:attrName>
                                        </p:attrNameLst>
                                      </p:cBhvr>
                                      <p:tavLst>
                                        <p:tav tm="0">
                                          <p:val>
                                            <p:fltVal val="0"/>
                                          </p:val>
                                        </p:tav>
                                        <p:tav tm="100000">
                                          <p:val>
                                            <p:strVal val="#ppt_h"/>
                                          </p:val>
                                        </p:tav>
                                      </p:tavLst>
                                    </p:anim>
                                    <p:animEffect transition="in" filter="fade">
                                      <p:cBhvr>
                                        <p:cTn id="220" dur="500"/>
                                        <p:tgtEl>
                                          <p:spTgt spid="56"/>
                                        </p:tgtEl>
                                      </p:cBhvr>
                                    </p:animEffect>
                                  </p:childTnLst>
                                </p:cTn>
                              </p:par>
                              <p:par>
                                <p:cTn id="221" presetID="53" presetClass="entr" presetSubtype="16" fill="hold" grpId="0" nodeType="withEffect">
                                  <p:stCondLst>
                                    <p:cond delay="0"/>
                                  </p:stCondLst>
                                  <p:childTnLst>
                                    <p:set>
                                      <p:cBhvr>
                                        <p:cTn id="222" dur="1" fill="hold">
                                          <p:stCondLst>
                                            <p:cond delay="0"/>
                                          </p:stCondLst>
                                        </p:cTn>
                                        <p:tgtEl>
                                          <p:spTgt spid="57"/>
                                        </p:tgtEl>
                                        <p:attrNameLst>
                                          <p:attrName>style.visibility</p:attrName>
                                        </p:attrNameLst>
                                      </p:cBhvr>
                                      <p:to>
                                        <p:strVal val="visible"/>
                                      </p:to>
                                    </p:set>
                                    <p:anim calcmode="lin" valueType="num">
                                      <p:cBhvr>
                                        <p:cTn id="223" dur="500" fill="hold"/>
                                        <p:tgtEl>
                                          <p:spTgt spid="57"/>
                                        </p:tgtEl>
                                        <p:attrNameLst>
                                          <p:attrName>ppt_w</p:attrName>
                                        </p:attrNameLst>
                                      </p:cBhvr>
                                      <p:tavLst>
                                        <p:tav tm="0">
                                          <p:val>
                                            <p:fltVal val="0"/>
                                          </p:val>
                                        </p:tav>
                                        <p:tav tm="100000">
                                          <p:val>
                                            <p:strVal val="#ppt_w"/>
                                          </p:val>
                                        </p:tav>
                                      </p:tavLst>
                                    </p:anim>
                                    <p:anim calcmode="lin" valueType="num">
                                      <p:cBhvr>
                                        <p:cTn id="224" dur="500" fill="hold"/>
                                        <p:tgtEl>
                                          <p:spTgt spid="57"/>
                                        </p:tgtEl>
                                        <p:attrNameLst>
                                          <p:attrName>ppt_h</p:attrName>
                                        </p:attrNameLst>
                                      </p:cBhvr>
                                      <p:tavLst>
                                        <p:tav tm="0">
                                          <p:val>
                                            <p:fltVal val="0"/>
                                          </p:val>
                                        </p:tav>
                                        <p:tav tm="100000">
                                          <p:val>
                                            <p:strVal val="#ppt_h"/>
                                          </p:val>
                                        </p:tav>
                                      </p:tavLst>
                                    </p:anim>
                                    <p:animEffect transition="in" filter="fade">
                                      <p:cBhvr>
                                        <p:cTn id="225" dur="500"/>
                                        <p:tgtEl>
                                          <p:spTgt spid="57"/>
                                        </p:tgtEl>
                                      </p:cBhvr>
                                    </p:animEffect>
                                  </p:childTnLst>
                                </p:cTn>
                              </p:par>
                              <p:par>
                                <p:cTn id="226" presetID="53" presetClass="entr" presetSubtype="16" fill="hold" grpId="0" nodeType="withEffect">
                                  <p:stCondLst>
                                    <p:cond delay="0"/>
                                  </p:stCondLst>
                                  <p:childTnLst>
                                    <p:set>
                                      <p:cBhvr>
                                        <p:cTn id="227" dur="1" fill="hold">
                                          <p:stCondLst>
                                            <p:cond delay="0"/>
                                          </p:stCondLst>
                                        </p:cTn>
                                        <p:tgtEl>
                                          <p:spTgt spid="58"/>
                                        </p:tgtEl>
                                        <p:attrNameLst>
                                          <p:attrName>style.visibility</p:attrName>
                                        </p:attrNameLst>
                                      </p:cBhvr>
                                      <p:to>
                                        <p:strVal val="visible"/>
                                      </p:to>
                                    </p:set>
                                    <p:anim calcmode="lin" valueType="num">
                                      <p:cBhvr>
                                        <p:cTn id="228" dur="500" fill="hold"/>
                                        <p:tgtEl>
                                          <p:spTgt spid="58"/>
                                        </p:tgtEl>
                                        <p:attrNameLst>
                                          <p:attrName>ppt_w</p:attrName>
                                        </p:attrNameLst>
                                      </p:cBhvr>
                                      <p:tavLst>
                                        <p:tav tm="0">
                                          <p:val>
                                            <p:fltVal val="0"/>
                                          </p:val>
                                        </p:tav>
                                        <p:tav tm="100000">
                                          <p:val>
                                            <p:strVal val="#ppt_w"/>
                                          </p:val>
                                        </p:tav>
                                      </p:tavLst>
                                    </p:anim>
                                    <p:anim calcmode="lin" valueType="num">
                                      <p:cBhvr>
                                        <p:cTn id="229" dur="500" fill="hold"/>
                                        <p:tgtEl>
                                          <p:spTgt spid="58"/>
                                        </p:tgtEl>
                                        <p:attrNameLst>
                                          <p:attrName>ppt_h</p:attrName>
                                        </p:attrNameLst>
                                      </p:cBhvr>
                                      <p:tavLst>
                                        <p:tav tm="0">
                                          <p:val>
                                            <p:fltVal val="0"/>
                                          </p:val>
                                        </p:tav>
                                        <p:tav tm="100000">
                                          <p:val>
                                            <p:strVal val="#ppt_h"/>
                                          </p:val>
                                        </p:tav>
                                      </p:tavLst>
                                    </p:anim>
                                    <p:animEffect transition="in" filter="fade">
                                      <p:cBhvr>
                                        <p:cTn id="230" dur="500"/>
                                        <p:tgtEl>
                                          <p:spTgt spid="58"/>
                                        </p:tgtEl>
                                      </p:cBhvr>
                                    </p:animEffect>
                                  </p:childTnLst>
                                </p:cTn>
                              </p:par>
                              <p:par>
                                <p:cTn id="231" presetID="53" presetClass="entr" presetSubtype="16" fill="hold" grpId="0" nodeType="withEffect">
                                  <p:stCondLst>
                                    <p:cond delay="0"/>
                                  </p:stCondLst>
                                  <p:childTnLst>
                                    <p:set>
                                      <p:cBhvr>
                                        <p:cTn id="232" dur="1" fill="hold">
                                          <p:stCondLst>
                                            <p:cond delay="0"/>
                                          </p:stCondLst>
                                        </p:cTn>
                                        <p:tgtEl>
                                          <p:spTgt spid="60"/>
                                        </p:tgtEl>
                                        <p:attrNameLst>
                                          <p:attrName>style.visibility</p:attrName>
                                        </p:attrNameLst>
                                      </p:cBhvr>
                                      <p:to>
                                        <p:strVal val="visible"/>
                                      </p:to>
                                    </p:set>
                                    <p:anim calcmode="lin" valueType="num">
                                      <p:cBhvr>
                                        <p:cTn id="233" dur="500" fill="hold"/>
                                        <p:tgtEl>
                                          <p:spTgt spid="60"/>
                                        </p:tgtEl>
                                        <p:attrNameLst>
                                          <p:attrName>ppt_w</p:attrName>
                                        </p:attrNameLst>
                                      </p:cBhvr>
                                      <p:tavLst>
                                        <p:tav tm="0">
                                          <p:val>
                                            <p:fltVal val="0"/>
                                          </p:val>
                                        </p:tav>
                                        <p:tav tm="100000">
                                          <p:val>
                                            <p:strVal val="#ppt_w"/>
                                          </p:val>
                                        </p:tav>
                                      </p:tavLst>
                                    </p:anim>
                                    <p:anim calcmode="lin" valueType="num">
                                      <p:cBhvr>
                                        <p:cTn id="234" dur="500" fill="hold"/>
                                        <p:tgtEl>
                                          <p:spTgt spid="60"/>
                                        </p:tgtEl>
                                        <p:attrNameLst>
                                          <p:attrName>ppt_h</p:attrName>
                                        </p:attrNameLst>
                                      </p:cBhvr>
                                      <p:tavLst>
                                        <p:tav tm="0">
                                          <p:val>
                                            <p:fltVal val="0"/>
                                          </p:val>
                                        </p:tav>
                                        <p:tav tm="100000">
                                          <p:val>
                                            <p:strVal val="#ppt_h"/>
                                          </p:val>
                                        </p:tav>
                                      </p:tavLst>
                                    </p:anim>
                                    <p:animEffect transition="in" filter="fade">
                                      <p:cBhvr>
                                        <p:cTn id="235" dur="500"/>
                                        <p:tgtEl>
                                          <p:spTgt spid="60"/>
                                        </p:tgtEl>
                                      </p:cBhvr>
                                    </p:animEffect>
                                  </p:childTnLst>
                                </p:cTn>
                              </p:par>
                              <p:par>
                                <p:cTn id="236" presetID="53" presetClass="entr" presetSubtype="16" fill="hold" grpId="0" nodeType="withEffect">
                                  <p:stCondLst>
                                    <p:cond delay="0"/>
                                  </p:stCondLst>
                                  <p:childTnLst>
                                    <p:set>
                                      <p:cBhvr>
                                        <p:cTn id="237" dur="1" fill="hold">
                                          <p:stCondLst>
                                            <p:cond delay="0"/>
                                          </p:stCondLst>
                                        </p:cTn>
                                        <p:tgtEl>
                                          <p:spTgt spid="67"/>
                                        </p:tgtEl>
                                        <p:attrNameLst>
                                          <p:attrName>style.visibility</p:attrName>
                                        </p:attrNameLst>
                                      </p:cBhvr>
                                      <p:to>
                                        <p:strVal val="visible"/>
                                      </p:to>
                                    </p:set>
                                    <p:anim calcmode="lin" valueType="num">
                                      <p:cBhvr>
                                        <p:cTn id="238" dur="500" fill="hold"/>
                                        <p:tgtEl>
                                          <p:spTgt spid="67"/>
                                        </p:tgtEl>
                                        <p:attrNameLst>
                                          <p:attrName>ppt_w</p:attrName>
                                        </p:attrNameLst>
                                      </p:cBhvr>
                                      <p:tavLst>
                                        <p:tav tm="0">
                                          <p:val>
                                            <p:fltVal val="0"/>
                                          </p:val>
                                        </p:tav>
                                        <p:tav tm="100000">
                                          <p:val>
                                            <p:strVal val="#ppt_w"/>
                                          </p:val>
                                        </p:tav>
                                      </p:tavLst>
                                    </p:anim>
                                    <p:anim calcmode="lin" valueType="num">
                                      <p:cBhvr>
                                        <p:cTn id="239" dur="500" fill="hold"/>
                                        <p:tgtEl>
                                          <p:spTgt spid="67"/>
                                        </p:tgtEl>
                                        <p:attrNameLst>
                                          <p:attrName>ppt_h</p:attrName>
                                        </p:attrNameLst>
                                      </p:cBhvr>
                                      <p:tavLst>
                                        <p:tav tm="0">
                                          <p:val>
                                            <p:fltVal val="0"/>
                                          </p:val>
                                        </p:tav>
                                        <p:tav tm="100000">
                                          <p:val>
                                            <p:strVal val="#ppt_h"/>
                                          </p:val>
                                        </p:tav>
                                      </p:tavLst>
                                    </p:anim>
                                    <p:animEffect transition="in" filter="fade">
                                      <p:cBhvr>
                                        <p:cTn id="240" dur="500"/>
                                        <p:tgtEl>
                                          <p:spTgt spid="67"/>
                                        </p:tgtEl>
                                      </p:cBhvr>
                                    </p:animEffect>
                                  </p:childTnLst>
                                </p:cTn>
                              </p:par>
                              <p:par>
                                <p:cTn id="241" presetID="53" presetClass="entr" presetSubtype="16" fill="hold" grpId="0" nodeType="withEffect">
                                  <p:stCondLst>
                                    <p:cond delay="0"/>
                                  </p:stCondLst>
                                  <p:childTnLst>
                                    <p:set>
                                      <p:cBhvr>
                                        <p:cTn id="242" dur="1" fill="hold">
                                          <p:stCondLst>
                                            <p:cond delay="0"/>
                                          </p:stCondLst>
                                        </p:cTn>
                                        <p:tgtEl>
                                          <p:spTgt spid="68"/>
                                        </p:tgtEl>
                                        <p:attrNameLst>
                                          <p:attrName>style.visibility</p:attrName>
                                        </p:attrNameLst>
                                      </p:cBhvr>
                                      <p:to>
                                        <p:strVal val="visible"/>
                                      </p:to>
                                    </p:set>
                                    <p:anim calcmode="lin" valueType="num">
                                      <p:cBhvr>
                                        <p:cTn id="243" dur="500" fill="hold"/>
                                        <p:tgtEl>
                                          <p:spTgt spid="68"/>
                                        </p:tgtEl>
                                        <p:attrNameLst>
                                          <p:attrName>ppt_w</p:attrName>
                                        </p:attrNameLst>
                                      </p:cBhvr>
                                      <p:tavLst>
                                        <p:tav tm="0">
                                          <p:val>
                                            <p:fltVal val="0"/>
                                          </p:val>
                                        </p:tav>
                                        <p:tav tm="100000">
                                          <p:val>
                                            <p:strVal val="#ppt_w"/>
                                          </p:val>
                                        </p:tav>
                                      </p:tavLst>
                                    </p:anim>
                                    <p:anim calcmode="lin" valueType="num">
                                      <p:cBhvr>
                                        <p:cTn id="244" dur="500" fill="hold"/>
                                        <p:tgtEl>
                                          <p:spTgt spid="68"/>
                                        </p:tgtEl>
                                        <p:attrNameLst>
                                          <p:attrName>ppt_h</p:attrName>
                                        </p:attrNameLst>
                                      </p:cBhvr>
                                      <p:tavLst>
                                        <p:tav tm="0">
                                          <p:val>
                                            <p:fltVal val="0"/>
                                          </p:val>
                                        </p:tav>
                                        <p:tav tm="100000">
                                          <p:val>
                                            <p:strVal val="#ppt_h"/>
                                          </p:val>
                                        </p:tav>
                                      </p:tavLst>
                                    </p:anim>
                                    <p:animEffect transition="in" filter="fade">
                                      <p:cBhvr>
                                        <p:cTn id="245" dur="500"/>
                                        <p:tgtEl>
                                          <p:spTgt spid="68"/>
                                        </p:tgtEl>
                                      </p:cBhvr>
                                    </p:animEffect>
                                  </p:childTnLst>
                                </p:cTn>
                              </p:par>
                              <p:par>
                                <p:cTn id="246" presetID="53" presetClass="entr" presetSubtype="16" fill="hold" grpId="0" nodeType="withEffect">
                                  <p:stCondLst>
                                    <p:cond delay="0"/>
                                  </p:stCondLst>
                                  <p:childTnLst>
                                    <p:set>
                                      <p:cBhvr>
                                        <p:cTn id="247" dur="1" fill="hold">
                                          <p:stCondLst>
                                            <p:cond delay="0"/>
                                          </p:stCondLst>
                                        </p:cTn>
                                        <p:tgtEl>
                                          <p:spTgt spid="71"/>
                                        </p:tgtEl>
                                        <p:attrNameLst>
                                          <p:attrName>style.visibility</p:attrName>
                                        </p:attrNameLst>
                                      </p:cBhvr>
                                      <p:to>
                                        <p:strVal val="visible"/>
                                      </p:to>
                                    </p:set>
                                    <p:anim calcmode="lin" valueType="num">
                                      <p:cBhvr>
                                        <p:cTn id="248" dur="500" fill="hold"/>
                                        <p:tgtEl>
                                          <p:spTgt spid="71"/>
                                        </p:tgtEl>
                                        <p:attrNameLst>
                                          <p:attrName>ppt_w</p:attrName>
                                        </p:attrNameLst>
                                      </p:cBhvr>
                                      <p:tavLst>
                                        <p:tav tm="0">
                                          <p:val>
                                            <p:fltVal val="0"/>
                                          </p:val>
                                        </p:tav>
                                        <p:tav tm="100000">
                                          <p:val>
                                            <p:strVal val="#ppt_w"/>
                                          </p:val>
                                        </p:tav>
                                      </p:tavLst>
                                    </p:anim>
                                    <p:anim calcmode="lin" valueType="num">
                                      <p:cBhvr>
                                        <p:cTn id="249" dur="500" fill="hold"/>
                                        <p:tgtEl>
                                          <p:spTgt spid="71"/>
                                        </p:tgtEl>
                                        <p:attrNameLst>
                                          <p:attrName>ppt_h</p:attrName>
                                        </p:attrNameLst>
                                      </p:cBhvr>
                                      <p:tavLst>
                                        <p:tav tm="0">
                                          <p:val>
                                            <p:fltVal val="0"/>
                                          </p:val>
                                        </p:tav>
                                        <p:tav tm="100000">
                                          <p:val>
                                            <p:strVal val="#ppt_h"/>
                                          </p:val>
                                        </p:tav>
                                      </p:tavLst>
                                    </p:anim>
                                    <p:animEffect transition="in" filter="fade">
                                      <p:cBhvr>
                                        <p:cTn id="250"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7" grpId="0" bldLvl="0" animBg="1"/>
      <p:bldP spid="9" grpId="0" bldLvl="0" animBg="1"/>
      <p:bldP spid="8" grpId="0" bldLvl="0" animBg="1"/>
      <p:bldP spid="6" grpId="0" bldLvl="0" animBg="1"/>
      <p:bldP spid="10" grpId="0" bldLvl="0" animBg="1"/>
      <p:bldP spid="21" grpId="0" bldLvl="0"/>
      <p:bldP spid="22" grpId="0" bldLvl="0"/>
      <p:bldP spid="23" grpId="0" bldLvl="0"/>
      <p:bldP spid="24" grpId="0" bldLvl="0"/>
      <p:bldP spid="25" grpId="0" bldLvl="0"/>
      <p:bldP spid="27" grpId="0" bldLvl="0"/>
      <p:bldP spid="28" grpId="0" bldLvl="0"/>
      <p:bldP spid="29" grpId="0" bldLvl="0"/>
      <p:bldP spid="31" grpId="0"/>
      <p:bldP spid="32" grpId="0"/>
      <p:bldP spid="33" grpId="0"/>
      <p:bldP spid="34" grpId="0" bldLvl="0" animBg="1"/>
      <p:bldP spid="36" grpId="0" bldLvl="0" animBg="1"/>
      <p:bldP spid="37" grpId="0" bldLvl="0" animBg="1"/>
      <p:bldP spid="39" grpId="0" bldLvl="0"/>
      <p:bldP spid="40" grpId="0" bldLvl="0"/>
      <p:bldP spid="41" grpId="0" bldLvl="0"/>
      <p:bldP spid="42" grpId="0" bldLvl="0"/>
      <p:bldP spid="43" grpId="0" bldLvl="0" animBg="1"/>
      <p:bldP spid="44" grpId="0" bldLvl="0" animBg="1"/>
      <p:bldP spid="45" grpId="0" bldLvl="0" animBg="1"/>
      <p:bldP spid="46" grpId="0" bldLvl="0" animBg="1"/>
      <p:bldP spid="47" grpId="0" bldLvl="0"/>
      <p:bldP spid="48" grpId="0" bldLvl="0"/>
      <p:bldP spid="49" grpId="0" bldLvl="0"/>
      <p:bldP spid="50" grpId="0" bldLvl="0"/>
      <p:bldP spid="52" grpId="0" bldLvl="0" animBg="1"/>
      <p:bldP spid="53" grpId="0" bldLvl="0" animBg="1"/>
      <p:bldP spid="54" grpId="0" bldLvl="0" animBg="1"/>
      <p:bldP spid="55" grpId="0" bldLvl="0"/>
      <p:bldP spid="56" grpId="0" bldLvl="0"/>
      <p:bldP spid="57" grpId="0" bldLvl="0"/>
      <p:bldP spid="58" grpId="0" bldLvl="0"/>
      <p:bldP spid="59" grpId="0" bldLvl="0" animBg="1"/>
      <p:bldP spid="60" grpId="0" bldLvl="0" animBg="1"/>
      <p:bldP spid="61" grpId="0" bldLvl="0" animBg="1"/>
      <p:bldP spid="62" grpId="0" bldLvl="0" animBg="1"/>
      <p:bldP spid="63" grpId="0" bldLvl="0"/>
      <p:bldP spid="64" grpId="0" bldLvl="0"/>
      <p:bldP spid="67" grpId="0" bldLvl="0" animBg="1"/>
      <p:bldP spid="68" grpId="0" bldLvl="0"/>
      <p:bldP spid="69" grpId="0" bldLvl="0"/>
      <p:bldP spid="70" grpId="0" bldLvl="0"/>
      <p:bldP spid="71" grpId="0" bldLvl="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Group 67"/>
          <p:cNvGrpSpPr/>
          <p:nvPr/>
        </p:nvGrpSpPr>
        <p:grpSpPr>
          <a:xfrm>
            <a:off x="897049" y="1648097"/>
            <a:ext cx="3909150" cy="4140488"/>
            <a:chOff x="950284" y="2059774"/>
            <a:chExt cx="3788406" cy="4012600"/>
          </a:xfrm>
        </p:grpSpPr>
        <p:sp>
          <p:nvSpPr>
            <p:cNvPr id="6" name="Freeform 5"/>
            <p:cNvSpPr>
              <a:spLocks/>
            </p:cNvSpPr>
            <p:nvPr/>
          </p:nvSpPr>
          <p:spPr bwMode="auto">
            <a:xfrm>
              <a:off x="1863217" y="5309576"/>
              <a:ext cx="843589" cy="762798"/>
            </a:xfrm>
            <a:custGeom>
              <a:avLst/>
              <a:gdLst>
                <a:gd name="T0" fmla="*/ 1253 w 1253"/>
                <a:gd name="T1" fmla="*/ 1133 h 1133"/>
                <a:gd name="T2" fmla="*/ 0 w 1253"/>
                <a:gd name="T3" fmla="*/ 1133 h 1133"/>
                <a:gd name="T4" fmla="*/ 151 w 1253"/>
                <a:gd name="T5" fmla="*/ 0 h 1133"/>
                <a:gd name="T6" fmla="*/ 1102 w 1253"/>
                <a:gd name="T7" fmla="*/ 0 h 1133"/>
                <a:gd name="T8" fmla="*/ 1253 w 1253"/>
                <a:gd name="T9" fmla="*/ 1133 h 1133"/>
              </a:gdLst>
              <a:ahLst/>
              <a:cxnLst>
                <a:cxn ang="0">
                  <a:pos x="T0" y="T1"/>
                </a:cxn>
                <a:cxn ang="0">
                  <a:pos x="T2" y="T3"/>
                </a:cxn>
                <a:cxn ang="0">
                  <a:pos x="T4" y="T5"/>
                </a:cxn>
                <a:cxn ang="0">
                  <a:pos x="T6" y="T7"/>
                </a:cxn>
                <a:cxn ang="0">
                  <a:pos x="T8" y="T9"/>
                </a:cxn>
              </a:cxnLst>
              <a:rect l="0" t="0" r="r" b="b"/>
              <a:pathLst>
                <a:path w="1253" h="1133">
                  <a:moveTo>
                    <a:pt x="1253" y="1133"/>
                  </a:moveTo>
                  <a:lnTo>
                    <a:pt x="0" y="1133"/>
                  </a:lnTo>
                  <a:lnTo>
                    <a:pt x="151" y="0"/>
                  </a:lnTo>
                  <a:lnTo>
                    <a:pt x="1102" y="0"/>
                  </a:lnTo>
                  <a:lnTo>
                    <a:pt x="1253" y="1133"/>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7" name="Freeform 6"/>
            <p:cNvSpPr>
              <a:spLocks/>
            </p:cNvSpPr>
            <p:nvPr/>
          </p:nvSpPr>
          <p:spPr bwMode="auto">
            <a:xfrm>
              <a:off x="1894860" y="5309576"/>
              <a:ext cx="778283" cy="517733"/>
            </a:xfrm>
            <a:custGeom>
              <a:avLst/>
              <a:gdLst>
                <a:gd name="T0" fmla="*/ 1156 w 1156"/>
                <a:gd name="T1" fmla="*/ 769 h 769"/>
                <a:gd name="T2" fmla="*/ 1055 w 1156"/>
                <a:gd name="T3" fmla="*/ 0 h 769"/>
                <a:gd name="T4" fmla="*/ 104 w 1156"/>
                <a:gd name="T5" fmla="*/ 0 h 769"/>
                <a:gd name="T6" fmla="*/ 0 w 1156"/>
                <a:gd name="T7" fmla="*/ 769 h 769"/>
                <a:gd name="T8" fmla="*/ 1156 w 1156"/>
                <a:gd name="T9" fmla="*/ 769 h 769"/>
              </a:gdLst>
              <a:ahLst/>
              <a:cxnLst>
                <a:cxn ang="0">
                  <a:pos x="T0" y="T1"/>
                </a:cxn>
                <a:cxn ang="0">
                  <a:pos x="T2" y="T3"/>
                </a:cxn>
                <a:cxn ang="0">
                  <a:pos x="T4" y="T5"/>
                </a:cxn>
                <a:cxn ang="0">
                  <a:pos x="T6" y="T7"/>
                </a:cxn>
                <a:cxn ang="0">
                  <a:pos x="T8" y="T9"/>
                </a:cxn>
              </a:cxnLst>
              <a:rect l="0" t="0" r="r" b="b"/>
              <a:pathLst>
                <a:path w="1156" h="769">
                  <a:moveTo>
                    <a:pt x="1156" y="769"/>
                  </a:moveTo>
                  <a:lnTo>
                    <a:pt x="1055" y="0"/>
                  </a:lnTo>
                  <a:lnTo>
                    <a:pt x="104" y="0"/>
                  </a:lnTo>
                  <a:lnTo>
                    <a:pt x="0" y="769"/>
                  </a:lnTo>
                  <a:lnTo>
                    <a:pt x="1156" y="769"/>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8" name="Freeform 7"/>
            <p:cNvSpPr>
              <a:spLocks/>
            </p:cNvSpPr>
            <p:nvPr/>
          </p:nvSpPr>
          <p:spPr bwMode="auto">
            <a:xfrm>
              <a:off x="950284" y="3625092"/>
              <a:ext cx="2668783" cy="1956479"/>
            </a:xfrm>
            <a:custGeom>
              <a:avLst/>
              <a:gdLst>
                <a:gd name="T0" fmla="*/ 1676 w 1676"/>
                <a:gd name="T1" fmla="*/ 1196 h 1229"/>
                <a:gd name="T2" fmla="*/ 1643 w 1676"/>
                <a:gd name="T3" fmla="*/ 1229 h 1229"/>
                <a:gd name="T4" fmla="*/ 33 w 1676"/>
                <a:gd name="T5" fmla="*/ 1229 h 1229"/>
                <a:gd name="T6" fmla="*/ 0 w 1676"/>
                <a:gd name="T7" fmla="*/ 1196 h 1229"/>
                <a:gd name="T8" fmla="*/ 0 w 1676"/>
                <a:gd name="T9" fmla="*/ 32 h 1229"/>
                <a:gd name="T10" fmla="*/ 33 w 1676"/>
                <a:gd name="T11" fmla="*/ 0 h 1229"/>
                <a:gd name="T12" fmla="*/ 1643 w 1676"/>
                <a:gd name="T13" fmla="*/ 0 h 1229"/>
                <a:gd name="T14" fmla="*/ 1676 w 1676"/>
                <a:gd name="T15" fmla="*/ 32 h 1229"/>
                <a:gd name="T16" fmla="*/ 1676 w 1676"/>
                <a:gd name="T17" fmla="*/ 1196 h 1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76" h="1229">
                  <a:moveTo>
                    <a:pt x="1676" y="1196"/>
                  </a:moveTo>
                  <a:cubicBezTo>
                    <a:pt x="1676" y="1214"/>
                    <a:pt x="1661" y="1229"/>
                    <a:pt x="1643" y="1229"/>
                  </a:cubicBezTo>
                  <a:cubicBezTo>
                    <a:pt x="33" y="1229"/>
                    <a:pt x="33" y="1229"/>
                    <a:pt x="33" y="1229"/>
                  </a:cubicBezTo>
                  <a:cubicBezTo>
                    <a:pt x="15" y="1229"/>
                    <a:pt x="0" y="1214"/>
                    <a:pt x="0" y="1196"/>
                  </a:cubicBezTo>
                  <a:cubicBezTo>
                    <a:pt x="0" y="32"/>
                    <a:pt x="0" y="32"/>
                    <a:pt x="0" y="32"/>
                  </a:cubicBezTo>
                  <a:cubicBezTo>
                    <a:pt x="0" y="15"/>
                    <a:pt x="15" y="0"/>
                    <a:pt x="33" y="0"/>
                  </a:cubicBezTo>
                  <a:cubicBezTo>
                    <a:pt x="1643" y="0"/>
                    <a:pt x="1643" y="0"/>
                    <a:pt x="1643" y="0"/>
                  </a:cubicBezTo>
                  <a:cubicBezTo>
                    <a:pt x="1661" y="0"/>
                    <a:pt x="1676" y="15"/>
                    <a:pt x="1676" y="32"/>
                  </a:cubicBezTo>
                  <a:lnTo>
                    <a:pt x="1676" y="119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9" name="Freeform 8"/>
            <p:cNvSpPr>
              <a:spLocks/>
            </p:cNvSpPr>
            <p:nvPr/>
          </p:nvSpPr>
          <p:spPr bwMode="auto">
            <a:xfrm>
              <a:off x="950284" y="5232825"/>
              <a:ext cx="2668783" cy="348746"/>
            </a:xfrm>
            <a:custGeom>
              <a:avLst/>
              <a:gdLst>
                <a:gd name="T0" fmla="*/ 0 w 1676"/>
                <a:gd name="T1" fmla="*/ 0 h 219"/>
                <a:gd name="T2" fmla="*/ 0 w 1676"/>
                <a:gd name="T3" fmla="*/ 186 h 219"/>
                <a:gd name="T4" fmla="*/ 33 w 1676"/>
                <a:gd name="T5" fmla="*/ 219 h 219"/>
                <a:gd name="T6" fmla="*/ 1643 w 1676"/>
                <a:gd name="T7" fmla="*/ 219 h 219"/>
                <a:gd name="T8" fmla="*/ 1676 w 1676"/>
                <a:gd name="T9" fmla="*/ 186 h 219"/>
                <a:gd name="T10" fmla="*/ 1676 w 1676"/>
                <a:gd name="T11" fmla="*/ 0 h 219"/>
                <a:gd name="T12" fmla="*/ 0 w 1676"/>
                <a:gd name="T13" fmla="*/ 0 h 219"/>
              </a:gdLst>
              <a:ahLst/>
              <a:cxnLst>
                <a:cxn ang="0">
                  <a:pos x="T0" y="T1"/>
                </a:cxn>
                <a:cxn ang="0">
                  <a:pos x="T2" y="T3"/>
                </a:cxn>
                <a:cxn ang="0">
                  <a:pos x="T4" y="T5"/>
                </a:cxn>
                <a:cxn ang="0">
                  <a:pos x="T6" y="T7"/>
                </a:cxn>
                <a:cxn ang="0">
                  <a:pos x="T8" y="T9"/>
                </a:cxn>
                <a:cxn ang="0">
                  <a:pos x="T10" y="T11"/>
                </a:cxn>
                <a:cxn ang="0">
                  <a:pos x="T12" y="T13"/>
                </a:cxn>
              </a:cxnLst>
              <a:rect l="0" t="0" r="r" b="b"/>
              <a:pathLst>
                <a:path w="1676" h="219">
                  <a:moveTo>
                    <a:pt x="0" y="0"/>
                  </a:moveTo>
                  <a:cubicBezTo>
                    <a:pt x="0" y="186"/>
                    <a:pt x="0" y="186"/>
                    <a:pt x="0" y="186"/>
                  </a:cubicBezTo>
                  <a:cubicBezTo>
                    <a:pt x="0" y="204"/>
                    <a:pt x="15" y="219"/>
                    <a:pt x="33" y="219"/>
                  </a:cubicBezTo>
                  <a:cubicBezTo>
                    <a:pt x="1643" y="219"/>
                    <a:pt x="1643" y="219"/>
                    <a:pt x="1643" y="219"/>
                  </a:cubicBezTo>
                  <a:cubicBezTo>
                    <a:pt x="1661" y="219"/>
                    <a:pt x="1676" y="204"/>
                    <a:pt x="1676" y="186"/>
                  </a:cubicBezTo>
                  <a:cubicBezTo>
                    <a:pt x="1676" y="0"/>
                    <a:pt x="1676" y="0"/>
                    <a:pt x="1676" y="0"/>
                  </a:cubicBezTo>
                  <a:lnTo>
                    <a:pt x="0" y="0"/>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0" name="Rectangle 9"/>
            <p:cNvSpPr>
              <a:spLocks noChangeArrowheads="1"/>
            </p:cNvSpPr>
            <p:nvPr/>
          </p:nvSpPr>
          <p:spPr bwMode="auto">
            <a:xfrm>
              <a:off x="1074836" y="3722041"/>
              <a:ext cx="2420352" cy="1510784"/>
            </a:xfrm>
            <a:prstGeom prst="rect">
              <a:avLst/>
            </a:prstGeom>
            <a:solidFill>
              <a:schemeClr val="accent3"/>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1" name="Freeform 10"/>
            <p:cNvSpPr>
              <a:spLocks/>
            </p:cNvSpPr>
            <p:nvPr/>
          </p:nvSpPr>
          <p:spPr bwMode="auto">
            <a:xfrm>
              <a:off x="1709715" y="6025919"/>
              <a:ext cx="1149920" cy="46455"/>
            </a:xfrm>
            <a:custGeom>
              <a:avLst/>
              <a:gdLst>
                <a:gd name="T0" fmla="*/ 693 w 722"/>
                <a:gd name="T1" fmla="*/ 0 h 29"/>
                <a:gd name="T2" fmla="*/ 29 w 722"/>
                <a:gd name="T3" fmla="*/ 0 h 29"/>
                <a:gd name="T4" fmla="*/ 0 w 722"/>
                <a:gd name="T5" fmla="*/ 29 h 29"/>
                <a:gd name="T6" fmla="*/ 722 w 722"/>
                <a:gd name="T7" fmla="*/ 29 h 29"/>
                <a:gd name="T8" fmla="*/ 693 w 722"/>
                <a:gd name="T9" fmla="*/ 0 h 29"/>
              </a:gdLst>
              <a:ahLst/>
              <a:cxnLst>
                <a:cxn ang="0">
                  <a:pos x="T0" y="T1"/>
                </a:cxn>
                <a:cxn ang="0">
                  <a:pos x="T2" y="T3"/>
                </a:cxn>
                <a:cxn ang="0">
                  <a:pos x="T4" y="T5"/>
                </a:cxn>
                <a:cxn ang="0">
                  <a:pos x="T6" y="T7"/>
                </a:cxn>
                <a:cxn ang="0">
                  <a:pos x="T8" y="T9"/>
                </a:cxn>
              </a:cxnLst>
              <a:rect l="0" t="0" r="r" b="b"/>
              <a:pathLst>
                <a:path w="722" h="29">
                  <a:moveTo>
                    <a:pt x="693" y="0"/>
                  </a:moveTo>
                  <a:cubicBezTo>
                    <a:pt x="29" y="0"/>
                    <a:pt x="29" y="0"/>
                    <a:pt x="29" y="0"/>
                  </a:cubicBezTo>
                  <a:cubicBezTo>
                    <a:pt x="13" y="0"/>
                    <a:pt x="0" y="13"/>
                    <a:pt x="0" y="29"/>
                  </a:cubicBezTo>
                  <a:cubicBezTo>
                    <a:pt x="722" y="29"/>
                    <a:pt x="722" y="29"/>
                    <a:pt x="722" y="29"/>
                  </a:cubicBezTo>
                  <a:cubicBezTo>
                    <a:pt x="722" y="13"/>
                    <a:pt x="709" y="0"/>
                    <a:pt x="693" y="0"/>
                  </a:cubicBez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2" name="Freeform 11"/>
            <p:cNvSpPr>
              <a:spLocks noEditPoints="1"/>
            </p:cNvSpPr>
            <p:nvPr/>
          </p:nvSpPr>
          <p:spPr bwMode="auto">
            <a:xfrm>
              <a:off x="1017920" y="4095878"/>
              <a:ext cx="2542885" cy="1136454"/>
            </a:xfrm>
            <a:custGeom>
              <a:avLst/>
              <a:gdLst>
                <a:gd name="T0" fmla="*/ 1533 w 1597"/>
                <a:gd name="T1" fmla="*/ 472 h 714"/>
                <a:gd name="T2" fmla="*/ 1534 w 1597"/>
                <a:gd name="T3" fmla="*/ 459 h 714"/>
                <a:gd name="T4" fmla="*/ 1396 w 1597"/>
                <a:gd name="T5" fmla="*/ 328 h 714"/>
                <a:gd name="T6" fmla="*/ 1285 w 1597"/>
                <a:gd name="T7" fmla="*/ 381 h 714"/>
                <a:gd name="T8" fmla="*/ 1266 w 1597"/>
                <a:gd name="T9" fmla="*/ 376 h 714"/>
                <a:gd name="T10" fmla="*/ 1107 w 1597"/>
                <a:gd name="T11" fmla="*/ 238 h 714"/>
                <a:gd name="T12" fmla="*/ 1008 w 1597"/>
                <a:gd name="T13" fmla="*/ 271 h 714"/>
                <a:gd name="T14" fmla="*/ 896 w 1597"/>
                <a:gd name="T15" fmla="*/ 208 h 714"/>
                <a:gd name="T16" fmla="*/ 846 w 1597"/>
                <a:gd name="T17" fmla="*/ 218 h 714"/>
                <a:gd name="T18" fmla="*/ 707 w 1597"/>
                <a:gd name="T19" fmla="*/ 107 h 714"/>
                <a:gd name="T20" fmla="*/ 690 w 1597"/>
                <a:gd name="T21" fmla="*/ 108 h 714"/>
                <a:gd name="T22" fmla="*/ 575 w 1597"/>
                <a:gd name="T23" fmla="*/ 0 h 714"/>
                <a:gd name="T24" fmla="*/ 472 w 1597"/>
                <a:gd name="T25" fmla="*/ 61 h 714"/>
                <a:gd name="T26" fmla="*/ 460 w 1597"/>
                <a:gd name="T27" fmla="*/ 59 h 714"/>
                <a:gd name="T28" fmla="*/ 400 w 1597"/>
                <a:gd name="T29" fmla="*/ 116 h 714"/>
                <a:gd name="T30" fmla="*/ 402 w 1597"/>
                <a:gd name="T31" fmla="*/ 133 h 714"/>
                <a:gd name="T32" fmla="*/ 333 w 1597"/>
                <a:gd name="T33" fmla="*/ 210 h 714"/>
                <a:gd name="T34" fmla="*/ 311 w 1597"/>
                <a:gd name="T35" fmla="*/ 208 h 714"/>
                <a:gd name="T36" fmla="*/ 213 w 1597"/>
                <a:gd name="T37" fmla="*/ 286 h 714"/>
                <a:gd name="T38" fmla="*/ 109 w 1597"/>
                <a:gd name="T39" fmla="*/ 437 h 714"/>
                <a:gd name="T40" fmla="*/ 109 w 1597"/>
                <a:gd name="T41" fmla="*/ 451 h 714"/>
                <a:gd name="T42" fmla="*/ 0 w 1597"/>
                <a:gd name="T43" fmla="*/ 633 h 714"/>
                <a:gd name="T44" fmla="*/ 17 w 1597"/>
                <a:gd name="T45" fmla="*/ 714 h 714"/>
                <a:gd name="T46" fmla="*/ 1546 w 1597"/>
                <a:gd name="T47" fmla="*/ 714 h 714"/>
                <a:gd name="T48" fmla="*/ 1597 w 1597"/>
                <a:gd name="T49" fmla="*/ 598 h 714"/>
                <a:gd name="T50" fmla="*/ 1533 w 1597"/>
                <a:gd name="T51" fmla="*/ 472 h 714"/>
                <a:gd name="T52" fmla="*/ 581 w 1597"/>
                <a:gd name="T53" fmla="*/ 390 h 714"/>
                <a:gd name="T54" fmla="*/ 564 w 1597"/>
                <a:gd name="T55" fmla="*/ 356 h 714"/>
                <a:gd name="T56" fmla="*/ 595 w 1597"/>
                <a:gd name="T57" fmla="*/ 319 h 714"/>
                <a:gd name="T58" fmla="*/ 615 w 1597"/>
                <a:gd name="T59" fmla="*/ 340 h 714"/>
                <a:gd name="T60" fmla="*/ 609 w 1597"/>
                <a:gd name="T61" fmla="*/ 376 h 714"/>
                <a:gd name="T62" fmla="*/ 610 w 1597"/>
                <a:gd name="T63" fmla="*/ 382 h 714"/>
                <a:gd name="T64" fmla="*/ 581 w 1597"/>
                <a:gd name="T65" fmla="*/ 390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97" h="714">
                  <a:moveTo>
                    <a:pt x="1533" y="472"/>
                  </a:moveTo>
                  <a:cubicBezTo>
                    <a:pt x="1534" y="468"/>
                    <a:pt x="1534" y="463"/>
                    <a:pt x="1534" y="459"/>
                  </a:cubicBezTo>
                  <a:cubicBezTo>
                    <a:pt x="1534" y="386"/>
                    <a:pt x="1472" y="328"/>
                    <a:pt x="1396" y="328"/>
                  </a:cubicBezTo>
                  <a:cubicBezTo>
                    <a:pt x="1350" y="328"/>
                    <a:pt x="1310" y="349"/>
                    <a:pt x="1285" y="381"/>
                  </a:cubicBezTo>
                  <a:cubicBezTo>
                    <a:pt x="1279" y="379"/>
                    <a:pt x="1273" y="377"/>
                    <a:pt x="1266" y="376"/>
                  </a:cubicBezTo>
                  <a:cubicBezTo>
                    <a:pt x="1259" y="299"/>
                    <a:pt x="1190" y="238"/>
                    <a:pt x="1107" y="238"/>
                  </a:cubicBezTo>
                  <a:cubicBezTo>
                    <a:pt x="1069" y="238"/>
                    <a:pt x="1035" y="251"/>
                    <a:pt x="1008" y="271"/>
                  </a:cubicBezTo>
                  <a:cubicBezTo>
                    <a:pt x="986" y="233"/>
                    <a:pt x="945" y="208"/>
                    <a:pt x="896" y="208"/>
                  </a:cubicBezTo>
                  <a:cubicBezTo>
                    <a:pt x="878" y="208"/>
                    <a:pt x="861" y="211"/>
                    <a:pt x="846" y="218"/>
                  </a:cubicBezTo>
                  <a:cubicBezTo>
                    <a:pt x="835" y="155"/>
                    <a:pt x="777" y="107"/>
                    <a:pt x="707" y="107"/>
                  </a:cubicBezTo>
                  <a:cubicBezTo>
                    <a:pt x="702" y="107"/>
                    <a:pt x="696" y="107"/>
                    <a:pt x="690" y="108"/>
                  </a:cubicBezTo>
                  <a:cubicBezTo>
                    <a:pt x="690" y="48"/>
                    <a:pt x="638" y="0"/>
                    <a:pt x="575" y="0"/>
                  </a:cubicBezTo>
                  <a:cubicBezTo>
                    <a:pt x="530" y="0"/>
                    <a:pt x="491" y="25"/>
                    <a:pt x="472" y="61"/>
                  </a:cubicBezTo>
                  <a:cubicBezTo>
                    <a:pt x="468" y="60"/>
                    <a:pt x="464" y="59"/>
                    <a:pt x="460" y="59"/>
                  </a:cubicBezTo>
                  <a:cubicBezTo>
                    <a:pt x="427" y="59"/>
                    <a:pt x="400" y="85"/>
                    <a:pt x="400" y="116"/>
                  </a:cubicBezTo>
                  <a:cubicBezTo>
                    <a:pt x="400" y="122"/>
                    <a:pt x="401" y="127"/>
                    <a:pt x="402" y="133"/>
                  </a:cubicBezTo>
                  <a:cubicBezTo>
                    <a:pt x="370" y="149"/>
                    <a:pt x="345" y="177"/>
                    <a:pt x="333" y="210"/>
                  </a:cubicBezTo>
                  <a:cubicBezTo>
                    <a:pt x="326" y="209"/>
                    <a:pt x="319" y="208"/>
                    <a:pt x="311" y="208"/>
                  </a:cubicBezTo>
                  <a:cubicBezTo>
                    <a:pt x="262" y="208"/>
                    <a:pt x="221" y="242"/>
                    <a:pt x="213" y="286"/>
                  </a:cubicBezTo>
                  <a:cubicBezTo>
                    <a:pt x="151" y="312"/>
                    <a:pt x="109" y="370"/>
                    <a:pt x="109" y="437"/>
                  </a:cubicBezTo>
                  <a:cubicBezTo>
                    <a:pt x="109" y="442"/>
                    <a:pt x="109" y="446"/>
                    <a:pt x="109" y="451"/>
                  </a:cubicBezTo>
                  <a:cubicBezTo>
                    <a:pt x="44" y="488"/>
                    <a:pt x="0" y="555"/>
                    <a:pt x="0" y="633"/>
                  </a:cubicBezTo>
                  <a:cubicBezTo>
                    <a:pt x="0" y="661"/>
                    <a:pt x="6" y="689"/>
                    <a:pt x="17" y="714"/>
                  </a:cubicBezTo>
                  <a:cubicBezTo>
                    <a:pt x="1546" y="714"/>
                    <a:pt x="1546" y="714"/>
                    <a:pt x="1546" y="714"/>
                  </a:cubicBezTo>
                  <a:cubicBezTo>
                    <a:pt x="1578" y="684"/>
                    <a:pt x="1597" y="644"/>
                    <a:pt x="1597" y="598"/>
                  </a:cubicBezTo>
                  <a:cubicBezTo>
                    <a:pt x="1597" y="547"/>
                    <a:pt x="1572" y="502"/>
                    <a:pt x="1533" y="472"/>
                  </a:cubicBezTo>
                  <a:close/>
                  <a:moveTo>
                    <a:pt x="581" y="390"/>
                  </a:moveTo>
                  <a:cubicBezTo>
                    <a:pt x="578" y="377"/>
                    <a:pt x="572" y="365"/>
                    <a:pt x="564" y="356"/>
                  </a:cubicBezTo>
                  <a:cubicBezTo>
                    <a:pt x="576" y="345"/>
                    <a:pt x="587" y="333"/>
                    <a:pt x="595" y="319"/>
                  </a:cubicBezTo>
                  <a:cubicBezTo>
                    <a:pt x="601" y="327"/>
                    <a:pt x="608" y="334"/>
                    <a:pt x="615" y="340"/>
                  </a:cubicBezTo>
                  <a:cubicBezTo>
                    <a:pt x="611" y="351"/>
                    <a:pt x="609" y="363"/>
                    <a:pt x="609" y="376"/>
                  </a:cubicBezTo>
                  <a:cubicBezTo>
                    <a:pt x="609" y="378"/>
                    <a:pt x="610" y="380"/>
                    <a:pt x="610" y="382"/>
                  </a:cubicBezTo>
                  <a:cubicBezTo>
                    <a:pt x="600" y="384"/>
                    <a:pt x="590" y="386"/>
                    <a:pt x="581" y="390"/>
                  </a:cubicBezTo>
                  <a:close/>
                </a:path>
              </a:pathLst>
            </a:custGeom>
            <a:solidFill>
              <a:srgbClr val="F1F1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3" name="Freeform 12"/>
            <p:cNvSpPr>
              <a:spLocks/>
            </p:cNvSpPr>
            <p:nvPr/>
          </p:nvSpPr>
          <p:spPr bwMode="auto">
            <a:xfrm>
              <a:off x="1810030" y="3099280"/>
              <a:ext cx="1890500" cy="1993508"/>
            </a:xfrm>
            <a:custGeom>
              <a:avLst/>
              <a:gdLst>
                <a:gd name="T0" fmla="*/ 1060 w 1187"/>
                <a:gd name="T1" fmla="*/ 0 h 1252"/>
                <a:gd name="T2" fmla="*/ 832 w 1187"/>
                <a:gd name="T3" fmla="*/ 228 h 1252"/>
                <a:gd name="T4" fmla="*/ 729 w 1187"/>
                <a:gd name="T5" fmla="*/ 312 h 1252"/>
                <a:gd name="T6" fmla="*/ 512 w 1187"/>
                <a:gd name="T7" fmla="*/ 432 h 1252"/>
                <a:gd name="T8" fmla="*/ 342 w 1187"/>
                <a:gd name="T9" fmla="*/ 509 h 1252"/>
                <a:gd name="T10" fmla="*/ 222 w 1187"/>
                <a:gd name="T11" fmla="*/ 568 h 1252"/>
                <a:gd name="T12" fmla="*/ 141 w 1187"/>
                <a:gd name="T13" fmla="*/ 619 h 1252"/>
                <a:gd name="T14" fmla="*/ 88 w 1187"/>
                <a:gd name="T15" fmla="*/ 664 h 1252"/>
                <a:gd name="T16" fmla="*/ 53 w 1187"/>
                <a:gd name="T17" fmla="*/ 704 h 1252"/>
                <a:gd name="T18" fmla="*/ 14 w 1187"/>
                <a:gd name="T19" fmla="*/ 777 h 1252"/>
                <a:gd name="T20" fmla="*/ 0 w 1187"/>
                <a:gd name="T21" fmla="*/ 862 h 1252"/>
                <a:gd name="T22" fmla="*/ 15 w 1187"/>
                <a:gd name="T23" fmla="*/ 954 h 1252"/>
                <a:gd name="T24" fmla="*/ 84 w 1187"/>
                <a:gd name="T25" fmla="*/ 1095 h 1252"/>
                <a:gd name="T26" fmla="*/ 210 w 1187"/>
                <a:gd name="T27" fmla="*/ 1252 h 1252"/>
                <a:gd name="T28" fmla="*/ 342 w 1187"/>
                <a:gd name="T29" fmla="*/ 1129 h 1252"/>
                <a:gd name="T30" fmla="*/ 263 w 1187"/>
                <a:gd name="T31" fmla="*/ 1036 h 1252"/>
                <a:gd name="T32" fmla="*/ 197 w 1187"/>
                <a:gd name="T33" fmla="*/ 929 h 1252"/>
                <a:gd name="T34" fmla="*/ 184 w 1187"/>
                <a:gd name="T35" fmla="*/ 890 h 1252"/>
                <a:gd name="T36" fmla="*/ 180 w 1187"/>
                <a:gd name="T37" fmla="*/ 862 h 1252"/>
                <a:gd name="T38" fmla="*/ 183 w 1187"/>
                <a:gd name="T39" fmla="*/ 841 h 1252"/>
                <a:gd name="T40" fmla="*/ 191 w 1187"/>
                <a:gd name="T41" fmla="*/ 822 h 1252"/>
                <a:gd name="T42" fmla="*/ 204 w 1187"/>
                <a:gd name="T43" fmla="*/ 803 h 1252"/>
                <a:gd name="T44" fmla="*/ 249 w 1187"/>
                <a:gd name="T45" fmla="*/ 763 h 1252"/>
                <a:gd name="T46" fmla="*/ 309 w 1187"/>
                <a:gd name="T47" fmla="*/ 726 h 1252"/>
                <a:gd name="T48" fmla="*/ 451 w 1187"/>
                <a:gd name="T49" fmla="*/ 657 h 1252"/>
                <a:gd name="T50" fmla="*/ 707 w 1187"/>
                <a:gd name="T51" fmla="*/ 535 h 1252"/>
                <a:gd name="T52" fmla="*/ 838 w 1187"/>
                <a:gd name="T53" fmla="*/ 456 h 1252"/>
                <a:gd name="T54" fmla="*/ 959 w 1187"/>
                <a:gd name="T55" fmla="*/ 355 h 1252"/>
                <a:gd name="T56" fmla="*/ 1152 w 1187"/>
                <a:gd name="T57" fmla="*/ 162 h 1252"/>
                <a:gd name="T58" fmla="*/ 1181 w 1187"/>
                <a:gd name="T59" fmla="*/ 133 h 1252"/>
                <a:gd name="T60" fmla="*/ 1187 w 1187"/>
                <a:gd name="T61" fmla="*/ 127 h 1252"/>
                <a:gd name="T62" fmla="*/ 1060 w 1187"/>
                <a:gd name="T63" fmla="*/ 0 h 1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87" h="1252">
                  <a:moveTo>
                    <a:pt x="1060" y="0"/>
                  </a:moveTo>
                  <a:cubicBezTo>
                    <a:pt x="1060" y="0"/>
                    <a:pt x="1043" y="16"/>
                    <a:pt x="832" y="228"/>
                  </a:cubicBezTo>
                  <a:cubicBezTo>
                    <a:pt x="801" y="258"/>
                    <a:pt x="766" y="286"/>
                    <a:pt x="729" y="312"/>
                  </a:cubicBezTo>
                  <a:cubicBezTo>
                    <a:pt x="663" y="358"/>
                    <a:pt x="588" y="396"/>
                    <a:pt x="512" y="432"/>
                  </a:cubicBezTo>
                  <a:cubicBezTo>
                    <a:pt x="455" y="459"/>
                    <a:pt x="397" y="484"/>
                    <a:pt x="342" y="509"/>
                  </a:cubicBezTo>
                  <a:cubicBezTo>
                    <a:pt x="300" y="528"/>
                    <a:pt x="260" y="547"/>
                    <a:pt x="222" y="568"/>
                  </a:cubicBezTo>
                  <a:cubicBezTo>
                    <a:pt x="194" y="584"/>
                    <a:pt x="167" y="600"/>
                    <a:pt x="141" y="619"/>
                  </a:cubicBezTo>
                  <a:cubicBezTo>
                    <a:pt x="122" y="633"/>
                    <a:pt x="104" y="648"/>
                    <a:pt x="88" y="664"/>
                  </a:cubicBezTo>
                  <a:cubicBezTo>
                    <a:pt x="75" y="677"/>
                    <a:pt x="63" y="690"/>
                    <a:pt x="53" y="704"/>
                  </a:cubicBezTo>
                  <a:cubicBezTo>
                    <a:pt x="37" y="726"/>
                    <a:pt x="24" y="751"/>
                    <a:pt x="14" y="777"/>
                  </a:cubicBezTo>
                  <a:cubicBezTo>
                    <a:pt x="5" y="804"/>
                    <a:pt x="0" y="833"/>
                    <a:pt x="0" y="862"/>
                  </a:cubicBezTo>
                  <a:cubicBezTo>
                    <a:pt x="0" y="893"/>
                    <a:pt x="5" y="923"/>
                    <a:pt x="15" y="954"/>
                  </a:cubicBezTo>
                  <a:cubicBezTo>
                    <a:pt x="29" y="1000"/>
                    <a:pt x="52" y="1046"/>
                    <a:pt x="84" y="1095"/>
                  </a:cubicBezTo>
                  <a:cubicBezTo>
                    <a:pt x="116" y="1144"/>
                    <a:pt x="158" y="1196"/>
                    <a:pt x="210" y="1252"/>
                  </a:cubicBezTo>
                  <a:cubicBezTo>
                    <a:pt x="342" y="1129"/>
                    <a:pt x="342" y="1129"/>
                    <a:pt x="342" y="1129"/>
                  </a:cubicBezTo>
                  <a:cubicBezTo>
                    <a:pt x="310" y="1096"/>
                    <a:pt x="284" y="1065"/>
                    <a:pt x="263" y="1036"/>
                  </a:cubicBezTo>
                  <a:cubicBezTo>
                    <a:pt x="231" y="994"/>
                    <a:pt x="209" y="958"/>
                    <a:pt x="197" y="929"/>
                  </a:cubicBezTo>
                  <a:cubicBezTo>
                    <a:pt x="191" y="914"/>
                    <a:pt x="186" y="901"/>
                    <a:pt x="184" y="890"/>
                  </a:cubicBezTo>
                  <a:cubicBezTo>
                    <a:pt x="181" y="879"/>
                    <a:pt x="180" y="870"/>
                    <a:pt x="180" y="862"/>
                  </a:cubicBezTo>
                  <a:cubicBezTo>
                    <a:pt x="180" y="854"/>
                    <a:pt x="181" y="847"/>
                    <a:pt x="183" y="841"/>
                  </a:cubicBezTo>
                  <a:cubicBezTo>
                    <a:pt x="185" y="834"/>
                    <a:pt x="187" y="829"/>
                    <a:pt x="191" y="822"/>
                  </a:cubicBezTo>
                  <a:cubicBezTo>
                    <a:pt x="194" y="816"/>
                    <a:pt x="198" y="810"/>
                    <a:pt x="204" y="803"/>
                  </a:cubicBezTo>
                  <a:cubicBezTo>
                    <a:pt x="214" y="791"/>
                    <a:pt x="229" y="777"/>
                    <a:pt x="249" y="763"/>
                  </a:cubicBezTo>
                  <a:cubicBezTo>
                    <a:pt x="266" y="751"/>
                    <a:pt x="286" y="738"/>
                    <a:pt x="309" y="726"/>
                  </a:cubicBezTo>
                  <a:cubicBezTo>
                    <a:pt x="349" y="703"/>
                    <a:pt x="398" y="681"/>
                    <a:pt x="451" y="657"/>
                  </a:cubicBezTo>
                  <a:cubicBezTo>
                    <a:pt x="530" y="621"/>
                    <a:pt x="619" y="583"/>
                    <a:pt x="707" y="535"/>
                  </a:cubicBezTo>
                  <a:cubicBezTo>
                    <a:pt x="752" y="512"/>
                    <a:pt x="796" y="485"/>
                    <a:pt x="838" y="456"/>
                  </a:cubicBezTo>
                  <a:cubicBezTo>
                    <a:pt x="880" y="426"/>
                    <a:pt x="921" y="393"/>
                    <a:pt x="959" y="355"/>
                  </a:cubicBezTo>
                  <a:cubicBezTo>
                    <a:pt x="1065" y="249"/>
                    <a:pt x="1122" y="192"/>
                    <a:pt x="1152" y="162"/>
                  </a:cubicBezTo>
                  <a:cubicBezTo>
                    <a:pt x="1168" y="146"/>
                    <a:pt x="1176" y="138"/>
                    <a:pt x="1181" y="133"/>
                  </a:cubicBezTo>
                  <a:cubicBezTo>
                    <a:pt x="1186" y="128"/>
                    <a:pt x="1187" y="127"/>
                    <a:pt x="1187" y="127"/>
                  </a:cubicBezTo>
                  <a:lnTo>
                    <a:pt x="1060" y="0"/>
                  </a:lnTo>
                  <a:close/>
                </a:path>
              </a:pathLst>
            </a:custGeom>
            <a:solidFill>
              <a:srgbClr val="F1F1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4" name="Freeform 13"/>
            <p:cNvSpPr>
              <a:spLocks/>
            </p:cNvSpPr>
            <p:nvPr/>
          </p:nvSpPr>
          <p:spPr bwMode="auto">
            <a:xfrm>
              <a:off x="1194002" y="4629588"/>
              <a:ext cx="1920124" cy="603237"/>
            </a:xfrm>
            <a:custGeom>
              <a:avLst/>
              <a:gdLst>
                <a:gd name="T0" fmla="*/ 38 w 1206"/>
                <a:gd name="T1" fmla="*/ 379 h 379"/>
                <a:gd name="T2" fmla="*/ 0 w 1206"/>
                <a:gd name="T3" fmla="*/ 287 h 379"/>
                <a:gd name="T4" fmla="*/ 48 w 1206"/>
                <a:gd name="T5" fmla="*/ 186 h 379"/>
                <a:gd name="T6" fmla="*/ 48 w 1206"/>
                <a:gd name="T7" fmla="*/ 176 h 379"/>
                <a:gd name="T8" fmla="*/ 152 w 1206"/>
                <a:gd name="T9" fmla="*/ 71 h 379"/>
                <a:gd name="T10" fmla="*/ 236 w 1206"/>
                <a:gd name="T11" fmla="*/ 114 h 379"/>
                <a:gd name="T12" fmla="*/ 250 w 1206"/>
                <a:gd name="T13" fmla="*/ 110 h 379"/>
                <a:gd name="T14" fmla="*/ 370 w 1206"/>
                <a:gd name="T15" fmla="*/ 0 h 379"/>
                <a:gd name="T16" fmla="*/ 487 w 1206"/>
                <a:gd name="T17" fmla="*/ 91 h 379"/>
                <a:gd name="T18" fmla="*/ 501 w 1206"/>
                <a:gd name="T19" fmla="*/ 89 h 379"/>
                <a:gd name="T20" fmla="*/ 552 w 1206"/>
                <a:gd name="T21" fmla="*/ 110 h 379"/>
                <a:gd name="T22" fmla="*/ 552 w 1206"/>
                <a:gd name="T23" fmla="*/ 110 h 379"/>
                <a:gd name="T24" fmla="*/ 649 w 1206"/>
                <a:gd name="T25" fmla="*/ 13 h 379"/>
                <a:gd name="T26" fmla="*/ 746 w 1206"/>
                <a:gd name="T27" fmla="*/ 110 h 379"/>
                <a:gd name="T28" fmla="*/ 746 w 1206"/>
                <a:gd name="T29" fmla="*/ 115 h 379"/>
                <a:gd name="T30" fmla="*/ 767 w 1206"/>
                <a:gd name="T31" fmla="*/ 121 h 379"/>
                <a:gd name="T32" fmla="*/ 827 w 1206"/>
                <a:gd name="T33" fmla="*/ 71 h 379"/>
                <a:gd name="T34" fmla="*/ 877 w 1206"/>
                <a:gd name="T35" fmla="*/ 98 h 379"/>
                <a:gd name="T36" fmla="*/ 993 w 1206"/>
                <a:gd name="T37" fmla="*/ 27 h 379"/>
                <a:gd name="T38" fmla="*/ 1124 w 1206"/>
                <a:gd name="T39" fmla="*/ 158 h 379"/>
                <a:gd name="T40" fmla="*/ 1123 w 1206"/>
                <a:gd name="T41" fmla="*/ 170 h 379"/>
                <a:gd name="T42" fmla="*/ 1206 w 1206"/>
                <a:gd name="T43" fmla="*/ 314 h 379"/>
                <a:gd name="T44" fmla="*/ 1193 w 1206"/>
                <a:gd name="T45" fmla="*/ 379 h 379"/>
                <a:gd name="T46" fmla="*/ 38 w 1206"/>
                <a:gd name="T47" fmla="*/ 379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06" h="379">
                  <a:moveTo>
                    <a:pt x="38" y="379"/>
                  </a:moveTo>
                  <a:cubicBezTo>
                    <a:pt x="15" y="355"/>
                    <a:pt x="0" y="323"/>
                    <a:pt x="0" y="287"/>
                  </a:cubicBezTo>
                  <a:cubicBezTo>
                    <a:pt x="0" y="246"/>
                    <a:pt x="19" y="210"/>
                    <a:pt x="48" y="186"/>
                  </a:cubicBezTo>
                  <a:cubicBezTo>
                    <a:pt x="48" y="183"/>
                    <a:pt x="48" y="179"/>
                    <a:pt x="48" y="176"/>
                  </a:cubicBezTo>
                  <a:cubicBezTo>
                    <a:pt x="48" y="118"/>
                    <a:pt x="94" y="71"/>
                    <a:pt x="152" y="71"/>
                  </a:cubicBezTo>
                  <a:cubicBezTo>
                    <a:pt x="186" y="71"/>
                    <a:pt x="217" y="88"/>
                    <a:pt x="236" y="114"/>
                  </a:cubicBezTo>
                  <a:cubicBezTo>
                    <a:pt x="240" y="112"/>
                    <a:pt x="245" y="111"/>
                    <a:pt x="250" y="110"/>
                  </a:cubicBezTo>
                  <a:cubicBezTo>
                    <a:pt x="256" y="49"/>
                    <a:pt x="307" y="0"/>
                    <a:pt x="370" y="0"/>
                  </a:cubicBezTo>
                  <a:cubicBezTo>
                    <a:pt x="427" y="0"/>
                    <a:pt x="474" y="39"/>
                    <a:pt x="487" y="91"/>
                  </a:cubicBezTo>
                  <a:cubicBezTo>
                    <a:pt x="492" y="90"/>
                    <a:pt x="496" y="89"/>
                    <a:pt x="501" y="89"/>
                  </a:cubicBezTo>
                  <a:cubicBezTo>
                    <a:pt x="521" y="89"/>
                    <a:pt x="539" y="97"/>
                    <a:pt x="552" y="110"/>
                  </a:cubicBezTo>
                  <a:cubicBezTo>
                    <a:pt x="552" y="110"/>
                    <a:pt x="552" y="110"/>
                    <a:pt x="552" y="110"/>
                  </a:cubicBezTo>
                  <a:cubicBezTo>
                    <a:pt x="552" y="56"/>
                    <a:pt x="596" y="13"/>
                    <a:pt x="649" y="13"/>
                  </a:cubicBezTo>
                  <a:cubicBezTo>
                    <a:pt x="703" y="13"/>
                    <a:pt x="746" y="56"/>
                    <a:pt x="746" y="110"/>
                  </a:cubicBezTo>
                  <a:cubicBezTo>
                    <a:pt x="746" y="111"/>
                    <a:pt x="746" y="113"/>
                    <a:pt x="746" y="115"/>
                  </a:cubicBezTo>
                  <a:cubicBezTo>
                    <a:pt x="753" y="116"/>
                    <a:pt x="760" y="118"/>
                    <a:pt x="767" y="121"/>
                  </a:cubicBezTo>
                  <a:cubicBezTo>
                    <a:pt x="773" y="93"/>
                    <a:pt x="797" y="71"/>
                    <a:pt x="827" y="71"/>
                  </a:cubicBezTo>
                  <a:cubicBezTo>
                    <a:pt x="848" y="71"/>
                    <a:pt x="866" y="82"/>
                    <a:pt x="877" y="98"/>
                  </a:cubicBezTo>
                  <a:cubicBezTo>
                    <a:pt x="899" y="56"/>
                    <a:pt x="943" y="27"/>
                    <a:pt x="993" y="27"/>
                  </a:cubicBezTo>
                  <a:cubicBezTo>
                    <a:pt x="1065" y="27"/>
                    <a:pt x="1124" y="86"/>
                    <a:pt x="1124" y="158"/>
                  </a:cubicBezTo>
                  <a:cubicBezTo>
                    <a:pt x="1124" y="162"/>
                    <a:pt x="1124" y="166"/>
                    <a:pt x="1123" y="170"/>
                  </a:cubicBezTo>
                  <a:cubicBezTo>
                    <a:pt x="1173" y="199"/>
                    <a:pt x="1206" y="253"/>
                    <a:pt x="1206" y="314"/>
                  </a:cubicBezTo>
                  <a:cubicBezTo>
                    <a:pt x="1206" y="337"/>
                    <a:pt x="1201" y="359"/>
                    <a:pt x="1193" y="379"/>
                  </a:cubicBezTo>
                  <a:lnTo>
                    <a:pt x="38" y="379"/>
                  </a:lnTo>
                  <a:close/>
                </a:path>
              </a:pathLst>
            </a:custGeom>
            <a:solidFill>
              <a:srgbClr val="E5E5E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5" name="Freeform 14"/>
            <p:cNvSpPr>
              <a:spLocks/>
            </p:cNvSpPr>
            <p:nvPr/>
          </p:nvSpPr>
          <p:spPr bwMode="auto">
            <a:xfrm>
              <a:off x="1845713" y="3123517"/>
              <a:ext cx="1829234" cy="1945707"/>
            </a:xfrm>
            <a:custGeom>
              <a:avLst/>
              <a:gdLst>
                <a:gd name="T0" fmla="*/ 1053 w 1149"/>
                <a:gd name="T1" fmla="*/ 0 h 1222"/>
                <a:gd name="T2" fmla="*/ 825 w 1149"/>
                <a:gd name="T3" fmla="*/ 228 h 1222"/>
                <a:gd name="T4" fmla="*/ 597 w 1149"/>
                <a:gd name="T5" fmla="*/ 389 h 1222"/>
                <a:gd name="T6" fmla="*/ 401 w 1149"/>
                <a:gd name="T7" fmla="*/ 481 h 1222"/>
                <a:gd name="T8" fmla="*/ 260 w 1149"/>
                <a:gd name="T9" fmla="*/ 547 h 1222"/>
                <a:gd name="T10" fmla="*/ 165 w 1149"/>
                <a:gd name="T11" fmla="*/ 600 h 1222"/>
                <a:gd name="T12" fmla="*/ 102 w 1149"/>
                <a:gd name="T13" fmla="*/ 645 h 1222"/>
                <a:gd name="T14" fmla="*/ 62 w 1149"/>
                <a:gd name="T15" fmla="*/ 686 h 1222"/>
                <a:gd name="T16" fmla="*/ 17 w 1149"/>
                <a:gd name="T17" fmla="*/ 759 h 1222"/>
                <a:gd name="T18" fmla="*/ 0 w 1149"/>
                <a:gd name="T19" fmla="*/ 847 h 1222"/>
                <a:gd name="T20" fmla="*/ 14 w 1149"/>
                <a:gd name="T21" fmla="*/ 933 h 1222"/>
                <a:gd name="T22" fmla="*/ 80 w 1149"/>
                <a:gd name="T23" fmla="*/ 1068 h 1222"/>
                <a:gd name="T24" fmla="*/ 204 w 1149"/>
                <a:gd name="T25" fmla="*/ 1222 h 1222"/>
                <a:gd name="T26" fmla="*/ 304 w 1149"/>
                <a:gd name="T27" fmla="*/ 1129 h 1222"/>
                <a:gd name="T28" fmla="*/ 223 w 1149"/>
                <a:gd name="T29" fmla="*/ 1035 h 1222"/>
                <a:gd name="T30" fmla="*/ 155 w 1149"/>
                <a:gd name="T31" fmla="*/ 922 h 1222"/>
                <a:gd name="T32" fmla="*/ 140 w 1149"/>
                <a:gd name="T33" fmla="*/ 880 h 1222"/>
                <a:gd name="T34" fmla="*/ 136 w 1149"/>
                <a:gd name="T35" fmla="*/ 847 h 1222"/>
                <a:gd name="T36" fmla="*/ 140 w 1149"/>
                <a:gd name="T37" fmla="*/ 820 h 1222"/>
                <a:gd name="T38" fmla="*/ 150 w 1149"/>
                <a:gd name="T39" fmla="*/ 797 h 1222"/>
                <a:gd name="T40" fmla="*/ 165 w 1149"/>
                <a:gd name="T41" fmla="*/ 774 h 1222"/>
                <a:gd name="T42" fmla="*/ 214 w 1149"/>
                <a:gd name="T43" fmla="*/ 731 h 1222"/>
                <a:gd name="T44" fmla="*/ 276 w 1149"/>
                <a:gd name="T45" fmla="*/ 691 h 1222"/>
                <a:gd name="T46" fmla="*/ 420 w 1149"/>
                <a:gd name="T47" fmla="*/ 622 h 1222"/>
                <a:gd name="T48" fmla="*/ 675 w 1149"/>
                <a:gd name="T49" fmla="*/ 501 h 1222"/>
                <a:gd name="T50" fmla="*/ 922 w 1149"/>
                <a:gd name="T51" fmla="*/ 324 h 1222"/>
                <a:gd name="T52" fmla="*/ 1115 w 1149"/>
                <a:gd name="T53" fmla="*/ 131 h 1222"/>
                <a:gd name="T54" fmla="*/ 1144 w 1149"/>
                <a:gd name="T55" fmla="*/ 102 h 1222"/>
                <a:gd name="T56" fmla="*/ 1149 w 1149"/>
                <a:gd name="T57" fmla="*/ 96 h 1222"/>
                <a:gd name="T58" fmla="*/ 1053 w 1149"/>
                <a:gd name="T59" fmla="*/ 0 h 1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49" h="1222">
                  <a:moveTo>
                    <a:pt x="1053" y="0"/>
                  </a:moveTo>
                  <a:cubicBezTo>
                    <a:pt x="1053" y="0"/>
                    <a:pt x="1037" y="17"/>
                    <a:pt x="825" y="228"/>
                  </a:cubicBezTo>
                  <a:cubicBezTo>
                    <a:pt x="762" y="292"/>
                    <a:pt x="682" y="344"/>
                    <a:pt x="597" y="389"/>
                  </a:cubicBezTo>
                  <a:cubicBezTo>
                    <a:pt x="533" y="423"/>
                    <a:pt x="466" y="453"/>
                    <a:pt x="401" y="481"/>
                  </a:cubicBezTo>
                  <a:cubicBezTo>
                    <a:pt x="352" y="503"/>
                    <a:pt x="305" y="524"/>
                    <a:pt x="260" y="547"/>
                  </a:cubicBezTo>
                  <a:cubicBezTo>
                    <a:pt x="226" y="563"/>
                    <a:pt x="194" y="581"/>
                    <a:pt x="165" y="600"/>
                  </a:cubicBezTo>
                  <a:cubicBezTo>
                    <a:pt x="142" y="614"/>
                    <a:pt x="121" y="629"/>
                    <a:pt x="102" y="645"/>
                  </a:cubicBezTo>
                  <a:cubicBezTo>
                    <a:pt x="88" y="658"/>
                    <a:pt x="74" y="671"/>
                    <a:pt x="62" y="686"/>
                  </a:cubicBezTo>
                  <a:cubicBezTo>
                    <a:pt x="44" y="707"/>
                    <a:pt x="28" y="732"/>
                    <a:pt x="17" y="759"/>
                  </a:cubicBezTo>
                  <a:cubicBezTo>
                    <a:pt x="6" y="786"/>
                    <a:pt x="0" y="816"/>
                    <a:pt x="0" y="847"/>
                  </a:cubicBezTo>
                  <a:cubicBezTo>
                    <a:pt x="0" y="875"/>
                    <a:pt x="5" y="904"/>
                    <a:pt x="14" y="933"/>
                  </a:cubicBezTo>
                  <a:cubicBezTo>
                    <a:pt x="27" y="976"/>
                    <a:pt x="49" y="1021"/>
                    <a:pt x="80" y="1068"/>
                  </a:cubicBezTo>
                  <a:cubicBezTo>
                    <a:pt x="112" y="1116"/>
                    <a:pt x="153" y="1166"/>
                    <a:pt x="204" y="1222"/>
                  </a:cubicBezTo>
                  <a:cubicBezTo>
                    <a:pt x="304" y="1129"/>
                    <a:pt x="304" y="1129"/>
                    <a:pt x="304" y="1129"/>
                  </a:cubicBezTo>
                  <a:cubicBezTo>
                    <a:pt x="272" y="1095"/>
                    <a:pt x="245" y="1064"/>
                    <a:pt x="223" y="1035"/>
                  </a:cubicBezTo>
                  <a:cubicBezTo>
                    <a:pt x="190" y="991"/>
                    <a:pt x="168" y="954"/>
                    <a:pt x="155" y="922"/>
                  </a:cubicBezTo>
                  <a:cubicBezTo>
                    <a:pt x="148" y="907"/>
                    <a:pt x="143" y="893"/>
                    <a:pt x="140" y="880"/>
                  </a:cubicBezTo>
                  <a:cubicBezTo>
                    <a:pt x="138" y="868"/>
                    <a:pt x="136" y="857"/>
                    <a:pt x="136" y="847"/>
                  </a:cubicBezTo>
                  <a:cubicBezTo>
                    <a:pt x="136" y="837"/>
                    <a:pt x="138" y="828"/>
                    <a:pt x="140" y="820"/>
                  </a:cubicBezTo>
                  <a:cubicBezTo>
                    <a:pt x="142" y="812"/>
                    <a:pt x="145" y="804"/>
                    <a:pt x="150" y="797"/>
                  </a:cubicBezTo>
                  <a:cubicBezTo>
                    <a:pt x="154" y="789"/>
                    <a:pt x="159" y="782"/>
                    <a:pt x="165" y="774"/>
                  </a:cubicBezTo>
                  <a:cubicBezTo>
                    <a:pt x="177" y="760"/>
                    <a:pt x="193" y="745"/>
                    <a:pt x="214" y="731"/>
                  </a:cubicBezTo>
                  <a:cubicBezTo>
                    <a:pt x="232" y="717"/>
                    <a:pt x="253" y="704"/>
                    <a:pt x="276" y="691"/>
                  </a:cubicBezTo>
                  <a:cubicBezTo>
                    <a:pt x="318" y="669"/>
                    <a:pt x="367" y="646"/>
                    <a:pt x="420" y="622"/>
                  </a:cubicBezTo>
                  <a:cubicBezTo>
                    <a:pt x="499" y="586"/>
                    <a:pt x="588" y="548"/>
                    <a:pt x="675" y="501"/>
                  </a:cubicBezTo>
                  <a:cubicBezTo>
                    <a:pt x="762" y="454"/>
                    <a:pt x="848" y="398"/>
                    <a:pt x="922" y="324"/>
                  </a:cubicBezTo>
                  <a:cubicBezTo>
                    <a:pt x="1027" y="219"/>
                    <a:pt x="1084" y="162"/>
                    <a:pt x="1115" y="131"/>
                  </a:cubicBezTo>
                  <a:cubicBezTo>
                    <a:pt x="1130" y="116"/>
                    <a:pt x="1139" y="107"/>
                    <a:pt x="1144" y="102"/>
                  </a:cubicBezTo>
                  <a:cubicBezTo>
                    <a:pt x="1148" y="97"/>
                    <a:pt x="1149" y="96"/>
                    <a:pt x="1149" y="96"/>
                  </a:cubicBezTo>
                  <a:lnTo>
                    <a:pt x="1053" y="0"/>
                  </a:lnTo>
                  <a:close/>
                </a:path>
              </a:pathLst>
            </a:custGeom>
            <a:solidFill>
              <a:srgbClr val="E5E5E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6" name="Freeform 15"/>
            <p:cNvSpPr>
              <a:spLocks/>
            </p:cNvSpPr>
            <p:nvPr/>
          </p:nvSpPr>
          <p:spPr bwMode="auto">
            <a:xfrm>
              <a:off x="1892841" y="3156506"/>
              <a:ext cx="1748444" cy="1879055"/>
            </a:xfrm>
            <a:custGeom>
              <a:avLst/>
              <a:gdLst>
                <a:gd name="T0" fmla="*/ 1045 w 1098"/>
                <a:gd name="T1" fmla="*/ 0 h 1180"/>
                <a:gd name="T2" fmla="*/ 817 w 1098"/>
                <a:gd name="T3" fmla="*/ 228 h 1180"/>
                <a:gd name="T4" fmla="*/ 581 w 1098"/>
                <a:gd name="T5" fmla="*/ 394 h 1180"/>
                <a:gd name="T6" fmla="*/ 383 w 1098"/>
                <a:gd name="T7" fmla="*/ 488 h 1180"/>
                <a:gd name="T8" fmla="*/ 243 w 1098"/>
                <a:gd name="T9" fmla="*/ 553 h 1180"/>
                <a:gd name="T10" fmla="*/ 151 w 1098"/>
                <a:gd name="T11" fmla="*/ 604 h 1180"/>
                <a:gd name="T12" fmla="*/ 44 w 1098"/>
                <a:gd name="T13" fmla="*/ 697 h 1180"/>
                <a:gd name="T14" fmla="*/ 12 w 1098"/>
                <a:gd name="T15" fmla="*/ 757 h 1180"/>
                <a:gd name="T16" fmla="*/ 0 w 1098"/>
                <a:gd name="T17" fmla="*/ 826 h 1180"/>
                <a:gd name="T18" fmla="*/ 12 w 1098"/>
                <a:gd name="T19" fmla="*/ 903 h 1180"/>
                <a:gd name="T20" fmla="*/ 75 w 1098"/>
                <a:gd name="T21" fmla="*/ 1031 h 1180"/>
                <a:gd name="T22" fmla="*/ 196 w 1098"/>
                <a:gd name="T23" fmla="*/ 1180 h 1180"/>
                <a:gd name="T24" fmla="*/ 252 w 1098"/>
                <a:gd name="T25" fmla="*/ 1129 h 1180"/>
                <a:gd name="T26" fmla="*/ 115 w 1098"/>
                <a:gd name="T27" fmla="*/ 949 h 1180"/>
                <a:gd name="T28" fmla="*/ 85 w 1098"/>
                <a:gd name="T29" fmla="*/ 881 h 1180"/>
                <a:gd name="T30" fmla="*/ 76 w 1098"/>
                <a:gd name="T31" fmla="*/ 826 h 1180"/>
                <a:gd name="T32" fmla="*/ 81 w 1098"/>
                <a:gd name="T33" fmla="*/ 791 h 1180"/>
                <a:gd name="T34" fmla="*/ 113 w 1098"/>
                <a:gd name="T35" fmla="*/ 732 h 1180"/>
                <a:gd name="T36" fmla="*/ 168 w 1098"/>
                <a:gd name="T37" fmla="*/ 684 h 1180"/>
                <a:gd name="T38" fmla="*/ 314 w 1098"/>
                <a:gd name="T39" fmla="*/ 603 h 1180"/>
                <a:gd name="T40" fmla="*/ 595 w 1098"/>
                <a:gd name="T41" fmla="*/ 472 h 1180"/>
                <a:gd name="T42" fmla="*/ 870 w 1098"/>
                <a:gd name="T43" fmla="*/ 282 h 1180"/>
                <a:gd name="T44" fmla="*/ 1098 w 1098"/>
                <a:gd name="T45" fmla="*/ 54 h 1180"/>
                <a:gd name="T46" fmla="*/ 1045 w 1098"/>
                <a:gd name="T47" fmla="*/ 0 h 1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98" h="1180">
                  <a:moveTo>
                    <a:pt x="1045" y="0"/>
                  </a:moveTo>
                  <a:cubicBezTo>
                    <a:pt x="1045" y="0"/>
                    <a:pt x="1028" y="17"/>
                    <a:pt x="817" y="228"/>
                  </a:cubicBezTo>
                  <a:cubicBezTo>
                    <a:pt x="750" y="295"/>
                    <a:pt x="667" y="348"/>
                    <a:pt x="581" y="394"/>
                  </a:cubicBezTo>
                  <a:cubicBezTo>
                    <a:pt x="516" y="429"/>
                    <a:pt x="448" y="459"/>
                    <a:pt x="383" y="488"/>
                  </a:cubicBezTo>
                  <a:cubicBezTo>
                    <a:pt x="334" y="510"/>
                    <a:pt x="287" y="531"/>
                    <a:pt x="243" y="553"/>
                  </a:cubicBezTo>
                  <a:cubicBezTo>
                    <a:pt x="210" y="569"/>
                    <a:pt x="179" y="586"/>
                    <a:pt x="151" y="604"/>
                  </a:cubicBezTo>
                  <a:cubicBezTo>
                    <a:pt x="108" y="631"/>
                    <a:pt x="71" y="661"/>
                    <a:pt x="44" y="697"/>
                  </a:cubicBezTo>
                  <a:cubicBezTo>
                    <a:pt x="31" y="716"/>
                    <a:pt x="20" y="736"/>
                    <a:pt x="12" y="757"/>
                  </a:cubicBezTo>
                  <a:cubicBezTo>
                    <a:pt x="4" y="779"/>
                    <a:pt x="0" y="802"/>
                    <a:pt x="0" y="826"/>
                  </a:cubicBezTo>
                  <a:cubicBezTo>
                    <a:pt x="0" y="851"/>
                    <a:pt x="4" y="876"/>
                    <a:pt x="12" y="903"/>
                  </a:cubicBezTo>
                  <a:cubicBezTo>
                    <a:pt x="24" y="943"/>
                    <a:pt x="45" y="985"/>
                    <a:pt x="75" y="1031"/>
                  </a:cubicBezTo>
                  <a:cubicBezTo>
                    <a:pt x="106" y="1076"/>
                    <a:pt x="145" y="1126"/>
                    <a:pt x="196" y="1180"/>
                  </a:cubicBezTo>
                  <a:cubicBezTo>
                    <a:pt x="252" y="1129"/>
                    <a:pt x="252" y="1129"/>
                    <a:pt x="252" y="1129"/>
                  </a:cubicBezTo>
                  <a:cubicBezTo>
                    <a:pt x="187" y="1059"/>
                    <a:pt x="143" y="999"/>
                    <a:pt x="115" y="949"/>
                  </a:cubicBezTo>
                  <a:cubicBezTo>
                    <a:pt x="101" y="924"/>
                    <a:pt x="91" y="901"/>
                    <a:pt x="85" y="881"/>
                  </a:cubicBezTo>
                  <a:cubicBezTo>
                    <a:pt x="79" y="861"/>
                    <a:pt x="76" y="843"/>
                    <a:pt x="76" y="826"/>
                  </a:cubicBezTo>
                  <a:cubicBezTo>
                    <a:pt x="76" y="814"/>
                    <a:pt x="78" y="802"/>
                    <a:pt x="81" y="791"/>
                  </a:cubicBezTo>
                  <a:cubicBezTo>
                    <a:pt x="87" y="770"/>
                    <a:pt x="97" y="751"/>
                    <a:pt x="113" y="732"/>
                  </a:cubicBezTo>
                  <a:cubicBezTo>
                    <a:pt x="128" y="716"/>
                    <a:pt x="146" y="700"/>
                    <a:pt x="168" y="684"/>
                  </a:cubicBezTo>
                  <a:cubicBezTo>
                    <a:pt x="207" y="656"/>
                    <a:pt x="257" y="630"/>
                    <a:pt x="314" y="603"/>
                  </a:cubicBezTo>
                  <a:cubicBezTo>
                    <a:pt x="398" y="563"/>
                    <a:pt x="497" y="522"/>
                    <a:pt x="595" y="472"/>
                  </a:cubicBezTo>
                  <a:cubicBezTo>
                    <a:pt x="693" y="422"/>
                    <a:pt x="790" y="362"/>
                    <a:pt x="870" y="282"/>
                  </a:cubicBezTo>
                  <a:cubicBezTo>
                    <a:pt x="1082" y="71"/>
                    <a:pt x="1098" y="54"/>
                    <a:pt x="1098" y="54"/>
                  </a:cubicBezTo>
                  <a:lnTo>
                    <a:pt x="1045" y="0"/>
                  </a:lnTo>
                  <a:close/>
                </a:path>
              </a:pathLst>
            </a:custGeom>
            <a:solidFill>
              <a:srgbClr val="F1F1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7" name="Freeform 16"/>
            <p:cNvSpPr>
              <a:spLocks/>
            </p:cNvSpPr>
            <p:nvPr/>
          </p:nvSpPr>
          <p:spPr bwMode="auto">
            <a:xfrm>
              <a:off x="3235311" y="3198248"/>
              <a:ext cx="366251" cy="364231"/>
            </a:xfrm>
            <a:custGeom>
              <a:avLst/>
              <a:gdLst>
                <a:gd name="T0" fmla="*/ 230 w 230"/>
                <a:gd name="T1" fmla="*/ 126 h 229"/>
                <a:gd name="T2" fmla="*/ 177 w 230"/>
                <a:gd name="T3" fmla="*/ 53 h 229"/>
                <a:gd name="T4" fmla="*/ 104 w 230"/>
                <a:gd name="T5" fmla="*/ 0 h 229"/>
                <a:gd name="T6" fmla="*/ 0 w 230"/>
                <a:gd name="T7" fmla="*/ 229 h 229"/>
                <a:gd name="T8" fmla="*/ 230 w 230"/>
                <a:gd name="T9" fmla="*/ 126 h 229"/>
              </a:gdLst>
              <a:ahLst/>
              <a:cxnLst>
                <a:cxn ang="0">
                  <a:pos x="T0" y="T1"/>
                </a:cxn>
                <a:cxn ang="0">
                  <a:pos x="T2" y="T3"/>
                </a:cxn>
                <a:cxn ang="0">
                  <a:pos x="T4" y="T5"/>
                </a:cxn>
                <a:cxn ang="0">
                  <a:pos x="T6" y="T7"/>
                </a:cxn>
                <a:cxn ang="0">
                  <a:pos x="T8" y="T9"/>
                </a:cxn>
              </a:cxnLst>
              <a:rect l="0" t="0" r="r" b="b"/>
              <a:pathLst>
                <a:path w="230" h="229">
                  <a:moveTo>
                    <a:pt x="230" y="126"/>
                  </a:moveTo>
                  <a:cubicBezTo>
                    <a:pt x="177" y="53"/>
                    <a:pt x="177" y="53"/>
                    <a:pt x="177" y="53"/>
                  </a:cubicBezTo>
                  <a:cubicBezTo>
                    <a:pt x="104" y="0"/>
                    <a:pt x="104" y="0"/>
                    <a:pt x="104" y="0"/>
                  </a:cubicBezTo>
                  <a:cubicBezTo>
                    <a:pt x="104" y="0"/>
                    <a:pt x="0" y="96"/>
                    <a:pt x="0" y="229"/>
                  </a:cubicBezTo>
                  <a:cubicBezTo>
                    <a:pt x="134" y="229"/>
                    <a:pt x="230" y="126"/>
                    <a:pt x="230" y="126"/>
                  </a:cubicBezTo>
                  <a:close/>
                </a:path>
              </a:pathLst>
            </a:custGeom>
            <a:solidFill>
              <a:srgbClr val="F692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8" name="Freeform 17"/>
            <p:cNvSpPr>
              <a:spLocks/>
            </p:cNvSpPr>
            <p:nvPr/>
          </p:nvSpPr>
          <p:spPr bwMode="auto">
            <a:xfrm>
              <a:off x="3314755" y="3221812"/>
              <a:ext cx="263243" cy="261223"/>
            </a:xfrm>
            <a:custGeom>
              <a:avLst/>
              <a:gdLst>
                <a:gd name="T0" fmla="*/ 165 w 165"/>
                <a:gd name="T1" fmla="*/ 90 h 164"/>
                <a:gd name="T2" fmla="*/ 127 w 165"/>
                <a:gd name="T3" fmla="*/ 38 h 164"/>
                <a:gd name="T4" fmla="*/ 75 w 165"/>
                <a:gd name="T5" fmla="*/ 0 h 164"/>
                <a:gd name="T6" fmla="*/ 0 w 165"/>
                <a:gd name="T7" fmla="*/ 164 h 164"/>
                <a:gd name="T8" fmla="*/ 165 w 165"/>
                <a:gd name="T9" fmla="*/ 90 h 164"/>
              </a:gdLst>
              <a:ahLst/>
              <a:cxnLst>
                <a:cxn ang="0">
                  <a:pos x="T0" y="T1"/>
                </a:cxn>
                <a:cxn ang="0">
                  <a:pos x="T2" y="T3"/>
                </a:cxn>
                <a:cxn ang="0">
                  <a:pos x="T4" y="T5"/>
                </a:cxn>
                <a:cxn ang="0">
                  <a:pos x="T6" y="T7"/>
                </a:cxn>
                <a:cxn ang="0">
                  <a:pos x="T8" y="T9"/>
                </a:cxn>
              </a:cxnLst>
              <a:rect l="0" t="0" r="r" b="b"/>
              <a:pathLst>
                <a:path w="165" h="164">
                  <a:moveTo>
                    <a:pt x="165" y="90"/>
                  </a:moveTo>
                  <a:cubicBezTo>
                    <a:pt x="127" y="38"/>
                    <a:pt x="127" y="38"/>
                    <a:pt x="127" y="38"/>
                  </a:cubicBezTo>
                  <a:cubicBezTo>
                    <a:pt x="75" y="0"/>
                    <a:pt x="75" y="0"/>
                    <a:pt x="75" y="0"/>
                  </a:cubicBezTo>
                  <a:cubicBezTo>
                    <a:pt x="75" y="0"/>
                    <a:pt x="0" y="69"/>
                    <a:pt x="0" y="164"/>
                  </a:cubicBezTo>
                  <a:cubicBezTo>
                    <a:pt x="96" y="164"/>
                    <a:pt x="165" y="90"/>
                    <a:pt x="165" y="90"/>
                  </a:cubicBezTo>
                  <a:close/>
                </a:path>
              </a:pathLst>
            </a:custGeom>
            <a:solidFill>
              <a:schemeClr val="accent3"/>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9" name="Freeform 18"/>
            <p:cNvSpPr>
              <a:spLocks/>
            </p:cNvSpPr>
            <p:nvPr/>
          </p:nvSpPr>
          <p:spPr bwMode="auto">
            <a:xfrm>
              <a:off x="3380061" y="3241337"/>
              <a:ext cx="178413" cy="178413"/>
            </a:xfrm>
            <a:custGeom>
              <a:avLst/>
              <a:gdLst>
                <a:gd name="T0" fmla="*/ 112 w 112"/>
                <a:gd name="T1" fmla="*/ 61 h 112"/>
                <a:gd name="T2" fmla="*/ 86 w 112"/>
                <a:gd name="T3" fmla="*/ 26 h 112"/>
                <a:gd name="T4" fmla="*/ 50 w 112"/>
                <a:gd name="T5" fmla="*/ 0 h 112"/>
                <a:gd name="T6" fmla="*/ 0 w 112"/>
                <a:gd name="T7" fmla="*/ 112 h 112"/>
                <a:gd name="T8" fmla="*/ 112 w 112"/>
                <a:gd name="T9" fmla="*/ 61 h 112"/>
              </a:gdLst>
              <a:ahLst/>
              <a:cxnLst>
                <a:cxn ang="0">
                  <a:pos x="T0" y="T1"/>
                </a:cxn>
                <a:cxn ang="0">
                  <a:pos x="T2" y="T3"/>
                </a:cxn>
                <a:cxn ang="0">
                  <a:pos x="T4" y="T5"/>
                </a:cxn>
                <a:cxn ang="0">
                  <a:pos x="T6" y="T7"/>
                </a:cxn>
                <a:cxn ang="0">
                  <a:pos x="T8" y="T9"/>
                </a:cxn>
              </a:cxnLst>
              <a:rect l="0" t="0" r="r" b="b"/>
              <a:pathLst>
                <a:path w="112" h="112">
                  <a:moveTo>
                    <a:pt x="112" y="61"/>
                  </a:moveTo>
                  <a:cubicBezTo>
                    <a:pt x="86" y="26"/>
                    <a:pt x="86" y="26"/>
                    <a:pt x="86" y="26"/>
                  </a:cubicBezTo>
                  <a:cubicBezTo>
                    <a:pt x="50" y="0"/>
                    <a:pt x="50" y="0"/>
                    <a:pt x="50" y="0"/>
                  </a:cubicBezTo>
                  <a:cubicBezTo>
                    <a:pt x="50" y="0"/>
                    <a:pt x="0" y="47"/>
                    <a:pt x="0" y="112"/>
                  </a:cubicBezTo>
                  <a:cubicBezTo>
                    <a:pt x="65" y="112"/>
                    <a:pt x="112" y="61"/>
                    <a:pt x="112" y="61"/>
                  </a:cubicBezTo>
                  <a:close/>
                </a:path>
              </a:pathLst>
            </a:custGeom>
            <a:solidFill>
              <a:srgbClr val="FBED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20" name="Freeform 19"/>
            <p:cNvSpPr>
              <a:spLocks/>
            </p:cNvSpPr>
            <p:nvPr/>
          </p:nvSpPr>
          <p:spPr bwMode="auto">
            <a:xfrm>
              <a:off x="3170006" y="2741108"/>
              <a:ext cx="509654" cy="514367"/>
            </a:xfrm>
            <a:custGeom>
              <a:avLst/>
              <a:gdLst>
                <a:gd name="T0" fmla="*/ 320 w 320"/>
                <a:gd name="T1" fmla="*/ 24 h 323"/>
                <a:gd name="T2" fmla="*/ 201 w 320"/>
                <a:gd name="T3" fmla="*/ 67 h 323"/>
                <a:gd name="T4" fmla="*/ 0 w 320"/>
                <a:gd name="T5" fmla="*/ 268 h 323"/>
                <a:gd name="T6" fmla="*/ 180 w 320"/>
                <a:gd name="T7" fmla="*/ 255 h 323"/>
                <a:gd name="T8" fmla="*/ 320 w 320"/>
                <a:gd name="T9" fmla="*/ 24 h 323"/>
              </a:gdLst>
              <a:ahLst/>
              <a:cxnLst>
                <a:cxn ang="0">
                  <a:pos x="T0" y="T1"/>
                </a:cxn>
                <a:cxn ang="0">
                  <a:pos x="T2" y="T3"/>
                </a:cxn>
                <a:cxn ang="0">
                  <a:pos x="T4" y="T5"/>
                </a:cxn>
                <a:cxn ang="0">
                  <a:pos x="T6" y="T7"/>
                </a:cxn>
                <a:cxn ang="0">
                  <a:pos x="T8" y="T9"/>
                </a:cxn>
              </a:cxnLst>
              <a:rect l="0" t="0" r="r" b="b"/>
              <a:pathLst>
                <a:path w="320" h="323">
                  <a:moveTo>
                    <a:pt x="320" y="24"/>
                  </a:moveTo>
                  <a:cubicBezTo>
                    <a:pt x="320" y="24"/>
                    <a:pt x="269" y="0"/>
                    <a:pt x="201" y="67"/>
                  </a:cubicBezTo>
                  <a:cubicBezTo>
                    <a:pt x="134" y="134"/>
                    <a:pt x="0" y="268"/>
                    <a:pt x="0" y="268"/>
                  </a:cubicBezTo>
                  <a:cubicBezTo>
                    <a:pt x="0" y="268"/>
                    <a:pt x="112" y="187"/>
                    <a:pt x="180" y="255"/>
                  </a:cubicBezTo>
                  <a:cubicBezTo>
                    <a:pt x="248" y="323"/>
                    <a:pt x="320" y="24"/>
                    <a:pt x="320" y="24"/>
                  </a:cubicBezTo>
                  <a:close/>
                </a:path>
              </a:pathLst>
            </a:custGeom>
            <a:solidFill>
              <a:schemeClr val="accent1">
                <a:lumMod val="75000"/>
              </a:schemeClr>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21" name="Freeform 20"/>
            <p:cNvSpPr>
              <a:spLocks/>
            </p:cNvSpPr>
            <p:nvPr/>
          </p:nvSpPr>
          <p:spPr bwMode="auto">
            <a:xfrm>
              <a:off x="3544335" y="3118804"/>
              <a:ext cx="514367" cy="508981"/>
            </a:xfrm>
            <a:custGeom>
              <a:avLst/>
              <a:gdLst>
                <a:gd name="T0" fmla="*/ 298 w 323"/>
                <a:gd name="T1" fmla="*/ 0 h 320"/>
                <a:gd name="T2" fmla="*/ 256 w 323"/>
                <a:gd name="T3" fmla="*/ 119 h 320"/>
                <a:gd name="T4" fmla="*/ 55 w 323"/>
                <a:gd name="T5" fmla="*/ 320 h 320"/>
                <a:gd name="T6" fmla="*/ 68 w 323"/>
                <a:gd name="T7" fmla="*/ 141 h 320"/>
                <a:gd name="T8" fmla="*/ 298 w 323"/>
                <a:gd name="T9" fmla="*/ 0 h 320"/>
              </a:gdLst>
              <a:ahLst/>
              <a:cxnLst>
                <a:cxn ang="0">
                  <a:pos x="T0" y="T1"/>
                </a:cxn>
                <a:cxn ang="0">
                  <a:pos x="T2" y="T3"/>
                </a:cxn>
                <a:cxn ang="0">
                  <a:pos x="T4" y="T5"/>
                </a:cxn>
                <a:cxn ang="0">
                  <a:pos x="T6" y="T7"/>
                </a:cxn>
                <a:cxn ang="0">
                  <a:pos x="T8" y="T9"/>
                </a:cxn>
              </a:cxnLst>
              <a:rect l="0" t="0" r="r" b="b"/>
              <a:pathLst>
                <a:path w="323" h="320">
                  <a:moveTo>
                    <a:pt x="298" y="0"/>
                  </a:moveTo>
                  <a:cubicBezTo>
                    <a:pt x="298" y="0"/>
                    <a:pt x="323" y="52"/>
                    <a:pt x="256" y="119"/>
                  </a:cubicBezTo>
                  <a:cubicBezTo>
                    <a:pt x="189" y="186"/>
                    <a:pt x="55" y="320"/>
                    <a:pt x="55" y="320"/>
                  </a:cubicBezTo>
                  <a:cubicBezTo>
                    <a:pt x="55" y="320"/>
                    <a:pt x="136" y="209"/>
                    <a:pt x="68" y="141"/>
                  </a:cubicBezTo>
                  <a:cubicBezTo>
                    <a:pt x="0" y="73"/>
                    <a:pt x="298" y="0"/>
                    <a:pt x="298" y="0"/>
                  </a:cubicBezTo>
                  <a:close/>
                </a:path>
              </a:pathLst>
            </a:custGeom>
            <a:solidFill>
              <a:schemeClr val="accent1">
                <a:lumMod val="75000"/>
              </a:schemeClr>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22" name="Freeform 21"/>
            <p:cNvSpPr>
              <a:spLocks/>
            </p:cNvSpPr>
            <p:nvPr/>
          </p:nvSpPr>
          <p:spPr bwMode="auto">
            <a:xfrm>
              <a:off x="3400932" y="3091201"/>
              <a:ext cx="305658" cy="307678"/>
            </a:xfrm>
            <a:custGeom>
              <a:avLst/>
              <a:gdLst>
                <a:gd name="T0" fmla="*/ 298 w 454"/>
                <a:gd name="T1" fmla="*/ 457 h 457"/>
                <a:gd name="T2" fmla="*/ 0 w 454"/>
                <a:gd name="T3" fmla="*/ 159 h 457"/>
                <a:gd name="T4" fmla="*/ 156 w 454"/>
                <a:gd name="T5" fmla="*/ 0 h 457"/>
                <a:gd name="T6" fmla="*/ 454 w 454"/>
                <a:gd name="T7" fmla="*/ 298 h 457"/>
                <a:gd name="T8" fmla="*/ 298 w 454"/>
                <a:gd name="T9" fmla="*/ 457 h 457"/>
              </a:gdLst>
              <a:ahLst/>
              <a:cxnLst>
                <a:cxn ang="0">
                  <a:pos x="T0" y="T1"/>
                </a:cxn>
                <a:cxn ang="0">
                  <a:pos x="T2" y="T3"/>
                </a:cxn>
                <a:cxn ang="0">
                  <a:pos x="T4" y="T5"/>
                </a:cxn>
                <a:cxn ang="0">
                  <a:pos x="T6" y="T7"/>
                </a:cxn>
                <a:cxn ang="0">
                  <a:pos x="T8" y="T9"/>
                </a:cxn>
              </a:cxnLst>
              <a:rect l="0" t="0" r="r" b="b"/>
              <a:pathLst>
                <a:path w="454" h="457">
                  <a:moveTo>
                    <a:pt x="298" y="457"/>
                  </a:moveTo>
                  <a:lnTo>
                    <a:pt x="0" y="159"/>
                  </a:lnTo>
                  <a:lnTo>
                    <a:pt x="156" y="0"/>
                  </a:lnTo>
                  <a:lnTo>
                    <a:pt x="454" y="298"/>
                  </a:lnTo>
                  <a:lnTo>
                    <a:pt x="298" y="457"/>
                  </a:lnTo>
                  <a:close/>
                </a:path>
              </a:pathLst>
            </a:custGeom>
            <a:solidFill>
              <a:srgbClr val="E5E5E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23" name="Freeform 22"/>
            <p:cNvSpPr>
              <a:spLocks/>
            </p:cNvSpPr>
            <p:nvPr/>
          </p:nvSpPr>
          <p:spPr bwMode="auto">
            <a:xfrm>
              <a:off x="3400932" y="3091201"/>
              <a:ext cx="111760" cy="111760"/>
            </a:xfrm>
            <a:custGeom>
              <a:avLst/>
              <a:gdLst>
                <a:gd name="T0" fmla="*/ 10 w 166"/>
                <a:gd name="T1" fmla="*/ 166 h 166"/>
                <a:gd name="T2" fmla="*/ 0 w 166"/>
                <a:gd name="T3" fmla="*/ 159 h 166"/>
                <a:gd name="T4" fmla="*/ 156 w 166"/>
                <a:gd name="T5" fmla="*/ 0 h 166"/>
                <a:gd name="T6" fmla="*/ 166 w 166"/>
                <a:gd name="T7" fmla="*/ 10 h 166"/>
                <a:gd name="T8" fmla="*/ 10 w 166"/>
                <a:gd name="T9" fmla="*/ 166 h 166"/>
              </a:gdLst>
              <a:ahLst/>
              <a:cxnLst>
                <a:cxn ang="0">
                  <a:pos x="T0" y="T1"/>
                </a:cxn>
                <a:cxn ang="0">
                  <a:pos x="T2" y="T3"/>
                </a:cxn>
                <a:cxn ang="0">
                  <a:pos x="T4" y="T5"/>
                </a:cxn>
                <a:cxn ang="0">
                  <a:pos x="T6" y="T7"/>
                </a:cxn>
                <a:cxn ang="0">
                  <a:pos x="T8" y="T9"/>
                </a:cxn>
              </a:cxnLst>
              <a:rect l="0" t="0" r="r" b="b"/>
              <a:pathLst>
                <a:path w="166" h="166">
                  <a:moveTo>
                    <a:pt x="10" y="166"/>
                  </a:moveTo>
                  <a:lnTo>
                    <a:pt x="0" y="159"/>
                  </a:lnTo>
                  <a:lnTo>
                    <a:pt x="156" y="0"/>
                  </a:lnTo>
                  <a:lnTo>
                    <a:pt x="166" y="10"/>
                  </a:lnTo>
                  <a:lnTo>
                    <a:pt x="10" y="166"/>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24" name="Freeform 23"/>
            <p:cNvSpPr>
              <a:spLocks/>
            </p:cNvSpPr>
            <p:nvPr/>
          </p:nvSpPr>
          <p:spPr bwMode="auto">
            <a:xfrm>
              <a:off x="3417090" y="3107359"/>
              <a:ext cx="109741" cy="111760"/>
            </a:xfrm>
            <a:custGeom>
              <a:avLst/>
              <a:gdLst>
                <a:gd name="T0" fmla="*/ 7 w 163"/>
                <a:gd name="T1" fmla="*/ 166 h 166"/>
                <a:gd name="T2" fmla="*/ 0 w 163"/>
                <a:gd name="T3" fmla="*/ 156 h 166"/>
                <a:gd name="T4" fmla="*/ 156 w 163"/>
                <a:gd name="T5" fmla="*/ 0 h 166"/>
                <a:gd name="T6" fmla="*/ 163 w 163"/>
                <a:gd name="T7" fmla="*/ 7 h 166"/>
                <a:gd name="T8" fmla="*/ 7 w 163"/>
                <a:gd name="T9" fmla="*/ 166 h 166"/>
              </a:gdLst>
              <a:ahLst/>
              <a:cxnLst>
                <a:cxn ang="0">
                  <a:pos x="T0" y="T1"/>
                </a:cxn>
                <a:cxn ang="0">
                  <a:pos x="T2" y="T3"/>
                </a:cxn>
                <a:cxn ang="0">
                  <a:pos x="T4" y="T5"/>
                </a:cxn>
                <a:cxn ang="0">
                  <a:pos x="T6" y="T7"/>
                </a:cxn>
                <a:cxn ang="0">
                  <a:pos x="T8" y="T9"/>
                </a:cxn>
              </a:cxnLst>
              <a:rect l="0" t="0" r="r" b="b"/>
              <a:pathLst>
                <a:path w="163" h="166">
                  <a:moveTo>
                    <a:pt x="7" y="166"/>
                  </a:moveTo>
                  <a:lnTo>
                    <a:pt x="0" y="156"/>
                  </a:lnTo>
                  <a:lnTo>
                    <a:pt x="156" y="0"/>
                  </a:lnTo>
                  <a:lnTo>
                    <a:pt x="163" y="7"/>
                  </a:lnTo>
                  <a:lnTo>
                    <a:pt x="7" y="166"/>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25" name="Freeform 24"/>
            <p:cNvSpPr>
              <a:spLocks/>
            </p:cNvSpPr>
            <p:nvPr/>
          </p:nvSpPr>
          <p:spPr bwMode="auto">
            <a:xfrm>
              <a:off x="3431229" y="3121497"/>
              <a:ext cx="111760" cy="111760"/>
            </a:xfrm>
            <a:custGeom>
              <a:avLst/>
              <a:gdLst>
                <a:gd name="T0" fmla="*/ 7 w 166"/>
                <a:gd name="T1" fmla="*/ 166 h 166"/>
                <a:gd name="T2" fmla="*/ 0 w 166"/>
                <a:gd name="T3" fmla="*/ 159 h 166"/>
                <a:gd name="T4" fmla="*/ 156 w 166"/>
                <a:gd name="T5" fmla="*/ 0 h 166"/>
                <a:gd name="T6" fmla="*/ 166 w 166"/>
                <a:gd name="T7" fmla="*/ 10 h 166"/>
                <a:gd name="T8" fmla="*/ 7 w 166"/>
                <a:gd name="T9" fmla="*/ 166 h 166"/>
              </a:gdLst>
              <a:ahLst/>
              <a:cxnLst>
                <a:cxn ang="0">
                  <a:pos x="T0" y="T1"/>
                </a:cxn>
                <a:cxn ang="0">
                  <a:pos x="T2" y="T3"/>
                </a:cxn>
                <a:cxn ang="0">
                  <a:pos x="T4" y="T5"/>
                </a:cxn>
                <a:cxn ang="0">
                  <a:pos x="T6" y="T7"/>
                </a:cxn>
                <a:cxn ang="0">
                  <a:pos x="T8" y="T9"/>
                </a:cxn>
              </a:cxnLst>
              <a:rect l="0" t="0" r="r" b="b"/>
              <a:pathLst>
                <a:path w="166" h="166">
                  <a:moveTo>
                    <a:pt x="7" y="166"/>
                  </a:moveTo>
                  <a:lnTo>
                    <a:pt x="0" y="159"/>
                  </a:lnTo>
                  <a:lnTo>
                    <a:pt x="156" y="0"/>
                  </a:lnTo>
                  <a:lnTo>
                    <a:pt x="166" y="10"/>
                  </a:lnTo>
                  <a:lnTo>
                    <a:pt x="7" y="166"/>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26" name="Freeform 25"/>
            <p:cNvSpPr>
              <a:spLocks/>
            </p:cNvSpPr>
            <p:nvPr/>
          </p:nvSpPr>
          <p:spPr bwMode="auto">
            <a:xfrm>
              <a:off x="3445367" y="3137655"/>
              <a:ext cx="111760" cy="109741"/>
            </a:xfrm>
            <a:custGeom>
              <a:avLst/>
              <a:gdLst>
                <a:gd name="T0" fmla="*/ 10 w 166"/>
                <a:gd name="T1" fmla="*/ 163 h 163"/>
                <a:gd name="T2" fmla="*/ 0 w 166"/>
                <a:gd name="T3" fmla="*/ 156 h 163"/>
                <a:gd name="T4" fmla="*/ 159 w 166"/>
                <a:gd name="T5" fmla="*/ 0 h 163"/>
                <a:gd name="T6" fmla="*/ 166 w 166"/>
                <a:gd name="T7" fmla="*/ 7 h 163"/>
                <a:gd name="T8" fmla="*/ 10 w 166"/>
                <a:gd name="T9" fmla="*/ 163 h 163"/>
              </a:gdLst>
              <a:ahLst/>
              <a:cxnLst>
                <a:cxn ang="0">
                  <a:pos x="T0" y="T1"/>
                </a:cxn>
                <a:cxn ang="0">
                  <a:pos x="T2" y="T3"/>
                </a:cxn>
                <a:cxn ang="0">
                  <a:pos x="T4" y="T5"/>
                </a:cxn>
                <a:cxn ang="0">
                  <a:pos x="T6" y="T7"/>
                </a:cxn>
                <a:cxn ang="0">
                  <a:pos x="T8" y="T9"/>
                </a:cxn>
              </a:cxnLst>
              <a:rect l="0" t="0" r="r" b="b"/>
              <a:pathLst>
                <a:path w="166" h="163">
                  <a:moveTo>
                    <a:pt x="10" y="163"/>
                  </a:moveTo>
                  <a:lnTo>
                    <a:pt x="0" y="156"/>
                  </a:lnTo>
                  <a:lnTo>
                    <a:pt x="159" y="0"/>
                  </a:lnTo>
                  <a:lnTo>
                    <a:pt x="166" y="7"/>
                  </a:lnTo>
                  <a:lnTo>
                    <a:pt x="10" y="163"/>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27" name="Freeform 26"/>
            <p:cNvSpPr>
              <a:spLocks/>
            </p:cNvSpPr>
            <p:nvPr/>
          </p:nvSpPr>
          <p:spPr bwMode="auto">
            <a:xfrm>
              <a:off x="3461525" y="3151794"/>
              <a:ext cx="111760" cy="111760"/>
            </a:xfrm>
            <a:custGeom>
              <a:avLst/>
              <a:gdLst>
                <a:gd name="T0" fmla="*/ 7 w 166"/>
                <a:gd name="T1" fmla="*/ 166 h 166"/>
                <a:gd name="T2" fmla="*/ 0 w 166"/>
                <a:gd name="T3" fmla="*/ 156 h 166"/>
                <a:gd name="T4" fmla="*/ 156 w 166"/>
                <a:gd name="T5" fmla="*/ 0 h 166"/>
                <a:gd name="T6" fmla="*/ 166 w 166"/>
                <a:gd name="T7" fmla="*/ 7 h 166"/>
                <a:gd name="T8" fmla="*/ 7 w 166"/>
                <a:gd name="T9" fmla="*/ 166 h 166"/>
              </a:gdLst>
              <a:ahLst/>
              <a:cxnLst>
                <a:cxn ang="0">
                  <a:pos x="T0" y="T1"/>
                </a:cxn>
                <a:cxn ang="0">
                  <a:pos x="T2" y="T3"/>
                </a:cxn>
                <a:cxn ang="0">
                  <a:pos x="T4" y="T5"/>
                </a:cxn>
                <a:cxn ang="0">
                  <a:pos x="T6" y="T7"/>
                </a:cxn>
                <a:cxn ang="0">
                  <a:pos x="T8" y="T9"/>
                </a:cxn>
              </a:cxnLst>
              <a:rect l="0" t="0" r="r" b="b"/>
              <a:pathLst>
                <a:path w="166" h="166">
                  <a:moveTo>
                    <a:pt x="7" y="166"/>
                  </a:moveTo>
                  <a:lnTo>
                    <a:pt x="0" y="156"/>
                  </a:lnTo>
                  <a:lnTo>
                    <a:pt x="156" y="0"/>
                  </a:lnTo>
                  <a:lnTo>
                    <a:pt x="166" y="7"/>
                  </a:lnTo>
                  <a:lnTo>
                    <a:pt x="7" y="166"/>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28" name="Freeform 27"/>
            <p:cNvSpPr>
              <a:spLocks/>
            </p:cNvSpPr>
            <p:nvPr/>
          </p:nvSpPr>
          <p:spPr bwMode="auto">
            <a:xfrm>
              <a:off x="3475663" y="3165932"/>
              <a:ext cx="111760" cy="111760"/>
            </a:xfrm>
            <a:custGeom>
              <a:avLst/>
              <a:gdLst>
                <a:gd name="T0" fmla="*/ 10 w 166"/>
                <a:gd name="T1" fmla="*/ 166 h 166"/>
                <a:gd name="T2" fmla="*/ 0 w 166"/>
                <a:gd name="T3" fmla="*/ 159 h 166"/>
                <a:gd name="T4" fmla="*/ 159 w 166"/>
                <a:gd name="T5" fmla="*/ 0 h 166"/>
                <a:gd name="T6" fmla="*/ 166 w 166"/>
                <a:gd name="T7" fmla="*/ 10 h 166"/>
                <a:gd name="T8" fmla="*/ 10 w 166"/>
                <a:gd name="T9" fmla="*/ 166 h 166"/>
              </a:gdLst>
              <a:ahLst/>
              <a:cxnLst>
                <a:cxn ang="0">
                  <a:pos x="T0" y="T1"/>
                </a:cxn>
                <a:cxn ang="0">
                  <a:pos x="T2" y="T3"/>
                </a:cxn>
                <a:cxn ang="0">
                  <a:pos x="T4" y="T5"/>
                </a:cxn>
                <a:cxn ang="0">
                  <a:pos x="T6" y="T7"/>
                </a:cxn>
                <a:cxn ang="0">
                  <a:pos x="T8" y="T9"/>
                </a:cxn>
              </a:cxnLst>
              <a:rect l="0" t="0" r="r" b="b"/>
              <a:pathLst>
                <a:path w="166" h="166">
                  <a:moveTo>
                    <a:pt x="10" y="166"/>
                  </a:moveTo>
                  <a:lnTo>
                    <a:pt x="0" y="159"/>
                  </a:lnTo>
                  <a:lnTo>
                    <a:pt x="159" y="0"/>
                  </a:lnTo>
                  <a:lnTo>
                    <a:pt x="166" y="10"/>
                  </a:lnTo>
                  <a:lnTo>
                    <a:pt x="10" y="166"/>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29" name="Freeform 28"/>
            <p:cNvSpPr>
              <a:spLocks/>
            </p:cNvSpPr>
            <p:nvPr/>
          </p:nvSpPr>
          <p:spPr bwMode="auto">
            <a:xfrm>
              <a:off x="3491822" y="3182090"/>
              <a:ext cx="109741" cy="111760"/>
            </a:xfrm>
            <a:custGeom>
              <a:avLst/>
              <a:gdLst>
                <a:gd name="T0" fmla="*/ 7 w 163"/>
                <a:gd name="T1" fmla="*/ 166 h 166"/>
                <a:gd name="T2" fmla="*/ 0 w 163"/>
                <a:gd name="T3" fmla="*/ 156 h 166"/>
                <a:gd name="T4" fmla="*/ 156 w 163"/>
                <a:gd name="T5" fmla="*/ 0 h 166"/>
                <a:gd name="T6" fmla="*/ 163 w 163"/>
                <a:gd name="T7" fmla="*/ 7 h 166"/>
                <a:gd name="T8" fmla="*/ 7 w 163"/>
                <a:gd name="T9" fmla="*/ 166 h 166"/>
              </a:gdLst>
              <a:ahLst/>
              <a:cxnLst>
                <a:cxn ang="0">
                  <a:pos x="T0" y="T1"/>
                </a:cxn>
                <a:cxn ang="0">
                  <a:pos x="T2" y="T3"/>
                </a:cxn>
                <a:cxn ang="0">
                  <a:pos x="T4" y="T5"/>
                </a:cxn>
                <a:cxn ang="0">
                  <a:pos x="T6" y="T7"/>
                </a:cxn>
                <a:cxn ang="0">
                  <a:pos x="T8" y="T9"/>
                </a:cxn>
              </a:cxnLst>
              <a:rect l="0" t="0" r="r" b="b"/>
              <a:pathLst>
                <a:path w="163" h="166">
                  <a:moveTo>
                    <a:pt x="7" y="166"/>
                  </a:moveTo>
                  <a:lnTo>
                    <a:pt x="0" y="156"/>
                  </a:lnTo>
                  <a:lnTo>
                    <a:pt x="156" y="0"/>
                  </a:lnTo>
                  <a:lnTo>
                    <a:pt x="163" y="7"/>
                  </a:lnTo>
                  <a:lnTo>
                    <a:pt x="7" y="166"/>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30" name="Freeform 29"/>
            <p:cNvSpPr>
              <a:spLocks/>
            </p:cNvSpPr>
            <p:nvPr/>
          </p:nvSpPr>
          <p:spPr bwMode="auto">
            <a:xfrm>
              <a:off x="3505960" y="3196228"/>
              <a:ext cx="111760" cy="111760"/>
            </a:xfrm>
            <a:custGeom>
              <a:avLst/>
              <a:gdLst>
                <a:gd name="T0" fmla="*/ 7 w 166"/>
                <a:gd name="T1" fmla="*/ 166 h 166"/>
                <a:gd name="T2" fmla="*/ 0 w 166"/>
                <a:gd name="T3" fmla="*/ 159 h 166"/>
                <a:gd name="T4" fmla="*/ 156 w 166"/>
                <a:gd name="T5" fmla="*/ 0 h 166"/>
                <a:gd name="T6" fmla="*/ 166 w 166"/>
                <a:gd name="T7" fmla="*/ 10 h 166"/>
                <a:gd name="T8" fmla="*/ 7 w 166"/>
                <a:gd name="T9" fmla="*/ 166 h 166"/>
              </a:gdLst>
              <a:ahLst/>
              <a:cxnLst>
                <a:cxn ang="0">
                  <a:pos x="T0" y="T1"/>
                </a:cxn>
                <a:cxn ang="0">
                  <a:pos x="T2" y="T3"/>
                </a:cxn>
                <a:cxn ang="0">
                  <a:pos x="T4" y="T5"/>
                </a:cxn>
                <a:cxn ang="0">
                  <a:pos x="T6" y="T7"/>
                </a:cxn>
                <a:cxn ang="0">
                  <a:pos x="T8" y="T9"/>
                </a:cxn>
              </a:cxnLst>
              <a:rect l="0" t="0" r="r" b="b"/>
              <a:pathLst>
                <a:path w="166" h="166">
                  <a:moveTo>
                    <a:pt x="7" y="166"/>
                  </a:moveTo>
                  <a:lnTo>
                    <a:pt x="0" y="159"/>
                  </a:lnTo>
                  <a:lnTo>
                    <a:pt x="156" y="0"/>
                  </a:lnTo>
                  <a:lnTo>
                    <a:pt x="166" y="10"/>
                  </a:lnTo>
                  <a:lnTo>
                    <a:pt x="7" y="166"/>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31" name="Freeform 30"/>
            <p:cNvSpPr>
              <a:spLocks/>
            </p:cNvSpPr>
            <p:nvPr/>
          </p:nvSpPr>
          <p:spPr bwMode="auto">
            <a:xfrm>
              <a:off x="3520098" y="3212387"/>
              <a:ext cx="111760" cy="109741"/>
            </a:xfrm>
            <a:custGeom>
              <a:avLst/>
              <a:gdLst>
                <a:gd name="T0" fmla="*/ 10 w 166"/>
                <a:gd name="T1" fmla="*/ 163 h 163"/>
                <a:gd name="T2" fmla="*/ 0 w 166"/>
                <a:gd name="T3" fmla="*/ 156 h 163"/>
                <a:gd name="T4" fmla="*/ 159 w 166"/>
                <a:gd name="T5" fmla="*/ 0 h 163"/>
                <a:gd name="T6" fmla="*/ 166 w 166"/>
                <a:gd name="T7" fmla="*/ 7 h 163"/>
                <a:gd name="T8" fmla="*/ 10 w 166"/>
                <a:gd name="T9" fmla="*/ 163 h 163"/>
              </a:gdLst>
              <a:ahLst/>
              <a:cxnLst>
                <a:cxn ang="0">
                  <a:pos x="T0" y="T1"/>
                </a:cxn>
                <a:cxn ang="0">
                  <a:pos x="T2" y="T3"/>
                </a:cxn>
                <a:cxn ang="0">
                  <a:pos x="T4" y="T5"/>
                </a:cxn>
                <a:cxn ang="0">
                  <a:pos x="T6" y="T7"/>
                </a:cxn>
                <a:cxn ang="0">
                  <a:pos x="T8" y="T9"/>
                </a:cxn>
              </a:cxnLst>
              <a:rect l="0" t="0" r="r" b="b"/>
              <a:pathLst>
                <a:path w="166" h="163">
                  <a:moveTo>
                    <a:pt x="10" y="163"/>
                  </a:moveTo>
                  <a:lnTo>
                    <a:pt x="0" y="156"/>
                  </a:lnTo>
                  <a:lnTo>
                    <a:pt x="159" y="0"/>
                  </a:lnTo>
                  <a:lnTo>
                    <a:pt x="166" y="7"/>
                  </a:lnTo>
                  <a:lnTo>
                    <a:pt x="10" y="163"/>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32" name="Freeform 31"/>
            <p:cNvSpPr>
              <a:spLocks/>
            </p:cNvSpPr>
            <p:nvPr/>
          </p:nvSpPr>
          <p:spPr bwMode="auto">
            <a:xfrm>
              <a:off x="3536256" y="3226525"/>
              <a:ext cx="111760" cy="111760"/>
            </a:xfrm>
            <a:custGeom>
              <a:avLst/>
              <a:gdLst>
                <a:gd name="T0" fmla="*/ 7 w 166"/>
                <a:gd name="T1" fmla="*/ 166 h 166"/>
                <a:gd name="T2" fmla="*/ 0 w 166"/>
                <a:gd name="T3" fmla="*/ 159 h 166"/>
                <a:gd name="T4" fmla="*/ 156 w 166"/>
                <a:gd name="T5" fmla="*/ 0 h 166"/>
                <a:gd name="T6" fmla="*/ 166 w 166"/>
                <a:gd name="T7" fmla="*/ 10 h 166"/>
                <a:gd name="T8" fmla="*/ 7 w 166"/>
                <a:gd name="T9" fmla="*/ 166 h 166"/>
              </a:gdLst>
              <a:ahLst/>
              <a:cxnLst>
                <a:cxn ang="0">
                  <a:pos x="T0" y="T1"/>
                </a:cxn>
                <a:cxn ang="0">
                  <a:pos x="T2" y="T3"/>
                </a:cxn>
                <a:cxn ang="0">
                  <a:pos x="T4" y="T5"/>
                </a:cxn>
                <a:cxn ang="0">
                  <a:pos x="T6" y="T7"/>
                </a:cxn>
                <a:cxn ang="0">
                  <a:pos x="T8" y="T9"/>
                </a:cxn>
              </a:cxnLst>
              <a:rect l="0" t="0" r="r" b="b"/>
              <a:pathLst>
                <a:path w="166" h="166">
                  <a:moveTo>
                    <a:pt x="7" y="166"/>
                  </a:moveTo>
                  <a:lnTo>
                    <a:pt x="0" y="159"/>
                  </a:lnTo>
                  <a:lnTo>
                    <a:pt x="156" y="0"/>
                  </a:lnTo>
                  <a:lnTo>
                    <a:pt x="166" y="10"/>
                  </a:lnTo>
                  <a:lnTo>
                    <a:pt x="7" y="166"/>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33" name="Freeform 32"/>
            <p:cNvSpPr>
              <a:spLocks/>
            </p:cNvSpPr>
            <p:nvPr/>
          </p:nvSpPr>
          <p:spPr bwMode="auto">
            <a:xfrm>
              <a:off x="3550395" y="3242683"/>
              <a:ext cx="111760" cy="109741"/>
            </a:xfrm>
            <a:custGeom>
              <a:avLst/>
              <a:gdLst>
                <a:gd name="T0" fmla="*/ 10 w 166"/>
                <a:gd name="T1" fmla="*/ 163 h 163"/>
                <a:gd name="T2" fmla="*/ 0 w 166"/>
                <a:gd name="T3" fmla="*/ 156 h 163"/>
                <a:gd name="T4" fmla="*/ 159 w 166"/>
                <a:gd name="T5" fmla="*/ 0 h 163"/>
                <a:gd name="T6" fmla="*/ 166 w 166"/>
                <a:gd name="T7" fmla="*/ 7 h 163"/>
                <a:gd name="T8" fmla="*/ 10 w 166"/>
                <a:gd name="T9" fmla="*/ 163 h 163"/>
              </a:gdLst>
              <a:ahLst/>
              <a:cxnLst>
                <a:cxn ang="0">
                  <a:pos x="T0" y="T1"/>
                </a:cxn>
                <a:cxn ang="0">
                  <a:pos x="T2" y="T3"/>
                </a:cxn>
                <a:cxn ang="0">
                  <a:pos x="T4" y="T5"/>
                </a:cxn>
                <a:cxn ang="0">
                  <a:pos x="T6" y="T7"/>
                </a:cxn>
                <a:cxn ang="0">
                  <a:pos x="T8" y="T9"/>
                </a:cxn>
              </a:cxnLst>
              <a:rect l="0" t="0" r="r" b="b"/>
              <a:pathLst>
                <a:path w="166" h="163">
                  <a:moveTo>
                    <a:pt x="10" y="163"/>
                  </a:moveTo>
                  <a:lnTo>
                    <a:pt x="0" y="156"/>
                  </a:lnTo>
                  <a:lnTo>
                    <a:pt x="159" y="0"/>
                  </a:lnTo>
                  <a:lnTo>
                    <a:pt x="166" y="7"/>
                  </a:lnTo>
                  <a:lnTo>
                    <a:pt x="10" y="163"/>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34" name="Freeform 33"/>
            <p:cNvSpPr>
              <a:spLocks/>
            </p:cNvSpPr>
            <p:nvPr/>
          </p:nvSpPr>
          <p:spPr bwMode="auto">
            <a:xfrm>
              <a:off x="3566553" y="3256821"/>
              <a:ext cx="111760" cy="111760"/>
            </a:xfrm>
            <a:custGeom>
              <a:avLst/>
              <a:gdLst>
                <a:gd name="T0" fmla="*/ 7 w 166"/>
                <a:gd name="T1" fmla="*/ 166 h 166"/>
                <a:gd name="T2" fmla="*/ 0 w 166"/>
                <a:gd name="T3" fmla="*/ 156 h 166"/>
                <a:gd name="T4" fmla="*/ 156 w 166"/>
                <a:gd name="T5" fmla="*/ 0 h 166"/>
                <a:gd name="T6" fmla="*/ 166 w 166"/>
                <a:gd name="T7" fmla="*/ 7 h 166"/>
                <a:gd name="T8" fmla="*/ 7 w 166"/>
                <a:gd name="T9" fmla="*/ 166 h 166"/>
              </a:gdLst>
              <a:ahLst/>
              <a:cxnLst>
                <a:cxn ang="0">
                  <a:pos x="T0" y="T1"/>
                </a:cxn>
                <a:cxn ang="0">
                  <a:pos x="T2" y="T3"/>
                </a:cxn>
                <a:cxn ang="0">
                  <a:pos x="T4" y="T5"/>
                </a:cxn>
                <a:cxn ang="0">
                  <a:pos x="T6" y="T7"/>
                </a:cxn>
                <a:cxn ang="0">
                  <a:pos x="T8" y="T9"/>
                </a:cxn>
              </a:cxnLst>
              <a:rect l="0" t="0" r="r" b="b"/>
              <a:pathLst>
                <a:path w="166" h="166">
                  <a:moveTo>
                    <a:pt x="7" y="166"/>
                  </a:moveTo>
                  <a:lnTo>
                    <a:pt x="0" y="156"/>
                  </a:lnTo>
                  <a:lnTo>
                    <a:pt x="156" y="0"/>
                  </a:lnTo>
                  <a:lnTo>
                    <a:pt x="166" y="7"/>
                  </a:lnTo>
                  <a:lnTo>
                    <a:pt x="7" y="166"/>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35" name="Freeform 34"/>
            <p:cNvSpPr>
              <a:spLocks/>
            </p:cNvSpPr>
            <p:nvPr/>
          </p:nvSpPr>
          <p:spPr bwMode="auto">
            <a:xfrm>
              <a:off x="3580691" y="3271633"/>
              <a:ext cx="111760" cy="111087"/>
            </a:xfrm>
            <a:custGeom>
              <a:avLst/>
              <a:gdLst>
                <a:gd name="T0" fmla="*/ 10 w 166"/>
                <a:gd name="T1" fmla="*/ 165 h 165"/>
                <a:gd name="T2" fmla="*/ 0 w 166"/>
                <a:gd name="T3" fmla="*/ 158 h 165"/>
                <a:gd name="T4" fmla="*/ 159 w 166"/>
                <a:gd name="T5" fmla="*/ 0 h 165"/>
                <a:gd name="T6" fmla="*/ 166 w 166"/>
                <a:gd name="T7" fmla="*/ 9 h 165"/>
                <a:gd name="T8" fmla="*/ 10 w 166"/>
                <a:gd name="T9" fmla="*/ 165 h 165"/>
              </a:gdLst>
              <a:ahLst/>
              <a:cxnLst>
                <a:cxn ang="0">
                  <a:pos x="T0" y="T1"/>
                </a:cxn>
                <a:cxn ang="0">
                  <a:pos x="T2" y="T3"/>
                </a:cxn>
                <a:cxn ang="0">
                  <a:pos x="T4" y="T5"/>
                </a:cxn>
                <a:cxn ang="0">
                  <a:pos x="T6" y="T7"/>
                </a:cxn>
                <a:cxn ang="0">
                  <a:pos x="T8" y="T9"/>
                </a:cxn>
              </a:cxnLst>
              <a:rect l="0" t="0" r="r" b="b"/>
              <a:pathLst>
                <a:path w="166" h="165">
                  <a:moveTo>
                    <a:pt x="10" y="165"/>
                  </a:moveTo>
                  <a:lnTo>
                    <a:pt x="0" y="158"/>
                  </a:lnTo>
                  <a:lnTo>
                    <a:pt x="159" y="0"/>
                  </a:lnTo>
                  <a:lnTo>
                    <a:pt x="166" y="9"/>
                  </a:lnTo>
                  <a:lnTo>
                    <a:pt x="10" y="165"/>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36" name="Freeform 35"/>
            <p:cNvSpPr>
              <a:spLocks/>
            </p:cNvSpPr>
            <p:nvPr/>
          </p:nvSpPr>
          <p:spPr bwMode="auto">
            <a:xfrm>
              <a:off x="3596849" y="3287118"/>
              <a:ext cx="109741" cy="111760"/>
            </a:xfrm>
            <a:custGeom>
              <a:avLst/>
              <a:gdLst>
                <a:gd name="T0" fmla="*/ 7 w 163"/>
                <a:gd name="T1" fmla="*/ 166 h 166"/>
                <a:gd name="T2" fmla="*/ 0 w 163"/>
                <a:gd name="T3" fmla="*/ 156 h 166"/>
                <a:gd name="T4" fmla="*/ 156 w 163"/>
                <a:gd name="T5" fmla="*/ 0 h 166"/>
                <a:gd name="T6" fmla="*/ 163 w 163"/>
                <a:gd name="T7" fmla="*/ 7 h 166"/>
                <a:gd name="T8" fmla="*/ 7 w 163"/>
                <a:gd name="T9" fmla="*/ 166 h 166"/>
              </a:gdLst>
              <a:ahLst/>
              <a:cxnLst>
                <a:cxn ang="0">
                  <a:pos x="T0" y="T1"/>
                </a:cxn>
                <a:cxn ang="0">
                  <a:pos x="T2" y="T3"/>
                </a:cxn>
                <a:cxn ang="0">
                  <a:pos x="T4" y="T5"/>
                </a:cxn>
                <a:cxn ang="0">
                  <a:pos x="T6" y="T7"/>
                </a:cxn>
                <a:cxn ang="0">
                  <a:pos x="T8" y="T9"/>
                </a:cxn>
              </a:cxnLst>
              <a:rect l="0" t="0" r="r" b="b"/>
              <a:pathLst>
                <a:path w="163" h="166">
                  <a:moveTo>
                    <a:pt x="7" y="166"/>
                  </a:moveTo>
                  <a:lnTo>
                    <a:pt x="0" y="156"/>
                  </a:lnTo>
                  <a:lnTo>
                    <a:pt x="156" y="0"/>
                  </a:lnTo>
                  <a:lnTo>
                    <a:pt x="163" y="7"/>
                  </a:lnTo>
                  <a:lnTo>
                    <a:pt x="7" y="166"/>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37" name="Freeform 36"/>
            <p:cNvSpPr>
              <a:spLocks/>
            </p:cNvSpPr>
            <p:nvPr/>
          </p:nvSpPr>
          <p:spPr bwMode="auto">
            <a:xfrm>
              <a:off x="3426516" y="2059774"/>
              <a:ext cx="1312174" cy="1313521"/>
            </a:xfrm>
            <a:custGeom>
              <a:avLst/>
              <a:gdLst>
                <a:gd name="T0" fmla="*/ 141 w 824"/>
                <a:gd name="T1" fmla="*/ 825 h 825"/>
                <a:gd name="T2" fmla="*/ 482 w 824"/>
                <a:gd name="T3" fmla="*/ 564 h 825"/>
                <a:gd name="T4" fmla="*/ 763 w 824"/>
                <a:gd name="T5" fmla="*/ 61 h 825"/>
                <a:gd name="T6" fmla="*/ 261 w 824"/>
                <a:gd name="T7" fmla="*/ 343 h 825"/>
                <a:gd name="T8" fmla="*/ 0 w 824"/>
                <a:gd name="T9" fmla="*/ 683 h 825"/>
                <a:gd name="T10" fmla="*/ 141 w 824"/>
                <a:gd name="T11" fmla="*/ 825 h 825"/>
              </a:gdLst>
              <a:ahLst/>
              <a:cxnLst>
                <a:cxn ang="0">
                  <a:pos x="T0" y="T1"/>
                </a:cxn>
                <a:cxn ang="0">
                  <a:pos x="T2" y="T3"/>
                </a:cxn>
                <a:cxn ang="0">
                  <a:pos x="T4" y="T5"/>
                </a:cxn>
                <a:cxn ang="0">
                  <a:pos x="T6" y="T7"/>
                </a:cxn>
                <a:cxn ang="0">
                  <a:pos x="T8" y="T9"/>
                </a:cxn>
                <a:cxn ang="0">
                  <a:pos x="T10" y="T11"/>
                </a:cxn>
              </a:cxnLst>
              <a:rect l="0" t="0" r="r" b="b"/>
              <a:pathLst>
                <a:path w="824" h="825">
                  <a:moveTo>
                    <a:pt x="141" y="825"/>
                  </a:moveTo>
                  <a:cubicBezTo>
                    <a:pt x="237" y="778"/>
                    <a:pt x="361" y="685"/>
                    <a:pt x="482" y="564"/>
                  </a:cubicBezTo>
                  <a:cubicBezTo>
                    <a:pt x="698" y="348"/>
                    <a:pt x="824" y="123"/>
                    <a:pt x="763" y="61"/>
                  </a:cubicBezTo>
                  <a:cubicBezTo>
                    <a:pt x="702" y="0"/>
                    <a:pt x="477" y="126"/>
                    <a:pt x="261" y="343"/>
                  </a:cubicBezTo>
                  <a:cubicBezTo>
                    <a:pt x="140" y="464"/>
                    <a:pt x="47" y="587"/>
                    <a:pt x="0" y="683"/>
                  </a:cubicBezTo>
                  <a:cubicBezTo>
                    <a:pt x="141" y="825"/>
                    <a:pt x="141" y="825"/>
                    <a:pt x="141" y="825"/>
                  </a:cubicBezTo>
                </a:path>
              </a:pathLst>
            </a:custGeom>
            <a:solidFill>
              <a:schemeClr val="tx2">
                <a:lumMod val="20000"/>
                <a:lumOff val="80000"/>
              </a:schemeClr>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38" name="Freeform 37"/>
            <p:cNvSpPr>
              <a:spLocks/>
            </p:cNvSpPr>
            <p:nvPr/>
          </p:nvSpPr>
          <p:spPr bwMode="auto">
            <a:xfrm>
              <a:off x="3549048" y="2779484"/>
              <a:ext cx="469932" cy="471279"/>
            </a:xfrm>
            <a:custGeom>
              <a:avLst/>
              <a:gdLst>
                <a:gd name="T0" fmla="*/ 205 w 295"/>
                <a:gd name="T1" fmla="*/ 285 h 296"/>
                <a:gd name="T2" fmla="*/ 295 w 295"/>
                <a:gd name="T3" fmla="*/ 213 h 296"/>
                <a:gd name="T4" fmla="*/ 176 w 295"/>
                <a:gd name="T5" fmla="*/ 120 h 296"/>
                <a:gd name="T6" fmla="*/ 82 w 295"/>
                <a:gd name="T7" fmla="*/ 0 h 296"/>
                <a:gd name="T8" fmla="*/ 11 w 295"/>
                <a:gd name="T9" fmla="*/ 90 h 296"/>
                <a:gd name="T10" fmla="*/ 95 w 295"/>
                <a:gd name="T11" fmla="*/ 201 h 296"/>
                <a:gd name="T12" fmla="*/ 205 w 295"/>
                <a:gd name="T13" fmla="*/ 285 h 296"/>
              </a:gdLst>
              <a:ahLst/>
              <a:cxnLst>
                <a:cxn ang="0">
                  <a:pos x="T0" y="T1"/>
                </a:cxn>
                <a:cxn ang="0">
                  <a:pos x="T2" y="T3"/>
                </a:cxn>
                <a:cxn ang="0">
                  <a:pos x="T4" y="T5"/>
                </a:cxn>
                <a:cxn ang="0">
                  <a:pos x="T6" y="T7"/>
                </a:cxn>
                <a:cxn ang="0">
                  <a:pos x="T8" y="T9"/>
                </a:cxn>
                <a:cxn ang="0">
                  <a:pos x="T10" y="T11"/>
                </a:cxn>
                <a:cxn ang="0">
                  <a:pos x="T12" y="T13"/>
                </a:cxn>
              </a:cxnLst>
              <a:rect l="0" t="0" r="r" b="b"/>
              <a:pathLst>
                <a:path w="295" h="296">
                  <a:moveTo>
                    <a:pt x="205" y="285"/>
                  </a:moveTo>
                  <a:cubicBezTo>
                    <a:pt x="235" y="263"/>
                    <a:pt x="265" y="240"/>
                    <a:pt x="295" y="213"/>
                  </a:cubicBezTo>
                  <a:cubicBezTo>
                    <a:pt x="295" y="213"/>
                    <a:pt x="281" y="225"/>
                    <a:pt x="176" y="120"/>
                  </a:cubicBezTo>
                  <a:cubicBezTo>
                    <a:pt x="71" y="15"/>
                    <a:pt x="82" y="0"/>
                    <a:pt x="82" y="0"/>
                  </a:cubicBezTo>
                  <a:cubicBezTo>
                    <a:pt x="56" y="31"/>
                    <a:pt x="32" y="61"/>
                    <a:pt x="11" y="90"/>
                  </a:cubicBezTo>
                  <a:cubicBezTo>
                    <a:pt x="11" y="90"/>
                    <a:pt x="0" y="105"/>
                    <a:pt x="95" y="201"/>
                  </a:cubicBezTo>
                  <a:cubicBezTo>
                    <a:pt x="190" y="296"/>
                    <a:pt x="205" y="285"/>
                    <a:pt x="205" y="285"/>
                  </a:cubicBezTo>
                  <a:close/>
                </a:path>
              </a:pathLst>
            </a:custGeom>
            <a:solidFill>
              <a:schemeClr val="accent2"/>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39" name="Freeform 38"/>
            <p:cNvSpPr>
              <a:spLocks/>
            </p:cNvSpPr>
            <p:nvPr/>
          </p:nvSpPr>
          <p:spPr bwMode="auto">
            <a:xfrm>
              <a:off x="4179888" y="2092763"/>
              <a:ext cx="526485" cy="527159"/>
            </a:xfrm>
            <a:custGeom>
              <a:avLst/>
              <a:gdLst>
                <a:gd name="T0" fmla="*/ 191 w 331"/>
                <a:gd name="T1" fmla="*/ 331 h 331"/>
                <a:gd name="T2" fmla="*/ 290 w 331"/>
                <a:gd name="T3" fmla="*/ 40 h 331"/>
                <a:gd name="T4" fmla="*/ 0 w 331"/>
                <a:gd name="T5" fmla="*/ 140 h 331"/>
                <a:gd name="T6" fmla="*/ 75 w 331"/>
                <a:gd name="T7" fmla="*/ 256 h 331"/>
                <a:gd name="T8" fmla="*/ 191 w 331"/>
                <a:gd name="T9" fmla="*/ 331 h 331"/>
              </a:gdLst>
              <a:ahLst/>
              <a:cxnLst>
                <a:cxn ang="0">
                  <a:pos x="T0" y="T1"/>
                </a:cxn>
                <a:cxn ang="0">
                  <a:pos x="T2" y="T3"/>
                </a:cxn>
                <a:cxn ang="0">
                  <a:pos x="T4" y="T5"/>
                </a:cxn>
                <a:cxn ang="0">
                  <a:pos x="T6" y="T7"/>
                </a:cxn>
                <a:cxn ang="0">
                  <a:pos x="T8" y="T9"/>
                </a:cxn>
              </a:cxnLst>
              <a:rect l="0" t="0" r="r" b="b"/>
              <a:pathLst>
                <a:path w="331" h="331">
                  <a:moveTo>
                    <a:pt x="191" y="331"/>
                  </a:moveTo>
                  <a:cubicBezTo>
                    <a:pt x="288" y="195"/>
                    <a:pt x="331" y="81"/>
                    <a:pt x="290" y="40"/>
                  </a:cubicBezTo>
                  <a:cubicBezTo>
                    <a:pt x="249" y="0"/>
                    <a:pt x="135" y="42"/>
                    <a:pt x="0" y="140"/>
                  </a:cubicBezTo>
                  <a:cubicBezTo>
                    <a:pt x="0" y="140"/>
                    <a:pt x="20" y="202"/>
                    <a:pt x="75" y="256"/>
                  </a:cubicBezTo>
                  <a:cubicBezTo>
                    <a:pt x="129" y="310"/>
                    <a:pt x="191" y="331"/>
                    <a:pt x="191" y="331"/>
                  </a:cubicBezTo>
                  <a:close/>
                </a:path>
              </a:pathLst>
            </a:custGeom>
            <a:solidFill>
              <a:schemeClr val="accent4"/>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40" name="Freeform 39"/>
            <p:cNvSpPr>
              <a:spLocks/>
            </p:cNvSpPr>
            <p:nvPr/>
          </p:nvSpPr>
          <p:spPr bwMode="auto">
            <a:xfrm>
              <a:off x="4009555" y="2486618"/>
              <a:ext cx="302292" cy="303638"/>
            </a:xfrm>
            <a:custGeom>
              <a:avLst/>
              <a:gdLst>
                <a:gd name="T0" fmla="*/ 156 w 190"/>
                <a:gd name="T1" fmla="*/ 157 h 191"/>
                <a:gd name="T2" fmla="*/ 34 w 190"/>
                <a:gd name="T3" fmla="*/ 157 h 191"/>
                <a:gd name="T4" fmla="*/ 34 w 190"/>
                <a:gd name="T5" fmla="*/ 34 h 191"/>
                <a:gd name="T6" fmla="*/ 156 w 190"/>
                <a:gd name="T7" fmla="*/ 34 h 191"/>
                <a:gd name="T8" fmla="*/ 156 w 190"/>
                <a:gd name="T9" fmla="*/ 157 h 191"/>
              </a:gdLst>
              <a:ahLst/>
              <a:cxnLst>
                <a:cxn ang="0">
                  <a:pos x="T0" y="T1"/>
                </a:cxn>
                <a:cxn ang="0">
                  <a:pos x="T2" y="T3"/>
                </a:cxn>
                <a:cxn ang="0">
                  <a:pos x="T4" y="T5"/>
                </a:cxn>
                <a:cxn ang="0">
                  <a:pos x="T6" y="T7"/>
                </a:cxn>
                <a:cxn ang="0">
                  <a:pos x="T8" y="T9"/>
                </a:cxn>
              </a:cxnLst>
              <a:rect l="0" t="0" r="r" b="b"/>
              <a:pathLst>
                <a:path w="190" h="191">
                  <a:moveTo>
                    <a:pt x="156" y="157"/>
                  </a:moveTo>
                  <a:cubicBezTo>
                    <a:pt x="122" y="191"/>
                    <a:pt x="68" y="191"/>
                    <a:pt x="34" y="157"/>
                  </a:cubicBezTo>
                  <a:cubicBezTo>
                    <a:pt x="0" y="123"/>
                    <a:pt x="0" y="68"/>
                    <a:pt x="34" y="34"/>
                  </a:cubicBezTo>
                  <a:cubicBezTo>
                    <a:pt x="68" y="0"/>
                    <a:pt x="122" y="0"/>
                    <a:pt x="156" y="34"/>
                  </a:cubicBezTo>
                  <a:cubicBezTo>
                    <a:pt x="190" y="68"/>
                    <a:pt x="190" y="123"/>
                    <a:pt x="156" y="157"/>
                  </a:cubicBezTo>
                </a:path>
              </a:pathLst>
            </a:custGeom>
            <a:solidFill>
              <a:schemeClr val="accent1"/>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41" name="Freeform 40"/>
            <p:cNvSpPr>
              <a:spLocks/>
            </p:cNvSpPr>
            <p:nvPr/>
          </p:nvSpPr>
          <p:spPr bwMode="auto">
            <a:xfrm>
              <a:off x="4036485" y="2513548"/>
              <a:ext cx="248431" cy="249778"/>
            </a:xfrm>
            <a:custGeom>
              <a:avLst/>
              <a:gdLst>
                <a:gd name="T0" fmla="*/ 107 w 156"/>
                <a:gd name="T1" fmla="*/ 141 h 157"/>
                <a:gd name="T2" fmla="*/ 16 w 156"/>
                <a:gd name="T3" fmla="*/ 108 h 157"/>
                <a:gd name="T4" fmla="*/ 49 w 156"/>
                <a:gd name="T5" fmla="*/ 17 h 157"/>
                <a:gd name="T6" fmla="*/ 140 w 156"/>
                <a:gd name="T7" fmla="*/ 50 h 157"/>
                <a:gd name="T8" fmla="*/ 107 w 156"/>
                <a:gd name="T9" fmla="*/ 141 h 157"/>
              </a:gdLst>
              <a:ahLst/>
              <a:cxnLst>
                <a:cxn ang="0">
                  <a:pos x="T0" y="T1"/>
                </a:cxn>
                <a:cxn ang="0">
                  <a:pos x="T2" y="T3"/>
                </a:cxn>
                <a:cxn ang="0">
                  <a:pos x="T4" y="T5"/>
                </a:cxn>
                <a:cxn ang="0">
                  <a:pos x="T6" y="T7"/>
                </a:cxn>
                <a:cxn ang="0">
                  <a:pos x="T8" y="T9"/>
                </a:cxn>
              </a:cxnLst>
              <a:rect l="0" t="0" r="r" b="b"/>
              <a:pathLst>
                <a:path w="156" h="157">
                  <a:moveTo>
                    <a:pt x="107" y="141"/>
                  </a:moveTo>
                  <a:cubicBezTo>
                    <a:pt x="73" y="157"/>
                    <a:pt x="32" y="142"/>
                    <a:pt x="16" y="108"/>
                  </a:cubicBezTo>
                  <a:cubicBezTo>
                    <a:pt x="0" y="73"/>
                    <a:pt x="15" y="33"/>
                    <a:pt x="49" y="17"/>
                  </a:cubicBezTo>
                  <a:cubicBezTo>
                    <a:pt x="83" y="0"/>
                    <a:pt x="124" y="15"/>
                    <a:pt x="140" y="50"/>
                  </a:cubicBezTo>
                  <a:cubicBezTo>
                    <a:pt x="156" y="84"/>
                    <a:pt x="141" y="125"/>
                    <a:pt x="107" y="141"/>
                  </a:cubicBezTo>
                </a:path>
              </a:pathLst>
            </a:custGeom>
            <a:solidFill>
              <a:schemeClr val="bg2"/>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42" name="Freeform 44"/>
            <p:cNvSpPr>
              <a:spLocks/>
            </p:cNvSpPr>
            <p:nvPr/>
          </p:nvSpPr>
          <p:spPr bwMode="auto">
            <a:xfrm>
              <a:off x="4238461" y="2540478"/>
              <a:ext cx="18851" cy="18851"/>
            </a:xfrm>
            <a:custGeom>
              <a:avLst/>
              <a:gdLst>
                <a:gd name="T0" fmla="*/ 10 w 12"/>
                <a:gd name="T1" fmla="*/ 10 h 12"/>
                <a:gd name="T2" fmla="*/ 2 w 12"/>
                <a:gd name="T3" fmla="*/ 10 h 12"/>
                <a:gd name="T4" fmla="*/ 2 w 12"/>
                <a:gd name="T5" fmla="*/ 3 h 12"/>
                <a:gd name="T6" fmla="*/ 10 w 12"/>
                <a:gd name="T7" fmla="*/ 3 h 12"/>
                <a:gd name="T8" fmla="*/ 10 w 12"/>
                <a:gd name="T9" fmla="*/ 10 h 12"/>
              </a:gdLst>
              <a:ahLst/>
              <a:cxnLst>
                <a:cxn ang="0">
                  <a:pos x="T0" y="T1"/>
                </a:cxn>
                <a:cxn ang="0">
                  <a:pos x="T2" y="T3"/>
                </a:cxn>
                <a:cxn ang="0">
                  <a:pos x="T4" y="T5"/>
                </a:cxn>
                <a:cxn ang="0">
                  <a:pos x="T6" y="T7"/>
                </a:cxn>
                <a:cxn ang="0">
                  <a:pos x="T8" y="T9"/>
                </a:cxn>
              </a:cxnLst>
              <a:rect l="0" t="0" r="r" b="b"/>
              <a:pathLst>
                <a:path w="12" h="12">
                  <a:moveTo>
                    <a:pt x="10" y="10"/>
                  </a:moveTo>
                  <a:cubicBezTo>
                    <a:pt x="8" y="12"/>
                    <a:pt x="4" y="12"/>
                    <a:pt x="2" y="10"/>
                  </a:cubicBezTo>
                  <a:cubicBezTo>
                    <a:pt x="0" y="8"/>
                    <a:pt x="0" y="5"/>
                    <a:pt x="2" y="3"/>
                  </a:cubicBezTo>
                  <a:cubicBezTo>
                    <a:pt x="4" y="0"/>
                    <a:pt x="8" y="0"/>
                    <a:pt x="10" y="3"/>
                  </a:cubicBezTo>
                  <a:cubicBezTo>
                    <a:pt x="12" y="5"/>
                    <a:pt x="12" y="8"/>
                    <a:pt x="10" y="10"/>
                  </a:cubicBezTo>
                  <a:close/>
                </a:path>
              </a:pathLst>
            </a:custGeom>
            <a:solidFill>
              <a:schemeClr val="accent1"/>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43" name="Freeform 45"/>
            <p:cNvSpPr>
              <a:spLocks/>
            </p:cNvSpPr>
            <p:nvPr/>
          </p:nvSpPr>
          <p:spPr bwMode="auto">
            <a:xfrm>
              <a:off x="4182581" y="2508835"/>
              <a:ext cx="19524" cy="18851"/>
            </a:xfrm>
            <a:custGeom>
              <a:avLst/>
              <a:gdLst>
                <a:gd name="T0" fmla="*/ 12 w 12"/>
                <a:gd name="T1" fmla="*/ 8 h 12"/>
                <a:gd name="T2" fmla="*/ 5 w 12"/>
                <a:gd name="T3" fmla="*/ 12 h 12"/>
                <a:gd name="T4" fmla="*/ 1 w 12"/>
                <a:gd name="T5" fmla="*/ 5 h 12"/>
                <a:gd name="T6" fmla="*/ 8 w 12"/>
                <a:gd name="T7" fmla="*/ 1 h 12"/>
                <a:gd name="T8" fmla="*/ 12 w 12"/>
                <a:gd name="T9" fmla="*/ 8 h 12"/>
              </a:gdLst>
              <a:ahLst/>
              <a:cxnLst>
                <a:cxn ang="0">
                  <a:pos x="T0" y="T1"/>
                </a:cxn>
                <a:cxn ang="0">
                  <a:pos x="T2" y="T3"/>
                </a:cxn>
                <a:cxn ang="0">
                  <a:pos x="T4" y="T5"/>
                </a:cxn>
                <a:cxn ang="0">
                  <a:pos x="T6" y="T7"/>
                </a:cxn>
                <a:cxn ang="0">
                  <a:pos x="T8" y="T9"/>
                </a:cxn>
              </a:cxnLst>
              <a:rect l="0" t="0" r="r" b="b"/>
              <a:pathLst>
                <a:path w="12" h="12">
                  <a:moveTo>
                    <a:pt x="12" y="8"/>
                  </a:moveTo>
                  <a:cubicBezTo>
                    <a:pt x="11" y="11"/>
                    <a:pt x="8" y="12"/>
                    <a:pt x="5" y="12"/>
                  </a:cubicBezTo>
                  <a:cubicBezTo>
                    <a:pt x="2" y="11"/>
                    <a:pt x="0" y="8"/>
                    <a:pt x="1" y="5"/>
                  </a:cubicBezTo>
                  <a:cubicBezTo>
                    <a:pt x="2" y="2"/>
                    <a:pt x="5" y="0"/>
                    <a:pt x="8" y="1"/>
                  </a:cubicBezTo>
                  <a:cubicBezTo>
                    <a:pt x="11" y="2"/>
                    <a:pt x="12" y="5"/>
                    <a:pt x="12" y="8"/>
                  </a:cubicBezTo>
                  <a:close/>
                </a:path>
              </a:pathLst>
            </a:custGeom>
            <a:solidFill>
              <a:schemeClr val="accent1"/>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44" name="Freeform 46"/>
            <p:cNvSpPr>
              <a:spLocks/>
            </p:cNvSpPr>
            <p:nvPr/>
          </p:nvSpPr>
          <p:spPr bwMode="auto">
            <a:xfrm>
              <a:off x="4119295" y="2508835"/>
              <a:ext cx="18851" cy="18851"/>
            </a:xfrm>
            <a:custGeom>
              <a:avLst/>
              <a:gdLst>
                <a:gd name="T0" fmla="*/ 11 w 12"/>
                <a:gd name="T1" fmla="*/ 5 h 12"/>
                <a:gd name="T2" fmla="*/ 7 w 12"/>
                <a:gd name="T3" fmla="*/ 12 h 12"/>
                <a:gd name="T4" fmla="*/ 0 w 12"/>
                <a:gd name="T5" fmla="*/ 8 h 12"/>
                <a:gd name="T6" fmla="*/ 4 w 12"/>
                <a:gd name="T7" fmla="*/ 1 h 12"/>
                <a:gd name="T8" fmla="*/ 11 w 12"/>
                <a:gd name="T9" fmla="*/ 5 h 12"/>
              </a:gdLst>
              <a:ahLst/>
              <a:cxnLst>
                <a:cxn ang="0">
                  <a:pos x="T0" y="T1"/>
                </a:cxn>
                <a:cxn ang="0">
                  <a:pos x="T2" y="T3"/>
                </a:cxn>
                <a:cxn ang="0">
                  <a:pos x="T4" y="T5"/>
                </a:cxn>
                <a:cxn ang="0">
                  <a:pos x="T6" y="T7"/>
                </a:cxn>
                <a:cxn ang="0">
                  <a:pos x="T8" y="T9"/>
                </a:cxn>
              </a:cxnLst>
              <a:rect l="0" t="0" r="r" b="b"/>
              <a:pathLst>
                <a:path w="12" h="12">
                  <a:moveTo>
                    <a:pt x="11" y="5"/>
                  </a:moveTo>
                  <a:cubicBezTo>
                    <a:pt x="12" y="8"/>
                    <a:pt x="10" y="11"/>
                    <a:pt x="7" y="12"/>
                  </a:cubicBezTo>
                  <a:cubicBezTo>
                    <a:pt x="4" y="12"/>
                    <a:pt x="1" y="11"/>
                    <a:pt x="0" y="8"/>
                  </a:cubicBezTo>
                  <a:cubicBezTo>
                    <a:pt x="0" y="5"/>
                    <a:pt x="1" y="2"/>
                    <a:pt x="4" y="1"/>
                  </a:cubicBezTo>
                  <a:cubicBezTo>
                    <a:pt x="7" y="0"/>
                    <a:pt x="10" y="2"/>
                    <a:pt x="11" y="5"/>
                  </a:cubicBezTo>
                  <a:close/>
                </a:path>
              </a:pathLst>
            </a:custGeom>
            <a:solidFill>
              <a:schemeClr val="accent1"/>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45" name="Freeform 47"/>
            <p:cNvSpPr>
              <a:spLocks/>
            </p:cNvSpPr>
            <p:nvPr/>
          </p:nvSpPr>
          <p:spPr bwMode="auto">
            <a:xfrm>
              <a:off x="4063415" y="2540478"/>
              <a:ext cx="18851" cy="18851"/>
            </a:xfrm>
            <a:custGeom>
              <a:avLst/>
              <a:gdLst>
                <a:gd name="T0" fmla="*/ 10 w 12"/>
                <a:gd name="T1" fmla="*/ 3 h 12"/>
                <a:gd name="T2" fmla="*/ 10 w 12"/>
                <a:gd name="T3" fmla="*/ 10 h 12"/>
                <a:gd name="T4" fmla="*/ 2 w 12"/>
                <a:gd name="T5" fmla="*/ 10 h 12"/>
                <a:gd name="T6" fmla="*/ 2 w 12"/>
                <a:gd name="T7" fmla="*/ 3 h 12"/>
                <a:gd name="T8" fmla="*/ 10 w 12"/>
                <a:gd name="T9" fmla="*/ 3 h 12"/>
              </a:gdLst>
              <a:ahLst/>
              <a:cxnLst>
                <a:cxn ang="0">
                  <a:pos x="T0" y="T1"/>
                </a:cxn>
                <a:cxn ang="0">
                  <a:pos x="T2" y="T3"/>
                </a:cxn>
                <a:cxn ang="0">
                  <a:pos x="T4" y="T5"/>
                </a:cxn>
                <a:cxn ang="0">
                  <a:pos x="T6" y="T7"/>
                </a:cxn>
                <a:cxn ang="0">
                  <a:pos x="T8" y="T9"/>
                </a:cxn>
              </a:cxnLst>
              <a:rect l="0" t="0" r="r" b="b"/>
              <a:pathLst>
                <a:path w="12" h="12">
                  <a:moveTo>
                    <a:pt x="10" y="3"/>
                  </a:moveTo>
                  <a:cubicBezTo>
                    <a:pt x="12" y="5"/>
                    <a:pt x="12" y="8"/>
                    <a:pt x="10" y="10"/>
                  </a:cubicBezTo>
                  <a:cubicBezTo>
                    <a:pt x="8" y="12"/>
                    <a:pt x="4" y="12"/>
                    <a:pt x="2" y="10"/>
                  </a:cubicBezTo>
                  <a:cubicBezTo>
                    <a:pt x="0" y="8"/>
                    <a:pt x="0" y="5"/>
                    <a:pt x="2" y="3"/>
                  </a:cubicBezTo>
                  <a:cubicBezTo>
                    <a:pt x="4" y="0"/>
                    <a:pt x="8" y="0"/>
                    <a:pt x="10" y="3"/>
                  </a:cubicBezTo>
                  <a:close/>
                </a:path>
              </a:pathLst>
            </a:custGeom>
            <a:solidFill>
              <a:schemeClr val="accent1"/>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46" name="Freeform 48"/>
            <p:cNvSpPr>
              <a:spLocks/>
            </p:cNvSpPr>
            <p:nvPr/>
          </p:nvSpPr>
          <p:spPr bwMode="auto">
            <a:xfrm>
              <a:off x="4029752" y="2596358"/>
              <a:ext cx="20871" cy="20198"/>
            </a:xfrm>
            <a:custGeom>
              <a:avLst/>
              <a:gdLst>
                <a:gd name="T0" fmla="*/ 8 w 13"/>
                <a:gd name="T1" fmla="*/ 1 h 13"/>
                <a:gd name="T2" fmla="*/ 12 w 13"/>
                <a:gd name="T3" fmla="*/ 8 h 13"/>
                <a:gd name="T4" fmla="*/ 5 w 13"/>
                <a:gd name="T5" fmla="*/ 12 h 13"/>
                <a:gd name="T6" fmla="*/ 1 w 13"/>
                <a:gd name="T7" fmla="*/ 5 h 13"/>
                <a:gd name="T8" fmla="*/ 8 w 13"/>
                <a:gd name="T9" fmla="*/ 1 h 13"/>
              </a:gdLst>
              <a:ahLst/>
              <a:cxnLst>
                <a:cxn ang="0">
                  <a:pos x="T0" y="T1"/>
                </a:cxn>
                <a:cxn ang="0">
                  <a:pos x="T2" y="T3"/>
                </a:cxn>
                <a:cxn ang="0">
                  <a:pos x="T4" y="T5"/>
                </a:cxn>
                <a:cxn ang="0">
                  <a:pos x="T6" y="T7"/>
                </a:cxn>
                <a:cxn ang="0">
                  <a:pos x="T8" y="T9"/>
                </a:cxn>
              </a:cxnLst>
              <a:rect l="0" t="0" r="r" b="b"/>
              <a:pathLst>
                <a:path w="13" h="13">
                  <a:moveTo>
                    <a:pt x="8" y="1"/>
                  </a:moveTo>
                  <a:cubicBezTo>
                    <a:pt x="11" y="2"/>
                    <a:pt x="13" y="5"/>
                    <a:pt x="12" y="8"/>
                  </a:cubicBezTo>
                  <a:cubicBezTo>
                    <a:pt x="11" y="11"/>
                    <a:pt x="8" y="13"/>
                    <a:pt x="5" y="12"/>
                  </a:cubicBezTo>
                  <a:cubicBezTo>
                    <a:pt x="2" y="11"/>
                    <a:pt x="0" y="8"/>
                    <a:pt x="1" y="5"/>
                  </a:cubicBezTo>
                  <a:cubicBezTo>
                    <a:pt x="2" y="2"/>
                    <a:pt x="5" y="0"/>
                    <a:pt x="8" y="1"/>
                  </a:cubicBezTo>
                  <a:close/>
                </a:path>
              </a:pathLst>
            </a:custGeom>
            <a:solidFill>
              <a:schemeClr val="accent1"/>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47" name="Freeform 49"/>
            <p:cNvSpPr>
              <a:spLocks/>
            </p:cNvSpPr>
            <p:nvPr/>
          </p:nvSpPr>
          <p:spPr bwMode="auto">
            <a:xfrm>
              <a:off x="4029752" y="2661664"/>
              <a:ext cx="20871" cy="18851"/>
            </a:xfrm>
            <a:custGeom>
              <a:avLst/>
              <a:gdLst>
                <a:gd name="T0" fmla="*/ 5 w 13"/>
                <a:gd name="T1" fmla="*/ 1 h 12"/>
                <a:gd name="T2" fmla="*/ 12 w 13"/>
                <a:gd name="T3" fmla="*/ 4 h 12"/>
                <a:gd name="T4" fmla="*/ 8 w 13"/>
                <a:gd name="T5" fmla="*/ 11 h 12"/>
                <a:gd name="T6" fmla="*/ 1 w 13"/>
                <a:gd name="T7" fmla="*/ 7 h 12"/>
                <a:gd name="T8" fmla="*/ 5 w 13"/>
                <a:gd name="T9" fmla="*/ 1 h 12"/>
              </a:gdLst>
              <a:ahLst/>
              <a:cxnLst>
                <a:cxn ang="0">
                  <a:pos x="T0" y="T1"/>
                </a:cxn>
                <a:cxn ang="0">
                  <a:pos x="T2" y="T3"/>
                </a:cxn>
                <a:cxn ang="0">
                  <a:pos x="T4" y="T5"/>
                </a:cxn>
                <a:cxn ang="0">
                  <a:pos x="T6" y="T7"/>
                </a:cxn>
                <a:cxn ang="0">
                  <a:pos x="T8" y="T9"/>
                </a:cxn>
              </a:cxnLst>
              <a:rect l="0" t="0" r="r" b="b"/>
              <a:pathLst>
                <a:path w="13" h="12">
                  <a:moveTo>
                    <a:pt x="5" y="1"/>
                  </a:moveTo>
                  <a:cubicBezTo>
                    <a:pt x="8" y="0"/>
                    <a:pt x="11" y="2"/>
                    <a:pt x="12" y="4"/>
                  </a:cubicBezTo>
                  <a:cubicBezTo>
                    <a:pt x="13" y="7"/>
                    <a:pt x="11" y="10"/>
                    <a:pt x="8" y="11"/>
                  </a:cubicBezTo>
                  <a:cubicBezTo>
                    <a:pt x="5" y="12"/>
                    <a:pt x="2" y="10"/>
                    <a:pt x="1" y="7"/>
                  </a:cubicBezTo>
                  <a:cubicBezTo>
                    <a:pt x="0" y="4"/>
                    <a:pt x="2" y="1"/>
                    <a:pt x="5" y="1"/>
                  </a:cubicBezTo>
                  <a:close/>
                </a:path>
              </a:pathLst>
            </a:custGeom>
            <a:solidFill>
              <a:schemeClr val="accent1"/>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48" name="Freeform 50"/>
            <p:cNvSpPr>
              <a:spLocks/>
            </p:cNvSpPr>
            <p:nvPr/>
          </p:nvSpPr>
          <p:spPr bwMode="auto">
            <a:xfrm>
              <a:off x="4063415" y="2716871"/>
              <a:ext cx="18851" cy="19524"/>
            </a:xfrm>
            <a:custGeom>
              <a:avLst/>
              <a:gdLst>
                <a:gd name="T0" fmla="*/ 2 w 12"/>
                <a:gd name="T1" fmla="*/ 2 h 12"/>
                <a:gd name="T2" fmla="*/ 10 w 12"/>
                <a:gd name="T3" fmla="*/ 2 h 12"/>
                <a:gd name="T4" fmla="*/ 10 w 12"/>
                <a:gd name="T5" fmla="*/ 10 h 12"/>
                <a:gd name="T6" fmla="*/ 2 w 12"/>
                <a:gd name="T7" fmla="*/ 10 h 12"/>
                <a:gd name="T8" fmla="*/ 2 w 12"/>
                <a:gd name="T9" fmla="*/ 2 h 12"/>
              </a:gdLst>
              <a:ahLst/>
              <a:cxnLst>
                <a:cxn ang="0">
                  <a:pos x="T0" y="T1"/>
                </a:cxn>
                <a:cxn ang="0">
                  <a:pos x="T2" y="T3"/>
                </a:cxn>
                <a:cxn ang="0">
                  <a:pos x="T4" y="T5"/>
                </a:cxn>
                <a:cxn ang="0">
                  <a:pos x="T6" y="T7"/>
                </a:cxn>
                <a:cxn ang="0">
                  <a:pos x="T8" y="T9"/>
                </a:cxn>
              </a:cxnLst>
              <a:rect l="0" t="0" r="r" b="b"/>
              <a:pathLst>
                <a:path w="12" h="12">
                  <a:moveTo>
                    <a:pt x="2" y="2"/>
                  </a:moveTo>
                  <a:cubicBezTo>
                    <a:pt x="4" y="0"/>
                    <a:pt x="8" y="0"/>
                    <a:pt x="10" y="2"/>
                  </a:cubicBezTo>
                  <a:cubicBezTo>
                    <a:pt x="12" y="4"/>
                    <a:pt x="12" y="8"/>
                    <a:pt x="10" y="10"/>
                  </a:cubicBezTo>
                  <a:cubicBezTo>
                    <a:pt x="8" y="12"/>
                    <a:pt x="4" y="12"/>
                    <a:pt x="2" y="10"/>
                  </a:cubicBezTo>
                  <a:cubicBezTo>
                    <a:pt x="0" y="8"/>
                    <a:pt x="0" y="4"/>
                    <a:pt x="2" y="2"/>
                  </a:cubicBezTo>
                  <a:close/>
                </a:path>
              </a:pathLst>
            </a:custGeom>
            <a:solidFill>
              <a:schemeClr val="accent1"/>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49" name="Freeform 51"/>
            <p:cNvSpPr>
              <a:spLocks/>
            </p:cNvSpPr>
            <p:nvPr/>
          </p:nvSpPr>
          <p:spPr bwMode="auto">
            <a:xfrm>
              <a:off x="4119295" y="2749187"/>
              <a:ext cx="18851" cy="18851"/>
            </a:xfrm>
            <a:custGeom>
              <a:avLst/>
              <a:gdLst>
                <a:gd name="T0" fmla="*/ 0 w 12"/>
                <a:gd name="T1" fmla="*/ 5 h 12"/>
                <a:gd name="T2" fmla="*/ 7 w 12"/>
                <a:gd name="T3" fmla="*/ 1 h 12"/>
                <a:gd name="T4" fmla="*/ 11 w 12"/>
                <a:gd name="T5" fmla="*/ 8 h 12"/>
                <a:gd name="T6" fmla="*/ 4 w 12"/>
                <a:gd name="T7" fmla="*/ 11 h 12"/>
                <a:gd name="T8" fmla="*/ 0 w 12"/>
                <a:gd name="T9" fmla="*/ 5 h 12"/>
              </a:gdLst>
              <a:ahLst/>
              <a:cxnLst>
                <a:cxn ang="0">
                  <a:pos x="T0" y="T1"/>
                </a:cxn>
                <a:cxn ang="0">
                  <a:pos x="T2" y="T3"/>
                </a:cxn>
                <a:cxn ang="0">
                  <a:pos x="T4" y="T5"/>
                </a:cxn>
                <a:cxn ang="0">
                  <a:pos x="T6" y="T7"/>
                </a:cxn>
                <a:cxn ang="0">
                  <a:pos x="T8" y="T9"/>
                </a:cxn>
              </a:cxnLst>
              <a:rect l="0" t="0" r="r" b="b"/>
              <a:pathLst>
                <a:path w="12" h="12">
                  <a:moveTo>
                    <a:pt x="0" y="5"/>
                  </a:moveTo>
                  <a:cubicBezTo>
                    <a:pt x="1" y="2"/>
                    <a:pt x="4" y="0"/>
                    <a:pt x="7" y="1"/>
                  </a:cubicBezTo>
                  <a:cubicBezTo>
                    <a:pt x="10" y="2"/>
                    <a:pt x="12" y="5"/>
                    <a:pt x="11" y="8"/>
                  </a:cubicBezTo>
                  <a:cubicBezTo>
                    <a:pt x="10" y="10"/>
                    <a:pt x="7" y="12"/>
                    <a:pt x="4" y="11"/>
                  </a:cubicBezTo>
                  <a:cubicBezTo>
                    <a:pt x="1" y="11"/>
                    <a:pt x="0" y="8"/>
                    <a:pt x="0" y="5"/>
                  </a:cubicBezTo>
                  <a:close/>
                </a:path>
              </a:pathLst>
            </a:custGeom>
            <a:solidFill>
              <a:schemeClr val="accent1"/>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50" name="Freeform 52"/>
            <p:cNvSpPr>
              <a:spLocks/>
            </p:cNvSpPr>
            <p:nvPr/>
          </p:nvSpPr>
          <p:spPr bwMode="auto">
            <a:xfrm>
              <a:off x="4182581" y="2749187"/>
              <a:ext cx="19524" cy="18851"/>
            </a:xfrm>
            <a:custGeom>
              <a:avLst/>
              <a:gdLst>
                <a:gd name="T0" fmla="*/ 1 w 12"/>
                <a:gd name="T1" fmla="*/ 8 h 12"/>
                <a:gd name="T2" fmla="*/ 5 w 12"/>
                <a:gd name="T3" fmla="*/ 1 h 12"/>
                <a:gd name="T4" fmla="*/ 12 w 12"/>
                <a:gd name="T5" fmla="*/ 5 h 12"/>
                <a:gd name="T6" fmla="*/ 8 w 12"/>
                <a:gd name="T7" fmla="*/ 11 h 12"/>
                <a:gd name="T8" fmla="*/ 1 w 12"/>
                <a:gd name="T9" fmla="*/ 8 h 12"/>
              </a:gdLst>
              <a:ahLst/>
              <a:cxnLst>
                <a:cxn ang="0">
                  <a:pos x="T0" y="T1"/>
                </a:cxn>
                <a:cxn ang="0">
                  <a:pos x="T2" y="T3"/>
                </a:cxn>
                <a:cxn ang="0">
                  <a:pos x="T4" y="T5"/>
                </a:cxn>
                <a:cxn ang="0">
                  <a:pos x="T6" y="T7"/>
                </a:cxn>
                <a:cxn ang="0">
                  <a:pos x="T8" y="T9"/>
                </a:cxn>
              </a:cxnLst>
              <a:rect l="0" t="0" r="r" b="b"/>
              <a:pathLst>
                <a:path w="12" h="12">
                  <a:moveTo>
                    <a:pt x="1" y="8"/>
                  </a:moveTo>
                  <a:cubicBezTo>
                    <a:pt x="0" y="5"/>
                    <a:pt x="2" y="2"/>
                    <a:pt x="5" y="1"/>
                  </a:cubicBezTo>
                  <a:cubicBezTo>
                    <a:pt x="8" y="0"/>
                    <a:pt x="11" y="2"/>
                    <a:pt x="12" y="5"/>
                  </a:cubicBezTo>
                  <a:cubicBezTo>
                    <a:pt x="12" y="8"/>
                    <a:pt x="11" y="11"/>
                    <a:pt x="8" y="11"/>
                  </a:cubicBezTo>
                  <a:cubicBezTo>
                    <a:pt x="5" y="12"/>
                    <a:pt x="2" y="10"/>
                    <a:pt x="1" y="8"/>
                  </a:cubicBezTo>
                  <a:close/>
                </a:path>
              </a:pathLst>
            </a:custGeom>
            <a:solidFill>
              <a:schemeClr val="accent1"/>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51" name="Freeform 53"/>
            <p:cNvSpPr>
              <a:spLocks/>
            </p:cNvSpPr>
            <p:nvPr/>
          </p:nvSpPr>
          <p:spPr bwMode="auto">
            <a:xfrm>
              <a:off x="4238461" y="2716871"/>
              <a:ext cx="18851" cy="19524"/>
            </a:xfrm>
            <a:custGeom>
              <a:avLst/>
              <a:gdLst>
                <a:gd name="T0" fmla="*/ 2 w 12"/>
                <a:gd name="T1" fmla="*/ 10 h 12"/>
                <a:gd name="T2" fmla="*/ 2 w 12"/>
                <a:gd name="T3" fmla="*/ 2 h 12"/>
                <a:gd name="T4" fmla="*/ 10 w 12"/>
                <a:gd name="T5" fmla="*/ 2 h 12"/>
                <a:gd name="T6" fmla="*/ 10 w 12"/>
                <a:gd name="T7" fmla="*/ 10 h 12"/>
                <a:gd name="T8" fmla="*/ 2 w 12"/>
                <a:gd name="T9" fmla="*/ 10 h 12"/>
              </a:gdLst>
              <a:ahLst/>
              <a:cxnLst>
                <a:cxn ang="0">
                  <a:pos x="T0" y="T1"/>
                </a:cxn>
                <a:cxn ang="0">
                  <a:pos x="T2" y="T3"/>
                </a:cxn>
                <a:cxn ang="0">
                  <a:pos x="T4" y="T5"/>
                </a:cxn>
                <a:cxn ang="0">
                  <a:pos x="T6" y="T7"/>
                </a:cxn>
                <a:cxn ang="0">
                  <a:pos x="T8" y="T9"/>
                </a:cxn>
              </a:cxnLst>
              <a:rect l="0" t="0" r="r" b="b"/>
              <a:pathLst>
                <a:path w="12" h="12">
                  <a:moveTo>
                    <a:pt x="2" y="10"/>
                  </a:moveTo>
                  <a:cubicBezTo>
                    <a:pt x="0" y="8"/>
                    <a:pt x="0" y="4"/>
                    <a:pt x="2" y="2"/>
                  </a:cubicBezTo>
                  <a:cubicBezTo>
                    <a:pt x="4" y="0"/>
                    <a:pt x="8" y="0"/>
                    <a:pt x="10" y="2"/>
                  </a:cubicBezTo>
                  <a:cubicBezTo>
                    <a:pt x="12" y="4"/>
                    <a:pt x="12" y="8"/>
                    <a:pt x="10" y="10"/>
                  </a:cubicBezTo>
                  <a:cubicBezTo>
                    <a:pt x="8" y="12"/>
                    <a:pt x="4" y="12"/>
                    <a:pt x="2" y="10"/>
                  </a:cubicBezTo>
                  <a:close/>
                </a:path>
              </a:pathLst>
            </a:custGeom>
            <a:solidFill>
              <a:schemeClr val="accent1"/>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52" name="Freeform 54"/>
            <p:cNvSpPr>
              <a:spLocks/>
            </p:cNvSpPr>
            <p:nvPr/>
          </p:nvSpPr>
          <p:spPr bwMode="auto">
            <a:xfrm>
              <a:off x="4270104" y="2661664"/>
              <a:ext cx="20871" cy="18851"/>
            </a:xfrm>
            <a:custGeom>
              <a:avLst/>
              <a:gdLst>
                <a:gd name="T0" fmla="*/ 5 w 13"/>
                <a:gd name="T1" fmla="*/ 11 h 12"/>
                <a:gd name="T2" fmla="*/ 1 w 13"/>
                <a:gd name="T3" fmla="*/ 4 h 12"/>
                <a:gd name="T4" fmla="*/ 8 w 13"/>
                <a:gd name="T5" fmla="*/ 1 h 12"/>
                <a:gd name="T6" fmla="*/ 12 w 13"/>
                <a:gd name="T7" fmla="*/ 7 h 12"/>
                <a:gd name="T8" fmla="*/ 5 w 13"/>
                <a:gd name="T9" fmla="*/ 11 h 12"/>
              </a:gdLst>
              <a:ahLst/>
              <a:cxnLst>
                <a:cxn ang="0">
                  <a:pos x="T0" y="T1"/>
                </a:cxn>
                <a:cxn ang="0">
                  <a:pos x="T2" y="T3"/>
                </a:cxn>
                <a:cxn ang="0">
                  <a:pos x="T4" y="T5"/>
                </a:cxn>
                <a:cxn ang="0">
                  <a:pos x="T6" y="T7"/>
                </a:cxn>
                <a:cxn ang="0">
                  <a:pos x="T8" y="T9"/>
                </a:cxn>
              </a:cxnLst>
              <a:rect l="0" t="0" r="r" b="b"/>
              <a:pathLst>
                <a:path w="13" h="12">
                  <a:moveTo>
                    <a:pt x="5" y="11"/>
                  </a:moveTo>
                  <a:cubicBezTo>
                    <a:pt x="2" y="10"/>
                    <a:pt x="0" y="7"/>
                    <a:pt x="1" y="4"/>
                  </a:cubicBezTo>
                  <a:cubicBezTo>
                    <a:pt x="2" y="2"/>
                    <a:pt x="5" y="0"/>
                    <a:pt x="8" y="1"/>
                  </a:cubicBezTo>
                  <a:cubicBezTo>
                    <a:pt x="11" y="1"/>
                    <a:pt x="13" y="4"/>
                    <a:pt x="12" y="7"/>
                  </a:cubicBezTo>
                  <a:cubicBezTo>
                    <a:pt x="11" y="10"/>
                    <a:pt x="8" y="12"/>
                    <a:pt x="5" y="11"/>
                  </a:cubicBezTo>
                  <a:close/>
                </a:path>
              </a:pathLst>
            </a:custGeom>
            <a:solidFill>
              <a:schemeClr val="accent1"/>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53" name="Freeform 55"/>
            <p:cNvSpPr>
              <a:spLocks/>
            </p:cNvSpPr>
            <p:nvPr/>
          </p:nvSpPr>
          <p:spPr bwMode="auto">
            <a:xfrm>
              <a:off x="4270104" y="2596358"/>
              <a:ext cx="20871" cy="20198"/>
            </a:xfrm>
            <a:custGeom>
              <a:avLst/>
              <a:gdLst>
                <a:gd name="T0" fmla="*/ 8 w 13"/>
                <a:gd name="T1" fmla="*/ 12 h 13"/>
                <a:gd name="T2" fmla="*/ 1 w 13"/>
                <a:gd name="T3" fmla="*/ 8 h 13"/>
                <a:gd name="T4" fmla="*/ 5 w 13"/>
                <a:gd name="T5" fmla="*/ 1 h 13"/>
                <a:gd name="T6" fmla="*/ 12 w 13"/>
                <a:gd name="T7" fmla="*/ 5 h 13"/>
                <a:gd name="T8" fmla="*/ 8 w 13"/>
                <a:gd name="T9" fmla="*/ 12 h 13"/>
              </a:gdLst>
              <a:ahLst/>
              <a:cxnLst>
                <a:cxn ang="0">
                  <a:pos x="T0" y="T1"/>
                </a:cxn>
                <a:cxn ang="0">
                  <a:pos x="T2" y="T3"/>
                </a:cxn>
                <a:cxn ang="0">
                  <a:pos x="T4" y="T5"/>
                </a:cxn>
                <a:cxn ang="0">
                  <a:pos x="T6" y="T7"/>
                </a:cxn>
                <a:cxn ang="0">
                  <a:pos x="T8" y="T9"/>
                </a:cxn>
              </a:cxnLst>
              <a:rect l="0" t="0" r="r" b="b"/>
              <a:pathLst>
                <a:path w="13" h="13">
                  <a:moveTo>
                    <a:pt x="8" y="12"/>
                  </a:moveTo>
                  <a:cubicBezTo>
                    <a:pt x="5" y="13"/>
                    <a:pt x="2" y="11"/>
                    <a:pt x="1" y="8"/>
                  </a:cubicBezTo>
                  <a:cubicBezTo>
                    <a:pt x="0" y="5"/>
                    <a:pt x="2" y="2"/>
                    <a:pt x="5" y="1"/>
                  </a:cubicBezTo>
                  <a:cubicBezTo>
                    <a:pt x="8" y="0"/>
                    <a:pt x="11" y="2"/>
                    <a:pt x="12" y="5"/>
                  </a:cubicBezTo>
                  <a:cubicBezTo>
                    <a:pt x="13" y="8"/>
                    <a:pt x="11" y="11"/>
                    <a:pt x="8" y="12"/>
                  </a:cubicBezTo>
                  <a:close/>
                </a:path>
              </a:pathLst>
            </a:custGeom>
            <a:solidFill>
              <a:schemeClr val="accent1"/>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54" name="Freeform 56"/>
            <p:cNvSpPr>
              <a:spLocks/>
            </p:cNvSpPr>
            <p:nvPr/>
          </p:nvSpPr>
          <p:spPr bwMode="auto">
            <a:xfrm>
              <a:off x="3390160" y="2990886"/>
              <a:ext cx="418765" cy="418765"/>
            </a:xfrm>
            <a:custGeom>
              <a:avLst/>
              <a:gdLst>
                <a:gd name="T0" fmla="*/ 144 w 263"/>
                <a:gd name="T1" fmla="*/ 144 h 263"/>
                <a:gd name="T2" fmla="*/ 7 w 263"/>
                <a:gd name="T3" fmla="*/ 256 h 263"/>
                <a:gd name="T4" fmla="*/ 118 w 263"/>
                <a:gd name="T5" fmla="*/ 118 h 263"/>
                <a:gd name="T6" fmla="*/ 256 w 263"/>
                <a:gd name="T7" fmla="*/ 7 h 263"/>
                <a:gd name="T8" fmla="*/ 144 w 263"/>
                <a:gd name="T9" fmla="*/ 144 h 263"/>
              </a:gdLst>
              <a:ahLst/>
              <a:cxnLst>
                <a:cxn ang="0">
                  <a:pos x="T0" y="T1"/>
                </a:cxn>
                <a:cxn ang="0">
                  <a:pos x="T2" y="T3"/>
                </a:cxn>
                <a:cxn ang="0">
                  <a:pos x="T4" y="T5"/>
                </a:cxn>
                <a:cxn ang="0">
                  <a:pos x="T6" y="T7"/>
                </a:cxn>
                <a:cxn ang="0">
                  <a:pos x="T8" y="T9"/>
                </a:cxn>
              </a:cxnLst>
              <a:rect l="0" t="0" r="r" b="b"/>
              <a:pathLst>
                <a:path w="263" h="263">
                  <a:moveTo>
                    <a:pt x="144" y="144"/>
                  </a:moveTo>
                  <a:cubicBezTo>
                    <a:pt x="76" y="213"/>
                    <a:pt x="14" y="263"/>
                    <a:pt x="7" y="256"/>
                  </a:cubicBezTo>
                  <a:cubicBezTo>
                    <a:pt x="0" y="249"/>
                    <a:pt x="50" y="187"/>
                    <a:pt x="118" y="118"/>
                  </a:cubicBezTo>
                  <a:cubicBezTo>
                    <a:pt x="187" y="49"/>
                    <a:pt x="249" y="0"/>
                    <a:pt x="256" y="7"/>
                  </a:cubicBezTo>
                  <a:cubicBezTo>
                    <a:pt x="263" y="14"/>
                    <a:pt x="213" y="76"/>
                    <a:pt x="144" y="144"/>
                  </a:cubicBezTo>
                  <a:close/>
                </a:path>
              </a:pathLst>
            </a:custGeom>
            <a:solidFill>
              <a:schemeClr val="accent1">
                <a:lumMod val="75000"/>
              </a:schemeClr>
            </a:solidFill>
            <a:ln>
              <a:noFill/>
            </a:ln>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55" name="Freeform 57"/>
            <p:cNvSpPr>
              <a:spLocks/>
            </p:cNvSpPr>
            <p:nvPr/>
          </p:nvSpPr>
          <p:spPr bwMode="auto">
            <a:xfrm>
              <a:off x="1429641" y="4756834"/>
              <a:ext cx="1514151" cy="475991"/>
            </a:xfrm>
            <a:custGeom>
              <a:avLst/>
              <a:gdLst>
                <a:gd name="T0" fmla="*/ 921 w 951"/>
                <a:gd name="T1" fmla="*/ 299 h 299"/>
                <a:gd name="T2" fmla="*/ 951 w 951"/>
                <a:gd name="T3" fmla="*/ 226 h 299"/>
                <a:gd name="T4" fmla="*/ 913 w 951"/>
                <a:gd name="T5" fmla="*/ 147 h 299"/>
                <a:gd name="T6" fmla="*/ 913 w 951"/>
                <a:gd name="T7" fmla="*/ 139 h 299"/>
                <a:gd name="T8" fmla="*/ 831 w 951"/>
                <a:gd name="T9" fmla="*/ 56 h 299"/>
                <a:gd name="T10" fmla="*/ 765 w 951"/>
                <a:gd name="T11" fmla="*/ 90 h 299"/>
                <a:gd name="T12" fmla="*/ 754 w 951"/>
                <a:gd name="T13" fmla="*/ 87 h 299"/>
                <a:gd name="T14" fmla="*/ 659 w 951"/>
                <a:gd name="T15" fmla="*/ 0 h 299"/>
                <a:gd name="T16" fmla="*/ 566 w 951"/>
                <a:gd name="T17" fmla="*/ 71 h 299"/>
                <a:gd name="T18" fmla="*/ 556 w 951"/>
                <a:gd name="T19" fmla="*/ 71 h 299"/>
                <a:gd name="T20" fmla="*/ 515 w 951"/>
                <a:gd name="T21" fmla="*/ 87 h 299"/>
                <a:gd name="T22" fmla="*/ 515 w 951"/>
                <a:gd name="T23" fmla="*/ 86 h 299"/>
                <a:gd name="T24" fmla="*/ 439 w 951"/>
                <a:gd name="T25" fmla="*/ 10 h 299"/>
                <a:gd name="T26" fmla="*/ 363 w 951"/>
                <a:gd name="T27" fmla="*/ 86 h 299"/>
                <a:gd name="T28" fmla="*/ 363 w 951"/>
                <a:gd name="T29" fmla="*/ 90 h 299"/>
                <a:gd name="T30" fmla="*/ 346 w 951"/>
                <a:gd name="T31" fmla="*/ 95 h 299"/>
                <a:gd name="T32" fmla="*/ 299 w 951"/>
                <a:gd name="T33" fmla="*/ 56 h 299"/>
                <a:gd name="T34" fmla="*/ 259 w 951"/>
                <a:gd name="T35" fmla="*/ 77 h 299"/>
                <a:gd name="T36" fmla="*/ 167 w 951"/>
                <a:gd name="T37" fmla="*/ 22 h 299"/>
                <a:gd name="T38" fmla="*/ 64 w 951"/>
                <a:gd name="T39" fmla="*/ 125 h 299"/>
                <a:gd name="T40" fmla="*/ 65 w 951"/>
                <a:gd name="T41" fmla="*/ 134 h 299"/>
                <a:gd name="T42" fmla="*/ 0 w 951"/>
                <a:gd name="T43" fmla="*/ 248 h 299"/>
                <a:gd name="T44" fmla="*/ 10 w 951"/>
                <a:gd name="T45" fmla="*/ 299 h 299"/>
                <a:gd name="T46" fmla="*/ 921 w 951"/>
                <a:gd name="T47" fmla="*/ 299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51" h="299">
                  <a:moveTo>
                    <a:pt x="921" y="299"/>
                  </a:moveTo>
                  <a:cubicBezTo>
                    <a:pt x="939" y="280"/>
                    <a:pt x="951" y="255"/>
                    <a:pt x="951" y="226"/>
                  </a:cubicBezTo>
                  <a:cubicBezTo>
                    <a:pt x="951" y="194"/>
                    <a:pt x="936" y="166"/>
                    <a:pt x="913" y="147"/>
                  </a:cubicBezTo>
                  <a:cubicBezTo>
                    <a:pt x="913" y="144"/>
                    <a:pt x="913" y="141"/>
                    <a:pt x="913" y="139"/>
                  </a:cubicBezTo>
                  <a:cubicBezTo>
                    <a:pt x="913" y="93"/>
                    <a:pt x="876" y="56"/>
                    <a:pt x="831" y="56"/>
                  </a:cubicBezTo>
                  <a:cubicBezTo>
                    <a:pt x="804" y="56"/>
                    <a:pt x="780" y="69"/>
                    <a:pt x="765" y="90"/>
                  </a:cubicBezTo>
                  <a:cubicBezTo>
                    <a:pt x="761" y="88"/>
                    <a:pt x="758" y="87"/>
                    <a:pt x="754" y="87"/>
                  </a:cubicBezTo>
                  <a:cubicBezTo>
                    <a:pt x="749" y="38"/>
                    <a:pt x="708" y="0"/>
                    <a:pt x="659" y="0"/>
                  </a:cubicBezTo>
                  <a:cubicBezTo>
                    <a:pt x="614" y="0"/>
                    <a:pt x="577" y="31"/>
                    <a:pt x="566" y="71"/>
                  </a:cubicBezTo>
                  <a:cubicBezTo>
                    <a:pt x="563" y="71"/>
                    <a:pt x="559" y="71"/>
                    <a:pt x="556" y="71"/>
                  </a:cubicBezTo>
                  <a:cubicBezTo>
                    <a:pt x="540" y="71"/>
                    <a:pt x="526" y="77"/>
                    <a:pt x="515" y="87"/>
                  </a:cubicBezTo>
                  <a:cubicBezTo>
                    <a:pt x="515" y="86"/>
                    <a:pt x="515" y="86"/>
                    <a:pt x="515" y="86"/>
                  </a:cubicBezTo>
                  <a:cubicBezTo>
                    <a:pt x="515" y="44"/>
                    <a:pt x="481" y="10"/>
                    <a:pt x="439" y="10"/>
                  </a:cubicBezTo>
                  <a:cubicBezTo>
                    <a:pt x="397" y="10"/>
                    <a:pt x="363" y="44"/>
                    <a:pt x="363" y="86"/>
                  </a:cubicBezTo>
                  <a:cubicBezTo>
                    <a:pt x="363" y="88"/>
                    <a:pt x="363" y="89"/>
                    <a:pt x="363" y="90"/>
                  </a:cubicBezTo>
                  <a:cubicBezTo>
                    <a:pt x="357" y="91"/>
                    <a:pt x="351" y="93"/>
                    <a:pt x="346" y="95"/>
                  </a:cubicBezTo>
                  <a:cubicBezTo>
                    <a:pt x="341" y="73"/>
                    <a:pt x="322" y="56"/>
                    <a:pt x="299" y="56"/>
                  </a:cubicBezTo>
                  <a:cubicBezTo>
                    <a:pt x="282" y="56"/>
                    <a:pt x="268" y="65"/>
                    <a:pt x="259" y="77"/>
                  </a:cubicBezTo>
                  <a:cubicBezTo>
                    <a:pt x="242" y="44"/>
                    <a:pt x="207" y="22"/>
                    <a:pt x="167" y="22"/>
                  </a:cubicBezTo>
                  <a:cubicBezTo>
                    <a:pt x="110" y="22"/>
                    <a:pt x="64" y="68"/>
                    <a:pt x="64" y="125"/>
                  </a:cubicBezTo>
                  <a:cubicBezTo>
                    <a:pt x="64" y="128"/>
                    <a:pt x="64" y="131"/>
                    <a:pt x="65" y="134"/>
                  </a:cubicBezTo>
                  <a:cubicBezTo>
                    <a:pt x="26" y="157"/>
                    <a:pt x="0" y="199"/>
                    <a:pt x="0" y="248"/>
                  </a:cubicBezTo>
                  <a:cubicBezTo>
                    <a:pt x="0" y="266"/>
                    <a:pt x="3" y="283"/>
                    <a:pt x="10" y="299"/>
                  </a:cubicBezTo>
                  <a:lnTo>
                    <a:pt x="921" y="299"/>
                  </a:lnTo>
                  <a:close/>
                </a:path>
              </a:pathLst>
            </a:custGeom>
            <a:solidFill>
              <a:srgbClr val="F1F1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30" tIns="45716" rIns="91430" bIns="45716" numCol="1" anchor="t" anchorCtr="0" compatLnSpc="1">
              <a:prstTxWarp prst="textNoShape">
                <a:avLst/>
              </a:prstTxWarp>
            </a:bodyPr>
            <a:lstStyle/>
            <a:p>
              <a:pPr algn="just" defTabSz="866943" fontAlgn="base">
                <a:lnSpc>
                  <a:spcPct val="120000"/>
                </a:lnSpc>
                <a:spcBef>
                  <a:spcPct val="0"/>
                </a:spcBef>
                <a:spcAft>
                  <a:spcPct val="0"/>
                </a:spcAft>
              </a:pPr>
              <a:endParaRPr lang="en-GB" sz="1600">
                <a:solidFill>
                  <a:prstClr val="black"/>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grpSp>
      <p:sp>
        <p:nvSpPr>
          <p:cNvPr id="72" name="TextBox 62"/>
          <p:cNvSpPr txBox="1"/>
          <p:nvPr/>
        </p:nvSpPr>
        <p:spPr>
          <a:xfrm>
            <a:off x="5003997" y="1589229"/>
            <a:ext cx="2698175" cy="587853"/>
          </a:xfrm>
          <a:prstGeom prst="rect">
            <a:avLst/>
          </a:prstGeom>
          <a:noFill/>
        </p:spPr>
        <p:txBody>
          <a:bodyPr wrap="none" rtlCol="0">
            <a:spAutoFit/>
          </a:bodyPr>
          <a:lstStyle/>
          <a:p>
            <a:pPr defTabSz="866943" fontAlgn="base">
              <a:lnSpc>
                <a:spcPct val="120000"/>
              </a:lnSpc>
              <a:spcBef>
                <a:spcPct val="0"/>
              </a:spcBef>
              <a:spcAft>
                <a:spcPct val="0"/>
              </a:spcAft>
            </a:pPr>
            <a:r>
              <a:rPr lang="zh-CN" altLang="en-US" sz="2800" dirty="0">
                <a:solidFill>
                  <a:schemeClr val="dk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请替换文字内容</a:t>
            </a:r>
            <a:endParaRPr lang="en-US" altLang="zh-CN" sz="2800" dirty="0">
              <a:solidFill>
                <a:schemeClr val="dk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73" name="Rectangle 64"/>
          <p:cNvSpPr/>
          <p:nvPr/>
        </p:nvSpPr>
        <p:spPr>
          <a:xfrm>
            <a:off x="4999328" y="2231976"/>
            <a:ext cx="4672418" cy="526298"/>
          </a:xfrm>
          <a:prstGeom prst="rect">
            <a:avLst/>
          </a:prstGeom>
        </p:spPr>
        <p:txBody>
          <a:bodyPr wrap="square">
            <a:spAutoFit/>
          </a:bodyPr>
          <a:lstStyle/>
          <a:p>
            <a:pPr defTabSz="866943" fontAlgn="base">
              <a:lnSpc>
                <a:spcPct val="120000"/>
              </a:lnSpc>
              <a:spcBef>
                <a:spcPct val="0"/>
              </a:spcBef>
              <a:spcAft>
                <a:spcPct val="0"/>
              </a:spcAft>
            </a:pPr>
            <a:r>
              <a:rPr lang="en-US" altLang="zh-CN" sz="1200" dirty="0">
                <a:solidFill>
                  <a:schemeClr val="dk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Please replace text, click add relevant headline, modify the text content, also can copy your content to this directly.</a:t>
            </a:r>
            <a:r>
              <a:rPr lang="zh-CN" altLang="en-US" sz="1200" dirty="0">
                <a:solidFill>
                  <a:schemeClr val="dk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a:t>
            </a:r>
            <a:endParaRPr lang="en-US" altLang="zh-CN" sz="1200" dirty="0">
              <a:solidFill>
                <a:schemeClr val="dk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96" name="Freeform 22">
            <a:extLst>
              <a:ext uri="{FF2B5EF4-FFF2-40B4-BE49-F238E27FC236}">
                <a16:creationId xmlns:a16="http://schemas.microsoft.com/office/drawing/2014/main" id="{69E448B8-536E-433C-A325-91467CF815ED}"/>
              </a:ext>
            </a:extLst>
          </p:cNvPr>
          <p:cNvSpPr>
            <a:spLocks noEditPoints="1"/>
          </p:cNvSpPr>
          <p:nvPr/>
        </p:nvSpPr>
        <p:spPr bwMode="auto">
          <a:xfrm>
            <a:off x="9281581" y="3399014"/>
            <a:ext cx="536377" cy="569900"/>
          </a:xfrm>
          <a:custGeom>
            <a:avLst/>
            <a:gdLst>
              <a:gd name="T0" fmla="*/ 75 w 89"/>
              <a:gd name="T1" fmla="*/ 22 h 95"/>
              <a:gd name="T2" fmla="*/ 89 w 89"/>
              <a:gd name="T3" fmla="*/ 53 h 95"/>
              <a:gd name="T4" fmla="*/ 78 w 89"/>
              <a:gd name="T5" fmla="*/ 80 h 95"/>
              <a:gd name="T6" fmla="*/ 47 w 89"/>
              <a:gd name="T7" fmla="*/ 53 h 95"/>
              <a:gd name="T8" fmla="*/ 75 w 89"/>
              <a:gd name="T9" fmla="*/ 22 h 95"/>
              <a:gd name="T10" fmla="*/ 76 w 89"/>
              <a:gd name="T11" fmla="*/ 83 h 95"/>
              <a:gd name="T12" fmla="*/ 69 w 89"/>
              <a:gd name="T13" fmla="*/ 88 h 95"/>
              <a:gd name="T14" fmla="*/ 74 w 89"/>
              <a:gd name="T15" fmla="*/ 81 h 95"/>
              <a:gd name="T16" fmla="*/ 76 w 89"/>
              <a:gd name="T17" fmla="*/ 83 h 95"/>
              <a:gd name="T18" fmla="*/ 64 w 89"/>
              <a:gd name="T19" fmla="*/ 92 h 95"/>
              <a:gd name="T20" fmla="*/ 72 w 89"/>
              <a:gd name="T21" fmla="*/ 79 h 95"/>
              <a:gd name="T22" fmla="*/ 70 w 89"/>
              <a:gd name="T23" fmla="*/ 77 h 95"/>
              <a:gd name="T24" fmla="*/ 60 w 89"/>
              <a:gd name="T25" fmla="*/ 94 h 95"/>
              <a:gd name="T26" fmla="*/ 64 w 89"/>
              <a:gd name="T27" fmla="*/ 92 h 95"/>
              <a:gd name="T28" fmla="*/ 58 w 89"/>
              <a:gd name="T29" fmla="*/ 91 h 95"/>
              <a:gd name="T30" fmla="*/ 67 w 89"/>
              <a:gd name="T31" fmla="*/ 75 h 95"/>
              <a:gd name="T32" fmla="*/ 65 w 89"/>
              <a:gd name="T33" fmla="*/ 74 h 95"/>
              <a:gd name="T34" fmla="*/ 57 w 89"/>
              <a:gd name="T35" fmla="*/ 88 h 95"/>
              <a:gd name="T36" fmla="*/ 58 w 89"/>
              <a:gd name="T37" fmla="*/ 91 h 95"/>
              <a:gd name="T38" fmla="*/ 56 w 89"/>
              <a:gd name="T39" fmla="*/ 84 h 95"/>
              <a:gd name="T40" fmla="*/ 63 w 89"/>
              <a:gd name="T41" fmla="*/ 72 h 95"/>
              <a:gd name="T42" fmla="*/ 61 w 89"/>
              <a:gd name="T43" fmla="*/ 70 h 95"/>
              <a:gd name="T44" fmla="*/ 55 w 89"/>
              <a:gd name="T45" fmla="*/ 81 h 95"/>
              <a:gd name="T46" fmla="*/ 56 w 89"/>
              <a:gd name="T47" fmla="*/ 84 h 95"/>
              <a:gd name="T48" fmla="*/ 53 w 89"/>
              <a:gd name="T49" fmla="*/ 78 h 95"/>
              <a:gd name="T50" fmla="*/ 59 w 89"/>
              <a:gd name="T51" fmla="*/ 68 h 95"/>
              <a:gd name="T52" fmla="*/ 57 w 89"/>
              <a:gd name="T53" fmla="*/ 66 h 95"/>
              <a:gd name="T54" fmla="*/ 52 w 89"/>
              <a:gd name="T55" fmla="*/ 75 h 95"/>
              <a:gd name="T56" fmla="*/ 53 w 89"/>
              <a:gd name="T57" fmla="*/ 78 h 95"/>
              <a:gd name="T58" fmla="*/ 51 w 89"/>
              <a:gd name="T59" fmla="*/ 71 h 95"/>
              <a:gd name="T60" fmla="*/ 55 w 89"/>
              <a:gd name="T61" fmla="*/ 64 h 95"/>
              <a:gd name="T62" fmla="*/ 53 w 89"/>
              <a:gd name="T63" fmla="*/ 62 h 95"/>
              <a:gd name="T64" fmla="*/ 50 w 89"/>
              <a:gd name="T65" fmla="*/ 68 h 95"/>
              <a:gd name="T66" fmla="*/ 51 w 89"/>
              <a:gd name="T67" fmla="*/ 71 h 95"/>
              <a:gd name="T68" fmla="*/ 48 w 89"/>
              <a:gd name="T69" fmla="*/ 65 h 95"/>
              <a:gd name="T70" fmla="*/ 51 w 89"/>
              <a:gd name="T71" fmla="*/ 61 h 95"/>
              <a:gd name="T72" fmla="*/ 49 w 89"/>
              <a:gd name="T73" fmla="*/ 59 h 95"/>
              <a:gd name="T74" fmla="*/ 47 w 89"/>
              <a:gd name="T75" fmla="*/ 61 h 95"/>
              <a:gd name="T76" fmla="*/ 48 w 89"/>
              <a:gd name="T77" fmla="*/ 65 h 95"/>
              <a:gd name="T78" fmla="*/ 46 w 89"/>
              <a:gd name="T79" fmla="*/ 58 h 95"/>
              <a:gd name="T80" fmla="*/ 45 w 89"/>
              <a:gd name="T81" fmla="*/ 55 h 95"/>
              <a:gd name="T82" fmla="*/ 47 w 89"/>
              <a:gd name="T83" fmla="*/ 57 h 95"/>
              <a:gd name="T84" fmla="*/ 46 w 89"/>
              <a:gd name="T85" fmla="*/ 58 h 95"/>
              <a:gd name="T86" fmla="*/ 59 w 89"/>
              <a:gd name="T87" fmla="*/ 17 h 95"/>
              <a:gd name="T88" fmla="*/ 41 w 89"/>
              <a:gd name="T89" fmla="*/ 54 h 95"/>
              <a:gd name="T90" fmla="*/ 36 w 89"/>
              <a:gd name="T91" fmla="*/ 13 h 95"/>
              <a:gd name="T92" fmla="*/ 0 w 89"/>
              <a:gd name="T93" fmla="*/ 54 h 95"/>
              <a:gd name="T94" fmla="*/ 41 w 89"/>
              <a:gd name="T95" fmla="*/ 95 h 95"/>
              <a:gd name="T96" fmla="*/ 55 w 89"/>
              <a:gd name="T97" fmla="*/ 93 h 95"/>
              <a:gd name="T98" fmla="*/ 41 w 89"/>
              <a:gd name="T99" fmla="*/ 54 h 95"/>
              <a:gd name="T100" fmla="*/ 68 w 89"/>
              <a:gd name="T101" fmla="*/ 23 h 95"/>
              <a:gd name="T102" fmla="*/ 59 w 89"/>
              <a:gd name="T103" fmla="*/ 17 h 95"/>
              <a:gd name="T104" fmla="*/ 43 w 89"/>
              <a:gd name="T105" fmla="*/ 0 h 95"/>
              <a:gd name="T106" fmla="*/ 38 w 89"/>
              <a:gd name="T107" fmla="*/ 0 h 95"/>
              <a:gd name="T108" fmla="*/ 43 w 89"/>
              <a:gd name="T109" fmla="*/ 41 h 95"/>
              <a:gd name="T110" fmla="*/ 61 w 89"/>
              <a:gd name="T111" fmla="*/ 4 h 95"/>
              <a:gd name="T112" fmla="*/ 43 w 89"/>
              <a:gd name="T113"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 h="95">
                <a:moveTo>
                  <a:pt x="75" y="22"/>
                </a:moveTo>
                <a:cubicBezTo>
                  <a:pt x="83" y="29"/>
                  <a:pt x="89" y="40"/>
                  <a:pt x="89" y="53"/>
                </a:cubicBezTo>
                <a:cubicBezTo>
                  <a:pt x="89" y="63"/>
                  <a:pt x="85" y="73"/>
                  <a:pt x="78" y="80"/>
                </a:cubicBezTo>
                <a:cubicBezTo>
                  <a:pt x="47" y="53"/>
                  <a:pt x="47" y="53"/>
                  <a:pt x="47" y="53"/>
                </a:cubicBezTo>
                <a:cubicBezTo>
                  <a:pt x="75" y="22"/>
                  <a:pt x="75" y="22"/>
                  <a:pt x="75" y="22"/>
                </a:cubicBezTo>
                <a:close/>
                <a:moveTo>
                  <a:pt x="76" y="83"/>
                </a:moveTo>
                <a:cubicBezTo>
                  <a:pt x="74" y="85"/>
                  <a:pt x="72" y="87"/>
                  <a:pt x="69" y="88"/>
                </a:cubicBezTo>
                <a:cubicBezTo>
                  <a:pt x="74" y="81"/>
                  <a:pt x="74" y="81"/>
                  <a:pt x="74" y="81"/>
                </a:cubicBezTo>
                <a:cubicBezTo>
                  <a:pt x="76" y="83"/>
                  <a:pt x="76" y="83"/>
                  <a:pt x="76" y="83"/>
                </a:cubicBezTo>
                <a:close/>
                <a:moveTo>
                  <a:pt x="64" y="92"/>
                </a:moveTo>
                <a:cubicBezTo>
                  <a:pt x="72" y="79"/>
                  <a:pt x="72" y="79"/>
                  <a:pt x="72" y="79"/>
                </a:cubicBezTo>
                <a:cubicBezTo>
                  <a:pt x="70" y="77"/>
                  <a:pt x="70" y="77"/>
                  <a:pt x="70" y="77"/>
                </a:cubicBezTo>
                <a:cubicBezTo>
                  <a:pt x="60" y="94"/>
                  <a:pt x="60" y="94"/>
                  <a:pt x="60" y="94"/>
                </a:cubicBezTo>
                <a:cubicBezTo>
                  <a:pt x="61" y="93"/>
                  <a:pt x="63" y="92"/>
                  <a:pt x="64" y="92"/>
                </a:cubicBezTo>
                <a:close/>
                <a:moveTo>
                  <a:pt x="58" y="91"/>
                </a:moveTo>
                <a:cubicBezTo>
                  <a:pt x="67" y="75"/>
                  <a:pt x="67" y="75"/>
                  <a:pt x="67" y="75"/>
                </a:cubicBezTo>
                <a:cubicBezTo>
                  <a:pt x="65" y="74"/>
                  <a:pt x="65" y="74"/>
                  <a:pt x="65" y="74"/>
                </a:cubicBezTo>
                <a:cubicBezTo>
                  <a:pt x="57" y="88"/>
                  <a:pt x="57" y="88"/>
                  <a:pt x="57" y="88"/>
                </a:cubicBezTo>
                <a:cubicBezTo>
                  <a:pt x="58" y="91"/>
                  <a:pt x="58" y="91"/>
                  <a:pt x="58" y="91"/>
                </a:cubicBezTo>
                <a:close/>
                <a:moveTo>
                  <a:pt x="56" y="84"/>
                </a:moveTo>
                <a:cubicBezTo>
                  <a:pt x="63" y="72"/>
                  <a:pt x="63" y="72"/>
                  <a:pt x="63" y="72"/>
                </a:cubicBezTo>
                <a:cubicBezTo>
                  <a:pt x="61" y="70"/>
                  <a:pt x="61" y="70"/>
                  <a:pt x="61" y="70"/>
                </a:cubicBezTo>
                <a:cubicBezTo>
                  <a:pt x="55" y="81"/>
                  <a:pt x="55" y="81"/>
                  <a:pt x="55" y="81"/>
                </a:cubicBezTo>
                <a:cubicBezTo>
                  <a:pt x="56" y="84"/>
                  <a:pt x="56" y="84"/>
                  <a:pt x="56" y="84"/>
                </a:cubicBezTo>
                <a:close/>
                <a:moveTo>
                  <a:pt x="53" y="78"/>
                </a:moveTo>
                <a:cubicBezTo>
                  <a:pt x="59" y="68"/>
                  <a:pt x="59" y="68"/>
                  <a:pt x="59" y="68"/>
                </a:cubicBezTo>
                <a:cubicBezTo>
                  <a:pt x="57" y="66"/>
                  <a:pt x="57" y="66"/>
                  <a:pt x="57" y="66"/>
                </a:cubicBezTo>
                <a:cubicBezTo>
                  <a:pt x="52" y="75"/>
                  <a:pt x="52" y="75"/>
                  <a:pt x="52" y="75"/>
                </a:cubicBezTo>
                <a:cubicBezTo>
                  <a:pt x="53" y="78"/>
                  <a:pt x="53" y="78"/>
                  <a:pt x="53" y="78"/>
                </a:cubicBezTo>
                <a:close/>
                <a:moveTo>
                  <a:pt x="51" y="71"/>
                </a:moveTo>
                <a:cubicBezTo>
                  <a:pt x="55" y="64"/>
                  <a:pt x="55" y="64"/>
                  <a:pt x="55" y="64"/>
                </a:cubicBezTo>
                <a:cubicBezTo>
                  <a:pt x="53" y="62"/>
                  <a:pt x="53" y="62"/>
                  <a:pt x="53" y="62"/>
                </a:cubicBezTo>
                <a:cubicBezTo>
                  <a:pt x="50" y="68"/>
                  <a:pt x="50" y="68"/>
                  <a:pt x="50" y="68"/>
                </a:cubicBezTo>
                <a:cubicBezTo>
                  <a:pt x="51" y="71"/>
                  <a:pt x="51" y="71"/>
                  <a:pt x="51" y="71"/>
                </a:cubicBezTo>
                <a:close/>
                <a:moveTo>
                  <a:pt x="48" y="65"/>
                </a:moveTo>
                <a:cubicBezTo>
                  <a:pt x="51" y="61"/>
                  <a:pt x="51" y="61"/>
                  <a:pt x="51" y="61"/>
                </a:cubicBezTo>
                <a:cubicBezTo>
                  <a:pt x="49" y="59"/>
                  <a:pt x="49" y="59"/>
                  <a:pt x="49" y="59"/>
                </a:cubicBezTo>
                <a:cubicBezTo>
                  <a:pt x="47" y="61"/>
                  <a:pt x="47" y="61"/>
                  <a:pt x="47" y="61"/>
                </a:cubicBezTo>
                <a:cubicBezTo>
                  <a:pt x="48" y="65"/>
                  <a:pt x="48" y="65"/>
                  <a:pt x="48" y="65"/>
                </a:cubicBezTo>
                <a:close/>
                <a:moveTo>
                  <a:pt x="46" y="58"/>
                </a:moveTo>
                <a:cubicBezTo>
                  <a:pt x="45" y="55"/>
                  <a:pt x="45" y="55"/>
                  <a:pt x="45" y="55"/>
                </a:cubicBezTo>
                <a:cubicBezTo>
                  <a:pt x="47" y="57"/>
                  <a:pt x="47" y="57"/>
                  <a:pt x="47" y="57"/>
                </a:cubicBezTo>
                <a:cubicBezTo>
                  <a:pt x="46" y="58"/>
                  <a:pt x="46" y="58"/>
                  <a:pt x="46" y="58"/>
                </a:cubicBezTo>
                <a:close/>
                <a:moveTo>
                  <a:pt x="59" y="17"/>
                </a:moveTo>
                <a:cubicBezTo>
                  <a:pt x="41" y="54"/>
                  <a:pt x="41" y="54"/>
                  <a:pt x="41" y="54"/>
                </a:cubicBezTo>
                <a:cubicBezTo>
                  <a:pt x="41" y="54"/>
                  <a:pt x="38" y="28"/>
                  <a:pt x="36" y="13"/>
                </a:cubicBezTo>
                <a:cubicBezTo>
                  <a:pt x="16" y="15"/>
                  <a:pt x="0" y="33"/>
                  <a:pt x="0" y="54"/>
                </a:cubicBezTo>
                <a:cubicBezTo>
                  <a:pt x="0" y="77"/>
                  <a:pt x="18" y="95"/>
                  <a:pt x="41" y="95"/>
                </a:cubicBezTo>
                <a:cubicBezTo>
                  <a:pt x="46" y="95"/>
                  <a:pt x="51" y="94"/>
                  <a:pt x="55" y="93"/>
                </a:cubicBezTo>
                <a:cubicBezTo>
                  <a:pt x="41" y="54"/>
                  <a:pt x="41" y="54"/>
                  <a:pt x="41" y="54"/>
                </a:cubicBezTo>
                <a:cubicBezTo>
                  <a:pt x="68" y="23"/>
                  <a:pt x="68" y="23"/>
                  <a:pt x="68" y="23"/>
                </a:cubicBezTo>
                <a:cubicBezTo>
                  <a:pt x="66" y="20"/>
                  <a:pt x="63" y="18"/>
                  <a:pt x="59" y="17"/>
                </a:cubicBezTo>
                <a:close/>
                <a:moveTo>
                  <a:pt x="43" y="0"/>
                </a:moveTo>
                <a:cubicBezTo>
                  <a:pt x="41" y="0"/>
                  <a:pt x="40" y="0"/>
                  <a:pt x="38" y="0"/>
                </a:cubicBezTo>
                <a:cubicBezTo>
                  <a:pt x="40" y="15"/>
                  <a:pt x="43" y="41"/>
                  <a:pt x="43" y="41"/>
                </a:cubicBezTo>
                <a:cubicBezTo>
                  <a:pt x="61" y="4"/>
                  <a:pt x="61" y="4"/>
                  <a:pt x="61" y="4"/>
                </a:cubicBezTo>
                <a:cubicBezTo>
                  <a:pt x="56" y="1"/>
                  <a:pt x="49" y="0"/>
                  <a:pt x="43" y="0"/>
                </a:cubicBezTo>
                <a:close/>
              </a:path>
            </a:pathLst>
          </a:custGeom>
          <a:solidFill>
            <a:schemeClr val="accent3"/>
          </a:solidFill>
          <a:ln>
            <a:noFill/>
          </a:ln>
        </p:spPr>
        <p:txBody>
          <a:bodyPr vert="horz" wrap="square" lIns="91430" tIns="45716" rIns="91430" bIns="45716"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defTabSz="866943" fontAlgn="base">
              <a:lnSpc>
                <a:spcPct val="120000"/>
              </a:lnSpc>
              <a:spcBef>
                <a:spcPct val="0"/>
              </a:spcBef>
              <a:spcAft>
                <a:spcPct val="0"/>
              </a:spcAft>
            </a:pPr>
            <a:endParaRPr lang="zh-CN" altLang="en-US" sz="90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97" name="Freeform 23">
            <a:extLst>
              <a:ext uri="{FF2B5EF4-FFF2-40B4-BE49-F238E27FC236}">
                <a16:creationId xmlns:a16="http://schemas.microsoft.com/office/drawing/2014/main" id="{EA1DF275-27EB-46D3-8CAE-9EB2CDD1D3D9}"/>
              </a:ext>
            </a:extLst>
          </p:cNvPr>
          <p:cNvSpPr>
            <a:spLocks noEditPoints="1"/>
          </p:cNvSpPr>
          <p:nvPr/>
        </p:nvSpPr>
        <p:spPr bwMode="auto">
          <a:xfrm>
            <a:off x="5770635" y="3418571"/>
            <a:ext cx="656502" cy="530789"/>
          </a:xfrm>
          <a:custGeom>
            <a:avLst/>
            <a:gdLst>
              <a:gd name="T0" fmla="*/ 86 w 109"/>
              <a:gd name="T1" fmla="*/ 88 h 88"/>
              <a:gd name="T2" fmla="*/ 84 w 109"/>
              <a:gd name="T3" fmla="*/ 44 h 88"/>
              <a:gd name="T4" fmla="*/ 80 w 109"/>
              <a:gd name="T5" fmla="*/ 71 h 88"/>
              <a:gd name="T6" fmla="*/ 109 w 109"/>
              <a:gd name="T7" fmla="*/ 0 h 88"/>
              <a:gd name="T8" fmla="*/ 92 w 109"/>
              <a:gd name="T9" fmla="*/ 33 h 88"/>
              <a:gd name="T10" fmla="*/ 80 w 109"/>
              <a:gd name="T11" fmla="*/ 25 h 88"/>
              <a:gd name="T12" fmla="*/ 67 w 109"/>
              <a:gd name="T13" fmla="*/ 68 h 88"/>
              <a:gd name="T14" fmla="*/ 37 w 109"/>
              <a:gd name="T15" fmla="*/ 73 h 88"/>
              <a:gd name="T16" fmla="*/ 19 w 109"/>
              <a:gd name="T17" fmla="*/ 63 h 88"/>
              <a:gd name="T18" fmla="*/ 0 w 109"/>
              <a:gd name="T19" fmla="*/ 56 h 88"/>
              <a:gd name="T20" fmla="*/ 25 w 109"/>
              <a:gd name="T21" fmla="*/ 48 h 88"/>
              <a:gd name="T22" fmla="*/ 30 w 109"/>
              <a:gd name="T23" fmla="*/ 57 h 88"/>
              <a:gd name="T24" fmla="*/ 44 w 109"/>
              <a:gd name="T25" fmla="*/ 29 h 88"/>
              <a:gd name="T26" fmla="*/ 66 w 109"/>
              <a:gd name="T27" fmla="*/ 50 h 88"/>
              <a:gd name="T28" fmla="*/ 68 w 109"/>
              <a:gd name="T29" fmla="*/ 18 h 88"/>
              <a:gd name="T30" fmla="*/ 78 w 109"/>
              <a:gd name="T31" fmla="*/ 12 h 88"/>
              <a:gd name="T32" fmla="*/ 90 w 109"/>
              <a:gd name="T33" fmla="*/ 1 h 88"/>
              <a:gd name="T34" fmla="*/ 22 w 109"/>
              <a:gd name="T35" fmla="*/ 88 h 88"/>
              <a:gd name="T36" fmla="*/ 29 w 109"/>
              <a:gd name="T37" fmla="*/ 80 h 88"/>
              <a:gd name="T38" fmla="*/ 22 w 109"/>
              <a:gd name="T39" fmla="*/ 79 h 88"/>
              <a:gd name="T40" fmla="*/ 11 w 109"/>
              <a:gd name="T41" fmla="*/ 88 h 88"/>
              <a:gd name="T42" fmla="*/ 17 w 109"/>
              <a:gd name="T43" fmla="*/ 71 h 88"/>
              <a:gd name="T44" fmla="*/ 11 w 109"/>
              <a:gd name="T45" fmla="*/ 73 h 88"/>
              <a:gd name="T46" fmla="*/ 34 w 109"/>
              <a:gd name="T47" fmla="*/ 88 h 88"/>
              <a:gd name="T48" fmla="*/ 40 w 109"/>
              <a:gd name="T49" fmla="*/ 79 h 88"/>
              <a:gd name="T50" fmla="*/ 34 w 109"/>
              <a:gd name="T51" fmla="*/ 80 h 88"/>
              <a:gd name="T52" fmla="*/ 45 w 109"/>
              <a:gd name="T53" fmla="*/ 88 h 88"/>
              <a:gd name="T54" fmla="*/ 52 w 109"/>
              <a:gd name="T55" fmla="*/ 63 h 88"/>
              <a:gd name="T56" fmla="*/ 45 w 109"/>
              <a:gd name="T57" fmla="*/ 69 h 88"/>
              <a:gd name="T58" fmla="*/ 57 w 109"/>
              <a:gd name="T59" fmla="*/ 88 h 88"/>
              <a:gd name="T60" fmla="*/ 63 w 109"/>
              <a:gd name="T61" fmla="*/ 73 h 88"/>
              <a:gd name="T62" fmla="*/ 57 w 109"/>
              <a:gd name="T63" fmla="*/ 88 h 88"/>
              <a:gd name="T64" fmla="*/ 75 w 109"/>
              <a:gd name="T65" fmla="*/ 88 h 88"/>
              <a:gd name="T66" fmla="*/ 68 w 109"/>
              <a:gd name="T67" fmla="*/ 75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9" h="88">
                <a:moveTo>
                  <a:pt x="80" y="88"/>
                </a:moveTo>
                <a:cubicBezTo>
                  <a:pt x="86" y="88"/>
                  <a:pt x="86" y="88"/>
                  <a:pt x="86" y="88"/>
                </a:cubicBezTo>
                <a:cubicBezTo>
                  <a:pt x="86" y="44"/>
                  <a:pt x="86" y="44"/>
                  <a:pt x="86" y="44"/>
                </a:cubicBezTo>
                <a:cubicBezTo>
                  <a:pt x="84" y="44"/>
                  <a:pt x="84" y="44"/>
                  <a:pt x="84" y="44"/>
                </a:cubicBezTo>
                <a:cubicBezTo>
                  <a:pt x="82" y="70"/>
                  <a:pt x="82" y="70"/>
                  <a:pt x="82" y="70"/>
                </a:cubicBezTo>
                <a:cubicBezTo>
                  <a:pt x="80" y="71"/>
                  <a:pt x="80" y="71"/>
                  <a:pt x="80" y="71"/>
                </a:cubicBezTo>
                <a:cubicBezTo>
                  <a:pt x="80" y="88"/>
                  <a:pt x="80" y="88"/>
                  <a:pt x="80" y="88"/>
                </a:cubicBezTo>
                <a:close/>
                <a:moveTo>
                  <a:pt x="109" y="0"/>
                </a:moveTo>
                <a:cubicBezTo>
                  <a:pt x="100" y="17"/>
                  <a:pt x="100" y="17"/>
                  <a:pt x="100" y="17"/>
                </a:cubicBezTo>
                <a:cubicBezTo>
                  <a:pt x="92" y="33"/>
                  <a:pt x="92" y="33"/>
                  <a:pt x="92" y="33"/>
                </a:cubicBezTo>
                <a:cubicBezTo>
                  <a:pt x="84" y="22"/>
                  <a:pt x="84" y="22"/>
                  <a:pt x="84" y="22"/>
                </a:cubicBezTo>
                <a:cubicBezTo>
                  <a:pt x="80" y="25"/>
                  <a:pt x="80" y="25"/>
                  <a:pt x="80" y="25"/>
                </a:cubicBezTo>
                <a:cubicBezTo>
                  <a:pt x="77" y="64"/>
                  <a:pt x="77" y="64"/>
                  <a:pt x="77" y="64"/>
                </a:cubicBezTo>
                <a:cubicBezTo>
                  <a:pt x="67" y="68"/>
                  <a:pt x="67" y="68"/>
                  <a:pt x="67" y="68"/>
                </a:cubicBezTo>
                <a:cubicBezTo>
                  <a:pt x="48" y="50"/>
                  <a:pt x="48" y="50"/>
                  <a:pt x="48" y="50"/>
                </a:cubicBezTo>
                <a:cubicBezTo>
                  <a:pt x="37" y="73"/>
                  <a:pt x="37" y="73"/>
                  <a:pt x="37" y="73"/>
                </a:cubicBezTo>
                <a:cubicBezTo>
                  <a:pt x="26" y="73"/>
                  <a:pt x="26" y="73"/>
                  <a:pt x="26" y="73"/>
                </a:cubicBezTo>
                <a:cubicBezTo>
                  <a:pt x="19" y="63"/>
                  <a:pt x="19" y="63"/>
                  <a:pt x="19" y="63"/>
                </a:cubicBezTo>
                <a:cubicBezTo>
                  <a:pt x="4" y="67"/>
                  <a:pt x="4" y="67"/>
                  <a:pt x="4" y="67"/>
                </a:cubicBezTo>
                <a:cubicBezTo>
                  <a:pt x="0" y="56"/>
                  <a:pt x="0" y="56"/>
                  <a:pt x="0" y="56"/>
                </a:cubicBezTo>
                <a:cubicBezTo>
                  <a:pt x="20" y="50"/>
                  <a:pt x="20" y="50"/>
                  <a:pt x="20" y="50"/>
                </a:cubicBezTo>
                <a:cubicBezTo>
                  <a:pt x="25" y="48"/>
                  <a:pt x="25" y="48"/>
                  <a:pt x="25" y="48"/>
                </a:cubicBezTo>
                <a:cubicBezTo>
                  <a:pt x="27" y="52"/>
                  <a:pt x="27" y="52"/>
                  <a:pt x="27" y="52"/>
                </a:cubicBezTo>
                <a:cubicBezTo>
                  <a:pt x="30" y="57"/>
                  <a:pt x="30" y="57"/>
                  <a:pt x="30" y="57"/>
                </a:cubicBezTo>
                <a:cubicBezTo>
                  <a:pt x="40" y="37"/>
                  <a:pt x="40" y="37"/>
                  <a:pt x="40" y="37"/>
                </a:cubicBezTo>
                <a:cubicBezTo>
                  <a:pt x="44" y="29"/>
                  <a:pt x="44" y="29"/>
                  <a:pt x="44" y="29"/>
                </a:cubicBezTo>
                <a:cubicBezTo>
                  <a:pt x="50" y="35"/>
                  <a:pt x="50" y="35"/>
                  <a:pt x="50" y="35"/>
                </a:cubicBezTo>
                <a:cubicBezTo>
                  <a:pt x="66" y="50"/>
                  <a:pt x="66" y="50"/>
                  <a:pt x="66" y="50"/>
                </a:cubicBezTo>
                <a:cubicBezTo>
                  <a:pt x="68" y="21"/>
                  <a:pt x="68" y="21"/>
                  <a:pt x="68" y="21"/>
                </a:cubicBezTo>
                <a:cubicBezTo>
                  <a:pt x="68" y="18"/>
                  <a:pt x="68" y="18"/>
                  <a:pt x="68" y="18"/>
                </a:cubicBezTo>
                <a:cubicBezTo>
                  <a:pt x="71" y="16"/>
                  <a:pt x="71" y="16"/>
                  <a:pt x="71" y="16"/>
                </a:cubicBezTo>
                <a:cubicBezTo>
                  <a:pt x="78" y="12"/>
                  <a:pt x="78" y="12"/>
                  <a:pt x="78" y="12"/>
                </a:cubicBezTo>
                <a:cubicBezTo>
                  <a:pt x="72" y="2"/>
                  <a:pt x="72" y="2"/>
                  <a:pt x="72" y="2"/>
                </a:cubicBezTo>
                <a:cubicBezTo>
                  <a:pt x="90" y="1"/>
                  <a:pt x="90" y="1"/>
                  <a:pt x="90" y="1"/>
                </a:cubicBezTo>
                <a:cubicBezTo>
                  <a:pt x="109" y="0"/>
                  <a:pt x="109" y="0"/>
                  <a:pt x="109" y="0"/>
                </a:cubicBezTo>
                <a:close/>
                <a:moveTo>
                  <a:pt x="22" y="88"/>
                </a:moveTo>
                <a:cubicBezTo>
                  <a:pt x="24" y="88"/>
                  <a:pt x="27" y="88"/>
                  <a:pt x="29" y="88"/>
                </a:cubicBezTo>
                <a:cubicBezTo>
                  <a:pt x="29" y="80"/>
                  <a:pt x="29" y="80"/>
                  <a:pt x="29" y="80"/>
                </a:cubicBezTo>
                <a:cubicBezTo>
                  <a:pt x="23" y="81"/>
                  <a:pt x="23" y="81"/>
                  <a:pt x="23" y="81"/>
                </a:cubicBezTo>
                <a:cubicBezTo>
                  <a:pt x="22" y="79"/>
                  <a:pt x="22" y="79"/>
                  <a:pt x="22" y="79"/>
                </a:cubicBezTo>
                <a:cubicBezTo>
                  <a:pt x="22" y="88"/>
                  <a:pt x="22" y="88"/>
                  <a:pt x="22" y="88"/>
                </a:cubicBezTo>
                <a:close/>
                <a:moveTo>
                  <a:pt x="11" y="88"/>
                </a:moveTo>
                <a:cubicBezTo>
                  <a:pt x="17" y="88"/>
                  <a:pt x="17" y="88"/>
                  <a:pt x="17" y="88"/>
                </a:cubicBezTo>
                <a:cubicBezTo>
                  <a:pt x="17" y="71"/>
                  <a:pt x="17" y="71"/>
                  <a:pt x="17" y="71"/>
                </a:cubicBezTo>
                <a:cubicBezTo>
                  <a:pt x="17" y="71"/>
                  <a:pt x="17" y="71"/>
                  <a:pt x="17" y="71"/>
                </a:cubicBezTo>
                <a:cubicBezTo>
                  <a:pt x="11" y="73"/>
                  <a:pt x="11" y="73"/>
                  <a:pt x="11" y="73"/>
                </a:cubicBezTo>
                <a:cubicBezTo>
                  <a:pt x="11" y="88"/>
                  <a:pt x="11" y="88"/>
                  <a:pt x="11" y="88"/>
                </a:cubicBezTo>
                <a:close/>
                <a:moveTo>
                  <a:pt x="34" y="88"/>
                </a:moveTo>
                <a:cubicBezTo>
                  <a:pt x="36" y="88"/>
                  <a:pt x="38" y="88"/>
                  <a:pt x="40" y="88"/>
                </a:cubicBezTo>
                <a:cubicBezTo>
                  <a:pt x="40" y="79"/>
                  <a:pt x="40" y="79"/>
                  <a:pt x="40" y="79"/>
                </a:cubicBezTo>
                <a:cubicBezTo>
                  <a:pt x="40" y="80"/>
                  <a:pt x="40" y="80"/>
                  <a:pt x="40" y="80"/>
                </a:cubicBezTo>
                <a:cubicBezTo>
                  <a:pt x="34" y="80"/>
                  <a:pt x="34" y="80"/>
                  <a:pt x="34" y="80"/>
                </a:cubicBezTo>
                <a:cubicBezTo>
                  <a:pt x="34" y="88"/>
                  <a:pt x="34" y="88"/>
                  <a:pt x="34" y="88"/>
                </a:cubicBezTo>
                <a:close/>
                <a:moveTo>
                  <a:pt x="45" y="88"/>
                </a:moveTo>
                <a:cubicBezTo>
                  <a:pt x="47" y="88"/>
                  <a:pt x="50" y="88"/>
                  <a:pt x="52" y="88"/>
                </a:cubicBezTo>
                <a:cubicBezTo>
                  <a:pt x="52" y="63"/>
                  <a:pt x="52" y="63"/>
                  <a:pt x="52" y="63"/>
                </a:cubicBezTo>
                <a:cubicBezTo>
                  <a:pt x="49" y="60"/>
                  <a:pt x="49" y="60"/>
                  <a:pt x="49" y="60"/>
                </a:cubicBezTo>
                <a:cubicBezTo>
                  <a:pt x="45" y="69"/>
                  <a:pt x="45" y="69"/>
                  <a:pt x="45" y="69"/>
                </a:cubicBezTo>
                <a:cubicBezTo>
                  <a:pt x="45" y="88"/>
                  <a:pt x="45" y="88"/>
                  <a:pt x="45" y="88"/>
                </a:cubicBezTo>
                <a:close/>
                <a:moveTo>
                  <a:pt x="57" y="88"/>
                </a:moveTo>
                <a:cubicBezTo>
                  <a:pt x="59" y="88"/>
                  <a:pt x="61" y="88"/>
                  <a:pt x="63" y="88"/>
                </a:cubicBezTo>
                <a:cubicBezTo>
                  <a:pt x="63" y="73"/>
                  <a:pt x="63" y="73"/>
                  <a:pt x="63" y="73"/>
                </a:cubicBezTo>
                <a:cubicBezTo>
                  <a:pt x="57" y="67"/>
                  <a:pt x="57" y="67"/>
                  <a:pt x="57" y="67"/>
                </a:cubicBezTo>
                <a:cubicBezTo>
                  <a:pt x="57" y="88"/>
                  <a:pt x="57" y="88"/>
                  <a:pt x="57" y="88"/>
                </a:cubicBezTo>
                <a:close/>
                <a:moveTo>
                  <a:pt x="68" y="88"/>
                </a:moveTo>
                <a:cubicBezTo>
                  <a:pt x="70" y="88"/>
                  <a:pt x="73" y="88"/>
                  <a:pt x="75" y="88"/>
                </a:cubicBezTo>
                <a:cubicBezTo>
                  <a:pt x="75" y="72"/>
                  <a:pt x="75" y="72"/>
                  <a:pt x="75" y="72"/>
                </a:cubicBezTo>
                <a:cubicBezTo>
                  <a:pt x="68" y="75"/>
                  <a:pt x="68" y="75"/>
                  <a:pt x="68" y="75"/>
                </a:cubicBezTo>
                <a:lnTo>
                  <a:pt x="68" y="88"/>
                </a:lnTo>
                <a:close/>
              </a:path>
            </a:pathLst>
          </a:custGeom>
          <a:solidFill>
            <a:schemeClr val="accent2"/>
          </a:solidFill>
          <a:ln>
            <a:noFill/>
          </a:ln>
        </p:spPr>
        <p:txBody>
          <a:bodyPr vert="horz" wrap="square" lIns="91430" tIns="45716" rIns="91430" bIns="45716"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defTabSz="866943" fontAlgn="base">
              <a:lnSpc>
                <a:spcPct val="120000"/>
              </a:lnSpc>
              <a:spcBef>
                <a:spcPct val="0"/>
              </a:spcBef>
              <a:spcAft>
                <a:spcPct val="0"/>
              </a:spcAft>
            </a:pPr>
            <a:endParaRPr lang="zh-CN" altLang="en-US" sz="90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98" name="TextBox 27">
            <a:extLst>
              <a:ext uri="{FF2B5EF4-FFF2-40B4-BE49-F238E27FC236}">
                <a16:creationId xmlns:a16="http://schemas.microsoft.com/office/drawing/2014/main" id="{260629BE-5A6B-462C-AAF9-607B9A3B539D}"/>
              </a:ext>
            </a:extLst>
          </p:cNvPr>
          <p:cNvSpPr txBox="1"/>
          <p:nvPr/>
        </p:nvSpPr>
        <p:spPr>
          <a:xfrm>
            <a:off x="4749800" y="4189613"/>
            <a:ext cx="2698175" cy="587853"/>
          </a:xfrm>
          <a:prstGeom prst="rect">
            <a:avLst/>
          </a:prstGeom>
          <a:noFill/>
        </p:spPr>
        <p:txBody>
          <a:bodyPr wrap="none" rtlCol="0">
            <a:spAutoFit/>
          </a:bodyPr>
          <a:lstStyle/>
          <a:p>
            <a:pPr algn="just" defTabSz="866943" fontAlgn="base">
              <a:lnSpc>
                <a:spcPct val="120000"/>
              </a:lnSpc>
              <a:spcBef>
                <a:spcPct val="0"/>
              </a:spcBef>
              <a:spcAft>
                <a:spcPct val="0"/>
              </a:spcAft>
            </a:pPr>
            <a:r>
              <a:rPr lang="zh-CN" altLang="en-US" sz="2800">
                <a:solidFill>
                  <a:schemeClr val="dk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请替换文字内容</a:t>
            </a:r>
            <a:endParaRPr lang="en-GB" sz="2800" dirty="0">
              <a:solidFill>
                <a:schemeClr val="dk1"/>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99" name="Rectangle 28">
            <a:extLst>
              <a:ext uri="{FF2B5EF4-FFF2-40B4-BE49-F238E27FC236}">
                <a16:creationId xmlns:a16="http://schemas.microsoft.com/office/drawing/2014/main" id="{DDD7EE5D-0256-45FC-A772-95B5F9064C42}"/>
              </a:ext>
            </a:extLst>
          </p:cNvPr>
          <p:cNvSpPr/>
          <p:nvPr/>
        </p:nvSpPr>
        <p:spPr>
          <a:xfrm>
            <a:off x="4678682" y="4835954"/>
            <a:ext cx="2665645" cy="963597"/>
          </a:xfrm>
          <a:prstGeom prst="rect">
            <a:avLst/>
          </a:prstGeom>
        </p:spPr>
        <p:txBody>
          <a:bodyPr wrap="square">
            <a:spAutoFit/>
          </a:bodyPr>
          <a:lstStyle/>
          <a:p>
            <a:pPr algn="just" defTabSz="866943" fontAlgn="base">
              <a:lnSpc>
                <a:spcPct val="120000"/>
              </a:lnSpc>
              <a:spcBef>
                <a:spcPct val="0"/>
              </a:spcBef>
              <a:spcAft>
                <a:spcPct val="0"/>
              </a:spcAft>
            </a:pPr>
            <a:r>
              <a:rPr lang="en-US" altLang="zh-CN" sz="1200" dirty="0">
                <a:solidFill>
                  <a:schemeClr val="dk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Please replace text, click add relevant headline, modify the text content, also can copy your content to this directly.</a:t>
            </a:r>
            <a:r>
              <a:rPr lang="zh-CN" altLang="en-US" sz="1200" dirty="0">
                <a:solidFill>
                  <a:schemeClr val="dk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a:t>
            </a:r>
            <a:endParaRPr lang="en-GB" altLang="zh-CN" sz="1200" dirty="0">
              <a:solidFill>
                <a:schemeClr val="dk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00" name="TextBox 31">
            <a:extLst>
              <a:ext uri="{FF2B5EF4-FFF2-40B4-BE49-F238E27FC236}">
                <a16:creationId xmlns:a16="http://schemas.microsoft.com/office/drawing/2014/main" id="{8B2A3E8C-7DD9-4CD5-ACD7-F88F43C81D16}"/>
              </a:ext>
            </a:extLst>
          </p:cNvPr>
          <p:cNvSpPr txBox="1"/>
          <p:nvPr/>
        </p:nvSpPr>
        <p:spPr>
          <a:xfrm>
            <a:off x="8205789" y="4189613"/>
            <a:ext cx="2698175" cy="587853"/>
          </a:xfrm>
          <a:prstGeom prst="rect">
            <a:avLst/>
          </a:prstGeom>
          <a:noFill/>
        </p:spPr>
        <p:txBody>
          <a:bodyPr wrap="none" rtlCol="0">
            <a:spAutoFit/>
          </a:bodyPr>
          <a:lstStyle/>
          <a:p>
            <a:pPr algn="just" defTabSz="866943" fontAlgn="base">
              <a:lnSpc>
                <a:spcPct val="120000"/>
              </a:lnSpc>
              <a:spcBef>
                <a:spcPct val="0"/>
              </a:spcBef>
              <a:spcAft>
                <a:spcPct val="0"/>
              </a:spcAft>
            </a:pPr>
            <a:r>
              <a:rPr lang="zh-CN" altLang="en-US" sz="2800">
                <a:solidFill>
                  <a:schemeClr val="dk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请替换文字内容</a:t>
            </a:r>
            <a:endParaRPr lang="en-GB" sz="2800" dirty="0">
              <a:solidFill>
                <a:schemeClr val="dk1"/>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01" name="Rectangle 32">
            <a:extLst>
              <a:ext uri="{FF2B5EF4-FFF2-40B4-BE49-F238E27FC236}">
                <a16:creationId xmlns:a16="http://schemas.microsoft.com/office/drawing/2014/main" id="{C51A3F42-CCBE-4C94-80E7-F0FA499DA47C}"/>
              </a:ext>
            </a:extLst>
          </p:cNvPr>
          <p:cNvSpPr/>
          <p:nvPr/>
        </p:nvSpPr>
        <p:spPr>
          <a:xfrm>
            <a:off x="8134671" y="4835954"/>
            <a:ext cx="2665645" cy="963597"/>
          </a:xfrm>
          <a:prstGeom prst="rect">
            <a:avLst/>
          </a:prstGeom>
        </p:spPr>
        <p:txBody>
          <a:bodyPr wrap="square">
            <a:spAutoFit/>
          </a:bodyPr>
          <a:lstStyle/>
          <a:p>
            <a:pPr algn="just" defTabSz="866943" fontAlgn="base">
              <a:lnSpc>
                <a:spcPct val="120000"/>
              </a:lnSpc>
              <a:spcBef>
                <a:spcPct val="0"/>
              </a:spcBef>
              <a:spcAft>
                <a:spcPct val="0"/>
              </a:spcAft>
            </a:pPr>
            <a:r>
              <a:rPr lang="en-US" altLang="zh-CN" sz="1200" dirty="0">
                <a:solidFill>
                  <a:schemeClr val="dk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Please replace text, click add relevant headline, modify the text content, also can copy your content to this directly.</a:t>
            </a:r>
            <a:r>
              <a:rPr lang="zh-CN" altLang="en-US" sz="1200" dirty="0">
                <a:solidFill>
                  <a:schemeClr val="dk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a:t>
            </a:r>
            <a:endParaRPr lang="en-GB" altLang="zh-CN" sz="1200" dirty="0">
              <a:solidFill>
                <a:schemeClr val="dk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cxnSp>
        <p:nvCxnSpPr>
          <p:cNvPr id="71" name="Straight Connector 8_1">
            <a:extLst>
              <a:ext uri="{FF2B5EF4-FFF2-40B4-BE49-F238E27FC236}">
                <a16:creationId xmlns:a16="http://schemas.microsoft.com/office/drawing/2014/main" id="{FE5DFF8E-BEF7-4950-B500-1B794964FF15}"/>
              </a:ext>
            </a:extLst>
          </p:cNvPr>
          <p:cNvCxnSpPr/>
          <p:nvPr/>
        </p:nvCxnSpPr>
        <p:spPr>
          <a:xfrm>
            <a:off x="6794500" y="6489700"/>
            <a:ext cx="4927600" cy="0"/>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62" name="Group 2_1">
            <a:extLst>
              <a:ext uri="{FF2B5EF4-FFF2-40B4-BE49-F238E27FC236}">
                <a16:creationId xmlns:a16="http://schemas.microsoft.com/office/drawing/2014/main" id="{AF74DFD3-65BF-4DFA-9260-0FB5725E51C4}"/>
              </a:ext>
            </a:extLst>
          </p:cNvPr>
          <p:cNvGrpSpPr/>
          <p:nvPr/>
        </p:nvGrpSpPr>
        <p:grpSpPr>
          <a:xfrm>
            <a:off x="0" y="0"/>
            <a:ext cx="1751115" cy="1097152"/>
            <a:chOff x="0" y="0"/>
            <a:chExt cx="1751115" cy="1097152"/>
          </a:xfrm>
        </p:grpSpPr>
        <p:grpSp>
          <p:nvGrpSpPr>
            <p:cNvPr id="63" name="组合 62">
              <a:extLst>
                <a:ext uri="{FF2B5EF4-FFF2-40B4-BE49-F238E27FC236}">
                  <a16:creationId xmlns:a16="http://schemas.microsoft.com/office/drawing/2014/main" id="{E917C627-19A0-4B11-AA77-218854B578D0}"/>
                </a:ext>
              </a:extLst>
            </p:cNvPr>
            <p:cNvGrpSpPr/>
            <p:nvPr/>
          </p:nvGrpSpPr>
          <p:grpSpPr>
            <a:xfrm>
              <a:off x="0" y="0"/>
              <a:ext cx="1751115" cy="1097152"/>
              <a:chOff x="-1832690" y="-1312191"/>
              <a:chExt cx="4302458" cy="3292533"/>
            </a:xfrm>
          </p:grpSpPr>
          <p:pic>
            <p:nvPicPr>
              <p:cNvPr id="65" name="PA-图片 2">
                <a:extLst>
                  <a:ext uri="{FF2B5EF4-FFF2-40B4-BE49-F238E27FC236}">
                    <a16:creationId xmlns:a16="http://schemas.microsoft.com/office/drawing/2014/main" id="{B845313C-B51B-489D-A6A8-A4513B01B6E3}"/>
                  </a:ext>
                </a:extLst>
              </p:cNvPr>
              <p:cNvPicPr>
                <a:picLocks noChangeAspect="1"/>
              </p:cNvPicPr>
              <p:nvPr>
                <p:custDataLst>
                  <p:tags r:id="rId2"/>
                </p:custDataLst>
              </p:nvPr>
            </p:nvPicPr>
            <p:blipFill rotWithShape="1">
              <a:blip r:embed="rId6" cstate="print">
                <a:extLst>
                  <a:ext uri="{28A0092B-C50C-407E-A947-70E740481C1C}">
                    <a14:useLocalDpi xmlns:a14="http://schemas.microsoft.com/office/drawing/2010/main" val="0"/>
                  </a:ext>
                </a:extLst>
              </a:blip>
              <a:srcRect l="15664" t="61151"/>
              <a:stretch/>
            </p:blipFill>
            <p:spPr>
              <a:xfrm>
                <a:off x="-1832690" y="-1312191"/>
                <a:ext cx="4302458" cy="2664265"/>
              </a:xfrm>
              <a:prstGeom prst="rect">
                <a:avLst/>
              </a:prstGeom>
            </p:spPr>
          </p:pic>
          <p:pic>
            <p:nvPicPr>
              <p:cNvPr id="66" name="PA-图片 7">
                <a:extLst>
                  <a:ext uri="{FF2B5EF4-FFF2-40B4-BE49-F238E27FC236}">
                    <a16:creationId xmlns:a16="http://schemas.microsoft.com/office/drawing/2014/main" id="{E3D2840F-CFA7-40A4-ACD3-A976F25C9298}"/>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975373" y="1127025"/>
                <a:ext cx="775743" cy="853317"/>
              </a:xfrm>
              <a:prstGeom prst="rect">
                <a:avLst/>
              </a:prstGeom>
            </p:spPr>
          </p:pic>
        </p:grpSp>
        <p:sp>
          <p:nvSpPr>
            <p:cNvPr id="64" name="PA-矩形8435759">
              <a:extLst>
                <a:ext uri="{FF2B5EF4-FFF2-40B4-BE49-F238E27FC236}">
                  <a16:creationId xmlns:a16="http://schemas.microsoft.com/office/drawing/2014/main" id="{9571BFF1-0CC4-48A2-B16E-955B881A051C}"/>
                </a:ext>
              </a:extLst>
            </p:cNvPr>
            <p:cNvSpPr/>
            <p:nvPr>
              <p:custDataLst>
                <p:tags r:id="rId1"/>
              </p:custDataLst>
            </p:nvPr>
          </p:nvSpPr>
          <p:spPr>
            <a:xfrm>
              <a:off x="60033" y="136009"/>
              <a:ext cx="1398588" cy="400110"/>
            </a:xfrm>
            <a:prstGeom prst="rect">
              <a:avLst/>
            </a:prstGeom>
          </p:spPr>
          <p:txBody>
            <a:bodyPr wrap="none">
              <a:spAutoFit/>
            </a:bodyPr>
            <a:lstStyle/>
            <a:p>
              <a:r>
                <a:rPr lang="en-US" altLang="zh-CN" sz="2000" dirty="0">
                  <a:latin typeface="思源黑体 CN Medium" panose="020B0600000000000000" pitchFamily="34" charset="-122"/>
                  <a:ea typeface="思源黑体 CN Medium" panose="020B0600000000000000" pitchFamily="34" charset="-122"/>
                  <a:sym typeface="思源黑体" panose="020B0400000000000000" pitchFamily="34" charset="-122"/>
                </a:rPr>
                <a:t>Enter title</a:t>
              </a:r>
              <a:endParaRPr lang="zh-CN" altLang="en-US" sz="2000" dirty="0">
                <a:latin typeface="思源黑体 CN Medium" panose="020B0600000000000000" pitchFamily="34" charset="-122"/>
                <a:ea typeface="思源黑体 CN Medium" panose="020B0600000000000000" pitchFamily="34" charset="-122"/>
              </a:endParaRPr>
            </a:p>
          </p:txBody>
        </p:sp>
      </p:grpSp>
    </p:spTree>
    <p:extLst>
      <p:ext uri="{BB962C8B-B14F-4D97-AF65-F5344CB8AC3E}">
        <p14:creationId xmlns:p14="http://schemas.microsoft.com/office/powerpoint/2010/main" val="3967320378"/>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fade">
                                      <p:cBhvr>
                                        <p:cTn id="7" dur="1000"/>
                                        <p:tgtEl>
                                          <p:spTgt spid="68"/>
                                        </p:tgtEl>
                                      </p:cBhvr>
                                    </p:animEffect>
                                    <p:anim calcmode="lin" valueType="num">
                                      <p:cBhvr>
                                        <p:cTn id="8" dur="1000" fill="hold"/>
                                        <p:tgtEl>
                                          <p:spTgt spid="68"/>
                                        </p:tgtEl>
                                        <p:attrNameLst>
                                          <p:attrName>ppt_x</p:attrName>
                                        </p:attrNameLst>
                                      </p:cBhvr>
                                      <p:tavLst>
                                        <p:tav tm="0">
                                          <p:val>
                                            <p:strVal val="#ppt_x"/>
                                          </p:val>
                                        </p:tav>
                                        <p:tav tm="100000">
                                          <p:val>
                                            <p:strVal val="#ppt_x"/>
                                          </p:val>
                                        </p:tav>
                                      </p:tavLst>
                                    </p:anim>
                                    <p:anim calcmode="lin" valueType="num">
                                      <p:cBhvr>
                                        <p:cTn id="9" dur="1000" fill="hold"/>
                                        <p:tgtEl>
                                          <p:spTgt spid="6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72"/>
                                        </p:tgtEl>
                                        <p:attrNameLst>
                                          <p:attrName>style.visibility</p:attrName>
                                        </p:attrNameLst>
                                      </p:cBhvr>
                                      <p:to>
                                        <p:strVal val="visible"/>
                                      </p:to>
                                    </p:set>
                                    <p:anim calcmode="lin" valueType="num">
                                      <p:cBhvr>
                                        <p:cTn id="13" dur="500" fill="hold"/>
                                        <p:tgtEl>
                                          <p:spTgt spid="72"/>
                                        </p:tgtEl>
                                        <p:attrNameLst>
                                          <p:attrName>ppt_w</p:attrName>
                                        </p:attrNameLst>
                                      </p:cBhvr>
                                      <p:tavLst>
                                        <p:tav tm="0">
                                          <p:val>
                                            <p:fltVal val="0"/>
                                          </p:val>
                                        </p:tav>
                                        <p:tav tm="100000">
                                          <p:val>
                                            <p:strVal val="#ppt_w"/>
                                          </p:val>
                                        </p:tav>
                                      </p:tavLst>
                                    </p:anim>
                                    <p:anim calcmode="lin" valueType="num">
                                      <p:cBhvr>
                                        <p:cTn id="14" dur="500" fill="hold"/>
                                        <p:tgtEl>
                                          <p:spTgt spid="72"/>
                                        </p:tgtEl>
                                        <p:attrNameLst>
                                          <p:attrName>ppt_h</p:attrName>
                                        </p:attrNameLst>
                                      </p:cBhvr>
                                      <p:tavLst>
                                        <p:tav tm="0">
                                          <p:val>
                                            <p:fltVal val="0"/>
                                          </p:val>
                                        </p:tav>
                                        <p:tav tm="100000">
                                          <p:val>
                                            <p:strVal val="#ppt_h"/>
                                          </p:val>
                                        </p:tav>
                                      </p:tavLst>
                                    </p:anim>
                                    <p:animEffect transition="in" filter="fade">
                                      <p:cBhvr>
                                        <p:cTn id="15" dur="500"/>
                                        <p:tgtEl>
                                          <p:spTgt spid="72"/>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73"/>
                                        </p:tgtEl>
                                        <p:attrNameLst>
                                          <p:attrName>style.visibility</p:attrName>
                                        </p:attrNameLst>
                                      </p:cBhvr>
                                      <p:to>
                                        <p:strVal val="visible"/>
                                      </p:to>
                                    </p:set>
                                    <p:animEffect transition="in" filter="wipe(left)">
                                      <p:cBhvr>
                                        <p:cTn id="19" dur="500"/>
                                        <p:tgtEl>
                                          <p:spTgt spid="73"/>
                                        </p:tgtEl>
                                      </p:cBhvr>
                                    </p:animEffect>
                                  </p:childTnLst>
                                </p:cTn>
                              </p:par>
                            </p:childTnLst>
                          </p:cTn>
                        </p:par>
                        <p:par>
                          <p:cTn id="20" fill="hold">
                            <p:stCondLst>
                              <p:cond delay="2000"/>
                            </p:stCondLst>
                            <p:childTnLst>
                              <p:par>
                                <p:cTn id="21" presetID="12" presetClass="entr" presetSubtype="4" fill="hold" grpId="0" nodeType="afterEffect">
                                  <p:stCondLst>
                                    <p:cond delay="0"/>
                                  </p:stCondLst>
                                  <p:childTnLst>
                                    <p:set>
                                      <p:cBhvr>
                                        <p:cTn id="22" dur="1" fill="hold">
                                          <p:stCondLst>
                                            <p:cond delay="0"/>
                                          </p:stCondLst>
                                        </p:cTn>
                                        <p:tgtEl>
                                          <p:spTgt spid="97"/>
                                        </p:tgtEl>
                                        <p:attrNameLst>
                                          <p:attrName>style.visibility</p:attrName>
                                        </p:attrNameLst>
                                      </p:cBhvr>
                                      <p:to>
                                        <p:strVal val="visible"/>
                                      </p:to>
                                    </p:set>
                                    <p:anim calcmode="lin" valueType="num">
                                      <p:cBhvr additive="base">
                                        <p:cTn id="23" dur="500"/>
                                        <p:tgtEl>
                                          <p:spTgt spid="97"/>
                                        </p:tgtEl>
                                        <p:attrNameLst>
                                          <p:attrName>ppt_y</p:attrName>
                                        </p:attrNameLst>
                                      </p:cBhvr>
                                      <p:tavLst>
                                        <p:tav tm="0">
                                          <p:val>
                                            <p:strVal val="#ppt_y+#ppt_h*1.125000"/>
                                          </p:val>
                                        </p:tav>
                                        <p:tav tm="100000">
                                          <p:val>
                                            <p:strVal val="#ppt_y"/>
                                          </p:val>
                                        </p:tav>
                                      </p:tavLst>
                                    </p:anim>
                                    <p:animEffect transition="in" filter="wipe(up)">
                                      <p:cBhvr>
                                        <p:cTn id="24" dur="500"/>
                                        <p:tgtEl>
                                          <p:spTgt spid="97"/>
                                        </p:tgtEl>
                                      </p:cBhvr>
                                    </p:animEffect>
                                  </p:childTnLst>
                                </p:cTn>
                              </p:par>
                            </p:childTnLst>
                          </p:cTn>
                        </p:par>
                        <p:par>
                          <p:cTn id="25" fill="hold">
                            <p:stCondLst>
                              <p:cond delay="2500"/>
                            </p:stCondLst>
                            <p:childTnLst>
                              <p:par>
                                <p:cTn id="26" presetID="12" presetClass="entr" presetSubtype="4" fill="hold" grpId="0" nodeType="afterEffect">
                                  <p:stCondLst>
                                    <p:cond delay="0"/>
                                  </p:stCondLst>
                                  <p:childTnLst>
                                    <p:set>
                                      <p:cBhvr>
                                        <p:cTn id="27" dur="1" fill="hold">
                                          <p:stCondLst>
                                            <p:cond delay="0"/>
                                          </p:stCondLst>
                                        </p:cTn>
                                        <p:tgtEl>
                                          <p:spTgt spid="96"/>
                                        </p:tgtEl>
                                        <p:attrNameLst>
                                          <p:attrName>style.visibility</p:attrName>
                                        </p:attrNameLst>
                                      </p:cBhvr>
                                      <p:to>
                                        <p:strVal val="visible"/>
                                      </p:to>
                                    </p:set>
                                    <p:anim calcmode="lin" valueType="num">
                                      <p:cBhvr additive="base">
                                        <p:cTn id="28" dur="500"/>
                                        <p:tgtEl>
                                          <p:spTgt spid="96"/>
                                        </p:tgtEl>
                                        <p:attrNameLst>
                                          <p:attrName>ppt_y</p:attrName>
                                        </p:attrNameLst>
                                      </p:cBhvr>
                                      <p:tavLst>
                                        <p:tav tm="0">
                                          <p:val>
                                            <p:strVal val="#ppt_y+#ppt_h*1.125000"/>
                                          </p:val>
                                        </p:tav>
                                        <p:tav tm="100000">
                                          <p:val>
                                            <p:strVal val="#ppt_y"/>
                                          </p:val>
                                        </p:tav>
                                      </p:tavLst>
                                    </p:anim>
                                    <p:animEffect transition="in" filter="wipe(up)">
                                      <p:cBhvr>
                                        <p:cTn id="29"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P spid="73" grpId="0"/>
      <p:bldP spid="96" grpId="0" animBg="1"/>
      <p:bldP spid="9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Title Line"/>
          <p:cNvCxnSpPr/>
          <p:nvPr/>
        </p:nvCxnSpPr>
        <p:spPr>
          <a:xfrm flipV="1">
            <a:off x="5600247" y="3081069"/>
            <a:ext cx="5422749" cy="6771"/>
          </a:xfrm>
          <a:prstGeom prst="line">
            <a:avLst/>
          </a:prstGeom>
          <a:solidFill>
            <a:schemeClr val="tx1"/>
          </a:solidFill>
          <a:ln w="12700">
            <a:solidFill>
              <a:schemeClr val="tx2">
                <a:lumMod val="90000"/>
                <a:lumOff val="10000"/>
              </a:schemeClr>
            </a:solidFill>
            <a:headEnd type="none" w="med" len="med"/>
            <a:tailEnd type="none" w="med" len="med"/>
          </a:ln>
          <a:effectLst>
            <a:outerShdw blurRad="50800" dist="50800" dir="5400000" algn="ctr" rotWithShape="0">
              <a:srgbClr val="000000">
                <a:alpha val="63000"/>
              </a:srgbClr>
            </a:outerShdw>
          </a:effectLst>
        </p:spPr>
      </p:cxnSp>
      <p:sp>
        <p:nvSpPr>
          <p:cNvPr id="6" name="5 Rectángulo redondeado"/>
          <p:cNvSpPr/>
          <p:nvPr/>
        </p:nvSpPr>
        <p:spPr>
          <a:xfrm>
            <a:off x="6151762" y="2376795"/>
            <a:ext cx="276332" cy="803328"/>
          </a:xfrm>
          <a:prstGeom prst="roundRect">
            <a:avLst>
              <a:gd name="adj" fmla="val 50000"/>
            </a:avLst>
          </a:prstGeom>
          <a:solidFill>
            <a:schemeClr val="accent2">
              <a:lumMod val="100000"/>
            </a:schemeClr>
          </a:solidFill>
          <a:ln>
            <a:noFill/>
          </a:ln>
          <a:effectLst>
            <a:outerShdw blurRad="50800" dist="50800" dir="5400000" algn="ctr" rotWithShape="0">
              <a:srgbClr val="000000">
                <a:alpha val="6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45143" tIns="22533" rIns="45143" bIns="22533" rtlCol="0" anchor="ctr"/>
          <a:lstStyle/>
          <a:p>
            <a:pPr algn="ctr" defTabSz="1191895"/>
            <a:endParaRPr lang="es-SV" sz="2400">
              <a:solidFill>
                <a:srgbClr val="FFFFFF"/>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7" name="6 Rectángulo redondeado"/>
          <p:cNvSpPr/>
          <p:nvPr/>
        </p:nvSpPr>
        <p:spPr>
          <a:xfrm>
            <a:off x="6517205" y="2140478"/>
            <a:ext cx="276332" cy="1039647"/>
          </a:xfrm>
          <a:prstGeom prst="roundRect">
            <a:avLst>
              <a:gd name="adj" fmla="val 50000"/>
            </a:avLst>
          </a:prstGeom>
          <a:solidFill>
            <a:schemeClr val="bg1">
              <a:lumMod val="65000"/>
            </a:schemeClr>
          </a:solidFill>
          <a:ln>
            <a:noFill/>
          </a:ln>
          <a:effectLst>
            <a:outerShdw blurRad="50800" dist="50800" dir="5400000" algn="ctr" rotWithShape="0">
              <a:srgbClr val="000000">
                <a:alpha val="6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45143" tIns="22533" rIns="45143" bIns="22533" rtlCol="0" anchor="ctr"/>
          <a:lstStyle/>
          <a:p>
            <a:pPr algn="ctr" defTabSz="1191895"/>
            <a:endParaRPr lang="es-SV" sz="2400">
              <a:solidFill>
                <a:srgbClr val="FFFFFF"/>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8" name="7 Rectángulo redondeado"/>
          <p:cNvSpPr/>
          <p:nvPr/>
        </p:nvSpPr>
        <p:spPr>
          <a:xfrm>
            <a:off x="5786319" y="2522222"/>
            <a:ext cx="276332" cy="657903"/>
          </a:xfrm>
          <a:prstGeom prst="roundRect">
            <a:avLst>
              <a:gd name="adj" fmla="val 50000"/>
            </a:avLst>
          </a:prstGeom>
          <a:solidFill>
            <a:schemeClr val="accent1"/>
          </a:solidFill>
          <a:ln>
            <a:noFill/>
          </a:ln>
          <a:effectLst>
            <a:outerShdw blurRad="50800" dist="50800" dir="5400000" algn="ctr" rotWithShape="0">
              <a:srgbClr val="000000">
                <a:alpha val="6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45143" tIns="22533" rIns="45143" bIns="22533" rtlCol="0" anchor="ctr"/>
          <a:lstStyle/>
          <a:p>
            <a:pPr algn="ctr" defTabSz="1191895"/>
            <a:endParaRPr lang="es-SV" sz="2400">
              <a:solidFill>
                <a:srgbClr val="FFFFFF"/>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3" name="12 Rectángulo redondeado"/>
          <p:cNvSpPr/>
          <p:nvPr/>
        </p:nvSpPr>
        <p:spPr>
          <a:xfrm>
            <a:off x="7524325" y="2376795"/>
            <a:ext cx="276332" cy="803328"/>
          </a:xfrm>
          <a:prstGeom prst="roundRect">
            <a:avLst>
              <a:gd name="adj" fmla="val 50000"/>
            </a:avLst>
          </a:prstGeom>
          <a:solidFill>
            <a:schemeClr val="accent2">
              <a:lumMod val="100000"/>
            </a:schemeClr>
          </a:solidFill>
          <a:ln>
            <a:noFill/>
          </a:ln>
          <a:effectLst>
            <a:outerShdw blurRad="50800" dist="50800" dir="5400000" algn="ctr" rotWithShape="0">
              <a:srgbClr val="000000">
                <a:alpha val="6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45143" tIns="22533" rIns="45143" bIns="22533" rtlCol="0" anchor="ctr"/>
          <a:lstStyle/>
          <a:p>
            <a:pPr algn="ctr" defTabSz="1191895"/>
            <a:endParaRPr lang="es-SV" sz="2400">
              <a:solidFill>
                <a:srgbClr val="FFFFFF"/>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4" name="13 Rectángulo redondeado"/>
          <p:cNvSpPr/>
          <p:nvPr/>
        </p:nvSpPr>
        <p:spPr>
          <a:xfrm>
            <a:off x="7889767" y="2376795"/>
            <a:ext cx="276332" cy="803328"/>
          </a:xfrm>
          <a:prstGeom prst="roundRect">
            <a:avLst>
              <a:gd name="adj" fmla="val 50000"/>
            </a:avLst>
          </a:prstGeom>
          <a:solidFill>
            <a:schemeClr val="bg1">
              <a:lumMod val="65000"/>
            </a:schemeClr>
          </a:solidFill>
          <a:ln>
            <a:noFill/>
          </a:ln>
          <a:effectLst>
            <a:outerShdw blurRad="50800" dist="50800" dir="5400000" algn="ctr" rotWithShape="0">
              <a:srgbClr val="000000">
                <a:alpha val="6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45143" tIns="22533" rIns="45143" bIns="22533" rtlCol="0" anchor="ctr"/>
          <a:lstStyle/>
          <a:p>
            <a:pPr algn="ctr" defTabSz="1191895"/>
            <a:endParaRPr lang="es-SV" sz="2400">
              <a:solidFill>
                <a:srgbClr val="FFFFFF"/>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 name="14 Rectángulo redondeado"/>
          <p:cNvSpPr/>
          <p:nvPr/>
        </p:nvSpPr>
        <p:spPr>
          <a:xfrm>
            <a:off x="7158879" y="2229604"/>
            <a:ext cx="276332" cy="950520"/>
          </a:xfrm>
          <a:prstGeom prst="roundRect">
            <a:avLst>
              <a:gd name="adj" fmla="val 50000"/>
            </a:avLst>
          </a:prstGeom>
          <a:solidFill>
            <a:schemeClr val="accent1"/>
          </a:solidFill>
          <a:ln>
            <a:noFill/>
          </a:ln>
          <a:effectLst>
            <a:outerShdw blurRad="50800" dist="50800" dir="5400000" algn="ctr" rotWithShape="0">
              <a:srgbClr val="000000">
                <a:alpha val="6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45143" tIns="22533" rIns="45143" bIns="22533" rtlCol="0" anchor="ctr"/>
          <a:lstStyle/>
          <a:p>
            <a:pPr algn="ctr" defTabSz="1191895"/>
            <a:endParaRPr lang="es-SV" sz="2400">
              <a:solidFill>
                <a:srgbClr val="FFFFFF"/>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5" name="24 Rectángulo redondeado"/>
          <p:cNvSpPr/>
          <p:nvPr/>
        </p:nvSpPr>
        <p:spPr>
          <a:xfrm>
            <a:off x="8896887" y="2072105"/>
            <a:ext cx="276332" cy="1108019"/>
          </a:xfrm>
          <a:prstGeom prst="roundRect">
            <a:avLst>
              <a:gd name="adj" fmla="val 50000"/>
            </a:avLst>
          </a:prstGeom>
          <a:solidFill>
            <a:schemeClr val="accent2">
              <a:lumMod val="100000"/>
            </a:schemeClr>
          </a:solidFill>
          <a:ln>
            <a:noFill/>
          </a:ln>
          <a:effectLst>
            <a:outerShdw blurRad="50800" dist="50800" dir="5400000" algn="ctr" rotWithShape="0">
              <a:srgbClr val="000000">
                <a:alpha val="6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45143" tIns="22533" rIns="45143" bIns="22533" rtlCol="0" anchor="ctr"/>
          <a:lstStyle/>
          <a:p>
            <a:pPr algn="ctr" defTabSz="1191895"/>
            <a:endParaRPr lang="es-SV" sz="2400">
              <a:solidFill>
                <a:srgbClr val="FFFFFF"/>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6" name="25 Rectángulo redondeado"/>
          <p:cNvSpPr/>
          <p:nvPr/>
        </p:nvSpPr>
        <p:spPr>
          <a:xfrm>
            <a:off x="9262331" y="2626198"/>
            <a:ext cx="276332" cy="554009"/>
          </a:xfrm>
          <a:prstGeom prst="roundRect">
            <a:avLst>
              <a:gd name="adj" fmla="val 50000"/>
            </a:avLst>
          </a:prstGeom>
          <a:solidFill>
            <a:schemeClr val="bg1">
              <a:lumMod val="65000"/>
            </a:schemeClr>
          </a:solidFill>
          <a:ln>
            <a:noFill/>
          </a:ln>
          <a:effectLst>
            <a:outerShdw blurRad="50800" dist="50800" dir="5400000" algn="ctr" rotWithShape="0">
              <a:srgbClr val="000000">
                <a:alpha val="6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45143" tIns="22533" rIns="45143" bIns="22533" rtlCol="0" anchor="ctr"/>
          <a:lstStyle/>
          <a:p>
            <a:pPr algn="ctr" defTabSz="1191895"/>
            <a:endParaRPr lang="es-SV" sz="2400">
              <a:solidFill>
                <a:srgbClr val="FFFFFF"/>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7" name="26 Rectángulo redondeado"/>
          <p:cNvSpPr/>
          <p:nvPr/>
        </p:nvSpPr>
        <p:spPr>
          <a:xfrm>
            <a:off x="8531442" y="2274603"/>
            <a:ext cx="276332" cy="905520"/>
          </a:xfrm>
          <a:prstGeom prst="roundRect">
            <a:avLst>
              <a:gd name="adj" fmla="val 50000"/>
            </a:avLst>
          </a:prstGeom>
          <a:solidFill>
            <a:schemeClr val="accent1"/>
          </a:solidFill>
          <a:ln>
            <a:noFill/>
          </a:ln>
          <a:effectLst>
            <a:outerShdw blurRad="50800" dist="50800" dir="5400000" algn="ctr" rotWithShape="0">
              <a:srgbClr val="000000">
                <a:alpha val="6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45143" tIns="22533" rIns="45143" bIns="22533" rtlCol="0" anchor="ctr"/>
          <a:lstStyle/>
          <a:p>
            <a:pPr algn="ctr" defTabSz="1191895"/>
            <a:endParaRPr lang="es-SV" sz="2400">
              <a:solidFill>
                <a:srgbClr val="FFFFFF"/>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3" name="飞印象"/>
          <p:cNvSpPr/>
          <p:nvPr/>
        </p:nvSpPr>
        <p:spPr>
          <a:xfrm>
            <a:off x="10245240" y="2229604"/>
            <a:ext cx="276332" cy="950520"/>
          </a:xfrm>
          <a:prstGeom prst="roundRect">
            <a:avLst>
              <a:gd name="adj" fmla="val 50000"/>
            </a:avLst>
          </a:prstGeom>
          <a:solidFill>
            <a:schemeClr val="accent2">
              <a:lumMod val="100000"/>
            </a:schemeClr>
          </a:solidFill>
          <a:ln>
            <a:noFill/>
          </a:ln>
          <a:effectLst>
            <a:outerShdw blurRad="50800" dist="50800" dir="5400000" algn="ctr" rotWithShape="0">
              <a:srgbClr val="000000">
                <a:alpha val="6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45143" tIns="22533" rIns="45143" bIns="22533" rtlCol="0" anchor="ctr"/>
          <a:lstStyle/>
          <a:p>
            <a:pPr algn="ctr" defTabSz="1191895"/>
            <a:endParaRPr lang="es-SV" sz="2400">
              <a:solidFill>
                <a:srgbClr val="FFFFFF"/>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4" name="飞印象"/>
          <p:cNvSpPr/>
          <p:nvPr/>
        </p:nvSpPr>
        <p:spPr>
          <a:xfrm>
            <a:off x="10629099" y="1914609"/>
            <a:ext cx="276332" cy="1265519"/>
          </a:xfrm>
          <a:prstGeom prst="roundRect">
            <a:avLst>
              <a:gd name="adj" fmla="val 50000"/>
            </a:avLst>
          </a:prstGeom>
          <a:solidFill>
            <a:schemeClr val="bg1">
              <a:lumMod val="65000"/>
            </a:schemeClr>
          </a:solidFill>
          <a:ln>
            <a:noFill/>
          </a:ln>
          <a:effectLst>
            <a:outerShdw blurRad="50800" dist="50800" dir="5400000" algn="ctr" rotWithShape="0">
              <a:srgbClr val="000000">
                <a:alpha val="6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45143" tIns="22533" rIns="45143" bIns="22533" rtlCol="0" anchor="ctr"/>
          <a:lstStyle/>
          <a:p>
            <a:pPr algn="ctr" defTabSz="1191895"/>
            <a:endParaRPr lang="es-SV" sz="2400">
              <a:solidFill>
                <a:srgbClr val="FFFFFF"/>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5" name="飞印象"/>
          <p:cNvSpPr/>
          <p:nvPr/>
        </p:nvSpPr>
        <p:spPr>
          <a:xfrm>
            <a:off x="9898213" y="2376877"/>
            <a:ext cx="276332" cy="803329"/>
          </a:xfrm>
          <a:prstGeom prst="roundRect">
            <a:avLst>
              <a:gd name="adj" fmla="val 50000"/>
            </a:avLst>
          </a:prstGeom>
          <a:solidFill>
            <a:schemeClr val="accent1"/>
          </a:solidFill>
          <a:ln>
            <a:noFill/>
          </a:ln>
          <a:effectLst>
            <a:outerShdw blurRad="50800" dist="50800" dir="5400000" algn="ctr" rotWithShape="0">
              <a:srgbClr val="000000">
                <a:alpha val="6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45143" tIns="22533" rIns="45143" bIns="22533" rtlCol="0" anchor="ctr"/>
          <a:lstStyle/>
          <a:p>
            <a:pPr algn="ctr" defTabSz="1191895"/>
            <a:endParaRPr lang="es-SV" sz="2400">
              <a:solidFill>
                <a:srgbClr val="FFFFFF"/>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3" name="87 Rectángulo"/>
          <p:cNvSpPr/>
          <p:nvPr/>
        </p:nvSpPr>
        <p:spPr>
          <a:xfrm>
            <a:off x="10174543" y="3377181"/>
            <a:ext cx="416908" cy="336585"/>
          </a:xfrm>
          <a:prstGeom prst="rect">
            <a:avLst/>
          </a:prstGeom>
        </p:spPr>
        <p:txBody>
          <a:bodyPr wrap="square" lIns="0" tIns="44745" rIns="0" bIns="44745">
            <a:spAutoFit/>
          </a:bodyPr>
          <a:lstStyle/>
          <a:p>
            <a:pPr marL="0" lvl="1" algn="ctr" defTabSz="1191895"/>
            <a:r>
              <a:rPr lang="en-US" sz="1600" dirty="0">
                <a:solidFill>
                  <a:srgbClr val="1F1F1F"/>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Q4</a:t>
            </a:r>
          </a:p>
        </p:txBody>
      </p:sp>
      <p:sp>
        <p:nvSpPr>
          <p:cNvPr id="54" name="87 Rectángulo"/>
          <p:cNvSpPr/>
          <p:nvPr/>
        </p:nvSpPr>
        <p:spPr>
          <a:xfrm>
            <a:off x="8810187" y="3377181"/>
            <a:ext cx="416908" cy="336585"/>
          </a:xfrm>
          <a:prstGeom prst="rect">
            <a:avLst/>
          </a:prstGeom>
        </p:spPr>
        <p:txBody>
          <a:bodyPr wrap="square" lIns="0" tIns="44745" rIns="0" bIns="44745">
            <a:spAutoFit/>
          </a:bodyPr>
          <a:lstStyle/>
          <a:p>
            <a:pPr marL="0" lvl="1" algn="ctr" defTabSz="1191895"/>
            <a:r>
              <a:rPr lang="en-US" sz="1600" dirty="0">
                <a:solidFill>
                  <a:srgbClr val="1F1F1F"/>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Q3</a:t>
            </a:r>
          </a:p>
        </p:txBody>
      </p:sp>
      <p:sp>
        <p:nvSpPr>
          <p:cNvPr id="55" name="87 Rectángulo"/>
          <p:cNvSpPr/>
          <p:nvPr/>
        </p:nvSpPr>
        <p:spPr>
          <a:xfrm>
            <a:off x="7445829" y="3377181"/>
            <a:ext cx="416908" cy="336585"/>
          </a:xfrm>
          <a:prstGeom prst="rect">
            <a:avLst/>
          </a:prstGeom>
        </p:spPr>
        <p:txBody>
          <a:bodyPr wrap="square" lIns="0" tIns="44745" rIns="0" bIns="44745">
            <a:spAutoFit/>
          </a:bodyPr>
          <a:lstStyle/>
          <a:p>
            <a:pPr marL="0" lvl="1" algn="ctr" defTabSz="1191895"/>
            <a:r>
              <a:rPr lang="en-US" sz="1600" dirty="0">
                <a:solidFill>
                  <a:srgbClr val="1F1F1F"/>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Q2</a:t>
            </a:r>
          </a:p>
        </p:txBody>
      </p:sp>
      <p:sp>
        <p:nvSpPr>
          <p:cNvPr id="56" name="87 Rectángulo"/>
          <p:cNvSpPr/>
          <p:nvPr/>
        </p:nvSpPr>
        <p:spPr>
          <a:xfrm>
            <a:off x="6081474" y="3377181"/>
            <a:ext cx="416908" cy="336585"/>
          </a:xfrm>
          <a:prstGeom prst="rect">
            <a:avLst/>
          </a:prstGeom>
        </p:spPr>
        <p:txBody>
          <a:bodyPr wrap="square" lIns="0" tIns="44745" rIns="0" bIns="44745">
            <a:spAutoFit/>
          </a:bodyPr>
          <a:lstStyle/>
          <a:p>
            <a:pPr marL="0" lvl="1" algn="ctr" defTabSz="1191895"/>
            <a:r>
              <a:rPr lang="en-US" sz="1600" dirty="0">
                <a:solidFill>
                  <a:srgbClr val="1F1F1F"/>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Q1</a:t>
            </a:r>
          </a:p>
        </p:txBody>
      </p:sp>
      <p:sp>
        <p:nvSpPr>
          <p:cNvPr id="58" name="Freeform 263"/>
          <p:cNvSpPr/>
          <p:nvPr/>
        </p:nvSpPr>
        <p:spPr bwMode="auto">
          <a:xfrm>
            <a:off x="2746019" y="1718528"/>
            <a:ext cx="1767836" cy="2140755"/>
          </a:xfrm>
          <a:custGeom>
            <a:avLst/>
            <a:gdLst>
              <a:gd name="T0" fmla="*/ 4 w 1092"/>
              <a:gd name="T1" fmla="*/ 0 h 1319"/>
              <a:gd name="T2" fmla="*/ 124 w 1092"/>
              <a:gd name="T3" fmla="*/ 13 h 1319"/>
              <a:gd name="T4" fmla="*/ 238 w 1092"/>
              <a:gd name="T5" fmla="*/ 37 h 1319"/>
              <a:gd name="T6" fmla="*/ 348 w 1092"/>
              <a:gd name="T7" fmla="*/ 72 h 1319"/>
              <a:gd name="T8" fmla="*/ 454 w 1092"/>
              <a:gd name="T9" fmla="*/ 119 h 1319"/>
              <a:gd name="T10" fmla="*/ 554 w 1092"/>
              <a:gd name="T11" fmla="*/ 174 h 1319"/>
              <a:gd name="T12" fmla="*/ 646 w 1092"/>
              <a:gd name="T13" fmla="*/ 241 h 1319"/>
              <a:gd name="T14" fmla="*/ 732 w 1092"/>
              <a:gd name="T15" fmla="*/ 314 h 1319"/>
              <a:gd name="T16" fmla="*/ 811 w 1092"/>
              <a:gd name="T17" fmla="*/ 396 h 1319"/>
              <a:gd name="T18" fmla="*/ 880 w 1092"/>
              <a:gd name="T19" fmla="*/ 487 h 1319"/>
              <a:gd name="T20" fmla="*/ 941 w 1092"/>
              <a:gd name="T21" fmla="*/ 583 h 1319"/>
              <a:gd name="T22" fmla="*/ 994 w 1092"/>
              <a:gd name="T23" fmla="*/ 685 h 1319"/>
              <a:gd name="T24" fmla="*/ 1035 w 1092"/>
              <a:gd name="T25" fmla="*/ 791 h 1319"/>
              <a:gd name="T26" fmla="*/ 1064 w 1092"/>
              <a:gd name="T27" fmla="*/ 905 h 1319"/>
              <a:gd name="T28" fmla="*/ 1084 w 1092"/>
              <a:gd name="T29" fmla="*/ 1021 h 1319"/>
              <a:gd name="T30" fmla="*/ 1092 w 1092"/>
              <a:gd name="T31" fmla="*/ 1142 h 1319"/>
              <a:gd name="T32" fmla="*/ 768 w 1092"/>
              <a:gd name="T33" fmla="*/ 1319 h 1319"/>
              <a:gd name="T34" fmla="*/ 442 w 1092"/>
              <a:gd name="T35" fmla="*/ 1142 h 1319"/>
              <a:gd name="T36" fmla="*/ 436 w 1092"/>
              <a:gd name="T37" fmla="*/ 1068 h 1319"/>
              <a:gd name="T38" fmla="*/ 418 w 1092"/>
              <a:gd name="T39" fmla="*/ 995 h 1319"/>
              <a:gd name="T40" fmla="*/ 391 w 1092"/>
              <a:gd name="T41" fmla="*/ 930 h 1319"/>
              <a:gd name="T42" fmla="*/ 355 w 1092"/>
              <a:gd name="T43" fmla="*/ 868 h 1319"/>
              <a:gd name="T44" fmla="*/ 312 w 1092"/>
              <a:gd name="T45" fmla="*/ 813 h 1319"/>
              <a:gd name="T46" fmla="*/ 261 w 1092"/>
              <a:gd name="T47" fmla="*/ 764 h 1319"/>
              <a:gd name="T48" fmla="*/ 204 w 1092"/>
              <a:gd name="T49" fmla="*/ 722 h 1319"/>
              <a:gd name="T50" fmla="*/ 141 w 1092"/>
              <a:gd name="T51" fmla="*/ 689 h 1319"/>
              <a:gd name="T52" fmla="*/ 73 w 1092"/>
              <a:gd name="T53" fmla="*/ 665 h 1319"/>
              <a:gd name="T54" fmla="*/ 0 w 1092"/>
              <a:gd name="T55" fmla="*/ 652 h 1319"/>
              <a:gd name="T56" fmla="*/ 181 w 1092"/>
              <a:gd name="T57" fmla="*/ 320 h 1319"/>
              <a:gd name="T58" fmla="*/ 4 w 1092"/>
              <a:gd name="T59" fmla="*/ 0 h 1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92" h="1319">
                <a:moveTo>
                  <a:pt x="4" y="0"/>
                </a:moveTo>
                <a:lnTo>
                  <a:pt x="124" y="13"/>
                </a:lnTo>
                <a:lnTo>
                  <a:pt x="238" y="37"/>
                </a:lnTo>
                <a:lnTo>
                  <a:pt x="348" y="72"/>
                </a:lnTo>
                <a:lnTo>
                  <a:pt x="454" y="119"/>
                </a:lnTo>
                <a:lnTo>
                  <a:pt x="554" y="174"/>
                </a:lnTo>
                <a:lnTo>
                  <a:pt x="646" y="241"/>
                </a:lnTo>
                <a:lnTo>
                  <a:pt x="732" y="314"/>
                </a:lnTo>
                <a:lnTo>
                  <a:pt x="811" y="396"/>
                </a:lnTo>
                <a:lnTo>
                  <a:pt x="880" y="487"/>
                </a:lnTo>
                <a:lnTo>
                  <a:pt x="941" y="583"/>
                </a:lnTo>
                <a:lnTo>
                  <a:pt x="994" y="685"/>
                </a:lnTo>
                <a:lnTo>
                  <a:pt x="1035" y="791"/>
                </a:lnTo>
                <a:lnTo>
                  <a:pt x="1064" y="905"/>
                </a:lnTo>
                <a:lnTo>
                  <a:pt x="1084" y="1021"/>
                </a:lnTo>
                <a:lnTo>
                  <a:pt x="1092" y="1142"/>
                </a:lnTo>
                <a:lnTo>
                  <a:pt x="768" y="1319"/>
                </a:lnTo>
                <a:lnTo>
                  <a:pt x="442" y="1142"/>
                </a:lnTo>
                <a:lnTo>
                  <a:pt x="436" y="1068"/>
                </a:lnTo>
                <a:lnTo>
                  <a:pt x="418" y="995"/>
                </a:lnTo>
                <a:lnTo>
                  <a:pt x="391" y="930"/>
                </a:lnTo>
                <a:lnTo>
                  <a:pt x="355" y="868"/>
                </a:lnTo>
                <a:lnTo>
                  <a:pt x="312" y="813"/>
                </a:lnTo>
                <a:lnTo>
                  <a:pt x="261" y="764"/>
                </a:lnTo>
                <a:lnTo>
                  <a:pt x="204" y="722"/>
                </a:lnTo>
                <a:lnTo>
                  <a:pt x="141" y="689"/>
                </a:lnTo>
                <a:lnTo>
                  <a:pt x="73" y="665"/>
                </a:lnTo>
                <a:lnTo>
                  <a:pt x="0" y="652"/>
                </a:lnTo>
                <a:lnTo>
                  <a:pt x="181" y="320"/>
                </a:lnTo>
                <a:lnTo>
                  <a:pt x="4" y="0"/>
                </a:lnTo>
                <a:close/>
              </a:path>
            </a:pathLst>
          </a:custGeom>
          <a:solidFill>
            <a:schemeClr val="accent1"/>
          </a:solidFill>
          <a:ln w="0">
            <a:noFill/>
            <a:prstDash val="solid"/>
            <a:round/>
          </a:ln>
          <a:effectLst>
            <a:outerShdw blurRad="50800" dist="50800" dir="5400000" algn="ctr" rotWithShape="0">
              <a:srgbClr val="000000">
                <a:alpha val="79000"/>
              </a:srgbClr>
            </a:outerShdw>
          </a:effectLst>
        </p:spPr>
        <p:txBody>
          <a:bodyPr vert="horz" wrap="square" lIns="45143" tIns="22533" rIns="45143" bIns="22533" numCol="1" anchor="t" anchorCtr="0" compatLnSpc="1"/>
          <a:lstStyle/>
          <a:p>
            <a:pPr defTabSz="1191895"/>
            <a:endParaRPr lang="es-SV" sz="2400">
              <a:solidFill>
                <a:schemeClr val="bg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9" name="Freeform 264"/>
          <p:cNvSpPr/>
          <p:nvPr/>
        </p:nvSpPr>
        <p:spPr bwMode="auto">
          <a:xfrm>
            <a:off x="780319" y="1715288"/>
            <a:ext cx="2140863" cy="1767745"/>
          </a:xfrm>
          <a:custGeom>
            <a:avLst/>
            <a:gdLst>
              <a:gd name="T0" fmla="*/ 1143 w 1320"/>
              <a:gd name="T1" fmla="*/ 0 h 1090"/>
              <a:gd name="T2" fmla="*/ 1320 w 1320"/>
              <a:gd name="T3" fmla="*/ 322 h 1090"/>
              <a:gd name="T4" fmla="*/ 1141 w 1320"/>
              <a:gd name="T5" fmla="*/ 650 h 1090"/>
              <a:gd name="T6" fmla="*/ 1067 w 1320"/>
              <a:gd name="T7" fmla="*/ 656 h 1090"/>
              <a:gd name="T8" fmla="*/ 996 w 1320"/>
              <a:gd name="T9" fmla="*/ 673 h 1090"/>
              <a:gd name="T10" fmla="*/ 929 w 1320"/>
              <a:gd name="T11" fmla="*/ 699 h 1090"/>
              <a:gd name="T12" fmla="*/ 868 w 1320"/>
              <a:gd name="T13" fmla="*/ 736 h 1090"/>
              <a:gd name="T14" fmla="*/ 813 w 1320"/>
              <a:gd name="T15" fmla="*/ 779 h 1090"/>
              <a:gd name="T16" fmla="*/ 764 w 1320"/>
              <a:gd name="T17" fmla="*/ 830 h 1090"/>
              <a:gd name="T18" fmla="*/ 723 w 1320"/>
              <a:gd name="T19" fmla="*/ 887 h 1090"/>
              <a:gd name="T20" fmla="*/ 690 w 1320"/>
              <a:gd name="T21" fmla="*/ 950 h 1090"/>
              <a:gd name="T22" fmla="*/ 666 w 1320"/>
              <a:gd name="T23" fmla="*/ 1019 h 1090"/>
              <a:gd name="T24" fmla="*/ 650 w 1320"/>
              <a:gd name="T25" fmla="*/ 1090 h 1090"/>
              <a:gd name="T26" fmla="*/ 321 w 1320"/>
              <a:gd name="T27" fmla="*/ 911 h 1090"/>
              <a:gd name="T28" fmla="*/ 0 w 1320"/>
              <a:gd name="T29" fmla="*/ 1088 h 1090"/>
              <a:gd name="T30" fmla="*/ 12 w 1320"/>
              <a:gd name="T31" fmla="*/ 968 h 1090"/>
              <a:gd name="T32" fmla="*/ 38 w 1320"/>
              <a:gd name="T33" fmla="*/ 852 h 1090"/>
              <a:gd name="T34" fmla="*/ 73 w 1320"/>
              <a:gd name="T35" fmla="*/ 742 h 1090"/>
              <a:gd name="T36" fmla="*/ 120 w 1320"/>
              <a:gd name="T37" fmla="*/ 638 h 1090"/>
              <a:gd name="T38" fmla="*/ 175 w 1320"/>
              <a:gd name="T39" fmla="*/ 538 h 1090"/>
              <a:gd name="T40" fmla="*/ 242 w 1320"/>
              <a:gd name="T41" fmla="*/ 445 h 1090"/>
              <a:gd name="T42" fmla="*/ 315 w 1320"/>
              <a:gd name="T43" fmla="*/ 359 h 1090"/>
              <a:gd name="T44" fmla="*/ 397 w 1320"/>
              <a:gd name="T45" fmla="*/ 280 h 1090"/>
              <a:gd name="T46" fmla="*/ 485 w 1320"/>
              <a:gd name="T47" fmla="*/ 210 h 1090"/>
              <a:gd name="T48" fmla="*/ 582 w 1320"/>
              <a:gd name="T49" fmla="*/ 149 h 1090"/>
              <a:gd name="T50" fmla="*/ 684 w 1320"/>
              <a:gd name="T51" fmla="*/ 98 h 1090"/>
              <a:gd name="T52" fmla="*/ 792 w 1320"/>
              <a:gd name="T53" fmla="*/ 57 h 1090"/>
              <a:gd name="T54" fmla="*/ 906 w 1320"/>
              <a:gd name="T55" fmla="*/ 27 h 1090"/>
              <a:gd name="T56" fmla="*/ 1022 w 1320"/>
              <a:gd name="T57" fmla="*/ 8 h 1090"/>
              <a:gd name="T58" fmla="*/ 1143 w 1320"/>
              <a:gd name="T59" fmla="*/ 0 h 10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20" h="1090">
                <a:moveTo>
                  <a:pt x="1143" y="0"/>
                </a:moveTo>
                <a:lnTo>
                  <a:pt x="1320" y="322"/>
                </a:lnTo>
                <a:lnTo>
                  <a:pt x="1141" y="650"/>
                </a:lnTo>
                <a:lnTo>
                  <a:pt x="1067" y="656"/>
                </a:lnTo>
                <a:lnTo>
                  <a:pt x="996" y="673"/>
                </a:lnTo>
                <a:lnTo>
                  <a:pt x="929" y="699"/>
                </a:lnTo>
                <a:lnTo>
                  <a:pt x="868" y="736"/>
                </a:lnTo>
                <a:lnTo>
                  <a:pt x="813" y="779"/>
                </a:lnTo>
                <a:lnTo>
                  <a:pt x="764" y="830"/>
                </a:lnTo>
                <a:lnTo>
                  <a:pt x="723" y="887"/>
                </a:lnTo>
                <a:lnTo>
                  <a:pt x="690" y="950"/>
                </a:lnTo>
                <a:lnTo>
                  <a:pt x="666" y="1019"/>
                </a:lnTo>
                <a:lnTo>
                  <a:pt x="650" y="1090"/>
                </a:lnTo>
                <a:lnTo>
                  <a:pt x="321" y="911"/>
                </a:lnTo>
                <a:lnTo>
                  <a:pt x="0" y="1088"/>
                </a:lnTo>
                <a:lnTo>
                  <a:pt x="12" y="968"/>
                </a:lnTo>
                <a:lnTo>
                  <a:pt x="38" y="852"/>
                </a:lnTo>
                <a:lnTo>
                  <a:pt x="73" y="742"/>
                </a:lnTo>
                <a:lnTo>
                  <a:pt x="120" y="638"/>
                </a:lnTo>
                <a:lnTo>
                  <a:pt x="175" y="538"/>
                </a:lnTo>
                <a:lnTo>
                  <a:pt x="242" y="445"/>
                </a:lnTo>
                <a:lnTo>
                  <a:pt x="315" y="359"/>
                </a:lnTo>
                <a:lnTo>
                  <a:pt x="397" y="280"/>
                </a:lnTo>
                <a:lnTo>
                  <a:pt x="485" y="210"/>
                </a:lnTo>
                <a:lnTo>
                  <a:pt x="582" y="149"/>
                </a:lnTo>
                <a:lnTo>
                  <a:pt x="684" y="98"/>
                </a:lnTo>
                <a:lnTo>
                  <a:pt x="792" y="57"/>
                </a:lnTo>
                <a:lnTo>
                  <a:pt x="906" y="27"/>
                </a:lnTo>
                <a:lnTo>
                  <a:pt x="1022" y="8"/>
                </a:lnTo>
                <a:lnTo>
                  <a:pt x="1143" y="0"/>
                </a:lnTo>
                <a:close/>
              </a:path>
            </a:pathLst>
          </a:custGeom>
          <a:solidFill>
            <a:schemeClr val="accent2"/>
          </a:solidFill>
          <a:ln w="0">
            <a:noFill/>
            <a:prstDash val="solid"/>
            <a:round/>
          </a:ln>
          <a:effectLst>
            <a:outerShdw blurRad="50800" dist="50800" dir="5400000" algn="ctr" rotWithShape="0">
              <a:srgbClr val="000000">
                <a:alpha val="79000"/>
              </a:srgbClr>
            </a:outerShdw>
          </a:effectLst>
        </p:spPr>
        <p:txBody>
          <a:bodyPr vert="horz" wrap="square" lIns="45143" tIns="22533" rIns="45143" bIns="22533" numCol="1" anchor="t" anchorCtr="0" compatLnSpc="1"/>
          <a:lstStyle/>
          <a:p>
            <a:pPr defTabSz="1191895"/>
            <a:endParaRPr lang="es-SV" sz="2400">
              <a:solidFill>
                <a:schemeClr val="bg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0" name="Freeform 265"/>
          <p:cNvSpPr/>
          <p:nvPr/>
        </p:nvSpPr>
        <p:spPr bwMode="auto">
          <a:xfrm>
            <a:off x="2372987" y="3687373"/>
            <a:ext cx="2137621" cy="1767745"/>
          </a:xfrm>
          <a:custGeom>
            <a:avLst/>
            <a:gdLst>
              <a:gd name="T0" fmla="*/ 668 w 1320"/>
              <a:gd name="T1" fmla="*/ 0 h 1090"/>
              <a:gd name="T2" fmla="*/ 1000 w 1320"/>
              <a:gd name="T3" fmla="*/ 179 h 1090"/>
              <a:gd name="T4" fmla="*/ 1320 w 1320"/>
              <a:gd name="T5" fmla="*/ 2 h 1090"/>
              <a:gd name="T6" fmla="*/ 1306 w 1320"/>
              <a:gd name="T7" fmla="*/ 122 h 1090"/>
              <a:gd name="T8" fmla="*/ 1283 w 1320"/>
              <a:gd name="T9" fmla="*/ 236 h 1090"/>
              <a:gd name="T10" fmla="*/ 1245 w 1320"/>
              <a:gd name="T11" fmla="*/ 348 h 1090"/>
              <a:gd name="T12" fmla="*/ 1200 w 1320"/>
              <a:gd name="T13" fmla="*/ 452 h 1090"/>
              <a:gd name="T14" fmla="*/ 1143 w 1320"/>
              <a:gd name="T15" fmla="*/ 552 h 1090"/>
              <a:gd name="T16" fmla="*/ 1078 w 1320"/>
              <a:gd name="T17" fmla="*/ 644 h 1090"/>
              <a:gd name="T18" fmla="*/ 1004 w 1320"/>
              <a:gd name="T19" fmla="*/ 731 h 1090"/>
              <a:gd name="T20" fmla="*/ 923 w 1320"/>
              <a:gd name="T21" fmla="*/ 809 h 1090"/>
              <a:gd name="T22" fmla="*/ 833 w 1320"/>
              <a:gd name="T23" fmla="*/ 878 h 1090"/>
              <a:gd name="T24" fmla="*/ 737 w 1320"/>
              <a:gd name="T25" fmla="*/ 941 h 1090"/>
              <a:gd name="T26" fmla="*/ 635 w 1320"/>
              <a:gd name="T27" fmla="*/ 992 h 1090"/>
              <a:gd name="T28" fmla="*/ 527 w 1320"/>
              <a:gd name="T29" fmla="*/ 1033 h 1090"/>
              <a:gd name="T30" fmla="*/ 415 w 1320"/>
              <a:gd name="T31" fmla="*/ 1063 h 1090"/>
              <a:gd name="T32" fmla="*/ 297 w 1320"/>
              <a:gd name="T33" fmla="*/ 1082 h 1090"/>
              <a:gd name="T34" fmla="*/ 177 w 1320"/>
              <a:gd name="T35" fmla="*/ 1090 h 1090"/>
              <a:gd name="T36" fmla="*/ 0 w 1320"/>
              <a:gd name="T37" fmla="*/ 768 h 1090"/>
              <a:gd name="T38" fmla="*/ 177 w 1320"/>
              <a:gd name="T39" fmla="*/ 440 h 1090"/>
              <a:gd name="T40" fmla="*/ 252 w 1320"/>
              <a:gd name="T41" fmla="*/ 434 h 1090"/>
              <a:gd name="T42" fmla="*/ 322 w 1320"/>
              <a:gd name="T43" fmla="*/ 416 h 1090"/>
              <a:gd name="T44" fmla="*/ 389 w 1320"/>
              <a:gd name="T45" fmla="*/ 389 h 1090"/>
              <a:gd name="T46" fmla="*/ 450 w 1320"/>
              <a:gd name="T47" fmla="*/ 354 h 1090"/>
              <a:gd name="T48" fmla="*/ 507 w 1320"/>
              <a:gd name="T49" fmla="*/ 310 h 1090"/>
              <a:gd name="T50" fmla="*/ 556 w 1320"/>
              <a:gd name="T51" fmla="*/ 259 h 1090"/>
              <a:gd name="T52" fmla="*/ 597 w 1320"/>
              <a:gd name="T53" fmla="*/ 202 h 1090"/>
              <a:gd name="T54" fmla="*/ 631 w 1320"/>
              <a:gd name="T55" fmla="*/ 140 h 1090"/>
              <a:gd name="T56" fmla="*/ 654 w 1320"/>
              <a:gd name="T57" fmla="*/ 71 h 1090"/>
              <a:gd name="T58" fmla="*/ 668 w 1320"/>
              <a:gd name="T59" fmla="*/ 0 h 10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20" h="1090">
                <a:moveTo>
                  <a:pt x="668" y="0"/>
                </a:moveTo>
                <a:lnTo>
                  <a:pt x="1000" y="179"/>
                </a:lnTo>
                <a:lnTo>
                  <a:pt x="1320" y="2"/>
                </a:lnTo>
                <a:lnTo>
                  <a:pt x="1306" y="122"/>
                </a:lnTo>
                <a:lnTo>
                  <a:pt x="1283" y="236"/>
                </a:lnTo>
                <a:lnTo>
                  <a:pt x="1245" y="348"/>
                </a:lnTo>
                <a:lnTo>
                  <a:pt x="1200" y="452"/>
                </a:lnTo>
                <a:lnTo>
                  <a:pt x="1143" y="552"/>
                </a:lnTo>
                <a:lnTo>
                  <a:pt x="1078" y="644"/>
                </a:lnTo>
                <a:lnTo>
                  <a:pt x="1004" y="731"/>
                </a:lnTo>
                <a:lnTo>
                  <a:pt x="923" y="809"/>
                </a:lnTo>
                <a:lnTo>
                  <a:pt x="833" y="878"/>
                </a:lnTo>
                <a:lnTo>
                  <a:pt x="737" y="941"/>
                </a:lnTo>
                <a:lnTo>
                  <a:pt x="635" y="992"/>
                </a:lnTo>
                <a:lnTo>
                  <a:pt x="527" y="1033"/>
                </a:lnTo>
                <a:lnTo>
                  <a:pt x="415" y="1063"/>
                </a:lnTo>
                <a:lnTo>
                  <a:pt x="297" y="1082"/>
                </a:lnTo>
                <a:lnTo>
                  <a:pt x="177" y="1090"/>
                </a:lnTo>
                <a:lnTo>
                  <a:pt x="0" y="768"/>
                </a:lnTo>
                <a:lnTo>
                  <a:pt x="177" y="440"/>
                </a:lnTo>
                <a:lnTo>
                  <a:pt x="252" y="434"/>
                </a:lnTo>
                <a:lnTo>
                  <a:pt x="322" y="416"/>
                </a:lnTo>
                <a:lnTo>
                  <a:pt x="389" y="389"/>
                </a:lnTo>
                <a:lnTo>
                  <a:pt x="450" y="354"/>
                </a:lnTo>
                <a:lnTo>
                  <a:pt x="507" y="310"/>
                </a:lnTo>
                <a:lnTo>
                  <a:pt x="556" y="259"/>
                </a:lnTo>
                <a:lnTo>
                  <a:pt x="597" y="202"/>
                </a:lnTo>
                <a:lnTo>
                  <a:pt x="631" y="140"/>
                </a:lnTo>
                <a:lnTo>
                  <a:pt x="654" y="71"/>
                </a:lnTo>
                <a:lnTo>
                  <a:pt x="668" y="0"/>
                </a:lnTo>
                <a:close/>
              </a:path>
            </a:pathLst>
          </a:custGeom>
          <a:solidFill>
            <a:schemeClr val="accent2"/>
          </a:solidFill>
          <a:ln w="0">
            <a:noFill/>
            <a:prstDash val="solid"/>
            <a:round/>
          </a:ln>
          <a:effectLst>
            <a:outerShdw blurRad="50800" dist="50800" dir="5400000" algn="ctr" rotWithShape="0">
              <a:srgbClr val="000000">
                <a:alpha val="79000"/>
              </a:srgbClr>
            </a:outerShdw>
          </a:effectLst>
        </p:spPr>
        <p:txBody>
          <a:bodyPr vert="horz" wrap="square" lIns="45143" tIns="22533" rIns="45143" bIns="22533" numCol="1" anchor="t" anchorCtr="0" compatLnSpc="1"/>
          <a:lstStyle/>
          <a:p>
            <a:pPr defTabSz="1191895"/>
            <a:endParaRPr lang="es-SV" sz="2400">
              <a:solidFill>
                <a:schemeClr val="bg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1" name="Freeform 266"/>
          <p:cNvSpPr/>
          <p:nvPr/>
        </p:nvSpPr>
        <p:spPr bwMode="auto">
          <a:xfrm>
            <a:off x="777075" y="3311119"/>
            <a:ext cx="1767836" cy="2140755"/>
          </a:xfrm>
          <a:custGeom>
            <a:avLst/>
            <a:gdLst>
              <a:gd name="T0" fmla="*/ 323 w 1090"/>
              <a:gd name="T1" fmla="*/ 0 h 1320"/>
              <a:gd name="T2" fmla="*/ 648 w 1090"/>
              <a:gd name="T3" fmla="*/ 177 h 1320"/>
              <a:gd name="T4" fmla="*/ 656 w 1090"/>
              <a:gd name="T5" fmla="*/ 252 h 1320"/>
              <a:gd name="T6" fmla="*/ 674 w 1090"/>
              <a:gd name="T7" fmla="*/ 323 h 1320"/>
              <a:gd name="T8" fmla="*/ 700 w 1090"/>
              <a:gd name="T9" fmla="*/ 389 h 1320"/>
              <a:gd name="T10" fmla="*/ 735 w 1090"/>
              <a:gd name="T11" fmla="*/ 452 h 1320"/>
              <a:gd name="T12" fmla="*/ 780 w 1090"/>
              <a:gd name="T13" fmla="*/ 507 h 1320"/>
              <a:gd name="T14" fmla="*/ 831 w 1090"/>
              <a:gd name="T15" fmla="*/ 556 h 1320"/>
              <a:gd name="T16" fmla="*/ 888 w 1090"/>
              <a:gd name="T17" fmla="*/ 597 h 1320"/>
              <a:gd name="T18" fmla="*/ 951 w 1090"/>
              <a:gd name="T19" fmla="*/ 631 h 1320"/>
              <a:gd name="T20" fmla="*/ 1020 w 1090"/>
              <a:gd name="T21" fmla="*/ 654 h 1320"/>
              <a:gd name="T22" fmla="*/ 1090 w 1090"/>
              <a:gd name="T23" fmla="*/ 668 h 1320"/>
              <a:gd name="T24" fmla="*/ 912 w 1090"/>
              <a:gd name="T25" fmla="*/ 1000 h 1320"/>
              <a:gd name="T26" fmla="*/ 1086 w 1090"/>
              <a:gd name="T27" fmla="*/ 1320 h 1320"/>
              <a:gd name="T28" fmla="*/ 969 w 1090"/>
              <a:gd name="T29" fmla="*/ 1306 h 1320"/>
              <a:gd name="T30" fmla="*/ 853 w 1090"/>
              <a:gd name="T31" fmla="*/ 1283 h 1320"/>
              <a:gd name="T32" fmla="*/ 743 w 1090"/>
              <a:gd name="T33" fmla="*/ 1247 h 1320"/>
              <a:gd name="T34" fmla="*/ 639 w 1090"/>
              <a:gd name="T35" fmla="*/ 1200 h 1320"/>
              <a:gd name="T36" fmla="*/ 539 w 1090"/>
              <a:gd name="T37" fmla="*/ 1143 h 1320"/>
              <a:gd name="T38" fmla="*/ 446 w 1090"/>
              <a:gd name="T39" fmla="*/ 1079 h 1320"/>
              <a:gd name="T40" fmla="*/ 360 w 1090"/>
              <a:gd name="T41" fmla="*/ 1006 h 1320"/>
              <a:gd name="T42" fmla="*/ 281 w 1090"/>
              <a:gd name="T43" fmla="*/ 923 h 1320"/>
              <a:gd name="T44" fmla="*/ 211 w 1090"/>
              <a:gd name="T45" fmla="*/ 833 h 1320"/>
              <a:gd name="T46" fmla="*/ 150 w 1090"/>
              <a:gd name="T47" fmla="*/ 737 h 1320"/>
              <a:gd name="T48" fmla="*/ 99 w 1090"/>
              <a:gd name="T49" fmla="*/ 635 h 1320"/>
              <a:gd name="T50" fmla="*/ 57 w 1090"/>
              <a:gd name="T51" fmla="*/ 527 h 1320"/>
              <a:gd name="T52" fmla="*/ 26 w 1090"/>
              <a:gd name="T53" fmla="*/ 415 h 1320"/>
              <a:gd name="T54" fmla="*/ 8 w 1090"/>
              <a:gd name="T55" fmla="*/ 299 h 1320"/>
              <a:gd name="T56" fmla="*/ 0 w 1090"/>
              <a:gd name="T57" fmla="*/ 177 h 1320"/>
              <a:gd name="T58" fmla="*/ 323 w 1090"/>
              <a:gd name="T59" fmla="*/ 0 h 1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90" h="1320">
                <a:moveTo>
                  <a:pt x="323" y="0"/>
                </a:moveTo>
                <a:lnTo>
                  <a:pt x="648" y="177"/>
                </a:lnTo>
                <a:lnTo>
                  <a:pt x="656" y="252"/>
                </a:lnTo>
                <a:lnTo>
                  <a:pt x="674" y="323"/>
                </a:lnTo>
                <a:lnTo>
                  <a:pt x="700" y="389"/>
                </a:lnTo>
                <a:lnTo>
                  <a:pt x="735" y="452"/>
                </a:lnTo>
                <a:lnTo>
                  <a:pt x="780" y="507"/>
                </a:lnTo>
                <a:lnTo>
                  <a:pt x="831" y="556"/>
                </a:lnTo>
                <a:lnTo>
                  <a:pt x="888" y="597"/>
                </a:lnTo>
                <a:lnTo>
                  <a:pt x="951" y="631"/>
                </a:lnTo>
                <a:lnTo>
                  <a:pt x="1020" y="654"/>
                </a:lnTo>
                <a:lnTo>
                  <a:pt x="1090" y="668"/>
                </a:lnTo>
                <a:lnTo>
                  <a:pt x="912" y="1000"/>
                </a:lnTo>
                <a:lnTo>
                  <a:pt x="1086" y="1320"/>
                </a:lnTo>
                <a:lnTo>
                  <a:pt x="969" y="1306"/>
                </a:lnTo>
                <a:lnTo>
                  <a:pt x="853" y="1283"/>
                </a:lnTo>
                <a:lnTo>
                  <a:pt x="743" y="1247"/>
                </a:lnTo>
                <a:lnTo>
                  <a:pt x="639" y="1200"/>
                </a:lnTo>
                <a:lnTo>
                  <a:pt x="539" y="1143"/>
                </a:lnTo>
                <a:lnTo>
                  <a:pt x="446" y="1079"/>
                </a:lnTo>
                <a:lnTo>
                  <a:pt x="360" y="1006"/>
                </a:lnTo>
                <a:lnTo>
                  <a:pt x="281" y="923"/>
                </a:lnTo>
                <a:lnTo>
                  <a:pt x="211" y="833"/>
                </a:lnTo>
                <a:lnTo>
                  <a:pt x="150" y="737"/>
                </a:lnTo>
                <a:lnTo>
                  <a:pt x="99" y="635"/>
                </a:lnTo>
                <a:lnTo>
                  <a:pt x="57" y="527"/>
                </a:lnTo>
                <a:lnTo>
                  <a:pt x="26" y="415"/>
                </a:lnTo>
                <a:lnTo>
                  <a:pt x="8" y="299"/>
                </a:lnTo>
                <a:lnTo>
                  <a:pt x="0" y="177"/>
                </a:lnTo>
                <a:lnTo>
                  <a:pt x="323" y="0"/>
                </a:lnTo>
                <a:close/>
              </a:path>
            </a:pathLst>
          </a:custGeom>
          <a:solidFill>
            <a:schemeClr val="accent1"/>
          </a:solidFill>
          <a:ln w="0">
            <a:noFill/>
            <a:prstDash val="solid"/>
            <a:round/>
          </a:ln>
          <a:effectLst>
            <a:outerShdw blurRad="50800" dist="50800" dir="5400000" algn="ctr" rotWithShape="0">
              <a:srgbClr val="000000">
                <a:alpha val="79000"/>
              </a:srgbClr>
            </a:outerShdw>
          </a:effectLst>
        </p:spPr>
        <p:txBody>
          <a:bodyPr vert="horz" wrap="square" lIns="45143" tIns="22533" rIns="45143" bIns="22533" numCol="1" anchor="t" anchorCtr="0" compatLnSpc="1"/>
          <a:lstStyle/>
          <a:p>
            <a:pPr defTabSz="1191895"/>
            <a:endParaRPr lang="es-SV" sz="2400">
              <a:solidFill>
                <a:schemeClr val="bg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2" name="4 Elipse"/>
          <p:cNvSpPr>
            <a:spLocks noChangeAspect="1"/>
          </p:cNvSpPr>
          <p:nvPr/>
        </p:nvSpPr>
        <p:spPr bwMode="auto">
          <a:xfrm>
            <a:off x="3755892" y="3243438"/>
            <a:ext cx="473963" cy="473916"/>
          </a:xfrm>
          <a:prstGeom prst="ellipse">
            <a:avLst/>
          </a:prstGeom>
          <a:noFill/>
          <a:ln w="38100" cap="flat" cmpd="sng" algn="ctr">
            <a:solidFill>
              <a:schemeClr val="bg1"/>
            </a:solidFill>
            <a:prstDash val="solid"/>
            <a:miter lim="800000"/>
          </a:ln>
          <a:effectLst/>
        </p:spPr>
        <p:txBody>
          <a:bodyPr lIns="0" tIns="0" rIns="0" bIns="0" rtlCol="0" anchor="ctr"/>
          <a:lstStyle/>
          <a:p>
            <a:pPr algn="ctr" defTabSz="168910">
              <a:defRPr/>
            </a:pPr>
            <a:r>
              <a:rPr lang="es-MX" sz="1735" kern="0" dirty="0">
                <a:solidFill>
                  <a:schemeClr val="bg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01</a:t>
            </a:r>
          </a:p>
        </p:txBody>
      </p:sp>
      <p:sp>
        <p:nvSpPr>
          <p:cNvPr id="64" name="4 Elipse"/>
          <p:cNvSpPr>
            <a:spLocks noChangeAspect="1"/>
          </p:cNvSpPr>
          <p:nvPr/>
        </p:nvSpPr>
        <p:spPr bwMode="auto">
          <a:xfrm>
            <a:off x="2489144" y="4714769"/>
            <a:ext cx="473963" cy="473916"/>
          </a:xfrm>
          <a:prstGeom prst="ellipse">
            <a:avLst/>
          </a:prstGeom>
          <a:noFill/>
          <a:ln w="38100" cap="flat" cmpd="sng" algn="ctr">
            <a:solidFill>
              <a:schemeClr val="bg1"/>
            </a:solidFill>
            <a:prstDash val="solid"/>
            <a:miter lim="800000"/>
          </a:ln>
          <a:effectLst/>
        </p:spPr>
        <p:txBody>
          <a:bodyPr lIns="0" tIns="0" rIns="0" bIns="0" rtlCol="0" anchor="ctr"/>
          <a:lstStyle/>
          <a:p>
            <a:pPr algn="ctr" defTabSz="168910">
              <a:defRPr/>
            </a:pPr>
            <a:r>
              <a:rPr lang="es-MX" sz="1735" kern="0" dirty="0">
                <a:solidFill>
                  <a:schemeClr val="bg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02</a:t>
            </a:r>
            <a:endParaRPr lang="es-SV" sz="1735" kern="0" dirty="0">
              <a:solidFill>
                <a:schemeClr val="bg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6" name="4 Elipse"/>
          <p:cNvSpPr>
            <a:spLocks noChangeAspect="1"/>
          </p:cNvSpPr>
          <p:nvPr/>
        </p:nvSpPr>
        <p:spPr bwMode="auto">
          <a:xfrm>
            <a:off x="1074204" y="3437522"/>
            <a:ext cx="473963" cy="473916"/>
          </a:xfrm>
          <a:prstGeom prst="ellipse">
            <a:avLst/>
          </a:prstGeom>
          <a:noFill/>
          <a:ln w="38100" cap="flat" cmpd="sng" algn="ctr">
            <a:solidFill>
              <a:schemeClr val="bg1"/>
            </a:solidFill>
            <a:prstDash val="solid"/>
            <a:miter lim="800000"/>
          </a:ln>
          <a:effectLst/>
        </p:spPr>
        <p:txBody>
          <a:bodyPr lIns="0" tIns="0" rIns="0" bIns="0" rtlCol="0" anchor="ctr"/>
          <a:lstStyle/>
          <a:p>
            <a:pPr algn="ctr" defTabSz="168910">
              <a:defRPr/>
            </a:pPr>
            <a:r>
              <a:rPr lang="es-MX" sz="1735" kern="0" dirty="0">
                <a:solidFill>
                  <a:schemeClr val="bg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03</a:t>
            </a:r>
          </a:p>
        </p:txBody>
      </p:sp>
      <p:sp>
        <p:nvSpPr>
          <p:cNvPr id="68" name="4 Elipse"/>
          <p:cNvSpPr>
            <a:spLocks noChangeAspect="1"/>
          </p:cNvSpPr>
          <p:nvPr/>
        </p:nvSpPr>
        <p:spPr bwMode="auto">
          <a:xfrm>
            <a:off x="2311137" y="1997529"/>
            <a:ext cx="473963" cy="473916"/>
          </a:xfrm>
          <a:prstGeom prst="ellipse">
            <a:avLst/>
          </a:prstGeom>
          <a:noFill/>
          <a:ln w="38100" cap="flat" cmpd="sng" algn="ctr">
            <a:solidFill>
              <a:schemeClr val="bg1"/>
            </a:solidFill>
            <a:prstDash val="solid"/>
            <a:miter lim="800000"/>
          </a:ln>
          <a:effectLst/>
        </p:spPr>
        <p:txBody>
          <a:bodyPr lIns="0" tIns="0" rIns="0" bIns="0" rtlCol="0" anchor="ctr"/>
          <a:lstStyle/>
          <a:p>
            <a:pPr algn="ctr" defTabSz="168910">
              <a:defRPr/>
            </a:pPr>
            <a:r>
              <a:rPr lang="es-MX" sz="1735" kern="0" dirty="0">
                <a:solidFill>
                  <a:schemeClr val="bg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04</a:t>
            </a:r>
            <a:endParaRPr lang="es-SV" sz="1735" kern="0" dirty="0">
              <a:solidFill>
                <a:schemeClr val="bg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4" name="TextBox 76"/>
          <p:cNvSpPr txBox="1"/>
          <p:nvPr/>
        </p:nvSpPr>
        <p:spPr>
          <a:xfrm>
            <a:off x="7800658" y="3960495"/>
            <a:ext cx="1520826" cy="461665"/>
          </a:xfrm>
          <a:prstGeom prst="rect">
            <a:avLst/>
          </a:prstGeom>
          <a:noFill/>
        </p:spPr>
        <p:txBody>
          <a:bodyPr wrap="square" rtlCol="0">
            <a:spAutoFit/>
          </a:bodyPr>
          <a:lstStyle/>
          <a:p>
            <a:pPr algn="r" eaLnBrk="0" hangingPunct="0"/>
            <a:r>
              <a:rPr lang="zh-CN" altLang="en-US" sz="2400" b="1" dirty="0">
                <a:solidFill>
                  <a:schemeClr val="dk1"/>
                </a:solidFill>
                <a:latin typeface="思源黑体 CN Regular" panose="020B0500000000000000" pitchFamily="34" charset="-122"/>
                <a:ea typeface="思源黑体 CN Regular" panose="020B0500000000000000" pitchFamily="34" charset="-122"/>
                <a:cs typeface="Helvetica"/>
                <a:sym typeface="思源黑体 CN Regular" panose="020B0500000000000000" pitchFamily="34" charset="-122"/>
              </a:rPr>
              <a:t>添加标题</a:t>
            </a:r>
          </a:p>
        </p:txBody>
      </p:sp>
      <p:sp>
        <p:nvSpPr>
          <p:cNvPr id="45" name="文本框 44"/>
          <p:cNvSpPr txBox="1"/>
          <p:nvPr/>
        </p:nvSpPr>
        <p:spPr>
          <a:xfrm>
            <a:off x="5869940" y="4344035"/>
            <a:ext cx="5219065" cy="652486"/>
          </a:xfrm>
          <a:prstGeom prst="rect">
            <a:avLst/>
          </a:prstGeom>
          <a:noFill/>
        </p:spPr>
        <p:txBody>
          <a:bodyPr wrap="square" rtlCol="0">
            <a:spAutoFit/>
          </a:bodyPr>
          <a:lstStyle/>
          <a:p>
            <a:pPr algn="l">
              <a:lnSpc>
                <a:spcPct val="130000"/>
              </a:lnSpc>
            </a:pPr>
            <a:r>
              <a:rPr lang="zh-CN" sz="1400" dirty="0">
                <a:solidFill>
                  <a:srgbClr val="404040"/>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请在此添加您的文字内容，请在此添加您的文字内容。请在此添加您的文字内容，请在此添加您的文字内容。</a:t>
            </a:r>
            <a:endParaRPr lang="zh-CN" altLang="zh-CN" sz="1400" dirty="0">
              <a:solidFill>
                <a:srgbClr val="404040"/>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 name="TextBox 76"/>
          <p:cNvSpPr txBox="1"/>
          <p:nvPr/>
        </p:nvSpPr>
        <p:spPr>
          <a:xfrm>
            <a:off x="1069023" y="2505710"/>
            <a:ext cx="1303655" cy="398780"/>
          </a:xfrm>
          <a:prstGeom prst="rect">
            <a:avLst/>
          </a:prstGeom>
          <a:noFill/>
        </p:spPr>
        <p:txBody>
          <a:bodyPr wrap="square" rtlCol="0">
            <a:spAutoFit/>
          </a:bodyPr>
          <a:lstStyle/>
          <a:p>
            <a:pPr algn="l"/>
            <a:r>
              <a:rPr lang="zh-CN" altLang="en-US" sz="2000" dirty="0">
                <a:solidFill>
                  <a:schemeClr val="bg1"/>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添加标题</a:t>
            </a:r>
          </a:p>
        </p:txBody>
      </p:sp>
      <p:sp>
        <p:nvSpPr>
          <p:cNvPr id="4" name="TextBox 76"/>
          <p:cNvSpPr txBox="1"/>
          <p:nvPr/>
        </p:nvSpPr>
        <p:spPr>
          <a:xfrm>
            <a:off x="2977833" y="2505075"/>
            <a:ext cx="1303655" cy="398780"/>
          </a:xfrm>
          <a:prstGeom prst="rect">
            <a:avLst/>
          </a:prstGeom>
          <a:noFill/>
        </p:spPr>
        <p:txBody>
          <a:bodyPr wrap="square" rtlCol="0">
            <a:spAutoFit/>
          </a:bodyPr>
          <a:lstStyle/>
          <a:p>
            <a:pPr algn="l"/>
            <a:r>
              <a:rPr lang="zh-CN" altLang="en-US" sz="2000" dirty="0">
                <a:solidFill>
                  <a:schemeClr val="bg1"/>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添加标题</a:t>
            </a:r>
          </a:p>
        </p:txBody>
      </p:sp>
      <p:sp>
        <p:nvSpPr>
          <p:cNvPr id="9" name="TextBox 76"/>
          <p:cNvSpPr txBox="1"/>
          <p:nvPr/>
        </p:nvSpPr>
        <p:spPr>
          <a:xfrm>
            <a:off x="2977833" y="4344035"/>
            <a:ext cx="1303655" cy="398780"/>
          </a:xfrm>
          <a:prstGeom prst="rect">
            <a:avLst/>
          </a:prstGeom>
          <a:noFill/>
        </p:spPr>
        <p:txBody>
          <a:bodyPr wrap="square" rtlCol="0">
            <a:spAutoFit/>
          </a:bodyPr>
          <a:lstStyle/>
          <a:p>
            <a:pPr algn="l"/>
            <a:r>
              <a:rPr lang="zh-CN" altLang="en-US" sz="2000" dirty="0">
                <a:solidFill>
                  <a:schemeClr val="bg1"/>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添加标题</a:t>
            </a:r>
          </a:p>
        </p:txBody>
      </p:sp>
      <p:sp>
        <p:nvSpPr>
          <p:cNvPr id="10" name="TextBox 76"/>
          <p:cNvSpPr txBox="1"/>
          <p:nvPr/>
        </p:nvSpPr>
        <p:spPr>
          <a:xfrm>
            <a:off x="1074103" y="4344035"/>
            <a:ext cx="1303655" cy="398780"/>
          </a:xfrm>
          <a:prstGeom prst="rect">
            <a:avLst/>
          </a:prstGeom>
          <a:noFill/>
        </p:spPr>
        <p:txBody>
          <a:bodyPr wrap="square" rtlCol="0">
            <a:spAutoFit/>
          </a:bodyPr>
          <a:lstStyle/>
          <a:p>
            <a:pPr algn="l"/>
            <a:r>
              <a:rPr lang="zh-CN" altLang="en-US" sz="2000" dirty="0">
                <a:solidFill>
                  <a:schemeClr val="bg1"/>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添加标题</a:t>
            </a:r>
          </a:p>
        </p:txBody>
      </p:sp>
      <p:cxnSp>
        <p:nvCxnSpPr>
          <p:cNvPr id="52" name="Straight Connector 8_1">
            <a:extLst>
              <a:ext uri="{FF2B5EF4-FFF2-40B4-BE49-F238E27FC236}">
                <a16:creationId xmlns:a16="http://schemas.microsoft.com/office/drawing/2014/main" id="{C09715FC-D9A0-4C7A-963F-7197261D3225}"/>
              </a:ext>
            </a:extLst>
          </p:cNvPr>
          <p:cNvCxnSpPr/>
          <p:nvPr/>
        </p:nvCxnSpPr>
        <p:spPr>
          <a:xfrm>
            <a:off x="6794500" y="6489700"/>
            <a:ext cx="4927600" cy="0"/>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36" name="Group 2_1">
            <a:extLst>
              <a:ext uri="{FF2B5EF4-FFF2-40B4-BE49-F238E27FC236}">
                <a16:creationId xmlns:a16="http://schemas.microsoft.com/office/drawing/2014/main" id="{6B66BB27-32CB-4D55-A27E-FFEC1B4F8C6F}"/>
              </a:ext>
            </a:extLst>
          </p:cNvPr>
          <p:cNvGrpSpPr/>
          <p:nvPr/>
        </p:nvGrpSpPr>
        <p:grpSpPr>
          <a:xfrm>
            <a:off x="0" y="0"/>
            <a:ext cx="1751115" cy="1097152"/>
            <a:chOff x="0" y="0"/>
            <a:chExt cx="1751115" cy="1097152"/>
          </a:xfrm>
        </p:grpSpPr>
        <p:grpSp>
          <p:nvGrpSpPr>
            <p:cNvPr id="37" name="组合 36">
              <a:extLst>
                <a:ext uri="{FF2B5EF4-FFF2-40B4-BE49-F238E27FC236}">
                  <a16:creationId xmlns:a16="http://schemas.microsoft.com/office/drawing/2014/main" id="{30329680-7DF1-46D1-9ABF-7CD30EB6543C}"/>
                </a:ext>
              </a:extLst>
            </p:cNvPr>
            <p:cNvGrpSpPr/>
            <p:nvPr/>
          </p:nvGrpSpPr>
          <p:grpSpPr>
            <a:xfrm>
              <a:off x="0" y="0"/>
              <a:ext cx="1751115" cy="1097152"/>
              <a:chOff x="-1832690" y="-1312191"/>
              <a:chExt cx="4302458" cy="3292533"/>
            </a:xfrm>
          </p:grpSpPr>
          <p:pic>
            <p:nvPicPr>
              <p:cNvPr id="39" name="PA-图片 2">
                <a:extLst>
                  <a:ext uri="{FF2B5EF4-FFF2-40B4-BE49-F238E27FC236}">
                    <a16:creationId xmlns:a16="http://schemas.microsoft.com/office/drawing/2014/main" id="{F620ADFC-3ECC-4E74-8B53-55CE608EC0B9}"/>
                  </a:ext>
                </a:extLst>
              </p:cNvPr>
              <p:cNvPicPr>
                <a:picLocks noChangeAspect="1"/>
              </p:cNvPicPr>
              <p:nvPr>
                <p:custDataLst>
                  <p:tags r:id="rId2"/>
                </p:custDataLst>
              </p:nvPr>
            </p:nvPicPr>
            <p:blipFill rotWithShape="1">
              <a:blip r:embed="rId6" cstate="print">
                <a:extLst>
                  <a:ext uri="{28A0092B-C50C-407E-A947-70E740481C1C}">
                    <a14:useLocalDpi xmlns:a14="http://schemas.microsoft.com/office/drawing/2010/main" val="0"/>
                  </a:ext>
                </a:extLst>
              </a:blip>
              <a:srcRect l="15664" t="61151"/>
              <a:stretch/>
            </p:blipFill>
            <p:spPr>
              <a:xfrm>
                <a:off x="-1832690" y="-1312191"/>
                <a:ext cx="4302458" cy="2664265"/>
              </a:xfrm>
              <a:prstGeom prst="rect">
                <a:avLst/>
              </a:prstGeom>
            </p:spPr>
          </p:pic>
          <p:pic>
            <p:nvPicPr>
              <p:cNvPr id="40" name="PA-图片 7">
                <a:extLst>
                  <a:ext uri="{FF2B5EF4-FFF2-40B4-BE49-F238E27FC236}">
                    <a16:creationId xmlns:a16="http://schemas.microsoft.com/office/drawing/2014/main" id="{E843C007-BC24-40E6-A58F-F1D3AAAD60F2}"/>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975373" y="1127025"/>
                <a:ext cx="775743" cy="853317"/>
              </a:xfrm>
              <a:prstGeom prst="rect">
                <a:avLst/>
              </a:prstGeom>
            </p:spPr>
          </p:pic>
        </p:grpSp>
        <p:sp>
          <p:nvSpPr>
            <p:cNvPr id="38" name="PA-矩形8435759">
              <a:extLst>
                <a:ext uri="{FF2B5EF4-FFF2-40B4-BE49-F238E27FC236}">
                  <a16:creationId xmlns:a16="http://schemas.microsoft.com/office/drawing/2014/main" id="{43A3AAD5-EEE7-4399-A1F3-4B38050E0A8B}"/>
                </a:ext>
              </a:extLst>
            </p:cNvPr>
            <p:cNvSpPr/>
            <p:nvPr>
              <p:custDataLst>
                <p:tags r:id="rId1"/>
              </p:custDataLst>
            </p:nvPr>
          </p:nvSpPr>
          <p:spPr>
            <a:xfrm>
              <a:off x="60033" y="136009"/>
              <a:ext cx="1398588" cy="400110"/>
            </a:xfrm>
            <a:prstGeom prst="rect">
              <a:avLst/>
            </a:prstGeom>
          </p:spPr>
          <p:txBody>
            <a:bodyPr wrap="none">
              <a:spAutoFit/>
            </a:bodyPr>
            <a:lstStyle/>
            <a:p>
              <a:r>
                <a:rPr lang="en-US" altLang="zh-CN" sz="2000" dirty="0">
                  <a:latin typeface="思源黑体 CN Medium" panose="020B0600000000000000" pitchFamily="34" charset="-122"/>
                  <a:ea typeface="思源黑体 CN Medium" panose="020B0600000000000000" pitchFamily="34" charset="-122"/>
                  <a:sym typeface="思源黑体" panose="020B0400000000000000" pitchFamily="34" charset="-122"/>
                </a:rPr>
                <a:t>Enter title</a:t>
              </a:r>
              <a:endParaRPr lang="zh-CN" altLang="en-US" sz="2000" dirty="0">
                <a:latin typeface="思源黑体 CN Medium" panose="020B0600000000000000" pitchFamily="34" charset="-122"/>
                <a:ea typeface="思源黑体 CN Medium" panose="020B0600000000000000" pitchFamily="34" charset="-122"/>
              </a:endParaRPr>
            </a:p>
          </p:txBody>
        </p:sp>
      </p:grpSp>
    </p:spTree>
    <p:extLst>
      <p:ext uri="{BB962C8B-B14F-4D97-AF65-F5344CB8AC3E}">
        <p14:creationId xmlns:p14="http://schemas.microsoft.com/office/powerpoint/2010/main" val="2535573459"/>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 calcmode="lin" valueType="num">
                                      <p:cBhvr additive="base">
                                        <p:cTn id="7" dur="500" fill="hold"/>
                                        <p:tgtEl>
                                          <p:spTgt spid="58"/>
                                        </p:tgtEl>
                                        <p:attrNameLst>
                                          <p:attrName>ppt_x</p:attrName>
                                        </p:attrNameLst>
                                      </p:cBhvr>
                                      <p:tavLst>
                                        <p:tav tm="0">
                                          <p:val>
                                            <p:strVal val="#ppt_x"/>
                                          </p:val>
                                        </p:tav>
                                        <p:tav tm="100000">
                                          <p:val>
                                            <p:strVal val="#ppt_x"/>
                                          </p:val>
                                        </p:tav>
                                      </p:tavLst>
                                    </p:anim>
                                    <p:anim calcmode="lin" valueType="num">
                                      <p:cBhvr additive="base">
                                        <p:cTn id="8" dur="500" fill="hold"/>
                                        <p:tgtEl>
                                          <p:spTgt spid="5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0"/>
                                        </p:tgtEl>
                                        <p:attrNameLst>
                                          <p:attrName>style.visibility</p:attrName>
                                        </p:attrNameLst>
                                      </p:cBhvr>
                                      <p:to>
                                        <p:strVal val="visible"/>
                                      </p:to>
                                    </p:set>
                                    <p:anim calcmode="lin" valueType="num">
                                      <p:cBhvr additive="base">
                                        <p:cTn id="11" dur="500" fill="hold"/>
                                        <p:tgtEl>
                                          <p:spTgt spid="60"/>
                                        </p:tgtEl>
                                        <p:attrNameLst>
                                          <p:attrName>ppt_x</p:attrName>
                                        </p:attrNameLst>
                                      </p:cBhvr>
                                      <p:tavLst>
                                        <p:tav tm="0">
                                          <p:val>
                                            <p:strVal val="#ppt_x"/>
                                          </p:val>
                                        </p:tav>
                                        <p:tav tm="100000">
                                          <p:val>
                                            <p:strVal val="#ppt_x"/>
                                          </p:val>
                                        </p:tav>
                                      </p:tavLst>
                                    </p:anim>
                                    <p:anim calcmode="lin" valueType="num">
                                      <p:cBhvr additive="base">
                                        <p:cTn id="12" dur="500" fill="hold"/>
                                        <p:tgtEl>
                                          <p:spTgt spid="6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1"/>
                                        </p:tgtEl>
                                        <p:attrNameLst>
                                          <p:attrName>style.visibility</p:attrName>
                                        </p:attrNameLst>
                                      </p:cBhvr>
                                      <p:to>
                                        <p:strVal val="visible"/>
                                      </p:to>
                                    </p:set>
                                    <p:anim calcmode="lin" valueType="num">
                                      <p:cBhvr additive="base">
                                        <p:cTn id="15" dur="500" fill="hold"/>
                                        <p:tgtEl>
                                          <p:spTgt spid="61"/>
                                        </p:tgtEl>
                                        <p:attrNameLst>
                                          <p:attrName>ppt_x</p:attrName>
                                        </p:attrNameLst>
                                      </p:cBhvr>
                                      <p:tavLst>
                                        <p:tav tm="0">
                                          <p:val>
                                            <p:strVal val="#ppt_x"/>
                                          </p:val>
                                        </p:tav>
                                        <p:tav tm="100000">
                                          <p:val>
                                            <p:strVal val="#ppt_x"/>
                                          </p:val>
                                        </p:tav>
                                      </p:tavLst>
                                    </p:anim>
                                    <p:anim calcmode="lin" valueType="num">
                                      <p:cBhvr additive="base">
                                        <p:cTn id="16" dur="500" fill="hold"/>
                                        <p:tgtEl>
                                          <p:spTgt spid="6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9"/>
                                        </p:tgtEl>
                                        <p:attrNameLst>
                                          <p:attrName>style.visibility</p:attrName>
                                        </p:attrNameLst>
                                      </p:cBhvr>
                                      <p:to>
                                        <p:strVal val="visible"/>
                                      </p:to>
                                    </p:set>
                                    <p:anim calcmode="lin" valueType="num">
                                      <p:cBhvr additive="base">
                                        <p:cTn id="19" dur="500" fill="hold"/>
                                        <p:tgtEl>
                                          <p:spTgt spid="59"/>
                                        </p:tgtEl>
                                        <p:attrNameLst>
                                          <p:attrName>ppt_x</p:attrName>
                                        </p:attrNameLst>
                                      </p:cBhvr>
                                      <p:tavLst>
                                        <p:tav tm="0">
                                          <p:val>
                                            <p:strVal val="#ppt_x"/>
                                          </p:val>
                                        </p:tav>
                                        <p:tav tm="100000">
                                          <p:val>
                                            <p:strVal val="#ppt_x"/>
                                          </p:val>
                                        </p:tav>
                                      </p:tavLst>
                                    </p:anim>
                                    <p:anim calcmode="lin" valueType="num">
                                      <p:cBhvr additive="base">
                                        <p:cTn id="20" dur="500" fill="hold"/>
                                        <p:tgtEl>
                                          <p:spTgt spid="59"/>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62"/>
                                        </p:tgtEl>
                                        <p:attrNameLst>
                                          <p:attrName>style.visibility</p:attrName>
                                        </p:attrNameLst>
                                      </p:cBhvr>
                                      <p:to>
                                        <p:strVal val="visible"/>
                                      </p:to>
                                    </p:set>
                                    <p:anim calcmode="lin" valueType="num">
                                      <p:cBhvr additive="base">
                                        <p:cTn id="23" dur="500" fill="hold"/>
                                        <p:tgtEl>
                                          <p:spTgt spid="62"/>
                                        </p:tgtEl>
                                        <p:attrNameLst>
                                          <p:attrName>ppt_x</p:attrName>
                                        </p:attrNameLst>
                                      </p:cBhvr>
                                      <p:tavLst>
                                        <p:tav tm="0">
                                          <p:val>
                                            <p:strVal val="#ppt_x"/>
                                          </p:val>
                                        </p:tav>
                                        <p:tav tm="100000">
                                          <p:val>
                                            <p:strVal val="#ppt_x"/>
                                          </p:val>
                                        </p:tav>
                                      </p:tavLst>
                                    </p:anim>
                                    <p:anim calcmode="lin" valueType="num">
                                      <p:cBhvr additive="base">
                                        <p:cTn id="24" dur="500" fill="hold"/>
                                        <p:tgtEl>
                                          <p:spTgt spid="6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64"/>
                                        </p:tgtEl>
                                        <p:attrNameLst>
                                          <p:attrName>style.visibility</p:attrName>
                                        </p:attrNameLst>
                                      </p:cBhvr>
                                      <p:to>
                                        <p:strVal val="visible"/>
                                      </p:to>
                                    </p:set>
                                    <p:anim calcmode="lin" valueType="num">
                                      <p:cBhvr additive="base">
                                        <p:cTn id="27" dur="500" fill="hold"/>
                                        <p:tgtEl>
                                          <p:spTgt spid="64"/>
                                        </p:tgtEl>
                                        <p:attrNameLst>
                                          <p:attrName>ppt_x</p:attrName>
                                        </p:attrNameLst>
                                      </p:cBhvr>
                                      <p:tavLst>
                                        <p:tav tm="0">
                                          <p:val>
                                            <p:strVal val="#ppt_x"/>
                                          </p:val>
                                        </p:tav>
                                        <p:tav tm="100000">
                                          <p:val>
                                            <p:strVal val="#ppt_x"/>
                                          </p:val>
                                        </p:tav>
                                      </p:tavLst>
                                    </p:anim>
                                    <p:anim calcmode="lin" valueType="num">
                                      <p:cBhvr additive="base">
                                        <p:cTn id="28" dur="500" fill="hold"/>
                                        <p:tgtEl>
                                          <p:spTgt spid="6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66"/>
                                        </p:tgtEl>
                                        <p:attrNameLst>
                                          <p:attrName>style.visibility</p:attrName>
                                        </p:attrNameLst>
                                      </p:cBhvr>
                                      <p:to>
                                        <p:strVal val="visible"/>
                                      </p:to>
                                    </p:set>
                                    <p:anim calcmode="lin" valueType="num">
                                      <p:cBhvr additive="base">
                                        <p:cTn id="31" dur="500" fill="hold"/>
                                        <p:tgtEl>
                                          <p:spTgt spid="66"/>
                                        </p:tgtEl>
                                        <p:attrNameLst>
                                          <p:attrName>ppt_x</p:attrName>
                                        </p:attrNameLst>
                                      </p:cBhvr>
                                      <p:tavLst>
                                        <p:tav tm="0">
                                          <p:val>
                                            <p:strVal val="#ppt_x"/>
                                          </p:val>
                                        </p:tav>
                                        <p:tav tm="100000">
                                          <p:val>
                                            <p:strVal val="#ppt_x"/>
                                          </p:val>
                                        </p:tav>
                                      </p:tavLst>
                                    </p:anim>
                                    <p:anim calcmode="lin" valueType="num">
                                      <p:cBhvr additive="base">
                                        <p:cTn id="32" dur="500" fill="hold"/>
                                        <p:tgtEl>
                                          <p:spTgt spid="66"/>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68"/>
                                        </p:tgtEl>
                                        <p:attrNameLst>
                                          <p:attrName>style.visibility</p:attrName>
                                        </p:attrNameLst>
                                      </p:cBhvr>
                                      <p:to>
                                        <p:strVal val="visible"/>
                                      </p:to>
                                    </p:set>
                                    <p:anim calcmode="lin" valueType="num">
                                      <p:cBhvr additive="base">
                                        <p:cTn id="35" dur="500" fill="hold"/>
                                        <p:tgtEl>
                                          <p:spTgt spid="68"/>
                                        </p:tgtEl>
                                        <p:attrNameLst>
                                          <p:attrName>ppt_x</p:attrName>
                                        </p:attrNameLst>
                                      </p:cBhvr>
                                      <p:tavLst>
                                        <p:tav tm="0">
                                          <p:val>
                                            <p:strVal val="#ppt_x"/>
                                          </p:val>
                                        </p:tav>
                                        <p:tav tm="100000">
                                          <p:val>
                                            <p:strVal val="#ppt_x"/>
                                          </p:val>
                                        </p:tav>
                                      </p:tavLst>
                                    </p:anim>
                                    <p:anim calcmode="lin" valueType="num">
                                      <p:cBhvr additive="base">
                                        <p:cTn id="36" dur="500" fill="hold"/>
                                        <p:tgtEl>
                                          <p:spTgt spid="68"/>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additive="base">
                                        <p:cTn id="39" dur="500" fill="hold"/>
                                        <p:tgtEl>
                                          <p:spTgt spid="5"/>
                                        </p:tgtEl>
                                        <p:attrNameLst>
                                          <p:attrName>ppt_x</p:attrName>
                                        </p:attrNameLst>
                                      </p:cBhvr>
                                      <p:tavLst>
                                        <p:tav tm="0">
                                          <p:val>
                                            <p:strVal val="#ppt_x"/>
                                          </p:val>
                                        </p:tav>
                                        <p:tav tm="100000">
                                          <p:val>
                                            <p:strVal val="#ppt_x"/>
                                          </p:val>
                                        </p:tav>
                                      </p:tavLst>
                                    </p:anim>
                                    <p:anim calcmode="lin" valueType="num">
                                      <p:cBhvr additive="base">
                                        <p:cTn id="40" dur="500" fill="hold"/>
                                        <p:tgtEl>
                                          <p:spTgt spid="5"/>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additive="base">
                                        <p:cTn id="43" dur="500" fill="hold"/>
                                        <p:tgtEl>
                                          <p:spTgt spid="8"/>
                                        </p:tgtEl>
                                        <p:attrNameLst>
                                          <p:attrName>ppt_x</p:attrName>
                                        </p:attrNameLst>
                                      </p:cBhvr>
                                      <p:tavLst>
                                        <p:tav tm="0">
                                          <p:val>
                                            <p:strVal val="#ppt_x"/>
                                          </p:val>
                                        </p:tav>
                                        <p:tav tm="100000">
                                          <p:val>
                                            <p:strVal val="#ppt_x"/>
                                          </p:val>
                                        </p:tav>
                                      </p:tavLst>
                                    </p:anim>
                                    <p:anim calcmode="lin" valueType="num">
                                      <p:cBhvr additive="base">
                                        <p:cTn id="44" dur="500" fill="hold"/>
                                        <p:tgtEl>
                                          <p:spTgt spid="8"/>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6"/>
                                        </p:tgtEl>
                                        <p:attrNameLst>
                                          <p:attrName>style.visibility</p:attrName>
                                        </p:attrNameLst>
                                      </p:cBhvr>
                                      <p:to>
                                        <p:strVal val="visible"/>
                                      </p:to>
                                    </p:set>
                                    <p:anim calcmode="lin" valueType="num">
                                      <p:cBhvr additive="base">
                                        <p:cTn id="47" dur="500" fill="hold"/>
                                        <p:tgtEl>
                                          <p:spTgt spid="6"/>
                                        </p:tgtEl>
                                        <p:attrNameLst>
                                          <p:attrName>ppt_x</p:attrName>
                                        </p:attrNameLst>
                                      </p:cBhvr>
                                      <p:tavLst>
                                        <p:tav tm="0">
                                          <p:val>
                                            <p:strVal val="#ppt_x"/>
                                          </p:val>
                                        </p:tav>
                                        <p:tav tm="100000">
                                          <p:val>
                                            <p:strVal val="#ppt_x"/>
                                          </p:val>
                                        </p:tav>
                                      </p:tavLst>
                                    </p:anim>
                                    <p:anim calcmode="lin" valueType="num">
                                      <p:cBhvr additive="base">
                                        <p:cTn id="48" dur="500" fill="hold"/>
                                        <p:tgtEl>
                                          <p:spTgt spid="6"/>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7"/>
                                        </p:tgtEl>
                                        <p:attrNameLst>
                                          <p:attrName>style.visibility</p:attrName>
                                        </p:attrNameLst>
                                      </p:cBhvr>
                                      <p:to>
                                        <p:strVal val="visible"/>
                                      </p:to>
                                    </p:set>
                                    <p:anim calcmode="lin" valueType="num">
                                      <p:cBhvr additive="base">
                                        <p:cTn id="51" dur="500" fill="hold"/>
                                        <p:tgtEl>
                                          <p:spTgt spid="7"/>
                                        </p:tgtEl>
                                        <p:attrNameLst>
                                          <p:attrName>ppt_x</p:attrName>
                                        </p:attrNameLst>
                                      </p:cBhvr>
                                      <p:tavLst>
                                        <p:tav tm="0">
                                          <p:val>
                                            <p:strVal val="#ppt_x"/>
                                          </p:val>
                                        </p:tav>
                                        <p:tav tm="100000">
                                          <p:val>
                                            <p:strVal val="#ppt_x"/>
                                          </p:val>
                                        </p:tav>
                                      </p:tavLst>
                                    </p:anim>
                                    <p:anim calcmode="lin" valueType="num">
                                      <p:cBhvr additive="base">
                                        <p:cTn id="52" dur="500" fill="hold"/>
                                        <p:tgtEl>
                                          <p:spTgt spid="7"/>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
                                        </p:tgtEl>
                                        <p:attrNameLst>
                                          <p:attrName>style.visibility</p:attrName>
                                        </p:attrNameLst>
                                      </p:cBhvr>
                                      <p:to>
                                        <p:strVal val="visible"/>
                                      </p:to>
                                    </p:set>
                                    <p:anim calcmode="lin" valueType="num">
                                      <p:cBhvr additive="base">
                                        <p:cTn id="55" dur="500" fill="hold"/>
                                        <p:tgtEl>
                                          <p:spTgt spid="2"/>
                                        </p:tgtEl>
                                        <p:attrNameLst>
                                          <p:attrName>ppt_x</p:attrName>
                                        </p:attrNameLst>
                                      </p:cBhvr>
                                      <p:tavLst>
                                        <p:tav tm="0">
                                          <p:val>
                                            <p:strVal val="#ppt_x"/>
                                          </p:val>
                                        </p:tav>
                                        <p:tav tm="100000">
                                          <p:val>
                                            <p:strVal val="#ppt_x"/>
                                          </p:val>
                                        </p:tav>
                                      </p:tavLst>
                                    </p:anim>
                                    <p:anim calcmode="lin" valueType="num">
                                      <p:cBhvr additive="base">
                                        <p:cTn id="56" dur="500" fill="hold"/>
                                        <p:tgtEl>
                                          <p:spTgt spid="2"/>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 calcmode="lin" valueType="num">
                                      <p:cBhvr additive="base">
                                        <p:cTn id="59" dur="500" fill="hold"/>
                                        <p:tgtEl>
                                          <p:spTgt spid="13"/>
                                        </p:tgtEl>
                                        <p:attrNameLst>
                                          <p:attrName>ppt_x</p:attrName>
                                        </p:attrNameLst>
                                      </p:cBhvr>
                                      <p:tavLst>
                                        <p:tav tm="0">
                                          <p:val>
                                            <p:strVal val="#ppt_x"/>
                                          </p:val>
                                        </p:tav>
                                        <p:tav tm="100000">
                                          <p:val>
                                            <p:strVal val="#ppt_x"/>
                                          </p:val>
                                        </p:tav>
                                      </p:tavLst>
                                    </p:anim>
                                    <p:anim calcmode="lin" valueType="num">
                                      <p:cBhvr additive="base">
                                        <p:cTn id="60" dur="500" fill="hold"/>
                                        <p:tgtEl>
                                          <p:spTgt spid="13"/>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anim calcmode="lin" valueType="num">
                                      <p:cBhvr additive="base">
                                        <p:cTn id="63" dur="500" fill="hold"/>
                                        <p:tgtEl>
                                          <p:spTgt spid="14"/>
                                        </p:tgtEl>
                                        <p:attrNameLst>
                                          <p:attrName>ppt_x</p:attrName>
                                        </p:attrNameLst>
                                      </p:cBhvr>
                                      <p:tavLst>
                                        <p:tav tm="0">
                                          <p:val>
                                            <p:strVal val="#ppt_x"/>
                                          </p:val>
                                        </p:tav>
                                        <p:tav tm="100000">
                                          <p:val>
                                            <p:strVal val="#ppt_x"/>
                                          </p:val>
                                        </p:tav>
                                      </p:tavLst>
                                    </p:anim>
                                    <p:anim calcmode="lin" valueType="num">
                                      <p:cBhvr additive="base">
                                        <p:cTn id="64" dur="500" fill="hold"/>
                                        <p:tgtEl>
                                          <p:spTgt spid="14"/>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 calcmode="lin" valueType="num">
                                      <p:cBhvr additive="base">
                                        <p:cTn id="67" dur="500" fill="hold"/>
                                        <p:tgtEl>
                                          <p:spTgt spid="27"/>
                                        </p:tgtEl>
                                        <p:attrNameLst>
                                          <p:attrName>ppt_x</p:attrName>
                                        </p:attrNameLst>
                                      </p:cBhvr>
                                      <p:tavLst>
                                        <p:tav tm="0">
                                          <p:val>
                                            <p:strVal val="#ppt_x"/>
                                          </p:val>
                                        </p:tav>
                                        <p:tav tm="100000">
                                          <p:val>
                                            <p:strVal val="#ppt_x"/>
                                          </p:val>
                                        </p:tav>
                                      </p:tavLst>
                                    </p:anim>
                                    <p:anim calcmode="lin" valueType="num">
                                      <p:cBhvr additive="base">
                                        <p:cTn id="68" dur="500" fill="hold"/>
                                        <p:tgtEl>
                                          <p:spTgt spid="27"/>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 calcmode="lin" valueType="num">
                                      <p:cBhvr additive="base">
                                        <p:cTn id="71" dur="500" fill="hold"/>
                                        <p:tgtEl>
                                          <p:spTgt spid="25"/>
                                        </p:tgtEl>
                                        <p:attrNameLst>
                                          <p:attrName>ppt_x</p:attrName>
                                        </p:attrNameLst>
                                      </p:cBhvr>
                                      <p:tavLst>
                                        <p:tav tm="0">
                                          <p:val>
                                            <p:strVal val="#ppt_x"/>
                                          </p:val>
                                        </p:tav>
                                        <p:tav tm="100000">
                                          <p:val>
                                            <p:strVal val="#ppt_x"/>
                                          </p:val>
                                        </p:tav>
                                      </p:tavLst>
                                    </p:anim>
                                    <p:anim calcmode="lin" valueType="num">
                                      <p:cBhvr additive="base">
                                        <p:cTn id="72" dur="500" fill="hold"/>
                                        <p:tgtEl>
                                          <p:spTgt spid="25"/>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 calcmode="lin" valueType="num">
                                      <p:cBhvr additive="base">
                                        <p:cTn id="75" dur="500" fill="hold"/>
                                        <p:tgtEl>
                                          <p:spTgt spid="26"/>
                                        </p:tgtEl>
                                        <p:attrNameLst>
                                          <p:attrName>ppt_x</p:attrName>
                                        </p:attrNameLst>
                                      </p:cBhvr>
                                      <p:tavLst>
                                        <p:tav tm="0">
                                          <p:val>
                                            <p:strVal val="#ppt_x"/>
                                          </p:val>
                                        </p:tav>
                                        <p:tav tm="100000">
                                          <p:val>
                                            <p:strVal val="#ppt_x"/>
                                          </p:val>
                                        </p:tav>
                                      </p:tavLst>
                                    </p:anim>
                                    <p:anim calcmode="lin" valueType="num">
                                      <p:cBhvr additive="base">
                                        <p:cTn id="76" dur="500" fill="hold"/>
                                        <p:tgtEl>
                                          <p:spTgt spid="26"/>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35"/>
                                        </p:tgtEl>
                                        <p:attrNameLst>
                                          <p:attrName>style.visibility</p:attrName>
                                        </p:attrNameLst>
                                      </p:cBhvr>
                                      <p:to>
                                        <p:strVal val="visible"/>
                                      </p:to>
                                    </p:set>
                                    <p:anim calcmode="lin" valueType="num">
                                      <p:cBhvr additive="base">
                                        <p:cTn id="79" dur="500" fill="hold"/>
                                        <p:tgtEl>
                                          <p:spTgt spid="35"/>
                                        </p:tgtEl>
                                        <p:attrNameLst>
                                          <p:attrName>ppt_x</p:attrName>
                                        </p:attrNameLst>
                                      </p:cBhvr>
                                      <p:tavLst>
                                        <p:tav tm="0">
                                          <p:val>
                                            <p:strVal val="#ppt_x"/>
                                          </p:val>
                                        </p:tav>
                                        <p:tav tm="100000">
                                          <p:val>
                                            <p:strVal val="#ppt_x"/>
                                          </p:val>
                                        </p:tav>
                                      </p:tavLst>
                                    </p:anim>
                                    <p:anim calcmode="lin" valueType="num">
                                      <p:cBhvr additive="base">
                                        <p:cTn id="80" dur="500" fill="hold"/>
                                        <p:tgtEl>
                                          <p:spTgt spid="35"/>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33"/>
                                        </p:tgtEl>
                                        <p:attrNameLst>
                                          <p:attrName>style.visibility</p:attrName>
                                        </p:attrNameLst>
                                      </p:cBhvr>
                                      <p:to>
                                        <p:strVal val="visible"/>
                                      </p:to>
                                    </p:set>
                                    <p:anim calcmode="lin" valueType="num">
                                      <p:cBhvr additive="base">
                                        <p:cTn id="83" dur="500" fill="hold"/>
                                        <p:tgtEl>
                                          <p:spTgt spid="33"/>
                                        </p:tgtEl>
                                        <p:attrNameLst>
                                          <p:attrName>ppt_x</p:attrName>
                                        </p:attrNameLst>
                                      </p:cBhvr>
                                      <p:tavLst>
                                        <p:tav tm="0">
                                          <p:val>
                                            <p:strVal val="#ppt_x"/>
                                          </p:val>
                                        </p:tav>
                                        <p:tav tm="100000">
                                          <p:val>
                                            <p:strVal val="#ppt_x"/>
                                          </p:val>
                                        </p:tav>
                                      </p:tavLst>
                                    </p:anim>
                                    <p:anim calcmode="lin" valueType="num">
                                      <p:cBhvr additive="base">
                                        <p:cTn id="84" dur="500" fill="hold"/>
                                        <p:tgtEl>
                                          <p:spTgt spid="33"/>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34"/>
                                        </p:tgtEl>
                                        <p:attrNameLst>
                                          <p:attrName>style.visibility</p:attrName>
                                        </p:attrNameLst>
                                      </p:cBhvr>
                                      <p:to>
                                        <p:strVal val="visible"/>
                                      </p:to>
                                    </p:set>
                                    <p:anim calcmode="lin" valueType="num">
                                      <p:cBhvr additive="base">
                                        <p:cTn id="87" dur="500" fill="hold"/>
                                        <p:tgtEl>
                                          <p:spTgt spid="34"/>
                                        </p:tgtEl>
                                        <p:attrNameLst>
                                          <p:attrName>ppt_x</p:attrName>
                                        </p:attrNameLst>
                                      </p:cBhvr>
                                      <p:tavLst>
                                        <p:tav tm="0">
                                          <p:val>
                                            <p:strVal val="#ppt_x"/>
                                          </p:val>
                                        </p:tav>
                                        <p:tav tm="100000">
                                          <p:val>
                                            <p:strVal val="#ppt_x"/>
                                          </p:val>
                                        </p:tav>
                                      </p:tavLst>
                                    </p:anim>
                                    <p:anim calcmode="lin" valueType="num">
                                      <p:cBhvr additive="base">
                                        <p:cTn id="88" dur="500" fill="hold"/>
                                        <p:tgtEl>
                                          <p:spTgt spid="34"/>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56"/>
                                        </p:tgtEl>
                                        <p:attrNameLst>
                                          <p:attrName>style.visibility</p:attrName>
                                        </p:attrNameLst>
                                      </p:cBhvr>
                                      <p:to>
                                        <p:strVal val="visible"/>
                                      </p:to>
                                    </p:set>
                                    <p:anim calcmode="lin" valueType="num">
                                      <p:cBhvr additive="base">
                                        <p:cTn id="91" dur="500" fill="hold"/>
                                        <p:tgtEl>
                                          <p:spTgt spid="56"/>
                                        </p:tgtEl>
                                        <p:attrNameLst>
                                          <p:attrName>ppt_x</p:attrName>
                                        </p:attrNameLst>
                                      </p:cBhvr>
                                      <p:tavLst>
                                        <p:tav tm="0">
                                          <p:val>
                                            <p:strVal val="#ppt_x"/>
                                          </p:val>
                                        </p:tav>
                                        <p:tav tm="100000">
                                          <p:val>
                                            <p:strVal val="#ppt_x"/>
                                          </p:val>
                                        </p:tav>
                                      </p:tavLst>
                                    </p:anim>
                                    <p:anim calcmode="lin" valueType="num">
                                      <p:cBhvr additive="base">
                                        <p:cTn id="92" dur="500" fill="hold"/>
                                        <p:tgtEl>
                                          <p:spTgt spid="56"/>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55"/>
                                        </p:tgtEl>
                                        <p:attrNameLst>
                                          <p:attrName>style.visibility</p:attrName>
                                        </p:attrNameLst>
                                      </p:cBhvr>
                                      <p:to>
                                        <p:strVal val="visible"/>
                                      </p:to>
                                    </p:set>
                                    <p:anim calcmode="lin" valueType="num">
                                      <p:cBhvr additive="base">
                                        <p:cTn id="95" dur="500" fill="hold"/>
                                        <p:tgtEl>
                                          <p:spTgt spid="55"/>
                                        </p:tgtEl>
                                        <p:attrNameLst>
                                          <p:attrName>ppt_x</p:attrName>
                                        </p:attrNameLst>
                                      </p:cBhvr>
                                      <p:tavLst>
                                        <p:tav tm="0">
                                          <p:val>
                                            <p:strVal val="#ppt_x"/>
                                          </p:val>
                                        </p:tav>
                                        <p:tav tm="100000">
                                          <p:val>
                                            <p:strVal val="#ppt_x"/>
                                          </p:val>
                                        </p:tav>
                                      </p:tavLst>
                                    </p:anim>
                                    <p:anim calcmode="lin" valueType="num">
                                      <p:cBhvr additive="base">
                                        <p:cTn id="96" dur="500" fill="hold"/>
                                        <p:tgtEl>
                                          <p:spTgt spid="55"/>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54"/>
                                        </p:tgtEl>
                                        <p:attrNameLst>
                                          <p:attrName>style.visibility</p:attrName>
                                        </p:attrNameLst>
                                      </p:cBhvr>
                                      <p:to>
                                        <p:strVal val="visible"/>
                                      </p:to>
                                    </p:set>
                                    <p:anim calcmode="lin" valueType="num">
                                      <p:cBhvr additive="base">
                                        <p:cTn id="99" dur="500" fill="hold"/>
                                        <p:tgtEl>
                                          <p:spTgt spid="54"/>
                                        </p:tgtEl>
                                        <p:attrNameLst>
                                          <p:attrName>ppt_x</p:attrName>
                                        </p:attrNameLst>
                                      </p:cBhvr>
                                      <p:tavLst>
                                        <p:tav tm="0">
                                          <p:val>
                                            <p:strVal val="#ppt_x"/>
                                          </p:val>
                                        </p:tav>
                                        <p:tav tm="100000">
                                          <p:val>
                                            <p:strVal val="#ppt_x"/>
                                          </p:val>
                                        </p:tav>
                                      </p:tavLst>
                                    </p:anim>
                                    <p:anim calcmode="lin" valueType="num">
                                      <p:cBhvr additive="base">
                                        <p:cTn id="100" dur="500" fill="hold"/>
                                        <p:tgtEl>
                                          <p:spTgt spid="54"/>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53"/>
                                        </p:tgtEl>
                                        <p:attrNameLst>
                                          <p:attrName>style.visibility</p:attrName>
                                        </p:attrNameLst>
                                      </p:cBhvr>
                                      <p:to>
                                        <p:strVal val="visible"/>
                                      </p:to>
                                    </p:set>
                                    <p:anim calcmode="lin" valueType="num">
                                      <p:cBhvr additive="base">
                                        <p:cTn id="103" dur="500" fill="hold"/>
                                        <p:tgtEl>
                                          <p:spTgt spid="53"/>
                                        </p:tgtEl>
                                        <p:attrNameLst>
                                          <p:attrName>ppt_x</p:attrName>
                                        </p:attrNameLst>
                                      </p:cBhvr>
                                      <p:tavLst>
                                        <p:tav tm="0">
                                          <p:val>
                                            <p:strVal val="#ppt_x"/>
                                          </p:val>
                                        </p:tav>
                                        <p:tav tm="100000">
                                          <p:val>
                                            <p:strVal val="#ppt_x"/>
                                          </p:val>
                                        </p:tav>
                                      </p:tavLst>
                                    </p:anim>
                                    <p:anim calcmode="lin" valueType="num">
                                      <p:cBhvr additive="base">
                                        <p:cTn id="104" dur="500" fill="hold"/>
                                        <p:tgtEl>
                                          <p:spTgt spid="53"/>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44"/>
                                        </p:tgtEl>
                                        <p:attrNameLst>
                                          <p:attrName>style.visibility</p:attrName>
                                        </p:attrNameLst>
                                      </p:cBhvr>
                                      <p:to>
                                        <p:strVal val="visible"/>
                                      </p:to>
                                    </p:set>
                                    <p:anim calcmode="lin" valueType="num">
                                      <p:cBhvr additive="base">
                                        <p:cTn id="107" dur="500" fill="hold"/>
                                        <p:tgtEl>
                                          <p:spTgt spid="44"/>
                                        </p:tgtEl>
                                        <p:attrNameLst>
                                          <p:attrName>ppt_x</p:attrName>
                                        </p:attrNameLst>
                                      </p:cBhvr>
                                      <p:tavLst>
                                        <p:tav tm="0">
                                          <p:val>
                                            <p:strVal val="#ppt_x"/>
                                          </p:val>
                                        </p:tav>
                                        <p:tav tm="100000">
                                          <p:val>
                                            <p:strVal val="#ppt_x"/>
                                          </p:val>
                                        </p:tav>
                                      </p:tavLst>
                                    </p:anim>
                                    <p:anim calcmode="lin" valueType="num">
                                      <p:cBhvr additive="base">
                                        <p:cTn id="108" dur="500" fill="hold"/>
                                        <p:tgtEl>
                                          <p:spTgt spid="44"/>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45"/>
                                        </p:tgtEl>
                                        <p:attrNameLst>
                                          <p:attrName>style.visibility</p:attrName>
                                        </p:attrNameLst>
                                      </p:cBhvr>
                                      <p:to>
                                        <p:strVal val="visible"/>
                                      </p:to>
                                    </p:set>
                                    <p:anim calcmode="lin" valueType="num">
                                      <p:cBhvr additive="base">
                                        <p:cTn id="111" dur="500" fill="hold"/>
                                        <p:tgtEl>
                                          <p:spTgt spid="45"/>
                                        </p:tgtEl>
                                        <p:attrNameLst>
                                          <p:attrName>ppt_x</p:attrName>
                                        </p:attrNameLst>
                                      </p:cBhvr>
                                      <p:tavLst>
                                        <p:tav tm="0">
                                          <p:val>
                                            <p:strVal val="#ppt_x"/>
                                          </p:val>
                                        </p:tav>
                                        <p:tav tm="100000">
                                          <p:val>
                                            <p:strVal val="#ppt_x"/>
                                          </p:val>
                                        </p:tav>
                                      </p:tavLst>
                                    </p:anim>
                                    <p:anim calcmode="lin" valueType="num">
                                      <p:cBhvr additive="base">
                                        <p:cTn id="112" dur="500" fill="hold"/>
                                        <p:tgtEl>
                                          <p:spTgt spid="45"/>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3"/>
                                        </p:tgtEl>
                                        <p:attrNameLst>
                                          <p:attrName>style.visibility</p:attrName>
                                        </p:attrNameLst>
                                      </p:cBhvr>
                                      <p:to>
                                        <p:strVal val="visible"/>
                                      </p:to>
                                    </p:set>
                                    <p:anim calcmode="lin" valueType="num">
                                      <p:cBhvr additive="base">
                                        <p:cTn id="115" dur="500" fill="hold"/>
                                        <p:tgtEl>
                                          <p:spTgt spid="3"/>
                                        </p:tgtEl>
                                        <p:attrNameLst>
                                          <p:attrName>ppt_x</p:attrName>
                                        </p:attrNameLst>
                                      </p:cBhvr>
                                      <p:tavLst>
                                        <p:tav tm="0">
                                          <p:val>
                                            <p:strVal val="#ppt_x"/>
                                          </p:val>
                                        </p:tav>
                                        <p:tav tm="100000">
                                          <p:val>
                                            <p:strVal val="#ppt_x"/>
                                          </p:val>
                                        </p:tav>
                                      </p:tavLst>
                                    </p:anim>
                                    <p:anim calcmode="lin" valueType="num">
                                      <p:cBhvr additive="base">
                                        <p:cTn id="116" dur="500" fill="hold"/>
                                        <p:tgtEl>
                                          <p:spTgt spid="3"/>
                                        </p:tgtEl>
                                        <p:attrNameLst>
                                          <p:attrName>ppt_y</p:attrName>
                                        </p:attrNameLst>
                                      </p:cBhvr>
                                      <p:tavLst>
                                        <p:tav tm="0">
                                          <p:val>
                                            <p:strVal val="1+#ppt_h/2"/>
                                          </p:val>
                                        </p:tav>
                                        <p:tav tm="100000">
                                          <p:val>
                                            <p:strVal val="#ppt_y"/>
                                          </p:val>
                                        </p:tav>
                                      </p:tavLst>
                                    </p:anim>
                                  </p:childTnLst>
                                </p:cTn>
                              </p:par>
                              <p:par>
                                <p:cTn id="117" presetID="2" presetClass="entr" presetSubtype="4" fill="hold" grpId="0" nodeType="withEffect">
                                  <p:stCondLst>
                                    <p:cond delay="0"/>
                                  </p:stCondLst>
                                  <p:childTnLst>
                                    <p:set>
                                      <p:cBhvr>
                                        <p:cTn id="118" dur="1" fill="hold">
                                          <p:stCondLst>
                                            <p:cond delay="0"/>
                                          </p:stCondLst>
                                        </p:cTn>
                                        <p:tgtEl>
                                          <p:spTgt spid="4"/>
                                        </p:tgtEl>
                                        <p:attrNameLst>
                                          <p:attrName>style.visibility</p:attrName>
                                        </p:attrNameLst>
                                      </p:cBhvr>
                                      <p:to>
                                        <p:strVal val="visible"/>
                                      </p:to>
                                    </p:set>
                                    <p:anim calcmode="lin" valueType="num">
                                      <p:cBhvr additive="base">
                                        <p:cTn id="119" dur="500" fill="hold"/>
                                        <p:tgtEl>
                                          <p:spTgt spid="4"/>
                                        </p:tgtEl>
                                        <p:attrNameLst>
                                          <p:attrName>ppt_x</p:attrName>
                                        </p:attrNameLst>
                                      </p:cBhvr>
                                      <p:tavLst>
                                        <p:tav tm="0">
                                          <p:val>
                                            <p:strVal val="#ppt_x"/>
                                          </p:val>
                                        </p:tav>
                                        <p:tav tm="100000">
                                          <p:val>
                                            <p:strVal val="#ppt_x"/>
                                          </p:val>
                                        </p:tav>
                                      </p:tavLst>
                                    </p:anim>
                                    <p:anim calcmode="lin" valueType="num">
                                      <p:cBhvr additive="base">
                                        <p:cTn id="120" dur="500" fill="hold"/>
                                        <p:tgtEl>
                                          <p:spTgt spid="4"/>
                                        </p:tgtEl>
                                        <p:attrNameLst>
                                          <p:attrName>ppt_y</p:attrName>
                                        </p:attrNameLst>
                                      </p:cBhvr>
                                      <p:tavLst>
                                        <p:tav tm="0">
                                          <p:val>
                                            <p:strVal val="1+#ppt_h/2"/>
                                          </p:val>
                                        </p:tav>
                                        <p:tav tm="100000">
                                          <p:val>
                                            <p:strVal val="#ppt_y"/>
                                          </p:val>
                                        </p:tav>
                                      </p:tavLst>
                                    </p:anim>
                                  </p:childTnLst>
                                </p:cTn>
                              </p:par>
                              <p:par>
                                <p:cTn id="121" presetID="2" presetClass="entr" presetSubtype="4" fill="hold" grpId="0" nodeType="withEffect">
                                  <p:stCondLst>
                                    <p:cond delay="0"/>
                                  </p:stCondLst>
                                  <p:childTnLst>
                                    <p:set>
                                      <p:cBhvr>
                                        <p:cTn id="122" dur="1" fill="hold">
                                          <p:stCondLst>
                                            <p:cond delay="0"/>
                                          </p:stCondLst>
                                        </p:cTn>
                                        <p:tgtEl>
                                          <p:spTgt spid="9"/>
                                        </p:tgtEl>
                                        <p:attrNameLst>
                                          <p:attrName>style.visibility</p:attrName>
                                        </p:attrNameLst>
                                      </p:cBhvr>
                                      <p:to>
                                        <p:strVal val="visible"/>
                                      </p:to>
                                    </p:set>
                                    <p:anim calcmode="lin" valueType="num">
                                      <p:cBhvr additive="base">
                                        <p:cTn id="123" dur="500" fill="hold"/>
                                        <p:tgtEl>
                                          <p:spTgt spid="9"/>
                                        </p:tgtEl>
                                        <p:attrNameLst>
                                          <p:attrName>ppt_x</p:attrName>
                                        </p:attrNameLst>
                                      </p:cBhvr>
                                      <p:tavLst>
                                        <p:tav tm="0">
                                          <p:val>
                                            <p:strVal val="#ppt_x"/>
                                          </p:val>
                                        </p:tav>
                                        <p:tav tm="100000">
                                          <p:val>
                                            <p:strVal val="#ppt_x"/>
                                          </p:val>
                                        </p:tav>
                                      </p:tavLst>
                                    </p:anim>
                                    <p:anim calcmode="lin" valueType="num">
                                      <p:cBhvr additive="base">
                                        <p:cTn id="124" dur="500" fill="hold"/>
                                        <p:tgtEl>
                                          <p:spTgt spid="9"/>
                                        </p:tgtEl>
                                        <p:attrNameLst>
                                          <p:attrName>ppt_y</p:attrName>
                                        </p:attrNameLst>
                                      </p:cBhvr>
                                      <p:tavLst>
                                        <p:tav tm="0">
                                          <p:val>
                                            <p:strVal val="1+#ppt_h/2"/>
                                          </p:val>
                                        </p:tav>
                                        <p:tav tm="100000">
                                          <p:val>
                                            <p:strVal val="#ppt_y"/>
                                          </p:val>
                                        </p:tav>
                                      </p:tavLst>
                                    </p:anim>
                                  </p:childTnLst>
                                </p:cTn>
                              </p:par>
                              <p:par>
                                <p:cTn id="125" presetID="2" presetClass="entr" presetSubtype="4" fill="hold" grpId="0" nodeType="withEffect">
                                  <p:stCondLst>
                                    <p:cond delay="0"/>
                                  </p:stCondLst>
                                  <p:childTnLst>
                                    <p:set>
                                      <p:cBhvr>
                                        <p:cTn id="126" dur="1" fill="hold">
                                          <p:stCondLst>
                                            <p:cond delay="0"/>
                                          </p:stCondLst>
                                        </p:cTn>
                                        <p:tgtEl>
                                          <p:spTgt spid="10"/>
                                        </p:tgtEl>
                                        <p:attrNameLst>
                                          <p:attrName>style.visibility</p:attrName>
                                        </p:attrNameLst>
                                      </p:cBhvr>
                                      <p:to>
                                        <p:strVal val="visible"/>
                                      </p:to>
                                    </p:set>
                                    <p:anim calcmode="lin" valueType="num">
                                      <p:cBhvr additive="base">
                                        <p:cTn id="127" dur="500" fill="hold"/>
                                        <p:tgtEl>
                                          <p:spTgt spid="10"/>
                                        </p:tgtEl>
                                        <p:attrNameLst>
                                          <p:attrName>ppt_x</p:attrName>
                                        </p:attrNameLst>
                                      </p:cBhvr>
                                      <p:tavLst>
                                        <p:tav tm="0">
                                          <p:val>
                                            <p:strVal val="#ppt_x"/>
                                          </p:val>
                                        </p:tav>
                                        <p:tav tm="100000">
                                          <p:val>
                                            <p:strVal val="#ppt_x"/>
                                          </p:val>
                                        </p:tav>
                                      </p:tavLst>
                                    </p:anim>
                                    <p:anim calcmode="lin" valueType="num">
                                      <p:cBhvr additive="base">
                                        <p:cTn id="12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8" grpId="0" bldLvl="0" animBg="1"/>
      <p:bldP spid="13" grpId="0" bldLvl="0" animBg="1"/>
      <p:bldP spid="14" grpId="0" bldLvl="0" animBg="1"/>
      <p:bldP spid="2" grpId="0" bldLvl="0" animBg="1"/>
      <p:bldP spid="25" grpId="0" bldLvl="0" animBg="1"/>
      <p:bldP spid="26" grpId="0" bldLvl="0" animBg="1"/>
      <p:bldP spid="27" grpId="0" bldLvl="0" animBg="1"/>
      <p:bldP spid="33" grpId="0" bldLvl="0" animBg="1"/>
      <p:bldP spid="34" grpId="0" bldLvl="0" animBg="1"/>
      <p:bldP spid="35" grpId="0" bldLvl="0" animBg="1"/>
      <p:bldP spid="53" grpId="0"/>
      <p:bldP spid="54" grpId="0"/>
      <p:bldP spid="55" grpId="0"/>
      <p:bldP spid="56" grpId="0"/>
      <p:bldP spid="58" grpId="0" bldLvl="0" animBg="1"/>
      <p:bldP spid="59" grpId="0" bldLvl="0" animBg="1"/>
      <p:bldP spid="60" grpId="0" bldLvl="0" animBg="1"/>
      <p:bldP spid="61" grpId="0" bldLvl="0" animBg="1"/>
      <p:bldP spid="62" grpId="0" bldLvl="0" animBg="1"/>
      <p:bldP spid="64" grpId="0" bldLvl="0" animBg="1"/>
      <p:bldP spid="66" grpId="0" bldLvl="0" animBg="1"/>
      <p:bldP spid="68" grpId="0" bldLvl="0" animBg="1"/>
      <p:bldP spid="44" grpId="0"/>
      <p:bldP spid="45" grpId="0"/>
      <p:bldP spid="3" grpId="0"/>
      <p:bldP spid="4" grpId="0"/>
      <p:bldP spid="9"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Oval 36"/>
          <p:cNvSpPr>
            <a:spLocks noChangeArrowheads="1"/>
          </p:cNvSpPr>
          <p:nvPr/>
        </p:nvSpPr>
        <p:spPr bwMode="auto">
          <a:xfrm>
            <a:off x="10324919" y="4799912"/>
            <a:ext cx="839340" cy="90814"/>
          </a:xfrm>
          <a:prstGeom prst="ellipse">
            <a:avLst/>
          </a:prstGeom>
          <a:solidFill>
            <a:schemeClr val="tx1">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kern="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0" name="Freeform 59"/>
          <p:cNvSpPr>
            <a:spLocks noChangeArrowheads="1"/>
          </p:cNvSpPr>
          <p:nvPr/>
        </p:nvSpPr>
        <p:spPr bwMode="auto">
          <a:xfrm>
            <a:off x="10379040" y="3235895"/>
            <a:ext cx="729891" cy="1609882"/>
          </a:xfrm>
          <a:custGeom>
            <a:avLst/>
            <a:gdLst>
              <a:gd name="connsiteX0" fmla="*/ 169222 w 813338"/>
              <a:gd name="connsiteY0" fmla="*/ 413985 h 1793936"/>
              <a:gd name="connsiteX1" fmla="*/ 643042 w 813338"/>
              <a:gd name="connsiteY1" fmla="*/ 413985 h 1793936"/>
              <a:gd name="connsiteX2" fmla="*/ 727653 w 813338"/>
              <a:gd name="connsiteY2" fmla="*/ 486487 h 1793936"/>
              <a:gd name="connsiteX3" fmla="*/ 812264 w 813338"/>
              <a:gd name="connsiteY3" fmla="*/ 935998 h 1793936"/>
              <a:gd name="connsiteX4" fmla="*/ 812264 w 813338"/>
              <a:gd name="connsiteY4" fmla="*/ 948082 h 1793936"/>
              <a:gd name="connsiteX5" fmla="*/ 812264 w 813338"/>
              <a:gd name="connsiteY5" fmla="*/ 960165 h 1793936"/>
              <a:gd name="connsiteX6" fmla="*/ 727653 w 813338"/>
              <a:gd name="connsiteY6" fmla="*/ 1044751 h 1793936"/>
              <a:gd name="connsiteX7" fmla="*/ 643042 w 813338"/>
              <a:gd name="connsiteY7" fmla="*/ 974666 h 1793936"/>
              <a:gd name="connsiteX8" fmla="*/ 589858 w 813338"/>
              <a:gd name="connsiteY8" fmla="*/ 641157 h 1793936"/>
              <a:gd name="connsiteX9" fmla="*/ 589858 w 813338"/>
              <a:gd name="connsiteY9" fmla="*/ 1706934 h 1793936"/>
              <a:gd name="connsiteX10" fmla="*/ 502830 w 813338"/>
              <a:gd name="connsiteY10" fmla="*/ 1793936 h 1793936"/>
              <a:gd name="connsiteX11" fmla="*/ 415802 w 813338"/>
              <a:gd name="connsiteY11" fmla="*/ 1706934 h 1793936"/>
              <a:gd name="connsiteX12" fmla="*/ 415802 w 813338"/>
              <a:gd name="connsiteY12" fmla="*/ 1180088 h 1793936"/>
              <a:gd name="connsiteX13" fmla="*/ 396462 w 813338"/>
              <a:gd name="connsiteY13" fmla="*/ 1180088 h 1793936"/>
              <a:gd name="connsiteX14" fmla="*/ 396462 w 813338"/>
              <a:gd name="connsiteY14" fmla="*/ 1706934 h 1793936"/>
              <a:gd name="connsiteX15" fmla="*/ 309434 w 813338"/>
              <a:gd name="connsiteY15" fmla="*/ 1793936 h 1793936"/>
              <a:gd name="connsiteX16" fmla="*/ 222406 w 813338"/>
              <a:gd name="connsiteY16" fmla="*/ 1706934 h 1793936"/>
              <a:gd name="connsiteX17" fmla="*/ 224823 w 813338"/>
              <a:gd name="connsiteY17" fmla="*/ 641157 h 1793936"/>
              <a:gd name="connsiteX18" fmla="*/ 171639 w 813338"/>
              <a:gd name="connsiteY18" fmla="*/ 974666 h 1793936"/>
              <a:gd name="connsiteX19" fmla="*/ 84611 w 813338"/>
              <a:gd name="connsiteY19" fmla="*/ 1044751 h 1793936"/>
              <a:gd name="connsiteX20" fmla="*/ 0 w 813338"/>
              <a:gd name="connsiteY20" fmla="*/ 960165 h 1793936"/>
              <a:gd name="connsiteX21" fmla="*/ 0 w 813338"/>
              <a:gd name="connsiteY21" fmla="*/ 948082 h 1793936"/>
              <a:gd name="connsiteX22" fmla="*/ 0 w 813338"/>
              <a:gd name="connsiteY22" fmla="*/ 935998 h 1793936"/>
              <a:gd name="connsiteX23" fmla="*/ 84611 w 813338"/>
              <a:gd name="connsiteY23" fmla="*/ 486487 h 1793936"/>
              <a:gd name="connsiteX24" fmla="*/ 169222 w 813338"/>
              <a:gd name="connsiteY24" fmla="*/ 413985 h 1793936"/>
              <a:gd name="connsiteX25" fmla="*/ 406829 w 813338"/>
              <a:gd name="connsiteY25" fmla="*/ 0 h 1793936"/>
              <a:gd name="connsiteX26" fmla="*/ 591844 w 813338"/>
              <a:gd name="connsiteY26" fmla="*/ 185016 h 1793936"/>
              <a:gd name="connsiteX27" fmla="*/ 406829 w 813338"/>
              <a:gd name="connsiteY27" fmla="*/ 370032 h 1793936"/>
              <a:gd name="connsiteX28" fmla="*/ 221814 w 813338"/>
              <a:gd name="connsiteY28" fmla="*/ 185016 h 1793936"/>
              <a:gd name="connsiteX29" fmla="*/ 406829 w 813338"/>
              <a:gd name="connsiteY29" fmla="*/ 0 h 1793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13338" h="1793936">
                <a:moveTo>
                  <a:pt x="169222" y="413985"/>
                </a:moveTo>
                <a:cubicBezTo>
                  <a:pt x="169222" y="413985"/>
                  <a:pt x="169222" y="413985"/>
                  <a:pt x="643042" y="413985"/>
                </a:cubicBezTo>
                <a:cubicBezTo>
                  <a:pt x="686556" y="413985"/>
                  <a:pt x="720400" y="445403"/>
                  <a:pt x="727653" y="486487"/>
                </a:cubicBezTo>
                <a:cubicBezTo>
                  <a:pt x="727653" y="486487"/>
                  <a:pt x="727653" y="486487"/>
                  <a:pt x="812264" y="935998"/>
                </a:cubicBezTo>
                <a:cubicBezTo>
                  <a:pt x="814681" y="940832"/>
                  <a:pt x="812264" y="943248"/>
                  <a:pt x="812264" y="948082"/>
                </a:cubicBezTo>
                <a:cubicBezTo>
                  <a:pt x="812264" y="950499"/>
                  <a:pt x="812264" y="955332"/>
                  <a:pt x="812264" y="960165"/>
                </a:cubicBezTo>
                <a:cubicBezTo>
                  <a:pt x="812264" y="1006083"/>
                  <a:pt x="773584" y="1044751"/>
                  <a:pt x="727653" y="1044751"/>
                </a:cubicBezTo>
                <a:cubicBezTo>
                  <a:pt x="686556" y="1044751"/>
                  <a:pt x="650294" y="1015750"/>
                  <a:pt x="643042" y="974666"/>
                </a:cubicBezTo>
                <a:cubicBezTo>
                  <a:pt x="643042" y="974666"/>
                  <a:pt x="643042" y="974666"/>
                  <a:pt x="589858" y="641157"/>
                </a:cubicBezTo>
                <a:cubicBezTo>
                  <a:pt x="589858" y="641157"/>
                  <a:pt x="589858" y="641157"/>
                  <a:pt x="589858" y="1706934"/>
                </a:cubicBezTo>
                <a:cubicBezTo>
                  <a:pt x="589858" y="1755269"/>
                  <a:pt x="551179" y="1793936"/>
                  <a:pt x="502830" y="1793936"/>
                </a:cubicBezTo>
                <a:cubicBezTo>
                  <a:pt x="454481" y="1793936"/>
                  <a:pt x="415802" y="1755269"/>
                  <a:pt x="415802" y="1706934"/>
                </a:cubicBezTo>
                <a:cubicBezTo>
                  <a:pt x="415802" y="1706934"/>
                  <a:pt x="415802" y="1706934"/>
                  <a:pt x="415802" y="1180088"/>
                </a:cubicBezTo>
                <a:cubicBezTo>
                  <a:pt x="415802" y="1180088"/>
                  <a:pt x="415802" y="1180088"/>
                  <a:pt x="396462" y="1180088"/>
                </a:cubicBezTo>
                <a:cubicBezTo>
                  <a:pt x="396462" y="1180088"/>
                  <a:pt x="396462" y="1180088"/>
                  <a:pt x="396462" y="1706934"/>
                </a:cubicBezTo>
                <a:cubicBezTo>
                  <a:pt x="396462" y="1755269"/>
                  <a:pt x="357783" y="1793936"/>
                  <a:pt x="309434" y="1793936"/>
                </a:cubicBezTo>
                <a:cubicBezTo>
                  <a:pt x="261085" y="1793936"/>
                  <a:pt x="222406" y="1755269"/>
                  <a:pt x="222406" y="1706934"/>
                </a:cubicBezTo>
                <a:cubicBezTo>
                  <a:pt x="222406" y="1706934"/>
                  <a:pt x="222406" y="1706934"/>
                  <a:pt x="224823" y="641157"/>
                </a:cubicBezTo>
                <a:cubicBezTo>
                  <a:pt x="224823" y="641157"/>
                  <a:pt x="224823" y="641157"/>
                  <a:pt x="171639" y="974666"/>
                </a:cubicBezTo>
                <a:cubicBezTo>
                  <a:pt x="161969" y="1015750"/>
                  <a:pt x="128125" y="1044751"/>
                  <a:pt x="84611" y="1044751"/>
                </a:cubicBezTo>
                <a:cubicBezTo>
                  <a:pt x="38679" y="1044751"/>
                  <a:pt x="0" y="1006083"/>
                  <a:pt x="0" y="960165"/>
                </a:cubicBezTo>
                <a:cubicBezTo>
                  <a:pt x="0" y="955332"/>
                  <a:pt x="0" y="950499"/>
                  <a:pt x="0" y="948082"/>
                </a:cubicBezTo>
                <a:cubicBezTo>
                  <a:pt x="0" y="943248"/>
                  <a:pt x="0" y="940832"/>
                  <a:pt x="0" y="935998"/>
                </a:cubicBezTo>
                <a:cubicBezTo>
                  <a:pt x="0" y="935998"/>
                  <a:pt x="0" y="935998"/>
                  <a:pt x="84611" y="486487"/>
                </a:cubicBezTo>
                <a:cubicBezTo>
                  <a:pt x="91863" y="445403"/>
                  <a:pt x="128125" y="413985"/>
                  <a:pt x="169222" y="413985"/>
                </a:cubicBezTo>
                <a:close/>
                <a:moveTo>
                  <a:pt x="406829" y="0"/>
                </a:moveTo>
                <a:cubicBezTo>
                  <a:pt x="509010" y="0"/>
                  <a:pt x="591844" y="82834"/>
                  <a:pt x="591844" y="185016"/>
                </a:cubicBezTo>
                <a:cubicBezTo>
                  <a:pt x="591844" y="287198"/>
                  <a:pt x="509010" y="370032"/>
                  <a:pt x="406829" y="370032"/>
                </a:cubicBezTo>
                <a:cubicBezTo>
                  <a:pt x="304648" y="370032"/>
                  <a:pt x="221814" y="287198"/>
                  <a:pt x="221814" y="185016"/>
                </a:cubicBezTo>
                <a:cubicBezTo>
                  <a:pt x="221814" y="82834"/>
                  <a:pt x="304648" y="0"/>
                  <a:pt x="406829" y="0"/>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65000"/>
                  <a:lumOff val="35000"/>
                </a:scheme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1" name="Oval 38"/>
          <p:cNvSpPr>
            <a:spLocks noChangeArrowheads="1"/>
          </p:cNvSpPr>
          <p:nvPr/>
        </p:nvSpPr>
        <p:spPr bwMode="auto">
          <a:xfrm>
            <a:off x="9114069" y="4799912"/>
            <a:ext cx="839340" cy="90814"/>
          </a:xfrm>
          <a:prstGeom prst="ellipse">
            <a:avLst/>
          </a:prstGeom>
          <a:solidFill>
            <a:srgbClr val="EBEBEB"/>
          </a:solidFill>
          <a:ln>
            <a:noFill/>
          </a:ln>
          <a:effectLst>
            <a:softEdge rad="317500"/>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65000"/>
                  <a:lumOff val="35000"/>
                </a:scheme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2" name="Oval 39"/>
          <p:cNvSpPr>
            <a:spLocks noChangeArrowheads="1"/>
          </p:cNvSpPr>
          <p:nvPr/>
        </p:nvSpPr>
        <p:spPr bwMode="auto">
          <a:xfrm>
            <a:off x="9114069" y="4799912"/>
            <a:ext cx="839340" cy="90814"/>
          </a:xfrm>
          <a:prstGeom prst="ellipse">
            <a:avLst/>
          </a:prstGeom>
          <a:solidFill>
            <a:schemeClr val="tx1">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kern="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7" name="Oval 40"/>
          <p:cNvSpPr>
            <a:spLocks noChangeArrowheads="1"/>
          </p:cNvSpPr>
          <p:nvPr/>
        </p:nvSpPr>
        <p:spPr bwMode="auto">
          <a:xfrm>
            <a:off x="7832586" y="4799912"/>
            <a:ext cx="839340" cy="90814"/>
          </a:xfrm>
          <a:prstGeom prst="ellipse">
            <a:avLst/>
          </a:prstGeom>
          <a:solidFill>
            <a:srgbClr val="000000"/>
          </a:solidFill>
          <a:ln>
            <a:noFill/>
          </a:ln>
          <a:effectLst>
            <a:softEdge rad="317500"/>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65000"/>
                  <a:lumOff val="35000"/>
                </a:scheme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8" name="Oval 41"/>
          <p:cNvSpPr>
            <a:spLocks noChangeArrowheads="1"/>
          </p:cNvSpPr>
          <p:nvPr/>
        </p:nvSpPr>
        <p:spPr bwMode="auto">
          <a:xfrm>
            <a:off x="7832586" y="4799912"/>
            <a:ext cx="839340" cy="90814"/>
          </a:xfrm>
          <a:prstGeom prst="ellipse">
            <a:avLst/>
          </a:prstGeom>
          <a:solidFill>
            <a:schemeClr val="tx1">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kern="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9" name="Oval 42"/>
          <p:cNvSpPr>
            <a:spLocks noChangeArrowheads="1"/>
          </p:cNvSpPr>
          <p:nvPr/>
        </p:nvSpPr>
        <p:spPr bwMode="auto">
          <a:xfrm>
            <a:off x="6621735" y="4799912"/>
            <a:ext cx="839340" cy="90814"/>
          </a:xfrm>
          <a:prstGeom prst="ellipse">
            <a:avLst/>
          </a:prstGeom>
          <a:solidFill>
            <a:srgbClr val="000000"/>
          </a:solidFill>
          <a:ln>
            <a:noFill/>
          </a:ln>
          <a:effectLst>
            <a:softEdge rad="317500"/>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65000"/>
                  <a:lumOff val="35000"/>
                </a:scheme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0" name="Oval 43"/>
          <p:cNvSpPr>
            <a:spLocks noChangeArrowheads="1"/>
          </p:cNvSpPr>
          <p:nvPr/>
        </p:nvSpPr>
        <p:spPr bwMode="auto">
          <a:xfrm>
            <a:off x="6621735" y="4799912"/>
            <a:ext cx="839340" cy="90814"/>
          </a:xfrm>
          <a:prstGeom prst="ellipse">
            <a:avLst/>
          </a:prstGeom>
          <a:solidFill>
            <a:schemeClr val="tx1">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kern="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1" name="Oval 44"/>
          <p:cNvSpPr>
            <a:spLocks noChangeArrowheads="1"/>
          </p:cNvSpPr>
          <p:nvPr/>
        </p:nvSpPr>
        <p:spPr bwMode="auto">
          <a:xfrm>
            <a:off x="9368164" y="5298928"/>
            <a:ext cx="1242957" cy="132094"/>
          </a:xfrm>
          <a:prstGeom prst="ellipse">
            <a:avLst/>
          </a:prstGeom>
          <a:solidFill>
            <a:srgbClr val="EBEBEB"/>
          </a:solidFill>
          <a:ln>
            <a:noFill/>
          </a:ln>
          <a:effectLst>
            <a:softEdge rad="317500"/>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65000"/>
                  <a:lumOff val="35000"/>
                </a:scheme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2" name="Oval 45"/>
          <p:cNvSpPr>
            <a:spLocks noChangeArrowheads="1"/>
          </p:cNvSpPr>
          <p:nvPr/>
        </p:nvSpPr>
        <p:spPr bwMode="auto">
          <a:xfrm>
            <a:off x="9368164" y="5298928"/>
            <a:ext cx="1242957" cy="132094"/>
          </a:xfrm>
          <a:prstGeom prst="ellipse">
            <a:avLst/>
          </a:prstGeom>
          <a:solidFill>
            <a:schemeClr val="tx1">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kern="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3" name="Oval 46"/>
          <p:cNvSpPr>
            <a:spLocks noChangeArrowheads="1"/>
          </p:cNvSpPr>
          <p:nvPr/>
        </p:nvSpPr>
        <p:spPr bwMode="auto">
          <a:xfrm>
            <a:off x="7147355" y="5298928"/>
            <a:ext cx="1244790" cy="132094"/>
          </a:xfrm>
          <a:prstGeom prst="ellipse">
            <a:avLst/>
          </a:prstGeom>
          <a:solidFill>
            <a:schemeClr val="tx1">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kern="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4" name="Freeform 73"/>
          <p:cNvSpPr>
            <a:spLocks noChangeArrowheads="1"/>
          </p:cNvSpPr>
          <p:nvPr/>
        </p:nvSpPr>
        <p:spPr bwMode="auto">
          <a:xfrm>
            <a:off x="9168191" y="3235895"/>
            <a:ext cx="731096" cy="1609882"/>
          </a:xfrm>
          <a:custGeom>
            <a:avLst/>
            <a:gdLst>
              <a:gd name="connsiteX0" fmla="*/ 169222 w 814681"/>
              <a:gd name="connsiteY0" fmla="*/ 413985 h 1793936"/>
              <a:gd name="connsiteX1" fmla="*/ 643042 w 814681"/>
              <a:gd name="connsiteY1" fmla="*/ 413985 h 1793936"/>
              <a:gd name="connsiteX2" fmla="*/ 727653 w 814681"/>
              <a:gd name="connsiteY2" fmla="*/ 486487 h 1793936"/>
              <a:gd name="connsiteX3" fmla="*/ 812264 w 814681"/>
              <a:gd name="connsiteY3" fmla="*/ 935998 h 1793936"/>
              <a:gd name="connsiteX4" fmla="*/ 812264 w 814681"/>
              <a:gd name="connsiteY4" fmla="*/ 948082 h 1793936"/>
              <a:gd name="connsiteX5" fmla="*/ 814681 w 814681"/>
              <a:gd name="connsiteY5" fmla="*/ 960165 h 1793936"/>
              <a:gd name="connsiteX6" fmla="*/ 727653 w 814681"/>
              <a:gd name="connsiteY6" fmla="*/ 1044751 h 1793936"/>
              <a:gd name="connsiteX7" fmla="*/ 643042 w 814681"/>
              <a:gd name="connsiteY7" fmla="*/ 974666 h 1793936"/>
              <a:gd name="connsiteX8" fmla="*/ 589858 w 814681"/>
              <a:gd name="connsiteY8" fmla="*/ 641157 h 1793936"/>
              <a:gd name="connsiteX9" fmla="*/ 589858 w 814681"/>
              <a:gd name="connsiteY9" fmla="*/ 1706934 h 1793936"/>
              <a:gd name="connsiteX10" fmla="*/ 502830 w 814681"/>
              <a:gd name="connsiteY10" fmla="*/ 1793936 h 1793936"/>
              <a:gd name="connsiteX11" fmla="*/ 418219 w 814681"/>
              <a:gd name="connsiteY11" fmla="*/ 1706934 h 1793936"/>
              <a:gd name="connsiteX12" fmla="*/ 418219 w 814681"/>
              <a:gd name="connsiteY12" fmla="*/ 1180088 h 1793936"/>
              <a:gd name="connsiteX13" fmla="*/ 396462 w 814681"/>
              <a:gd name="connsiteY13" fmla="*/ 1180088 h 1793936"/>
              <a:gd name="connsiteX14" fmla="*/ 396462 w 814681"/>
              <a:gd name="connsiteY14" fmla="*/ 1706934 h 1793936"/>
              <a:gd name="connsiteX15" fmla="*/ 309434 w 814681"/>
              <a:gd name="connsiteY15" fmla="*/ 1793936 h 1793936"/>
              <a:gd name="connsiteX16" fmla="*/ 224823 w 814681"/>
              <a:gd name="connsiteY16" fmla="*/ 1706934 h 1793936"/>
              <a:gd name="connsiteX17" fmla="*/ 224823 w 814681"/>
              <a:gd name="connsiteY17" fmla="*/ 641157 h 1793936"/>
              <a:gd name="connsiteX18" fmla="*/ 171639 w 814681"/>
              <a:gd name="connsiteY18" fmla="*/ 974666 h 1793936"/>
              <a:gd name="connsiteX19" fmla="*/ 87028 w 814681"/>
              <a:gd name="connsiteY19" fmla="*/ 1044751 h 1793936"/>
              <a:gd name="connsiteX20" fmla="*/ 0 w 814681"/>
              <a:gd name="connsiteY20" fmla="*/ 960165 h 1793936"/>
              <a:gd name="connsiteX21" fmla="*/ 0 w 814681"/>
              <a:gd name="connsiteY21" fmla="*/ 948082 h 1793936"/>
              <a:gd name="connsiteX22" fmla="*/ 0 w 814681"/>
              <a:gd name="connsiteY22" fmla="*/ 935998 h 1793936"/>
              <a:gd name="connsiteX23" fmla="*/ 84611 w 814681"/>
              <a:gd name="connsiteY23" fmla="*/ 486487 h 1793936"/>
              <a:gd name="connsiteX24" fmla="*/ 169222 w 814681"/>
              <a:gd name="connsiteY24" fmla="*/ 413985 h 1793936"/>
              <a:gd name="connsiteX25" fmla="*/ 407851 w 814681"/>
              <a:gd name="connsiteY25" fmla="*/ 0 h 1793936"/>
              <a:gd name="connsiteX26" fmla="*/ 592866 w 814681"/>
              <a:gd name="connsiteY26" fmla="*/ 185016 h 1793936"/>
              <a:gd name="connsiteX27" fmla="*/ 407851 w 814681"/>
              <a:gd name="connsiteY27" fmla="*/ 370032 h 1793936"/>
              <a:gd name="connsiteX28" fmla="*/ 222836 w 814681"/>
              <a:gd name="connsiteY28" fmla="*/ 185016 h 1793936"/>
              <a:gd name="connsiteX29" fmla="*/ 407851 w 814681"/>
              <a:gd name="connsiteY29" fmla="*/ 0 h 1793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14681" h="1793936">
                <a:moveTo>
                  <a:pt x="169222" y="413985"/>
                </a:moveTo>
                <a:cubicBezTo>
                  <a:pt x="169222" y="413985"/>
                  <a:pt x="169222" y="413985"/>
                  <a:pt x="643042" y="413985"/>
                </a:cubicBezTo>
                <a:cubicBezTo>
                  <a:pt x="686556" y="413985"/>
                  <a:pt x="722818" y="445403"/>
                  <a:pt x="727653" y="486487"/>
                </a:cubicBezTo>
                <a:cubicBezTo>
                  <a:pt x="727653" y="486487"/>
                  <a:pt x="727653" y="486487"/>
                  <a:pt x="812264" y="935998"/>
                </a:cubicBezTo>
                <a:cubicBezTo>
                  <a:pt x="814681" y="940832"/>
                  <a:pt x="814681" y="943248"/>
                  <a:pt x="812264" y="948082"/>
                </a:cubicBezTo>
                <a:cubicBezTo>
                  <a:pt x="812264" y="950499"/>
                  <a:pt x="814681" y="955332"/>
                  <a:pt x="814681" y="960165"/>
                </a:cubicBezTo>
                <a:cubicBezTo>
                  <a:pt x="814681" y="1006083"/>
                  <a:pt x="776002" y="1044751"/>
                  <a:pt x="727653" y="1044751"/>
                </a:cubicBezTo>
                <a:cubicBezTo>
                  <a:pt x="686556" y="1044751"/>
                  <a:pt x="650294" y="1015750"/>
                  <a:pt x="643042" y="974666"/>
                </a:cubicBezTo>
                <a:cubicBezTo>
                  <a:pt x="643042" y="974666"/>
                  <a:pt x="643042" y="974666"/>
                  <a:pt x="589858" y="641157"/>
                </a:cubicBezTo>
                <a:cubicBezTo>
                  <a:pt x="589858" y="641157"/>
                  <a:pt x="589858" y="641157"/>
                  <a:pt x="589858" y="1706934"/>
                </a:cubicBezTo>
                <a:cubicBezTo>
                  <a:pt x="589858" y="1755269"/>
                  <a:pt x="551179" y="1793936"/>
                  <a:pt x="502830" y="1793936"/>
                </a:cubicBezTo>
                <a:cubicBezTo>
                  <a:pt x="456898" y="1793936"/>
                  <a:pt x="418219" y="1755269"/>
                  <a:pt x="418219" y="1706934"/>
                </a:cubicBezTo>
                <a:cubicBezTo>
                  <a:pt x="418219" y="1706934"/>
                  <a:pt x="418219" y="1706934"/>
                  <a:pt x="418219" y="1180088"/>
                </a:cubicBezTo>
                <a:cubicBezTo>
                  <a:pt x="418219" y="1180088"/>
                  <a:pt x="418219" y="1180088"/>
                  <a:pt x="396462" y="1180088"/>
                </a:cubicBezTo>
                <a:cubicBezTo>
                  <a:pt x="396462" y="1180088"/>
                  <a:pt x="396462" y="1180088"/>
                  <a:pt x="396462" y="1706934"/>
                </a:cubicBezTo>
                <a:cubicBezTo>
                  <a:pt x="396462" y="1755269"/>
                  <a:pt x="357783" y="1793936"/>
                  <a:pt x="309434" y="1793936"/>
                </a:cubicBezTo>
                <a:cubicBezTo>
                  <a:pt x="263502" y="1793936"/>
                  <a:pt x="224823" y="1755269"/>
                  <a:pt x="224823" y="1706934"/>
                </a:cubicBezTo>
                <a:cubicBezTo>
                  <a:pt x="224823" y="1706934"/>
                  <a:pt x="224823" y="1706934"/>
                  <a:pt x="224823" y="641157"/>
                </a:cubicBezTo>
                <a:cubicBezTo>
                  <a:pt x="224823" y="641157"/>
                  <a:pt x="224823" y="641157"/>
                  <a:pt x="171639" y="974666"/>
                </a:cubicBezTo>
                <a:cubicBezTo>
                  <a:pt x="164387" y="1015750"/>
                  <a:pt x="128125" y="1044751"/>
                  <a:pt x="87028" y="1044751"/>
                </a:cubicBezTo>
                <a:cubicBezTo>
                  <a:pt x="38679" y="1044751"/>
                  <a:pt x="0" y="1006083"/>
                  <a:pt x="0" y="960165"/>
                </a:cubicBezTo>
                <a:cubicBezTo>
                  <a:pt x="0" y="955332"/>
                  <a:pt x="0" y="950499"/>
                  <a:pt x="0" y="948082"/>
                </a:cubicBezTo>
                <a:cubicBezTo>
                  <a:pt x="0" y="943248"/>
                  <a:pt x="0" y="940832"/>
                  <a:pt x="0" y="935998"/>
                </a:cubicBezTo>
                <a:cubicBezTo>
                  <a:pt x="0" y="935998"/>
                  <a:pt x="0" y="935998"/>
                  <a:pt x="84611" y="486487"/>
                </a:cubicBezTo>
                <a:cubicBezTo>
                  <a:pt x="91863" y="445403"/>
                  <a:pt x="128125" y="413985"/>
                  <a:pt x="169222" y="413985"/>
                </a:cubicBezTo>
                <a:close/>
                <a:moveTo>
                  <a:pt x="407851" y="0"/>
                </a:moveTo>
                <a:cubicBezTo>
                  <a:pt x="510032" y="0"/>
                  <a:pt x="592866" y="82834"/>
                  <a:pt x="592866" y="185016"/>
                </a:cubicBezTo>
                <a:cubicBezTo>
                  <a:pt x="592866" y="287198"/>
                  <a:pt x="510032" y="370032"/>
                  <a:pt x="407851" y="370032"/>
                </a:cubicBezTo>
                <a:cubicBezTo>
                  <a:pt x="305670" y="370032"/>
                  <a:pt x="222836" y="287198"/>
                  <a:pt x="222836" y="185016"/>
                </a:cubicBezTo>
                <a:cubicBezTo>
                  <a:pt x="222836" y="82834"/>
                  <a:pt x="305670" y="0"/>
                  <a:pt x="407851" y="0"/>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65000"/>
                  <a:lumOff val="35000"/>
                </a:scheme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5" name="Freeform 74"/>
          <p:cNvSpPr>
            <a:spLocks noChangeArrowheads="1"/>
          </p:cNvSpPr>
          <p:nvPr/>
        </p:nvSpPr>
        <p:spPr bwMode="auto">
          <a:xfrm>
            <a:off x="7886707" y="3235895"/>
            <a:ext cx="731096" cy="1609882"/>
          </a:xfrm>
          <a:custGeom>
            <a:avLst/>
            <a:gdLst>
              <a:gd name="connsiteX0" fmla="*/ 171639 w 814681"/>
              <a:gd name="connsiteY0" fmla="*/ 413985 h 1793936"/>
              <a:gd name="connsiteX1" fmla="*/ 643042 w 814681"/>
              <a:gd name="connsiteY1" fmla="*/ 413985 h 1793936"/>
              <a:gd name="connsiteX2" fmla="*/ 730070 w 814681"/>
              <a:gd name="connsiteY2" fmla="*/ 486487 h 1793936"/>
              <a:gd name="connsiteX3" fmla="*/ 814681 w 814681"/>
              <a:gd name="connsiteY3" fmla="*/ 935998 h 1793936"/>
              <a:gd name="connsiteX4" fmla="*/ 812264 w 814681"/>
              <a:gd name="connsiteY4" fmla="*/ 948082 h 1793936"/>
              <a:gd name="connsiteX5" fmla="*/ 814681 w 814681"/>
              <a:gd name="connsiteY5" fmla="*/ 960165 h 1793936"/>
              <a:gd name="connsiteX6" fmla="*/ 727653 w 814681"/>
              <a:gd name="connsiteY6" fmla="*/ 1044751 h 1793936"/>
              <a:gd name="connsiteX7" fmla="*/ 643042 w 814681"/>
              <a:gd name="connsiteY7" fmla="*/ 974666 h 1793936"/>
              <a:gd name="connsiteX8" fmla="*/ 589858 w 814681"/>
              <a:gd name="connsiteY8" fmla="*/ 641157 h 1793936"/>
              <a:gd name="connsiteX9" fmla="*/ 589858 w 814681"/>
              <a:gd name="connsiteY9" fmla="*/ 1706934 h 1793936"/>
              <a:gd name="connsiteX10" fmla="*/ 505248 w 814681"/>
              <a:gd name="connsiteY10" fmla="*/ 1793936 h 1793936"/>
              <a:gd name="connsiteX11" fmla="*/ 418219 w 814681"/>
              <a:gd name="connsiteY11" fmla="*/ 1706934 h 1793936"/>
              <a:gd name="connsiteX12" fmla="*/ 418219 w 814681"/>
              <a:gd name="connsiteY12" fmla="*/ 1180088 h 1793936"/>
              <a:gd name="connsiteX13" fmla="*/ 396462 w 814681"/>
              <a:gd name="connsiteY13" fmla="*/ 1180088 h 1793936"/>
              <a:gd name="connsiteX14" fmla="*/ 396462 w 814681"/>
              <a:gd name="connsiteY14" fmla="*/ 1706934 h 1793936"/>
              <a:gd name="connsiteX15" fmla="*/ 311851 w 814681"/>
              <a:gd name="connsiteY15" fmla="*/ 1793936 h 1793936"/>
              <a:gd name="connsiteX16" fmla="*/ 224823 w 814681"/>
              <a:gd name="connsiteY16" fmla="*/ 1706934 h 1793936"/>
              <a:gd name="connsiteX17" fmla="*/ 224823 w 814681"/>
              <a:gd name="connsiteY17" fmla="*/ 641157 h 1793936"/>
              <a:gd name="connsiteX18" fmla="*/ 171639 w 814681"/>
              <a:gd name="connsiteY18" fmla="*/ 974666 h 1793936"/>
              <a:gd name="connsiteX19" fmla="*/ 87028 w 814681"/>
              <a:gd name="connsiteY19" fmla="*/ 1044751 h 1793936"/>
              <a:gd name="connsiteX20" fmla="*/ 0 w 814681"/>
              <a:gd name="connsiteY20" fmla="*/ 960165 h 1793936"/>
              <a:gd name="connsiteX21" fmla="*/ 2417 w 814681"/>
              <a:gd name="connsiteY21" fmla="*/ 948082 h 1793936"/>
              <a:gd name="connsiteX22" fmla="*/ 0 w 814681"/>
              <a:gd name="connsiteY22" fmla="*/ 935998 h 1793936"/>
              <a:gd name="connsiteX23" fmla="*/ 84611 w 814681"/>
              <a:gd name="connsiteY23" fmla="*/ 486487 h 1793936"/>
              <a:gd name="connsiteX24" fmla="*/ 171639 w 814681"/>
              <a:gd name="connsiteY24" fmla="*/ 413985 h 1793936"/>
              <a:gd name="connsiteX25" fmla="*/ 406828 w 814681"/>
              <a:gd name="connsiteY25" fmla="*/ 0 h 1793936"/>
              <a:gd name="connsiteX26" fmla="*/ 591843 w 814681"/>
              <a:gd name="connsiteY26" fmla="*/ 185016 h 1793936"/>
              <a:gd name="connsiteX27" fmla="*/ 406828 w 814681"/>
              <a:gd name="connsiteY27" fmla="*/ 370032 h 1793936"/>
              <a:gd name="connsiteX28" fmla="*/ 221813 w 814681"/>
              <a:gd name="connsiteY28" fmla="*/ 185016 h 1793936"/>
              <a:gd name="connsiteX29" fmla="*/ 406828 w 814681"/>
              <a:gd name="connsiteY29" fmla="*/ 0 h 1793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14681" h="1793936">
                <a:moveTo>
                  <a:pt x="171639" y="413985"/>
                </a:moveTo>
                <a:cubicBezTo>
                  <a:pt x="171639" y="413985"/>
                  <a:pt x="171639" y="413985"/>
                  <a:pt x="643042" y="413985"/>
                </a:cubicBezTo>
                <a:cubicBezTo>
                  <a:pt x="686556" y="413985"/>
                  <a:pt x="722818" y="445403"/>
                  <a:pt x="730070" y="486487"/>
                </a:cubicBezTo>
                <a:cubicBezTo>
                  <a:pt x="730070" y="486487"/>
                  <a:pt x="730070" y="486487"/>
                  <a:pt x="814681" y="935998"/>
                </a:cubicBezTo>
                <a:cubicBezTo>
                  <a:pt x="814681" y="940832"/>
                  <a:pt x="814681" y="943248"/>
                  <a:pt x="812264" y="948082"/>
                </a:cubicBezTo>
                <a:cubicBezTo>
                  <a:pt x="814681" y="950499"/>
                  <a:pt x="814681" y="955332"/>
                  <a:pt x="814681" y="960165"/>
                </a:cubicBezTo>
                <a:cubicBezTo>
                  <a:pt x="814681" y="1006083"/>
                  <a:pt x="776002" y="1044751"/>
                  <a:pt x="727653" y="1044751"/>
                </a:cubicBezTo>
                <a:cubicBezTo>
                  <a:pt x="686556" y="1044751"/>
                  <a:pt x="650295" y="1015750"/>
                  <a:pt x="643042" y="974666"/>
                </a:cubicBezTo>
                <a:cubicBezTo>
                  <a:pt x="643042" y="974666"/>
                  <a:pt x="643042" y="974666"/>
                  <a:pt x="589858" y="641157"/>
                </a:cubicBezTo>
                <a:cubicBezTo>
                  <a:pt x="589858" y="641157"/>
                  <a:pt x="589858" y="641157"/>
                  <a:pt x="589858" y="1706934"/>
                </a:cubicBezTo>
                <a:cubicBezTo>
                  <a:pt x="589858" y="1755269"/>
                  <a:pt x="551179" y="1793936"/>
                  <a:pt x="505248" y="1793936"/>
                </a:cubicBezTo>
                <a:cubicBezTo>
                  <a:pt x="456898" y="1793936"/>
                  <a:pt x="418219" y="1755269"/>
                  <a:pt x="418219" y="1706934"/>
                </a:cubicBezTo>
                <a:cubicBezTo>
                  <a:pt x="418219" y="1706934"/>
                  <a:pt x="418219" y="1706934"/>
                  <a:pt x="418219" y="1180088"/>
                </a:cubicBezTo>
                <a:cubicBezTo>
                  <a:pt x="418219" y="1180088"/>
                  <a:pt x="418219" y="1180088"/>
                  <a:pt x="396462" y="1180088"/>
                </a:cubicBezTo>
                <a:cubicBezTo>
                  <a:pt x="396462" y="1180088"/>
                  <a:pt x="396462" y="1180088"/>
                  <a:pt x="396462" y="1706934"/>
                </a:cubicBezTo>
                <a:cubicBezTo>
                  <a:pt x="396462" y="1755269"/>
                  <a:pt x="357783" y="1793936"/>
                  <a:pt x="311851" y="1793936"/>
                </a:cubicBezTo>
                <a:cubicBezTo>
                  <a:pt x="263502" y="1793936"/>
                  <a:pt x="224823" y="1755269"/>
                  <a:pt x="224823" y="1706934"/>
                </a:cubicBezTo>
                <a:cubicBezTo>
                  <a:pt x="224823" y="1706934"/>
                  <a:pt x="224823" y="1706934"/>
                  <a:pt x="224823" y="641157"/>
                </a:cubicBezTo>
                <a:cubicBezTo>
                  <a:pt x="224823" y="641157"/>
                  <a:pt x="224823" y="641157"/>
                  <a:pt x="171639" y="974666"/>
                </a:cubicBezTo>
                <a:cubicBezTo>
                  <a:pt x="164386" y="1015750"/>
                  <a:pt x="128125" y="1044751"/>
                  <a:pt x="87028" y="1044751"/>
                </a:cubicBezTo>
                <a:cubicBezTo>
                  <a:pt x="38679" y="1044751"/>
                  <a:pt x="0" y="1006083"/>
                  <a:pt x="0" y="960165"/>
                </a:cubicBezTo>
                <a:cubicBezTo>
                  <a:pt x="0" y="955332"/>
                  <a:pt x="0" y="950499"/>
                  <a:pt x="2417" y="948082"/>
                </a:cubicBezTo>
                <a:cubicBezTo>
                  <a:pt x="0" y="943248"/>
                  <a:pt x="0" y="940832"/>
                  <a:pt x="0" y="935998"/>
                </a:cubicBezTo>
                <a:cubicBezTo>
                  <a:pt x="0" y="935998"/>
                  <a:pt x="0" y="935998"/>
                  <a:pt x="84611" y="486487"/>
                </a:cubicBezTo>
                <a:cubicBezTo>
                  <a:pt x="91863" y="445403"/>
                  <a:pt x="128125" y="413985"/>
                  <a:pt x="171639" y="413985"/>
                </a:cubicBezTo>
                <a:close/>
                <a:moveTo>
                  <a:pt x="406828" y="0"/>
                </a:moveTo>
                <a:cubicBezTo>
                  <a:pt x="509009" y="0"/>
                  <a:pt x="591843" y="82834"/>
                  <a:pt x="591843" y="185016"/>
                </a:cubicBezTo>
                <a:cubicBezTo>
                  <a:pt x="591843" y="287198"/>
                  <a:pt x="509009" y="370032"/>
                  <a:pt x="406828" y="370032"/>
                </a:cubicBezTo>
                <a:cubicBezTo>
                  <a:pt x="304647" y="370032"/>
                  <a:pt x="221813" y="287198"/>
                  <a:pt x="221813" y="185016"/>
                </a:cubicBezTo>
                <a:cubicBezTo>
                  <a:pt x="221813" y="82834"/>
                  <a:pt x="304647" y="0"/>
                  <a:pt x="406828" y="0"/>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65000"/>
                  <a:lumOff val="35000"/>
                </a:scheme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6" name="Freeform 75"/>
          <p:cNvSpPr>
            <a:spLocks noChangeArrowheads="1"/>
          </p:cNvSpPr>
          <p:nvPr/>
        </p:nvSpPr>
        <p:spPr bwMode="auto">
          <a:xfrm>
            <a:off x="6675856" y="3235895"/>
            <a:ext cx="731096" cy="1609882"/>
          </a:xfrm>
          <a:custGeom>
            <a:avLst/>
            <a:gdLst>
              <a:gd name="connsiteX0" fmla="*/ 171639 w 814681"/>
              <a:gd name="connsiteY0" fmla="*/ 413985 h 1793936"/>
              <a:gd name="connsiteX1" fmla="*/ 645460 w 814681"/>
              <a:gd name="connsiteY1" fmla="*/ 413985 h 1793936"/>
              <a:gd name="connsiteX2" fmla="*/ 730070 w 814681"/>
              <a:gd name="connsiteY2" fmla="*/ 486487 h 1793936"/>
              <a:gd name="connsiteX3" fmla="*/ 814681 w 814681"/>
              <a:gd name="connsiteY3" fmla="*/ 935998 h 1793936"/>
              <a:gd name="connsiteX4" fmla="*/ 814681 w 814681"/>
              <a:gd name="connsiteY4" fmla="*/ 948082 h 1793936"/>
              <a:gd name="connsiteX5" fmla="*/ 814681 w 814681"/>
              <a:gd name="connsiteY5" fmla="*/ 960165 h 1793936"/>
              <a:gd name="connsiteX6" fmla="*/ 727653 w 814681"/>
              <a:gd name="connsiteY6" fmla="*/ 1044751 h 1793936"/>
              <a:gd name="connsiteX7" fmla="*/ 643042 w 814681"/>
              <a:gd name="connsiteY7" fmla="*/ 974666 h 1793936"/>
              <a:gd name="connsiteX8" fmla="*/ 589858 w 814681"/>
              <a:gd name="connsiteY8" fmla="*/ 641157 h 1793936"/>
              <a:gd name="connsiteX9" fmla="*/ 589858 w 814681"/>
              <a:gd name="connsiteY9" fmla="*/ 1706934 h 1793936"/>
              <a:gd name="connsiteX10" fmla="*/ 505248 w 814681"/>
              <a:gd name="connsiteY10" fmla="*/ 1793936 h 1793936"/>
              <a:gd name="connsiteX11" fmla="*/ 418219 w 814681"/>
              <a:gd name="connsiteY11" fmla="*/ 1706934 h 1793936"/>
              <a:gd name="connsiteX12" fmla="*/ 418219 w 814681"/>
              <a:gd name="connsiteY12" fmla="*/ 1180088 h 1793936"/>
              <a:gd name="connsiteX13" fmla="*/ 396462 w 814681"/>
              <a:gd name="connsiteY13" fmla="*/ 1180088 h 1793936"/>
              <a:gd name="connsiteX14" fmla="*/ 396462 w 814681"/>
              <a:gd name="connsiteY14" fmla="*/ 1706934 h 1793936"/>
              <a:gd name="connsiteX15" fmla="*/ 311851 w 814681"/>
              <a:gd name="connsiteY15" fmla="*/ 1793936 h 1793936"/>
              <a:gd name="connsiteX16" fmla="*/ 224823 w 814681"/>
              <a:gd name="connsiteY16" fmla="*/ 1706934 h 1793936"/>
              <a:gd name="connsiteX17" fmla="*/ 224823 w 814681"/>
              <a:gd name="connsiteY17" fmla="*/ 641157 h 1793936"/>
              <a:gd name="connsiteX18" fmla="*/ 171639 w 814681"/>
              <a:gd name="connsiteY18" fmla="*/ 974666 h 1793936"/>
              <a:gd name="connsiteX19" fmla="*/ 87028 w 814681"/>
              <a:gd name="connsiteY19" fmla="*/ 1044751 h 1793936"/>
              <a:gd name="connsiteX20" fmla="*/ 0 w 814681"/>
              <a:gd name="connsiteY20" fmla="*/ 960165 h 1793936"/>
              <a:gd name="connsiteX21" fmla="*/ 2417 w 814681"/>
              <a:gd name="connsiteY21" fmla="*/ 948082 h 1793936"/>
              <a:gd name="connsiteX22" fmla="*/ 0 w 814681"/>
              <a:gd name="connsiteY22" fmla="*/ 935998 h 1793936"/>
              <a:gd name="connsiteX23" fmla="*/ 87028 w 814681"/>
              <a:gd name="connsiteY23" fmla="*/ 486487 h 1793936"/>
              <a:gd name="connsiteX24" fmla="*/ 171639 w 814681"/>
              <a:gd name="connsiteY24" fmla="*/ 413985 h 1793936"/>
              <a:gd name="connsiteX25" fmla="*/ 407851 w 814681"/>
              <a:gd name="connsiteY25" fmla="*/ 0 h 1793936"/>
              <a:gd name="connsiteX26" fmla="*/ 592866 w 814681"/>
              <a:gd name="connsiteY26" fmla="*/ 185016 h 1793936"/>
              <a:gd name="connsiteX27" fmla="*/ 407851 w 814681"/>
              <a:gd name="connsiteY27" fmla="*/ 370032 h 1793936"/>
              <a:gd name="connsiteX28" fmla="*/ 222836 w 814681"/>
              <a:gd name="connsiteY28" fmla="*/ 185016 h 1793936"/>
              <a:gd name="connsiteX29" fmla="*/ 407851 w 814681"/>
              <a:gd name="connsiteY29" fmla="*/ 0 h 1793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14681" h="1793936">
                <a:moveTo>
                  <a:pt x="171639" y="413985"/>
                </a:moveTo>
                <a:cubicBezTo>
                  <a:pt x="171639" y="413985"/>
                  <a:pt x="171639" y="413985"/>
                  <a:pt x="645460" y="413985"/>
                </a:cubicBezTo>
                <a:cubicBezTo>
                  <a:pt x="686556" y="413985"/>
                  <a:pt x="722818" y="445403"/>
                  <a:pt x="730070" y="486487"/>
                </a:cubicBezTo>
                <a:cubicBezTo>
                  <a:pt x="730070" y="486487"/>
                  <a:pt x="730070" y="486487"/>
                  <a:pt x="814681" y="935998"/>
                </a:cubicBezTo>
                <a:cubicBezTo>
                  <a:pt x="814681" y="940832"/>
                  <a:pt x="814681" y="943248"/>
                  <a:pt x="814681" y="948082"/>
                </a:cubicBezTo>
                <a:cubicBezTo>
                  <a:pt x="814681" y="950499"/>
                  <a:pt x="814681" y="955332"/>
                  <a:pt x="814681" y="960165"/>
                </a:cubicBezTo>
                <a:cubicBezTo>
                  <a:pt x="814681" y="1006083"/>
                  <a:pt x="776002" y="1044751"/>
                  <a:pt x="727653" y="1044751"/>
                </a:cubicBezTo>
                <a:cubicBezTo>
                  <a:pt x="686556" y="1044751"/>
                  <a:pt x="650295" y="1015750"/>
                  <a:pt x="643042" y="974666"/>
                </a:cubicBezTo>
                <a:cubicBezTo>
                  <a:pt x="643042" y="974666"/>
                  <a:pt x="643042" y="974666"/>
                  <a:pt x="589858" y="641157"/>
                </a:cubicBezTo>
                <a:cubicBezTo>
                  <a:pt x="589858" y="641157"/>
                  <a:pt x="589858" y="641157"/>
                  <a:pt x="589858" y="1706934"/>
                </a:cubicBezTo>
                <a:cubicBezTo>
                  <a:pt x="589858" y="1755269"/>
                  <a:pt x="551179" y="1793936"/>
                  <a:pt x="505248" y="1793936"/>
                </a:cubicBezTo>
                <a:cubicBezTo>
                  <a:pt x="456898" y="1793936"/>
                  <a:pt x="418219" y="1755269"/>
                  <a:pt x="418219" y="1706934"/>
                </a:cubicBezTo>
                <a:cubicBezTo>
                  <a:pt x="418219" y="1706934"/>
                  <a:pt x="418219" y="1706934"/>
                  <a:pt x="418219" y="1180088"/>
                </a:cubicBezTo>
                <a:cubicBezTo>
                  <a:pt x="418219" y="1180088"/>
                  <a:pt x="418219" y="1180088"/>
                  <a:pt x="396462" y="1180088"/>
                </a:cubicBezTo>
                <a:cubicBezTo>
                  <a:pt x="396462" y="1180088"/>
                  <a:pt x="396462" y="1180088"/>
                  <a:pt x="396462" y="1706934"/>
                </a:cubicBezTo>
                <a:cubicBezTo>
                  <a:pt x="396462" y="1755269"/>
                  <a:pt x="357783" y="1793936"/>
                  <a:pt x="311851" y="1793936"/>
                </a:cubicBezTo>
                <a:cubicBezTo>
                  <a:pt x="263502" y="1793936"/>
                  <a:pt x="224823" y="1755269"/>
                  <a:pt x="224823" y="1706934"/>
                </a:cubicBezTo>
                <a:cubicBezTo>
                  <a:pt x="224823" y="1706934"/>
                  <a:pt x="224823" y="1706934"/>
                  <a:pt x="224823" y="641157"/>
                </a:cubicBezTo>
                <a:cubicBezTo>
                  <a:pt x="224823" y="641157"/>
                  <a:pt x="224823" y="641157"/>
                  <a:pt x="171639" y="974666"/>
                </a:cubicBezTo>
                <a:cubicBezTo>
                  <a:pt x="164386" y="1015750"/>
                  <a:pt x="128125" y="1044751"/>
                  <a:pt x="87028" y="1044751"/>
                </a:cubicBezTo>
                <a:cubicBezTo>
                  <a:pt x="38679" y="1044751"/>
                  <a:pt x="0" y="1006083"/>
                  <a:pt x="0" y="960165"/>
                </a:cubicBezTo>
                <a:cubicBezTo>
                  <a:pt x="0" y="955332"/>
                  <a:pt x="0" y="950499"/>
                  <a:pt x="2417" y="948082"/>
                </a:cubicBezTo>
                <a:cubicBezTo>
                  <a:pt x="0" y="943248"/>
                  <a:pt x="0" y="940832"/>
                  <a:pt x="0" y="935998"/>
                </a:cubicBezTo>
                <a:cubicBezTo>
                  <a:pt x="0" y="935998"/>
                  <a:pt x="0" y="935998"/>
                  <a:pt x="87028" y="486487"/>
                </a:cubicBezTo>
                <a:cubicBezTo>
                  <a:pt x="91863" y="445403"/>
                  <a:pt x="128125" y="413985"/>
                  <a:pt x="171639" y="413985"/>
                </a:cubicBezTo>
                <a:close/>
                <a:moveTo>
                  <a:pt x="407851" y="0"/>
                </a:moveTo>
                <a:cubicBezTo>
                  <a:pt x="510032" y="0"/>
                  <a:pt x="592866" y="82834"/>
                  <a:pt x="592866" y="185016"/>
                </a:cubicBezTo>
                <a:cubicBezTo>
                  <a:pt x="592866" y="287198"/>
                  <a:pt x="510032" y="370032"/>
                  <a:pt x="407851" y="370032"/>
                </a:cubicBezTo>
                <a:cubicBezTo>
                  <a:pt x="305670" y="370032"/>
                  <a:pt x="222836" y="287198"/>
                  <a:pt x="222836" y="185016"/>
                </a:cubicBezTo>
                <a:cubicBezTo>
                  <a:pt x="222836" y="82834"/>
                  <a:pt x="305670" y="0"/>
                  <a:pt x="407851" y="0"/>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65000"/>
                  <a:lumOff val="35000"/>
                </a:scheme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7" name="Oval 54"/>
          <p:cNvSpPr>
            <a:spLocks noChangeArrowheads="1"/>
          </p:cNvSpPr>
          <p:nvPr/>
        </p:nvSpPr>
        <p:spPr bwMode="auto">
          <a:xfrm>
            <a:off x="7901383" y="5808954"/>
            <a:ext cx="1907089" cy="205478"/>
          </a:xfrm>
          <a:prstGeom prst="ellipse">
            <a:avLst/>
          </a:prstGeom>
          <a:solidFill>
            <a:srgbClr val="14130A"/>
          </a:solidFill>
          <a:ln>
            <a:noFill/>
          </a:ln>
          <a:effectLst>
            <a:softEdge rad="317500"/>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65000"/>
                  <a:lumOff val="35000"/>
                </a:scheme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8" name="Oval 55"/>
          <p:cNvSpPr>
            <a:spLocks noChangeArrowheads="1"/>
          </p:cNvSpPr>
          <p:nvPr/>
        </p:nvSpPr>
        <p:spPr bwMode="auto">
          <a:xfrm>
            <a:off x="7901383" y="5808954"/>
            <a:ext cx="1907089" cy="205478"/>
          </a:xfrm>
          <a:prstGeom prst="ellipse">
            <a:avLst/>
          </a:prstGeom>
          <a:solidFill>
            <a:schemeClr val="tx1">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kern="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9" name="Freeform 78"/>
          <p:cNvSpPr>
            <a:spLocks noChangeArrowheads="1"/>
          </p:cNvSpPr>
          <p:nvPr/>
        </p:nvSpPr>
        <p:spPr bwMode="auto">
          <a:xfrm>
            <a:off x="9447970" y="2979966"/>
            <a:ext cx="1082426" cy="2385926"/>
          </a:xfrm>
          <a:custGeom>
            <a:avLst/>
            <a:gdLst>
              <a:gd name="connsiteX0" fmla="*/ 251388 w 1206178"/>
              <a:gd name="connsiteY0" fmla="*/ 616378 h 2658704"/>
              <a:gd name="connsiteX1" fmla="*/ 952373 w 1206178"/>
              <a:gd name="connsiteY1" fmla="*/ 616378 h 2658704"/>
              <a:gd name="connsiteX2" fmla="*/ 1078067 w 1206178"/>
              <a:gd name="connsiteY2" fmla="*/ 722724 h 2658704"/>
              <a:gd name="connsiteX3" fmla="*/ 1203761 w 1206178"/>
              <a:gd name="connsiteY3" fmla="*/ 1389803 h 2658704"/>
              <a:gd name="connsiteX4" fmla="*/ 1203761 w 1206178"/>
              <a:gd name="connsiteY4" fmla="*/ 1404305 h 2658704"/>
              <a:gd name="connsiteX5" fmla="*/ 1206178 w 1206178"/>
              <a:gd name="connsiteY5" fmla="*/ 1421224 h 2658704"/>
              <a:gd name="connsiteX6" fmla="*/ 1078067 w 1206178"/>
              <a:gd name="connsiteY6" fmla="*/ 1549322 h 2658704"/>
              <a:gd name="connsiteX7" fmla="*/ 952373 w 1206178"/>
              <a:gd name="connsiteY7" fmla="*/ 1445393 h 2658704"/>
              <a:gd name="connsiteX8" fmla="*/ 872606 w 1206178"/>
              <a:gd name="connsiteY8" fmla="*/ 949918 h 2658704"/>
              <a:gd name="connsiteX9" fmla="*/ 872606 w 1206178"/>
              <a:gd name="connsiteY9" fmla="*/ 2530606 h 2658704"/>
              <a:gd name="connsiteX10" fmla="*/ 744495 w 1206178"/>
              <a:gd name="connsiteY10" fmla="*/ 2658704 h 2658704"/>
              <a:gd name="connsiteX11" fmla="*/ 618801 w 1206178"/>
              <a:gd name="connsiteY11" fmla="*/ 2530606 h 2658704"/>
              <a:gd name="connsiteX12" fmla="*/ 618801 w 1206178"/>
              <a:gd name="connsiteY12" fmla="*/ 1747513 h 2658704"/>
              <a:gd name="connsiteX13" fmla="*/ 587377 w 1206178"/>
              <a:gd name="connsiteY13" fmla="*/ 1747513 h 2658704"/>
              <a:gd name="connsiteX14" fmla="*/ 587377 w 1206178"/>
              <a:gd name="connsiteY14" fmla="*/ 2530606 h 2658704"/>
              <a:gd name="connsiteX15" fmla="*/ 459266 w 1206178"/>
              <a:gd name="connsiteY15" fmla="*/ 2658704 h 2658704"/>
              <a:gd name="connsiteX16" fmla="*/ 331155 w 1206178"/>
              <a:gd name="connsiteY16" fmla="*/ 2530606 h 2658704"/>
              <a:gd name="connsiteX17" fmla="*/ 333572 w 1206178"/>
              <a:gd name="connsiteY17" fmla="*/ 949918 h 2658704"/>
              <a:gd name="connsiteX18" fmla="*/ 253805 w 1206178"/>
              <a:gd name="connsiteY18" fmla="*/ 1445393 h 2658704"/>
              <a:gd name="connsiteX19" fmla="*/ 128111 w 1206178"/>
              <a:gd name="connsiteY19" fmla="*/ 1549322 h 2658704"/>
              <a:gd name="connsiteX20" fmla="*/ 0 w 1206178"/>
              <a:gd name="connsiteY20" fmla="*/ 1421224 h 2658704"/>
              <a:gd name="connsiteX21" fmla="*/ 0 w 1206178"/>
              <a:gd name="connsiteY21" fmla="*/ 1404305 h 2658704"/>
              <a:gd name="connsiteX22" fmla="*/ 0 w 1206178"/>
              <a:gd name="connsiteY22" fmla="*/ 1389803 h 2658704"/>
              <a:gd name="connsiteX23" fmla="*/ 125694 w 1206178"/>
              <a:gd name="connsiteY23" fmla="*/ 722724 h 2658704"/>
              <a:gd name="connsiteX24" fmla="*/ 251388 w 1206178"/>
              <a:gd name="connsiteY24" fmla="*/ 616378 h 2658704"/>
              <a:gd name="connsiteX25" fmla="*/ 603600 w 1206178"/>
              <a:gd name="connsiteY25" fmla="*/ 0 h 2658704"/>
              <a:gd name="connsiteX26" fmla="*/ 878057 w 1206178"/>
              <a:gd name="connsiteY26" fmla="*/ 274457 h 2658704"/>
              <a:gd name="connsiteX27" fmla="*/ 603600 w 1206178"/>
              <a:gd name="connsiteY27" fmla="*/ 548914 h 2658704"/>
              <a:gd name="connsiteX28" fmla="*/ 329143 w 1206178"/>
              <a:gd name="connsiteY28" fmla="*/ 274457 h 2658704"/>
              <a:gd name="connsiteX29" fmla="*/ 603600 w 1206178"/>
              <a:gd name="connsiteY29" fmla="*/ 0 h 265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06178" h="2658704">
                <a:moveTo>
                  <a:pt x="251388" y="616378"/>
                </a:moveTo>
                <a:cubicBezTo>
                  <a:pt x="251388" y="616378"/>
                  <a:pt x="251388" y="616378"/>
                  <a:pt x="952373" y="616378"/>
                </a:cubicBezTo>
                <a:cubicBezTo>
                  <a:pt x="1015220" y="616378"/>
                  <a:pt x="1068398" y="659883"/>
                  <a:pt x="1078067" y="722724"/>
                </a:cubicBezTo>
                <a:cubicBezTo>
                  <a:pt x="1078067" y="722724"/>
                  <a:pt x="1078067" y="722724"/>
                  <a:pt x="1203761" y="1389803"/>
                </a:cubicBezTo>
                <a:cubicBezTo>
                  <a:pt x="1206178" y="1394637"/>
                  <a:pt x="1206178" y="1399471"/>
                  <a:pt x="1203761" y="1404305"/>
                </a:cubicBezTo>
                <a:cubicBezTo>
                  <a:pt x="1203761" y="1411556"/>
                  <a:pt x="1206178" y="1416390"/>
                  <a:pt x="1206178" y="1421224"/>
                </a:cubicBezTo>
                <a:cubicBezTo>
                  <a:pt x="1206178" y="1493732"/>
                  <a:pt x="1148165" y="1549322"/>
                  <a:pt x="1078067" y="1549322"/>
                </a:cubicBezTo>
                <a:cubicBezTo>
                  <a:pt x="1015220" y="1549322"/>
                  <a:pt x="962042" y="1505817"/>
                  <a:pt x="952373" y="1445393"/>
                </a:cubicBezTo>
                <a:cubicBezTo>
                  <a:pt x="952373" y="1445393"/>
                  <a:pt x="952373" y="1445393"/>
                  <a:pt x="872606" y="949918"/>
                </a:cubicBezTo>
                <a:cubicBezTo>
                  <a:pt x="872606" y="949918"/>
                  <a:pt x="872606" y="949918"/>
                  <a:pt x="872606" y="2530606"/>
                </a:cubicBezTo>
                <a:cubicBezTo>
                  <a:pt x="872606" y="2600697"/>
                  <a:pt x="817010" y="2658704"/>
                  <a:pt x="744495" y="2658704"/>
                </a:cubicBezTo>
                <a:cubicBezTo>
                  <a:pt x="674396" y="2658704"/>
                  <a:pt x="618801" y="2600697"/>
                  <a:pt x="618801" y="2530606"/>
                </a:cubicBezTo>
                <a:cubicBezTo>
                  <a:pt x="618801" y="2530606"/>
                  <a:pt x="618801" y="2530606"/>
                  <a:pt x="618801" y="1747513"/>
                </a:cubicBezTo>
                <a:cubicBezTo>
                  <a:pt x="618801" y="1747513"/>
                  <a:pt x="618801" y="1747513"/>
                  <a:pt x="587377" y="1747513"/>
                </a:cubicBezTo>
                <a:cubicBezTo>
                  <a:pt x="587377" y="1747513"/>
                  <a:pt x="587377" y="1747513"/>
                  <a:pt x="587377" y="2530606"/>
                </a:cubicBezTo>
                <a:cubicBezTo>
                  <a:pt x="587377" y="2600697"/>
                  <a:pt x="529365" y="2658704"/>
                  <a:pt x="459266" y="2658704"/>
                </a:cubicBezTo>
                <a:cubicBezTo>
                  <a:pt x="389168" y="2658704"/>
                  <a:pt x="331155" y="2600697"/>
                  <a:pt x="331155" y="2530606"/>
                </a:cubicBezTo>
                <a:cubicBezTo>
                  <a:pt x="331155" y="2530606"/>
                  <a:pt x="331155" y="2530606"/>
                  <a:pt x="333572" y="949918"/>
                </a:cubicBezTo>
                <a:cubicBezTo>
                  <a:pt x="333572" y="949918"/>
                  <a:pt x="333572" y="949918"/>
                  <a:pt x="253805" y="1445393"/>
                </a:cubicBezTo>
                <a:cubicBezTo>
                  <a:pt x="241719" y="1505817"/>
                  <a:pt x="188541" y="1549322"/>
                  <a:pt x="128111" y="1549322"/>
                </a:cubicBezTo>
                <a:cubicBezTo>
                  <a:pt x="58013" y="1549322"/>
                  <a:pt x="0" y="1493732"/>
                  <a:pt x="0" y="1421224"/>
                </a:cubicBezTo>
                <a:cubicBezTo>
                  <a:pt x="0" y="1416390"/>
                  <a:pt x="0" y="1411556"/>
                  <a:pt x="0" y="1404305"/>
                </a:cubicBezTo>
                <a:cubicBezTo>
                  <a:pt x="0" y="1399471"/>
                  <a:pt x="0" y="1394637"/>
                  <a:pt x="0" y="1389803"/>
                </a:cubicBezTo>
                <a:cubicBezTo>
                  <a:pt x="0" y="1389803"/>
                  <a:pt x="0" y="1389803"/>
                  <a:pt x="125694" y="722724"/>
                </a:cubicBezTo>
                <a:cubicBezTo>
                  <a:pt x="135363" y="659883"/>
                  <a:pt x="188541" y="616378"/>
                  <a:pt x="251388" y="616378"/>
                </a:cubicBezTo>
                <a:close/>
                <a:moveTo>
                  <a:pt x="603600" y="0"/>
                </a:moveTo>
                <a:cubicBezTo>
                  <a:pt x="755178" y="0"/>
                  <a:pt x="878057" y="122879"/>
                  <a:pt x="878057" y="274457"/>
                </a:cubicBezTo>
                <a:cubicBezTo>
                  <a:pt x="878057" y="426035"/>
                  <a:pt x="755178" y="548914"/>
                  <a:pt x="603600" y="548914"/>
                </a:cubicBezTo>
                <a:cubicBezTo>
                  <a:pt x="452022" y="548914"/>
                  <a:pt x="329143" y="426035"/>
                  <a:pt x="329143" y="274457"/>
                </a:cubicBezTo>
                <a:cubicBezTo>
                  <a:pt x="329143" y="122879"/>
                  <a:pt x="452022" y="0"/>
                  <a:pt x="603600"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65000"/>
                  <a:lumOff val="35000"/>
                </a:scheme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0" name="Freeform 79"/>
          <p:cNvSpPr>
            <a:spLocks noChangeArrowheads="1"/>
          </p:cNvSpPr>
          <p:nvPr/>
        </p:nvSpPr>
        <p:spPr bwMode="auto">
          <a:xfrm>
            <a:off x="7227701" y="2979966"/>
            <a:ext cx="1082515" cy="2385926"/>
          </a:xfrm>
          <a:custGeom>
            <a:avLst/>
            <a:gdLst>
              <a:gd name="connsiteX0" fmla="*/ 253123 w 1206277"/>
              <a:gd name="connsiteY0" fmla="*/ 616378 h 2658704"/>
              <a:gd name="connsiteX1" fmla="*/ 953893 w 1206277"/>
              <a:gd name="connsiteY1" fmla="*/ 616378 h 2658704"/>
              <a:gd name="connsiteX2" fmla="*/ 1079548 w 1206277"/>
              <a:gd name="connsiteY2" fmla="*/ 722724 h 2658704"/>
              <a:gd name="connsiteX3" fmla="*/ 1205204 w 1206277"/>
              <a:gd name="connsiteY3" fmla="*/ 1389803 h 2658704"/>
              <a:gd name="connsiteX4" fmla="*/ 1205204 w 1206277"/>
              <a:gd name="connsiteY4" fmla="*/ 1404305 h 2658704"/>
              <a:gd name="connsiteX5" fmla="*/ 1205204 w 1206277"/>
              <a:gd name="connsiteY5" fmla="*/ 1421224 h 2658704"/>
              <a:gd name="connsiteX6" fmla="*/ 1077132 w 1206277"/>
              <a:gd name="connsiteY6" fmla="*/ 1549322 h 2658704"/>
              <a:gd name="connsiteX7" fmla="*/ 951477 w 1206277"/>
              <a:gd name="connsiteY7" fmla="*/ 1445393 h 2658704"/>
              <a:gd name="connsiteX8" fmla="*/ 874150 w 1206277"/>
              <a:gd name="connsiteY8" fmla="*/ 949918 h 2658704"/>
              <a:gd name="connsiteX9" fmla="*/ 874150 w 1206277"/>
              <a:gd name="connsiteY9" fmla="*/ 2530606 h 2658704"/>
              <a:gd name="connsiteX10" fmla="*/ 746079 w 1206277"/>
              <a:gd name="connsiteY10" fmla="*/ 2658704 h 2658704"/>
              <a:gd name="connsiteX11" fmla="*/ 618007 w 1206277"/>
              <a:gd name="connsiteY11" fmla="*/ 2530606 h 2658704"/>
              <a:gd name="connsiteX12" fmla="*/ 618007 w 1206277"/>
              <a:gd name="connsiteY12" fmla="*/ 1747513 h 2658704"/>
              <a:gd name="connsiteX13" fmla="*/ 589010 w 1206277"/>
              <a:gd name="connsiteY13" fmla="*/ 1747513 h 2658704"/>
              <a:gd name="connsiteX14" fmla="*/ 589010 w 1206277"/>
              <a:gd name="connsiteY14" fmla="*/ 2530606 h 2658704"/>
              <a:gd name="connsiteX15" fmla="*/ 460938 w 1206277"/>
              <a:gd name="connsiteY15" fmla="*/ 2658704 h 2658704"/>
              <a:gd name="connsiteX16" fmla="*/ 332866 w 1206277"/>
              <a:gd name="connsiteY16" fmla="*/ 2530606 h 2658704"/>
              <a:gd name="connsiteX17" fmla="*/ 332866 w 1206277"/>
              <a:gd name="connsiteY17" fmla="*/ 949918 h 2658704"/>
              <a:gd name="connsiteX18" fmla="*/ 253123 w 1206277"/>
              <a:gd name="connsiteY18" fmla="*/ 1445393 h 2658704"/>
              <a:gd name="connsiteX19" fmla="*/ 127467 w 1206277"/>
              <a:gd name="connsiteY19" fmla="*/ 1549322 h 2658704"/>
              <a:gd name="connsiteX20" fmla="*/ 1812 w 1206277"/>
              <a:gd name="connsiteY20" fmla="*/ 1421224 h 2658704"/>
              <a:gd name="connsiteX21" fmla="*/ 1812 w 1206277"/>
              <a:gd name="connsiteY21" fmla="*/ 1404305 h 2658704"/>
              <a:gd name="connsiteX22" fmla="*/ 1812 w 1206277"/>
              <a:gd name="connsiteY22" fmla="*/ 1389803 h 2658704"/>
              <a:gd name="connsiteX23" fmla="*/ 127467 w 1206277"/>
              <a:gd name="connsiteY23" fmla="*/ 722724 h 2658704"/>
              <a:gd name="connsiteX24" fmla="*/ 253123 w 1206277"/>
              <a:gd name="connsiteY24" fmla="*/ 616378 h 2658704"/>
              <a:gd name="connsiteX25" fmla="*/ 603509 w 1206277"/>
              <a:gd name="connsiteY25" fmla="*/ 0 h 2658704"/>
              <a:gd name="connsiteX26" fmla="*/ 876433 w 1206277"/>
              <a:gd name="connsiteY26" fmla="*/ 274457 h 2658704"/>
              <a:gd name="connsiteX27" fmla="*/ 603509 w 1206277"/>
              <a:gd name="connsiteY27" fmla="*/ 548914 h 2658704"/>
              <a:gd name="connsiteX28" fmla="*/ 330585 w 1206277"/>
              <a:gd name="connsiteY28" fmla="*/ 274457 h 2658704"/>
              <a:gd name="connsiteX29" fmla="*/ 603509 w 1206277"/>
              <a:gd name="connsiteY29" fmla="*/ 0 h 265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06277" h="2658704">
                <a:moveTo>
                  <a:pt x="253123" y="616378"/>
                </a:moveTo>
                <a:cubicBezTo>
                  <a:pt x="253123" y="616378"/>
                  <a:pt x="253123" y="616378"/>
                  <a:pt x="953893" y="616378"/>
                </a:cubicBezTo>
                <a:cubicBezTo>
                  <a:pt x="1016721" y="616378"/>
                  <a:pt x="1069883" y="659883"/>
                  <a:pt x="1079548" y="722724"/>
                </a:cubicBezTo>
                <a:cubicBezTo>
                  <a:pt x="1079548" y="722724"/>
                  <a:pt x="1079548" y="722724"/>
                  <a:pt x="1205204" y="1389803"/>
                </a:cubicBezTo>
                <a:cubicBezTo>
                  <a:pt x="1207620" y="1394637"/>
                  <a:pt x="1205204" y="1399471"/>
                  <a:pt x="1205204" y="1404305"/>
                </a:cubicBezTo>
                <a:cubicBezTo>
                  <a:pt x="1205204" y="1411556"/>
                  <a:pt x="1205204" y="1416390"/>
                  <a:pt x="1205204" y="1421224"/>
                </a:cubicBezTo>
                <a:cubicBezTo>
                  <a:pt x="1205204" y="1493732"/>
                  <a:pt x="1149625" y="1549322"/>
                  <a:pt x="1077132" y="1549322"/>
                </a:cubicBezTo>
                <a:cubicBezTo>
                  <a:pt x="1016721" y="1549322"/>
                  <a:pt x="963559" y="1505817"/>
                  <a:pt x="951477" y="1445393"/>
                </a:cubicBezTo>
                <a:cubicBezTo>
                  <a:pt x="951477" y="1445393"/>
                  <a:pt x="951477" y="1445393"/>
                  <a:pt x="874150" y="949918"/>
                </a:cubicBezTo>
                <a:cubicBezTo>
                  <a:pt x="874150" y="949918"/>
                  <a:pt x="874150" y="949918"/>
                  <a:pt x="874150" y="2530606"/>
                </a:cubicBezTo>
                <a:cubicBezTo>
                  <a:pt x="874150" y="2600697"/>
                  <a:pt x="816156" y="2658704"/>
                  <a:pt x="746079" y="2658704"/>
                </a:cubicBezTo>
                <a:cubicBezTo>
                  <a:pt x="676002" y="2658704"/>
                  <a:pt x="618007" y="2600697"/>
                  <a:pt x="618007" y="2530606"/>
                </a:cubicBezTo>
                <a:cubicBezTo>
                  <a:pt x="618007" y="2530606"/>
                  <a:pt x="618007" y="2530606"/>
                  <a:pt x="618007" y="1747513"/>
                </a:cubicBezTo>
                <a:cubicBezTo>
                  <a:pt x="618007" y="1747513"/>
                  <a:pt x="618007" y="1747513"/>
                  <a:pt x="589010" y="1747513"/>
                </a:cubicBezTo>
                <a:cubicBezTo>
                  <a:pt x="589010" y="1747513"/>
                  <a:pt x="589010" y="1747513"/>
                  <a:pt x="589010" y="2530606"/>
                </a:cubicBezTo>
                <a:cubicBezTo>
                  <a:pt x="589010" y="2600697"/>
                  <a:pt x="531015" y="2658704"/>
                  <a:pt x="460938" y="2658704"/>
                </a:cubicBezTo>
                <a:cubicBezTo>
                  <a:pt x="390861" y="2658704"/>
                  <a:pt x="332866" y="2600697"/>
                  <a:pt x="332866" y="2530606"/>
                </a:cubicBezTo>
                <a:cubicBezTo>
                  <a:pt x="332866" y="2530606"/>
                  <a:pt x="332866" y="2530606"/>
                  <a:pt x="332866" y="949918"/>
                </a:cubicBezTo>
                <a:cubicBezTo>
                  <a:pt x="332866" y="949918"/>
                  <a:pt x="332866" y="949918"/>
                  <a:pt x="253123" y="1445393"/>
                </a:cubicBezTo>
                <a:cubicBezTo>
                  <a:pt x="243457" y="1505817"/>
                  <a:pt x="190295" y="1549322"/>
                  <a:pt x="127467" y="1549322"/>
                </a:cubicBezTo>
                <a:cubicBezTo>
                  <a:pt x="57391" y="1549322"/>
                  <a:pt x="1812" y="1493732"/>
                  <a:pt x="1812" y="1421224"/>
                </a:cubicBezTo>
                <a:cubicBezTo>
                  <a:pt x="1812" y="1416390"/>
                  <a:pt x="1812" y="1411556"/>
                  <a:pt x="1812" y="1404305"/>
                </a:cubicBezTo>
                <a:cubicBezTo>
                  <a:pt x="-604" y="1399471"/>
                  <a:pt x="-604" y="1394637"/>
                  <a:pt x="1812" y="1389803"/>
                </a:cubicBezTo>
                <a:cubicBezTo>
                  <a:pt x="1812" y="1389803"/>
                  <a:pt x="1812" y="1389803"/>
                  <a:pt x="127467" y="722724"/>
                </a:cubicBezTo>
                <a:cubicBezTo>
                  <a:pt x="137133" y="659883"/>
                  <a:pt x="190295" y="616378"/>
                  <a:pt x="253123" y="616378"/>
                </a:cubicBezTo>
                <a:close/>
                <a:moveTo>
                  <a:pt x="603509" y="0"/>
                </a:moveTo>
                <a:cubicBezTo>
                  <a:pt x="754241" y="0"/>
                  <a:pt x="876433" y="122879"/>
                  <a:pt x="876433" y="274457"/>
                </a:cubicBezTo>
                <a:cubicBezTo>
                  <a:pt x="876433" y="426035"/>
                  <a:pt x="754241" y="548914"/>
                  <a:pt x="603509" y="548914"/>
                </a:cubicBezTo>
                <a:cubicBezTo>
                  <a:pt x="452777" y="548914"/>
                  <a:pt x="330585" y="426035"/>
                  <a:pt x="330585" y="274457"/>
                </a:cubicBezTo>
                <a:cubicBezTo>
                  <a:pt x="330585" y="122879"/>
                  <a:pt x="452777" y="0"/>
                  <a:pt x="603509"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65000"/>
                  <a:lumOff val="35000"/>
                </a:scheme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3" name="Group 2"/>
          <p:cNvGrpSpPr/>
          <p:nvPr/>
        </p:nvGrpSpPr>
        <p:grpSpPr>
          <a:xfrm>
            <a:off x="8218348" y="1591217"/>
            <a:ext cx="3973653" cy="3624241"/>
            <a:chOff x="8218348" y="1642733"/>
            <a:chExt cx="3973653" cy="3624241"/>
          </a:xfrm>
        </p:grpSpPr>
        <p:sp>
          <p:nvSpPr>
            <p:cNvPr id="81" name="Freeform 61"/>
            <p:cNvSpPr>
              <a:spLocks/>
            </p:cNvSpPr>
            <p:nvPr/>
          </p:nvSpPr>
          <p:spPr bwMode="auto">
            <a:xfrm>
              <a:off x="8896463" y="1919179"/>
              <a:ext cx="219021" cy="616171"/>
            </a:xfrm>
            <a:custGeom>
              <a:avLst/>
              <a:gdLst>
                <a:gd name="T0" fmla="*/ 50 w 134"/>
                <a:gd name="T1" fmla="*/ 374 h 376"/>
                <a:gd name="T2" fmla="*/ 50 w 134"/>
                <a:gd name="T3" fmla="*/ 374 h 376"/>
                <a:gd name="T4" fmla="*/ 2 w 134"/>
                <a:gd name="T5" fmla="*/ 319 h 376"/>
                <a:gd name="T6" fmla="*/ 29 w 134"/>
                <a:gd name="T7" fmla="*/ 50 h 376"/>
                <a:gd name="T8" fmla="*/ 84 w 134"/>
                <a:gd name="T9" fmla="*/ 2 h 376"/>
                <a:gd name="T10" fmla="*/ 84 w 134"/>
                <a:gd name="T11" fmla="*/ 2 h 376"/>
                <a:gd name="T12" fmla="*/ 132 w 134"/>
                <a:gd name="T13" fmla="*/ 57 h 376"/>
                <a:gd name="T14" fmla="*/ 105 w 134"/>
                <a:gd name="T15" fmla="*/ 326 h 376"/>
                <a:gd name="T16" fmla="*/ 50 w 134"/>
                <a:gd name="T17" fmla="*/ 374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4" h="376">
                  <a:moveTo>
                    <a:pt x="50" y="374"/>
                  </a:moveTo>
                  <a:cubicBezTo>
                    <a:pt x="50" y="374"/>
                    <a:pt x="50" y="374"/>
                    <a:pt x="50" y="374"/>
                  </a:cubicBezTo>
                  <a:cubicBezTo>
                    <a:pt x="22" y="372"/>
                    <a:pt x="0" y="347"/>
                    <a:pt x="2" y="319"/>
                  </a:cubicBezTo>
                  <a:cubicBezTo>
                    <a:pt x="29" y="50"/>
                    <a:pt x="29" y="50"/>
                    <a:pt x="29" y="50"/>
                  </a:cubicBezTo>
                  <a:cubicBezTo>
                    <a:pt x="32" y="22"/>
                    <a:pt x="56" y="0"/>
                    <a:pt x="84" y="2"/>
                  </a:cubicBezTo>
                  <a:cubicBezTo>
                    <a:pt x="84" y="2"/>
                    <a:pt x="84" y="2"/>
                    <a:pt x="84" y="2"/>
                  </a:cubicBezTo>
                  <a:cubicBezTo>
                    <a:pt x="112" y="4"/>
                    <a:pt x="134" y="29"/>
                    <a:pt x="132" y="57"/>
                  </a:cubicBezTo>
                  <a:cubicBezTo>
                    <a:pt x="105" y="326"/>
                    <a:pt x="105" y="326"/>
                    <a:pt x="105" y="326"/>
                  </a:cubicBezTo>
                  <a:cubicBezTo>
                    <a:pt x="103" y="354"/>
                    <a:pt x="79" y="376"/>
                    <a:pt x="50" y="374"/>
                  </a:cubicBezTo>
                  <a:close/>
                </a:path>
              </a:pathLst>
            </a:custGeom>
            <a:solidFill>
              <a:srgbClr val="D4B19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65000"/>
                    <a:lumOff val="35000"/>
                  </a:scheme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2" name="Freeform 62"/>
            <p:cNvSpPr>
              <a:spLocks/>
            </p:cNvSpPr>
            <p:nvPr/>
          </p:nvSpPr>
          <p:spPr bwMode="auto">
            <a:xfrm>
              <a:off x="9076669" y="1894228"/>
              <a:ext cx="199614" cy="619636"/>
            </a:xfrm>
            <a:custGeom>
              <a:avLst/>
              <a:gdLst>
                <a:gd name="T0" fmla="*/ 74 w 122"/>
                <a:gd name="T1" fmla="*/ 375 h 378"/>
                <a:gd name="T2" fmla="*/ 74 w 122"/>
                <a:gd name="T3" fmla="*/ 375 h 378"/>
                <a:gd name="T4" fmla="*/ 18 w 122"/>
                <a:gd name="T5" fmla="*/ 329 h 378"/>
                <a:gd name="T6" fmla="*/ 1 w 122"/>
                <a:gd name="T7" fmla="*/ 59 h 378"/>
                <a:gd name="T8" fmla="*/ 48 w 122"/>
                <a:gd name="T9" fmla="*/ 3 h 378"/>
                <a:gd name="T10" fmla="*/ 48 w 122"/>
                <a:gd name="T11" fmla="*/ 3 h 378"/>
                <a:gd name="T12" fmla="*/ 104 w 122"/>
                <a:gd name="T13" fmla="*/ 49 h 378"/>
                <a:gd name="T14" fmla="*/ 121 w 122"/>
                <a:gd name="T15" fmla="*/ 319 h 378"/>
                <a:gd name="T16" fmla="*/ 74 w 122"/>
                <a:gd name="T17" fmla="*/ 375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2" h="378">
                  <a:moveTo>
                    <a:pt x="74" y="375"/>
                  </a:moveTo>
                  <a:cubicBezTo>
                    <a:pt x="74" y="375"/>
                    <a:pt x="74" y="375"/>
                    <a:pt x="74" y="375"/>
                  </a:cubicBezTo>
                  <a:cubicBezTo>
                    <a:pt x="46" y="378"/>
                    <a:pt x="20" y="357"/>
                    <a:pt x="18" y="329"/>
                  </a:cubicBezTo>
                  <a:cubicBezTo>
                    <a:pt x="1" y="59"/>
                    <a:pt x="1" y="59"/>
                    <a:pt x="1" y="59"/>
                  </a:cubicBezTo>
                  <a:cubicBezTo>
                    <a:pt x="0" y="31"/>
                    <a:pt x="20" y="5"/>
                    <a:pt x="48" y="3"/>
                  </a:cubicBezTo>
                  <a:cubicBezTo>
                    <a:pt x="48" y="3"/>
                    <a:pt x="48" y="3"/>
                    <a:pt x="48" y="3"/>
                  </a:cubicBezTo>
                  <a:cubicBezTo>
                    <a:pt x="76" y="0"/>
                    <a:pt x="101" y="21"/>
                    <a:pt x="104" y="49"/>
                  </a:cubicBezTo>
                  <a:cubicBezTo>
                    <a:pt x="121" y="319"/>
                    <a:pt x="121" y="319"/>
                    <a:pt x="121" y="319"/>
                  </a:cubicBezTo>
                  <a:cubicBezTo>
                    <a:pt x="122" y="348"/>
                    <a:pt x="102" y="373"/>
                    <a:pt x="74" y="375"/>
                  </a:cubicBezTo>
                  <a:close/>
                </a:path>
              </a:pathLst>
            </a:custGeom>
            <a:solidFill>
              <a:srgbClr val="D4B19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65000"/>
                    <a:lumOff val="35000"/>
                  </a:scheme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3" name="Freeform 63"/>
            <p:cNvSpPr>
              <a:spLocks/>
            </p:cNvSpPr>
            <p:nvPr/>
          </p:nvSpPr>
          <p:spPr bwMode="auto">
            <a:xfrm>
              <a:off x="8892998" y="1746597"/>
              <a:ext cx="810934" cy="609934"/>
            </a:xfrm>
            <a:custGeom>
              <a:avLst/>
              <a:gdLst>
                <a:gd name="T0" fmla="*/ 1170 w 1170"/>
                <a:gd name="T1" fmla="*/ 270 h 880"/>
                <a:gd name="T2" fmla="*/ 428 w 1170"/>
                <a:gd name="T3" fmla="*/ 0 h 880"/>
                <a:gd name="T4" fmla="*/ 0 w 1170"/>
                <a:gd name="T5" fmla="*/ 469 h 880"/>
                <a:gd name="T6" fmla="*/ 14 w 1170"/>
                <a:gd name="T7" fmla="*/ 880 h 880"/>
                <a:gd name="T8" fmla="*/ 1014 w 1170"/>
                <a:gd name="T9" fmla="*/ 660 h 880"/>
                <a:gd name="T10" fmla="*/ 1170 w 1170"/>
                <a:gd name="T11" fmla="*/ 270 h 880"/>
              </a:gdLst>
              <a:ahLst/>
              <a:cxnLst>
                <a:cxn ang="0">
                  <a:pos x="T0" y="T1"/>
                </a:cxn>
                <a:cxn ang="0">
                  <a:pos x="T2" y="T3"/>
                </a:cxn>
                <a:cxn ang="0">
                  <a:pos x="T4" y="T5"/>
                </a:cxn>
                <a:cxn ang="0">
                  <a:pos x="T6" y="T7"/>
                </a:cxn>
                <a:cxn ang="0">
                  <a:pos x="T8" y="T9"/>
                </a:cxn>
                <a:cxn ang="0">
                  <a:pos x="T10" y="T11"/>
                </a:cxn>
              </a:cxnLst>
              <a:rect l="0" t="0" r="r" b="b"/>
              <a:pathLst>
                <a:path w="1170" h="880">
                  <a:moveTo>
                    <a:pt x="1170" y="270"/>
                  </a:moveTo>
                  <a:lnTo>
                    <a:pt x="428" y="0"/>
                  </a:lnTo>
                  <a:lnTo>
                    <a:pt x="0" y="469"/>
                  </a:lnTo>
                  <a:lnTo>
                    <a:pt x="14" y="880"/>
                  </a:lnTo>
                  <a:lnTo>
                    <a:pt x="1014" y="660"/>
                  </a:lnTo>
                  <a:lnTo>
                    <a:pt x="1170" y="270"/>
                  </a:lnTo>
                  <a:close/>
                </a:path>
              </a:pathLst>
            </a:custGeom>
            <a:solidFill>
              <a:srgbClr val="D4B19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65000"/>
                    <a:lumOff val="35000"/>
                  </a:scheme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4" name="Freeform 64"/>
            <p:cNvSpPr>
              <a:spLocks/>
            </p:cNvSpPr>
            <p:nvPr/>
          </p:nvSpPr>
          <p:spPr bwMode="auto">
            <a:xfrm>
              <a:off x="9112711" y="1845017"/>
              <a:ext cx="336156" cy="609934"/>
            </a:xfrm>
            <a:custGeom>
              <a:avLst/>
              <a:gdLst>
                <a:gd name="T0" fmla="*/ 166 w 205"/>
                <a:gd name="T1" fmla="*/ 362 h 372"/>
                <a:gd name="T2" fmla="*/ 166 w 205"/>
                <a:gd name="T3" fmla="*/ 362 h 372"/>
                <a:gd name="T4" fmla="*/ 99 w 205"/>
                <a:gd name="T5" fmla="*/ 333 h 372"/>
                <a:gd name="T6" fmla="*/ 10 w 205"/>
                <a:gd name="T7" fmla="*/ 77 h 372"/>
                <a:gd name="T8" fmla="*/ 39 w 205"/>
                <a:gd name="T9" fmla="*/ 11 h 372"/>
                <a:gd name="T10" fmla="*/ 39 w 205"/>
                <a:gd name="T11" fmla="*/ 11 h 372"/>
                <a:gd name="T12" fmla="*/ 106 w 205"/>
                <a:gd name="T13" fmla="*/ 40 h 372"/>
                <a:gd name="T14" fmla="*/ 195 w 205"/>
                <a:gd name="T15" fmla="*/ 296 h 372"/>
                <a:gd name="T16" fmla="*/ 166 w 205"/>
                <a:gd name="T17" fmla="*/ 362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5" h="372">
                  <a:moveTo>
                    <a:pt x="166" y="362"/>
                  </a:moveTo>
                  <a:cubicBezTo>
                    <a:pt x="166" y="362"/>
                    <a:pt x="166" y="362"/>
                    <a:pt x="166" y="362"/>
                  </a:cubicBezTo>
                  <a:cubicBezTo>
                    <a:pt x="139" y="372"/>
                    <a:pt x="108" y="359"/>
                    <a:pt x="99" y="333"/>
                  </a:cubicBezTo>
                  <a:cubicBezTo>
                    <a:pt x="10" y="77"/>
                    <a:pt x="10" y="77"/>
                    <a:pt x="10" y="77"/>
                  </a:cubicBezTo>
                  <a:cubicBezTo>
                    <a:pt x="0" y="51"/>
                    <a:pt x="13" y="21"/>
                    <a:pt x="39" y="11"/>
                  </a:cubicBezTo>
                  <a:cubicBezTo>
                    <a:pt x="39" y="11"/>
                    <a:pt x="39" y="11"/>
                    <a:pt x="39" y="11"/>
                  </a:cubicBezTo>
                  <a:cubicBezTo>
                    <a:pt x="66" y="0"/>
                    <a:pt x="96" y="14"/>
                    <a:pt x="106" y="40"/>
                  </a:cubicBezTo>
                  <a:cubicBezTo>
                    <a:pt x="195" y="296"/>
                    <a:pt x="195" y="296"/>
                    <a:pt x="195" y="296"/>
                  </a:cubicBezTo>
                  <a:cubicBezTo>
                    <a:pt x="205" y="322"/>
                    <a:pt x="192" y="352"/>
                    <a:pt x="166" y="362"/>
                  </a:cubicBezTo>
                  <a:close/>
                </a:path>
              </a:pathLst>
            </a:custGeom>
            <a:solidFill>
              <a:srgbClr val="D4B19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65000"/>
                    <a:lumOff val="35000"/>
                  </a:scheme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5" name="Freeform 67"/>
            <p:cNvSpPr>
              <a:spLocks/>
            </p:cNvSpPr>
            <p:nvPr/>
          </p:nvSpPr>
          <p:spPr bwMode="auto">
            <a:xfrm>
              <a:off x="8721108" y="1903932"/>
              <a:ext cx="273777" cy="616864"/>
            </a:xfrm>
            <a:custGeom>
              <a:avLst/>
              <a:gdLst>
                <a:gd name="T0" fmla="*/ 47 w 167"/>
                <a:gd name="T1" fmla="*/ 372 h 376"/>
                <a:gd name="T2" fmla="*/ 47 w 167"/>
                <a:gd name="T3" fmla="*/ 372 h 376"/>
                <a:gd name="T4" fmla="*/ 6 w 167"/>
                <a:gd name="T5" fmla="*/ 312 h 376"/>
                <a:gd name="T6" fmla="*/ 61 w 167"/>
                <a:gd name="T7" fmla="*/ 47 h 376"/>
                <a:gd name="T8" fmla="*/ 121 w 167"/>
                <a:gd name="T9" fmla="*/ 5 h 376"/>
                <a:gd name="T10" fmla="*/ 121 w 167"/>
                <a:gd name="T11" fmla="*/ 5 h 376"/>
                <a:gd name="T12" fmla="*/ 163 w 167"/>
                <a:gd name="T13" fmla="*/ 65 h 376"/>
                <a:gd name="T14" fmla="*/ 107 w 167"/>
                <a:gd name="T15" fmla="*/ 330 h 376"/>
                <a:gd name="T16" fmla="*/ 47 w 167"/>
                <a:gd name="T17" fmla="*/ 372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7" h="376">
                  <a:moveTo>
                    <a:pt x="47" y="372"/>
                  </a:moveTo>
                  <a:cubicBezTo>
                    <a:pt x="47" y="372"/>
                    <a:pt x="47" y="372"/>
                    <a:pt x="47" y="372"/>
                  </a:cubicBezTo>
                  <a:cubicBezTo>
                    <a:pt x="20" y="367"/>
                    <a:pt x="0" y="339"/>
                    <a:pt x="6" y="312"/>
                  </a:cubicBezTo>
                  <a:cubicBezTo>
                    <a:pt x="61" y="47"/>
                    <a:pt x="61" y="47"/>
                    <a:pt x="61" y="47"/>
                  </a:cubicBezTo>
                  <a:cubicBezTo>
                    <a:pt x="67" y="19"/>
                    <a:pt x="93" y="0"/>
                    <a:pt x="121" y="5"/>
                  </a:cubicBezTo>
                  <a:cubicBezTo>
                    <a:pt x="121" y="5"/>
                    <a:pt x="121" y="5"/>
                    <a:pt x="121" y="5"/>
                  </a:cubicBezTo>
                  <a:cubicBezTo>
                    <a:pt x="149" y="10"/>
                    <a:pt x="167" y="37"/>
                    <a:pt x="163" y="65"/>
                  </a:cubicBezTo>
                  <a:cubicBezTo>
                    <a:pt x="107" y="330"/>
                    <a:pt x="107" y="330"/>
                    <a:pt x="107" y="330"/>
                  </a:cubicBezTo>
                  <a:cubicBezTo>
                    <a:pt x="101" y="357"/>
                    <a:pt x="75" y="376"/>
                    <a:pt x="47" y="372"/>
                  </a:cubicBezTo>
                  <a:close/>
                </a:path>
              </a:pathLst>
            </a:custGeom>
            <a:solidFill>
              <a:srgbClr val="FFD7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65000"/>
                    <a:lumOff val="35000"/>
                  </a:scheme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6" name="Freeform 60"/>
            <p:cNvSpPr>
              <a:spLocks/>
            </p:cNvSpPr>
            <p:nvPr/>
          </p:nvSpPr>
          <p:spPr bwMode="auto">
            <a:xfrm>
              <a:off x="10038700" y="1696000"/>
              <a:ext cx="2153301" cy="650826"/>
            </a:xfrm>
            <a:custGeom>
              <a:avLst/>
              <a:gdLst>
                <a:gd name="T0" fmla="*/ 2979 w 2979"/>
                <a:gd name="T1" fmla="*/ 873 h 939"/>
                <a:gd name="T2" fmla="*/ 2970 w 2979"/>
                <a:gd name="T3" fmla="*/ 0 h 939"/>
                <a:gd name="T4" fmla="*/ 0 w 2979"/>
                <a:gd name="T5" fmla="*/ 66 h 939"/>
                <a:gd name="T6" fmla="*/ 12 w 2979"/>
                <a:gd name="T7" fmla="*/ 939 h 939"/>
                <a:gd name="T8" fmla="*/ 2979 w 2979"/>
                <a:gd name="T9" fmla="*/ 873 h 939"/>
              </a:gdLst>
              <a:ahLst/>
              <a:cxnLst>
                <a:cxn ang="0">
                  <a:pos x="T0" y="T1"/>
                </a:cxn>
                <a:cxn ang="0">
                  <a:pos x="T2" y="T3"/>
                </a:cxn>
                <a:cxn ang="0">
                  <a:pos x="T4" y="T5"/>
                </a:cxn>
                <a:cxn ang="0">
                  <a:pos x="T6" y="T7"/>
                </a:cxn>
                <a:cxn ang="0">
                  <a:pos x="T8" y="T9"/>
                </a:cxn>
              </a:cxnLst>
              <a:rect l="0" t="0" r="r" b="b"/>
              <a:pathLst>
                <a:path w="2979" h="939">
                  <a:moveTo>
                    <a:pt x="2979" y="873"/>
                  </a:moveTo>
                  <a:lnTo>
                    <a:pt x="2970" y="0"/>
                  </a:lnTo>
                  <a:lnTo>
                    <a:pt x="0" y="66"/>
                  </a:lnTo>
                  <a:lnTo>
                    <a:pt x="12" y="939"/>
                  </a:lnTo>
                  <a:lnTo>
                    <a:pt x="2979" y="873"/>
                  </a:lnTo>
                  <a:close/>
                </a:path>
              </a:pathLst>
            </a:custGeom>
            <a:solidFill>
              <a:srgbClr val="44444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65000"/>
                    <a:lumOff val="35000"/>
                  </a:scheme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7" name="Freeform 86"/>
            <p:cNvSpPr>
              <a:spLocks noChangeArrowheads="1"/>
            </p:cNvSpPr>
            <p:nvPr/>
          </p:nvSpPr>
          <p:spPr bwMode="auto">
            <a:xfrm>
              <a:off x="8218348" y="2274016"/>
              <a:ext cx="1359516" cy="2992958"/>
            </a:xfrm>
            <a:custGeom>
              <a:avLst/>
              <a:gdLst>
                <a:gd name="connsiteX0" fmla="*/ 315429 w 1514947"/>
                <a:gd name="connsiteY0" fmla="*/ 770153 h 3335137"/>
                <a:gd name="connsiteX1" fmla="*/ 1197297 w 1514947"/>
                <a:gd name="connsiteY1" fmla="*/ 770153 h 3335137"/>
                <a:gd name="connsiteX2" fmla="*/ 1355011 w 1514947"/>
                <a:gd name="connsiteY2" fmla="*/ 905620 h 3335137"/>
                <a:gd name="connsiteX3" fmla="*/ 1512726 w 1514947"/>
                <a:gd name="connsiteY3" fmla="*/ 1742848 h 3335137"/>
                <a:gd name="connsiteX4" fmla="*/ 1512726 w 1514947"/>
                <a:gd name="connsiteY4" fmla="*/ 1760615 h 3335137"/>
                <a:gd name="connsiteX5" fmla="*/ 1514947 w 1514947"/>
                <a:gd name="connsiteY5" fmla="*/ 1785043 h 3335137"/>
                <a:gd name="connsiteX6" fmla="*/ 1352790 w 1514947"/>
                <a:gd name="connsiteY6" fmla="*/ 1944938 h 3335137"/>
                <a:gd name="connsiteX7" fmla="*/ 1195076 w 1514947"/>
                <a:gd name="connsiteY7" fmla="*/ 1813913 h 3335137"/>
                <a:gd name="connsiteX8" fmla="*/ 1095116 w 1514947"/>
                <a:gd name="connsiteY8" fmla="*/ 1189878 h 3335137"/>
                <a:gd name="connsiteX9" fmla="*/ 1097337 w 1514947"/>
                <a:gd name="connsiteY9" fmla="*/ 3175242 h 3335137"/>
                <a:gd name="connsiteX10" fmla="*/ 937401 w 1514947"/>
                <a:gd name="connsiteY10" fmla="*/ 3335137 h 3335137"/>
                <a:gd name="connsiteX11" fmla="*/ 775244 w 1514947"/>
                <a:gd name="connsiteY11" fmla="*/ 3175242 h 3335137"/>
                <a:gd name="connsiteX12" fmla="*/ 775244 w 1514947"/>
                <a:gd name="connsiteY12" fmla="*/ 2191443 h 3335137"/>
                <a:gd name="connsiteX13" fmla="*/ 737482 w 1514947"/>
                <a:gd name="connsiteY13" fmla="*/ 2191443 h 3335137"/>
                <a:gd name="connsiteX14" fmla="*/ 737482 w 1514947"/>
                <a:gd name="connsiteY14" fmla="*/ 3175242 h 3335137"/>
                <a:gd name="connsiteX15" fmla="*/ 577546 w 1514947"/>
                <a:gd name="connsiteY15" fmla="*/ 3335137 h 3335137"/>
                <a:gd name="connsiteX16" fmla="*/ 415389 w 1514947"/>
                <a:gd name="connsiteY16" fmla="*/ 3175242 h 3335137"/>
                <a:gd name="connsiteX17" fmla="*/ 417610 w 1514947"/>
                <a:gd name="connsiteY17" fmla="*/ 1189878 h 3335137"/>
                <a:gd name="connsiteX18" fmla="*/ 317650 w 1514947"/>
                <a:gd name="connsiteY18" fmla="*/ 1811692 h 3335137"/>
                <a:gd name="connsiteX19" fmla="*/ 159936 w 1514947"/>
                <a:gd name="connsiteY19" fmla="*/ 1944938 h 3335137"/>
                <a:gd name="connsiteX20" fmla="*/ 0 w 1514947"/>
                <a:gd name="connsiteY20" fmla="*/ 1785043 h 3335137"/>
                <a:gd name="connsiteX21" fmla="*/ 2221 w 1514947"/>
                <a:gd name="connsiteY21" fmla="*/ 1760615 h 3335137"/>
                <a:gd name="connsiteX22" fmla="*/ 0 w 1514947"/>
                <a:gd name="connsiteY22" fmla="*/ 1742848 h 3335137"/>
                <a:gd name="connsiteX23" fmla="*/ 157714 w 1514947"/>
                <a:gd name="connsiteY23" fmla="*/ 905620 h 3335137"/>
                <a:gd name="connsiteX24" fmla="*/ 315429 w 1514947"/>
                <a:gd name="connsiteY24" fmla="*/ 770153 h 3335137"/>
                <a:gd name="connsiteX25" fmla="*/ 756065 w 1514947"/>
                <a:gd name="connsiteY25" fmla="*/ 0 h 3335137"/>
                <a:gd name="connsiteX26" fmla="*/ 1098877 w 1514947"/>
                <a:gd name="connsiteY26" fmla="*/ 344221 h 3335137"/>
                <a:gd name="connsiteX27" fmla="*/ 756065 w 1514947"/>
                <a:gd name="connsiteY27" fmla="*/ 688442 h 3335137"/>
                <a:gd name="connsiteX28" fmla="*/ 413253 w 1514947"/>
                <a:gd name="connsiteY28" fmla="*/ 344221 h 3335137"/>
                <a:gd name="connsiteX29" fmla="*/ 756065 w 1514947"/>
                <a:gd name="connsiteY29" fmla="*/ 0 h 333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514947" h="3335137">
                  <a:moveTo>
                    <a:pt x="315429" y="770153"/>
                  </a:moveTo>
                  <a:cubicBezTo>
                    <a:pt x="315429" y="770153"/>
                    <a:pt x="315429" y="770153"/>
                    <a:pt x="1197297" y="770153"/>
                  </a:cubicBezTo>
                  <a:cubicBezTo>
                    <a:pt x="1277265" y="770153"/>
                    <a:pt x="1343905" y="827893"/>
                    <a:pt x="1355011" y="905620"/>
                  </a:cubicBezTo>
                  <a:cubicBezTo>
                    <a:pt x="1355011" y="905620"/>
                    <a:pt x="1355011" y="905620"/>
                    <a:pt x="1512726" y="1742848"/>
                  </a:cubicBezTo>
                  <a:cubicBezTo>
                    <a:pt x="1514947" y="1749511"/>
                    <a:pt x="1514947" y="1756173"/>
                    <a:pt x="1512726" y="1760615"/>
                  </a:cubicBezTo>
                  <a:cubicBezTo>
                    <a:pt x="1512726" y="1769498"/>
                    <a:pt x="1514947" y="1776160"/>
                    <a:pt x="1514947" y="1785043"/>
                  </a:cubicBezTo>
                  <a:cubicBezTo>
                    <a:pt x="1514947" y="1871653"/>
                    <a:pt x="1441643" y="1944938"/>
                    <a:pt x="1352790" y="1944938"/>
                  </a:cubicBezTo>
                  <a:cubicBezTo>
                    <a:pt x="1275043" y="1944938"/>
                    <a:pt x="1210625" y="1889419"/>
                    <a:pt x="1195076" y="1813913"/>
                  </a:cubicBezTo>
                  <a:cubicBezTo>
                    <a:pt x="1195076" y="1813913"/>
                    <a:pt x="1195076" y="1813913"/>
                    <a:pt x="1095116" y="1189878"/>
                  </a:cubicBezTo>
                  <a:cubicBezTo>
                    <a:pt x="1095116" y="1189878"/>
                    <a:pt x="1095116" y="1189878"/>
                    <a:pt x="1097337" y="3175242"/>
                  </a:cubicBezTo>
                  <a:cubicBezTo>
                    <a:pt x="1097337" y="3261852"/>
                    <a:pt x="1026254" y="3335137"/>
                    <a:pt x="937401" y="3335137"/>
                  </a:cubicBezTo>
                  <a:cubicBezTo>
                    <a:pt x="848548" y="3335137"/>
                    <a:pt x="775244" y="3264073"/>
                    <a:pt x="775244" y="3175242"/>
                  </a:cubicBezTo>
                  <a:cubicBezTo>
                    <a:pt x="775244" y="3175242"/>
                    <a:pt x="775244" y="3175242"/>
                    <a:pt x="775244" y="2191443"/>
                  </a:cubicBezTo>
                  <a:cubicBezTo>
                    <a:pt x="775244" y="2191443"/>
                    <a:pt x="775244" y="2191443"/>
                    <a:pt x="737482" y="2191443"/>
                  </a:cubicBezTo>
                  <a:cubicBezTo>
                    <a:pt x="737482" y="2191443"/>
                    <a:pt x="737482" y="2191443"/>
                    <a:pt x="737482" y="3175242"/>
                  </a:cubicBezTo>
                  <a:cubicBezTo>
                    <a:pt x="737482" y="3261852"/>
                    <a:pt x="666399" y="3335137"/>
                    <a:pt x="577546" y="3335137"/>
                  </a:cubicBezTo>
                  <a:cubicBezTo>
                    <a:pt x="488693" y="3335137"/>
                    <a:pt x="415389" y="3264073"/>
                    <a:pt x="415389" y="3175242"/>
                  </a:cubicBezTo>
                  <a:cubicBezTo>
                    <a:pt x="415389" y="3175242"/>
                    <a:pt x="415389" y="3175242"/>
                    <a:pt x="417610" y="1189878"/>
                  </a:cubicBezTo>
                  <a:cubicBezTo>
                    <a:pt x="417610" y="1189878"/>
                    <a:pt x="417610" y="1189878"/>
                    <a:pt x="317650" y="1811692"/>
                  </a:cubicBezTo>
                  <a:cubicBezTo>
                    <a:pt x="304322" y="1889419"/>
                    <a:pt x="237682" y="1944938"/>
                    <a:pt x="159936" y="1944938"/>
                  </a:cubicBezTo>
                  <a:cubicBezTo>
                    <a:pt x="71082" y="1944938"/>
                    <a:pt x="0" y="1871653"/>
                    <a:pt x="0" y="1785043"/>
                  </a:cubicBezTo>
                  <a:cubicBezTo>
                    <a:pt x="0" y="1776160"/>
                    <a:pt x="0" y="1769498"/>
                    <a:pt x="2221" y="1760615"/>
                  </a:cubicBezTo>
                  <a:cubicBezTo>
                    <a:pt x="0" y="1756173"/>
                    <a:pt x="0" y="1749511"/>
                    <a:pt x="0" y="1742848"/>
                  </a:cubicBezTo>
                  <a:cubicBezTo>
                    <a:pt x="0" y="1742848"/>
                    <a:pt x="0" y="1742848"/>
                    <a:pt x="157714" y="905620"/>
                  </a:cubicBezTo>
                  <a:cubicBezTo>
                    <a:pt x="171042" y="827893"/>
                    <a:pt x="237682" y="770153"/>
                    <a:pt x="315429" y="770153"/>
                  </a:cubicBezTo>
                  <a:close/>
                  <a:moveTo>
                    <a:pt x="756065" y="0"/>
                  </a:moveTo>
                  <a:cubicBezTo>
                    <a:pt x="945395" y="0"/>
                    <a:pt x="1098877" y="154113"/>
                    <a:pt x="1098877" y="344221"/>
                  </a:cubicBezTo>
                  <a:cubicBezTo>
                    <a:pt x="1098877" y="534329"/>
                    <a:pt x="945395" y="688442"/>
                    <a:pt x="756065" y="688442"/>
                  </a:cubicBezTo>
                  <a:cubicBezTo>
                    <a:pt x="566735" y="688442"/>
                    <a:pt x="413253" y="534329"/>
                    <a:pt x="413253" y="344221"/>
                  </a:cubicBezTo>
                  <a:cubicBezTo>
                    <a:pt x="413253" y="154113"/>
                    <a:pt x="566735" y="0"/>
                    <a:pt x="756065" y="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65000"/>
                    <a:lumOff val="35000"/>
                  </a:scheme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8" name="Freeform 87"/>
            <p:cNvSpPr>
              <a:spLocks/>
            </p:cNvSpPr>
            <p:nvPr/>
          </p:nvSpPr>
          <p:spPr bwMode="auto">
            <a:xfrm>
              <a:off x="8827867" y="1642733"/>
              <a:ext cx="1053788" cy="833236"/>
            </a:xfrm>
            <a:custGeom>
              <a:avLst/>
              <a:gdLst>
                <a:gd name="connsiteX0" fmla="*/ 505447 w 1440773"/>
                <a:gd name="connsiteY0" fmla="*/ 1243 h 1139227"/>
                <a:gd name="connsiteX1" fmla="*/ 1187135 w 1440773"/>
                <a:gd name="connsiteY1" fmla="*/ 272955 h 1139227"/>
                <a:gd name="connsiteX2" fmla="*/ 1193227 w 1440773"/>
                <a:gd name="connsiteY2" fmla="*/ 275383 h 1139227"/>
                <a:gd name="connsiteX3" fmla="*/ 1425644 w 1440773"/>
                <a:gd name="connsiteY3" fmla="*/ 273322 h 1139227"/>
                <a:gd name="connsiteX4" fmla="*/ 1440773 w 1440773"/>
                <a:gd name="connsiteY4" fmla="*/ 904740 h 1139227"/>
                <a:gd name="connsiteX5" fmla="*/ 1426533 w 1440773"/>
                <a:gd name="connsiteY5" fmla="*/ 918920 h 1139227"/>
                <a:gd name="connsiteX6" fmla="*/ 1198042 w 1440773"/>
                <a:gd name="connsiteY6" fmla="*/ 1005179 h 1139227"/>
                <a:gd name="connsiteX7" fmla="*/ 676036 w 1440773"/>
                <a:gd name="connsiteY7" fmla="*/ 1002937 h 1139227"/>
                <a:gd name="connsiteX8" fmla="*/ 241405 w 1440773"/>
                <a:gd name="connsiteY8" fmla="*/ 1132958 h 1139227"/>
                <a:gd name="connsiteX9" fmla="*/ 66656 w 1440773"/>
                <a:gd name="connsiteY9" fmla="*/ 1054497 h 1139227"/>
                <a:gd name="connsiteX10" fmla="*/ 145069 w 1440773"/>
                <a:gd name="connsiteY10" fmla="*/ 879641 h 1139227"/>
                <a:gd name="connsiteX11" fmla="*/ 743536 w 1440773"/>
                <a:gd name="connsiteY11" fmla="*/ 699141 h 1139227"/>
                <a:gd name="connsiteX12" fmla="*/ 766282 w 1440773"/>
                <a:gd name="connsiteY12" fmla="*/ 692281 h 1139227"/>
                <a:gd name="connsiteX13" fmla="*/ 785647 w 1440773"/>
                <a:gd name="connsiteY13" fmla="*/ 664852 h 1139227"/>
                <a:gd name="connsiteX14" fmla="*/ 409350 w 1440773"/>
                <a:gd name="connsiteY14" fmla="*/ 359965 h 1139227"/>
                <a:gd name="connsiteX15" fmla="*/ 485003 w 1440773"/>
                <a:gd name="connsiteY15" fmla="*/ 291097 h 1139227"/>
                <a:gd name="connsiteX16" fmla="*/ 540143 w 1440773"/>
                <a:gd name="connsiteY16" fmla="*/ 258837 h 1139227"/>
                <a:gd name="connsiteX17" fmla="*/ 514044 w 1440773"/>
                <a:gd name="connsiteY17" fmla="*/ 248435 h 1139227"/>
                <a:gd name="connsiteX18" fmla="*/ 491509 w 1440773"/>
                <a:gd name="connsiteY18" fmla="*/ 269555 h 1139227"/>
                <a:gd name="connsiteX19" fmla="*/ 192109 w 1440773"/>
                <a:gd name="connsiteY19" fmla="*/ 550166 h 1139227"/>
                <a:gd name="connsiteX20" fmla="*/ 28372 w 1440773"/>
                <a:gd name="connsiteY20" fmla="*/ 538963 h 1139227"/>
                <a:gd name="connsiteX21" fmla="*/ 39587 w 1440773"/>
                <a:gd name="connsiteY21" fmla="*/ 377647 h 1139227"/>
                <a:gd name="connsiteX22" fmla="*/ 402948 w 1440773"/>
                <a:gd name="connsiteY22" fmla="*/ 37089 h 1139227"/>
                <a:gd name="connsiteX23" fmla="*/ 407691 w 1440773"/>
                <a:gd name="connsiteY23" fmla="*/ 34217 h 1139227"/>
                <a:gd name="connsiteX24" fmla="*/ 419976 w 1440773"/>
                <a:gd name="connsiteY24" fmla="*/ 21411 h 1139227"/>
                <a:gd name="connsiteX25" fmla="*/ 505447 w 1440773"/>
                <a:gd name="connsiteY25" fmla="*/ 1243 h 1139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40773" h="1139227">
                  <a:moveTo>
                    <a:pt x="505447" y="1243"/>
                  </a:moveTo>
                  <a:cubicBezTo>
                    <a:pt x="955221" y="180517"/>
                    <a:pt x="1123886" y="247745"/>
                    <a:pt x="1187135" y="272955"/>
                  </a:cubicBezTo>
                  <a:lnTo>
                    <a:pt x="1193227" y="275383"/>
                  </a:lnTo>
                  <a:lnTo>
                    <a:pt x="1425644" y="273322"/>
                  </a:lnTo>
                  <a:lnTo>
                    <a:pt x="1440773" y="904740"/>
                  </a:lnTo>
                  <a:lnTo>
                    <a:pt x="1426533" y="918920"/>
                  </a:lnTo>
                  <a:cubicBezTo>
                    <a:pt x="1366594" y="967770"/>
                    <a:pt x="1288776" y="1000976"/>
                    <a:pt x="1198042" y="1005179"/>
                  </a:cubicBezTo>
                  <a:cubicBezTo>
                    <a:pt x="924717" y="1016388"/>
                    <a:pt x="962803" y="915509"/>
                    <a:pt x="676036" y="1002937"/>
                  </a:cubicBezTo>
                  <a:cubicBezTo>
                    <a:pt x="241405" y="1132958"/>
                    <a:pt x="241405" y="1132958"/>
                    <a:pt x="241405" y="1132958"/>
                  </a:cubicBezTo>
                  <a:cubicBezTo>
                    <a:pt x="169713" y="1153134"/>
                    <a:pt x="93541" y="1123991"/>
                    <a:pt x="66656" y="1054497"/>
                  </a:cubicBezTo>
                  <a:cubicBezTo>
                    <a:pt x="39772" y="982761"/>
                    <a:pt x="75618" y="904300"/>
                    <a:pt x="145069" y="879641"/>
                  </a:cubicBezTo>
                  <a:cubicBezTo>
                    <a:pt x="539934" y="760548"/>
                    <a:pt x="688008" y="715889"/>
                    <a:pt x="743536" y="699141"/>
                  </a:cubicBezTo>
                  <a:lnTo>
                    <a:pt x="766282" y="692281"/>
                  </a:lnTo>
                  <a:lnTo>
                    <a:pt x="785647" y="664852"/>
                  </a:lnTo>
                  <a:cubicBezTo>
                    <a:pt x="886431" y="481007"/>
                    <a:pt x="508074" y="383070"/>
                    <a:pt x="409350" y="359965"/>
                  </a:cubicBezTo>
                  <a:cubicBezTo>
                    <a:pt x="433716" y="332868"/>
                    <a:pt x="459066" y="310104"/>
                    <a:pt x="485003" y="291097"/>
                  </a:cubicBezTo>
                  <a:lnTo>
                    <a:pt x="540143" y="258837"/>
                  </a:lnTo>
                  <a:lnTo>
                    <a:pt x="514044" y="248435"/>
                  </a:lnTo>
                  <a:lnTo>
                    <a:pt x="491509" y="269555"/>
                  </a:lnTo>
                  <a:cubicBezTo>
                    <a:pt x="192109" y="550166"/>
                    <a:pt x="192109" y="550166"/>
                    <a:pt x="192109" y="550166"/>
                  </a:cubicBezTo>
                  <a:cubicBezTo>
                    <a:pt x="145006" y="594976"/>
                    <a:pt x="70989" y="588255"/>
                    <a:pt x="28372" y="538963"/>
                  </a:cubicBezTo>
                  <a:cubicBezTo>
                    <a:pt x="-14244" y="491913"/>
                    <a:pt x="-7515" y="420216"/>
                    <a:pt x="39587" y="377647"/>
                  </a:cubicBezTo>
                  <a:cubicBezTo>
                    <a:pt x="402948" y="37089"/>
                    <a:pt x="402948" y="37089"/>
                    <a:pt x="402948" y="37089"/>
                  </a:cubicBezTo>
                  <a:lnTo>
                    <a:pt x="407691" y="34217"/>
                  </a:lnTo>
                  <a:lnTo>
                    <a:pt x="419976" y="21411"/>
                  </a:lnTo>
                  <a:cubicBezTo>
                    <a:pt x="443796" y="4604"/>
                    <a:pt x="474061" y="-3239"/>
                    <a:pt x="505447" y="1243"/>
                  </a:cubicBezTo>
                  <a:close/>
                </a:path>
              </a:pathLst>
            </a:custGeom>
            <a:solidFill>
              <a:srgbClr val="FFD7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lumMod val="65000"/>
                    <a:lumOff val="35000"/>
                  </a:scheme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123" name="Oval 122"/>
          <p:cNvSpPr/>
          <p:nvPr/>
        </p:nvSpPr>
        <p:spPr>
          <a:xfrm>
            <a:off x="959368" y="1756094"/>
            <a:ext cx="867226" cy="867226"/>
          </a:xfrm>
          <a:prstGeom prst="ellipse">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4" name="TextBox 123"/>
          <p:cNvSpPr txBox="1"/>
          <p:nvPr/>
        </p:nvSpPr>
        <p:spPr>
          <a:xfrm>
            <a:off x="1998354" y="1778151"/>
            <a:ext cx="1686039" cy="338554"/>
          </a:xfrm>
          <a:prstGeom prst="rect">
            <a:avLst/>
          </a:prstGeom>
          <a:noFill/>
        </p:spPr>
        <p:txBody>
          <a:bodyPr wrap="none" rtlCol="0">
            <a:spAutoFit/>
          </a:bodyPr>
          <a:lstStyle/>
          <a:p>
            <a:r>
              <a:rPr lang="en-US" sz="16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Insert title here</a:t>
            </a:r>
          </a:p>
        </p:txBody>
      </p:sp>
      <p:sp>
        <p:nvSpPr>
          <p:cNvPr id="125" name="TextBox 124"/>
          <p:cNvSpPr txBox="1"/>
          <p:nvPr/>
        </p:nvSpPr>
        <p:spPr>
          <a:xfrm>
            <a:off x="1998355" y="2126536"/>
            <a:ext cx="3321540" cy="691215"/>
          </a:xfrm>
          <a:prstGeom prst="rect">
            <a:avLst/>
          </a:prstGeom>
          <a:noFill/>
        </p:spPr>
        <p:txBody>
          <a:bodyPr wrap="square" rtlCol="0">
            <a:spAutoFit/>
          </a:bodyPr>
          <a:lstStyle/>
          <a:p>
            <a:pPr>
              <a:lnSpc>
                <a:spcPct val="110000"/>
              </a:lnSpc>
            </a:pPr>
            <a:r>
              <a:rPr lang="en-US" sz="12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Sed ut perspiciatis unde omnis iste natus error voluptatem rem aperiam doloremque.</a:t>
            </a:r>
          </a:p>
        </p:txBody>
      </p:sp>
      <p:sp>
        <p:nvSpPr>
          <p:cNvPr id="126" name="Oval 125"/>
          <p:cNvSpPr/>
          <p:nvPr/>
        </p:nvSpPr>
        <p:spPr>
          <a:xfrm>
            <a:off x="959368" y="2848640"/>
            <a:ext cx="867226" cy="867226"/>
          </a:xfrm>
          <a:prstGeom prst="ellipse">
            <a:avLst/>
          </a:prstGeom>
          <a:solidFill>
            <a:schemeClr val="accent2"/>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7" name="TextBox 126"/>
          <p:cNvSpPr txBox="1"/>
          <p:nvPr/>
        </p:nvSpPr>
        <p:spPr>
          <a:xfrm>
            <a:off x="1998354" y="2870697"/>
            <a:ext cx="1686039" cy="338554"/>
          </a:xfrm>
          <a:prstGeom prst="rect">
            <a:avLst/>
          </a:prstGeom>
          <a:noFill/>
        </p:spPr>
        <p:txBody>
          <a:bodyPr wrap="none" rtlCol="0">
            <a:spAutoFit/>
          </a:bodyPr>
          <a:lstStyle/>
          <a:p>
            <a:r>
              <a:rPr lang="en-US" sz="16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Insert title here</a:t>
            </a:r>
          </a:p>
        </p:txBody>
      </p:sp>
      <p:sp>
        <p:nvSpPr>
          <p:cNvPr id="128" name="TextBox 127"/>
          <p:cNvSpPr txBox="1"/>
          <p:nvPr/>
        </p:nvSpPr>
        <p:spPr>
          <a:xfrm>
            <a:off x="1998355" y="3219082"/>
            <a:ext cx="3321540" cy="691215"/>
          </a:xfrm>
          <a:prstGeom prst="rect">
            <a:avLst/>
          </a:prstGeom>
          <a:noFill/>
        </p:spPr>
        <p:txBody>
          <a:bodyPr wrap="square" rtlCol="0">
            <a:spAutoFit/>
          </a:bodyPr>
          <a:lstStyle/>
          <a:p>
            <a:pPr>
              <a:lnSpc>
                <a:spcPct val="110000"/>
              </a:lnSpc>
            </a:pPr>
            <a:r>
              <a:rPr lang="en-US" sz="12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Sed ut perspiciatis unde omnis iste natus error voluptatem rem aperiam doloremque.</a:t>
            </a:r>
          </a:p>
        </p:txBody>
      </p:sp>
      <p:sp>
        <p:nvSpPr>
          <p:cNvPr id="129" name="Oval 128"/>
          <p:cNvSpPr/>
          <p:nvPr/>
        </p:nvSpPr>
        <p:spPr>
          <a:xfrm>
            <a:off x="959368" y="3941186"/>
            <a:ext cx="867226" cy="867226"/>
          </a:xfrm>
          <a:prstGeom prst="ellipse">
            <a:avLst/>
          </a:prstGeom>
          <a:solidFill>
            <a:schemeClr val="accent4"/>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0" name="TextBox 129"/>
          <p:cNvSpPr txBox="1"/>
          <p:nvPr/>
        </p:nvSpPr>
        <p:spPr>
          <a:xfrm>
            <a:off x="1998354" y="3963243"/>
            <a:ext cx="1686039" cy="338554"/>
          </a:xfrm>
          <a:prstGeom prst="rect">
            <a:avLst/>
          </a:prstGeom>
          <a:noFill/>
        </p:spPr>
        <p:txBody>
          <a:bodyPr wrap="none" rtlCol="0">
            <a:spAutoFit/>
          </a:bodyPr>
          <a:lstStyle/>
          <a:p>
            <a:r>
              <a:rPr lang="en-US" sz="16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Insert title here</a:t>
            </a:r>
          </a:p>
        </p:txBody>
      </p:sp>
      <p:sp>
        <p:nvSpPr>
          <p:cNvPr id="131" name="TextBox 130"/>
          <p:cNvSpPr txBox="1"/>
          <p:nvPr/>
        </p:nvSpPr>
        <p:spPr>
          <a:xfrm>
            <a:off x="1998355" y="4311628"/>
            <a:ext cx="3321540" cy="691215"/>
          </a:xfrm>
          <a:prstGeom prst="rect">
            <a:avLst/>
          </a:prstGeom>
          <a:noFill/>
        </p:spPr>
        <p:txBody>
          <a:bodyPr wrap="square" rtlCol="0">
            <a:spAutoFit/>
          </a:bodyPr>
          <a:lstStyle/>
          <a:p>
            <a:pPr>
              <a:lnSpc>
                <a:spcPct val="110000"/>
              </a:lnSpc>
            </a:pPr>
            <a:r>
              <a:rPr lang="en-US" sz="12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Sed ut perspiciatis unde omnis iste natus error voluptatem rem aperiam doloremque.</a:t>
            </a:r>
          </a:p>
        </p:txBody>
      </p:sp>
      <p:sp>
        <p:nvSpPr>
          <p:cNvPr id="132" name="Oval 131"/>
          <p:cNvSpPr/>
          <p:nvPr/>
        </p:nvSpPr>
        <p:spPr>
          <a:xfrm>
            <a:off x="959368" y="5033731"/>
            <a:ext cx="867226" cy="867226"/>
          </a:xfrm>
          <a:prstGeom prst="ellipse">
            <a:avLst/>
          </a:prstGeom>
          <a:solidFill>
            <a:schemeClr val="accent3"/>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3" name="TextBox 132"/>
          <p:cNvSpPr txBox="1"/>
          <p:nvPr/>
        </p:nvSpPr>
        <p:spPr>
          <a:xfrm>
            <a:off x="1998354" y="5055788"/>
            <a:ext cx="1686039" cy="338554"/>
          </a:xfrm>
          <a:prstGeom prst="rect">
            <a:avLst/>
          </a:prstGeom>
          <a:noFill/>
        </p:spPr>
        <p:txBody>
          <a:bodyPr wrap="none" rtlCol="0">
            <a:spAutoFit/>
          </a:bodyPr>
          <a:lstStyle/>
          <a:p>
            <a:r>
              <a:rPr lang="en-US" sz="16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Insert title here</a:t>
            </a:r>
          </a:p>
        </p:txBody>
      </p:sp>
      <p:sp>
        <p:nvSpPr>
          <p:cNvPr id="134" name="TextBox 133"/>
          <p:cNvSpPr txBox="1"/>
          <p:nvPr/>
        </p:nvSpPr>
        <p:spPr>
          <a:xfrm>
            <a:off x="1998355" y="5404173"/>
            <a:ext cx="3321540" cy="691215"/>
          </a:xfrm>
          <a:prstGeom prst="rect">
            <a:avLst/>
          </a:prstGeom>
          <a:noFill/>
        </p:spPr>
        <p:txBody>
          <a:bodyPr wrap="square" rtlCol="0">
            <a:spAutoFit/>
          </a:bodyPr>
          <a:lstStyle/>
          <a:p>
            <a:pPr>
              <a:lnSpc>
                <a:spcPct val="110000"/>
              </a:lnSpc>
            </a:pPr>
            <a:r>
              <a:rPr lang="en-US" sz="12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Sed ut perspiciatis unde omnis iste natus error voluptatem rem aperiam doloremque.</a:t>
            </a:r>
          </a:p>
        </p:txBody>
      </p:sp>
      <p:sp>
        <p:nvSpPr>
          <p:cNvPr id="135" name="TextBox 134"/>
          <p:cNvSpPr txBox="1"/>
          <p:nvPr/>
        </p:nvSpPr>
        <p:spPr>
          <a:xfrm>
            <a:off x="960007" y="3135951"/>
            <a:ext cx="865943" cy="261610"/>
          </a:xfrm>
          <a:prstGeom prst="rect">
            <a:avLst/>
          </a:prstGeom>
          <a:noFill/>
          <a:ln>
            <a:noFill/>
          </a:ln>
        </p:spPr>
        <p:txBody>
          <a:bodyPr wrap="none" rtlCol="0">
            <a:spAutoFit/>
          </a:bodyPr>
          <a:lstStyle/>
          <a:p>
            <a:pPr algn="ctr"/>
            <a:r>
              <a:rPr lang="en-US" sz="1100" dirty="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KEYWORD</a:t>
            </a:r>
          </a:p>
        </p:txBody>
      </p:sp>
      <p:sp>
        <p:nvSpPr>
          <p:cNvPr id="136" name="TextBox 135"/>
          <p:cNvSpPr txBox="1"/>
          <p:nvPr/>
        </p:nvSpPr>
        <p:spPr>
          <a:xfrm>
            <a:off x="960007" y="2043405"/>
            <a:ext cx="865943" cy="261610"/>
          </a:xfrm>
          <a:prstGeom prst="rect">
            <a:avLst/>
          </a:prstGeom>
          <a:noFill/>
          <a:ln>
            <a:noFill/>
          </a:ln>
        </p:spPr>
        <p:txBody>
          <a:bodyPr wrap="none" rtlCol="0">
            <a:spAutoFit/>
          </a:bodyPr>
          <a:lstStyle/>
          <a:p>
            <a:pPr algn="ctr"/>
            <a:r>
              <a:rPr lang="en-US" sz="1100" dirty="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KEYWORD</a:t>
            </a:r>
          </a:p>
        </p:txBody>
      </p:sp>
      <p:sp>
        <p:nvSpPr>
          <p:cNvPr id="137" name="TextBox 136"/>
          <p:cNvSpPr txBox="1"/>
          <p:nvPr/>
        </p:nvSpPr>
        <p:spPr>
          <a:xfrm>
            <a:off x="960007" y="4228497"/>
            <a:ext cx="865943" cy="261610"/>
          </a:xfrm>
          <a:prstGeom prst="rect">
            <a:avLst/>
          </a:prstGeom>
          <a:noFill/>
          <a:ln>
            <a:noFill/>
          </a:ln>
        </p:spPr>
        <p:txBody>
          <a:bodyPr wrap="none" rtlCol="0">
            <a:spAutoFit/>
          </a:bodyPr>
          <a:lstStyle/>
          <a:p>
            <a:pPr algn="ctr"/>
            <a:r>
              <a:rPr lang="en-US" sz="1100" dirty="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KEYWORD</a:t>
            </a:r>
          </a:p>
        </p:txBody>
      </p:sp>
      <p:sp>
        <p:nvSpPr>
          <p:cNvPr id="138" name="TextBox 137"/>
          <p:cNvSpPr txBox="1"/>
          <p:nvPr/>
        </p:nvSpPr>
        <p:spPr>
          <a:xfrm>
            <a:off x="960007" y="5321042"/>
            <a:ext cx="865943" cy="261610"/>
          </a:xfrm>
          <a:prstGeom prst="rect">
            <a:avLst/>
          </a:prstGeom>
          <a:noFill/>
          <a:ln>
            <a:noFill/>
          </a:ln>
        </p:spPr>
        <p:txBody>
          <a:bodyPr wrap="none" rtlCol="0">
            <a:spAutoFit/>
          </a:bodyPr>
          <a:lstStyle/>
          <a:p>
            <a:pPr algn="ctr"/>
            <a:r>
              <a:rPr lang="en-US" sz="1100" dirty="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KEYWORD</a:t>
            </a:r>
          </a:p>
        </p:txBody>
      </p:sp>
      <p:sp>
        <p:nvSpPr>
          <p:cNvPr id="49" name="Title 1_1">
            <a:extLst>
              <a:ext uri="{FF2B5EF4-FFF2-40B4-BE49-F238E27FC236}">
                <a16:creationId xmlns:a16="http://schemas.microsoft.com/office/drawing/2014/main" id="{41727E5F-2D7B-41AA-9F00-50D2B4E745CE}"/>
              </a:ext>
            </a:extLst>
          </p:cNvPr>
          <p:cNvSpPr txBox="1">
            <a:spLocks/>
          </p:cNvSpPr>
          <p:nvPr/>
        </p:nvSpPr>
        <p:spPr>
          <a:xfrm>
            <a:off x="4306423" y="611474"/>
            <a:ext cx="3687304" cy="562527"/>
          </a:xfrm>
          <a:prstGeom prst="rect">
            <a:avLst/>
          </a:prstGeom>
        </p:spPr>
        <p:txBody>
          <a:bodyPr lIns="0" tIns="0" rIns="0" bIns="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d-ID" sz="3000" dirty="0">
                <a:latin typeface="思源黑体 CN Medium" panose="020B0600000000000000" pitchFamily="34" charset="-122"/>
                <a:ea typeface="思源黑体 CN Medium" panose="020B0600000000000000" pitchFamily="34" charset="-122"/>
                <a:cs typeface="Lato Heavy" panose="020F0502020204030203" pitchFamily="34" charset="0"/>
                <a:sym typeface="思源黑体 CN Medium" panose="020B0600000000000000" pitchFamily="34" charset="-122"/>
              </a:rPr>
              <a:t>Business Process</a:t>
            </a:r>
          </a:p>
        </p:txBody>
      </p:sp>
      <p:cxnSp>
        <p:nvCxnSpPr>
          <p:cNvPr id="50" name="Straight Connector 105_1">
            <a:extLst>
              <a:ext uri="{FF2B5EF4-FFF2-40B4-BE49-F238E27FC236}">
                <a16:creationId xmlns:a16="http://schemas.microsoft.com/office/drawing/2014/main" id="{6AEE650A-243F-4AE4-8614-EDDA1C09EAA1}"/>
              </a:ext>
            </a:extLst>
          </p:cNvPr>
          <p:cNvCxnSpPr/>
          <p:nvPr/>
        </p:nvCxnSpPr>
        <p:spPr>
          <a:xfrm>
            <a:off x="5537436" y="1138303"/>
            <a:ext cx="1225279"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1" name="TextBox 13_1">
            <a:extLst>
              <a:ext uri="{FF2B5EF4-FFF2-40B4-BE49-F238E27FC236}">
                <a16:creationId xmlns:a16="http://schemas.microsoft.com/office/drawing/2014/main" id="{83906FA5-ED50-4344-BA9D-9B91F69D5848}"/>
              </a:ext>
            </a:extLst>
          </p:cNvPr>
          <p:cNvSpPr txBox="1"/>
          <p:nvPr/>
        </p:nvSpPr>
        <p:spPr>
          <a:xfrm flipH="1">
            <a:off x="3417119" y="1182485"/>
            <a:ext cx="5465912" cy="525016"/>
          </a:xfrm>
          <a:prstGeom prst="rect">
            <a:avLst/>
          </a:prstGeom>
          <a:noFill/>
          <a:ln>
            <a:noFill/>
          </a:ln>
        </p:spPr>
        <p:txBody>
          <a:bodyPr wrap="square" lIns="0" tIns="0" rIns="0" bIns="0">
            <a:spAutoFit/>
          </a:bodyPr>
          <a:lstStyle/>
          <a:p>
            <a:pPr algn="ctr">
              <a:lnSpc>
                <a:spcPct val="150000"/>
              </a:lnSpc>
            </a:pP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Lorem ipsum dolor sit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amet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consectetur</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adipiscing</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elit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sed</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do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eiusmod</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tempor</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incididunt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ut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labore</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et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dolore</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magna</a:t>
            </a:r>
          </a:p>
        </p:txBody>
      </p:sp>
      <p:grpSp>
        <p:nvGrpSpPr>
          <p:cNvPr id="48" name="Group 2_1">
            <a:extLst>
              <a:ext uri="{FF2B5EF4-FFF2-40B4-BE49-F238E27FC236}">
                <a16:creationId xmlns:a16="http://schemas.microsoft.com/office/drawing/2014/main" id="{1F7D23D2-61BF-4F6C-98A8-8D23408FCC1A}"/>
              </a:ext>
            </a:extLst>
          </p:cNvPr>
          <p:cNvGrpSpPr/>
          <p:nvPr/>
        </p:nvGrpSpPr>
        <p:grpSpPr>
          <a:xfrm>
            <a:off x="0" y="0"/>
            <a:ext cx="1751115" cy="1097152"/>
            <a:chOff x="0" y="0"/>
            <a:chExt cx="1751115" cy="1097152"/>
          </a:xfrm>
        </p:grpSpPr>
        <p:grpSp>
          <p:nvGrpSpPr>
            <p:cNvPr id="52" name="组合 51">
              <a:extLst>
                <a:ext uri="{FF2B5EF4-FFF2-40B4-BE49-F238E27FC236}">
                  <a16:creationId xmlns:a16="http://schemas.microsoft.com/office/drawing/2014/main" id="{201DC29C-9E2E-4A4B-9BDD-3EA8352D8233}"/>
                </a:ext>
              </a:extLst>
            </p:cNvPr>
            <p:cNvGrpSpPr/>
            <p:nvPr/>
          </p:nvGrpSpPr>
          <p:grpSpPr>
            <a:xfrm>
              <a:off x="0" y="0"/>
              <a:ext cx="1751115" cy="1097152"/>
              <a:chOff x="-1832690" y="-1312191"/>
              <a:chExt cx="4302458" cy="3292533"/>
            </a:xfrm>
          </p:grpSpPr>
          <p:pic>
            <p:nvPicPr>
              <p:cNvPr id="54" name="PA-图片 2">
                <a:extLst>
                  <a:ext uri="{FF2B5EF4-FFF2-40B4-BE49-F238E27FC236}">
                    <a16:creationId xmlns:a16="http://schemas.microsoft.com/office/drawing/2014/main" id="{5CA3A9B9-45A3-4FEB-A2B2-17BD86F52706}"/>
                  </a:ext>
                </a:extLst>
              </p:cNvPr>
              <p:cNvPicPr>
                <a:picLocks noChangeAspect="1"/>
              </p:cNvPicPr>
              <p:nvPr>
                <p:custDataLst>
                  <p:tags r:id="rId2"/>
                </p:custDataLst>
              </p:nvPr>
            </p:nvPicPr>
            <p:blipFill rotWithShape="1">
              <a:blip r:embed="rId6" cstate="print">
                <a:extLst>
                  <a:ext uri="{28A0092B-C50C-407E-A947-70E740481C1C}">
                    <a14:useLocalDpi xmlns:a14="http://schemas.microsoft.com/office/drawing/2010/main" val="0"/>
                  </a:ext>
                </a:extLst>
              </a:blip>
              <a:srcRect l="15664" t="61151"/>
              <a:stretch/>
            </p:blipFill>
            <p:spPr>
              <a:xfrm>
                <a:off x="-1832690" y="-1312191"/>
                <a:ext cx="4302458" cy="2664265"/>
              </a:xfrm>
              <a:prstGeom prst="rect">
                <a:avLst/>
              </a:prstGeom>
            </p:spPr>
          </p:pic>
          <p:pic>
            <p:nvPicPr>
              <p:cNvPr id="55" name="PA-图片 7">
                <a:extLst>
                  <a:ext uri="{FF2B5EF4-FFF2-40B4-BE49-F238E27FC236}">
                    <a16:creationId xmlns:a16="http://schemas.microsoft.com/office/drawing/2014/main" id="{3253750D-58E7-46F4-AB9D-70FFD62A66E0}"/>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975373" y="1127025"/>
                <a:ext cx="775743" cy="853317"/>
              </a:xfrm>
              <a:prstGeom prst="rect">
                <a:avLst/>
              </a:prstGeom>
            </p:spPr>
          </p:pic>
        </p:grpSp>
        <p:sp>
          <p:nvSpPr>
            <p:cNvPr id="53" name="PA-矩形8435759">
              <a:extLst>
                <a:ext uri="{FF2B5EF4-FFF2-40B4-BE49-F238E27FC236}">
                  <a16:creationId xmlns:a16="http://schemas.microsoft.com/office/drawing/2014/main" id="{990ABC7A-D7FD-4F10-81A4-4ED4431AA64F}"/>
                </a:ext>
              </a:extLst>
            </p:cNvPr>
            <p:cNvSpPr/>
            <p:nvPr>
              <p:custDataLst>
                <p:tags r:id="rId1"/>
              </p:custDataLst>
            </p:nvPr>
          </p:nvSpPr>
          <p:spPr>
            <a:xfrm>
              <a:off x="60033" y="136009"/>
              <a:ext cx="1398588" cy="400110"/>
            </a:xfrm>
            <a:prstGeom prst="rect">
              <a:avLst/>
            </a:prstGeom>
          </p:spPr>
          <p:txBody>
            <a:bodyPr wrap="none">
              <a:spAutoFit/>
            </a:bodyPr>
            <a:lstStyle/>
            <a:p>
              <a:r>
                <a:rPr lang="en-US" altLang="zh-CN" sz="2000" dirty="0">
                  <a:latin typeface="思源黑体 CN Medium" panose="020B0600000000000000" pitchFamily="34" charset="-122"/>
                  <a:ea typeface="思源黑体 CN Medium" panose="020B0600000000000000" pitchFamily="34" charset="-122"/>
                  <a:sym typeface="思源黑体" panose="020B0400000000000000" pitchFamily="34" charset="-122"/>
                </a:rPr>
                <a:t>Enter title</a:t>
              </a:r>
              <a:endParaRPr lang="zh-CN" altLang="en-US" sz="2000" dirty="0">
                <a:latin typeface="思源黑体 CN Medium" panose="020B0600000000000000" pitchFamily="34" charset="-122"/>
                <a:ea typeface="思源黑体 CN Medium" panose="020B0600000000000000" pitchFamily="34" charset="-122"/>
              </a:endParaRPr>
            </a:p>
          </p:txBody>
        </p:sp>
      </p:grpSp>
    </p:spTree>
    <p:extLst>
      <p:ext uri="{BB962C8B-B14F-4D97-AF65-F5344CB8AC3E}">
        <p14:creationId xmlns:p14="http://schemas.microsoft.com/office/powerpoint/2010/main" val="1348153149"/>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Group 69"/>
          <p:cNvGrpSpPr/>
          <p:nvPr/>
        </p:nvGrpSpPr>
        <p:grpSpPr>
          <a:xfrm>
            <a:off x="4079138" y="3698124"/>
            <a:ext cx="7782663" cy="2647319"/>
            <a:chOff x="1054100" y="3163888"/>
            <a:chExt cx="9772651" cy="3324226"/>
          </a:xfrm>
          <a:solidFill>
            <a:schemeClr val="tx1">
              <a:lumMod val="50000"/>
              <a:lumOff val="50000"/>
              <a:alpha val="65000"/>
            </a:schemeClr>
          </a:solidFill>
        </p:grpSpPr>
        <p:grpSp>
          <p:nvGrpSpPr>
            <p:cNvPr id="71" name="Group 205"/>
            <p:cNvGrpSpPr>
              <a:grpSpLocks/>
            </p:cNvGrpSpPr>
            <p:nvPr/>
          </p:nvGrpSpPr>
          <p:grpSpPr bwMode="auto">
            <a:xfrm>
              <a:off x="3844925" y="3163888"/>
              <a:ext cx="5416550" cy="1303338"/>
              <a:chOff x="2422" y="1993"/>
              <a:chExt cx="3412" cy="821"/>
            </a:xfrm>
            <a:grpFill/>
          </p:grpSpPr>
          <p:sp>
            <p:nvSpPr>
              <p:cNvPr id="845" name="Freeform 5"/>
              <p:cNvSpPr>
                <a:spLocks/>
              </p:cNvSpPr>
              <p:nvPr/>
            </p:nvSpPr>
            <p:spPr bwMode="auto">
              <a:xfrm>
                <a:off x="2807" y="1993"/>
                <a:ext cx="62" cy="27"/>
              </a:xfrm>
              <a:custGeom>
                <a:avLst/>
                <a:gdLst>
                  <a:gd name="T0" fmla="*/ 29 w 30"/>
                  <a:gd name="T1" fmla="*/ 7 h 13"/>
                  <a:gd name="T2" fmla="*/ 16 w 30"/>
                  <a:gd name="T3" fmla="*/ 0 h 13"/>
                  <a:gd name="T4" fmla="*/ 1 w 30"/>
                  <a:gd name="T5" fmla="*/ 7 h 13"/>
                  <a:gd name="T6" fmla="*/ 13 w 30"/>
                  <a:gd name="T7" fmla="*/ 13 h 13"/>
                  <a:gd name="T8" fmla="*/ 29 w 30"/>
                  <a:gd name="T9" fmla="*/ 7 h 13"/>
                </a:gdLst>
                <a:ahLst/>
                <a:cxnLst>
                  <a:cxn ang="0">
                    <a:pos x="T0" y="T1"/>
                  </a:cxn>
                  <a:cxn ang="0">
                    <a:pos x="T2" y="T3"/>
                  </a:cxn>
                  <a:cxn ang="0">
                    <a:pos x="T4" y="T5"/>
                  </a:cxn>
                  <a:cxn ang="0">
                    <a:pos x="T6" y="T7"/>
                  </a:cxn>
                  <a:cxn ang="0">
                    <a:pos x="T8" y="T9"/>
                  </a:cxn>
                </a:cxnLst>
                <a:rect l="0" t="0" r="r" b="b"/>
                <a:pathLst>
                  <a:path w="30" h="13">
                    <a:moveTo>
                      <a:pt x="29" y="7"/>
                    </a:moveTo>
                    <a:cubicBezTo>
                      <a:pt x="30" y="3"/>
                      <a:pt x="24" y="0"/>
                      <a:pt x="16" y="0"/>
                    </a:cubicBezTo>
                    <a:cubicBezTo>
                      <a:pt x="9" y="0"/>
                      <a:pt x="2" y="3"/>
                      <a:pt x="1" y="7"/>
                    </a:cubicBezTo>
                    <a:cubicBezTo>
                      <a:pt x="0" y="10"/>
                      <a:pt x="6" y="13"/>
                      <a:pt x="13" y="13"/>
                    </a:cubicBezTo>
                    <a:cubicBezTo>
                      <a:pt x="21" y="13"/>
                      <a:pt x="28" y="10"/>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46" name="Freeform 6"/>
              <p:cNvSpPr>
                <a:spLocks/>
              </p:cNvSpPr>
              <p:nvPr/>
            </p:nvSpPr>
            <p:spPr bwMode="auto">
              <a:xfrm>
                <a:off x="2877" y="1993"/>
                <a:ext cx="62" cy="27"/>
              </a:xfrm>
              <a:custGeom>
                <a:avLst/>
                <a:gdLst>
                  <a:gd name="T0" fmla="*/ 29 w 30"/>
                  <a:gd name="T1" fmla="*/ 7 h 13"/>
                  <a:gd name="T2" fmla="*/ 16 w 30"/>
                  <a:gd name="T3" fmla="*/ 0 h 13"/>
                  <a:gd name="T4" fmla="*/ 1 w 30"/>
                  <a:gd name="T5" fmla="*/ 7 h 13"/>
                  <a:gd name="T6" fmla="*/ 14 w 30"/>
                  <a:gd name="T7" fmla="*/ 13 h 13"/>
                  <a:gd name="T8" fmla="*/ 29 w 30"/>
                  <a:gd name="T9" fmla="*/ 7 h 13"/>
                </a:gdLst>
                <a:ahLst/>
                <a:cxnLst>
                  <a:cxn ang="0">
                    <a:pos x="T0" y="T1"/>
                  </a:cxn>
                  <a:cxn ang="0">
                    <a:pos x="T2" y="T3"/>
                  </a:cxn>
                  <a:cxn ang="0">
                    <a:pos x="T4" y="T5"/>
                  </a:cxn>
                  <a:cxn ang="0">
                    <a:pos x="T6" y="T7"/>
                  </a:cxn>
                  <a:cxn ang="0">
                    <a:pos x="T8" y="T9"/>
                  </a:cxn>
                </a:cxnLst>
                <a:rect l="0" t="0" r="r" b="b"/>
                <a:pathLst>
                  <a:path w="30" h="13">
                    <a:moveTo>
                      <a:pt x="29" y="7"/>
                    </a:moveTo>
                    <a:cubicBezTo>
                      <a:pt x="30" y="3"/>
                      <a:pt x="24" y="0"/>
                      <a:pt x="16" y="0"/>
                    </a:cubicBezTo>
                    <a:cubicBezTo>
                      <a:pt x="9" y="0"/>
                      <a:pt x="2" y="3"/>
                      <a:pt x="1" y="7"/>
                    </a:cubicBezTo>
                    <a:cubicBezTo>
                      <a:pt x="0" y="10"/>
                      <a:pt x="6" y="13"/>
                      <a:pt x="14" y="13"/>
                    </a:cubicBezTo>
                    <a:cubicBezTo>
                      <a:pt x="21" y="13"/>
                      <a:pt x="28" y="10"/>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47" name="Freeform 7"/>
              <p:cNvSpPr>
                <a:spLocks/>
              </p:cNvSpPr>
              <p:nvPr/>
            </p:nvSpPr>
            <p:spPr bwMode="auto">
              <a:xfrm>
                <a:off x="2948" y="1993"/>
                <a:ext cx="62" cy="27"/>
              </a:xfrm>
              <a:custGeom>
                <a:avLst/>
                <a:gdLst>
                  <a:gd name="T0" fmla="*/ 29 w 30"/>
                  <a:gd name="T1" fmla="*/ 7 h 13"/>
                  <a:gd name="T2" fmla="*/ 16 w 30"/>
                  <a:gd name="T3" fmla="*/ 0 h 13"/>
                  <a:gd name="T4" fmla="*/ 1 w 30"/>
                  <a:gd name="T5" fmla="*/ 7 h 13"/>
                  <a:gd name="T6" fmla="*/ 14 w 30"/>
                  <a:gd name="T7" fmla="*/ 13 h 13"/>
                  <a:gd name="T8" fmla="*/ 29 w 30"/>
                  <a:gd name="T9" fmla="*/ 7 h 13"/>
                </a:gdLst>
                <a:ahLst/>
                <a:cxnLst>
                  <a:cxn ang="0">
                    <a:pos x="T0" y="T1"/>
                  </a:cxn>
                  <a:cxn ang="0">
                    <a:pos x="T2" y="T3"/>
                  </a:cxn>
                  <a:cxn ang="0">
                    <a:pos x="T4" y="T5"/>
                  </a:cxn>
                  <a:cxn ang="0">
                    <a:pos x="T6" y="T7"/>
                  </a:cxn>
                  <a:cxn ang="0">
                    <a:pos x="T8" y="T9"/>
                  </a:cxn>
                </a:cxnLst>
                <a:rect l="0" t="0" r="r" b="b"/>
                <a:pathLst>
                  <a:path w="30" h="13">
                    <a:moveTo>
                      <a:pt x="29" y="7"/>
                    </a:moveTo>
                    <a:cubicBezTo>
                      <a:pt x="30" y="3"/>
                      <a:pt x="24" y="0"/>
                      <a:pt x="16" y="0"/>
                    </a:cubicBezTo>
                    <a:cubicBezTo>
                      <a:pt x="9" y="0"/>
                      <a:pt x="2" y="3"/>
                      <a:pt x="1" y="7"/>
                    </a:cubicBezTo>
                    <a:cubicBezTo>
                      <a:pt x="0" y="10"/>
                      <a:pt x="6" y="13"/>
                      <a:pt x="14" y="13"/>
                    </a:cubicBezTo>
                    <a:cubicBezTo>
                      <a:pt x="22" y="13"/>
                      <a:pt x="28" y="10"/>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48" name="Freeform 8"/>
              <p:cNvSpPr>
                <a:spLocks/>
              </p:cNvSpPr>
              <p:nvPr/>
            </p:nvSpPr>
            <p:spPr bwMode="auto">
              <a:xfrm>
                <a:off x="3020" y="1993"/>
                <a:ext cx="60" cy="27"/>
              </a:xfrm>
              <a:custGeom>
                <a:avLst/>
                <a:gdLst>
                  <a:gd name="T0" fmla="*/ 28 w 29"/>
                  <a:gd name="T1" fmla="*/ 7 h 13"/>
                  <a:gd name="T2" fmla="*/ 15 w 29"/>
                  <a:gd name="T3" fmla="*/ 0 h 13"/>
                  <a:gd name="T4" fmla="*/ 0 w 29"/>
                  <a:gd name="T5" fmla="*/ 7 h 13"/>
                  <a:gd name="T6" fmla="*/ 13 w 29"/>
                  <a:gd name="T7" fmla="*/ 13 h 13"/>
                  <a:gd name="T8" fmla="*/ 28 w 29"/>
                  <a:gd name="T9" fmla="*/ 7 h 13"/>
                </a:gdLst>
                <a:ahLst/>
                <a:cxnLst>
                  <a:cxn ang="0">
                    <a:pos x="T0" y="T1"/>
                  </a:cxn>
                  <a:cxn ang="0">
                    <a:pos x="T2" y="T3"/>
                  </a:cxn>
                  <a:cxn ang="0">
                    <a:pos x="T4" y="T5"/>
                  </a:cxn>
                  <a:cxn ang="0">
                    <a:pos x="T6" y="T7"/>
                  </a:cxn>
                  <a:cxn ang="0">
                    <a:pos x="T8" y="T9"/>
                  </a:cxn>
                </a:cxnLst>
                <a:rect l="0" t="0" r="r" b="b"/>
                <a:pathLst>
                  <a:path w="29" h="13">
                    <a:moveTo>
                      <a:pt x="28" y="7"/>
                    </a:moveTo>
                    <a:cubicBezTo>
                      <a:pt x="29" y="3"/>
                      <a:pt x="23" y="0"/>
                      <a:pt x="15" y="0"/>
                    </a:cubicBezTo>
                    <a:cubicBezTo>
                      <a:pt x="8" y="0"/>
                      <a:pt x="1" y="3"/>
                      <a:pt x="0" y="7"/>
                    </a:cubicBezTo>
                    <a:cubicBezTo>
                      <a:pt x="0" y="10"/>
                      <a:pt x="5" y="13"/>
                      <a:pt x="13" y="13"/>
                    </a:cubicBezTo>
                    <a:cubicBezTo>
                      <a:pt x="21" y="13"/>
                      <a:pt x="28" y="10"/>
                      <a:pt x="2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49" name="Freeform 9"/>
              <p:cNvSpPr>
                <a:spLocks/>
              </p:cNvSpPr>
              <p:nvPr/>
            </p:nvSpPr>
            <p:spPr bwMode="auto">
              <a:xfrm>
                <a:off x="2657" y="2026"/>
                <a:ext cx="62" cy="27"/>
              </a:xfrm>
              <a:custGeom>
                <a:avLst/>
                <a:gdLst>
                  <a:gd name="T0" fmla="*/ 30 w 30"/>
                  <a:gd name="T1" fmla="*/ 7 h 13"/>
                  <a:gd name="T2" fmla="*/ 17 w 30"/>
                  <a:gd name="T3" fmla="*/ 0 h 13"/>
                  <a:gd name="T4" fmla="*/ 1 w 30"/>
                  <a:gd name="T5" fmla="*/ 7 h 13"/>
                  <a:gd name="T6" fmla="*/ 14 w 30"/>
                  <a:gd name="T7" fmla="*/ 13 h 13"/>
                  <a:gd name="T8" fmla="*/ 30 w 30"/>
                  <a:gd name="T9" fmla="*/ 7 h 13"/>
                </a:gdLst>
                <a:ahLst/>
                <a:cxnLst>
                  <a:cxn ang="0">
                    <a:pos x="T0" y="T1"/>
                  </a:cxn>
                  <a:cxn ang="0">
                    <a:pos x="T2" y="T3"/>
                  </a:cxn>
                  <a:cxn ang="0">
                    <a:pos x="T4" y="T5"/>
                  </a:cxn>
                  <a:cxn ang="0">
                    <a:pos x="T6" y="T7"/>
                  </a:cxn>
                  <a:cxn ang="0">
                    <a:pos x="T8" y="T9"/>
                  </a:cxn>
                </a:cxnLst>
                <a:rect l="0" t="0" r="r" b="b"/>
                <a:pathLst>
                  <a:path w="30" h="13">
                    <a:moveTo>
                      <a:pt x="30" y="7"/>
                    </a:moveTo>
                    <a:cubicBezTo>
                      <a:pt x="30" y="3"/>
                      <a:pt x="25" y="0"/>
                      <a:pt x="17" y="0"/>
                    </a:cubicBezTo>
                    <a:cubicBezTo>
                      <a:pt x="9" y="0"/>
                      <a:pt x="2" y="3"/>
                      <a:pt x="1" y="7"/>
                    </a:cubicBezTo>
                    <a:cubicBezTo>
                      <a:pt x="0" y="10"/>
                      <a:pt x="6" y="13"/>
                      <a:pt x="14" y="13"/>
                    </a:cubicBezTo>
                    <a:cubicBezTo>
                      <a:pt x="22" y="13"/>
                      <a:pt x="29" y="10"/>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50" name="Freeform 10"/>
              <p:cNvSpPr>
                <a:spLocks/>
              </p:cNvSpPr>
              <p:nvPr/>
            </p:nvSpPr>
            <p:spPr bwMode="auto">
              <a:xfrm>
                <a:off x="2729" y="2026"/>
                <a:ext cx="62" cy="27"/>
              </a:xfrm>
              <a:custGeom>
                <a:avLst/>
                <a:gdLst>
                  <a:gd name="T0" fmla="*/ 29 w 30"/>
                  <a:gd name="T1" fmla="*/ 7 h 13"/>
                  <a:gd name="T2" fmla="*/ 16 w 30"/>
                  <a:gd name="T3" fmla="*/ 0 h 13"/>
                  <a:gd name="T4" fmla="*/ 1 w 30"/>
                  <a:gd name="T5" fmla="*/ 7 h 13"/>
                  <a:gd name="T6" fmla="*/ 13 w 30"/>
                  <a:gd name="T7" fmla="*/ 13 h 13"/>
                  <a:gd name="T8" fmla="*/ 29 w 30"/>
                  <a:gd name="T9" fmla="*/ 7 h 13"/>
                </a:gdLst>
                <a:ahLst/>
                <a:cxnLst>
                  <a:cxn ang="0">
                    <a:pos x="T0" y="T1"/>
                  </a:cxn>
                  <a:cxn ang="0">
                    <a:pos x="T2" y="T3"/>
                  </a:cxn>
                  <a:cxn ang="0">
                    <a:pos x="T4" y="T5"/>
                  </a:cxn>
                  <a:cxn ang="0">
                    <a:pos x="T6" y="T7"/>
                  </a:cxn>
                  <a:cxn ang="0">
                    <a:pos x="T8" y="T9"/>
                  </a:cxn>
                </a:cxnLst>
                <a:rect l="0" t="0" r="r" b="b"/>
                <a:pathLst>
                  <a:path w="30" h="13">
                    <a:moveTo>
                      <a:pt x="29" y="7"/>
                    </a:moveTo>
                    <a:cubicBezTo>
                      <a:pt x="30" y="3"/>
                      <a:pt x="24" y="0"/>
                      <a:pt x="16" y="0"/>
                    </a:cubicBezTo>
                    <a:cubicBezTo>
                      <a:pt x="9" y="0"/>
                      <a:pt x="2" y="3"/>
                      <a:pt x="1" y="7"/>
                    </a:cubicBezTo>
                    <a:cubicBezTo>
                      <a:pt x="0" y="10"/>
                      <a:pt x="6" y="13"/>
                      <a:pt x="13" y="13"/>
                    </a:cubicBezTo>
                    <a:cubicBezTo>
                      <a:pt x="21" y="13"/>
                      <a:pt x="28" y="10"/>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51" name="Freeform 11"/>
              <p:cNvSpPr>
                <a:spLocks/>
              </p:cNvSpPr>
              <p:nvPr/>
            </p:nvSpPr>
            <p:spPr bwMode="auto">
              <a:xfrm>
                <a:off x="2799" y="2026"/>
                <a:ext cx="62" cy="27"/>
              </a:xfrm>
              <a:custGeom>
                <a:avLst/>
                <a:gdLst>
                  <a:gd name="T0" fmla="*/ 29 w 30"/>
                  <a:gd name="T1" fmla="*/ 7 h 13"/>
                  <a:gd name="T2" fmla="*/ 17 w 30"/>
                  <a:gd name="T3" fmla="*/ 0 h 13"/>
                  <a:gd name="T4" fmla="*/ 1 w 30"/>
                  <a:gd name="T5" fmla="*/ 7 h 13"/>
                  <a:gd name="T6" fmla="*/ 14 w 30"/>
                  <a:gd name="T7" fmla="*/ 13 h 13"/>
                  <a:gd name="T8" fmla="*/ 29 w 30"/>
                  <a:gd name="T9" fmla="*/ 7 h 13"/>
                </a:gdLst>
                <a:ahLst/>
                <a:cxnLst>
                  <a:cxn ang="0">
                    <a:pos x="T0" y="T1"/>
                  </a:cxn>
                  <a:cxn ang="0">
                    <a:pos x="T2" y="T3"/>
                  </a:cxn>
                  <a:cxn ang="0">
                    <a:pos x="T4" y="T5"/>
                  </a:cxn>
                  <a:cxn ang="0">
                    <a:pos x="T6" y="T7"/>
                  </a:cxn>
                  <a:cxn ang="0">
                    <a:pos x="T8" y="T9"/>
                  </a:cxn>
                </a:cxnLst>
                <a:rect l="0" t="0" r="r" b="b"/>
                <a:pathLst>
                  <a:path w="30" h="13">
                    <a:moveTo>
                      <a:pt x="29" y="7"/>
                    </a:moveTo>
                    <a:cubicBezTo>
                      <a:pt x="30" y="3"/>
                      <a:pt x="24" y="0"/>
                      <a:pt x="17" y="0"/>
                    </a:cubicBezTo>
                    <a:cubicBezTo>
                      <a:pt x="9" y="0"/>
                      <a:pt x="2" y="3"/>
                      <a:pt x="1" y="7"/>
                    </a:cubicBezTo>
                    <a:cubicBezTo>
                      <a:pt x="0" y="10"/>
                      <a:pt x="6" y="13"/>
                      <a:pt x="14" y="13"/>
                    </a:cubicBezTo>
                    <a:cubicBezTo>
                      <a:pt x="22" y="13"/>
                      <a:pt x="29" y="10"/>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52" name="Freeform 12"/>
              <p:cNvSpPr>
                <a:spLocks/>
              </p:cNvSpPr>
              <p:nvPr/>
            </p:nvSpPr>
            <p:spPr bwMode="auto">
              <a:xfrm>
                <a:off x="2871" y="2026"/>
                <a:ext cx="60" cy="27"/>
              </a:xfrm>
              <a:custGeom>
                <a:avLst/>
                <a:gdLst>
                  <a:gd name="T0" fmla="*/ 29 w 29"/>
                  <a:gd name="T1" fmla="*/ 7 h 13"/>
                  <a:gd name="T2" fmla="*/ 16 w 29"/>
                  <a:gd name="T3" fmla="*/ 0 h 13"/>
                  <a:gd name="T4" fmla="*/ 1 w 29"/>
                  <a:gd name="T5" fmla="*/ 7 h 13"/>
                  <a:gd name="T6" fmla="*/ 13 w 29"/>
                  <a:gd name="T7" fmla="*/ 13 h 13"/>
                  <a:gd name="T8" fmla="*/ 29 w 29"/>
                  <a:gd name="T9" fmla="*/ 7 h 13"/>
                </a:gdLst>
                <a:ahLst/>
                <a:cxnLst>
                  <a:cxn ang="0">
                    <a:pos x="T0" y="T1"/>
                  </a:cxn>
                  <a:cxn ang="0">
                    <a:pos x="T2" y="T3"/>
                  </a:cxn>
                  <a:cxn ang="0">
                    <a:pos x="T4" y="T5"/>
                  </a:cxn>
                  <a:cxn ang="0">
                    <a:pos x="T6" y="T7"/>
                  </a:cxn>
                  <a:cxn ang="0">
                    <a:pos x="T8" y="T9"/>
                  </a:cxn>
                </a:cxnLst>
                <a:rect l="0" t="0" r="r" b="b"/>
                <a:pathLst>
                  <a:path w="29" h="13">
                    <a:moveTo>
                      <a:pt x="29" y="7"/>
                    </a:moveTo>
                    <a:cubicBezTo>
                      <a:pt x="29" y="3"/>
                      <a:pt x="24" y="0"/>
                      <a:pt x="16" y="0"/>
                    </a:cubicBezTo>
                    <a:cubicBezTo>
                      <a:pt x="8" y="0"/>
                      <a:pt x="1" y="3"/>
                      <a:pt x="1" y="7"/>
                    </a:cubicBezTo>
                    <a:cubicBezTo>
                      <a:pt x="0" y="10"/>
                      <a:pt x="6" y="13"/>
                      <a:pt x="13" y="13"/>
                    </a:cubicBezTo>
                    <a:cubicBezTo>
                      <a:pt x="21" y="13"/>
                      <a:pt x="28" y="10"/>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53" name="Freeform 13"/>
              <p:cNvSpPr>
                <a:spLocks/>
              </p:cNvSpPr>
              <p:nvPr/>
            </p:nvSpPr>
            <p:spPr bwMode="auto">
              <a:xfrm>
                <a:off x="2941" y="2026"/>
                <a:ext cx="62" cy="27"/>
              </a:xfrm>
              <a:custGeom>
                <a:avLst/>
                <a:gdLst>
                  <a:gd name="T0" fmla="*/ 29 w 30"/>
                  <a:gd name="T1" fmla="*/ 7 h 13"/>
                  <a:gd name="T2" fmla="*/ 16 w 30"/>
                  <a:gd name="T3" fmla="*/ 0 h 13"/>
                  <a:gd name="T4" fmla="*/ 1 w 30"/>
                  <a:gd name="T5" fmla="*/ 7 h 13"/>
                  <a:gd name="T6" fmla="*/ 14 w 30"/>
                  <a:gd name="T7" fmla="*/ 13 h 13"/>
                  <a:gd name="T8" fmla="*/ 29 w 30"/>
                  <a:gd name="T9" fmla="*/ 7 h 13"/>
                </a:gdLst>
                <a:ahLst/>
                <a:cxnLst>
                  <a:cxn ang="0">
                    <a:pos x="T0" y="T1"/>
                  </a:cxn>
                  <a:cxn ang="0">
                    <a:pos x="T2" y="T3"/>
                  </a:cxn>
                  <a:cxn ang="0">
                    <a:pos x="T4" y="T5"/>
                  </a:cxn>
                  <a:cxn ang="0">
                    <a:pos x="T6" y="T7"/>
                  </a:cxn>
                  <a:cxn ang="0">
                    <a:pos x="T8" y="T9"/>
                  </a:cxn>
                </a:cxnLst>
                <a:rect l="0" t="0" r="r" b="b"/>
                <a:pathLst>
                  <a:path w="30" h="13">
                    <a:moveTo>
                      <a:pt x="29" y="7"/>
                    </a:moveTo>
                    <a:cubicBezTo>
                      <a:pt x="30" y="3"/>
                      <a:pt x="24" y="0"/>
                      <a:pt x="16" y="0"/>
                    </a:cubicBezTo>
                    <a:cubicBezTo>
                      <a:pt x="9" y="0"/>
                      <a:pt x="2" y="3"/>
                      <a:pt x="1" y="7"/>
                    </a:cubicBezTo>
                    <a:cubicBezTo>
                      <a:pt x="0" y="10"/>
                      <a:pt x="6" y="13"/>
                      <a:pt x="14" y="13"/>
                    </a:cubicBezTo>
                    <a:cubicBezTo>
                      <a:pt x="22" y="13"/>
                      <a:pt x="29" y="10"/>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54" name="Freeform 14"/>
              <p:cNvSpPr>
                <a:spLocks/>
              </p:cNvSpPr>
              <p:nvPr/>
            </p:nvSpPr>
            <p:spPr bwMode="auto">
              <a:xfrm>
                <a:off x="3014" y="2026"/>
                <a:ext cx="59" cy="27"/>
              </a:xfrm>
              <a:custGeom>
                <a:avLst/>
                <a:gdLst>
                  <a:gd name="T0" fmla="*/ 29 w 29"/>
                  <a:gd name="T1" fmla="*/ 7 h 13"/>
                  <a:gd name="T2" fmla="*/ 16 w 29"/>
                  <a:gd name="T3" fmla="*/ 0 h 13"/>
                  <a:gd name="T4" fmla="*/ 0 w 29"/>
                  <a:gd name="T5" fmla="*/ 7 h 13"/>
                  <a:gd name="T6" fmla="*/ 13 w 29"/>
                  <a:gd name="T7" fmla="*/ 13 h 13"/>
                  <a:gd name="T8" fmla="*/ 29 w 29"/>
                  <a:gd name="T9" fmla="*/ 7 h 13"/>
                </a:gdLst>
                <a:ahLst/>
                <a:cxnLst>
                  <a:cxn ang="0">
                    <a:pos x="T0" y="T1"/>
                  </a:cxn>
                  <a:cxn ang="0">
                    <a:pos x="T2" y="T3"/>
                  </a:cxn>
                  <a:cxn ang="0">
                    <a:pos x="T4" y="T5"/>
                  </a:cxn>
                  <a:cxn ang="0">
                    <a:pos x="T6" y="T7"/>
                  </a:cxn>
                  <a:cxn ang="0">
                    <a:pos x="T8" y="T9"/>
                  </a:cxn>
                </a:cxnLst>
                <a:rect l="0" t="0" r="r" b="b"/>
                <a:pathLst>
                  <a:path w="29" h="13">
                    <a:moveTo>
                      <a:pt x="29" y="7"/>
                    </a:moveTo>
                    <a:cubicBezTo>
                      <a:pt x="29" y="3"/>
                      <a:pt x="23" y="0"/>
                      <a:pt x="16" y="0"/>
                    </a:cubicBezTo>
                    <a:cubicBezTo>
                      <a:pt x="8" y="0"/>
                      <a:pt x="1" y="3"/>
                      <a:pt x="0" y="7"/>
                    </a:cubicBezTo>
                    <a:cubicBezTo>
                      <a:pt x="0" y="10"/>
                      <a:pt x="6" y="13"/>
                      <a:pt x="13" y="13"/>
                    </a:cubicBezTo>
                    <a:cubicBezTo>
                      <a:pt x="21" y="13"/>
                      <a:pt x="28" y="10"/>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55" name="Freeform 15"/>
              <p:cNvSpPr>
                <a:spLocks/>
              </p:cNvSpPr>
              <p:nvPr/>
            </p:nvSpPr>
            <p:spPr bwMode="auto">
              <a:xfrm>
                <a:off x="2504" y="2059"/>
                <a:ext cx="64" cy="29"/>
              </a:xfrm>
              <a:custGeom>
                <a:avLst/>
                <a:gdLst>
                  <a:gd name="T0" fmla="*/ 30 w 31"/>
                  <a:gd name="T1" fmla="*/ 7 h 14"/>
                  <a:gd name="T2" fmla="*/ 18 w 31"/>
                  <a:gd name="T3" fmla="*/ 0 h 14"/>
                  <a:gd name="T4" fmla="*/ 2 w 31"/>
                  <a:gd name="T5" fmla="*/ 7 h 14"/>
                  <a:gd name="T6" fmla="*/ 14 w 31"/>
                  <a:gd name="T7" fmla="*/ 14 h 14"/>
                  <a:gd name="T8" fmla="*/ 30 w 31"/>
                  <a:gd name="T9" fmla="*/ 7 h 14"/>
                </a:gdLst>
                <a:ahLst/>
                <a:cxnLst>
                  <a:cxn ang="0">
                    <a:pos x="T0" y="T1"/>
                  </a:cxn>
                  <a:cxn ang="0">
                    <a:pos x="T2" y="T3"/>
                  </a:cxn>
                  <a:cxn ang="0">
                    <a:pos x="T4" y="T5"/>
                  </a:cxn>
                  <a:cxn ang="0">
                    <a:pos x="T6" y="T7"/>
                  </a:cxn>
                  <a:cxn ang="0">
                    <a:pos x="T8" y="T9"/>
                  </a:cxn>
                </a:cxnLst>
                <a:rect l="0" t="0" r="r" b="b"/>
                <a:pathLst>
                  <a:path w="31" h="14">
                    <a:moveTo>
                      <a:pt x="30" y="7"/>
                    </a:moveTo>
                    <a:cubicBezTo>
                      <a:pt x="31" y="3"/>
                      <a:pt x="26" y="0"/>
                      <a:pt x="18" y="0"/>
                    </a:cubicBezTo>
                    <a:cubicBezTo>
                      <a:pt x="10" y="0"/>
                      <a:pt x="3" y="3"/>
                      <a:pt x="2" y="7"/>
                    </a:cubicBezTo>
                    <a:cubicBezTo>
                      <a:pt x="0" y="11"/>
                      <a:pt x="6" y="14"/>
                      <a:pt x="14" y="14"/>
                    </a:cubicBezTo>
                    <a:cubicBezTo>
                      <a:pt x="22" y="14"/>
                      <a:pt x="29"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56" name="Freeform 16"/>
              <p:cNvSpPr>
                <a:spLocks/>
              </p:cNvSpPr>
              <p:nvPr/>
            </p:nvSpPr>
            <p:spPr bwMode="auto">
              <a:xfrm>
                <a:off x="2576" y="2059"/>
                <a:ext cx="64" cy="29"/>
              </a:xfrm>
              <a:custGeom>
                <a:avLst/>
                <a:gdLst>
                  <a:gd name="T0" fmla="*/ 30 w 31"/>
                  <a:gd name="T1" fmla="*/ 7 h 14"/>
                  <a:gd name="T2" fmla="*/ 17 w 31"/>
                  <a:gd name="T3" fmla="*/ 0 h 14"/>
                  <a:gd name="T4" fmla="*/ 1 w 31"/>
                  <a:gd name="T5" fmla="*/ 7 h 14"/>
                  <a:gd name="T6" fmla="*/ 14 w 31"/>
                  <a:gd name="T7" fmla="*/ 14 h 14"/>
                  <a:gd name="T8" fmla="*/ 30 w 31"/>
                  <a:gd name="T9" fmla="*/ 7 h 14"/>
                </a:gdLst>
                <a:ahLst/>
                <a:cxnLst>
                  <a:cxn ang="0">
                    <a:pos x="T0" y="T1"/>
                  </a:cxn>
                  <a:cxn ang="0">
                    <a:pos x="T2" y="T3"/>
                  </a:cxn>
                  <a:cxn ang="0">
                    <a:pos x="T4" y="T5"/>
                  </a:cxn>
                  <a:cxn ang="0">
                    <a:pos x="T6" y="T7"/>
                  </a:cxn>
                  <a:cxn ang="0">
                    <a:pos x="T8" y="T9"/>
                  </a:cxn>
                </a:cxnLst>
                <a:rect l="0" t="0" r="r" b="b"/>
                <a:pathLst>
                  <a:path w="31" h="14">
                    <a:moveTo>
                      <a:pt x="30" y="7"/>
                    </a:moveTo>
                    <a:cubicBezTo>
                      <a:pt x="31" y="3"/>
                      <a:pt x="25" y="0"/>
                      <a:pt x="17" y="0"/>
                    </a:cubicBezTo>
                    <a:cubicBezTo>
                      <a:pt x="10" y="0"/>
                      <a:pt x="2" y="3"/>
                      <a:pt x="1" y="7"/>
                    </a:cubicBezTo>
                    <a:cubicBezTo>
                      <a:pt x="0" y="11"/>
                      <a:pt x="6" y="14"/>
                      <a:pt x="14" y="14"/>
                    </a:cubicBezTo>
                    <a:cubicBezTo>
                      <a:pt x="21" y="14"/>
                      <a:pt x="29"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57" name="Freeform 17"/>
              <p:cNvSpPr>
                <a:spLocks/>
              </p:cNvSpPr>
              <p:nvPr/>
            </p:nvSpPr>
            <p:spPr bwMode="auto">
              <a:xfrm>
                <a:off x="2648" y="2059"/>
                <a:ext cx="62" cy="29"/>
              </a:xfrm>
              <a:custGeom>
                <a:avLst/>
                <a:gdLst>
                  <a:gd name="T0" fmla="*/ 29 w 30"/>
                  <a:gd name="T1" fmla="*/ 7 h 14"/>
                  <a:gd name="T2" fmla="*/ 17 w 30"/>
                  <a:gd name="T3" fmla="*/ 0 h 14"/>
                  <a:gd name="T4" fmla="*/ 1 w 30"/>
                  <a:gd name="T5" fmla="*/ 7 h 14"/>
                  <a:gd name="T6" fmla="*/ 13 w 30"/>
                  <a:gd name="T7" fmla="*/ 14 h 14"/>
                  <a:gd name="T8" fmla="*/ 29 w 30"/>
                  <a:gd name="T9" fmla="*/ 7 h 14"/>
                </a:gdLst>
                <a:ahLst/>
                <a:cxnLst>
                  <a:cxn ang="0">
                    <a:pos x="T0" y="T1"/>
                  </a:cxn>
                  <a:cxn ang="0">
                    <a:pos x="T2" y="T3"/>
                  </a:cxn>
                  <a:cxn ang="0">
                    <a:pos x="T4" y="T5"/>
                  </a:cxn>
                  <a:cxn ang="0">
                    <a:pos x="T6" y="T7"/>
                  </a:cxn>
                  <a:cxn ang="0">
                    <a:pos x="T8" y="T9"/>
                  </a:cxn>
                </a:cxnLst>
                <a:rect l="0" t="0" r="r" b="b"/>
                <a:pathLst>
                  <a:path w="30" h="14">
                    <a:moveTo>
                      <a:pt x="29" y="7"/>
                    </a:moveTo>
                    <a:cubicBezTo>
                      <a:pt x="30" y="3"/>
                      <a:pt x="25" y="0"/>
                      <a:pt x="17" y="0"/>
                    </a:cubicBezTo>
                    <a:cubicBezTo>
                      <a:pt x="9" y="0"/>
                      <a:pt x="2" y="3"/>
                      <a:pt x="1" y="7"/>
                    </a:cubicBezTo>
                    <a:cubicBezTo>
                      <a:pt x="0" y="11"/>
                      <a:pt x="6" y="14"/>
                      <a:pt x="13" y="14"/>
                    </a:cubicBezTo>
                    <a:cubicBezTo>
                      <a:pt x="21" y="14"/>
                      <a:pt x="28" y="11"/>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58" name="Freeform 18"/>
              <p:cNvSpPr>
                <a:spLocks/>
              </p:cNvSpPr>
              <p:nvPr/>
            </p:nvSpPr>
            <p:spPr bwMode="auto">
              <a:xfrm>
                <a:off x="2721" y="2059"/>
                <a:ext cx="62" cy="29"/>
              </a:xfrm>
              <a:custGeom>
                <a:avLst/>
                <a:gdLst>
                  <a:gd name="T0" fmla="*/ 29 w 30"/>
                  <a:gd name="T1" fmla="*/ 7 h 14"/>
                  <a:gd name="T2" fmla="*/ 17 w 30"/>
                  <a:gd name="T3" fmla="*/ 0 h 14"/>
                  <a:gd name="T4" fmla="*/ 1 w 30"/>
                  <a:gd name="T5" fmla="*/ 7 h 14"/>
                  <a:gd name="T6" fmla="*/ 13 w 30"/>
                  <a:gd name="T7" fmla="*/ 14 h 14"/>
                  <a:gd name="T8" fmla="*/ 29 w 30"/>
                  <a:gd name="T9" fmla="*/ 7 h 14"/>
                </a:gdLst>
                <a:ahLst/>
                <a:cxnLst>
                  <a:cxn ang="0">
                    <a:pos x="T0" y="T1"/>
                  </a:cxn>
                  <a:cxn ang="0">
                    <a:pos x="T2" y="T3"/>
                  </a:cxn>
                  <a:cxn ang="0">
                    <a:pos x="T4" y="T5"/>
                  </a:cxn>
                  <a:cxn ang="0">
                    <a:pos x="T6" y="T7"/>
                  </a:cxn>
                  <a:cxn ang="0">
                    <a:pos x="T8" y="T9"/>
                  </a:cxn>
                </a:cxnLst>
                <a:rect l="0" t="0" r="r" b="b"/>
                <a:pathLst>
                  <a:path w="30" h="14">
                    <a:moveTo>
                      <a:pt x="29" y="7"/>
                    </a:moveTo>
                    <a:cubicBezTo>
                      <a:pt x="30" y="3"/>
                      <a:pt x="24" y="0"/>
                      <a:pt x="17" y="0"/>
                    </a:cubicBezTo>
                    <a:cubicBezTo>
                      <a:pt x="9" y="0"/>
                      <a:pt x="2" y="3"/>
                      <a:pt x="1" y="7"/>
                    </a:cubicBezTo>
                    <a:cubicBezTo>
                      <a:pt x="0" y="11"/>
                      <a:pt x="5" y="14"/>
                      <a:pt x="13" y="14"/>
                    </a:cubicBezTo>
                    <a:cubicBezTo>
                      <a:pt x="21" y="14"/>
                      <a:pt x="28" y="11"/>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59" name="Freeform 19"/>
              <p:cNvSpPr>
                <a:spLocks/>
              </p:cNvSpPr>
              <p:nvPr/>
            </p:nvSpPr>
            <p:spPr bwMode="auto">
              <a:xfrm>
                <a:off x="2793" y="2059"/>
                <a:ext cx="62" cy="29"/>
              </a:xfrm>
              <a:custGeom>
                <a:avLst/>
                <a:gdLst>
                  <a:gd name="T0" fmla="*/ 29 w 30"/>
                  <a:gd name="T1" fmla="*/ 7 h 14"/>
                  <a:gd name="T2" fmla="*/ 16 w 30"/>
                  <a:gd name="T3" fmla="*/ 0 h 14"/>
                  <a:gd name="T4" fmla="*/ 1 w 30"/>
                  <a:gd name="T5" fmla="*/ 7 h 14"/>
                  <a:gd name="T6" fmla="*/ 13 w 30"/>
                  <a:gd name="T7" fmla="*/ 14 h 14"/>
                  <a:gd name="T8" fmla="*/ 29 w 30"/>
                  <a:gd name="T9" fmla="*/ 7 h 14"/>
                </a:gdLst>
                <a:ahLst/>
                <a:cxnLst>
                  <a:cxn ang="0">
                    <a:pos x="T0" y="T1"/>
                  </a:cxn>
                  <a:cxn ang="0">
                    <a:pos x="T2" y="T3"/>
                  </a:cxn>
                  <a:cxn ang="0">
                    <a:pos x="T4" y="T5"/>
                  </a:cxn>
                  <a:cxn ang="0">
                    <a:pos x="T6" y="T7"/>
                  </a:cxn>
                  <a:cxn ang="0">
                    <a:pos x="T8" y="T9"/>
                  </a:cxn>
                </a:cxnLst>
                <a:rect l="0" t="0" r="r" b="b"/>
                <a:pathLst>
                  <a:path w="30" h="14">
                    <a:moveTo>
                      <a:pt x="29" y="7"/>
                    </a:moveTo>
                    <a:cubicBezTo>
                      <a:pt x="30" y="3"/>
                      <a:pt x="24" y="0"/>
                      <a:pt x="16" y="0"/>
                    </a:cubicBezTo>
                    <a:cubicBezTo>
                      <a:pt x="8" y="0"/>
                      <a:pt x="1" y="3"/>
                      <a:pt x="1" y="7"/>
                    </a:cubicBezTo>
                    <a:cubicBezTo>
                      <a:pt x="0" y="11"/>
                      <a:pt x="5" y="14"/>
                      <a:pt x="13" y="14"/>
                    </a:cubicBezTo>
                    <a:cubicBezTo>
                      <a:pt x="21" y="14"/>
                      <a:pt x="28" y="11"/>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60" name="Freeform 20"/>
              <p:cNvSpPr>
                <a:spLocks/>
              </p:cNvSpPr>
              <p:nvPr/>
            </p:nvSpPr>
            <p:spPr bwMode="auto">
              <a:xfrm>
                <a:off x="2863" y="2059"/>
                <a:ext cx="62" cy="29"/>
              </a:xfrm>
              <a:custGeom>
                <a:avLst/>
                <a:gdLst>
                  <a:gd name="T0" fmla="*/ 30 w 30"/>
                  <a:gd name="T1" fmla="*/ 7 h 14"/>
                  <a:gd name="T2" fmla="*/ 17 w 30"/>
                  <a:gd name="T3" fmla="*/ 0 h 14"/>
                  <a:gd name="T4" fmla="*/ 1 w 30"/>
                  <a:gd name="T5" fmla="*/ 7 h 14"/>
                  <a:gd name="T6" fmla="*/ 14 w 30"/>
                  <a:gd name="T7" fmla="*/ 14 h 14"/>
                  <a:gd name="T8" fmla="*/ 30 w 30"/>
                  <a:gd name="T9" fmla="*/ 7 h 14"/>
                </a:gdLst>
                <a:ahLst/>
                <a:cxnLst>
                  <a:cxn ang="0">
                    <a:pos x="T0" y="T1"/>
                  </a:cxn>
                  <a:cxn ang="0">
                    <a:pos x="T2" y="T3"/>
                  </a:cxn>
                  <a:cxn ang="0">
                    <a:pos x="T4" y="T5"/>
                  </a:cxn>
                  <a:cxn ang="0">
                    <a:pos x="T6" y="T7"/>
                  </a:cxn>
                  <a:cxn ang="0">
                    <a:pos x="T8" y="T9"/>
                  </a:cxn>
                </a:cxnLst>
                <a:rect l="0" t="0" r="r" b="b"/>
                <a:pathLst>
                  <a:path w="30" h="14">
                    <a:moveTo>
                      <a:pt x="30" y="7"/>
                    </a:moveTo>
                    <a:cubicBezTo>
                      <a:pt x="30" y="3"/>
                      <a:pt x="25" y="0"/>
                      <a:pt x="17" y="0"/>
                    </a:cubicBezTo>
                    <a:cubicBezTo>
                      <a:pt x="9" y="0"/>
                      <a:pt x="2" y="3"/>
                      <a:pt x="1" y="7"/>
                    </a:cubicBezTo>
                    <a:cubicBezTo>
                      <a:pt x="0" y="11"/>
                      <a:pt x="6" y="14"/>
                      <a:pt x="14" y="14"/>
                    </a:cubicBezTo>
                    <a:cubicBezTo>
                      <a:pt x="22" y="14"/>
                      <a:pt x="29"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61" name="Freeform 21"/>
              <p:cNvSpPr>
                <a:spLocks/>
              </p:cNvSpPr>
              <p:nvPr/>
            </p:nvSpPr>
            <p:spPr bwMode="auto">
              <a:xfrm>
                <a:off x="2935" y="2059"/>
                <a:ext cx="62" cy="29"/>
              </a:xfrm>
              <a:custGeom>
                <a:avLst/>
                <a:gdLst>
                  <a:gd name="T0" fmla="*/ 29 w 30"/>
                  <a:gd name="T1" fmla="*/ 7 h 14"/>
                  <a:gd name="T2" fmla="*/ 16 w 30"/>
                  <a:gd name="T3" fmla="*/ 0 h 14"/>
                  <a:gd name="T4" fmla="*/ 1 w 30"/>
                  <a:gd name="T5" fmla="*/ 7 h 14"/>
                  <a:gd name="T6" fmla="*/ 14 w 30"/>
                  <a:gd name="T7" fmla="*/ 14 h 14"/>
                  <a:gd name="T8" fmla="*/ 29 w 30"/>
                  <a:gd name="T9" fmla="*/ 7 h 14"/>
                </a:gdLst>
                <a:ahLst/>
                <a:cxnLst>
                  <a:cxn ang="0">
                    <a:pos x="T0" y="T1"/>
                  </a:cxn>
                  <a:cxn ang="0">
                    <a:pos x="T2" y="T3"/>
                  </a:cxn>
                  <a:cxn ang="0">
                    <a:pos x="T4" y="T5"/>
                  </a:cxn>
                  <a:cxn ang="0">
                    <a:pos x="T6" y="T7"/>
                  </a:cxn>
                  <a:cxn ang="0">
                    <a:pos x="T8" y="T9"/>
                  </a:cxn>
                </a:cxnLst>
                <a:rect l="0" t="0" r="r" b="b"/>
                <a:pathLst>
                  <a:path w="30" h="14">
                    <a:moveTo>
                      <a:pt x="29" y="7"/>
                    </a:moveTo>
                    <a:cubicBezTo>
                      <a:pt x="30" y="3"/>
                      <a:pt x="24" y="0"/>
                      <a:pt x="16" y="0"/>
                    </a:cubicBezTo>
                    <a:cubicBezTo>
                      <a:pt x="9" y="0"/>
                      <a:pt x="2" y="3"/>
                      <a:pt x="1" y="7"/>
                    </a:cubicBezTo>
                    <a:cubicBezTo>
                      <a:pt x="0" y="11"/>
                      <a:pt x="6" y="14"/>
                      <a:pt x="14" y="14"/>
                    </a:cubicBezTo>
                    <a:cubicBezTo>
                      <a:pt x="22" y="14"/>
                      <a:pt x="29" y="11"/>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62" name="Freeform 22"/>
              <p:cNvSpPr>
                <a:spLocks/>
              </p:cNvSpPr>
              <p:nvPr/>
            </p:nvSpPr>
            <p:spPr bwMode="auto">
              <a:xfrm>
                <a:off x="3007" y="2059"/>
                <a:ext cx="62" cy="29"/>
              </a:xfrm>
              <a:custGeom>
                <a:avLst/>
                <a:gdLst>
                  <a:gd name="T0" fmla="*/ 29 w 30"/>
                  <a:gd name="T1" fmla="*/ 7 h 14"/>
                  <a:gd name="T2" fmla="*/ 16 w 30"/>
                  <a:gd name="T3" fmla="*/ 0 h 14"/>
                  <a:gd name="T4" fmla="*/ 1 w 30"/>
                  <a:gd name="T5" fmla="*/ 7 h 14"/>
                  <a:gd name="T6" fmla="*/ 14 w 30"/>
                  <a:gd name="T7" fmla="*/ 14 h 14"/>
                  <a:gd name="T8" fmla="*/ 29 w 30"/>
                  <a:gd name="T9" fmla="*/ 7 h 14"/>
                </a:gdLst>
                <a:ahLst/>
                <a:cxnLst>
                  <a:cxn ang="0">
                    <a:pos x="T0" y="T1"/>
                  </a:cxn>
                  <a:cxn ang="0">
                    <a:pos x="T2" y="T3"/>
                  </a:cxn>
                  <a:cxn ang="0">
                    <a:pos x="T4" y="T5"/>
                  </a:cxn>
                  <a:cxn ang="0">
                    <a:pos x="T6" y="T7"/>
                  </a:cxn>
                  <a:cxn ang="0">
                    <a:pos x="T8" y="T9"/>
                  </a:cxn>
                </a:cxnLst>
                <a:rect l="0" t="0" r="r" b="b"/>
                <a:pathLst>
                  <a:path w="30" h="14">
                    <a:moveTo>
                      <a:pt x="29" y="7"/>
                    </a:moveTo>
                    <a:cubicBezTo>
                      <a:pt x="30" y="3"/>
                      <a:pt x="24" y="0"/>
                      <a:pt x="16" y="0"/>
                    </a:cubicBezTo>
                    <a:cubicBezTo>
                      <a:pt x="8" y="0"/>
                      <a:pt x="1" y="3"/>
                      <a:pt x="1" y="7"/>
                    </a:cubicBezTo>
                    <a:cubicBezTo>
                      <a:pt x="0" y="11"/>
                      <a:pt x="6" y="14"/>
                      <a:pt x="14" y="14"/>
                    </a:cubicBezTo>
                    <a:cubicBezTo>
                      <a:pt x="22" y="14"/>
                      <a:pt x="28" y="11"/>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63" name="Freeform 23"/>
              <p:cNvSpPr>
                <a:spLocks/>
              </p:cNvSpPr>
              <p:nvPr/>
            </p:nvSpPr>
            <p:spPr bwMode="auto">
              <a:xfrm>
                <a:off x="3080" y="2059"/>
                <a:ext cx="59" cy="29"/>
              </a:xfrm>
              <a:custGeom>
                <a:avLst/>
                <a:gdLst>
                  <a:gd name="T0" fmla="*/ 29 w 29"/>
                  <a:gd name="T1" fmla="*/ 7 h 14"/>
                  <a:gd name="T2" fmla="*/ 16 w 29"/>
                  <a:gd name="T3" fmla="*/ 0 h 14"/>
                  <a:gd name="T4" fmla="*/ 0 w 29"/>
                  <a:gd name="T5" fmla="*/ 7 h 14"/>
                  <a:gd name="T6" fmla="*/ 14 w 29"/>
                  <a:gd name="T7" fmla="*/ 14 h 14"/>
                  <a:gd name="T8" fmla="*/ 29 w 29"/>
                  <a:gd name="T9" fmla="*/ 7 h 14"/>
                </a:gdLst>
                <a:ahLst/>
                <a:cxnLst>
                  <a:cxn ang="0">
                    <a:pos x="T0" y="T1"/>
                  </a:cxn>
                  <a:cxn ang="0">
                    <a:pos x="T2" y="T3"/>
                  </a:cxn>
                  <a:cxn ang="0">
                    <a:pos x="T4" y="T5"/>
                  </a:cxn>
                  <a:cxn ang="0">
                    <a:pos x="T6" y="T7"/>
                  </a:cxn>
                  <a:cxn ang="0">
                    <a:pos x="T8" y="T9"/>
                  </a:cxn>
                </a:cxnLst>
                <a:rect l="0" t="0" r="r" b="b"/>
                <a:pathLst>
                  <a:path w="29" h="14">
                    <a:moveTo>
                      <a:pt x="29" y="7"/>
                    </a:moveTo>
                    <a:cubicBezTo>
                      <a:pt x="29" y="3"/>
                      <a:pt x="23" y="0"/>
                      <a:pt x="16" y="0"/>
                    </a:cubicBezTo>
                    <a:cubicBezTo>
                      <a:pt x="8" y="0"/>
                      <a:pt x="1" y="3"/>
                      <a:pt x="0" y="7"/>
                    </a:cubicBezTo>
                    <a:cubicBezTo>
                      <a:pt x="0" y="11"/>
                      <a:pt x="6" y="14"/>
                      <a:pt x="14" y="14"/>
                    </a:cubicBezTo>
                    <a:cubicBezTo>
                      <a:pt x="21" y="14"/>
                      <a:pt x="28" y="11"/>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64" name="Freeform 24"/>
              <p:cNvSpPr>
                <a:spLocks/>
              </p:cNvSpPr>
              <p:nvPr/>
            </p:nvSpPr>
            <p:spPr bwMode="auto">
              <a:xfrm>
                <a:off x="3152" y="2059"/>
                <a:ext cx="60" cy="29"/>
              </a:xfrm>
              <a:custGeom>
                <a:avLst/>
                <a:gdLst>
                  <a:gd name="T0" fmla="*/ 28 w 29"/>
                  <a:gd name="T1" fmla="*/ 7 h 14"/>
                  <a:gd name="T2" fmla="*/ 15 w 29"/>
                  <a:gd name="T3" fmla="*/ 0 h 14"/>
                  <a:gd name="T4" fmla="*/ 0 w 29"/>
                  <a:gd name="T5" fmla="*/ 7 h 14"/>
                  <a:gd name="T6" fmla="*/ 13 w 29"/>
                  <a:gd name="T7" fmla="*/ 14 h 14"/>
                  <a:gd name="T8" fmla="*/ 28 w 29"/>
                  <a:gd name="T9" fmla="*/ 7 h 14"/>
                </a:gdLst>
                <a:ahLst/>
                <a:cxnLst>
                  <a:cxn ang="0">
                    <a:pos x="T0" y="T1"/>
                  </a:cxn>
                  <a:cxn ang="0">
                    <a:pos x="T2" y="T3"/>
                  </a:cxn>
                  <a:cxn ang="0">
                    <a:pos x="T4" y="T5"/>
                  </a:cxn>
                  <a:cxn ang="0">
                    <a:pos x="T6" y="T7"/>
                  </a:cxn>
                  <a:cxn ang="0">
                    <a:pos x="T8" y="T9"/>
                  </a:cxn>
                </a:cxnLst>
                <a:rect l="0" t="0" r="r" b="b"/>
                <a:pathLst>
                  <a:path w="29" h="14">
                    <a:moveTo>
                      <a:pt x="28" y="7"/>
                    </a:moveTo>
                    <a:cubicBezTo>
                      <a:pt x="29" y="3"/>
                      <a:pt x="23" y="0"/>
                      <a:pt x="15" y="0"/>
                    </a:cubicBezTo>
                    <a:cubicBezTo>
                      <a:pt x="7" y="0"/>
                      <a:pt x="1" y="3"/>
                      <a:pt x="0" y="7"/>
                    </a:cubicBezTo>
                    <a:cubicBezTo>
                      <a:pt x="0" y="11"/>
                      <a:pt x="6" y="14"/>
                      <a:pt x="13" y="14"/>
                    </a:cubicBezTo>
                    <a:cubicBezTo>
                      <a:pt x="21" y="14"/>
                      <a:pt x="28" y="11"/>
                      <a:pt x="2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65" name="Freeform 25"/>
              <p:cNvSpPr>
                <a:spLocks/>
              </p:cNvSpPr>
              <p:nvPr/>
            </p:nvSpPr>
            <p:spPr bwMode="auto">
              <a:xfrm>
                <a:off x="2422" y="2094"/>
                <a:ext cx="64" cy="29"/>
              </a:xfrm>
              <a:custGeom>
                <a:avLst/>
                <a:gdLst>
                  <a:gd name="T0" fmla="*/ 30 w 31"/>
                  <a:gd name="T1" fmla="*/ 7 h 14"/>
                  <a:gd name="T2" fmla="*/ 18 w 31"/>
                  <a:gd name="T3" fmla="*/ 0 h 14"/>
                  <a:gd name="T4" fmla="*/ 1 w 31"/>
                  <a:gd name="T5" fmla="*/ 7 h 14"/>
                  <a:gd name="T6" fmla="*/ 14 w 31"/>
                  <a:gd name="T7" fmla="*/ 14 h 14"/>
                  <a:gd name="T8" fmla="*/ 30 w 31"/>
                  <a:gd name="T9" fmla="*/ 7 h 14"/>
                </a:gdLst>
                <a:ahLst/>
                <a:cxnLst>
                  <a:cxn ang="0">
                    <a:pos x="T0" y="T1"/>
                  </a:cxn>
                  <a:cxn ang="0">
                    <a:pos x="T2" y="T3"/>
                  </a:cxn>
                  <a:cxn ang="0">
                    <a:pos x="T4" y="T5"/>
                  </a:cxn>
                  <a:cxn ang="0">
                    <a:pos x="T6" y="T7"/>
                  </a:cxn>
                  <a:cxn ang="0">
                    <a:pos x="T8" y="T9"/>
                  </a:cxn>
                </a:cxnLst>
                <a:rect l="0" t="0" r="r" b="b"/>
                <a:pathLst>
                  <a:path w="31" h="14">
                    <a:moveTo>
                      <a:pt x="30" y="7"/>
                    </a:moveTo>
                    <a:cubicBezTo>
                      <a:pt x="31" y="3"/>
                      <a:pt x="26" y="0"/>
                      <a:pt x="18" y="0"/>
                    </a:cubicBezTo>
                    <a:cubicBezTo>
                      <a:pt x="10" y="0"/>
                      <a:pt x="3" y="3"/>
                      <a:pt x="1" y="7"/>
                    </a:cubicBezTo>
                    <a:cubicBezTo>
                      <a:pt x="0" y="10"/>
                      <a:pt x="6" y="14"/>
                      <a:pt x="14" y="14"/>
                    </a:cubicBezTo>
                    <a:cubicBezTo>
                      <a:pt x="21" y="14"/>
                      <a:pt x="29" y="10"/>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66" name="Freeform 26"/>
              <p:cNvSpPr>
                <a:spLocks/>
              </p:cNvSpPr>
              <p:nvPr/>
            </p:nvSpPr>
            <p:spPr bwMode="auto">
              <a:xfrm>
                <a:off x="2494" y="2094"/>
                <a:ext cx="64" cy="29"/>
              </a:xfrm>
              <a:custGeom>
                <a:avLst/>
                <a:gdLst>
                  <a:gd name="T0" fmla="*/ 30 w 31"/>
                  <a:gd name="T1" fmla="*/ 7 h 14"/>
                  <a:gd name="T2" fmla="*/ 18 w 31"/>
                  <a:gd name="T3" fmla="*/ 0 h 14"/>
                  <a:gd name="T4" fmla="*/ 2 w 31"/>
                  <a:gd name="T5" fmla="*/ 7 h 14"/>
                  <a:gd name="T6" fmla="*/ 14 w 31"/>
                  <a:gd name="T7" fmla="*/ 14 h 14"/>
                  <a:gd name="T8" fmla="*/ 30 w 31"/>
                  <a:gd name="T9" fmla="*/ 7 h 14"/>
                </a:gdLst>
                <a:ahLst/>
                <a:cxnLst>
                  <a:cxn ang="0">
                    <a:pos x="T0" y="T1"/>
                  </a:cxn>
                  <a:cxn ang="0">
                    <a:pos x="T2" y="T3"/>
                  </a:cxn>
                  <a:cxn ang="0">
                    <a:pos x="T4" y="T5"/>
                  </a:cxn>
                  <a:cxn ang="0">
                    <a:pos x="T6" y="T7"/>
                  </a:cxn>
                  <a:cxn ang="0">
                    <a:pos x="T8" y="T9"/>
                  </a:cxn>
                </a:cxnLst>
                <a:rect l="0" t="0" r="r" b="b"/>
                <a:pathLst>
                  <a:path w="31" h="14">
                    <a:moveTo>
                      <a:pt x="30" y="7"/>
                    </a:moveTo>
                    <a:cubicBezTo>
                      <a:pt x="31" y="3"/>
                      <a:pt x="26" y="0"/>
                      <a:pt x="18" y="0"/>
                    </a:cubicBezTo>
                    <a:cubicBezTo>
                      <a:pt x="10" y="0"/>
                      <a:pt x="3" y="3"/>
                      <a:pt x="2" y="7"/>
                    </a:cubicBezTo>
                    <a:cubicBezTo>
                      <a:pt x="0" y="10"/>
                      <a:pt x="6" y="14"/>
                      <a:pt x="14" y="14"/>
                    </a:cubicBezTo>
                    <a:cubicBezTo>
                      <a:pt x="22" y="14"/>
                      <a:pt x="29" y="10"/>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67" name="Freeform 27"/>
              <p:cNvSpPr>
                <a:spLocks/>
              </p:cNvSpPr>
              <p:nvPr/>
            </p:nvSpPr>
            <p:spPr bwMode="auto">
              <a:xfrm>
                <a:off x="2566" y="2094"/>
                <a:ext cx="64" cy="29"/>
              </a:xfrm>
              <a:custGeom>
                <a:avLst/>
                <a:gdLst>
                  <a:gd name="T0" fmla="*/ 30 w 31"/>
                  <a:gd name="T1" fmla="*/ 7 h 14"/>
                  <a:gd name="T2" fmla="*/ 18 w 31"/>
                  <a:gd name="T3" fmla="*/ 0 h 14"/>
                  <a:gd name="T4" fmla="*/ 2 w 31"/>
                  <a:gd name="T5" fmla="*/ 7 h 14"/>
                  <a:gd name="T6" fmla="*/ 14 w 31"/>
                  <a:gd name="T7" fmla="*/ 14 h 14"/>
                  <a:gd name="T8" fmla="*/ 30 w 31"/>
                  <a:gd name="T9" fmla="*/ 7 h 14"/>
                </a:gdLst>
                <a:ahLst/>
                <a:cxnLst>
                  <a:cxn ang="0">
                    <a:pos x="T0" y="T1"/>
                  </a:cxn>
                  <a:cxn ang="0">
                    <a:pos x="T2" y="T3"/>
                  </a:cxn>
                  <a:cxn ang="0">
                    <a:pos x="T4" y="T5"/>
                  </a:cxn>
                  <a:cxn ang="0">
                    <a:pos x="T6" y="T7"/>
                  </a:cxn>
                  <a:cxn ang="0">
                    <a:pos x="T8" y="T9"/>
                  </a:cxn>
                </a:cxnLst>
                <a:rect l="0" t="0" r="r" b="b"/>
                <a:pathLst>
                  <a:path w="31" h="14">
                    <a:moveTo>
                      <a:pt x="30" y="7"/>
                    </a:moveTo>
                    <a:cubicBezTo>
                      <a:pt x="31" y="3"/>
                      <a:pt x="26" y="0"/>
                      <a:pt x="18" y="0"/>
                    </a:cubicBezTo>
                    <a:cubicBezTo>
                      <a:pt x="10" y="0"/>
                      <a:pt x="3" y="3"/>
                      <a:pt x="2" y="7"/>
                    </a:cubicBezTo>
                    <a:cubicBezTo>
                      <a:pt x="0" y="10"/>
                      <a:pt x="6" y="14"/>
                      <a:pt x="14" y="14"/>
                    </a:cubicBezTo>
                    <a:cubicBezTo>
                      <a:pt x="22" y="14"/>
                      <a:pt x="29" y="10"/>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68" name="Freeform 28"/>
              <p:cNvSpPr>
                <a:spLocks/>
              </p:cNvSpPr>
              <p:nvPr/>
            </p:nvSpPr>
            <p:spPr bwMode="auto">
              <a:xfrm>
                <a:off x="2640" y="2094"/>
                <a:ext cx="62" cy="29"/>
              </a:xfrm>
              <a:custGeom>
                <a:avLst/>
                <a:gdLst>
                  <a:gd name="T0" fmla="*/ 29 w 30"/>
                  <a:gd name="T1" fmla="*/ 7 h 14"/>
                  <a:gd name="T2" fmla="*/ 17 w 30"/>
                  <a:gd name="T3" fmla="*/ 0 h 14"/>
                  <a:gd name="T4" fmla="*/ 1 w 30"/>
                  <a:gd name="T5" fmla="*/ 7 h 14"/>
                  <a:gd name="T6" fmla="*/ 13 w 30"/>
                  <a:gd name="T7" fmla="*/ 14 h 14"/>
                  <a:gd name="T8" fmla="*/ 29 w 30"/>
                  <a:gd name="T9" fmla="*/ 7 h 14"/>
                </a:gdLst>
                <a:ahLst/>
                <a:cxnLst>
                  <a:cxn ang="0">
                    <a:pos x="T0" y="T1"/>
                  </a:cxn>
                  <a:cxn ang="0">
                    <a:pos x="T2" y="T3"/>
                  </a:cxn>
                  <a:cxn ang="0">
                    <a:pos x="T4" y="T5"/>
                  </a:cxn>
                  <a:cxn ang="0">
                    <a:pos x="T6" y="T7"/>
                  </a:cxn>
                  <a:cxn ang="0">
                    <a:pos x="T8" y="T9"/>
                  </a:cxn>
                </a:cxnLst>
                <a:rect l="0" t="0" r="r" b="b"/>
                <a:pathLst>
                  <a:path w="30" h="14">
                    <a:moveTo>
                      <a:pt x="29" y="7"/>
                    </a:moveTo>
                    <a:cubicBezTo>
                      <a:pt x="30" y="3"/>
                      <a:pt x="25" y="0"/>
                      <a:pt x="17" y="0"/>
                    </a:cubicBezTo>
                    <a:cubicBezTo>
                      <a:pt x="9" y="0"/>
                      <a:pt x="2" y="3"/>
                      <a:pt x="1" y="7"/>
                    </a:cubicBezTo>
                    <a:cubicBezTo>
                      <a:pt x="0" y="10"/>
                      <a:pt x="5" y="14"/>
                      <a:pt x="13" y="14"/>
                    </a:cubicBezTo>
                    <a:cubicBezTo>
                      <a:pt x="21" y="14"/>
                      <a:pt x="28" y="10"/>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69" name="Freeform 29"/>
              <p:cNvSpPr>
                <a:spLocks/>
              </p:cNvSpPr>
              <p:nvPr/>
            </p:nvSpPr>
            <p:spPr bwMode="auto">
              <a:xfrm>
                <a:off x="2712" y="2094"/>
                <a:ext cx="62" cy="29"/>
              </a:xfrm>
              <a:custGeom>
                <a:avLst/>
                <a:gdLst>
                  <a:gd name="T0" fmla="*/ 29 w 30"/>
                  <a:gd name="T1" fmla="*/ 7 h 14"/>
                  <a:gd name="T2" fmla="*/ 17 w 30"/>
                  <a:gd name="T3" fmla="*/ 0 h 14"/>
                  <a:gd name="T4" fmla="*/ 1 w 30"/>
                  <a:gd name="T5" fmla="*/ 7 h 14"/>
                  <a:gd name="T6" fmla="*/ 13 w 30"/>
                  <a:gd name="T7" fmla="*/ 14 h 14"/>
                  <a:gd name="T8" fmla="*/ 29 w 30"/>
                  <a:gd name="T9" fmla="*/ 7 h 14"/>
                </a:gdLst>
                <a:ahLst/>
                <a:cxnLst>
                  <a:cxn ang="0">
                    <a:pos x="T0" y="T1"/>
                  </a:cxn>
                  <a:cxn ang="0">
                    <a:pos x="T2" y="T3"/>
                  </a:cxn>
                  <a:cxn ang="0">
                    <a:pos x="T4" y="T5"/>
                  </a:cxn>
                  <a:cxn ang="0">
                    <a:pos x="T6" y="T7"/>
                  </a:cxn>
                  <a:cxn ang="0">
                    <a:pos x="T8" y="T9"/>
                  </a:cxn>
                </a:cxnLst>
                <a:rect l="0" t="0" r="r" b="b"/>
                <a:pathLst>
                  <a:path w="30" h="14">
                    <a:moveTo>
                      <a:pt x="29" y="7"/>
                    </a:moveTo>
                    <a:cubicBezTo>
                      <a:pt x="30" y="3"/>
                      <a:pt x="24" y="0"/>
                      <a:pt x="17" y="0"/>
                    </a:cubicBezTo>
                    <a:cubicBezTo>
                      <a:pt x="9" y="0"/>
                      <a:pt x="2" y="3"/>
                      <a:pt x="1" y="7"/>
                    </a:cubicBezTo>
                    <a:cubicBezTo>
                      <a:pt x="0" y="10"/>
                      <a:pt x="5" y="14"/>
                      <a:pt x="13" y="14"/>
                    </a:cubicBezTo>
                    <a:cubicBezTo>
                      <a:pt x="21" y="14"/>
                      <a:pt x="28" y="10"/>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70" name="Freeform 30"/>
              <p:cNvSpPr>
                <a:spLocks/>
              </p:cNvSpPr>
              <p:nvPr/>
            </p:nvSpPr>
            <p:spPr bwMode="auto">
              <a:xfrm>
                <a:off x="2785" y="2094"/>
                <a:ext cx="62" cy="29"/>
              </a:xfrm>
              <a:custGeom>
                <a:avLst/>
                <a:gdLst>
                  <a:gd name="T0" fmla="*/ 29 w 30"/>
                  <a:gd name="T1" fmla="*/ 7 h 14"/>
                  <a:gd name="T2" fmla="*/ 17 w 30"/>
                  <a:gd name="T3" fmla="*/ 0 h 14"/>
                  <a:gd name="T4" fmla="*/ 1 w 30"/>
                  <a:gd name="T5" fmla="*/ 7 h 14"/>
                  <a:gd name="T6" fmla="*/ 13 w 30"/>
                  <a:gd name="T7" fmla="*/ 14 h 14"/>
                  <a:gd name="T8" fmla="*/ 29 w 30"/>
                  <a:gd name="T9" fmla="*/ 7 h 14"/>
                </a:gdLst>
                <a:ahLst/>
                <a:cxnLst>
                  <a:cxn ang="0">
                    <a:pos x="T0" y="T1"/>
                  </a:cxn>
                  <a:cxn ang="0">
                    <a:pos x="T2" y="T3"/>
                  </a:cxn>
                  <a:cxn ang="0">
                    <a:pos x="T4" y="T5"/>
                  </a:cxn>
                  <a:cxn ang="0">
                    <a:pos x="T6" y="T7"/>
                  </a:cxn>
                  <a:cxn ang="0">
                    <a:pos x="T8" y="T9"/>
                  </a:cxn>
                </a:cxnLst>
                <a:rect l="0" t="0" r="r" b="b"/>
                <a:pathLst>
                  <a:path w="30" h="14">
                    <a:moveTo>
                      <a:pt x="29" y="7"/>
                    </a:moveTo>
                    <a:cubicBezTo>
                      <a:pt x="30" y="3"/>
                      <a:pt x="24" y="0"/>
                      <a:pt x="17" y="0"/>
                    </a:cubicBezTo>
                    <a:cubicBezTo>
                      <a:pt x="9" y="0"/>
                      <a:pt x="2" y="3"/>
                      <a:pt x="1" y="7"/>
                    </a:cubicBezTo>
                    <a:cubicBezTo>
                      <a:pt x="0" y="10"/>
                      <a:pt x="6" y="14"/>
                      <a:pt x="13" y="14"/>
                    </a:cubicBezTo>
                    <a:cubicBezTo>
                      <a:pt x="21" y="14"/>
                      <a:pt x="28" y="10"/>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71" name="Freeform 31"/>
              <p:cNvSpPr>
                <a:spLocks/>
              </p:cNvSpPr>
              <p:nvPr/>
            </p:nvSpPr>
            <p:spPr bwMode="auto">
              <a:xfrm>
                <a:off x="2857" y="2094"/>
                <a:ext cx="62" cy="29"/>
              </a:xfrm>
              <a:custGeom>
                <a:avLst/>
                <a:gdLst>
                  <a:gd name="T0" fmla="*/ 29 w 30"/>
                  <a:gd name="T1" fmla="*/ 7 h 14"/>
                  <a:gd name="T2" fmla="*/ 16 w 30"/>
                  <a:gd name="T3" fmla="*/ 0 h 14"/>
                  <a:gd name="T4" fmla="*/ 1 w 30"/>
                  <a:gd name="T5" fmla="*/ 7 h 14"/>
                  <a:gd name="T6" fmla="*/ 14 w 30"/>
                  <a:gd name="T7" fmla="*/ 14 h 14"/>
                  <a:gd name="T8" fmla="*/ 29 w 30"/>
                  <a:gd name="T9" fmla="*/ 7 h 14"/>
                </a:gdLst>
                <a:ahLst/>
                <a:cxnLst>
                  <a:cxn ang="0">
                    <a:pos x="T0" y="T1"/>
                  </a:cxn>
                  <a:cxn ang="0">
                    <a:pos x="T2" y="T3"/>
                  </a:cxn>
                  <a:cxn ang="0">
                    <a:pos x="T4" y="T5"/>
                  </a:cxn>
                  <a:cxn ang="0">
                    <a:pos x="T6" y="T7"/>
                  </a:cxn>
                  <a:cxn ang="0">
                    <a:pos x="T8" y="T9"/>
                  </a:cxn>
                </a:cxnLst>
                <a:rect l="0" t="0" r="r" b="b"/>
                <a:pathLst>
                  <a:path w="30" h="14">
                    <a:moveTo>
                      <a:pt x="29" y="7"/>
                    </a:moveTo>
                    <a:cubicBezTo>
                      <a:pt x="30" y="3"/>
                      <a:pt x="24" y="0"/>
                      <a:pt x="16" y="0"/>
                    </a:cubicBezTo>
                    <a:cubicBezTo>
                      <a:pt x="9" y="0"/>
                      <a:pt x="2" y="3"/>
                      <a:pt x="1" y="7"/>
                    </a:cubicBezTo>
                    <a:cubicBezTo>
                      <a:pt x="0" y="10"/>
                      <a:pt x="6" y="14"/>
                      <a:pt x="14" y="14"/>
                    </a:cubicBezTo>
                    <a:cubicBezTo>
                      <a:pt x="22" y="14"/>
                      <a:pt x="29" y="10"/>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72" name="Freeform 32"/>
              <p:cNvSpPr>
                <a:spLocks/>
              </p:cNvSpPr>
              <p:nvPr/>
            </p:nvSpPr>
            <p:spPr bwMode="auto">
              <a:xfrm>
                <a:off x="2929" y="2094"/>
                <a:ext cx="62" cy="29"/>
              </a:xfrm>
              <a:custGeom>
                <a:avLst/>
                <a:gdLst>
                  <a:gd name="T0" fmla="*/ 29 w 30"/>
                  <a:gd name="T1" fmla="*/ 7 h 14"/>
                  <a:gd name="T2" fmla="*/ 16 w 30"/>
                  <a:gd name="T3" fmla="*/ 0 h 14"/>
                  <a:gd name="T4" fmla="*/ 1 w 30"/>
                  <a:gd name="T5" fmla="*/ 7 h 14"/>
                  <a:gd name="T6" fmla="*/ 14 w 30"/>
                  <a:gd name="T7" fmla="*/ 14 h 14"/>
                  <a:gd name="T8" fmla="*/ 29 w 30"/>
                  <a:gd name="T9" fmla="*/ 7 h 14"/>
                </a:gdLst>
                <a:ahLst/>
                <a:cxnLst>
                  <a:cxn ang="0">
                    <a:pos x="T0" y="T1"/>
                  </a:cxn>
                  <a:cxn ang="0">
                    <a:pos x="T2" y="T3"/>
                  </a:cxn>
                  <a:cxn ang="0">
                    <a:pos x="T4" y="T5"/>
                  </a:cxn>
                  <a:cxn ang="0">
                    <a:pos x="T6" y="T7"/>
                  </a:cxn>
                  <a:cxn ang="0">
                    <a:pos x="T8" y="T9"/>
                  </a:cxn>
                </a:cxnLst>
                <a:rect l="0" t="0" r="r" b="b"/>
                <a:pathLst>
                  <a:path w="30" h="14">
                    <a:moveTo>
                      <a:pt x="29" y="7"/>
                    </a:moveTo>
                    <a:cubicBezTo>
                      <a:pt x="30" y="3"/>
                      <a:pt x="24" y="0"/>
                      <a:pt x="16" y="0"/>
                    </a:cubicBezTo>
                    <a:cubicBezTo>
                      <a:pt x="8" y="0"/>
                      <a:pt x="1" y="3"/>
                      <a:pt x="1" y="7"/>
                    </a:cubicBezTo>
                    <a:cubicBezTo>
                      <a:pt x="0" y="10"/>
                      <a:pt x="6" y="14"/>
                      <a:pt x="14" y="14"/>
                    </a:cubicBezTo>
                    <a:cubicBezTo>
                      <a:pt x="22" y="14"/>
                      <a:pt x="29" y="10"/>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73" name="Freeform 33"/>
              <p:cNvSpPr>
                <a:spLocks/>
              </p:cNvSpPr>
              <p:nvPr/>
            </p:nvSpPr>
            <p:spPr bwMode="auto">
              <a:xfrm>
                <a:off x="3001" y="2094"/>
                <a:ext cx="62" cy="29"/>
              </a:xfrm>
              <a:custGeom>
                <a:avLst/>
                <a:gdLst>
                  <a:gd name="T0" fmla="*/ 29 w 30"/>
                  <a:gd name="T1" fmla="*/ 7 h 14"/>
                  <a:gd name="T2" fmla="*/ 16 w 30"/>
                  <a:gd name="T3" fmla="*/ 0 h 14"/>
                  <a:gd name="T4" fmla="*/ 1 w 30"/>
                  <a:gd name="T5" fmla="*/ 7 h 14"/>
                  <a:gd name="T6" fmla="*/ 14 w 30"/>
                  <a:gd name="T7" fmla="*/ 14 h 14"/>
                  <a:gd name="T8" fmla="*/ 29 w 30"/>
                  <a:gd name="T9" fmla="*/ 7 h 14"/>
                </a:gdLst>
                <a:ahLst/>
                <a:cxnLst>
                  <a:cxn ang="0">
                    <a:pos x="T0" y="T1"/>
                  </a:cxn>
                  <a:cxn ang="0">
                    <a:pos x="T2" y="T3"/>
                  </a:cxn>
                  <a:cxn ang="0">
                    <a:pos x="T4" y="T5"/>
                  </a:cxn>
                  <a:cxn ang="0">
                    <a:pos x="T6" y="T7"/>
                  </a:cxn>
                  <a:cxn ang="0">
                    <a:pos x="T8" y="T9"/>
                  </a:cxn>
                </a:cxnLst>
                <a:rect l="0" t="0" r="r" b="b"/>
                <a:pathLst>
                  <a:path w="30" h="14">
                    <a:moveTo>
                      <a:pt x="29" y="7"/>
                    </a:moveTo>
                    <a:cubicBezTo>
                      <a:pt x="30" y="3"/>
                      <a:pt x="24" y="0"/>
                      <a:pt x="16" y="0"/>
                    </a:cubicBezTo>
                    <a:cubicBezTo>
                      <a:pt x="8" y="0"/>
                      <a:pt x="1" y="3"/>
                      <a:pt x="1" y="7"/>
                    </a:cubicBezTo>
                    <a:cubicBezTo>
                      <a:pt x="0" y="10"/>
                      <a:pt x="6" y="14"/>
                      <a:pt x="14" y="14"/>
                    </a:cubicBezTo>
                    <a:cubicBezTo>
                      <a:pt x="22" y="14"/>
                      <a:pt x="29" y="10"/>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74" name="Freeform 34"/>
              <p:cNvSpPr>
                <a:spLocks/>
              </p:cNvSpPr>
              <p:nvPr/>
            </p:nvSpPr>
            <p:spPr bwMode="auto">
              <a:xfrm>
                <a:off x="3073" y="2094"/>
                <a:ext cx="62" cy="29"/>
              </a:xfrm>
              <a:custGeom>
                <a:avLst/>
                <a:gdLst>
                  <a:gd name="T0" fmla="*/ 29 w 30"/>
                  <a:gd name="T1" fmla="*/ 7 h 14"/>
                  <a:gd name="T2" fmla="*/ 16 w 30"/>
                  <a:gd name="T3" fmla="*/ 0 h 14"/>
                  <a:gd name="T4" fmla="*/ 1 w 30"/>
                  <a:gd name="T5" fmla="*/ 7 h 14"/>
                  <a:gd name="T6" fmla="*/ 14 w 30"/>
                  <a:gd name="T7" fmla="*/ 14 h 14"/>
                  <a:gd name="T8" fmla="*/ 29 w 30"/>
                  <a:gd name="T9" fmla="*/ 7 h 14"/>
                </a:gdLst>
                <a:ahLst/>
                <a:cxnLst>
                  <a:cxn ang="0">
                    <a:pos x="T0" y="T1"/>
                  </a:cxn>
                  <a:cxn ang="0">
                    <a:pos x="T2" y="T3"/>
                  </a:cxn>
                  <a:cxn ang="0">
                    <a:pos x="T4" y="T5"/>
                  </a:cxn>
                  <a:cxn ang="0">
                    <a:pos x="T6" y="T7"/>
                  </a:cxn>
                  <a:cxn ang="0">
                    <a:pos x="T8" y="T9"/>
                  </a:cxn>
                </a:cxnLst>
                <a:rect l="0" t="0" r="r" b="b"/>
                <a:pathLst>
                  <a:path w="30" h="14">
                    <a:moveTo>
                      <a:pt x="29" y="7"/>
                    </a:moveTo>
                    <a:cubicBezTo>
                      <a:pt x="30" y="3"/>
                      <a:pt x="24" y="0"/>
                      <a:pt x="16" y="0"/>
                    </a:cubicBezTo>
                    <a:cubicBezTo>
                      <a:pt x="8" y="0"/>
                      <a:pt x="1" y="3"/>
                      <a:pt x="1" y="7"/>
                    </a:cubicBezTo>
                    <a:cubicBezTo>
                      <a:pt x="0" y="10"/>
                      <a:pt x="6" y="14"/>
                      <a:pt x="14" y="14"/>
                    </a:cubicBezTo>
                    <a:cubicBezTo>
                      <a:pt x="22" y="14"/>
                      <a:pt x="29" y="10"/>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75" name="Freeform 35"/>
              <p:cNvSpPr>
                <a:spLocks/>
              </p:cNvSpPr>
              <p:nvPr/>
            </p:nvSpPr>
            <p:spPr bwMode="auto">
              <a:xfrm>
                <a:off x="2558" y="2129"/>
                <a:ext cx="64" cy="29"/>
              </a:xfrm>
              <a:custGeom>
                <a:avLst/>
                <a:gdLst>
                  <a:gd name="T0" fmla="*/ 30 w 31"/>
                  <a:gd name="T1" fmla="*/ 7 h 14"/>
                  <a:gd name="T2" fmla="*/ 17 w 31"/>
                  <a:gd name="T3" fmla="*/ 0 h 14"/>
                  <a:gd name="T4" fmla="*/ 1 w 31"/>
                  <a:gd name="T5" fmla="*/ 7 h 14"/>
                  <a:gd name="T6" fmla="*/ 13 w 31"/>
                  <a:gd name="T7" fmla="*/ 14 h 14"/>
                  <a:gd name="T8" fmla="*/ 30 w 31"/>
                  <a:gd name="T9" fmla="*/ 7 h 14"/>
                </a:gdLst>
                <a:ahLst/>
                <a:cxnLst>
                  <a:cxn ang="0">
                    <a:pos x="T0" y="T1"/>
                  </a:cxn>
                  <a:cxn ang="0">
                    <a:pos x="T2" y="T3"/>
                  </a:cxn>
                  <a:cxn ang="0">
                    <a:pos x="T4" y="T5"/>
                  </a:cxn>
                  <a:cxn ang="0">
                    <a:pos x="T6" y="T7"/>
                  </a:cxn>
                  <a:cxn ang="0">
                    <a:pos x="T8" y="T9"/>
                  </a:cxn>
                </a:cxnLst>
                <a:rect l="0" t="0" r="r" b="b"/>
                <a:pathLst>
                  <a:path w="31" h="14">
                    <a:moveTo>
                      <a:pt x="30" y="7"/>
                    </a:moveTo>
                    <a:cubicBezTo>
                      <a:pt x="31" y="3"/>
                      <a:pt x="25" y="0"/>
                      <a:pt x="17" y="0"/>
                    </a:cubicBezTo>
                    <a:cubicBezTo>
                      <a:pt x="9" y="0"/>
                      <a:pt x="2" y="3"/>
                      <a:pt x="1" y="7"/>
                    </a:cubicBezTo>
                    <a:cubicBezTo>
                      <a:pt x="0" y="11"/>
                      <a:pt x="5" y="14"/>
                      <a:pt x="13" y="14"/>
                    </a:cubicBezTo>
                    <a:cubicBezTo>
                      <a:pt x="21" y="14"/>
                      <a:pt x="29"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76" name="Freeform 36"/>
              <p:cNvSpPr>
                <a:spLocks/>
              </p:cNvSpPr>
              <p:nvPr/>
            </p:nvSpPr>
            <p:spPr bwMode="auto">
              <a:xfrm>
                <a:off x="2630" y="2129"/>
                <a:ext cx="64" cy="29"/>
              </a:xfrm>
              <a:custGeom>
                <a:avLst/>
                <a:gdLst>
                  <a:gd name="T0" fmla="*/ 30 w 31"/>
                  <a:gd name="T1" fmla="*/ 7 h 14"/>
                  <a:gd name="T2" fmla="*/ 17 w 31"/>
                  <a:gd name="T3" fmla="*/ 0 h 14"/>
                  <a:gd name="T4" fmla="*/ 1 w 31"/>
                  <a:gd name="T5" fmla="*/ 7 h 14"/>
                  <a:gd name="T6" fmla="*/ 14 w 31"/>
                  <a:gd name="T7" fmla="*/ 14 h 14"/>
                  <a:gd name="T8" fmla="*/ 30 w 31"/>
                  <a:gd name="T9" fmla="*/ 7 h 14"/>
                </a:gdLst>
                <a:ahLst/>
                <a:cxnLst>
                  <a:cxn ang="0">
                    <a:pos x="T0" y="T1"/>
                  </a:cxn>
                  <a:cxn ang="0">
                    <a:pos x="T2" y="T3"/>
                  </a:cxn>
                  <a:cxn ang="0">
                    <a:pos x="T4" y="T5"/>
                  </a:cxn>
                  <a:cxn ang="0">
                    <a:pos x="T6" y="T7"/>
                  </a:cxn>
                  <a:cxn ang="0">
                    <a:pos x="T8" y="T9"/>
                  </a:cxn>
                </a:cxnLst>
                <a:rect l="0" t="0" r="r" b="b"/>
                <a:pathLst>
                  <a:path w="31" h="14">
                    <a:moveTo>
                      <a:pt x="30" y="7"/>
                    </a:moveTo>
                    <a:cubicBezTo>
                      <a:pt x="31" y="3"/>
                      <a:pt x="25" y="0"/>
                      <a:pt x="17" y="0"/>
                    </a:cubicBezTo>
                    <a:cubicBezTo>
                      <a:pt x="9" y="0"/>
                      <a:pt x="2" y="3"/>
                      <a:pt x="1" y="7"/>
                    </a:cubicBezTo>
                    <a:cubicBezTo>
                      <a:pt x="0" y="11"/>
                      <a:pt x="6" y="14"/>
                      <a:pt x="14" y="14"/>
                    </a:cubicBezTo>
                    <a:cubicBezTo>
                      <a:pt x="22" y="14"/>
                      <a:pt x="29"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77" name="Freeform 37"/>
              <p:cNvSpPr>
                <a:spLocks/>
              </p:cNvSpPr>
              <p:nvPr/>
            </p:nvSpPr>
            <p:spPr bwMode="auto">
              <a:xfrm>
                <a:off x="2702" y="2129"/>
                <a:ext cx="64" cy="29"/>
              </a:xfrm>
              <a:custGeom>
                <a:avLst/>
                <a:gdLst>
                  <a:gd name="T0" fmla="*/ 30 w 31"/>
                  <a:gd name="T1" fmla="*/ 7 h 14"/>
                  <a:gd name="T2" fmla="*/ 18 w 31"/>
                  <a:gd name="T3" fmla="*/ 0 h 14"/>
                  <a:gd name="T4" fmla="*/ 1 w 31"/>
                  <a:gd name="T5" fmla="*/ 7 h 14"/>
                  <a:gd name="T6" fmla="*/ 14 w 31"/>
                  <a:gd name="T7" fmla="*/ 14 h 14"/>
                  <a:gd name="T8" fmla="*/ 30 w 31"/>
                  <a:gd name="T9" fmla="*/ 7 h 14"/>
                </a:gdLst>
                <a:ahLst/>
                <a:cxnLst>
                  <a:cxn ang="0">
                    <a:pos x="T0" y="T1"/>
                  </a:cxn>
                  <a:cxn ang="0">
                    <a:pos x="T2" y="T3"/>
                  </a:cxn>
                  <a:cxn ang="0">
                    <a:pos x="T4" y="T5"/>
                  </a:cxn>
                  <a:cxn ang="0">
                    <a:pos x="T6" y="T7"/>
                  </a:cxn>
                  <a:cxn ang="0">
                    <a:pos x="T8" y="T9"/>
                  </a:cxn>
                </a:cxnLst>
                <a:rect l="0" t="0" r="r" b="b"/>
                <a:pathLst>
                  <a:path w="31" h="14">
                    <a:moveTo>
                      <a:pt x="30" y="7"/>
                    </a:moveTo>
                    <a:cubicBezTo>
                      <a:pt x="31" y="3"/>
                      <a:pt x="25" y="0"/>
                      <a:pt x="18" y="0"/>
                    </a:cubicBezTo>
                    <a:cubicBezTo>
                      <a:pt x="10" y="0"/>
                      <a:pt x="2" y="3"/>
                      <a:pt x="1" y="7"/>
                    </a:cubicBezTo>
                    <a:cubicBezTo>
                      <a:pt x="0" y="11"/>
                      <a:pt x="6" y="14"/>
                      <a:pt x="14" y="14"/>
                    </a:cubicBezTo>
                    <a:cubicBezTo>
                      <a:pt x="22" y="14"/>
                      <a:pt x="29"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78" name="Freeform 38"/>
              <p:cNvSpPr>
                <a:spLocks/>
              </p:cNvSpPr>
              <p:nvPr/>
            </p:nvSpPr>
            <p:spPr bwMode="auto">
              <a:xfrm>
                <a:off x="2776" y="2129"/>
                <a:ext cx="62" cy="29"/>
              </a:xfrm>
              <a:custGeom>
                <a:avLst/>
                <a:gdLst>
                  <a:gd name="T0" fmla="*/ 30 w 30"/>
                  <a:gd name="T1" fmla="*/ 7 h 14"/>
                  <a:gd name="T2" fmla="*/ 17 w 30"/>
                  <a:gd name="T3" fmla="*/ 0 h 14"/>
                  <a:gd name="T4" fmla="*/ 1 w 30"/>
                  <a:gd name="T5" fmla="*/ 7 h 14"/>
                  <a:gd name="T6" fmla="*/ 14 w 30"/>
                  <a:gd name="T7" fmla="*/ 14 h 14"/>
                  <a:gd name="T8" fmla="*/ 30 w 30"/>
                  <a:gd name="T9" fmla="*/ 7 h 14"/>
                </a:gdLst>
                <a:ahLst/>
                <a:cxnLst>
                  <a:cxn ang="0">
                    <a:pos x="T0" y="T1"/>
                  </a:cxn>
                  <a:cxn ang="0">
                    <a:pos x="T2" y="T3"/>
                  </a:cxn>
                  <a:cxn ang="0">
                    <a:pos x="T4" y="T5"/>
                  </a:cxn>
                  <a:cxn ang="0">
                    <a:pos x="T6" y="T7"/>
                  </a:cxn>
                  <a:cxn ang="0">
                    <a:pos x="T8" y="T9"/>
                  </a:cxn>
                </a:cxnLst>
                <a:rect l="0" t="0" r="r" b="b"/>
                <a:pathLst>
                  <a:path w="30" h="14">
                    <a:moveTo>
                      <a:pt x="30" y="7"/>
                    </a:moveTo>
                    <a:cubicBezTo>
                      <a:pt x="30" y="3"/>
                      <a:pt x="25" y="0"/>
                      <a:pt x="17" y="0"/>
                    </a:cubicBezTo>
                    <a:cubicBezTo>
                      <a:pt x="9" y="0"/>
                      <a:pt x="2" y="3"/>
                      <a:pt x="1" y="7"/>
                    </a:cubicBezTo>
                    <a:cubicBezTo>
                      <a:pt x="0" y="11"/>
                      <a:pt x="6" y="14"/>
                      <a:pt x="14" y="14"/>
                    </a:cubicBezTo>
                    <a:cubicBezTo>
                      <a:pt x="22" y="14"/>
                      <a:pt x="29"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79" name="Freeform 39"/>
              <p:cNvSpPr>
                <a:spLocks/>
              </p:cNvSpPr>
              <p:nvPr/>
            </p:nvSpPr>
            <p:spPr bwMode="auto">
              <a:xfrm>
                <a:off x="2849" y="2129"/>
                <a:ext cx="64" cy="29"/>
              </a:xfrm>
              <a:custGeom>
                <a:avLst/>
                <a:gdLst>
                  <a:gd name="T0" fmla="*/ 30 w 31"/>
                  <a:gd name="T1" fmla="*/ 7 h 14"/>
                  <a:gd name="T2" fmla="*/ 17 w 31"/>
                  <a:gd name="T3" fmla="*/ 0 h 14"/>
                  <a:gd name="T4" fmla="*/ 1 w 31"/>
                  <a:gd name="T5" fmla="*/ 7 h 14"/>
                  <a:gd name="T6" fmla="*/ 14 w 31"/>
                  <a:gd name="T7" fmla="*/ 14 h 14"/>
                  <a:gd name="T8" fmla="*/ 30 w 31"/>
                  <a:gd name="T9" fmla="*/ 7 h 14"/>
                </a:gdLst>
                <a:ahLst/>
                <a:cxnLst>
                  <a:cxn ang="0">
                    <a:pos x="T0" y="T1"/>
                  </a:cxn>
                  <a:cxn ang="0">
                    <a:pos x="T2" y="T3"/>
                  </a:cxn>
                  <a:cxn ang="0">
                    <a:pos x="T4" y="T5"/>
                  </a:cxn>
                  <a:cxn ang="0">
                    <a:pos x="T6" y="T7"/>
                  </a:cxn>
                  <a:cxn ang="0">
                    <a:pos x="T8" y="T9"/>
                  </a:cxn>
                </a:cxnLst>
                <a:rect l="0" t="0" r="r" b="b"/>
                <a:pathLst>
                  <a:path w="31" h="14">
                    <a:moveTo>
                      <a:pt x="30" y="7"/>
                    </a:moveTo>
                    <a:cubicBezTo>
                      <a:pt x="31" y="3"/>
                      <a:pt x="25" y="0"/>
                      <a:pt x="17" y="0"/>
                    </a:cubicBezTo>
                    <a:cubicBezTo>
                      <a:pt x="9" y="0"/>
                      <a:pt x="2" y="3"/>
                      <a:pt x="1" y="7"/>
                    </a:cubicBezTo>
                    <a:cubicBezTo>
                      <a:pt x="0" y="11"/>
                      <a:pt x="6" y="14"/>
                      <a:pt x="14" y="14"/>
                    </a:cubicBezTo>
                    <a:cubicBezTo>
                      <a:pt x="22" y="14"/>
                      <a:pt x="29"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80" name="Freeform 40"/>
              <p:cNvSpPr>
                <a:spLocks/>
              </p:cNvSpPr>
              <p:nvPr/>
            </p:nvSpPr>
            <p:spPr bwMode="auto">
              <a:xfrm>
                <a:off x="2923" y="2129"/>
                <a:ext cx="62" cy="29"/>
              </a:xfrm>
              <a:custGeom>
                <a:avLst/>
                <a:gdLst>
                  <a:gd name="T0" fmla="*/ 29 w 30"/>
                  <a:gd name="T1" fmla="*/ 7 h 14"/>
                  <a:gd name="T2" fmla="*/ 16 w 30"/>
                  <a:gd name="T3" fmla="*/ 0 h 14"/>
                  <a:gd name="T4" fmla="*/ 1 w 30"/>
                  <a:gd name="T5" fmla="*/ 7 h 14"/>
                  <a:gd name="T6" fmla="*/ 14 w 30"/>
                  <a:gd name="T7" fmla="*/ 14 h 14"/>
                  <a:gd name="T8" fmla="*/ 29 w 30"/>
                  <a:gd name="T9" fmla="*/ 7 h 14"/>
                </a:gdLst>
                <a:ahLst/>
                <a:cxnLst>
                  <a:cxn ang="0">
                    <a:pos x="T0" y="T1"/>
                  </a:cxn>
                  <a:cxn ang="0">
                    <a:pos x="T2" y="T3"/>
                  </a:cxn>
                  <a:cxn ang="0">
                    <a:pos x="T4" y="T5"/>
                  </a:cxn>
                  <a:cxn ang="0">
                    <a:pos x="T6" y="T7"/>
                  </a:cxn>
                  <a:cxn ang="0">
                    <a:pos x="T8" y="T9"/>
                  </a:cxn>
                </a:cxnLst>
                <a:rect l="0" t="0" r="r" b="b"/>
                <a:pathLst>
                  <a:path w="30" h="14">
                    <a:moveTo>
                      <a:pt x="29" y="7"/>
                    </a:moveTo>
                    <a:cubicBezTo>
                      <a:pt x="30" y="3"/>
                      <a:pt x="24" y="0"/>
                      <a:pt x="16" y="0"/>
                    </a:cubicBezTo>
                    <a:cubicBezTo>
                      <a:pt x="8" y="0"/>
                      <a:pt x="1" y="3"/>
                      <a:pt x="1" y="7"/>
                    </a:cubicBezTo>
                    <a:cubicBezTo>
                      <a:pt x="0" y="11"/>
                      <a:pt x="6" y="14"/>
                      <a:pt x="14" y="14"/>
                    </a:cubicBezTo>
                    <a:cubicBezTo>
                      <a:pt x="22" y="14"/>
                      <a:pt x="29" y="11"/>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81" name="Freeform 41"/>
              <p:cNvSpPr>
                <a:spLocks/>
              </p:cNvSpPr>
              <p:nvPr/>
            </p:nvSpPr>
            <p:spPr bwMode="auto">
              <a:xfrm>
                <a:off x="2995" y="2129"/>
                <a:ext cx="62" cy="29"/>
              </a:xfrm>
              <a:custGeom>
                <a:avLst/>
                <a:gdLst>
                  <a:gd name="T0" fmla="*/ 30 w 30"/>
                  <a:gd name="T1" fmla="*/ 7 h 14"/>
                  <a:gd name="T2" fmla="*/ 16 w 30"/>
                  <a:gd name="T3" fmla="*/ 0 h 14"/>
                  <a:gd name="T4" fmla="*/ 1 w 30"/>
                  <a:gd name="T5" fmla="*/ 7 h 14"/>
                  <a:gd name="T6" fmla="*/ 14 w 30"/>
                  <a:gd name="T7" fmla="*/ 14 h 14"/>
                  <a:gd name="T8" fmla="*/ 30 w 30"/>
                  <a:gd name="T9" fmla="*/ 7 h 14"/>
                </a:gdLst>
                <a:ahLst/>
                <a:cxnLst>
                  <a:cxn ang="0">
                    <a:pos x="T0" y="T1"/>
                  </a:cxn>
                  <a:cxn ang="0">
                    <a:pos x="T2" y="T3"/>
                  </a:cxn>
                  <a:cxn ang="0">
                    <a:pos x="T4" y="T5"/>
                  </a:cxn>
                  <a:cxn ang="0">
                    <a:pos x="T6" y="T7"/>
                  </a:cxn>
                  <a:cxn ang="0">
                    <a:pos x="T8" y="T9"/>
                  </a:cxn>
                </a:cxnLst>
                <a:rect l="0" t="0" r="r" b="b"/>
                <a:pathLst>
                  <a:path w="30" h="14">
                    <a:moveTo>
                      <a:pt x="30" y="7"/>
                    </a:moveTo>
                    <a:cubicBezTo>
                      <a:pt x="30" y="3"/>
                      <a:pt x="24" y="0"/>
                      <a:pt x="16" y="0"/>
                    </a:cubicBezTo>
                    <a:cubicBezTo>
                      <a:pt x="9" y="0"/>
                      <a:pt x="2" y="3"/>
                      <a:pt x="1" y="7"/>
                    </a:cubicBezTo>
                    <a:cubicBezTo>
                      <a:pt x="0" y="11"/>
                      <a:pt x="6" y="14"/>
                      <a:pt x="14" y="14"/>
                    </a:cubicBezTo>
                    <a:cubicBezTo>
                      <a:pt x="22" y="14"/>
                      <a:pt x="29"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82" name="Freeform 42"/>
              <p:cNvSpPr>
                <a:spLocks/>
              </p:cNvSpPr>
              <p:nvPr/>
            </p:nvSpPr>
            <p:spPr bwMode="auto">
              <a:xfrm>
                <a:off x="3069" y="2129"/>
                <a:ext cx="62" cy="29"/>
              </a:xfrm>
              <a:custGeom>
                <a:avLst/>
                <a:gdLst>
                  <a:gd name="T0" fmla="*/ 29 w 30"/>
                  <a:gd name="T1" fmla="*/ 7 h 14"/>
                  <a:gd name="T2" fmla="*/ 16 w 30"/>
                  <a:gd name="T3" fmla="*/ 0 h 14"/>
                  <a:gd name="T4" fmla="*/ 0 w 30"/>
                  <a:gd name="T5" fmla="*/ 7 h 14"/>
                  <a:gd name="T6" fmla="*/ 14 w 30"/>
                  <a:gd name="T7" fmla="*/ 14 h 14"/>
                  <a:gd name="T8" fmla="*/ 29 w 30"/>
                  <a:gd name="T9" fmla="*/ 7 h 14"/>
                </a:gdLst>
                <a:ahLst/>
                <a:cxnLst>
                  <a:cxn ang="0">
                    <a:pos x="T0" y="T1"/>
                  </a:cxn>
                  <a:cxn ang="0">
                    <a:pos x="T2" y="T3"/>
                  </a:cxn>
                  <a:cxn ang="0">
                    <a:pos x="T4" y="T5"/>
                  </a:cxn>
                  <a:cxn ang="0">
                    <a:pos x="T6" y="T7"/>
                  </a:cxn>
                  <a:cxn ang="0">
                    <a:pos x="T8" y="T9"/>
                  </a:cxn>
                </a:cxnLst>
                <a:rect l="0" t="0" r="r" b="b"/>
                <a:pathLst>
                  <a:path w="30" h="14">
                    <a:moveTo>
                      <a:pt x="29" y="7"/>
                    </a:moveTo>
                    <a:cubicBezTo>
                      <a:pt x="30" y="3"/>
                      <a:pt x="24" y="0"/>
                      <a:pt x="16" y="0"/>
                    </a:cubicBezTo>
                    <a:cubicBezTo>
                      <a:pt x="8" y="0"/>
                      <a:pt x="1" y="3"/>
                      <a:pt x="0" y="7"/>
                    </a:cubicBezTo>
                    <a:cubicBezTo>
                      <a:pt x="0" y="11"/>
                      <a:pt x="6" y="14"/>
                      <a:pt x="14" y="14"/>
                    </a:cubicBezTo>
                    <a:cubicBezTo>
                      <a:pt x="22" y="14"/>
                      <a:pt x="29" y="11"/>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83" name="Freeform 43"/>
              <p:cNvSpPr>
                <a:spLocks/>
              </p:cNvSpPr>
              <p:nvPr/>
            </p:nvSpPr>
            <p:spPr bwMode="auto">
              <a:xfrm>
                <a:off x="2620" y="2165"/>
                <a:ext cx="66" cy="29"/>
              </a:xfrm>
              <a:custGeom>
                <a:avLst/>
                <a:gdLst>
                  <a:gd name="T0" fmla="*/ 31 w 32"/>
                  <a:gd name="T1" fmla="*/ 7 h 14"/>
                  <a:gd name="T2" fmla="*/ 18 w 32"/>
                  <a:gd name="T3" fmla="*/ 0 h 14"/>
                  <a:gd name="T4" fmla="*/ 1 w 32"/>
                  <a:gd name="T5" fmla="*/ 7 h 14"/>
                  <a:gd name="T6" fmla="*/ 14 w 32"/>
                  <a:gd name="T7" fmla="*/ 14 h 14"/>
                  <a:gd name="T8" fmla="*/ 31 w 32"/>
                  <a:gd name="T9" fmla="*/ 7 h 14"/>
                </a:gdLst>
                <a:ahLst/>
                <a:cxnLst>
                  <a:cxn ang="0">
                    <a:pos x="T0" y="T1"/>
                  </a:cxn>
                  <a:cxn ang="0">
                    <a:pos x="T2" y="T3"/>
                  </a:cxn>
                  <a:cxn ang="0">
                    <a:pos x="T4" y="T5"/>
                  </a:cxn>
                  <a:cxn ang="0">
                    <a:pos x="T6" y="T7"/>
                  </a:cxn>
                  <a:cxn ang="0">
                    <a:pos x="T8" y="T9"/>
                  </a:cxn>
                </a:cxnLst>
                <a:rect l="0" t="0" r="r" b="b"/>
                <a:pathLst>
                  <a:path w="32" h="14">
                    <a:moveTo>
                      <a:pt x="31" y="7"/>
                    </a:moveTo>
                    <a:cubicBezTo>
                      <a:pt x="32" y="3"/>
                      <a:pt x="26" y="0"/>
                      <a:pt x="18" y="0"/>
                    </a:cubicBezTo>
                    <a:cubicBezTo>
                      <a:pt x="10" y="0"/>
                      <a:pt x="2" y="3"/>
                      <a:pt x="1" y="7"/>
                    </a:cubicBezTo>
                    <a:cubicBezTo>
                      <a:pt x="0" y="11"/>
                      <a:pt x="6" y="14"/>
                      <a:pt x="14" y="14"/>
                    </a:cubicBezTo>
                    <a:cubicBezTo>
                      <a:pt x="22" y="14"/>
                      <a:pt x="30"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84" name="Freeform 44"/>
              <p:cNvSpPr>
                <a:spLocks/>
              </p:cNvSpPr>
              <p:nvPr/>
            </p:nvSpPr>
            <p:spPr bwMode="auto">
              <a:xfrm>
                <a:off x="2694" y="2165"/>
                <a:ext cx="64" cy="29"/>
              </a:xfrm>
              <a:custGeom>
                <a:avLst/>
                <a:gdLst>
                  <a:gd name="T0" fmla="*/ 30 w 31"/>
                  <a:gd name="T1" fmla="*/ 7 h 14"/>
                  <a:gd name="T2" fmla="*/ 17 w 31"/>
                  <a:gd name="T3" fmla="*/ 0 h 14"/>
                  <a:gd name="T4" fmla="*/ 1 w 31"/>
                  <a:gd name="T5" fmla="*/ 7 h 14"/>
                  <a:gd name="T6" fmla="*/ 14 w 31"/>
                  <a:gd name="T7" fmla="*/ 14 h 14"/>
                  <a:gd name="T8" fmla="*/ 30 w 31"/>
                  <a:gd name="T9" fmla="*/ 7 h 14"/>
                </a:gdLst>
                <a:ahLst/>
                <a:cxnLst>
                  <a:cxn ang="0">
                    <a:pos x="T0" y="T1"/>
                  </a:cxn>
                  <a:cxn ang="0">
                    <a:pos x="T2" y="T3"/>
                  </a:cxn>
                  <a:cxn ang="0">
                    <a:pos x="T4" y="T5"/>
                  </a:cxn>
                  <a:cxn ang="0">
                    <a:pos x="T6" y="T7"/>
                  </a:cxn>
                  <a:cxn ang="0">
                    <a:pos x="T8" y="T9"/>
                  </a:cxn>
                </a:cxnLst>
                <a:rect l="0" t="0" r="r" b="b"/>
                <a:pathLst>
                  <a:path w="31" h="14">
                    <a:moveTo>
                      <a:pt x="30" y="7"/>
                    </a:moveTo>
                    <a:cubicBezTo>
                      <a:pt x="31" y="3"/>
                      <a:pt x="25" y="0"/>
                      <a:pt x="17" y="0"/>
                    </a:cubicBezTo>
                    <a:cubicBezTo>
                      <a:pt x="9" y="0"/>
                      <a:pt x="2" y="3"/>
                      <a:pt x="1" y="7"/>
                    </a:cubicBezTo>
                    <a:cubicBezTo>
                      <a:pt x="0" y="11"/>
                      <a:pt x="6" y="14"/>
                      <a:pt x="14" y="14"/>
                    </a:cubicBezTo>
                    <a:cubicBezTo>
                      <a:pt x="22" y="14"/>
                      <a:pt x="29"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85" name="Freeform 45"/>
              <p:cNvSpPr>
                <a:spLocks/>
              </p:cNvSpPr>
              <p:nvPr/>
            </p:nvSpPr>
            <p:spPr bwMode="auto">
              <a:xfrm>
                <a:off x="2768" y="2165"/>
                <a:ext cx="64" cy="29"/>
              </a:xfrm>
              <a:custGeom>
                <a:avLst/>
                <a:gdLst>
                  <a:gd name="T0" fmla="*/ 30 w 31"/>
                  <a:gd name="T1" fmla="*/ 7 h 14"/>
                  <a:gd name="T2" fmla="*/ 17 w 31"/>
                  <a:gd name="T3" fmla="*/ 0 h 14"/>
                  <a:gd name="T4" fmla="*/ 1 w 31"/>
                  <a:gd name="T5" fmla="*/ 7 h 14"/>
                  <a:gd name="T6" fmla="*/ 14 w 31"/>
                  <a:gd name="T7" fmla="*/ 14 h 14"/>
                  <a:gd name="T8" fmla="*/ 30 w 31"/>
                  <a:gd name="T9" fmla="*/ 7 h 14"/>
                </a:gdLst>
                <a:ahLst/>
                <a:cxnLst>
                  <a:cxn ang="0">
                    <a:pos x="T0" y="T1"/>
                  </a:cxn>
                  <a:cxn ang="0">
                    <a:pos x="T2" y="T3"/>
                  </a:cxn>
                  <a:cxn ang="0">
                    <a:pos x="T4" y="T5"/>
                  </a:cxn>
                  <a:cxn ang="0">
                    <a:pos x="T6" y="T7"/>
                  </a:cxn>
                  <a:cxn ang="0">
                    <a:pos x="T8" y="T9"/>
                  </a:cxn>
                </a:cxnLst>
                <a:rect l="0" t="0" r="r" b="b"/>
                <a:pathLst>
                  <a:path w="31" h="14">
                    <a:moveTo>
                      <a:pt x="30" y="7"/>
                    </a:moveTo>
                    <a:cubicBezTo>
                      <a:pt x="31" y="3"/>
                      <a:pt x="25" y="0"/>
                      <a:pt x="17" y="0"/>
                    </a:cubicBezTo>
                    <a:cubicBezTo>
                      <a:pt x="9" y="0"/>
                      <a:pt x="2" y="3"/>
                      <a:pt x="1" y="7"/>
                    </a:cubicBezTo>
                    <a:cubicBezTo>
                      <a:pt x="0" y="11"/>
                      <a:pt x="6" y="14"/>
                      <a:pt x="14" y="14"/>
                    </a:cubicBezTo>
                    <a:cubicBezTo>
                      <a:pt x="22" y="14"/>
                      <a:pt x="29"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86" name="Freeform 46"/>
              <p:cNvSpPr>
                <a:spLocks/>
              </p:cNvSpPr>
              <p:nvPr/>
            </p:nvSpPr>
            <p:spPr bwMode="auto">
              <a:xfrm>
                <a:off x="2842" y="2165"/>
                <a:ext cx="62" cy="29"/>
              </a:xfrm>
              <a:custGeom>
                <a:avLst/>
                <a:gdLst>
                  <a:gd name="T0" fmla="*/ 30 w 30"/>
                  <a:gd name="T1" fmla="*/ 7 h 14"/>
                  <a:gd name="T2" fmla="*/ 17 w 30"/>
                  <a:gd name="T3" fmla="*/ 0 h 14"/>
                  <a:gd name="T4" fmla="*/ 1 w 30"/>
                  <a:gd name="T5" fmla="*/ 7 h 14"/>
                  <a:gd name="T6" fmla="*/ 14 w 30"/>
                  <a:gd name="T7" fmla="*/ 14 h 14"/>
                  <a:gd name="T8" fmla="*/ 30 w 30"/>
                  <a:gd name="T9" fmla="*/ 7 h 14"/>
                </a:gdLst>
                <a:ahLst/>
                <a:cxnLst>
                  <a:cxn ang="0">
                    <a:pos x="T0" y="T1"/>
                  </a:cxn>
                  <a:cxn ang="0">
                    <a:pos x="T2" y="T3"/>
                  </a:cxn>
                  <a:cxn ang="0">
                    <a:pos x="T4" y="T5"/>
                  </a:cxn>
                  <a:cxn ang="0">
                    <a:pos x="T6" y="T7"/>
                  </a:cxn>
                  <a:cxn ang="0">
                    <a:pos x="T8" y="T9"/>
                  </a:cxn>
                </a:cxnLst>
                <a:rect l="0" t="0" r="r" b="b"/>
                <a:pathLst>
                  <a:path w="30" h="14">
                    <a:moveTo>
                      <a:pt x="30" y="7"/>
                    </a:moveTo>
                    <a:cubicBezTo>
                      <a:pt x="30" y="3"/>
                      <a:pt x="25" y="0"/>
                      <a:pt x="17" y="0"/>
                    </a:cubicBezTo>
                    <a:cubicBezTo>
                      <a:pt x="9" y="0"/>
                      <a:pt x="1" y="3"/>
                      <a:pt x="1" y="7"/>
                    </a:cubicBezTo>
                    <a:cubicBezTo>
                      <a:pt x="0" y="11"/>
                      <a:pt x="6" y="14"/>
                      <a:pt x="14" y="14"/>
                    </a:cubicBezTo>
                    <a:cubicBezTo>
                      <a:pt x="22" y="14"/>
                      <a:pt x="29"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87" name="Freeform 47"/>
              <p:cNvSpPr>
                <a:spLocks/>
              </p:cNvSpPr>
              <p:nvPr/>
            </p:nvSpPr>
            <p:spPr bwMode="auto">
              <a:xfrm>
                <a:off x="2915" y="2165"/>
                <a:ext cx="64" cy="29"/>
              </a:xfrm>
              <a:custGeom>
                <a:avLst/>
                <a:gdLst>
                  <a:gd name="T0" fmla="*/ 30 w 31"/>
                  <a:gd name="T1" fmla="*/ 7 h 14"/>
                  <a:gd name="T2" fmla="*/ 17 w 31"/>
                  <a:gd name="T3" fmla="*/ 0 h 14"/>
                  <a:gd name="T4" fmla="*/ 1 w 31"/>
                  <a:gd name="T5" fmla="*/ 7 h 14"/>
                  <a:gd name="T6" fmla="*/ 14 w 31"/>
                  <a:gd name="T7" fmla="*/ 14 h 14"/>
                  <a:gd name="T8" fmla="*/ 30 w 31"/>
                  <a:gd name="T9" fmla="*/ 7 h 14"/>
                </a:gdLst>
                <a:ahLst/>
                <a:cxnLst>
                  <a:cxn ang="0">
                    <a:pos x="T0" y="T1"/>
                  </a:cxn>
                  <a:cxn ang="0">
                    <a:pos x="T2" y="T3"/>
                  </a:cxn>
                  <a:cxn ang="0">
                    <a:pos x="T4" y="T5"/>
                  </a:cxn>
                  <a:cxn ang="0">
                    <a:pos x="T6" y="T7"/>
                  </a:cxn>
                  <a:cxn ang="0">
                    <a:pos x="T8" y="T9"/>
                  </a:cxn>
                </a:cxnLst>
                <a:rect l="0" t="0" r="r" b="b"/>
                <a:pathLst>
                  <a:path w="31" h="14">
                    <a:moveTo>
                      <a:pt x="30" y="7"/>
                    </a:moveTo>
                    <a:cubicBezTo>
                      <a:pt x="31" y="3"/>
                      <a:pt x="25" y="0"/>
                      <a:pt x="17" y="0"/>
                    </a:cubicBezTo>
                    <a:cubicBezTo>
                      <a:pt x="9" y="0"/>
                      <a:pt x="2" y="3"/>
                      <a:pt x="1" y="7"/>
                    </a:cubicBezTo>
                    <a:cubicBezTo>
                      <a:pt x="0" y="11"/>
                      <a:pt x="6" y="14"/>
                      <a:pt x="14" y="14"/>
                    </a:cubicBezTo>
                    <a:cubicBezTo>
                      <a:pt x="23" y="14"/>
                      <a:pt x="30"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88" name="Freeform 48"/>
              <p:cNvSpPr>
                <a:spLocks/>
              </p:cNvSpPr>
              <p:nvPr/>
            </p:nvSpPr>
            <p:spPr bwMode="auto">
              <a:xfrm>
                <a:off x="2989" y="2165"/>
                <a:ext cx="64" cy="29"/>
              </a:xfrm>
              <a:custGeom>
                <a:avLst/>
                <a:gdLst>
                  <a:gd name="T0" fmla="*/ 30 w 31"/>
                  <a:gd name="T1" fmla="*/ 7 h 14"/>
                  <a:gd name="T2" fmla="*/ 17 w 31"/>
                  <a:gd name="T3" fmla="*/ 0 h 14"/>
                  <a:gd name="T4" fmla="*/ 1 w 31"/>
                  <a:gd name="T5" fmla="*/ 7 h 14"/>
                  <a:gd name="T6" fmla="*/ 14 w 31"/>
                  <a:gd name="T7" fmla="*/ 14 h 14"/>
                  <a:gd name="T8" fmla="*/ 30 w 31"/>
                  <a:gd name="T9" fmla="*/ 7 h 14"/>
                </a:gdLst>
                <a:ahLst/>
                <a:cxnLst>
                  <a:cxn ang="0">
                    <a:pos x="T0" y="T1"/>
                  </a:cxn>
                  <a:cxn ang="0">
                    <a:pos x="T2" y="T3"/>
                  </a:cxn>
                  <a:cxn ang="0">
                    <a:pos x="T4" y="T5"/>
                  </a:cxn>
                  <a:cxn ang="0">
                    <a:pos x="T6" y="T7"/>
                  </a:cxn>
                  <a:cxn ang="0">
                    <a:pos x="T8" y="T9"/>
                  </a:cxn>
                </a:cxnLst>
                <a:rect l="0" t="0" r="r" b="b"/>
                <a:pathLst>
                  <a:path w="31" h="14">
                    <a:moveTo>
                      <a:pt x="30" y="7"/>
                    </a:moveTo>
                    <a:cubicBezTo>
                      <a:pt x="31" y="3"/>
                      <a:pt x="25" y="0"/>
                      <a:pt x="17" y="0"/>
                    </a:cubicBezTo>
                    <a:cubicBezTo>
                      <a:pt x="9" y="0"/>
                      <a:pt x="2" y="3"/>
                      <a:pt x="1" y="7"/>
                    </a:cubicBezTo>
                    <a:cubicBezTo>
                      <a:pt x="0" y="11"/>
                      <a:pt x="6" y="14"/>
                      <a:pt x="14" y="14"/>
                    </a:cubicBezTo>
                    <a:cubicBezTo>
                      <a:pt x="22" y="14"/>
                      <a:pt x="29"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89" name="Freeform 49"/>
              <p:cNvSpPr>
                <a:spLocks/>
              </p:cNvSpPr>
              <p:nvPr/>
            </p:nvSpPr>
            <p:spPr bwMode="auto">
              <a:xfrm>
                <a:off x="2611" y="2202"/>
                <a:ext cx="64" cy="31"/>
              </a:xfrm>
              <a:custGeom>
                <a:avLst/>
                <a:gdLst>
                  <a:gd name="T0" fmla="*/ 30 w 31"/>
                  <a:gd name="T1" fmla="*/ 7 h 15"/>
                  <a:gd name="T2" fmla="*/ 17 w 31"/>
                  <a:gd name="T3" fmla="*/ 0 h 15"/>
                  <a:gd name="T4" fmla="*/ 1 w 31"/>
                  <a:gd name="T5" fmla="*/ 7 h 15"/>
                  <a:gd name="T6" fmla="*/ 14 w 31"/>
                  <a:gd name="T7" fmla="*/ 15 h 15"/>
                  <a:gd name="T8" fmla="*/ 30 w 31"/>
                  <a:gd name="T9" fmla="*/ 7 h 15"/>
                </a:gdLst>
                <a:ahLst/>
                <a:cxnLst>
                  <a:cxn ang="0">
                    <a:pos x="T0" y="T1"/>
                  </a:cxn>
                  <a:cxn ang="0">
                    <a:pos x="T2" y="T3"/>
                  </a:cxn>
                  <a:cxn ang="0">
                    <a:pos x="T4" y="T5"/>
                  </a:cxn>
                  <a:cxn ang="0">
                    <a:pos x="T6" y="T7"/>
                  </a:cxn>
                  <a:cxn ang="0">
                    <a:pos x="T8" y="T9"/>
                  </a:cxn>
                </a:cxnLst>
                <a:rect l="0" t="0" r="r" b="b"/>
                <a:pathLst>
                  <a:path w="31" h="15">
                    <a:moveTo>
                      <a:pt x="30" y="7"/>
                    </a:moveTo>
                    <a:cubicBezTo>
                      <a:pt x="31" y="3"/>
                      <a:pt x="25" y="0"/>
                      <a:pt x="17" y="0"/>
                    </a:cubicBezTo>
                    <a:cubicBezTo>
                      <a:pt x="9" y="0"/>
                      <a:pt x="2" y="3"/>
                      <a:pt x="1" y="7"/>
                    </a:cubicBezTo>
                    <a:cubicBezTo>
                      <a:pt x="0" y="11"/>
                      <a:pt x="5" y="15"/>
                      <a:pt x="14" y="15"/>
                    </a:cubicBezTo>
                    <a:cubicBezTo>
                      <a:pt x="22" y="15"/>
                      <a:pt x="29"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90" name="Freeform 50"/>
              <p:cNvSpPr>
                <a:spLocks/>
              </p:cNvSpPr>
              <p:nvPr/>
            </p:nvSpPr>
            <p:spPr bwMode="auto">
              <a:xfrm>
                <a:off x="2686" y="2202"/>
                <a:ext cx="64" cy="31"/>
              </a:xfrm>
              <a:custGeom>
                <a:avLst/>
                <a:gdLst>
                  <a:gd name="T0" fmla="*/ 30 w 31"/>
                  <a:gd name="T1" fmla="*/ 7 h 15"/>
                  <a:gd name="T2" fmla="*/ 17 w 31"/>
                  <a:gd name="T3" fmla="*/ 0 h 15"/>
                  <a:gd name="T4" fmla="*/ 1 w 31"/>
                  <a:gd name="T5" fmla="*/ 7 h 15"/>
                  <a:gd name="T6" fmla="*/ 14 w 31"/>
                  <a:gd name="T7" fmla="*/ 15 h 15"/>
                  <a:gd name="T8" fmla="*/ 30 w 31"/>
                  <a:gd name="T9" fmla="*/ 7 h 15"/>
                </a:gdLst>
                <a:ahLst/>
                <a:cxnLst>
                  <a:cxn ang="0">
                    <a:pos x="T0" y="T1"/>
                  </a:cxn>
                  <a:cxn ang="0">
                    <a:pos x="T2" y="T3"/>
                  </a:cxn>
                  <a:cxn ang="0">
                    <a:pos x="T4" y="T5"/>
                  </a:cxn>
                  <a:cxn ang="0">
                    <a:pos x="T6" y="T7"/>
                  </a:cxn>
                  <a:cxn ang="0">
                    <a:pos x="T8" y="T9"/>
                  </a:cxn>
                </a:cxnLst>
                <a:rect l="0" t="0" r="r" b="b"/>
                <a:pathLst>
                  <a:path w="31" h="15">
                    <a:moveTo>
                      <a:pt x="30" y="7"/>
                    </a:moveTo>
                    <a:cubicBezTo>
                      <a:pt x="31" y="3"/>
                      <a:pt x="25" y="0"/>
                      <a:pt x="17" y="0"/>
                    </a:cubicBezTo>
                    <a:cubicBezTo>
                      <a:pt x="9" y="0"/>
                      <a:pt x="2" y="3"/>
                      <a:pt x="1" y="7"/>
                    </a:cubicBezTo>
                    <a:cubicBezTo>
                      <a:pt x="0" y="11"/>
                      <a:pt x="6" y="15"/>
                      <a:pt x="14" y="15"/>
                    </a:cubicBezTo>
                    <a:cubicBezTo>
                      <a:pt x="22" y="15"/>
                      <a:pt x="29"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91" name="Freeform 51"/>
              <p:cNvSpPr>
                <a:spLocks/>
              </p:cNvSpPr>
              <p:nvPr/>
            </p:nvSpPr>
            <p:spPr bwMode="auto">
              <a:xfrm>
                <a:off x="2760" y="2202"/>
                <a:ext cx="64" cy="31"/>
              </a:xfrm>
              <a:custGeom>
                <a:avLst/>
                <a:gdLst>
                  <a:gd name="T0" fmla="*/ 30 w 31"/>
                  <a:gd name="T1" fmla="*/ 7 h 15"/>
                  <a:gd name="T2" fmla="*/ 17 w 31"/>
                  <a:gd name="T3" fmla="*/ 0 h 15"/>
                  <a:gd name="T4" fmla="*/ 1 w 31"/>
                  <a:gd name="T5" fmla="*/ 7 h 15"/>
                  <a:gd name="T6" fmla="*/ 14 w 31"/>
                  <a:gd name="T7" fmla="*/ 15 h 15"/>
                  <a:gd name="T8" fmla="*/ 30 w 31"/>
                  <a:gd name="T9" fmla="*/ 7 h 15"/>
                </a:gdLst>
                <a:ahLst/>
                <a:cxnLst>
                  <a:cxn ang="0">
                    <a:pos x="T0" y="T1"/>
                  </a:cxn>
                  <a:cxn ang="0">
                    <a:pos x="T2" y="T3"/>
                  </a:cxn>
                  <a:cxn ang="0">
                    <a:pos x="T4" y="T5"/>
                  </a:cxn>
                  <a:cxn ang="0">
                    <a:pos x="T6" y="T7"/>
                  </a:cxn>
                  <a:cxn ang="0">
                    <a:pos x="T8" y="T9"/>
                  </a:cxn>
                </a:cxnLst>
                <a:rect l="0" t="0" r="r" b="b"/>
                <a:pathLst>
                  <a:path w="31" h="15">
                    <a:moveTo>
                      <a:pt x="30" y="7"/>
                    </a:moveTo>
                    <a:cubicBezTo>
                      <a:pt x="31" y="3"/>
                      <a:pt x="25" y="0"/>
                      <a:pt x="17" y="0"/>
                    </a:cubicBezTo>
                    <a:cubicBezTo>
                      <a:pt x="9" y="0"/>
                      <a:pt x="2" y="3"/>
                      <a:pt x="1" y="7"/>
                    </a:cubicBezTo>
                    <a:cubicBezTo>
                      <a:pt x="0" y="11"/>
                      <a:pt x="6" y="15"/>
                      <a:pt x="14" y="15"/>
                    </a:cubicBezTo>
                    <a:cubicBezTo>
                      <a:pt x="22" y="15"/>
                      <a:pt x="29"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92" name="Freeform 52"/>
              <p:cNvSpPr>
                <a:spLocks/>
              </p:cNvSpPr>
              <p:nvPr/>
            </p:nvSpPr>
            <p:spPr bwMode="auto">
              <a:xfrm>
                <a:off x="2675" y="2239"/>
                <a:ext cx="66" cy="31"/>
              </a:xfrm>
              <a:custGeom>
                <a:avLst/>
                <a:gdLst>
                  <a:gd name="T0" fmla="*/ 31 w 32"/>
                  <a:gd name="T1" fmla="*/ 7 h 15"/>
                  <a:gd name="T2" fmla="*/ 18 w 32"/>
                  <a:gd name="T3" fmla="*/ 0 h 15"/>
                  <a:gd name="T4" fmla="*/ 1 w 32"/>
                  <a:gd name="T5" fmla="*/ 7 h 15"/>
                  <a:gd name="T6" fmla="*/ 14 w 32"/>
                  <a:gd name="T7" fmla="*/ 15 h 15"/>
                  <a:gd name="T8" fmla="*/ 31 w 32"/>
                  <a:gd name="T9" fmla="*/ 7 h 15"/>
                </a:gdLst>
                <a:ahLst/>
                <a:cxnLst>
                  <a:cxn ang="0">
                    <a:pos x="T0" y="T1"/>
                  </a:cxn>
                  <a:cxn ang="0">
                    <a:pos x="T2" y="T3"/>
                  </a:cxn>
                  <a:cxn ang="0">
                    <a:pos x="T4" y="T5"/>
                  </a:cxn>
                  <a:cxn ang="0">
                    <a:pos x="T6" y="T7"/>
                  </a:cxn>
                  <a:cxn ang="0">
                    <a:pos x="T8" y="T9"/>
                  </a:cxn>
                </a:cxnLst>
                <a:rect l="0" t="0" r="r" b="b"/>
                <a:pathLst>
                  <a:path w="32" h="15">
                    <a:moveTo>
                      <a:pt x="31" y="7"/>
                    </a:moveTo>
                    <a:cubicBezTo>
                      <a:pt x="32" y="3"/>
                      <a:pt x="26" y="0"/>
                      <a:pt x="18" y="0"/>
                    </a:cubicBezTo>
                    <a:cubicBezTo>
                      <a:pt x="10" y="0"/>
                      <a:pt x="2" y="3"/>
                      <a:pt x="1" y="7"/>
                    </a:cubicBezTo>
                    <a:cubicBezTo>
                      <a:pt x="0" y="12"/>
                      <a:pt x="6" y="15"/>
                      <a:pt x="14" y="15"/>
                    </a:cubicBezTo>
                    <a:cubicBezTo>
                      <a:pt x="23" y="15"/>
                      <a:pt x="30" y="12"/>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93" name="Freeform 53"/>
              <p:cNvSpPr>
                <a:spLocks/>
              </p:cNvSpPr>
              <p:nvPr/>
            </p:nvSpPr>
            <p:spPr bwMode="auto">
              <a:xfrm>
                <a:off x="3131" y="2202"/>
                <a:ext cx="64" cy="31"/>
              </a:xfrm>
              <a:custGeom>
                <a:avLst/>
                <a:gdLst>
                  <a:gd name="T0" fmla="*/ 30 w 31"/>
                  <a:gd name="T1" fmla="*/ 7 h 15"/>
                  <a:gd name="T2" fmla="*/ 17 w 31"/>
                  <a:gd name="T3" fmla="*/ 0 h 15"/>
                  <a:gd name="T4" fmla="*/ 1 w 31"/>
                  <a:gd name="T5" fmla="*/ 7 h 15"/>
                  <a:gd name="T6" fmla="*/ 15 w 31"/>
                  <a:gd name="T7" fmla="*/ 15 h 15"/>
                  <a:gd name="T8" fmla="*/ 30 w 31"/>
                  <a:gd name="T9" fmla="*/ 7 h 15"/>
                </a:gdLst>
                <a:ahLst/>
                <a:cxnLst>
                  <a:cxn ang="0">
                    <a:pos x="T0" y="T1"/>
                  </a:cxn>
                  <a:cxn ang="0">
                    <a:pos x="T2" y="T3"/>
                  </a:cxn>
                  <a:cxn ang="0">
                    <a:pos x="T4" y="T5"/>
                  </a:cxn>
                  <a:cxn ang="0">
                    <a:pos x="T6" y="T7"/>
                  </a:cxn>
                  <a:cxn ang="0">
                    <a:pos x="T8" y="T9"/>
                  </a:cxn>
                </a:cxnLst>
                <a:rect l="0" t="0" r="r" b="b"/>
                <a:pathLst>
                  <a:path w="31" h="15">
                    <a:moveTo>
                      <a:pt x="30" y="7"/>
                    </a:moveTo>
                    <a:cubicBezTo>
                      <a:pt x="31" y="3"/>
                      <a:pt x="25" y="0"/>
                      <a:pt x="17" y="0"/>
                    </a:cubicBezTo>
                    <a:cubicBezTo>
                      <a:pt x="9" y="0"/>
                      <a:pt x="2" y="3"/>
                      <a:pt x="1" y="7"/>
                    </a:cubicBezTo>
                    <a:cubicBezTo>
                      <a:pt x="0" y="11"/>
                      <a:pt x="7" y="15"/>
                      <a:pt x="15" y="15"/>
                    </a:cubicBezTo>
                    <a:cubicBezTo>
                      <a:pt x="23" y="15"/>
                      <a:pt x="30"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94" name="Freeform 54"/>
              <p:cNvSpPr>
                <a:spLocks/>
              </p:cNvSpPr>
              <p:nvPr/>
            </p:nvSpPr>
            <p:spPr bwMode="auto">
              <a:xfrm>
                <a:off x="3208" y="2202"/>
                <a:ext cx="61" cy="31"/>
              </a:xfrm>
              <a:custGeom>
                <a:avLst/>
                <a:gdLst>
                  <a:gd name="T0" fmla="*/ 29 w 30"/>
                  <a:gd name="T1" fmla="*/ 7 h 15"/>
                  <a:gd name="T2" fmla="*/ 15 w 30"/>
                  <a:gd name="T3" fmla="*/ 0 h 15"/>
                  <a:gd name="T4" fmla="*/ 0 w 30"/>
                  <a:gd name="T5" fmla="*/ 7 h 15"/>
                  <a:gd name="T6" fmla="*/ 14 w 30"/>
                  <a:gd name="T7" fmla="*/ 15 h 15"/>
                  <a:gd name="T8" fmla="*/ 29 w 30"/>
                  <a:gd name="T9" fmla="*/ 7 h 15"/>
                </a:gdLst>
                <a:ahLst/>
                <a:cxnLst>
                  <a:cxn ang="0">
                    <a:pos x="T0" y="T1"/>
                  </a:cxn>
                  <a:cxn ang="0">
                    <a:pos x="T2" y="T3"/>
                  </a:cxn>
                  <a:cxn ang="0">
                    <a:pos x="T4" y="T5"/>
                  </a:cxn>
                  <a:cxn ang="0">
                    <a:pos x="T6" y="T7"/>
                  </a:cxn>
                  <a:cxn ang="0">
                    <a:pos x="T8" y="T9"/>
                  </a:cxn>
                </a:cxnLst>
                <a:rect l="0" t="0" r="r" b="b"/>
                <a:pathLst>
                  <a:path w="30" h="15">
                    <a:moveTo>
                      <a:pt x="29" y="7"/>
                    </a:moveTo>
                    <a:cubicBezTo>
                      <a:pt x="30" y="3"/>
                      <a:pt x="24" y="0"/>
                      <a:pt x="15" y="0"/>
                    </a:cubicBezTo>
                    <a:cubicBezTo>
                      <a:pt x="7" y="0"/>
                      <a:pt x="0" y="3"/>
                      <a:pt x="0" y="7"/>
                    </a:cubicBezTo>
                    <a:cubicBezTo>
                      <a:pt x="0" y="11"/>
                      <a:pt x="6" y="15"/>
                      <a:pt x="14" y="15"/>
                    </a:cubicBezTo>
                    <a:cubicBezTo>
                      <a:pt x="22" y="15"/>
                      <a:pt x="29" y="11"/>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95" name="Freeform 55"/>
              <p:cNvSpPr>
                <a:spLocks/>
              </p:cNvSpPr>
              <p:nvPr/>
            </p:nvSpPr>
            <p:spPr bwMode="auto">
              <a:xfrm>
                <a:off x="4099" y="2202"/>
                <a:ext cx="62" cy="31"/>
              </a:xfrm>
              <a:custGeom>
                <a:avLst/>
                <a:gdLst>
                  <a:gd name="T0" fmla="*/ 30 w 30"/>
                  <a:gd name="T1" fmla="*/ 7 h 15"/>
                  <a:gd name="T2" fmla="*/ 14 w 30"/>
                  <a:gd name="T3" fmla="*/ 0 h 15"/>
                  <a:gd name="T4" fmla="*/ 0 w 30"/>
                  <a:gd name="T5" fmla="*/ 7 h 15"/>
                  <a:gd name="T6" fmla="*/ 16 w 30"/>
                  <a:gd name="T7" fmla="*/ 15 h 15"/>
                  <a:gd name="T8" fmla="*/ 30 w 30"/>
                  <a:gd name="T9" fmla="*/ 7 h 15"/>
                </a:gdLst>
                <a:ahLst/>
                <a:cxnLst>
                  <a:cxn ang="0">
                    <a:pos x="T0" y="T1"/>
                  </a:cxn>
                  <a:cxn ang="0">
                    <a:pos x="T2" y="T3"/>
                  </a:cxn>
                  <a:cxn ang="0">
                    <a:pos x="T4" y="T5"/>
                  </a:cxn>
                  <a:cxn ang="0">
                    <a:pos x="T6" y="T7"/>
                  </a:cxn>
                  <a:cxn ang="0">
                    <a:pos x="T8" y="T9"/>
                  </a:cxn>
                </a:cxnLst>
                <a:rect l="0" t="0" r="r" b="b"/>
                <a:pathLst>
                  <a:path w="30" h="15">
                    <a:moveTo>
                      <a:pt x="30" y="7"/>
                    </a:moveTo>
                    <a:cubicBezTo>
                      <a:pt x="29" y="3"/>
                      <a:pt x="22" y="0"/>
                      <a:pt x="14" y="0"/>
                    </a:cubicBezTo>
                    <a:cubicBezTo>
                      <a:pt x="6" y="0"/>
                      <a:pt x="0" y="3"/>
                      <a:pt x="0" y="7"/>
                    </a:cubicBezTo>
                    <a:cubicBezTo>
                      <a:pt x="1" y="11"/>
                      <a:pt x="8" y="15"/>
                      <a:pt x="16" y="15"/>
                    </a:cubicBezTo>
                    <a:cubicBezTo>
                      <a:pt x="24" y="15"/>
                      <a:pt x="30"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96" name="Freeform 56"/>
              <p:cNvSpPr>
                <a:spLocks/>
              </p:cNvSpPr>
              <p:nvPr/>
            </p:nvSpPr>
            <p:spPr bwMode="auto">
              <a:xfrm>
                <a:off x="4103" y="2239"/>
                <a:ext cx="64" cy="31"/>
              </a:xfrm>
              <a:custGeom>
                <a:avLst/>
                <a:gdLst>
                  <a:gd name="T0" fmla="*/ 30 w 31"/>
                  <a:gd name="T1" fmla="*/ 7 h 15"/>
                  <a:gd name="T2" fmla="*/ 14 w 31"/>
                  <a:gd name="T3" fmla="*/ 0 h 15"/>
                  <a:gd name="T4" fmla="*/ 1 w 31"/>
                  <a:gd name="T5" fmla="*/ 7 h 15"/>
                  <a:gd name="T6" fmla="*/ 16 w 31"/>
                  <a:gd name="T7" fmla="*/ 15 h 15"/>
                  <a:gd name="T8" fmla="*/ 30 w 31"/>
                  <a:gd name="T9" fmla="*/ 7 h 15"/>
                </a:gdLst>
                <a:ahLst/>
                <a:cxnLst>
                  <a:cxn ang="0">
                    <a:pos x="T0" y="T1"/>
                  </a:cxn>
                  <a:cxn ang="0">
                    <a:pos x="T2" y="T3"/>
                  </a:cxn>
                  <a:cxn ang="0">
                    <a:pos x="T4" y="T5"/>
                  </a:cxn>
                  <a:cxn ang="0">
                    <a:pos x="T6" y="T7"/>
                  </a:cxn>
                  <a:cxn ang="0">
                    <a:pos x="T8" y="T9"/>
                  </a:cxn>
                </a:cxnLst>
                <a:rect l="0" t="0" r="r" b="b"/>
                <a:pathLst>
                  <a:path w="31" h="15">
                    <a:moveTo>
                      <a:pt x="30" y="7"/>
                    </a:moveTo>
                    <a:cubicBezTo>
                      <a:pt x="30" y="3"/>
                      <a:pt x="23" y="0"/>
                      <a:pt x="14" y="0"/>
                    </a:cubicBezTo>
                    <a:cubicBezTo>
                      <a:pt x="6" y="0"/>
                      <a:pt x="0" y="3"/>
                      <a:pt x="1" y="7"/>
                    </a:cubicBezTo>
                    <a:cubicBezTo>
                      <a:pt x="1" y="12"/>
                      <a:pt x="8" y="15"/>
                      <a:pt x="16" y="15"/>
                    </a:cubicBezTo>
                    <a:cubicBezTo>
                      <a:pt x="25" y="15"/>
                      <a:pt x="31" y="12"/>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97" name="Freeform 57"/>
              <p:cNvSpPr>
                <a:spLocks/>
              </p:cNvSpPr>
              <p:nvPr/>
            </p:nvSpPr>
            <p:spPr bwMode="auto">
              <a:xfrm>
                <a:off x="4107" y="2276"/>
                <a:ext cx="64" cy="33"/>
              </a:xfrm>
              <a:custGeom>
                <a:avLst/>
                <a:gdLst>
                  <a:gd name="T0" fmla="*/ 31 w 31"/>
                  <a:gd name="T1" fmla="*/ 8 h 16"/>
                  <a:gd name="T2" fmla="*/ 15 w 31"/>
                  <a:gd name="T3" fmla="*/ 0 h 16"/>
                  <a:gd name="T4" fmla="*/ 1 w 31"/>
                  <a:gd name="T5" fmla="*/ 8 h 16"/>
                  <a:gd name="T6" fmla="*/ 17 w 31"/>
                  <a:gd name="T7" fmla="*/ 16 h 16"/>
                  <a:gd name="T8" fmla="*/ 31 w 31"/>
                  <a:gd name="T9" fmla="*/ 8 h 16"/>
                </a:gdLst>
                <a:ahLst/>
                <a:cxnLst>
                  <a:cxn ang="0">
                    <a:pos x="T0" y="T1"/>
                  </a:cxn>
                  <a:cxn ang="0">
                    <a:pos x="T2" y="T3"/>
                  </a:cxn>
                  <a:cxn ang="0">
                    <a:pos x="T4" y="T5"/>
                  </a:cxn>
                  <a:cxn ang="0">
                    <a:pos x="T6" y="T7"/>
                  </a:cxn>
                  <a:cxn ang="0">
                    <a:pos x="T8" y="T9"/>
                  </a:cxn>
                </a:cxnLst>
                <a:rect l="0" t="0" r="r" b="b"/>
                <a:pathLst>
                  <a:path w="31" h="16">
                    <a:moveTo>
                      <a:pt x="31" y="8"/>
                    </a:moveTo>
                    <a:cubicBezTo>
                      <a:pt x="30" y="4"/>
                      <a:pt x="23" y="0"/>
                      <a:pt x="15" y="0"/>
                    </a:cubicBezTo>
                    <a:cubicBezTo>
                      <a:pt x="6" y="0"/>
                      <a:pt x="0" y="4"/>
                      <a:pt x="1" y="8"/>
                    </a:cubicBezTo>
                    <a:cubicBezTo>
                      <a:pt x="1" y="12"/>
                      <a:pt x="8" y="16"/>
                      <a:pt x="17" y="16"/>
                    </a:cubicBezTo>
                    <a:cubicBezTo>
                      <a:pt x="25" y="16"/>
                      <a:pt x="31" y="12"/>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98" name="Freeform 58"/>
              <p:cNvSpPr>
                <a:spLocks/>
              </p:cNvSpPr>
              <p:nvPr/>
            </p:nvSpPr>
            <p:spPr bwMode="auto">
              <a:xfrm>
                <a:off x="4117" y="2357"/>
                <a:ext cx="64" cy="33"/>
              </a:xfrm>
              <a:custGeom>
                <a:avLst/>
                <a:gdLst>
                  <a:gd name="T0" fmla="*/ 31 w 31"/>
                  <a:gd name="T1" fmla="*/ 8 h 16"/>
                  <a:gd name="T2" fmla="*/ 14 w 31"/>
                  <a:gd name="T3" fmla="*/ 0 h 16"/>
                  <a:gd name="T4" fmla="*/ 0 w 31"/>
                  <a:gd name="T5" fmla="*/ 8 h 16"/>
                  <a:gd name="T6" fmla="*/ 16 w 31"/>
                  <a:gd name="T7" fmla="*/ 16 h 16"/>
                  <a:gd name="T8" fmla="*/ 31 w 31"/>
                  <a:gd name="T9" fmla="*/ 8 h 16"/>
                </a:gdLst>
                <a:ahLst/>
                <a:cxnLst>
                  <a:cxn ang="0">
                    <a:pos x="T0" y="T1"/>
                  </a:cxn>
                  <a:cxn ang="0">
                    <a:pos x="T2" y="T3"/>
                  </a:cxn>
                  <a:cxn ang="0">
                    <a:pos x="T4" y="T5"/>
                  </a:cxn>
                  <a:cxn ang="0">
                    <a:pos x="T6" y="T7"/>
                  </a:cxn>
                  <a:cxn ang="0">
                    <a:pos x="T8" y="T9"/>
                  </a:cxn>
                </a:cxnLst>
                <a:rect l="0" t="0" r="r" b="b"/>
                <a:pathLst>
                  <a:path w="31" h="16">
                    <a:moveTo>
                      <a:pt x="31" y="8"/>
                    </a:moveTo>
                    <a:cubicBezTo>
                      <a:pt x="30" y="4"/>
                      <a:pt x="23" y="0"/>
                      <a:pt x="14" y="0"/>
                    </a:cubicBezTo>
                    <a:cubicBezTo>
                      <a:pt x="6" y="0"/>
                      <a:pt x="0" y="4"/>
                      <a:pt x="0" y="8"/>
                    </a:cubicBezTo>
                    <a:cubicBezTo>
                      <a:pt x="1" y="13"/>
                      <a:pt x="8" y="16"/>
                      <a:pt x="16" y="16"/>
                    </a:cubicBezTo>
                    <a:cubicBezTo>
                      <a:pt x="25" y="16"/>
                      <a:pt x="31"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99" name="Freeform 59"/>
              <p:cNvSpPr>
                <a:spLocks/>
              </p:cNvSpPr>
              <p:nvPr/>
            </p:nvSpPr>
            <p:spPr bwMode="auto">
              <a:xfrm>
                <a:off x="3880" y="2276"/>
                <a:ext cx="64" cy="33"/>
              </a:xfrm>
              <a:custGeom>
                <a:avLst/>
                <a:gdLst>
                  <a:gd name="T0" fmla="*/ 30 w 31"/>
                  <a:gd name="T1" fmla="*/ 8 h 16"/>
                  <a:gd name="T2" fmla="*/ 15 w 31"/>
                  <a:gd name="T3" fmla="*/ 0 h 16"/>
                  <a:gd name="T4" fmla="*/ 0 w 31"/>
                  <a:gd name="T5" fmla="*/ 8 h 16"/>
                  <a:gd name="T6" fmla="*/ 16 w 31"/>
                  <a:gd name="T7" fmla="*/ 16 h 16"/>
                  <a:gd name="T8" fmla="*/ 30 w 31"/>
                  <a:gd name="T9" fmla="*/ 8 h 16"/>
                </a:gdLst>
                <a:ahLst/>
                <a:cxnLst>
                  <a:cxn ang="0">
                    <a:pos x="T0" y="T1"/>
                  </a:cxn>
                  <a:cxn ang="0">
                    <a:pos x="T2" y="T3"/>
                  </a:cxn>
                  <a:cxn ang="0">
                    <a:pos x="T4" y="T5"/>
                  </a:cxn>
                  <a:cxn ang="0">
                    <a:pos x="T6" y="T7"/>
                  </a:cxn>
                  <a:cxn ang="0">
                    <a:pos x="T8" y="T9"/>
                  </a:cxn>
                </a:cxnLst>
                <a:rect l="0" t="0" r="r" b="b"/>
                <a:pathLst>
                  <a:path w="31" h="16">
                    <a:moveTo>
                      <a:pt x="30" y="8"/>
                    </a:moveTo>
                    <a:cubicBezTo>
                      <a:pt x="30" y="4"/>
                      <a:pt x="23" y="0"/>
                      <a:pt x="15" y="0"/>
                    </a:cubicBezTo>
                    <a:cubicBezTo>
                      <a:pt x="7" y="0"/>
                      <a:pt x="0" y="4"/>
                      <a:pt x="0" y="8"/>
                    </a:cubicBezTo>
                    <a:cubicBezTo>
                      <a:pt x="1" y="12"/>
                      <a:pt x="8" y="16"/>
                      <a:pt x="16" y="16"/>
                    </a:cubicBezTo>
                    <a:cubicBezTo>
                      <a:pt x="24" y="16"/>
                      <a:pt x="31" y="12"/>
                      <a:pt x="3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00" name="Freeform 60"/>
              <p:cNvSpPr>
                <a:spLocks/>
              </p:cNvSpPr>
              <p:nvPr/>
            </p:nvSpPr>
            <p:spPr bwMode="auto">
              <a:xfrm>
                <a:off x="3956" y="2276"/>
                <a:ext cx="64" cy="33"/>
              </a:xfrm>
              <a:custGeom>
                <a:avLst/>
                <a:gdLst>
                  <a:gd name="T0" fmla="*/ 30 w 31"/>
                  <a:gd name="T1" fmla="*/ 8 h 16"/>
                  <a:gd name="T2" fmla="*/ 15 w 31"/>
                  <a:gd name="T3" fmla="*/ 0 h 16"/>
                  <a:gd name="T4" fmla="*/ 0 w 31"/>
                  <a:gd name="T5" fmla="*/ 8 h 16"/>
                  <a:gd name="T6" fmla="*/ 16 w 31"/>
                  <a:gd name="T7" fmla="*/ 16 h 16"/>
                  <a:gd name="T8" fmla="*/ 30 w 31"/>
                  <a:gd name="T9" fmla="*/ 8 h 16"/>
                </a:gdLst>
                <a:ahLst/>
                <a:cxnLst>
                  <a:cxn ang="0">
                    <a:pos x="T0" y="T1"/>
                  </a:cxn>
                  <a:cxn ang="0">
                    <a:pos x="T2" y="T3"/>
                  </a:cxn>
                  <a:cxn ang="0">
                    <a:pos x="T4" y="T5"/>
                  </a:cxn>
                  <a:cxn ang="0">
                    <a:pos x="T6" y="T7"/>
                  </a:cxn>
                  <a:cxn ang="0">
                    <a:pos x="T8" y="T9"/>
                  </a:cxn>
                </a:cxnLst>
                <a:rect l="0" t="0" r="r" b="b"/>
                <a:pathLst>
                  <a:path w="31" h="16">
                    <a:moveTo>
                      <a:pt x="30" y="8"/>
                    </a:moveTo>
                    <a:cubicBezTo>
                      <a:pt x="30" y="4"/>
                      <a:pt x="23" y="0"/>
                      <a:pt x="15" y="0"/>
                    </a:cubicBezTo>
                    <a:cubicBezTo>
                      <a:pt x="6" y="0"/>
                      <a:pt x="0" y="4"/>
                      <a:pt x="0" y="8"/>
                    </a:cubicBezTo>
                    <a:cubicBezTo>
                      <a:pt x="1" y="12"/>
                      <a:pt x="8" y="16"/>
                      <a:pt x="16" y="16"/>
                    </a:cubicBezTo>
                    <a:cubicBezTo>
                      <a:pt x="24" y="16"/>
                      <a:pt x="31" y="12"/>
                      <a:pt x="3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01" name="Freeform 61"/>
              <p:cNvSpPr>
                <a:spLocks/>
              </p:cNvSpPr>
              <p:nvPr/>
            </p:nvSpPr>
            <p:spPr bwMode="auto">
              <a:xfrm>
                <a:off x="4033" y="2276"/>
                <a:ext cx="62" cy="33"/>
              </a:xfrm>
              <a:custGeom>
                <a:avLst/>
                <a:gdLst>
                  <a:gd name="T0" fmla="*/ 30 w 30"/>
                  <a:gd name="T1" fmla="*/ 8 h 16"/>
                  <a:gd name="T2" fmla="*/ 14 w 30"/>
                  <a:gd name="T3" fmla="*/ 0 h 16"/>
                  <a:gd name="T4" fmla="*/ 0 w 30"/>
                  <a:gd name="T5" fmla="*/ 8 h 16"/>
                  <a:gd name="T6" fmla="*/ 16 w 30"/>
                  <a:gd name="T7" fmla="*/ 16 h 16"/>
                  <a:gd name="T8" fmla="*/ 30 w 30"/>
                  <a:gd name="T9" fmla="*/ 8 h 16"/>
                </a:gdLst>
                <a:ahLst/>
                <a:cxnLst>
                  <a:cxn ang="0">
                    <a:pos x="T0" y="T1"/>
                  </a:cxn>
                  <a:cxn ang="0">
                    <a:pos x="T2" y="T3"/>
                  </a:cxn>
                  <a:cxn ang="0">
                    <a:pos x="T4" y="T5"/>
                  </a:cxn>
                  <a:cxn ang="0">
                    <a:pos x="T6" y="T7"/>
                  </a:cxn>
                  <a:cxn ang="0">
                    <a:pos x="T8" y="T9"/>
                  </a:cxn>
                </a:cxnLst>
                <a:rect l="0" t="0" r="r" b="b"/>
                <a:pathLst>
                  <a:path w="30" h="16">
                    <a:moveTo>
                      <a:pt x="30" y="8"/>
                    </a:moveTo>
                    <a:cubicBezTo>
                      <a:pt x="29" y="4"/>
                      <a:pt x="22" y="0"/>
                      <a:pt x="14" y="0"/>
                    </a:cubicBezTo>
                    <a:cubicBezTo>
                      <a:pt x="6" y="0"/>
                      <a:pt x="0" y="4"/>
                      <a:pt x="0" y="8"/>
                    </a:cubicBezTo>
                    <a:cubicBezTo>
                      <a:pt x="0" y="12"/>
                      <a:pt x="7" y="16"/>
                      <a:pt x="16" y="16"/>
                    </a:cubicBezTo>
                    <a:cubicBezTo>
                      <a:pt x="24" y="16"/>
                      <a:pt x="30" y="12"/>
                      <a:pt x="3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02" name="Freeform 62"/>
              <p:cNvSpPr>
                <a:spLocks/>
              </p:cNvSpPr>
              <p:nvPr/>
            </p:nvSpPr>
            <p:spPr bwMode="auto">
              <a:xfrm>
                <a:off x="3959" y="2316"/>
                <a:ext cx="64" cy="33"/>
              </a:xfrm>
              <a:custGeom>
                <a:avLst/>
                <a:gdLst>
                  <a:gd name="T0" fmla="*/ 31 w 31"/>
                  <a:gd name="T1" fmla="*/ 8 h 16"/>
                  <a:gd name="T2" fmla="*/ 15 w 31"/>
                  <a:gd name="T3" fmla="*/ 0 h 16"/>
                  <a:gd name="T4" fmla="*/ 1 w 31"/>
                  <a:gd name="T5" fmla="*/ 8 h 16"/>
                  <a:gd name="T6" fmla="*/ 16 w 31"/>
                  <a:gd name="T7" fmla="*/ 16 h 16"/>
                  <a:gd name="T8" fmla="*/ 31 w 31"/>
                  <a:gd name="T9" fmla="*/ 8 h 16"/>
                </a:gdLst>
                <a:ahLst/>
                <a:cxnLst>
                  <a:cxn ang="0">
                    <a:pos x="T0" y="T1"/>
                  </a:cxn>
                  <a:cxn ang="0">
                    <a:pos x="T2" y="T3"/>
                  </a:cxn>
                  <a:cxn ang="0">
                    <a:pos x="T4" y="T5"/>
                  </a:cxn>
                  <a:cxn ang="0">
                    <a:pos x="T6" y="T7"/>
                  </a:cxn>
                  <a:cxn ang="0">
                    <a:pos x="T8" y="T9"/>
                  </a:cxn>
                </a:cxnLst>
                <a:rect l="0" t="0" r="r" b="b"/>
                <a:pathLst>
                  <a:path w="31" h="16">
                    <a:moveTo>
                      <a:pt x="31" y="8"/>
                    </a:moveTo>
                    <a:cubicBezTo>
                      <a:pt x="31" y="4"/>
                      <a:pt x="23" y="0"/>
                      <a:pt x="15" y="0"/>
                    </a:cubicBezTo>
                    <a:cubicBezTo>
                      <a:pt x="7" y="0"/>
                      <a:pt x="0" y="4"/>
                      <a:pt x="1" y="8"/>
                    </a:cubicBezTo>
                    <a:cubicBezTo>
                      <a:pt x="1" y="13"/>
                      <a:pt x="8" y="16"/>
                      <a:pt x="16" y="16"/>
                    </a:cubicBezTo>
                    <a:cubicBezTo>
                      <a:pt x="25" y="16"/>
                      <a:pt x="31"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03" name="Freeform 63"/>
              <p:cNvSpPr>
                <a:spLocks/>
              </p:cNvSpPr>
              <p:nvPr/>
            </p:nvSpPr>
            <p:spPr bwMode="auto">
              <a:xfrm>
                <a:off x="4035" y="2316"/>
                <a:ext cx="64" cy="33"/>
              </a:xfrm>
              <a:custGeom>
                <a:avLst/>
                <a:gdLst>
                  <a:gd name="T0" fmla="*/ 31 w 31"/>
                  <a:gd name="T1" fmla="*/ 8 h 16"/>
                  <a:gd name="T2" fmla="*/ 15 w 31"/>
                  <a:gd name="T3" fmla="*/ 0 h 16"/>
                  <a:gd name="T4" fmla="*/ 1 w 31"/>
                  <a:gd name="T5" fmla="*/ 8 h 16"/>
                  <a:gd name="T6" fmla="*/ 17 w 31"/>
                  <a:gd name="T7" fmla="*/ 16 h 16"/>
                  <a:gd name="T8" fmla="*/ 31 w 31"/>
                  <a:gd name="T9" fmla="*/ 8 h 16"/>
                </a:gdLst>
                <a:ahLst/>
                <a:cxnLst>
                  <a:cxn ang="0">
                    <a:pos x="T0" y="T1"/>
                  </a:cxn>
                  <a:cxn ang="0">
                    <a:pos x="T2" y="T3"/>
                  </a:cxn>
                  <a:cxn ang="0">
                    <a:pos x="T4" y="T5"/>
                  </a:cxn>
                  <a:cxn ang="0">
                    <a:pos x="T6" y="T7"/>
                  </a:cxn>
                  <a:cxn ang="0">
                    <a:pos x="T8" y="T9"/>
                  </a:cxn>
                </a:cxnLst>
                <a:rect l="0" t="0" r="r" b="b"/>
                <a:pathLst>
                  <a:path w="31" h="16">
                    <a:moveTo>
                      <a:pt x="31" y="8"/>
                    </a:moveTo>
                    <a:cubicBezTo>
                      <a:pt x="31" y="4"/>
                      <a:pt x="23" y="0"/>
                      <a:pt x="15" y="0"/>
                    </a:cubicBezTo>
                    <a:cubicBezTo>
                      <a:pt x="7" y="0"/>
                      <a:pt x="0" y="4"/>
                      <a:pt x="1" y="8"/>
                    </a:cubicBezTo>
                    <a:cubicBezTo>
                      <a:pt x="1" y="13"/>
                      <a:pt x="8" y="16"/>
                      <a:pt x="17" y="16"/>
                    </a:cubicBezTo>
                    <a:cubicBezTo>
                      <a:pt x="25" y="16"/>
                      <a:pt x="31"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04" name="Freeform 64"/>
              <p:cNvSpPr>
                <a:spLocks/>
              </p:cNvSpPr>
              <p:nvPr/>
            </p:nvSpPr>
            <p:spPr bwMode="auto">
              <a:xfrm>
                <a:off x="3963" y="2357"/>
                <a:ext cx="64" cy="33"/>
              </a:xfrm>
              <a:custGeom>
                <a:avLst/>
                <a:gdLst>
                  <a:gd name="T0" fmla="*/ 31 w 31"/>
                  <a:gd name="T1" fmla="*/ 8 h 16"/>
                  <a:gd name="T2" fmla="*/ 15 w 31"/>
                  <a:gd name="T3" fmla="*/ 0 h 16"/>
                  <a:gd name="T4" fmla="*/ 0 w 31"/>
                  <a:gd name="T5" fmla="*/ 8 h 16"/>
                  <a:gd name="T6" fmla="*/ 16 w 31"/>
                  <a:gd name="T7" fmla="*/ 16 h 16"/>
                  <a:gd name="T8" fmla="*/ 31 w 31"/>
                  <a:gd name="T9" fmla="*/ 8 h 16"/>
                </a:gdLst>
                <a:ahLst/>
                <a:cxnLst>
                  <a:cxn ang="0">
                    <a:pos x="T0" y="T1"/>
                  </a:cxn>
                  <a:cxn ang="0">
                    <a:pos x="T2" y="T3"/>
                  </a:cxn>
                  <a:cxn ang="0">
                    <a:pos x="T4" y="T5"/>
                  </a:cxn>
                  <a:cxn ang="0">
                    <a:pos x="T6" y="T7"/>
                  </a:cxn>
                  <a:cxn ang="0">
                    <a:pos x="T8" y="T9"/>
                  </a:cxn>
                </a:cxnLst>
                <a:rect l="0" t="0" r="r" b="b"/>
                <a:pathLst>
                  <a:path w="31" h="16">
                    <a:moveTo>
                      <a:pt x="31" y="8"/>
                    </a:moveTo>
                    <a:cubicBezTo>
                      <a:pt x="30" y="4"/>
                      <a:pt x="23" y="0"/>
                      <a:pt x="15" y="0"/>
                    </a:cubicBezTo>
                    <a:cubicBezTo>
                      <a:pt x="6" y="0"/>
                      <a:pt x="0" y="4"/>
                      <a:pt x="0" y="8"/>
                    </a:cubicBezTo>
                    <a:cubicBezTo>
                      <a:pt x="0" y="13"/>
                      <a:pt x="8" y="16"/>
                      <a:pt x="16" y="16"/>
                    </a:cubicBezTo>
                    <a:cubicBezTo>
                      <a:pt x="25" y="16"/>
                      <a:pt x="31"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05" name="Freeform 65"/>
              <p:cNvSpPr>
                <a:spLocks/>
              </p:cNvSpPr>
              <p:nvPr/>
            </p:nvSpPr>
            <p:spPr bwMode="auto">
              <a:xfrm>
                <a:off x="4039" y="2357"/>
                <a:ext cx="66" cy="33"/>
              </a:xfrm>
              <a:custGeom>
                <a:avLst/>
                <a:gdLst>
                  <a:gd name="T0" fmla="*/ 31 w 32"/>
                  <a:gd name="T1" fmla="*/ 8 h 16"/>
                  <a:gd name="T2" fmla="*/ 15 w 32"/>
                  <a:gd name="T3" fmla="*/ 0 h 16"/>
                  <a:gd name="T4" fmla="*/ 1 w 32"/>
                  <a:gd name="T5" fmla="*/ 8 h 16"/>
                  <a:gd name="T6" fmla="*/ 17 w 32"/>
                  <a:gd name="T7" fmla="*/ 16 h 16"/>
                  <a:gd name="T8" fmla="*/ 31 w 32"/>
                  <a:gd name="T9" fmla="*/ 8 h 16"/>
                </a:gdLst>
                <a:ahLst/>
                <a:cxnLst>
                  <a:cxn ang="0">
                    <a:pos x="T0" y="T1"/>
                  </a:cxn>
                  <a:cxn ang="0">
                    <a:pos x="T2" y="T3"/>
                  </a:cxn>
                  <a:cxn ang="0">
                    <a:pos x="T4" y="T5"/>
                  </a:cxn>
                  <a:cxn ang="0">
                    <a:pos x="T6" y="T7"/>
                  </a:cxn>
                  <a:cxn ang="0">
                    <a:pos x="T8" y="T9"/>
                  </a:cxn>
                </a:cxnLst>
                <a:rect l="0" t="0" r="r" b="b"/>
                <a:pathLst>
                  <a:path w="32" h="16">
                    <a:moveTo>
                      <a:pt x="31" y="8"/>
                    </a:moveTo>
                    <a:cubicBezTo>
                      <a:pt x="31" y="4"/>
                      <a:pt x="23" y="0"/>
                      <a:pt x="15" y="0"/>
                    </a:cubicBezTo>
                    <a:cubicBezTo>
                      <a:pt x="7" y="0"/>
                      <a:pt x="0" y="4"/>
                      <a:pt x="1" y="8"/>
                    </a:cubicBezTo>
                    <a:cubicBezTo>
                      <a:pt x="1" y="13"/>
                      <a:pt x="8" y="16"/>
                      <a:pt x="17" y="16"/>
                    </a:cubicBezTo>
                    <a:cubicBezTo>
                      <a:pt x="25" y="16"/>
                      <a:pt x="32"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06" name="Freeform 66"/>
              <p:cNvSpPr>
                <a:spLocks/>
              </p:cNvSpPr>
              <p:nvPr/>
            </p:nvSpPr>
            <p:spPr bwMode="auto">
              <a:xfrm>
                <a:off x="3965" y="2398"/>
                <a:ext cx="66" cy="35"/>
              </a:xfrm>
              <a:custGeom>
                <a:avLst/>
                <a:gdLst>
                  <a:gd name="T0" fmla="*/ 31 w 32"/>
                  <a:gd name="T1" fmla="*/ 8 h 17"/>
                  <a:gd name="T2" fmla="*/ 15 w 32"/>
                  <a:gd name="T3" fmla="*/ 0 h 17"/>
                  <a:gd name="T4" fmla="*/ 1 w 32"/>
                  <a:gd name="T5" fmla="*/ 8 h 17"/>
                  <a:gd name="T6" fmla="*/ 17 w 32"/>
                  <a:gd name="T7" fmla="*/ 17 h 17"/>
                  <a:gd name="T8" fmla="*/ 31 w 32"/>
                  <a:gd name="T9" fmla="*/ 8 h 17"/>
                </a:gdLst>
                <a:ahLst/>
                <a:cxnLst>
                  <a:cxn ang="0">
                    <a:pos x="T0" y="T1"/>
                  </a:cxn>
                  <a:cxn ang="0">
                    <a:pos x="T2" y="T3"/>
                  </a:cxn>
                  <a:cxn ang="0">
                    <a:pos x="T4" y="T5"/>
                  </a:cxn>
                  <a:cxn ang="0">
                    <a:pos x="T6" y="T7"/>
                  </a:cxn>
                  <a:cxn ang="0">
                    <a:pos x="T8" y="T9"/>
                  </a:cxn>
                </a:cxnLst>
                <a:rect l="0" t="0" r="r" b="b"/>
                <a:pathLst>
                  <a:path w="32" h="17">
                    <a:moveTo>
                      <a:pt x="31" y="8"/>
                    </a:moveTo>
                    <a:cubicBezTo>
                      <a:pt x="31" y="4"/>
                      <a:pt x="24" y="0"/>
                      <a:pt x="15" y="0"/>
                    </a:cubicBezTo>
                    <a:cubicBezTo>
                      <a:pt x="7" y="0"/>
                      <a:pt x="0" y="4"/>
                      <a:pt x="1" y="8"/>
                    </a:cubicBezTo>
                    <a:cubicBezTo>
                      <a:pt x="1" y="13"/>
                      <a:pt x="8" y="17"/>
                      <a:pt x="17" y="17"/>
                    </a:cubicBezTo>
                    <a:cubicBezTo>
                      <a:pt x="25" y="17"/>
                      <a:pt x="32"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07" name="Freeform 67"/>
              <p:cNvSpPr>
                <a:spLocks/>
              </p:cNvSpPr>
              <p:nvPr/>
            </p:nvSpPr>
            <p:spPr bwMode="auto">
              <a:xfrm>
                <a:off x="4043" y="2398"/>
                <a:ext cx="66" cy="35"/>
              </a:xfrm>
              <a:custGeom>
                <a:avLst/>
                <a:gdLst>
                  <a:gd name="T0" fmla="*/ 31 w 32"/>
                  <a:gd name="T1" fmla="*/ 8 h 17"/>
                  <a:gd name="T2" fmla="*/ 15 w 32"/>
                  <a:gd name="T3" fmla="*/ 0 h 17"/>
                  <a:gd name="T4" fmla="*/ 0 w 32"/>
                  <a:gd name="T5" fmla="*/ 8 h 17"/>
                  <a:gd name="T6" fmla="*/ 17 w 32"/>
                  <a:gd name="T7" fmla="*/ 17 h 17"/>
                  <a:gd name="T8" fmla="*/ 31 w 32"/>
                  <a:gd name="T9" fmla="*/ 8 h 17"/>
                </a:gdLst>
                <a:ahLst/>
                <a:cxnLst>
                  <a:cxn ang="0">
                    <a:pos x="T0" y="T1"/>
                  </a:cxn>
                  <a:cxn ang="0">
                    <a:pos x="T2" y="T3"/>
                  </a:cxn>
                  <a:cxn ang="0">
                    <a:pos x="T4" y="T5"/>
                  </a:cxn>
                  <a:cxn ang="0">
                    <a:pos x="T6" y="T7"/>
                  </a:cxn>
                  <a:cxn ang="0">
                    <a:pos x="T8" y="T9"/>
                  </a:cxn>
                </a:cxnLst>
                <a:rect l="0" t="0" r="r" b="b"/>
                <a:pathLst>
                  <a:path w="32" h="17">
                    <a:moveTo>
                      <a:pt x="31" y="8"/>
                    </a:moveTo>
                    <a:cubicBezTo>
                      <a:pt x="31" y="4"/>
                      <a:pt x="24" y="0"/>
                      <a:pt x="15" y="0"/>
                    </a:cubicBezTo>
                    <a:cubicBezTo>
                      <a:pt x="7" y="0"/>
                      <a:pt x="0" y="4"/>
                      <a:pt x="0" y="8"/>
                    </a:cubicBezTo>
                    <a:cubicBezTo>
                      <a:pt x="1" y="13"/>
                      <a:pt x="8" y="17"/>
                      <a:pt x="17" y="17"/>
                    </a:cubicBezTo>
                    <a:cubicBezTo>
                      <a:pt x="25" y="17"/>
                      <a:pt x="32"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08" name="Freeform 68"/>
              <p:cNvSpPr>
                <a:spLocks/>
              </p:cNvSpPr>
              <p:nvPr/>
            </p:nvSpPr>
            <p:spPr bwMode="auto">
              <a:xfrm>
                <a:off x="3721" y="2165"/>
                <a:ext cx="62" cy="29"/>
              </a:xfrm>
              <a:custGeom>
                <a:avLst/>
                <a:gdLst>
                  <a:gd name="T0" fmla="*/ 30 w 30"/>
                  <a:gd name="T1" fmla="*/ 7 h 14"/>
                  <a:gd name="T2" fmla="*/ 15 w 30"/>
                  <a:gd name="T3" fmla="*/ 0 h 14"/>
                  <a:gd name="T4" fmla="*/ 0 w 30"/>
                  <a:gd name="T5" fmla="*/ 7 h 14"/>
                  <a:gd name="T6" fmla="*/ 15 w 30"/>
                  <a:gd name="T7" fmla="*/ 14 h 14"/>
                  <a:gd name="T8" fmla="*/ 30 w 30"/>
                  <a:gd name="T9" fmla="*/ 7 h 14"/>
                </a:gdLst>
                <a:ahLst/>
                <a:cxnLst>
                  <a:cxn ang="0">
                    <a:pos x="T0" y="T1"/>
                  </a:cxn>
                  <a:cxn ang="0">
                    <a:pos x="T2" y="T3"/>
                  </a:cxn>
                  <a:cxn ang="0">
                    <a:pos x="T4" y="T5"/>
                  </a:cxn>
                  <a:cxn ang="0">
                    <a:pos x="T6" y="T7"/>
                  </a:cxn>
                  <a:cxn ang="0">
                    <a:pos x="T8" y="T9"/>
                  </a:cxn>
                </a:cxnLst>
                <a:rect l="0" t="0" r="r" b="b"/>
                <a:pathLst>
                  <a:path w="30" h="14">
                    <a:moveTo>
                      <a:pt x="30" y="7"/>
                    </a:moveTo>
                    <a:cubicBezTo>
                      <a:pt x="29" y="3"/>
                      <a:pt x="23" y="0"/>
                      <a:pt x="15" y="0"/>
                    </a:cubicBezTo>
                    <a:cubicBezTo>
                      <a:pt x="7" y="0"/>
                      <a:pt x="0" y="3"/>
                      <a:pt x="0" y="7"/>
                    </a:cubicBezTo>
                    <a:cubicBezTo>
                      <a:pt x="0" y="11"/>
                      <a:pt x="7" y="14"/>
                      <a:pt x="15" y="14"/>
                    </a:cubicBezTo>
                    <a:cubicBezTo>
                      <a:pt x="23" y="14"/>
                      <a:pt x="30"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09" name="Freeform 69"/>
              <p:cNvSpPr>
                <a:spLocks/>
              </p:cNvSpPr>
              <p:nvPr/>
            </p:nvSpPr>
            <p:spPr bwMode="auto">
              <a:xfrm>
                <a:off x="3796" y="2165"/>
                <a:ext cx="59" cy="29"/>
              </a:xfrm>
              <a:custGeom>
                <a:avLst/>
                <a:gdLst>
                  <a:gd name="T0" fmla="*/ 29 w 29"/>
                  <a:gd name="T1" fmla="*/ 7 h 14"/>
                  <a:gd name="T2" fmla="*/ 14 w 29"/>
                  <a:gd name="T3" fmla="*/ 0 h 14"/>
                  <a:gd name="T4" fmla="*/ 0 w 29"/>
                  <a:gd name="T5" fmla="*/ 7 h 14"/>
                  <a:gd name="T6" fmla="*/ 15 w 29"/>
                  <a:gd name="T7" fmla="*/ 14 h 14"/>
                  <a:gd name="T8" fmla="*/ 29 w 29"/>
                  <a:gd name="T9" fmla="*/ 7 h 14"/>
                </a:gdLst>
                <a:ahLst/>
                <a:cxnLst>
                  <a:cxn ang="0">
                    <a:pos x="T0" y="T1"/>
                  </a:cxn>
                  <a:cxn ang="0">
                    <a:pos x="T2" y="T3"/>
                  </a:cxn>
                  <a:cxn ang="0">
                    <a:pos x="T4" y="T5"/>
                  </a:cxn>
                  <a:cxn ang="0">
                    <a:pos x="T6" y="T7"/>
                  </a:cxn>
                  <a:cxn ang="0">
                    <a:pos x="T8" y="T9"/>
                  </a:cxn>
                </a:cxnLst>
                <a:rect l="0" t="0" r="r" b="b"/>
                <a:pathLst>
                  <a:path w="29" h="14">
                    <a:moveTo>
                      <a:pt x="29" y="7"/>
                    </a:moveTo>
                    <a:cubicBezTo>
                      <a:pt x="29" y="3"/>
                      <a:pt x="22" y="0"/>
                      <a:pt x="14" y="0"/>
                    </a:cubicBezTo>
                    <a:cubicBezTo>
                      <a:pt x="6" y="0"/>
                      <a:pt x="0" y="3"/>
                      <a:pt x="0" y="7"/>
                    </a:cubicBezTo>
                    <a:cubicBezTo>
                      <a:pt x="0" y="11"/>
                      <a:pt x="7" y="14"/>
                      <a:pt x="15" y="14"/>
                    </a:cubicBezTo>
                    <a:cubicBezTo>
                      <a:pt x="23" y="14"/>
                      <a:pt x="29" y="11"/>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10" name="Freeform 70"/>
              <p:cNvSpPr>
                <a:spLocks/>
              </p:cNvSpPr>
              <p:nvPr/>
            </p:nvSpPr>
            <p:spPr bwMode="auto">
              <a:xfrm>
                <a:off x="3870" y="2165"/>
                <a:ext cx="60" cy="29"/>
              </a:xfrm>
              <a:custGeom>
                <a:avLst/>
                <a:gdLst>
                  <a:gd name="T0" fmla="*/ 29 w 29"/>
                  <a:gd name="T1" fmla="*/ 7 h 14"/>
                  <a:gd name="T2" fmla="*/ 14 w 29"/>
                  <a:gd name="T3" fmla="*/ 0 h 14"/>
                  <a:gd name="T4" fmla="*/ 0 w 29"/>
                  <a:gd name="T5" fmla="*/ 7 h 14"/>
                  <a:gd name="T6" fmla="*/ 15 w 29"/>
                  <a:gd name="T7" fmla="*/ 14 h 14"/>
                  <a:gd name="T8" fmla="*/ 29 w 29"/>
                  <a:gd name="T9" fmla="*/ 7 h 14"/>
                </a:gdLst>
                <a:ahLst/>
                <a:cxnLst>
                  <a:cxn ang="0">
                    <a:pos x="T0" y="T1"/>
                  </a:cxn>
                  <a:cxn ang="0">
                    <a:pos x="T2" y="T3"/>
                  </a:cxn>
                  <a:cxn ang="0">
                    <a:pos x="T4" y="T5"/>
                  </a:cxn>
                  <a:cxn ang="0">
                    <a:pos x="T6" y="T7"/>
                  </a:cxn>
                  <a:cxn ang="0">
                    <a:pos x="T8" y="T9"/>
                  </a:cxn>
                </a:cxnLst>
                <a:rect l="0" t="0" r="r" b="b"/>
                <a:pathLst>
                  <a:path w="29" h="14">
                    <a:moveTo>
                      <a:pt x="29" y="7"/>
                    </a:moveTo>
                    <a:cubicBezTo>
                      <a:pt x="29" y="3"/>
                      <a:pt x="22" y="0"/>
                      <a:pt x="14" y="0"/>
                    </a:cubicBezTo>
                    <a:cubicBezTo>
                      <a:pt x="6" y="0"/>
                      <a:pt x="0" y="3"/>
                      <a:pt x="0" y="7"/>
                    </a:cubicBezTo>
                    <a:cubicBezTo>
                      <a:pt x="0" y="11"/>
                      <a:pt x="7" y="14"/>
                      <a:pt x="15" y="14"/>
                    </a:cubicBezTo>
                    <a:cubicBezTo>
                      <a:pt x="23" y="14"/>
                      <a:pt x="29" y="11"/>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11" name="Freeform 71"/>
              <p:cNvSpPr>
                <a:spLocks/>
              </p:cNvSpPr>
              <p:nvPr/>
            </p:nvSpPr>
            <p:spPr bwMode="auto">
              <a:xfrm>
                <a:off x="3942" y="2165"/>
                <a:ext cx="62" cy="29"/>
              </a:xfrm>
              <a:custGeom>
                <a:avLst/>
                <a:gdLst>
                  <a:gd name="T0" fmla="*/ 30 w 30"/>
                  <a:gd name="T1" fmla="*/ 7 h 14"/>
                  <a:gd name="T2" fmla="*/ 14 w 30"/>
                  <a:gd name="T3" fmla="*/ 0 h 14"/>
                  <a:gd name="T4" fmla="*/ 0 w 30"/>
                  <a:gd name="T5" fmla="*/ 7 h 14"/>
                  <a:gd name="T6" fmla="*/ 16 w 30"/>
                  <a:gd name="T7" fmla="*/ 14 h 14"/>
                  <a:gd name="T8" fmla="*/ 30 w 30"/>
                  <a:gd name="T9" fmla="*/ 7 h 14"/>
                </a:gdLst>
                <a:ahLst/>
                <a:cxnLst>
                  <a:cxn ang="0">
                    <a:pos x="T0" y="T1"/>
                  </a:cxn>
                  <a:cxn ang="0">
                    <a:pos x="T2" y="T3"/>
                  </a:cxn>
                  <a:cxn ang="0">
                    <a:pos x="T4" y="T5"/>
                  </a:cxn>
                  <a:cxn ang="0">
                    <a:pos x="T6" y="T7"/>
                  </a:cxn>
                  <a:cxn ang="0">
                    <a:pos x="T8" y="T9"/>
                  </a:cxn>
                </a:cxnLst>
                <a:rect l="0" t="0" r="r" b="b"/>
                <a:pathLst>
                  <a:path w="30" h="14">
                    <a:moveTo>
                      <a:pt x="30" y="7"/>
                    </a:moveTo>
                    <a:cubicBezTo>
                      <a:pt x="29" y="3"/>
                      <a:pt x="22" y="0"/>
                      <a:pt x="14" y="0"/>
                    </a:cubicBezTo>
                    <a:cubicBezTo>
                      <a:pt x="6" y="0"/>
                      <a:pt x="0" y="3"/>
                      <a:pt x="0" y="7"/>
                    </a:cubicBezTo>
                    <a:cubicBezTo>
                      <a:pt x="1" y="11"/>
                      <a:pt x="8" y="14"/>
                      <a:pt x="16" y="14"/>
                    </a:cubicBezTo>
                    <a:cubicBezTo>
                      <a:pt x="24" y="14"/>
                      <a:pt x="30"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12" name="Freeform 72"/>
              <p:cNvSpPr>
                <a:spLocks/>
              </p:cNvSpPr>
              <p:nvPr/>
            </p:nvSpPr>
            <p:spPr bwMode="auto">
              <a:xfrm>
                <a:off x="4016" y="2165"/>
                <a:ext cx="62" cy="29"/>
              </a:xfrm>
              <a:custGeom>
                <a:avLst/>
                <a:gdLst>
                  <a:gd name="T0" fmla="*/ 29 w 30"/>
                  <a:gd name="T1" fmla="*/ 7 h 14"/>
                  <a:gd name="T2" fmla="*/ 14 w 30"/>
                  <a:gd name="T3" fmla="*/ 0 h 14"/>
                  <a:gd name="T4" fmla="*/ 0 w 30"/>
                  <a:gd name="T5" fmla="*/ 7 h 14"/>
                  <a:gd name="T6" fmla="*/ 15 w 30"/>
                  <a:gd name="T7" fmla="*/ 14 h 14"/>
                  <a:gd name="T8" fmla="*/ 29 w 30"/>
                  <a:gd name="T9" fmla="*/ 7 h 14"/>
                </a:gdLst>
                <a:ahLst/>
                <a:cxnLst>
                  <a:cxn ang="0">
                    <a:pos x="T0" y="T1"/>
                  </a:cxn>
                  <a:cxn ang="0">
                    <a:pos x="T2" y="T3"/>
                  </a:cxn>
                  <a:cxn ang="0">
                    <a:pos x="T4" y="T5"/>
                  </a:cxn>
                  <a:cxn ang="0">
                    <a:pos x="T6" y="T7"/>
                  </a:cxn>
                  <a:cxn ang="0">
                    <a:pos x="T8" y="T9"/>
                  </a:cxn>
                </a:cxnLst>
                <a:rect l="0" t="0" r="r" b="b"/>
                <a:pathLst>
                  <a:path w="30" h="14">
                    <a:moveTo>
                      <a:pt x="29" y="7"/>
                    </a:moveTo>
                    <a:cubicBezTo>
                      <a:pt x="29" y="3"/>
                      <a:pt x="22" y="0"/>
                      <a:pt x="14" y="0"/>
                    </a:cubicBezTo>
                    <a:cubicBezTo>
                      <a:pt x="6" y="0"/>
                      <a:pt x="0" y="3"/>
                      <a:pt x="0" y="7"/>
                    </a:cubicBezTo>
                    <a:cubicBezTo>
                      <a:pt x="1" y="11"/>
                      <a:pt x="7" y="14"/>
                      <a:pt x="15" y="14"/>
                    </a:cubicBezTo>
                    <a:cubicBezTo>
                      <a:pt x="24" y="14"/>
                      <a:pt x="30" y="11"/>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13" name="Freeform 73"/>
              <p:cNvSpPr>
                <a:spLocks/>
              </p:cNvSpPr>
              <p:nvPr/>
            </p:nvSpPr>
            <p:spPr bwMode="auto">
              <a:xfrm>
                <a:off x="3649" y="2202"/>
                <a:ext cx="60" cy="31"/>
              </a:xfrm>
              <a:custGeom>
                <a:avLst/>
                <a:gdLst>
                  <a:gd name="T0" fmla="*/ 29 w 29"/>
                  <a:gd name="T1" fmla="*/ 7 h 15"/>
                  <a:gd name="T2" fmla="*/ 14 w 29"/>
                  <a:gd name="T3" fmla="*/ 0 h 15"/>
                  <a:gd name="T4" fmla="*/ 0 w 29"/>
                  <a:gd name="T5" fmla="*/ 7 h 15"/>
                  <a:gd name="T6" fmla="*/ 14 w 29"/>
                  <a:gd name="T7" fmla="*/ 15 h 15"/>
                  <a:gd name="T8" fmla="*/ 29 w 29"/>
                  <a:gd name="T9" fmla="*/ 7 h 15"/>
                </a:gdLst>
                <a:ahLst/>
                <a:cxnLst>
                  <a:cxn ang="0">
                    <a:pos x="T0" y="T1"/>
                  </a:cxn>
                  <a:cxn ang="0">
                    <a:pos x="T2" y="T3"/>
                  </a:cxn>
                  <a:cxn ang="0">
                    <a:pos x="T4" y="T5"/>
                  </a:cxn>
                  <a:cxn ang="0">
                    <a:pos x="T6" y="T7"/>
                  </a:cxn>
                  <a:cxn ang="0">
                    <a:pos x="T8" y="T9"/>
                  </a:cxn>
                </a:cxnLst>
                <a:rect l="0" t="0" r="r" b="b"/>
                <a:pathLst>
                  <a:path w="29" h="15">
                    <a:moveTo>
                      <a:pt x="29" y="7"/>
                    </a:moveTo>
                    <a:cubicBezTo>
                      <a:pt x="29" y="3"/>
                      <a:pt x="22" y="0"/>
                      <a:pt x="14" y="0"/>
                    </a:cubicBezTo>
                    <a:cubicBezTo>
                      <a:pt x="6" y="0"/>
                      <a:pt x="0" y="3"/>
                      <a:pt x="0" y="7"/>
                    </a:cubicBezTo>
                    <a:cubicBezTo>
                      <a:pt x="0" y="11"/>
                      <a:pt x="6" y="15"/>
                      <a:pt x="14" y="15"/>
                    </a:cubicBezTo>
                    <a:cubicBezTo>
                      <a:pt x="23" y="15"/>
                      <a:pt x="29" y="11"/>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14" name="Freeform 74"/>
              <p:cNvSpPr>
                <a:spLocks/>
              </p:cNvSpPr>
              <p:nvPr/>
            </p:nvSpPr>
            <p:spPr bwMode="auto">
              <a:xfrm>
                <a:off x="3723" y="2202"/>
                <a:ext cx="60" cy="31"/>
              </a:xfrm>
              <a:custGeom>
                <a:avLst/>
                <a:gdLst>
                  <a:gd name="T0" fmla="*/ 29 w 29"/>
                  <a:gd name="T1" fmla="*/ 7 h 15"/>
                  <a:gd name="T2" fmla="*/ 14 w 29"/>
                  <a:gd name="T3" fmla="*/ 0 h 15"/>
                  <a:gd name="T4" fmla="*/ 0 w 29"/>
                  <a:gd name="T5" fmla="*/ 7 h 15"/>
                  <a:gd name="T6" fmla="*/ 15 w 29"/>
                  <a:gd name="T7" fmla="*/ 15 h 15"/>
                  <a:gd name="T8" fmla="*/ 29 w 29"/>
                  <a:gd name="T9" fmla="*/ 7 h 15"/>
                </a:gdLst>
                <a:ahLst/>
                <a:cxnLst>
                  <a:cxn ang="0">
                    <a:pos x="T0" y="T1"/>
                  </a:cxn>
                  <a:cxn ang="0">
                    <a:pos x="T2" y="T3"/>
                  </a:cxn>
                  <a:cxn ang="0">
                    <a:pos x="T4" y="T5"/>
                  </a:cxn>
                  <a:cxn ang="0">
                    <a:pos x="T6" y="T7"/>
                  </a:cxn>
                  <a:cxn ang="0">
                    <a:pos x="T8" y="T9"/>
                  </a:cxn>
                </a:cxnLst>
                <a:rect l="0" t="0" r="r" b="b"/>
                <a:pathLst>
                  <a:path w="29" h="15">
                    <a:moveTo>
                      <a:pt x="29" y="7"/>
                    </a:moveTo>
                    <a:cubicBezTo>
                      <a:pt x="29" y="3"/>
                      <a:pt x="22" y="0"/>
                      <a:pt x="14" y="0"/>
                    </a:cubicBezTo>
                    <a:cubicBezTo>
                      <a:pt x="6" y="0"/>
                      <a:pt x="0" y="3"/>
                      <a:pt x="0" y="7"/>
                    </a:cubicBezTo>
                    <a:cubicBezTo>
                      <a:pt x="0" y="11"/>
                      <a:pt x="6" y="15"/>
                      <a:pt x="15" y="15"/>
                    </a:cubicBezTo>
                    <a:cubicBezTo>
                      <a:pt x="23" y="15"/>
                      <a:pt x="29" y="11"/>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15" name="Freeform 75"/>
              <p:cNvSpPr>
                <a:spLocks/>
              </p:cNvSpPr>
              <p:nvPr/>
            </p:nvSpPr>
            <p:spPr bwMode="auto">
              <a:xfrm>
                <a:off x="3798" y="2202"/>
                <a:ext cx="59" cy="31"/>
              </a:xfrm>
              <a:custGeom>
                <a:avLst/>
                <a:gdLst>
                  <a:gd name="T0" fmla="*/ 29 w 29"/>
                  <a:gd name="T1" fmla="*/ 7 h 15"/>
                  <a:gd name="T2" fmla="*/ 14 w 29"/>
                  <a:gd name="T3" fmla="*/ 0 h 15"/>
                  <a:gd name="T4" fmla="*/ 0 w 29"/>
                  <a:gd name="T5" fmla="*/ 7 h 15"/>
                  <a:gd name="T6" fmla="*/ 15 w 29"/>
                  <a:gd name="T7" fmla="*/ 15 h 15"/>
                  <a:gd name="T8" fmla="*/ 29 w 29"/>
                  <a:gd name="T9" fmla="*/ 7 h 15"/>
                </a:gdLst>
                <a:ahLst/>
                <a:cxnLst>
                  <a:cxn ang="0">
                    <a:pos x="T0" y="T1"/>
                  </a:cxn>
                  <a:cxn ang="0">
                    <a:pos x="T2" y="T3"/>
                  </a:cxn>
                  <a:cxn ang="0">
                    <a:pos x="T4" y="T5"/>
                  </a:cxn>
                  <a:cxn ang="0">
                    <a:pos x="T6" y="T7"/>
                  </a:cxn>
                  <a:cxn ang="0">
                    <a:pos x="T8" y="T9"/>
                  </a:cxn>
                </a:cxnLst>
                <a:rect l="0" t="0" r="r" b="b"/>
                <a:pathLst>
                  <a:path w="29" h="15">
                    <a:moveTo>
                      <a:pt x="29" y="7"/>
                    </a:moveTo>
                    <a:cubicBezTo>
                      <a:pt x="29" y="3"/>
                      <a:pt x="22" y="0"/>
                      <a:pt x="14" y="0"/>
                    </a:cubicBezTo>
                    <a:cubicBezTo>
                      <a:pt x="6" y="0"/>
                      <a:pt x="0" y="3"/>
                      <a:pt x="0" y="7"/>
                    </a:cubicBezTo>
                    <a:cubicBezTo>
                      <a:pt x="0" y="11"/>
                      <a:pt x="7" y="15"/>
                      <a:pt x="15" y="15"/>
                    </a:cubicBezTo>
                    <a:cubicBezTo>
                      <a:pt x="23" y="15"/>
                      <a:pt x="29" y="11"/>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16" name="Freeform 76"/>
              <p:cNvSpPr>
                <a:spLocks/>
              </p:cNvSpPr>
              <p:nvPr/>
            </p:nvSpPr>
            <p:spPr bwMode="auto">
              <a:xfrm>
                <a:off x="3872" y="2202"/>
                <a:ext cx="60" cy="31"/>
              </a:xfrm>
              <a:custGeom>
                <a:avLst/>
                <a:gdLst>
                  <a:gd name="T0" fmla="*/ 29 w 29"/>
                  <a:gd name="T1" fmla="*/ 7 h 15"/>
                  <a:gd name="T2" fmla="*/ 14 w 29"/>
                  <a:gd name="T3" fmla="*/ 0 h 15"/>
                  <a:gd name="T4" fmla="*/ 0 w 29"/>
                  <a:gd name="T5" fmla="*/ 7 h 15"/>
                  <a:gd name="T6" fmla="*/ 15 w 29"/>
                  <a:gd name="T7" fmla="*/ 15 h 15"/>
                  <a:gd name="T8" fmla="*/ 29 w 29"/>
                  <a:gd name="T9" fmla="*/ 7 h 15"/>
                </a:gdLst>
                <a:ahLst/>
                <a:cxnLst>
                  <a:cxn ang="0">
                    <a:pos x="T0" y="T1"/>
                  </a:cxn>
                  <a:cxn ang="0">
                    <a:pos x="T2" y="T3"/>
                  </a:cxn>
                  <a:cxn ang="0">
                    <a:pos x="T4" y="T5"/>
                  </a:cxn>
                  <a:cxn ang="0">
                    <a:pos x="T6" y="T7"/>
                  </a:cxn>
                  <a:cxn ang="0">
                    <a:pos x="T8" y="T9"/>
                  </a:cxn>
                </a:cxnLst>
                <a:rect l="0" t="0" r="r" b="b"/>
                <a:pathLst>
                  <a:path w="29" h="15">
                    <a:moveTo>
                      <a:pt x="29" y="7"/>
                    </a:moveTo>
                    <a:cubicBezTo>
                      <a:pt x="29" y="3"/>
                      <a:pt x="22" y="0"/>
                      <a:pt x="14" y="0"/>
                    </a:cubicBezTo>
                    <a:cubicBezTo>
                      <a:pt x="6" y="0"/>
                      <a:pt x="0" y="3"/>
                      <a:pt x="0" y="7"/>
                    </a:cubicBezTo>
                    <a:cubicBezTo>
                      <a:pt x="0" y="11"/>
                      <a:pt x="7" y="15"/>
                      <a:pt x="15" y="15"/>
                    </a:cubicBezTo>
                    <a:cubicBezTo>
                      <a:pt x="23" y="15"/>
                      <a:pt x="29" y="11"/>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17" name="Freeform 77"/>
              <p:cNvSpPr>
                <a:spLocks/>
              </p:cNvSpPr>
              <p:nvPr/>
            </p:nvSpPr>
            <p:spPr bwMode="auto">
              <a:xfrm>
                <a:off x="3946" y="2202"/>
                <a:ext cx="62" cy="31"/>
              </a:xfrm>
              <a:custGeom>
                <a:avLst/>
                <a:gdLst>
                  <a:gd name="T0" fmla="*/ 29 w 30"/>
                  <a:gd name="T1" fmla="*/ 7 h 15"/>
                  <a:gd name="T2" fmla="*/ 14 w 30"/>
                  <a:gd name="T3" fmla="*/ 0 h 15"/>
                  <a:gd name="T4" fmla="*/ 0 w 30"/>
                  <a:gd name="T5" fmla="*/ 7 h 15"/>
                  <a:gd name="T6" fmla="*/ 15 w 30"/>
                  <a:gd name="T7" fmla="*/ 15 h 15"/>
                  <a:gd name="T8" fmla="*/ 29 w 30"/>
                  <a:gd name="T9" fmla="*/ 7 h 15"/>
                </a:gdLst>
                <a:ahLst/>
                <a:cxnLst>
                  <a:cxn ang="0">
                    <a:pos x="T0" y="T1"/>
                  </a:cxn>
                  <a:cxn ang="0">
                    <a:pos x="T2" y="T3"/>
                  </a:cxn>
                  <a:cxn ang="0">
                    <a:pos x="T4" y="T5"/>
                  </a:cxn>
                  <a:cxn ang="0">
                    <a:pos x="T6" y="T7"/>
                  </a:cxn>
                  <a:cxn ang="0">
                    <a:pos x="T8" y="T9"/>
                  </a:cxn>
                </a:cxnLst>
                <a:rect l="0" t="0" r="r" b="b"/>
                <a:pathLst>
                  <a:path w="30" h="15">
                    <a:moveTo>
                      <a:pt x="29" y="7"/>
                    </a:moveTo>
                    <a:cubicBezTo>
                      <a:pt x="29" y="3"/>
                      <a:pt x="22" y="0"/>
                      <a:pt x="14" y="0"/>
                    </a:cubicBezTo>
                    <a:cubicBezTo>
                      <a:pt x="6" y="0"/>
                      <a:pt x="0" y="3"/>
                      <a:pt x="0" y="7"/>
                    </a:cubicBezTo>
                    <a:cubicBezTo>
                      <a:pt x="0" y="11"/>
                      <a:pt x="7" y="15"/>
                      <a:pt x="15" y="15"/>
                    </a:cubicBezTo>
                    <a:cubicBezTo>
                      <a:pt x="23" y="15"/>
                      <a:pt x="30" y="11"/>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18" name="Freeform 78"/>
              <p:cNvSpPr>
                <a:spLocks/>
              </p:cNvSpPr>
              <p:nvPr/>
            </p:nvSpPr>
            <p:spPr bwMode="auto">
              <a:xfrm>
                <a:off x="4018" y="2202"/>
                <a:ext cx="64" cy="31"/>
              </a:xfrm>
              <a:custGeom>
                <a:avLst/>
                <a:gdLst>
                  <a:gd name="T0" fmla="*/ 30 w 31"/>
                  <a:gd name="T1" fmla="*/ 7 h 15"/>
                  <a:gd name="T2" fmla="*/ 15 w 31"/>
                  <a:gd name="T3" fmla="*/ 0 h 15"/>
                  <a:gd name="T4" fmla="*/ 1 w 31"/>
                  <a:gd name="T5" fmla="*/ 7 h 15"/>
                  <a:gd name="T6" fmla="*/ 16 w 31"/>
                  <a:gd name="T7" fmla="*/ 15 h 15"/>
                  <a:gd name="T8" fmla="*/ 30 w 31"/>
                  <a:gd name="T9" fmla="*/ 7 h 15"/>
                </a:gdLst>
                <a:ahLst/>
                <a:cxnLst>
                  <a:cxn ang="0">
                    <a:pos x="T0" y="T1"/>
                  </a:cxn>
                  <a:cxn ang="0">
                    <a:pos x="T2" y="T3"/>
                  </a:cxn>
                  <a:cxn ang="0">
                    <a:pos x="T4" y="T5"/>
                  </a:cxn>
                  <a:cxn ang="0">
                    <a:pos x="T6" y="T7"/>
                  </a:cxn>
                  <a:cxn ang="0">
                    <a:pos x="T8" y="T9"/>
                  </a:cxn>
                </a:cxnLst>
                <a:rect l="0" t="0" r="r" b="b"/>
                <a:pathLst>
                  <a:path w="31" h="15">
                    <a:moveTo>
                      <a:pt x="30" y="7"/>
                    </a:moveTo>
                    <a:cubicBezTo>
                      <a:pt x="30" y="3"/>
                      <a:pt x="23" y="0"/>
                      <a:pt x="15" y="0"/>
                    </a:cubicBezTo>
                    <a:cubicBezTo>
                      <a:pt x="7" y="0"/>
                      <a:pt x="0" y="3"/>
                      <a:pt x="1" y="7"/>
                    </a:cubicBezTo>
                    <a:cubicBezTo>
                      <a:pt x="1" y="11"/>
                      <a:pt x="8" y="15"/>
                      <a:pt x="16" y="15"/>
                    </a:cubicBezTo>
                    <a:cubicBezTo>
                      <a:pt x="24" y="15"/>
                      <a:pt x="31"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19" name="Oval 79"/>
              <p:cNvSpPr>
                <a:spLocks noChangeArrowheads="1"/>
              </p:cNvSpPr>
              <p:nvPr/>
            </p:nvSpPr>
            <p:spPr bwMode="auto">
              <a:xfrm>
                <a:off x="3573" y="2239"/>
                <a:ext cx="62" cy="3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20" name="Freeform 80"/>
              <p:cNvSpPr>
                <a:spLocks/>
              </p:cNvSpPr>
              <p:nvPr/>
            </p:nvSpPr>
            <p:spPr bwMode="auto">
              <a:xfrm>
                <a:off x="3649" y="2239"/>
                <a:ext cx="60" cy="31"/>
              </a:xfrm>
              <a:custGeom>
                <a:avLst/>
                <a:gdLst>
                  <a:gd name="T0" fmla="*/ 29 w 29"/>
                  <a:gd name="T1" fmla="*/ 7 h 15"/>
                  <a:gd name="T2" fmla="*/ 14 w 29"/>
                  <a:gd name="T3" fmla="*/ 0 h 15"/>
                  <a:gd name="T4" fmla="*/ 0 w 29"/>
                  <a:gd name="T5" fmla="*/ 7 h 15"/>
                  <a:gd name="T6" fmla="*/ 15 w 29"/>
                  <a:gd name="T7" fmla="*/ 15 h 15"/>
                  <a:gd name="T8" fmla="*/ 29 w 29"/>
                  <a:gd name="T9" fmla="*/ 7 h 15"/>
                </a:gdLst>
                <a:ahLst/>
                <a:cxnLst>
                  <a:cxn ang="0">
                    <a:pos x="T0" y="T1"/>
                  </a:cxn>
                  <a:cxn ang="0">
                    <a:pos x="T2" y="T3"/>
                  </a:cxn>
                  <a:cxn ang="0">
                    <a:pos x="T4" y="T5"/>
                  </a:cxn>
                  <a:cxn ang="0">
                    <a:pos x="T6" y="T7"/>
                  </a:cxn>
                  <a:cxn ang="0">
                    <a:pos x="T8" y="T9"/>
                  </a:cxn>
                </a:cxnLst>
                <a:rect l="0" t="0" r="r" b="b"/>
                <a:pathLst>
                  <a:path w="29" h="15">
                    <a:moveTo>
                      <a:pt x="29" y="7"/>
                    </a:moveTo>
                    <a:cubicBezTo>
                      <a:pt x="29" y="3"/>
                      <a:pt x="23" y="0"/>
                      <a:pt x="14" y="0"/>
                    </a:cubicBezTo>
                    <a:cubicBezTo>
                      <a:pt x="6" y="0"/>
                      <a:pt x="0" y="3"/>
                      <a:pt x="0" y="7"/>
                    </a:cubicBezTo>
                    <a:cubicBezTo>
                      <a:pt x="0" y="12"/>
                      <a:pt x="6" y="15"/>
                      <a:pt x="15" y="15"/>
                    </a:cubicBezTo>
                    <a:cubicBezTo>
                      <a:pt x="23" y="15"/>
                      <a:pt x="29" y="12"/>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21" name="Oval 81"/>
              <p:cNvSpPr>
                <a:spLocks noChangeArrowheads="1"/>
              </p:cNvSpPr>
              <p:nvPr/>
            </p:nvSpPr>
            <p:spPr bwMode="auto">
              <a:xfrm>
                <a:off x="3723" y="2239"/>
                <a:ext cx="62" cy="3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22" name="Freeform 82"/>
              <p:cNvSpPr>
                <a:spLocks/>
              </p:cNvSpPr>
              <p:nvPr/>
            </p:nvSpPr>
            <p:spPr bwMode="auto">
              <a:xfrm>
                <a:off x="3878" y="2239"/>
                <a:ext cx="62" cy="31"/>
              </a:xfrm>
              <a:custGeom>
                <a:avLst/>
                <a:gdLst>
                  <a:gd name="T0" fmla="*/ 30 w 30"/>
                  <a:gd name="T1" fmla="*/ 7 h 15"/>
                  <a:gd name="T2" fmla="*/ 15 w 30"/>
                  <a:gd name="T3" fmla="*/ 0 h 15"/>
                  <a:gd name="T4" fmla="*/ 0 w 30"/>
                  <a:gd name="T5" fmla="*/ 7 h 15"/>
                  <a:gd name="T6" fmla="*/ 16 w 30"/>
                  <a:gd name="T7" fmla="*/ 15 h 15"/>
                  <a:gd name="T8" fmla="*/ 30 w 30"/>
                  <a:gd name="T9" fmla="*/ 7 h 15"/>
                </a:gdLst>
                <a:ahLst/>
                <a:cxnLst>
                  <a:cxn ang="0">
                    <a:pos x="T0" y="T1"/>
                  </a:cxn>
                  <a:cxn ang="0">
                    <a:pos x="T2" y="T3"/>
                  </a:cxn>
                  <a:cxn ang="0">
                    <a:pos x="T4" y="T5"/>
                  </a:cxn>
                  <a:cxn ang="0">
                    <a:pos x="T6" y="T7"/>
                  </a:cxn>
                  <a:cxn ang="0">
                    <a:pos x="T8" y="T9"/>
                  </a:cxn>
                </a:cxnLst>
                <a:rect l="0" t="0" r="r" b="b"/>
                <a:pathLst>
                  <a:path w="30" h="15">
                    <a:moveTo>
                      <a:pt x="30" y="7"/>
                    </a:moveTo>
                    <a:cubicBezTo>
                      <a:pt x="30" y="3"/>
                      <a:pt x="23" y="0"/>
                      <a:pt x="15" y="0"/>
                    </a:cubicBezTo>
                    <a:cubicBezTo>
                      <a:pt x="7" y="0"/>
                      <a:pt x="0" y="3"/>
                      <a:pt x="0" y="7"/>
                    </a:cubicBezTo>
                    <a:cubicBezTo>
                      <a:pt x="1" y="12"/>
                      <a:pt x="8" y="15"/>
                      <a:pt x="16" y="15"/>
                    </a:cubicBezTo>
                    <a:cubicBezTo>
                      <a:pt x="24" y="15"/>
                      <a:pt x="30" y="12"/>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23" name="Freeform 83"/>
              <p:cNvSpPr>
                <a:spLocks/>
              </p:cNvSpPr>
              <p:nvPr/>
            </p:nvSpPr>
            <p:spPr bwMode="auto">
              <a:xfrm>
                <a:off x="3948" y="2239"/>
                <a:ext cx="62" cy="31"/>
              </a:xfrm>
              <a:custGeom>
                <a:avLst/>
                <a:gdLst>
                  <a:gd name="T0" fmla="*/ 30 w 30"/>
                  <a:gd name="T1" fmla="*/ 7 h 15"/>
                  <a:gd name="T2" fmla="*/ 14 w 30"/>
                  <a:gd name="T3" fmla="*/ 0 h 15"/>
                  <a:gd name="T4" fmla="*/ 0 w 30"/>
                  <a:gd name="T5" fmla="*/ 7 h 15"/>
                  <a:gd name="T6" fmla="*/ 16 w 30"/>
                  <a:gd name="T7" fmla="*/ 15 h 15"/>
                  <a:gd name="T8" fmla="*/ 30 w 30"/>
                  <a:gd name="T9" fmla="*/ 7 h 15"/>
                </a:gdLst>
                <a:ahLst/>
                <a:cxnLst>
                  <a:cxn ang="0">
                    <a:pos x="T0" y="T1"/>
                  </a:cxn>
                  <a:cxn ang="0">
                    <a:pos x="T2" y="T3"/>
                  </a:cxn>
                  <a:cxn ang="0">
                    <a:pos x="T4" y="T5"/>
                  </a:cxn>
                  <a:cxn ang="0">
                    <a:pos x="T6" y="T7"/>
                  </a:cxn>
                  <a:cxn ang="0">
                    <a:pos x="T8" y="T9"/>
                  </a:cxn>
                </a:cxnLst>
                <a:rect l="0" t="0" r="r" b="b"/>
                <a:pathLst>
                  <a:path w="30" h="15">
                    <a:moveTo>
                      <a:pt x="30" y="7"/>
                    </a:moveTo>
                    <a:cubicBezTo>
                      <a:pt x="29" y="3"/>
                      <a:pt x="23" y="0"/>
                      <a:pt x="14" y="0"/>
                    </a:cubicBezTo>
                    <a:cubicBezTo>
                      <a:pt x="6" y="0"/>
                      <a:pt x="0" y="3"/>
                      <a:pt x="0" y="7"/>
                    </a:cubicBezTo>
                    <a:cubicBezTo>
                      <a:pt x="0" y="12"/>
                      <a:pt x="7" y="15"/>
                      <a:pt x="16" y="15"/>
                    </a:cubicBezTo>
                    <a:cubicBezTo>
                      <a:pt x="24" y="15"/>
                      <a:pt x="30" y="12"/>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24" name="Freeform 84"/>
              <p:cNvSpPr>
                <a:spLocks/>
              </p:cNvSpPr>
              <p:nvPr/>
            </p:nvSpPr>
            <p:spPr bwMode="auto">
              <a:xfrm>
                <a:off x="4023" y="2239"/>
                <a:ext cx="63" cy="31"/>
              </a:xfrm>
              <a:custGeom>
                <a:avLst/>
                <a:gdLst>
                  <a:gd name="T0" fmla="*/ 30 w 31"/>
                  <a:gd name="T1" fmla="*/ 7 h 15"/>
                  <a:gd name="T2" fmla="*/ 15 w 31"/>
                  <a:gd name="T3" fmla="*/ 0 h 15"/>
                  <a:gd name="T4" fmla="*/ 1 w 31"/>
                  <a:gd name="T5" fmla="*/ 7 h 15"/>
                  <a:gd name="T6" fmla="*/ 16 w 31"/>
                  <a:gd name="T7" fmla="*/ 15 h 15"/>
                  <a:gd name="T8" fmla="*/ 30 w 31"/>
                  <a:gd name="T9" fmla="*/ 7 h 15"/>
                </a:gdLst>
                <a:ahLst/>
                <a:cxnLst>
                  <a:cxn ang="0">
                    <a:pos x="T0" y="T1"/>
                  </a:cxn>
                  <a:cxn ang="0">
                    <a:pos x="T2" y="T3"/>
                  </a:cxn>
                  <a:cxn ang="0">
                    <a:pos x="T4" y="T5"/>
                  </a:cxn>
                  <a:cxn ang="0">
                    <a:pos x="T6" y="T7"/>
                  </a:cxn>
                  <a:cxn ang="0">
                    <a:pos x="T8" y="T9"/>
                  </a:cxn>
                </a:cxnLst>
                <a:rect l="0" t="0" r="r" b="b"/>
                <a:pathLst>
                  <a:path w="31" h="15">
                    <a:moveTo>
                      <a:pt x="30" y="7"/>
                    </a:moveTo>
                    <a:cubicBezTo>
                      <a:pt x="30" y="3"/>
                      <a:pt x="23" y="0"/>
                      <a:pt x="15" y="0"/>
                    </a:cubicBezTo>
                    <a:cubicBezTo>
                      <a:pt x="6" y="0"/>
                      <a:pt x="0" y="3"/>
                      <a:pt x="1" y="7"/>
                    </a:cubicBezTo>
                    <a:cubicBezTo>
                      <a:pt x="1" y="12"/>
                      <a:pt x="8" y="15"/>
                      <a:pt x="16" y="15"/>
                    </a:cubicBezTo>
                    <a:cubicBezTo>
                      <a:pt x="24" y="15"/>
                      <a:pt x="31" y="12"/>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25" name="Oval 85"/>
              <p:cNvSpPr>
                <a:spLocks noChangeArrowheads="1"/>
              </p:cNvSpPr>
              <p:nvPr/>
            </p:nvSpPr>
            <p:spPr bwMode="auto">
              <a:xfrm>
                <a:off x="3573" y="2276"/>
                <a:ext cx="62" cy="3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26" name="Oval 86"/>
              <p:cNvSpPr>
                <a:spLocks noChangeArrowheads="1"/>
              </p:cNvSpPr>
              <p:nvPr/>
            </p:nvSpPr>
            <p:spPr bwMode="auto">
              <a:xfrm>
                <a:off x="3649" y="2276"/>
                <a:ext cx="62" cy="3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27" name="Freeform 87"/>
              <p:cNvSpPr>
                <a:spLocks/>
              </p:cNvSpPr>
              <p:nvPr/>
            </p:nvSpPr>
            <p:spPr bwMode="auto">
              <a:xfrm>
                <a:off x="3723" y="2276"/>
                <a:ext cx="64" cy="33"/>
              </a:xfrm>
              <a:custGeom>
                <a:avLst/>
                <a:gdLst>
                  <a:gd name="T0" fmla="*/ 30 w 31"/>
                  <a:gd name="T1" fmla="*/ 8 h 16"/>
                  <a:gd name="T2" fmla="*/ 15 w 31"/>
                  <a:gd name="T3" fmla="*/ 0 h 16"/>
                  <a:gd name="T4" fmla="*/ 0 w 31"/>
                  <a:gd name="T5" fmla="*/ 8 h 16"/>
                  <a:gd name="T6" fmla="*/ 16 w 31"/>
                  <a:gd name="T7" fmla="*/ 16 h 16"/>
                  <a:gd name="T8" fmla="*/ 30 w 31"/>
                  <a:gd name="T9" fmla="*/ 8 h 16"/>
                </a:gdLst>
                <a:ahLst/>
                <a:cxnLst>
                  <a:cxn ang="0">
                    <a:pos x="T0" y="T1"/>
                  </a:cxn>
                  <a:cxn ang="0">
                    <a:pos x="T2" y="T3"/>
                  </a:cxn>
                  <a:cxn ang="0">
                    <a:pos x="T4" y="T5"/>
                  </a:cxn>
                  <a:cxn ang="0">
                    <a:pos x="T6" y="T7"/>
                  </a:cxn>
                  <a:cxn ang="0">
                    <a:pos x="T8" y="T9"/>
                  </a:cxn>
                </a:cxnLst>
                <a:rect l="0" t="0" r="r" b="b"/>
                <a:pathLst>
                  <a:path w="31" h="16">
                    <a:moveTo>
                      <a:pt x="30" y="8"/>
                    </a:moveTo>
                    <a:cubicBezTo>
                      <a:pt x="30" y="4"/>
                      <a:pt x="23" y="0"/>
                      <a:pt x="15" y="0"/>
                    </a:cubicBezTo>
                    <a:cubicBezTo>
                      <a:pt x="7" y="0"/>
                      <a:pt x="0" y="4"/>
                      <a:pt x="0" y="8"/>
                    </a:cubicBezTo>
                    <a:cubicBezTo>
                      <a:pt x="0" y="12"/>
                      <a:pt x="7" y="16"/>
                      <a:pt x="16" y="16"/>
                    </a:cubicBezTo>
                    <a:cubicBezTo>
                      <a:pt x="24" y="16"/>
                      <a:pt x="31" y="12"/>
                      <a:pt x="3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28" name="Freeform 88"/>
              <p:cNvSpPr>
                <a:spLocks/>
              </p:cNvSpPr>
              <p:nvPr/>
            </p:nvSpPr>
            <p:spPr bwMode="auto">
              <a:xfrm>
                <a:off x="3577" y="2316"/>
                <a:ext cx="64" cy="33"/>
              </a:xfrm>
              <a:custGeom>
                <a:avLst/>
                <a:gdLst>
                  <a:gd name="T0" fmla="*/ 30 w 31"/>
                  <a:gd name="T1" fmla="*/ 8 h 16"/>
                  <a:gd name="T2" fmla="*/ 15 w 31"/>
                  <a:gd name="T3" fmla="*/ 0 h 16"/>
                  <a:gd name="T4" fmla="*/ 0 w 31"/>
                  <a:gd name="T5" fmla="*/ 8 h 16"/>
                  <a:gd name="T6" fmla="*/ 15 w 31"/>
                  <a:gd name="T7" fmla="*/ 16 h 16"/>
                  <a:gd name="T8" fmla="*/ 30 w 31"/>
                  <a:gd name="T9" fmla="*/ 8 h 16"/>
                </a:gdLst>
                <a:ahLst/>
                <a:cxnLst>
                  <a:cxn ang="0">
                    <a:pos x="T0" y="T1"/>
                  </a:cxn>
                  <a:cxn ang="0">
                    <a:pos x="T2" y="T3"/>
                  </a:cxn>
                  <a:cxn ang="0">
                    <a:pos x="T4" y="T5"/>
                  </a:cxn>
                  <a:cxn ang="0">
                    <a:pos x="T6" y="T7"/>
                  </a:cxn>
                  <a:cxn ang="0">
                    <a:pos x="T8" y="T9"/>
                  </a:cxn>
                </a:cxnLst>
                <a:rect l="0" t="0" r="r" b="b"/>
                <a:pathLst>
                  <a:path w="31" h="16">
                    <a:moveTo>
                      <a:pt x="30" y="8"/>
                    </a:moveTo>
                    <a:cubicBezTo>
                      <a:pt x="31" y="4"/>
                      <a:pt x="24" y="0"/>
                      <a:pt x="15" y="0"/>
                    </a:cubicBezTo>
                    <a:cubicBezTo>
                      <a:pt x="7" y="0"/>
                      <a:pt x="0" y="4"/>
                      <a:pt x="0" y="8"/>
                    </a:cubicBezTo>
                    <a:cubicBezTo>
                      <a:pt x="0" y="13"/>
                      <a:pt x="7" y="16"/>
                      <a:pt x="15" y="16"/>
                    </a:cubicBezTo>
                    <a:cubicBezTo>
                      <a:pt x="24" y="16"/>
                      <a:pt x="30" y="13"/>
                      <a:pt x="3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29" name="Freeform 89"/>
              <p:cNvSpPr>
                <a:spLocks/>
              </p:cNvSpPr>
              <p:nvPr/>
            </p:nvSpPr>
            <p:spPr bwMode="auto">
              <a:xfrm>
                <a:off x="3653" y="2316"/>
                <a:ext cx="64" cy="33"/>
              </a:xfrm>
              <a:custGeom>
                <a:avLst/>
                <a:gdLst>
                  <a:gd name="T0" fmla="*/ 31 w 31"/>
                  <a:gd name="T1" fmla="*/ 8 h 16"/>
                  <a:gd name="T2" fmla="*/ 15 w 31"/>
                  <a:gd name="T3" fmla="*/ 0 h 16"/>
                  <a:gd name="T4" fmla="*/ 0 w 31"/>
                  <a:gd name="T5" fmla="*/ 8 h 16"/>
                  <a:gd name="T6" fmla="*/ 16 w 31"/>
                  <a:gd name="T7" fmla="*/ 16 h 16"/>
                  <a:gd name="T8" fmla="*/ 31 w 31"/>
                  <a:gd name="T9" fmla="*/ 8 h 16"/>
                </a:gdLst>
                <a:ahLst/>
                <a:cxnLst>
                  <a:cxn ang="0">
                    <a:pos x="T0" y="T1"/>
                  </a:cxn>
                  <a:cxn ang="0">
                    <a:pos x="T2" y="T3"/>
                  </a:cxn>
                  <a:cxn ang="0">
                    <a:pos x="T4" y="T5"/>
                  </a:cxn>
                  <a:cxn ang="0">
                    <a:pos x="T6" y="T7"/>
                  </a:cxn>
                  <a:cxn ang="0">
                    <a:pos x="T8" y="T9"/>
                  </a:cxn>
                </a:cxnLst>
                <a:rect l="0" t="0" r="r" b="b"/>
                <a:pathLst>
                  <a:path w="31" h="16">
                    <a:moveTo>
                      <a:pt x="31" y="8"/>
                    </a:moveTo>
                    <a:cubicBezTo>
                      <a:pt x="31" y="4"/>
                      <a:pt x="24" y="0"/>
                      <a:pt x="15" y="0"/>
                    </a:cubicBezTo>
                    <a:cubicBezTo>
                      <a:pt x="7" y="0"/>
                      <a:pt x="0" y="4"/>
                      <a:pt x="0" y="8"/>
                    </a:cubicBezTo>
                    <a:cubicBezTo>
                      <a:pt x="0" y="13"/>
                      <a:pt x="7" y="16"/>
                      <a:pt x="16" y="16"/>
                    </a:cubicBezTo>
                    <a:cubicBezTo>
                      <a:pt x="24" y="16"/>
                      <a:pt x="31"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30" name="Freeform 90"/>
              <p:cNvSpPr>
                <a:spLocks/>
              </p:cNvSpPr>
              <p:nvPr/>
            </p:nvSpPr>
            <p:spPr bwMode="auto">
              <a:xfrm>
                <a:off x="3730" y="2316"/>
                <a:ext cx="64" cy="33"/>
              </a:xfrm>
              <a:custGeom>
                <a:avLst/>
                <a:gdLst>
                  <a:gd name="T0" fmla="*/ 31 w 31"/>
                  <a:gd name="T1" fmla="*/ 8 h 16"/>
                  <a:gd name="T2" fmla="*/ 15 w 31"/>
                  <a:gd name="T3" fmla="*/ 0 h 16"/>
                  <a:gd name="T4" fmla="*/ 0 w 31"/>
                  <a:gd name="T5" fmla="*/ 8 h 16"/>
                  <a:gd name="T6" fmla="*/ 16 w 31"/>
                  <a:gd name="T7" fmla="*/ 16 h 16"/>
                  <a:gd name="T8" fmla="*/ 31 w 31"/>
                  <a:gd name="T9" fmla="*/ 8 h 16"/>
                </a:gdLst>
                <a:ahLst/>
                <a:cxnLst>
                  <a:cxn ang="0">
                    <a:pos x="T0" y="T1"/>
                  </a:cxn>
                  <a:cxn ang="0">
                    <a:pos x="T2" y="T3"/>
                  </a:cxn>
                  <a:cxn ang="0">
                    <a:pos x="T4" y="T5"/>
                  </a:cxn>
                  <a:cxn ang="0">
                    <a:pos x="T6" y="T7"/>
                  </a:cxn>
                  <a:cxn ang="0">
                    <a:pos x="T8" y="T9"/>
                  </a:cxn>
                </a:cxnLst>
                <a:rect l="0" t="0" r="r" b="b"/>
                <a:pathLst>
                  <a:path w="31" h="16">
                    <a:moveTo>
                      <a:pt x="31" y="8"/>
                    </a:moveTo>
                    <a:cubicBezTo>
                      <a:pt x="31" y="4"/>
                      <a:pt x="24" y="0"/>
                      <a:pt x="15" y="0"/>
                    </a:cubicBezTo>
                    <a:cubicBezTo>
                      <a:pt x="7" y="0"/>
                      <a:pt x="0" y="4"/>
                      <a:pt x="0" y="8"/>
                    </a:cubicBezTo>
                    <a:cubicBezTo>
                      <a:pt x="1" y="13"/>
                      <a:pt x="7" y="16"/>
                      <a:pt x="16" y="16"/>
                    </a:cubicBezTo>
                    <a:cubicBezTo>
                      <a:pt x="24" y="16"/>
                      <a:pt x="31"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31" name="Freeform 91"/>
              <p:cNvSpPr>
                <a:spLocks/>
              </p:cNvSpPr>
              <p:nvPr/>
            </p:nvSpPr>
            <p:spPr bwMode="auto">
              <a:xfrm>
                <a:off x="3806" y="2316"/>
                <a:ext cx="64" cy="33"/>
              </a:xfrm>
              <a:custGeom>
                <a:avLst/>
                <a:gdLst>
                  <a:gd name="T0" fmla="*/ 31 w 31"/>
                  <a:gd name="T1" fmla="*/ 8 h 16"/>
                  <a:gd name="T2" fmla="*/ 15 w 31"/>
                  <a:gd name="T3" fmla="*/ 0 h 16"/>
                  <a:gd name="T4" fmla="*/ 0 w 31"/>
                  <a:gd name="T5" fmla="*/ 8 h 16"/>
                  <a:gd name="T6" fmla="*/ 16 w 31"/>
                  <a:gd name="T7" fmla="*/ 16 h 16"/>
                  <a:gd name="T8" fmla="*/ 31 w 31"/>
                  <a:gd name="T9" fmla="*/ 8 h 16"/>
                </a:gdLst>
                <a:ahLst/>
                <a:cxnLst>
                  <a:cxn ang="0">
                    <a:pos x="T0" y="T1"/>
                  </a:cxn>
                  <a:cxn ang="0">
                    <a:pos x="T2" y="T3"/>
                  </a:cxn>
                  <a:cxn ang="0">
                    <a:pos x="T4" y="T5"/>
                  </a:cxn>
                  <a:cxn ang="0">
                    <a:pos x="T6" y="T7"/>
                  </a:cxn>
                  <a:cxn ang="0">
                    <a:pos x="T8" y="T9"/>
                  </a:cxn>
                </a:cxnLst>
                <a:rect l="0" t="0" r="r" b="b"/>
                <a:pathLst>
                  <a:path w="31" h="16">
                    <a:moveTo>
                      <a:pt x="31" y="8"/>
                    </a:moveTo>
                    <a:cubicBezTo>
                      <a:pt x="31" y="4"/>
                      <a:pt x="24" y="0"/>
                      <a:pt x="15" y="0"/>
                    </a:cubicBezTo>
                    <a:cubicBezTo>
                      <a:pt x="7" y="0"/>
                      <a:pt x="0" y="4"/>
                      <a:pt x="0" y="8"/>
                    </a:cubicBezTo>
                    <a:cubicBezTo>
                      <a:pt x="1" y="13"/>
                      <a:pt x="8" y="16"/>
                      <a:pt x="16" y="16"/>
                    </a:cubicBezTo>
                    <a:cubicBezTo>
                      <a:pt x="24" y="16"/>
                      <a:pt x="31"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32" name="Freeform 92"/>
              <p:cNvSpPr>
                <a:spLocks/>
              </p:cNvSpPr>
              <p:nvPr/>
            </p:nvSpPr>
            <p:spPr bwMode="auto">
              <a:xfrm>
                <a:off x="3882" y="2316"/>
                <a:ext cx="64" cy="33"/>
              </a:xfrm>
              <a:custGeom>
                <a:avLst/>
                <a:gdLst>
                  <a:gd name="T0" fmla="*/ 31 w 31"/>
                  <a:gd name="T1" fmla="*/ 8 h 16"/>
                  <a:gd name="T2" fmla="*/ 15 w 31"/>
                  <a:gd name="T3" fmla="*/ 0 h 16"/>
                  <a:gd name="T4" fmla="*/ 1 w 31"/>
                  <a:gd name="T5" fmla="*/ 8 h 16"/>
                  <a:gd name="T6" fmla="*/ 16 w 31"/>
                  <a:gd name="T7" fmla="*/ 16 h 16"/>
                  <a:gd name="T8" fmla="*/ 31 w 31"/>
                  <a:gd name="T9" fmla="*/ 8 h 16"/>
                </a:gdLst>
                <a:ahLst/>
                <a:cxnLst>
                  <a:cxn ang="0">
                    <a:pos x="T0" y="T1"/>
                  </a:cxn>
                  <a:cxn ang="0">
                    <a:pos x="T2" y="T3"/>
                  </a:cxn>
                  <a:cxn ang="0">
                    <a:pos x="T4" y="T5"/>
                  </a:cxn>
                  <a:cxn ang="0">
                    <a:pos x="T6" y="T7"/>
                  </a:cxn>
                  <a:cxn ang="0">
                    <a:pos x="T8" y="T9"/>
                  </a:cxn>
                </a:cxnLst>
                <a:rect l="0" t="0" r="r" b="b"/>
                <a:pathLst>
                  <a:path w="31" h="16">
                    <a:moveTo>
                      <a:pt x="31" y="8"/>
                    </a:moveTo>
                    <a:cubicBezTo>
                      <a:pt x="31" y="4"/>
                      <a:pt x="24" y="0"/>
                      <a:pt x="15" y="0"/>
                    </a:cubicBezTo>
                    <a:cubicBezTo>
                      <a:pt x="7" y="0"/>
                      <a:pt x="0" y="4"/>
                      <a:pt x="1" y="8"/>
                    </a:cubicBezTo>
                    <a:cubicBezTo>
                      <a:pt x="1" y="13"/>
                      <a:pt x="8" y="16"/>
                      <a:pt x="16" y="16"/>
                    </a:cubicBezTo>
                    <a:cubicBezTo>
                      <a:pt x="25" y="16"/>
                      <a:pt x="31"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33" name="Freeform 93"/>
              <p:cNvSpPr>
                <a:spLocks/>
              </p:cNvSpPr>
              <p:nvPr/>
            </p:nvSpPr>
            <p:spPr bwMode="auto">
              <a:xfrm>
                <a:off x="3426" y="2276"/>
                <a:ext cx="62" cy="33"/>
              </a:xfrm>
              <a:custGeom>
                <a:avLst/>
                <a:gdLst>
                  <a:gd name="T0" fmla="*/ 30 w 30"/>
                  <a:gd name="T1" fmla="*/ 8 h 16"/>
                  <a:gd name="T2" fmla="*/ 15 w 30"/>
                  <a:gd name="T3" fmla="*/ 0 h 16"/>
                  <a:gd name="T4" fmla="*/ 0 w 30"/>
                  <a:gd name="T5" fmla="*/ 8 h 16"/>
                  <a:gd name="T6" fmla="*/ 15 w 30"/>
                  <a:gd name="T7" fmla="*/ 16 h 16"/>
                  <a:gd name="T8" fmla="*/ 30 w 30"/>
                  <a:gd name="T9" fmla="*/ 8 h 16"/>
                </a:gdLst>
                <a:ahLst/>
                <a:cxnLst>
                  <a:cxn ang="0">
                    <a:pos x="T0" y="T1"/>
                  </a:cxn>
                  <a:cxn ang="0">
                    <a:pos x="T2" y="T3"/>
                  </a:cxn>
                  <a:cxn ang="0">
                    <a:pos x="T4" y="T5"/>
                  </a:cxn>
                  <a:cxn ang="0">
                    <a:pos x="T6" y="T7"/>
                  </a:cxn>
                  <a:cxn ang="0">
                    <a:pos x="T8" y="T9"/>
                  </a:cxn>
                </a:cxnLst>
                <a:rect l="0" t="0" r="r" b="b"/>
                <a:pathLst>
                  <a:path w="30" h="16">
                    <a:moveTo>
                      <a:pt x="30" y="8"/>
                    </a:moveTo>
                    <a:cubicBezTo>
                      <a:pt x="30" y="4"/>
                      <a:pt x="24" y="0"/>
                      <a:pt x="15" y="0"/>
                    </a:cubicBezTo>
                    <a:cubicBezTo>
                      <a:pt x="7" y="0"/>
                      <a:pt x="0" y="4"/>
                      <a:pt x="0" y="8"/>
                    </a:cubicBezTo>
                    <a:cubicBezTo>
                      <a:pt x="0" y="12"/>
                      <a:pt x="6" y="16"/>
                      <a:pt x="15" y="16"/>
                    </a:cubicBezTo>
                    <a:cubicBezTo>
                      <a:pt x="23" y="16"/>
                      <a:pt x="30" y="12"/>
                      <a:pt x="3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34" name="Freeform 94"/>
              <p:cNvSpPr>
                <a:spLocks/>
              </p:cNvSpPr>
              <p:nvPr/>
            </p:nvSpPr>
            <p:spPr bwMode="auto">
              <a:xfrm>
                <a:off x="3348" y="2316"/>
                <a:ext cx="62" cy="33"/>
              </a:xfrm>
              <a:custGeom>
                <a:avLst/>
                <a:gdLst>
                  <a:gd name="T0" fmla="*/ 30 w 30"/>
                  <a:gd name="T1" fmla="*/ 8 h 16"/>
                  <a:gd name="T2" fmla="*/ 16 w 30"/>
                  <a:gd name="T3" fmla="*/ 0 h 16"/>
                  <a:gd name="T4" fmla="*/ 0 w 30"/>
                  <a:gd name="T5" fmla="*/ 8 h 16"/>
                  <a:gd name="T6" fmla="*/ 15 w 30"/>
                  <a:gd name="T7" fmla="*/ 16 h 16"/>
                  <a:gd name="T8" fmla="*/ 30 w 30"/>
                  <a:gd name="T9" fmla="*/ 8 h 16"/>
                </a:gdLst>
                <a:ahLst/>
                <a:cxnLst>
                  <a:cxn ang="0">
                    <a:pos x="T0" y="T1"/>
                  </a:cxn>
                  <a:cxn ang="0">
                    <a:pos x="T2" y="T3"/>
                  </a:cxn>
                  <a:cxn ang="0">
                    <a:pos x="T4" y="T5"/>
                  </a:cxn>
                  <a:cxn ang="0">
                    <a:pos x="T6" y="T7"/>
                  </a:cxn>
                  <a:cxn ang="0">
                    <a:pos x="T8" y="T9"/>
                  </a:cxn>
                </a:cxnLst>
                <a:rect l="0" t="0" r="r" b="b"/>
                <a:pathLst>
                  <a:path w="30" h="16">
                    <a:moveTo>
                      <a:pt x="30" y="8"/>
                    </a:moveTo>
                    <a:cubicBezTo>
                      <a:pt x="30" y="4"/>
                      <a:pt x="24" y="0"/>
                      <a:pt x="16" y="0"/>
                    </a:cubicBezTo>
                    <a:cubicBezTo>
                      <a:pt x="7" y="0"/>
                      <a:pt x="0" y="4"/>
                      <a:pt x="0" y="8"/>
                    </a:cubicBezTo>
                    <a:cubicBezTo>
                      <a:pt x="0" y="13"/>
                      <a:pt x="6" y="16"/>
                      <a:pt x="15" y="16"/>
                    </a:cubicBezTo>
                    <a:cubicBezTo>
                      <a:pt x="23" y="16"/>
                      <a:pt x="30" y="13"/>
                      <a:pt x="3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35" name="Freeform 95"/>
              <p:cNvSpPr>
                <a:spLocks/>
              </p:cNvSpPr>
              <p:nvPr/>
            </p:nvSpPr>
            <p:spPr bwMode="auto">
              <a:xfrm>
                <a:off x="3424" y="2316"/>
                <a:ext cx="64" cy="33"/>
              </a:xfrm>
              <a:custGeom>
                <a:avLst/>
                <a:gdLst>
                  <a:gd name="T0" fmla="*/ 30 w 31"/>
                  <a:gd name="T1" fmla="*/ 8 h 16"/>
                  <a:gd name="T2" fmla="*/ 16 w 31"/>
                  <a:gd name="T3" fmla="*/ 0 h 16"/>
                  <a:gd name="T4" fmla="*/ 0 w 31"/>
                  <a:gd name="T5" fmla="*/ 8 h 16"/>
                  <a:gd name="T6" fmla="*/ 15 w 31"/>
                  <a:gd name="T7" fmla="*/ 16 h 16"/>
                  <a:gd name="T8" fmla="*/ 30 w 31"/>
                  <a:gd name="T9" fmla="*/ 8 h 16"/>
                </a:gdLst>
                <a:ahLst/>
                <a:cxnLst>
                  <a:cxn ang="0">
                    <a:pos x="T0" y="T1"/>
                  </a:cxn>
                  <a:cxn ang="0">
                    <a:pos x="T2" y="T3"/>
                  </a:cxn>
                  <a:cxn ang="0">
                    <a:pos x="T4" y="T5"/>
                  </a:cxn>
                  <a:cxn ang="0">
                    <a:pos x="T6" y="T7"/>
                  </a:cxn>
                  <a:cxn ang="0">
                    <a:pos x="T8" y="T9"/>
                  </a:cxn>
                </a:cxnLst>
                <a:rect l="0" t="0" r="r" b="b"/>
                <a:pathLst>
                  <a:path w="31" h="16">
                    <a:moveTo>
                      <a:pt x="30" y="8"/>
                    </a:moveTo>
                    <a:cubicBezTo>
                      <a:pt x="31" y="4"/>
                      <a:pt x="24" y="0"/>
                      <a:pt x="16" y="0"/>
                    </a:cubicBezTo>
                    <a:cubicBezTo>
                      <a:pt x="7" y="0"/>
                      <a:pt x="0" y="4"/>
                      <a:pt x="0" y="8"/>
                    </a:cubicBezTo>
                    <a:cubicBezTo>
                      <a:pt x="0" y="13"/>
                      <a:pt x="6" y="16"/>
                      <a:pt x="15" y="16"/>
                    </a:cubicBezTo>
                    <a:cubicBezTo>
                      <a:pt x="23" y="16"/>
                      <a:pt x="30" y="13"/>
                      <a:pt x="3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36" name="Freeform 96"/>
              <p:cNvSpPr>
                <a:spLocks/>
              </p:cNvSpPr>
              <p:nvPr/>
            </p:nvSpPr>
            <p:spPr bwMode="auto">
              <a:xfrm>
                <a:off x="3344" y="2357"/>
                <a:ext cx="64" cy="33"/>
              </a:xfrm>
              <a:custGeom>
                <a:avLst/>
                <a:gdLst>
                  <a:gd name="T0" fmla="*/ 31 w 31"/>
                  <a:gd name="T1" fmla="*/ 8 h 16"/>
                  <a:gd name="T2" fmla="*/ 16 w 31"/>
                  <a:gd name="T3" fmla="*/ 0 h 16"/>
                  <a:gd name="T4" fmla="*/ 1 w 31"/>
                  <a:gd name="T5" fmla="*/ 8 h 16"/>
                  <a:gd name="T6" fmla="*/ 15 w 31"/>
                  <a:gd name="T7" fmla="*/ 16 h 16"/>
                  <a:gd name="T8" fmla="*/ 31 w 31"/>
                  <a:gd name="T9" fmla="*/ 8 h 16"/>
                </a:gdLst>
                <a:ahLst/>
                <a:cxnLst>
                  <a:cxn ang="0">
                    <a:pos x="T0" y="T1"/>
                  </a:cxn>
                  <a:cxn ang="0">
                    <a:pos x="T2" y="T3"/>
                  </a:cxn>
                  <a:cxn ang="0">
                    <a:pos x="T4" y="T5"/>
                  </a:cxn>
                  <a:cxn ang="0">
                    <a:pos x="T6" y="T7"/>
                  </a:cxn>
                  <a:cxn ang="0">
                    <a:pos x="T8" y="T9"/>
                  </a:cxn>
                </a:cxnLst>
                <a:rect l="0" t="0" r="r" b="b"/>
                <a:pathLst>
                  <a:path w="31" h="16">
                    <a:moveTo>
                      <a:pt x="31" y="8"/>
                    </a:moveTo>
                    <a:cubicBezTo>
                      <a:pt x="31" y="4"/>
                      <a:pt x="25" y="0"/>
                      <a:pt x="16" y="0"/>
                    </a:cubicBezTo>
                    <a:cubicBezTo>
                      <a:pt x="8" y="0"/>
                      <a:pt x="1" y="4"/>
                      <a:pt x="1" y="8"/>
                    </a:cubicBezTo>
                    <a:cubicBezTo>
                      <a:pt x="0" y="13"/>
                      <a:pt x="7" y="16"/>
                      <a:pt x="15" y="16"/>
                    </a:cubicBezTo>
                    <a:cubicBezTo>
                      <a:pt x="24" y="16"/>
                      <a:pt x="31"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37" name="Freeform 97"/>
              <p:cNvSpPr>
                <a:spLocks/>
              </p:cNvSpPr>
              <p:nvPr/>
            </p:nvSpPr>
            <p:spPr bwMode="auto">
              <a:xfrm>
                <a:off x="3498" y="2357"/>
                <a:ext cx="64" cy="33"/>
              </a:xfrm>
              <a:custGeom>
                <a:avLst/>
                <a:gdLst>
                  <a:gd name="T0" fmla="*/ 31 w 31"/>
                  <a:gd name="T1" fmla="*/ 8 h 16"/>
                  <a:gd name="T2" fmla="*/ 16 w 31"/>
                  <a:gd name="T3" fmla="*/ 0 h 16"/>
                  <a:gd name="T4" fmla="*/ 0 w 31"/>
                  <a:gd name="T5" fmla="*/ 8 h 16"/>
                  <a:gd name="T6" fmla="*/ 16 w 31"/>
                  <a:gd name="T7" fmla="*/ 16 h 16"/>
                  <a:gd name="T8" fmla="*/ 31 w 31"/>
                  <a:gd name="T9" fmla="*/ 8 h 16"/>
                </a:gdLst>
                <a:ahLst/>
                <a:cxnLst>
                  <a:cxn ang="0">
                    <a:pos x="T0" y="T1"/>
                  </a:cxn>
                  <a:cxn ang="0">
                    <a:pos x="T2" y="T3"/>
                  </a:cxn>
                  <a:cxn ang="0">
                    <a:pos x="T4" y="T5"/>
                  </a:cxn>
                  <a:cxn ang="0">
                    <a:pos x="T6" y="T7"/>
                  </a:cxn>
                  <a:cxn ang="0">
                    <a:pos x="T8" y="T9"/>
                  </a:cxn>
                </a:cxnLst>
                <a:rect l="0" t="0" r="r" b="b"/>
                <a:pathLst>
                  <a:path w="31" h="16">
                    <a:moveTo>
                      <a:pt x="31" y="8"/>
                    </a:moveTo>
                    <a:cubicBezTo>
                      <a:pt x="31" y="4"/>
                      <a:pt x="24" y="0"/>
                      <a:pt x="16" y="0"/>
                    </a:cubicBezTo>
                    <a:cubicBezTo>
                      <a:pt x="8" y="0"/>
                      <a:pt x="1" y="4"/>
                      <a:pt x="0" y="8"/>
                    </a:cubicBezTo>
                    <a:cubicBezTo>
                      <a:pt x="0" y="13"/>
                      <a:pt x="7" y="16"/>
                      <a:pt x="16" y="16"/>
                    </a:cubicBezTo>
                    <a:cubicBezTo>
                      <a:pt x="24" y="16"/>
                      <a:pt x="31"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38" name="Oval 98"/>
              <p:cNvSpPr>
                <a:spLocks noChangeArrowheads="1"/>
              </p:cNvSpPr>
              <p:nvPr/>
            </p:nvSpPr>
            <p:spPr bwMode="auto">
              <a:xfrm>
                <a:off x="3577" y="2357"/>
                <a:ext cx="62" cy="3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39" name="Oval 99"/>
              <p:cNvSpPr>
                <a:spLocks noChangeArrowheads="1"/>
              </p:cNvSpPr>
              <p:nvPr/>
            </p:nvSpPr>
            <p:spPr bwMode="auto">
              <a:xfrm>
                <a:off x="3653" y="2357"/>
                <a:ext cx="64" cy="3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40" name="Freeform 100"/>
              <p:cNvSpPr>
                <a:spLocks/>
              </p:cNvSpPr>
              <p:nvPr/>
            </p:nvSpPr>
            <p:spPr bwMode="auto">
              <a:xfrm>
                <a:off x="3732" y="2357"/>
                <a:ext cx="64" cy="33"/>
              </a:xfrm>
              <a:custGeom>
                <a:avLst/>
                <a:gdLst>
                  <a:gd name="T0" fmla="*/ 30 w 31"/>
                  <a:gd name="T1" fmla="*/ 8 h 16"/>
                  <a:gd name="T2" fmla="*/ 15 w 31"/>
                  <a:gd name="T3" fmla="*/ 0 h 16"/>
                  <a:gd name="T4" fmla="*/ 0 w 31"/>
                  <a:gd name="T5" fmla="*/ 8 h 16"/>
                  <a:gd name="T6" fmla="*/ 15 w 31"/>
                  <a:gd name="T7" fmla="*/ 16 h 16"/>
                  <a:gd name="T8" fmla="*/ 30 w 31"/>
                  <a:gd name="T9" fmla="*/ 8 h 16"/>
                </a:gdLst>
                <a:ahLst/>
                <a:cxnLst>
                  <a:cxn ang="0">
                    <a:pos x="T0" y="T1"/>
                  </a:cxn>
                  <a:cxn ang="0">
                    <a:pos x="T2" y="T3"/>
                  </a:cxn>
                  <a:cxn ang="0">
                    <a:pos x="T4" y="T5"/>
                  </a:cxn>
                  <a:cxn ang="0">
                    <a:pos x="T6" y="T7"/>
                  </a:cxn>
                  <a:cxn ang="0">
                    <a:pos x="T8" y="T9"/>
                  </a:cxn>
                </a:cxnLst>
                <a:rect l="0" t="0" r="r" b="b"/>
                <a:pathLst>
                  <a:path w="31" h="16">
                    <a:moveTo>
                      <a:pt x="30" y="8"/>
                    </a:moveTo>
                    <a:cubicBezTo>
                      <a:pt x="30" y="4"/>
                      <a:pt x="23" y="0"/>
                      <a:pt x="15" y="0"/>
                    </a:cubicBezTo>
                    <a:cubicBezTo>
                      <a:pt x="6" y="0"/>
                      <a:pt x="0" y="4"/>
                      <a:pt x="0" y="8"/>
                    </a:cubicBezTo>
                    <a:cubicBezTo>
                      <a:pt x="0" y="13"/>
                      <a:pt x="7" y="16"/>
                      <a:pt x="15" y="16"/>
                    </a:cubicBezTo>
                    <a:cubicBezTo>
                      <a:pt x="24" y="16"/>
                      <a:pt x="31" y="13"/>
                      <a:pt x="3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41" name="Freeform 101"/>
              <p:cNvSpPr>
                <a:spLocks/>
              </p:cNvSpPr>
              <p:nvPr/>
            </p:nvSpPr>
            <p:spPr bwMode="auto">
              <a:xfrm>
                <a:off x="3808" y="2357"/>
                <a:ext cx="64" cy="33"/>
              </a:xfrm>
              <a:custGeom>
                <a:avLst/>
                <a:gdLst>
                  <a:gd name="T0" fmla="*/ 31 w 31"/>
                  <a:gd name="T1" fmla="*/ 8 h 16"/>
                  <a:gd name="T2" fmla="*/ 15 w 31"/>
                  <a:gd name="T3" fmla="*/ 0 h 16"/>
                  <a:gd name="T4" fmla="*/ 0 w 31"/>
                  <a:gd name="T5" fmla="*/ 8 h 16"/>
                  <a:gd name="T6" fmla="*/ 16 w 31"/>
                  <a:gd name="T7" fmla="*/ 16 h 16"/>
                  <a:gd name="T8" fmla="*/ 31 w 31"/>
                  <a:gd name="T9" fmla="*/ 8 h 16"/>
                </a:gdLst>
                <a:ahLst/>
                <a:cxnLst>
                  <a:cxn ang="0">
                    <a:pos x="T0" y="T1"/>
                  </a:cxn>
                  <a:cxn ang="0">
                    <a:pos x="T2" y="T3"/>
                  </a:cxn>
                  <a:cxn ang="0">
                    <a:pos x="T4" y="T5"/>
                  </a:cxn>
                  <a:cxn ang="0">
                    <a:pos x="T6" y="T7"/>
                  </a:cxn>
                  <a:cxn ang="0">
                    <a:pos x="T8" y="T9"/>
                  </a:cxn>
                </a:cxnLst>
                <a:rect l="0" t="0" r="r" b="b"/>
                <a:pathLst>
                  <a:path w="31" h="16">
                    <a:moveTo>
                      <a:pt x="31" y="8"/>
                    </a:moveTo>
                    <a:cubicBezTo>
                      <a:pt x="31" y="4"/>
                      <a:pt x="24" y="0"/>
                      <a:pt x="15" y="0"/>
                    </a:cubicBezTo>
                    <a:cubicBezTo>
                      <a:pt x="7" y="0"/>
                      <a:pt x="0" y="4"/>
                      <a:pt x="0" y="8"/>
                    </a:cubicBezTo>
                    <a:cubicBezTo>
                      <a:pt x="0" y="13"/>
                      <a:pt x="7" y="16"/>
                      <a:pt x="16" y="16"/>
                    </a:cubicBezTo>
                    <a:cubicBezTo>
                      <a:pt x="24" y="16"/>
                      <a:pt x="31"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42" name="Freeform 102"/>
              <p:cNvSpPr>
                <a:spLocks/>
              </p:cNvSpPr>
              <p:nvPr/>
            </p:nvSpPr>
            <p:spPr bwMode="auto">
              <a:xfrm>
                <a:off x="3884" y="2357"/>
                <a:ext cx="66" cy="33"/>
              </a:xfrm>
              <a:custGeom>
                <a:avLst/>
                <a:gdLst>
                  <a:gd name="T0" fmla="*/ 31 w 32"/>
                  <a:gd name="T1" fmla="*/ 8 h 16"/>
                  <a:gd name="T2" fmla="*/ 15 w 32"/>
                  <a:gd name="T3" fmla="*/ 0 h 16"/>
                  <a:gd name="T4" fmla="*/ 1 w 32"/>
                  <a:gd name="T5" fmla="*/ 8 h 16"/>
                  <a:gd name="T6" fmla="*/ 16 w 32"/>
                  <a:gd name="T7" fmla="*/ 16 h 16"/>
                  <a:gd name="T8" fmla="*/ 31 w 32"/>
                  <a:gd name="T9" fmla="*/ 8 h 16"/>
                </a:gdLst>
                <a:ahLst/>
                <a:cxnLst>
                  <a:cxn ang="0">
                    <a:pos x="T0" y="T1"/>
                  </a:cxn>
                  <a:cxn ang="0">
                    <a:pos x="T2" y="T3"/>
                  </a:cxn>
                  <a:cxn ang="0">
                    <a:pos x="T4" y="T5"/>
                  </a:cxn>
                  <a:cxn ang="0">
                    <a:pos x="T6" y="T7"/>
                  </a:cxn>
                  <a:cxn ang="0">
                    <a:pos x="T8" y="T9"/>
                  </a:cxn>
                </a:cxnLst>
                <a:rect l="0" t="0" r="r" b="b"/>
                <a:pathLst>
                  <a:path w="32" h="16">
                    <a:moveTo>
                      <a:pt x="31" y="8"/>
                    </a:moveTo>
                    <a:cubicBezTo>
                      <a:pt x="31" y="4"/>
                      <a:pt x="24" y="0"/>
                      <a:pt x="15" y="0"/>
                    </a:cubicBezTo>
                    <a:cubicBezTo>
                      <a:pt x="7" y="0"/>
                      <a:pt x="0" y="4"/>
                      <a:pt x="1" y="8"/>
                    </a:cubicBezTo>
                    <a:cubicBezTo>
                      <a:pt x="1" y="13"/>
                      <a:pt x="8" y="16"/>
                      <a:pt x="16" y="16"/>
                    </a:cubicBezTo>
                    <a:cubicBezTo>
                      <a:pt x="25" y="16"/>
                      <a:pt x="32"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43" name="Freeform 103"/>
              <p:cNvSpPr>
                <a:spLocks/>
              </p:cNvSpPr>
              <p:nvPr/>
            </p:nvSpPr>
            <p:spPr bwMode="auto">
              <a:xfrm>
                <a:off x="3420" y="2398"/>
                <a:ext cx="64" cy="35"/>
              </a:xfrm>
              <a:custGeom>
                <a:avLst/>
                <a:gdLst>
                  <a:gd name="T0" fmla="*/ 31 w 31"/>
                  <a:gd name="T1" fmla="*/ 8 h 17"/>
                  <a:gd name="T2" fmla="*/ 16 w 31"/>
                  <a:gd name="T3" fmla="*/ 0 h 17"/>
                  <a:gd name="T4" fmla="*/ 0 w 31"/>
                  <a:gd name="T5" fmla="*/ 8 h 17"/>
                  <a:gd name="T6" fmla="*/ 15 w 31"/>
                  <a:gd name="T7" fmla="*/ 17 h 17"/>
                  <a:gd name="T8" fmla="*/ 31 w 31"/>
                  <a:gd name="T9" fmla="*/ 8 h 17"/>
                </a:gdLst>
                <a:ahLst/>
                <a:cxnLst>
                  <a:cxn ang="0">
                    <a:pos x="T0" y="T1"/>
                  </a:cxn>
                  <a:cxn ang="0">
                    <a:pos x="T2" y="T3"/>
                  </a:cxn>
                  <a:cxn ang="0">
                    <a:pos x="T4" y="T5"/>
                  </a:cxn>
                  <a:cxn ang="0">
                    <a:pos x="T6" y="T7"/>
                  </a:cxn>
                  <a:cxn ang="0">
                    <a:pos x="T8" y="T9"/>
                  </a:cxn>
                </a:cxnLst>
                <a:rect l="0" t="0" r="r" b="b"/>
                <a:pathLst>
                  <a:path w="31" h="17">
                    <a:moveTo>
                      <a:pt x="31" y="8"/>
                    </a:moveTo>
                    <a:cubicBezTo>
                      <a:pt x="31" y="4"/>
                      <a:pt x="24" y="0"/>
                      <a:pt x="16" y="0"/>
                    </a:cubicBezTo>
                    <a:cubicBezTo>
                      <a:pt x="7" y="0"/>
                      <a:pt x="0" y="4"/>
                      <a:pt x="0" y="8"/>
                    </a:cubicBezTo>
                    <a:cubicBezTo>
                      <a:pt x="0" y="13"/>
                      <a:pt x="6" y="17"/>
                      <a:pt x="15" y="17"/>
                    </a:cubicBezTo>
                    <a:cubicBezTo>
                      <a:pt x="24" y="17"/>
                      <a:pt x="31"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44" name="Freeform 104"/>
              <p:cNvSpPr>
                <a:spLocks/>
              </p:cNvSpPr>
              <p:nvPr/>
            </p:nvSpPr>
            <p:spPr bwMode="auto">
              <a:xfrm>
                <a:off x="3498" y="2398"/>
                <a:ext cx="64" cy="35"/>
              </a:xfrm>
              <a:custGeom>
                <a:avLst/>
                <a:gdLst>
                  <a:gd name="T0" fmla="*/ 31 w 31"/>
                  <a:gd name="T1" fmla="*/ 8 h 17"/>
                  <a:gd name="T2" fmla="*/ 15 w 31"/>
                  <a:gd name="T3" fmla="*/ 0 h 17"/>
                  <a:gd name="T4" fmla="*/ 0 w 31"/>
                  <a:gd name="T5" fmla="*/ 8 h 17"/>
                  <a:gd name="T6" fmla="*/ 15 w 31"/>
                  <a:gd name="T7" fmla="*/ 17 h 17"/>
                  <a:gd name="T8" fmla="*/ 31 w 31"/>
                  <a:gd name="T9" fmla="*/ 8 h 17"/>
                </a:gdLst>
                <a:ahLst/>
                <a:cxnLst>
                  <a:cxn ang="0">
                    <a:pos x="T0" y="T1"/>
                  </a:cxn>
                  <a:cxn ang="0">
                    <a:pos x="T2" y="T3"/>
                  </a:cxn>
                  <a:cxn ang="0">
                    <a:pos x="T4" y="T5"/>
                  </a:cxn>
                  <a:cxn ang="0">
                    <a:pos x="T6" y="T7"/>
                  </a:cxn>
                  <a:cxn ang="0">
                    <a:pos x="T8" y="T9"/>
                  </a:cxn>
                </a:cxnLst>
                <a:rect l="0" t="0" r="r" b="b"/>
                <a:pathLst>
                  <a:path w="31" h="17">
                    <a:moveTo>
                      <a:pt x="31" y="8"/>
                    </a:moveTo>
                    <a:cubicBezTo>
                      <a:pt x="31" y="4"/>
                      <a:pt x="24" y="0"/>
                      <a:pt x="15" y="0"/>
                    </a:cubicBezTo>
                    <a:cubicBezTo>
                      <a:pt x="7" y="0"/>
                      <a:pt x="0" y="4"/>
                      <a:pt x="0" y="8"/>
                    </a:cubicBezTo>
                    <a:cubicBezTo>
                      <a:pt x="0" y="13"/>
                      <a:pt x="6" y="17"/>
                      <a:pt x="15" y="17"/>
                    </a:cubicBezTo>
                    <a:cubicBezTo>
                      <a:pt x="24" y="17"/>
                      <a:pt x="31"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45" name="Freeform 105"/>
              <p:cNvSpPr>
                <a:spLocks/>
              </p:cNvSpPr>
              <p:nvPr/>
            </p:nvSpPr>
            <p:spPr bwMode="auto">
              <a:xfrm>
                <a:off x="3575" y="2398"/>
                <a:ext cx="64" cy="35"/>
              </a:xfrm>
              <a:custGeom>
                <a:avLst/>
                <a:gdLst>
                  <a:gd name="T0" fmla="*/ 31 w 31"/>
                  <a:gd name="T1" fmla="*/ 8 h 17"/>
                  <a:gd name="T2" fmla="*/ 16 w 31"/>
                  <a:gd name="T3" fmla="*/ 0 h 17"/>
                  <a:gd name="T4" fmla="*/ 1 w 31"/>
                  <a:gd name="T5" fmla="*/ 8 h 17"/>
                  <a:gd name="T6" fmla="*/ 16 w 31"/>
                  <a:gd name="T7" fmla="*/ 17 h 17"/>
                  <a:gd name="T8" fmla="*/ 31 w 31"/>
                  <a:gd name="T9" fmla="*/ 8 h 17"/>
                </a:gdLst>
                <a:ahLst/>
                <a:cxnLst>
                  <a:cxn ang="0">
                    <a:pos x="T0" y="T1"/>
                  </a:cxn>
                  <a:cxn ang="0">
                    <a:pos x="T2" y="T3"/>
                  </a:cxn>
                  <a:cxn ang="0">
                    <a:pos x="T4" y="T5"/>
                  </a:cxn>
                  <a:cxn ang="0">
                    <a:pos x="T6" y="T7"/>
                  </a:cxn>
                  <a:cxn ang="0">
                    <a:pos x="T8" y="T9"/>
                  </a:cxn>
                </a:cxnLst>
                <a:rect l="0" t="0" r="r" b="b"/>
                <a:pathLst>
                  <a:path w="31" h="17">
                    <a:moveTo>
                      <a:pt x="31" y="8"/>
                    </a:moveTo>
                    <a:cubicBezTo>
                      <a:pt x="31" y="4"/>
                      <a:pt x="25" y="0"/>
                      <a:pt x="16" y="0"/>
                    </a:cubicBezTo>
                    <a:cubicBezTo>
                      <a:pt x="8" y="0"/>
                      <a:pt x="1" y="4"/>
                      <a:pt x="1" y="8"/>
                    </a:cubicBezTo>
                    <a:cubicBezTo>
                      <a:pt x="0" y="13"/>
                      <a:pt x="7" y="17"/>
                      <a:pt x="16" y="17"/>
                    </a:cubicBezTo>
                    <a:cubicBezTo>
                      <a:pt x="24" y="17"/>
                      <a:pt x="31"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46" name="Oval 106"/>
              <p:cNvSpPr>
                <a:spLocks noChangeArrowheads="1"/>
              </p:cNvSpPr>
              <p:nvPr/>
            </p:nvSpPr>
            <p:spPr bwMode="auto">
              <a:xfrm>
                <a:off x="3653" y="2398"/>
                <a:ext cx="64" cy="3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47" name="Freeform 107"/>
              <p:cNvSpPr>
                <a:spLocks/>
              </p:cNvSpPr>
              <p:nvPr/>
            </p:nvSpPr>
            <p:spPr bwMode="auto">
              <a:xfrm>
                <a:off x="3732" y="2398"/>
                <a:ext cx="64" cy="35"/>
              </a:xfrm>
              <a:custGeom>
                <a:avLst/>
                <a:gdLst>
                  <a:gd name="T0" fmla="*/ 31 w 31"/>
                  <a:gd name="T1" fmla="*/ 8 h 17"/>
                  <a:gd name="T2" fmla="*/ 15 w 31"/>
                  <a:gd name="T3" fmla="*/ 0 h 17"/>
                  <a:gd name="T4" fmla="*/ 0 w 31"/>
                  <a:gd name="T5" fmla="*/ 8 h 17"/>
                  <a:gd name="T6" fmla="*/ 16 w 31"/>
                  <a:gd name="T7" fmla="*/ 17 h 17"/>
                  <a:gd name="T8" fmla="*/ 31 w 31"/>
                  <a:gd name="T9" fmla="*/ 8 h 17"/>
                </a:gdLst>
                <a:ahLst/>
                <a:cxnLst>
                  <a:cxn ang="0">
                    <a:pos x="T0" y="T1"/>
                  </a:cxn>
                  <a:cxn ang="0">
                    <a:pos x="T2" y="T3"/>
                  </a:cxn>
                  <a:cxn ang="0">
                    <a:pos x="T4" y="T5"/>
                  </a:cxn>
                  <a:cxn ang="0">
                    <a:pos x="T6" y="T7"/>
                  </a:cxn>
                  <a:cxn ang="0">
                    <a:pos x="T8" y="T9"/>
                  </a:cxn>
                </a:cxnLst>
                <a:rect l="0" t="0" r="r" b="b"/>
                <a:pathLst>
                  <a:path w="31" h="17">
                    <a:moveTo>
                      <a:pt x="31" y="8"/>
                    </a:moveTo>
                    <a:cubicBezTo>
                      <a:pt x="31" y="4"/>
                      <a:pt x="24" y="0"/>
                      <a:pt x="15" y="0"/>
                    </a:cubicBezTo>
                    <a:cubicBezTo>
                      <a:pt x="7" y="0"/>
                      <a:pt x="0" y="4"/>
                      <a:pt x="0" y="8"/>
                    </a:cubicBezTo>
                    <a:cubicBezTo>
                      <a:pt x="0" y="13"/>
                      <a:pt x="7" y="17"/>
                      <a:pt x="16" y="17"/>
                    </a:cubicBezTo>
                    <a:cubicBezTo>
                      <a:pt x="24" y="17"/>
                      <a:pt x="31"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48" name="Freeform 108"/>
              <p:cNvSpPr>
                <a:spLocks/>
              </p:cNvSpPr>
              <p:nvPr/>
            </p:nvSpPr>
            <p:spPr bwMode="auto">
              <a:xfrm>
                <a:off x="3810" y="2398"/>
                <a:ext cx="64" cy="35"/>
              </a:xfrm>
              <a:custGeom>
                <a:avLst/>
                <a:gdLst>
                  <a:gd name="T0" fmla="*/ 31 w 31"/>
                  <a:gd name="T1" fmla="*/ 8 h 17"/>
                  <a:gd name="T2" fmla="*/ 15 w 31"/>
                  <a:gd name="T3" fmla="*/ 0 h 17"/>
                  <a:gd name="T4" fmla="*/ 0 w 31"/>
                  <a:gd name="T5" fmla="*/ 8 h 17"/>
                  <a:gd name="T6" fmla="*/ 16 w 31"/>
                  <a:gd name="T7" fmla="*/ 17 h 17"/>
                  <a:gd name="T8" fmla="*/ 31 w 31"/>
                  <a:gd name="T9" fmla="*/ 8 h 17"/>
                </a:gdLst>
                <a:ahLst/>
                <a:cxnLst>
                  <a:cxn ang="0">
                    <a:pos x="T0" y="T1"/>
                  </a:cxn>
                  <a:cxn ang="0">
                    <a:pos x="T2" y="T3"/>
                  </a:cxn>
                  <a:cxn ang="0">
                    <a:pos x="T4" y="T5"/>
                  </a:cxn>
                  <a:cxn ang="0">
                    <a:pos x="T6" y="T7"/>
                  </a:cxn>
                  <a:cxn ang="0">
                    <a:pos x="T8" y="T9"/>
                  </a:cxn>
                </a:cxnLst>
                <a:rect l="0" t="0" r="r" b="b"/>
                <a:pathLst>
                  <a:path w="31" h="17">
                    <a:moveTo>
                      <a:pt x="31" y="8"/>
                    </a:moveTo>
                    <a:cubicBezTo>
                      <a:pt x="31" y="4"/>
                      <a:pt x="24" y="0"/>
                      <a:pt x="15" y="0"/>
                    </a:cubicBezTo>
                    <a:cubicBezTo>
                      <a:pt x="7" y="0"/>
                      <a:pt x="0" y="4"/>
                      <a:pt x="0" y="8"/>
                    </a:cubicBezTo>
                    <a:cubicBezTo>
                      <a:pt x="0" y="13"/>
                      <a:pt x="7" y="17"/>
                      <a:pt x="16" y="17"/>
                    </a:cubicBezTo>
                    <a:cubicBezTo>
                      <a:pt x="24" y="17"/>
                      <a:pt x="31"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49" name="Freeform 109"/>
              <p:cNvSpPr>
                <a:spLocks/>
              </p:cNvSpPr>
              <p:nvPr/>
            </p:nvSpPr>
            <p:spPr bwMode="auto">
              <a:xfrm>
                <a:off x="3888" y="2398"/>
                <a:ext cx="64" cy="35"/>
              </a:xfrm>
              <a:custGeom>
                <a:avLst/>
                <a:gdLst>
                  <a:gd name="T0" fmla="*/ 31 w 31"/>
                  <a:gd name="T1" fmla="*/ 8 h 17"/>
                  <a:gd name="T2" fmla="*/ 15 w 31"/>
                  <a:gd name="T3" fmla="*/ 0 h 17"/>
                  <a:gd name="T4" fmla="*/ 0 w 31"/>
                  <a:gd name="T5" fmla="*/ 8 h 17"/>
                  <a:gd name="T6" fmla="*/ 16 w 31"/>
                  <a:gd name="T7" fmla="*/ 17 h 17"/>
                  <a:gd name="T8" fmla="*/ 31 w 31"/>
                  <a:gd name="T9" fmla="*/ 8 h 17"/>
                </a:gdLst>
                <a:ahLst/>
                <a:cxnLst>
                  <a:cxn ang="0">
                    <a:pos x="T0" y="T1"/>
                  </a:cxn>
                  <a:cxn ang="0">
                    <a:pos x="T2" y="T3"/>
                  </a:cxn>
                  <a:cxn ang="0">
                    <a:pos x="T4" y="T5"/>
                  </a:cxn>
                  <a:cxn ang="0">
                    <a:pos x="T6" y="T7"/>
                  </a:cxn>
                  <a:cxn ang="0">
                    <a:pos x="T8" y="T9"/>
                  </a:cxn>
                </a:cxnLst>
                <a:rect l="0" t="0" r="r" b="b"/>
                <a:pathLst>
                  <a:path w="31" h="17">
                    <a:moveTo>
                      <a:pt x="31" y="8"/>
                    </a:moveTo>
                    <a:cubicBezTo>
                      <a:pt x="30" y="4"/>
                      <a:pt x="23" y="0"/>
                      <a:pt x="15" y="0"/>
                    </a:cubicBezTo>
                    <a:cubicBezTo>
                      <a:pt x="6" y="0"/>
                      <a:pt x="0" y="4"/>
                      <a:pt x="0" y="8"/>
                    </a:cubicBezTo>
                    <a:cubicBezTo>
                      <a:pt x="0" y="13"/>
                      <a:pt x="7" y="17"/>
                      <a:pt x="16" y="17"/>
                    </a:cubicBezTo>
                    <a:cubicBezTo>
                      <a:pt x="24" y="17"/>
                      <a:pt x="31"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50" name="Freeform 110"/>
              <p:cNvSpPr>
                <a:spLocks/>
              </p:cNvSpPr>
              <p:nvPr/>
            </p:nvSpPr>
            <p:spPr bwMode="auto">
              <a:xfrm>
                <a:off x="3338" y="2442"/>
                <a:ext cx="66" cy="35"/>
              </a:xfrm>
              <a:custGeom>
                <a:avLst/>
                <a:gdLst>
                  <a:gd name="T0" fmla="*/ 32 w 32"/>
                  <a:gd name="T1" fmla="*/ 8 h 17"/>
                  <a:gd name="T2" fmla="*/ 17 w 32"/>
                  <a:gd name="T3" fmla="*/ 0 h 17"/>
                  <a:gd name="T4" fmla="*/ 1 w 32"/>
                  <a:gd name="T5" fmla="*/ 8 h 17"/>
                  <a:gd name="T6" fmla="*/ 16 w 32"/>
                  <a:gd name="T7" fmla="*/ 17 h 17"/>
                  <a:gd name="T8" fmla="*/ 32 w 32"/>
                  <a:gd name="T9" fmla="*/ 8 h 17"/>
                </a:gdLst>
                <a:ahLst/>
                <a:cxnLst>
                  <a:cxn ang="0">
                    <a:pos x="T0" y="T1"/>
                  </a:cxn>
                  <a:cxn ang="0">
                    <a:pos x="T2" y="T3"/>
                  </a:cxn>
                  <a:cxn ang="0">
                    <a:pos x="T4" y="T5"/>
                  </a:cxn>
                  <a:cxn ang="0">
                    <a:pos x="T6" y="T7"/>
                  </a:cxn>
                  <a:cxn ang="0">
                    <a:pos x="T8" y="T9"/>
                  </a:cxn>
                </a:cxnLst>
                <a:rect l="0" t="0" r="r" b="b"/>
                <a:pathLst>
                  <a:path w="32" h="17">
                    <a:moveTo>
                      <a:pt x="32" y="8"/>
                    </a:moveTo>
                    <a:cubicBezTo>
                      <a:pt x="32" y="3"/>
                      <a:pt x="25" y="0"/>
                      <a:pt x="17" y="0"/>
                    </a:cubicBezTo>
                    <a:cubicBezTo>
                      <a:pt x="8" y="0"/>
                      <a:pt x="1" y="3"/>
                      <a:pt x="1" y="8"/>
                    </a:cubicBezTo>
                    <a:cubicBezTo>
                      <a:pt x="0" y="13"/>
                      <a:pt x="7" y="17"/>
                      <a:pt x="16" y="17"/>
                    </a:cubicBezTo>
                    <a:cubicBezTo>
                      <a:pt x="24" y="17"/>
                      <a:pt x="32"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51" name="Freeform 111"/>
              <p:cNvSpPr>
                <a:spLocks/>
              </p:cNvSpPr>
              <p:nvPr/>
            </p:nvSpPr>
            <p:spPr bwMode="auto">
              <a:xfrm>
                <a:off x="3418" y="2442"/>
                <a:ext cx="64" cy="35"/>
              </a:xfrm>
              <a:custGeom>
                <a:avLst/>
                <a:gdLst>
                  <a:gd name="T0" fmla="*/ 31 w 31"/>
                  <a:gd name="T1" fmla="*/ 8 h 17"/>
                  <a:gd name="T2" fmla="*/ 16 w 31"/>
                  <a:gd name="T3" fmla="*/ 0 h 17"/>
                  <a:gd name="T4" fmla="*/ 0 w 31"/>
                  <a:gd name="T5" fmla="*/ 8 h 17"/>
                  <a:gd name="T6" fmla="*/ 15 w 31"/>
                  <a:gd name="T7" fmla="*/ 17 h 17"/>
                  <a:gd name="T8" fmla="*/ 31 w 31"/>
                  <a:gd name="T9" fmla="*/ 8 h 17"/>
                </a:gdLst>
                <a:ahLst/>
                <a:cxnLst>
                  <a:cxn ang="0">
                    <a:pos x="T0" y="T1"/>
                  </a:cxn>
                  <a:cxn ang="0">
                    <a:pos x="T2" y="T3"/>
                  </a:cxn>
                  <a:cxn ang="0">
                    <a:pos x="T4" y="T5"/>
                  </a:cxn>
                  <a:cxn ang="0">
                    <a:pos x="T6" y="T7"/>
                  </a:cxn>
                  <a:cxn ang="0">
                    <a:pos x="T8" y="T9"/>
                  </a:cxn>
                </a:cxnLst>
                <a:rect l="0" t="0" r="r" b="b"/>
                <a:pathLst>
                  <a:path w="31" h="17">
                    <a:moveTo>
                      <a:pt x="31" y="8"/>
                    </a:moveTo>
                    <a:cubicBezTo>
                      <a:pt x="31" y="3"/>
                      <a:pt x="24" y="0"/>
                      <a:pt x="16" y="0"/>
                    </a:cubicBezTo>
                    <a:cubicBezTo>
                      <a:pt x="7" y="0"/>
                      <a:pt x="0" y="3"/>
                      <a:pt x="0" y="8"/>
                    </a:cubicBezTo>
                    <a:cubicBezTo>
                      <a:pt x="0" y="13"/>
                      <a:pt x="6" y="17"/>
                      <a:pt x="15" y="17"/>
                    </a:cubicBezTo>
                    <a:cubicBezTo>
                      <a:pt x="24" y="17"/>
                      <a:pt x="31"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52" name="Freeform 112"/>
              <p:cNvSpPr>
                <a:spLocks/>
              </p:cNvSpPr>
              <p:nvPr/>
            </p:nvSpPr>
            <p:spPr bwMode="auto">
              <a:xfrm>
                <a:off x="3496" y="2442"/>
                <a:ext cx="64" cy="35"/>
              </a:xfrm>
              <a:custGeom>
                <a:avLst/>
                <a:gdLst>
                  <a:gd name="T0" fmla="*/ 31 w 31"/>
                  <a:gd name="T1" fmla="*/ 8 h 17"/>
                  <a:gd name="T2" fmla="*/ 16 w 31"/>
                  <a:gd name="T3" fmla="*/ 0 h 17"/>
                  <a:gd name="T4" fmla="*/ 0 w 31"/>
                  <a:gd name="T5" fmla="*/ 8 h 17"/>
                  <a:gd name="T6" fmla="*/ 15 w 31"/>
                  <a:gd name="T7" fmla="*/ 17 h 17"/>
                  <a:gd name="T8" fmla="*/ 31 w 31"/>
                  <a:gd name="T9" fmla="*/ 8 h 17"/>
                </a:gdLst>
                <a:ahLst/>
                <a:cxnLst>
                  <a:cxn ang="0">
                    <a:pos x="T0" y="T1"/>
                  </a:cxn>
                  <a:cxn ang="0">
                    <a:pos x="T2" y="T3"/>
                  </a:cxn>
                  <a:cxn ang="0">
                    <a:pos x="T4" y="T5"/>
                  </a:cxn>
                  <a:cxn ang="0">
                    <a:pos x="T6" y="T7"/>
                  </a:cxn>
                  <a:cxn ang="0">
                    <a:pos x="T8" y="T9"/>
                  </a:cxn>
                </a:cxnLst>
                <a:rect l="0" t="0" r="r" b="b"/>
                <a:pathLst>
                  <a:path w="31" h="17">
                    <a:moveTo>
                      <a:pt x="31" y="8"/>
                    </a:moveTo>
                    <a:cubicBezTo>
                      <a:pt x="31" y="3"/>
                      <a:pt x="24" y="0"/>
                      <a:pt x="16" y="0"/>
                    </a:cubicBezTo>
                    <a:cubicBezTo>
                      <a:pt x="7" y="0"/>
                      <a:pt x="0" y="3"/>
                      <a:pt x="0" y="8"/>
                    </a:cubicBezTo>
                    <a:cubicBezTo>
                      <a:pt x="0" y="13"/>
                      <a:pt x="7" y="17"/>
                      <a:pt x="15" y="17"/>
                    </a:cubicBezTo>
                    <a:cubicBezTo>
                      <a:pt x="24" y="17"/>
                      <a:pt x="31"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53" name="Oval 113"/>
              <p:cNvSpPr>
                <a:spLocks noChangeArrowheads="1"/>
              </p:cNvSpPr>
              <p:nvPr/>
            </p:nvSpPr>
            <p:spPr bwMode="auto">
              <a:xfrm>
                <a:off x="3575" y="2442"/>
                <a:ext cx="64" cy="3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54" name="Freeform 114"/>
              <p:cNvSpPr>
                <a:spLocks/>
              </p:cNvSpPr>
              <p:nvPr/>
            </p:nvSpPr>
            <p:spPr bwMode="auto">
              <a:xfrm>
                <a:off x="3653" y="2442"/>
                <a:ext cx="66" cy="35"/>
              </a:xfrm>
              <a:custGeom>
                <a:avLst/>
                <a:gdLst>
                  <a:gd name="T0" fmla="*/ 32 w 32"/>
                  <a:gd name="T1" fmla="*/ 8 h 17"/>
                  <a:gd name="T2" fmla="*/ 16 w 32"/>
                  <a:gd name="T3" fmla="*/ 0 h 17"/>
                  <a:gd name="T4" fmla="*/ 0 w 32"/>
                  <a:gd name="T5" fmla="*/ 8 h 17"/>
                  <a:gd name="T6" fmla="*/ 16 w 32"/>
                  <a:gd name="T7" fmla="*/ 17 h 17"/>
                  <a:gd name="T8" fmla="*/ 32 w 32"/>
                  <a:gd name="T9" fmla="*/ 8 h 17"/>
                </a:gdLst>
                <a:ahLst/>
                <a:cxnLst>
                  <a:cxn ang="0">
                    <a:pos x="T0" y="T1"/>
                  </a:cxn>
                  <a:cxn ang="0">
                    <a:pos x="T2" y="T3"/>
                  </a:cxn>
                  <a:cxn ang="0">
                    <a:pos x="T4" y="T5"/>
                  </a:cxn>
                  <a:cxn ang="0">
                    <a:pos x="T6" y="T7"/>
                  </a:cxn>
                  <a:cxn ang="0">
                    <a:pos x="T8" y="T9"/>
                  </a:cxn>
                </a:cxnLst>
                <a:rect l="0" t="0" r="r" b="b"/>
                <a:pathLst>
                  <a:path w="32" h="17">
                    <a:moveTo>
                      <a:pt x="32" y="8"/>
                    </a:moveTo>
                    <a:cubicBezTo>
                      <a:pt x="31" y="3"/>
                      <a:pt x="24" y="0"/>
                      <a:pt x="16" y="0"/>
                    </a:cubicBezTo>
                    <a:cubicBezTo>
                      <a:pt x="7" y="0"/>
                      <a:pt x="0" y="3"/>
                      <a:pt x="0" y="8"/>
                    </a:cubicBezTo>
                    <a:cubicBezTo>
                      <a:pt x="0" y="13"/>
                      <a:pt x="7" y="17"/>
                      <a:pt x="16" y="17"/>
                    </a:cubicBezTo>
                    <a:cubicBezTo>
                      <a:pt x="25" y="17"/>
                      <a:pt x="32"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55" name="Freeform 115"/>
              <p:cNvSpPr>
                <a:spLocks/>
              </p:cNvSpPr>
              <p:nvPr/>
            </p:nvSpPr>
            <p:spPr bwMode="auto">
              <a:xfrm>
                <a:off x="3734" y="2442"/>
                <a:ext cx="64" cy="35"/>
              </a:xfrm>
              <a:custGeom>
                <a:avLst/>
                <a:gdLst>
                  <a:gd name="T0" fmla="*/ 31 w 31"/>
                  <a:gd name="T1" fmla="*/ 8 h 17"/>
                  <a:gd name="T2" fmla="*/ 15 w 31"/>
                  <a:gd name="T3" fmla="*/ 0 h 17"/>
                  <a:gd name="T4" fmla="*/ 0 w 31"/>
                  <a:gd name="T5" fmla="*/ 8 h 17"/>
                  <a:gd name="T6" fmla="*/ 15 w 31"/>
                  <a:gd name="T7" fmla="*/ 17 h 17"/>
                  <a:gd name="T8" fmla="*/ 31 w 31"/>
                  <a:gd name="T9" fmla="*/ 8 h 17"/>
                </a:gdLst>
                <a:ahLst/>
                <a:cxnLst>
                  <a:cxn ang="0">
                    <a:pos x="T0" y="T1"/>
                  </a:cxn>
                  <a:cxn ang="0">
                    <a:pos x="T2" y="T3"/>
                  </a:cxn>
                  <a:cxn ang="0">
                    <a:pos x="T4" y="T5"/>
                  </a:cxn>
                  <a:cxn ang="0">
                    <a:pos x="T6" y="T7"/>
                  </a:cxn>
                  <a:cxn ang="0">
                    <a:pos x="T8" y="T9"/>
                  </a:cxn>
                </a:cxnLst>
                <a:rect l="0" t="0" r="r" b="b"/>
                <a:pathLst>
                  <a:path w="31" h="17">
                    <a:moveTo>
                      <a:pt x="31" y="8"/>
                    </a:moveTo>
                    <a:cubicBezTo>
                      <a:pt x="31" y="3"/>
                      <a:pt x="24" y="0"/>
                      <a:pt x="15" y="0"/>
                    </a:cubicBezTo>
                    <a:cubicBezTo>
                      <a:pt x="6" y="0"/>
                      <a:pt x="0" y="3"/>
                      <a:pt x="0" y="8"/>
                    </a:cubicBezTo>
                    <a:cubicBezTo>
                      <a:pt x="0" y="13"/>
                      <a:pt x="7" y="17"/>
                      <a:pt x="15" y="17"/>
                    </a:cubicBezTo>
                    <a:cubicBezTo>
                      <a:pt x="24" y="17"/>
                      <a:pt x="31"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56" name="Freeform 116"/>
              <p:cNvSpPr>
                <a:spLocks/>
              </p:cNvSpPr>
              <p:nvPr/>
            </p:nvSpPr>
            <p:spPr bwMode="auto">
              <a:xfrm>
                <a:off x="3812" y="2442"/>
                <a:ext cx="64" cy="35"/>
              </a:xfrm>
              <a:custGeom>
                <a:avLst/>
                <a:gdLst>
                  <a:gd name="T0" fmla="*/ 31 w 31"/>
                  <a:gd name="T1" fmla="*/ 8 h 17"/>
                  <a:gd name="T2" fmla="*/ 15 w 31"/>
                  <a:gd name="T3" fmla="*/ 0 h 17"/>
                  <a:gd name="T4" fmla="*/ 0 w 31"/>
                  <a:gd name="T5" fmla="*/ 8 h 17"/>
                  <a:gd name="T6" fmla="*/ 16 w 31"/>
                  <a:gd name="T7" fmla="*/ 17 h 17"/>
                  <a:gd name="T8" fmla="*/ 31 w 31"/>
                  <a:gd name="T9" fmla="*/ 8 h 17"/>
                </a:gdLst>
                <a:ahLst/>
                <a:cxnLst>
                  <a:cxn ang="0">
                    <a:pos x="T0" y="T1"/>
                  </a:cxn>
                  <a:cxn ang="0">
                    <a:pos x="T2" y="T3"/>
                  </a:cxn>
                  <a:cxn ang="0">
                    <a:pos x="T4" y="T5"/>
                  </a:cxn>
                  <a:cxn ang="0">
                    <a:pos x="T6" y="T7"/>
                  </a:cxn>
                  <a:cxn ang="0">
                    <a:pos x="T8" y="T9"/>
                  </a:cxn>
                </a:cxnLst>
                <a:rect l="0" t="0" r="r" b="b"/>
                <a:pathLst>
                  <a:path w="31" h="17">
                    <a:moveTo>
                      <a:pt x="31" y="8"/>
                    </a:moveTo>
                    <a:cubicBezTo>
                      <a:pt x="31" y="3"/>
                      <a:pt x="24" y="0"/>
                      <a:pt x="15" y="0"/>
                    </a:cubicBezTo>
                    <a:cubicBezTo>
                      <a:pt x="6" y="0"/>
                      <a:pt x="0" y="3"/>
                      <a:pt x="0" y="8"/>
                    </a:cubicBezTo>
                    <a:cubicBezTo>
                      <a:pt x="0" y="13"/>
                      <a:pt x="7" y="17"/>
                      <a:pt x="16" y="17"/>
                    </a:cubicBezTo>
                    <a:cubicBezTo>
                      <a:pt x="24" y="17"/>
                      <a:pt x="31"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57" name="Freeform 117"/>
              <p:cNvSpPr>
                <a:spLocks/>
              </p:cNvSpPr>
              <p:nvPr/>
            </p:nvSpPr>
            <p:spPr bwMode="auto">
              <a:xfrm>
                <a:off x="3890" y="2442"/>
                <a:ext cx="64" cy="35"/>
              </a:xfrm>
              <a:custGeom>
                <a:avLst/>
                <a:gdLst>
                  <a:gd name="T0" fmla="*/ 31 w 31"/>
                  <a:gd name="T1" fmla="*/ 8 h 17"/>
                  <a:gd name="T2" fmla="*/ 15 w 31"/>
                  <a:gd name="T3" fmla="*/ 0 h 17"/>
                  <a:gd name="T4" fmla="*/ 0 w 31"/>
                  <a:gd name="T5" fmla="*/ 8 h 17"/>
                  <a:gd name="T6" fmla="*/ 16 w 31"/>
                  <a:gd name="T7" fmla="*/ 17 h 17"/>
                  <a:gd name="T8" fmla="*/ 31 w 31"/>
                  <a:gd name="T9" fmla="*/ 8 h 17"/>
                </a:gdLst>
                <a:ahLst/>
                <a:cxnLst>
                  <a:cxn ang="0">
                    <a:pos x="T0" y="T1"/>
                  </a:cxn>
                  <a:cxn ang="0">
                    <a:pos x="T2" y="T3"/>
                  </a:cxn>
                  <a:cxn ang="0">
                    <a:pos x="T4" y="T5"/>
                  </a:cxn>
                  <a:cxn ang="0">
                    <a:pos x="T6" y="T7"/>
                  </a:cxn>
                  <a:cxn ang="0">
                    <a:pos x="T8" y="T9"/>
                  </a:cxn>
                </a:cxnLst>
                <a:rect l="0" t="0" r="r" b="b"/>
                <a:pathLst>
                  <a:path w="31" h="17">
                    <a:moveTo>
                      <a:pt x="31" y="8"/>
                    </a:moveTo>
                    <a:cubicBezTo>
                      <a:pt x="31" y="3"/>
                      <a:pt x="24" y="0"/>
                      <a:pt x="15" y="0"/>
                    </a:cubicBezTo>
                    <a:cubicBezTo>
                      <a:pt x="6" y="0"/>
                      <a:pt x="0" y="3"/>
                      <a:pt x="0" y="8"/>
                    </a:cubicBezTo>
                    <a:cubicBezTo>
                      <a:pt x="0" y="13"/>
                      <a:pt x="7" y="17"/>
                      <a:pt x="16" y="17"/>
                    </a:cubicBezTo>
                    <a:cubicBezTo>
                      <a:pt x="25" y="17"/>
                      <a:pt x="31"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58" name="Freeform 118"/>
              <p:cNvSpPr>
                <a:spLocks/>
              </p:cNvSpPr>
              <p:nvPr/>
            </p:nvSpPr>
            <p:spPr bwMode="auto">
              <a:xfrm>
                <a:off x="3335" y="2485"/>
                <a:ext cx="67" cy="35"/>
              </a:xfrm>
              <a:custGeom>
                <a:avLst/>
                <a:gdLst>
                  <a:gd name="T0" fmla="*/ 32 w 32"/>
                  <a:gd name="T1" fmla="*/ 8 h 17"/>
                  <a:gd name="T2" fmla="*/ 16 w 32"/>
                  <a:gd name="T3" fmla="*/ 0 h 17"/>
                  <a:gd name="T4" fmla="*/ 0 w 32"/>
                  <a:gd name="T5" fmla="*/ 8 h 17"/>
                  <a:gd name="T6" fmla="*/ 15 w 32"/>
                  <a:gd name="T7" fmla="*/ 17 h 17"/>
                  <a:gd name="T8" fmla="*/ 32 w 32"/>
                  <a:gd name="T9" fmla="*/ 8 h 17"/>
                </a:gdLst>
                <a:ahLst/>
                <a:cxnLst>
                  <a:cxn ang="0">
                    <a:pos x="T0" y="T1"/>
                  </a:cxn>
                  <a:cxn ang="0">
                    <a:pos x="T2" y="T3"/>
                  </a:cxn>
                  <a:cxn ang="0">
                    <a:pos x="T4" y="T5"/>
                  </a:cxn>
                  <a:cxn ang="0">
                    <a:pos x="T6" y="T7"/>
                  </a:cxn>
                  <a:cxn ang="0">
                    <a:pos x="T8" y="T9"/>
                  </a:cxn>
                </a:cxnLst>
                <a:rect l="0" t="0" r="r" b="b"/>
                <a:pathLst>
                  <a:path w="32" h="17">
                    <a:moveTo>
                      <a:pt x="32" y="8"/>
                    </a:moveTo>
                    <a:cubicBezTo>
                      <a:pt x="32" y="3"/>
                      <a:pt x="25" y="0"/>
                      <a:pt x="16" y="0"/>
                    </a:cubicBezTo>
                    <a:cubicBezTo>
                      <a:pt x="8" y="0"/>
                      <a:pt x="0" y="3"/>
                      <a:pt x="0" y="8"/>
                    </a:cubicBezTo>
                    <a:cubicBezTo>
                      <a:pt x="0" y="13"/>
                      <a:pt x="7" y="17"/>
                      <a:pt x="15" y="17"/>
                    </a:cubicBezTo>
                    <a:cubicBezTo>
                      <a:pt x="24" y="17"/>
                      <a:pt x="31"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59" name="Freeform 119"/>
              <p:cNvSpPr>
                <a:spLocks/>
              </p:cNvSpPr>
              <p:nvPr/>
            </p:nvSpPr>
            <p:spPr bwMode="auto">
              <a:xfrm>
                <a:off x="3414" y="2485"/>
                <a:ext cx="66" cy="35"/>
              </a:xfrm>
              <a:custGeom>
                <a:avLst/>
                <a:gdLst>
                  <a:gd name="T0" fmla="*/ 32 w 32"/>
                  <a:gd name="T1" fmla="*/ 8 h 17"/>
                  <a:gd name="T2" fmla="*/ 17 w 32"/>
                  <a:gd name="T3" fmla="*/ 0 h 17"/>
                  <a:gd name="T4" fmla="*/ 1 w 32"/>
                  <a:gd name="T5" fmla="*/ 8 h 17"/>
                  <a:gd name="T6" fmla="*/ 16 w 32"/>
                  <a:gd name="T7" fmla="*/ 17 h 17"/>
                  <a:gd name="T8" fmla="*/ 32 w 32"/>
                  <a:gd name="T9" fmla="*/ 8 h 17"/>
                </a:gdLst>
                <a:ahLst/>
                <a:cxnLst>
                  <a:cxn ang="0">
                    <a:pos x="T0" y="T1"/>
                  </a:cxn>
                  <a:cxn ang="0">
                    <a:pos x="T2" y="T3"/>
                  </a:cxn>
                  <a:cxn ang="0">
                    <a:pos x="T4" y="T5"/>
                  </a:cxn>
                  <a:cxn ang="0">
                    <a:pos x="T6" y="T7"/>
                  </a:cxn>
                  <a:cxn ang="0">
                    <a:pos x="T8" y="T9"/>
                  </a:cxn>
                </a:cxnLst>
                <a:rect l="0" t="0" r="r" b="b"/>
                <a:pathLst>
                  <a:path w="32" h="17">
                    <a:moveTo>
                      <a:pt x="32" y="8"/>
                    </a:moveTo>
                    <a:cubicBezTo>
                      <a:pt x="32" y="3"/>
                      <a:pt x="26" y="0"/>
                      <a:pt x="17" y="0"/>
                    </a:cubicBezTo>
                    <a:cubicBezTo>
                      <a:pt x="8" y="0"/>
                      <a:pt x="1" y="3"/>
                      <a:pt x="1" y="8"/>
                    </a:cubicBezTo>
                    <a:cubicBezTo>
                      <a:pt x="0" y="13"/>
                      <a:pt x="7" y="17"/>
                      <a:pt x="16" y="17"/>
                    </a:cubicBezTo>
                    <a:cubicBezTo>
                      <a:pt x="25" y="17"/>
                      <a:pt x="32"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60" name="Freeform 120"/>
              <p:cNvSpPr>
                <a:spLocks/>
              </p:cNvSpPr>
              <p:nvPr/>
            </p:nvSpPr>
            <p:spPr bwMode="auto">
              <a:xfrm>
                <a:off x="3812" y="2485"/>
                <a:ext cx="66" cy="35"/>
              </a:xfrm>
              <a:custGeom>
                <a:avLst/>
                <a:gdLst>
                  <a:gd name="T0" fmla="*/ 32 w 32"/>
                  <a:gd name="T1" fmla="*/ 8 h 17"/>
                  <a:gd name="T2" fmla="*/ 16 w 32"/>
                  <a:gd name="T3" fmla="*/ 0 h 17"/>
                  <a:gd name="T4" fmla="*/ 1 w 32"/>
                  <a:gd name="T5" fmla="*/ 8 h 17"/>
                  <a:gd name="T6" fmla="*/ 17 w 32"/>
                  <a:gd name="T7" fmla="*/ 17 h 17"/>
                  <a:gd name="T8" fmla="*/ 32 w 32"/>
                  <a:gd name="T9" fmla="*/ 8 h 17"/>
                </a:gdLst>
                <a:ahLst/>
                <a:cxnLst>
                  <a:cxn ang="0">
                    <a:pos x="T0" y="T1"/>
                  </a:cxn>
                  <a:cxn ang="0">
                    <a:pos x="T2" y="T3"/>
                  </a:cxn>
                  <a:cxn ang="0">
                    <a:pos x="T4" y="T5"/>
                  </a:cxn>
                  <a:cxn ang="0">
                    <a:pos x="T6" y="T7"/>
                  </a:cxn>
                  <a:cxn ang="0">
                    <a:pos x="T8" y="T9"/>
                  </a:cxn>
                </a:cxnLst>
                <a:rect l="0" t="0" r="r" b="b"/>
                <a:pathLst>
                  <a:path w="32" h="17">
                    <a:moveTo>
                      <a:pt x="32" y="8"/>
                    </a:moveTo>
                    <a:cubicBezTo>
                      <a:pt x="32" y="3"/>
                      <a:pt x="25" y="0"/>
                      <a:pt x="16" y="0"/>
                    </a:cubicBezTo>
                    <a:cubicBezTo>
                      <a:pt x="7" y="0"/>
                      <a:pt x="0" y="3"/>
                      <a:pt x="1" y="8"/>
                    </a:cubicBezTo>
                    <a:cubicBezTo>
                      <a:pt x="1" y="13"/>
                      <a:pt x="8" y="17"/>
                      <a:pt x="17" y="17"/>
                    </a:cubicBezTo>
                    <a:cubicBezTo>
                      <a:pt x="25" y="17"/>
                      <a:pt x="32"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61" name="Freeform 121"/>
              <p:cNvSpPr>
                <a:spLocks/>
              </p:cNvSpPr>
              <p:nvPr/>
            </p:nvSpPr>
            <p:spPr bwMode="auto">
              <a:xfrm>
                <a:off x="3893" y="2485"/>
                <a:ext cx="66" cy="35"/>
              </a:xfrm>
              <a:custGeom>
                <a:avLst/>
                <a:gdLst>
                  <a:gd name="T0" fmla="*/ 32 w 32"/>
                  <a:gd name="T1" fmla="*/ 8 h 17"/>
                  <a:gd name="T2" fmla="*/ 15 w 32"/>
                  <a:gd name="T3" fmla="*/ 0 h 17"/>
                  <a:gd name="T4" fmla="*/ 0 w 32"/>
                  <a:gd name="T5" fmla="*/ 8 h 17"/>
                  <a:gd name="T6" fmla="*/ 16 w 32"/>
                  <a:gd name="T7" fmla="*/ 17 h 17"/>
                  <a:gd name="T8" fmla="*/ 32 w 32"/>
                  <a:gd name="T9" fmla="*/ 8 h 17"/>
                </a:gdLst>
                <a:ahLst/>
                <a:cxnLst>
                  <a:cxn ang="0">
                    <a:pos x="T0" y="T1"/>
                  </a:cxn>
                  <a:cxn ang="0">
                    <a:pos x="T2" y="T3"/>
                  </a:cxn>
                  <a:cxn ang="0">
                    <a:pos x="T4" y="T5"/>
                  </a:cxn>
                  <a:cxn ang="0">
                    <a:pos x="T6" y="T7"/>
                  </a:cxn>
                  <a:cxn ang="0">
                    <a:pos x="T8" y="T9"/>
                  </a:cxn>
                </a:cxnLst>
                <a:rect l="0" t="0" r="r" b="b"/>
                <a:pathLst>
                  <a:path w="32" h="17">
                    <a:moveTo>
                      <a:pt x="32" y="8"/>
                    </a:moveTo>
                    <a:cubicBezTo>
                      <a:pt x="31" y="3"/>
                      <a:pt x="24" y="0"/>
                      <a:pt x="15" y="0"/>
                    </a:cubicBezTo>
                    <a:cubicBezTo>
                      <a:pt x="7" y="0"/>
                      <a:pt x="0" y="3"/>
                      <a:pt x="0" y="8"/>
                    </a:cubicBezTo>
                    <a:cubicBezTo>
                      <a:pt x="0" y="13"/>
                      <a:pt x="8" y="17"/>
                      <a:pt x="16" y="17"/>
                    </a:cubicBezTo>
                    <a:cubicBezTo>
                      <a:pt x="25" y="17"/>
                      <a:pt x="32"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62" name="Freeform 122"/>
              <p:cNvSpPr>
                <a:spLocks/>
              </p:cNvSpPr>
              <p:nvPr/>
            </p:nvSpPr>
            <p:spPr bwMode="auto">
              <a:xfrm>
                <a:off x="3971" y="2485"/>
                <a:ext cx="68" cy="35"/>
              </a:xfrm>
              <a:custGeom>
                <a:avLst/>
                <a:gdLst>
                  <a:gd name="T0" fmla="*/ 32 w 33"/>
                  <a:gd name="T1" fmla="*/ 8 h 17"/>
                  <a:gd name="T2" fmla="*/ 16 w 33"/>
                  <a:gd name="T3" fmla="*/ 0 h 17"/>
                  <a:gd name="T4" fmla="*/ 1 w 33"/>
                  <a:gd name="T5" fmla="*/ 8 h 17"/>
                  <a:gd name="T6" fmla="*/ 17 w 33"/>
                  <a:gd name="T7" fmla="*/ 17 h 17"/>
                  <a:gd name="T8" fmla="*/ 32 w 33"/>
                  <a:gd name="T9" fmla="*/ 8 h 17"/>
                </a:gdLst>
                <a:ahLst/>
                <a:cxnLst>
                  <a:cxn ang="0">
                    <a:pos x="T0" y="T1"/>
                  </a:cxn>
                  <a:cxn ang="0">
                    <a:pos x="T2" y="T3"/>
                  </a:cxn>
                  <a:cxn ang="0">
                    <a:pos x="T4" y="T5"/>
                  </a:cxn>
                  <a:cxn ang="0">
                    <a:pos x="T6" y="T7"/>
                  </a:cxn>
                  <a:cxn ang="0">
                    <a:pos x="T8" y="T9"/>
                  </a:cxn>
                </a:cxnLst>
                <a:rect l="0" t="0" r="r" b="b"/>
                <a:pathLst>
                  <a:path w="33" h="17">
                    <a:moveTo>
                      <a:pt x="32" y="8"/>
                    </a:moveTo>
                    <a:cubicBezTo>
                      <a:pt x="32" y="3"/>
                      <a:pt x="24" y="0"/>
                      <a:pt x="16" y="0"/>
                    </a:cubicBezTo>
                    <a:cubicBezTo>
                      <a:pt x="7" y="0"/>
                      <a:pt x="0" y="3"/>
                      <a:pt x="1" y="8"/>
                    </a:cubicBezTo>
                    <a:cubicBezTo>
                      <a:pt x="1" y="13"/>
                      <a:pt x="8" y="17"/>
                      <a:pt x="17" y="17"/>
                    </a:cubicBezTo>
                    <a:cubicBezTo>
                      <a:pt x="26" y="17"/>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63" name="Freeform 123"/>
              <p:cNvSpPr>
                <a:spLocks/>
              </p:cNvSpPr>
              <p:nvPr/>
            </p:nvSpPr>
            <p:spPr bwMode="auto">
              <a:xfrm>
                <a:off x="4051" y="2485"/>
                <a:ext cx="66" cy="35"/>
              </a:xfrm>
              <a:custGeom>
                <a:avLst/>
                <a:gdLst>
                  <a:gd name="T0" fmla="*/ 32 w 32"/>
                  <a:gd name="T1" fmla="*/ 8 h 17"/>
                  <a:gd name="T2" fmla="*/ 15 w 32"/>
                  <a:gd name="T3" fmla="*/ 0 h 17"/>
                  <a:gd name="T4" fmla="*/ 0 w 32"/>
                  <a:gd name="T5" fmla="*/ 8 h 17"/>
                  <a:gd name="T6" fmla="*/ 17 w 32"/>
                  <a:gd name="T7" fmla="*/ 17 h 17"/>
                  <a:gd name="T8" fmla="*/ 32 w 32"/>
                  <a:gd name="T9" fmla="*/ 8 h 17"/>
                </a:gdLst>
                <a:ahLst/>
                <a:cxnLst>
                  <a:cxn ang="0">
                    <a:pos x="T0" y="T1"/>
                  </a:cxn>
                  <a:cxn ang="0">
                    <a:pos x="T2" y="T3"/>
                  </a:cxn>
                  <a:cxn ang="0">
                    <a:pos x="T4" y="T5"/>
                  </a:cxn>
                  <a:cxn ang="0">
                    <a:pos x="T6" y="T7"/>
                  </a:cxn>
                  <a:cxn ang="0">
                    <a:pos x="T8" y="T9"/>
                  </a:cxn>
                </a:cxnLst>
                <a:rect l="0" t="0" r="r" b="b"/>
                <a:pathLst>
                  <a:path w="32" h="17">
                    <a:moveTo>
                      <a:pt x="32" y="8"/>
                    </a:moveTo>
                    <a:cubicBezTo>
                      <a:pt x="31" y="3"/>
                      <a:pt x="24" y="0"/>
                      <a:pt x="15" y="0"/>
                    </a:cubicBezTo>
                    <a:cubicBezTo>
                      <a:pt x="7" y="0"/>
                      <a:pt x="0" y="3"/>
                      <a:pt x="0" y="8"/>
                    </a:cubicBezTo>
                    <a:cubicBezTo>
                      <a:pt x="1" y="13"/>
                      <a:pt x="8" y="17"/>
                      <a:pt x="17" y="17"/>
                    </a:cubicBezTo>
                    <a:cubicBezTo>
                      <a:pt x="26" y="17"/>
                      <a:pt x="32"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64" name="Freeform 124"/>
              <p:cNvSpPr>
                <a:spLocks/>
              </p:cNvSpPr>
              <p:nvPr/>
            </p:nvSpPr>
            <p:spPr bwMode="auto">
              <a:xfrm>
                <a:off x="5638" y="2669"/>
                <a:ext cx="78" cy="41"/>
              </a:xfrm>
              <a:custGeom>
                <a:avLst/>
                <a:gdLst>
                  <a:gd name="T0" fmla="*/ 36 w 38"/>
                  <a:gd name="T1" fmla="*/ 10 h 20"/>
                  <a:gd name="T2" fmla="*/ 15 w 38"/>
                  <a:gd name="T3" fmla="*/ 0 h 20"/>
                  <a:gd name="T4" fmla="*/ 3 w 38"/>
                  <a:gd name="T5" fmla="*/ 10 h 20"/>
                  <a:gd name="T6" fmla="*/ 23 w 38"/>
                  <a:gd name="T7" fmla="*/ 20 h 20"/>
                  <a:gd name="T8" fmla="*/ 36 w 38"/>
                  <a:gd name="T9" fmla="*/ 10 h 20"/>
                </a:gdLst>
                <a:ahLst/>
                <a:cxnLst>
                  <a:cxn ang="0">
                    <a:pos x="T0" y="T1"/>
                  </a:cxn>
                  <a:cxn ang="0">
                    <a:pos x="T2" y="T3"/>
                  </a:cxn>
                  <a:cxn ang="0">
                    <a:pos x="T4" y="T5"/>
                  </a:cxn>
                  <a:cxn ang="0">
                    <a:pos x="T6" y="T7"/>
                  </a:cxn>
                  <a:cxn ang="0">
                    <a:pos x="T8" y="T9"/>
                  </a:cxn>
                </a:cxnLst>
                <a:rect l="0" t="0" r="r" b="b"/>
                <a:pathLst>
                  <a:path w="38" h="20">
                    <a:moveTo>
                      <a:pt x="36" y="10"/>
                    </a:moveTo>
                    <a:cubicBezTo>
                      <a:pt x="33" y="5"/>
                      <a:pt x="24" y="0"/>
                      <a:pt x="15" y="0"/>
                    </a:cubicBezTo>
                    <a:cubicBezTo>
                      <a:pt x="6" y="0"/>
                      <a:pt x="0" y="5"/>
                      <a:pt x="3" y="10"/>
                    </a:cubicBezTo>
                    <a:cubicBezTo>
                      <a:pt x="5" y="16"/>
                      <a:pt x="14" y="20"/>
                      <a:pt x="23" y="20"/>
                    </a:cubicBezTo>
                    <a:cubicBezTo>
                      <a:pt x="32" y="20"/>
                      <a:pt x="38" y="16"/>
                      <a:pt x="3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65" name="Freeform 125"/>
              <p:cNvSpPr>
                <a:spLocks/>
              </p:cNvSpPr>
              <p:nvPr/>
            </p:nvSpPr>
            <p:spPr bwMode="auto">
              <a:xfrm>
                <a:off x="5681" y="2770"/>
                <a:ext cx="79" cy="44"/>
              </a:xfrm>
              <a:custGeom>
                <a:avLst/>
                <a:gdLst>
                  <a:gd name="T0" fmla="*/ 36 w 38"/>
                  <a:gd name="T1" fmla="*/ 10 h 21"/>
                  <a:gd name="T2" fmla="*/ 15 w 38"/>
                  <a:gd name="T3" fmla="*/ 0 h 21"/>
                  <a:gd name="T4" fmla="*/ 2 w 38"/>
                  <a:gd name="T5" fmla="*/ 10 h 21"/>
                  <a:gd name="T6" fmla="*/ 23 w 38"/>
                  <a:gd name="T7" fmla="*/ 21 h 21"/>
                  <a:gd name="T8" fmla="*/ 36 w 38"/>
                  <a:gd name="T9" fmla="*/ 10 h 21"/>
                </a:gdLst>
                <a:ahLst/>
                <a:cxnLst>
                  <a:cxn ang="0">
                    <a:pos x="T0" y="T1"/>
                  </a:cxn>
                  <a:cxn ang="0">
                    <a:pos x="T2" y="T3"/>
                  </a:cxn>
                  <a:cxn ang="0">
                    <a:pos x="T4" y="T5"/>
                  </a:cxn>
                  <a:cxn ang="0">
                    <a:pos x="T6" y="T7"/>
                  </a:cxn>
                  <a:cxn ang="0">
                    <a:pos x="T8" y="T9"/>
                  </a:cxn>
                </a:cxnLst>
                <a:rect l="0" t="0" r="r" b="b"/>
                <a:pathLst>
                  <a:path w="38" h="21">
                    <a:moveTo>
                      <a:pt x="36" y="10"/>
                    </a:moveTo>
                    <a:cubicBezTo>
                      <a:pt x="33" y="5"/>
                      <a:pt x="24" y="0"/>
                      <a:pt x="15" y="0"/>
                    </a:cubicBezTo>
                    <a:cubicBezTo>
                      <a:pt x="5" y="0"/>
                      <a:pt x="0" y="5"/>
                      <a:pt x="2" y="10"/>
                    </a:cubicBezTo>
                    <a:cubicBezTo>
                      <a:pt x="5" y="16"/>
                      <a:pt x="14" y="21"/>
                      <a:pt x="23" y="21"/>
                    </a:cubicBezTo>
                    <a:cubicBezTo>
                      <a:pt x="33" y="21"/>
                      <a:pt x="38" y="16"/>
                      <a:pt x="3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66" name="Freeform 126"/>
              <p:cNvSpPr>
                <a:spLocks/>
              </p:cNvSpPr>
              <p:nvPr/>
            </p:nvSpPr>
            <p:spPr bwMode="auto">
              <a:xfrm>
                <a:off x="5401" y="2129"/>
                <a:ext cx="68" cy="29"/>
              </a:xfrm>
              <a:custGeom>
                <a:avLst/>
                <a:gdLst>
                  <a:gd name="T0" fmla="*/ 31 w 33"/>
                  <a:gd name="T1" fmla="*/ 7 h 14"/>
                  <a:gd name="T2" fmla="*/ 13 w 33"/>
                  <a:gd name="T3" fmla="*/ 0 h 14"/>
                  <a:gd name="T4" fmla="*/ 2 w 33"/>
                  <a:gd name="T5" fmla="*/ 7 h 14"/>
                  <a:gd name="T6" fmla="*/ 20 w 33"/>
                  <a:gd name="T7" fmla="*/ 14 h 14"/>
                  <a:gd name="T8" fmla="*/ 31 w 33"/>
                  <a:gd name="T9" fmla="*/ 7 h 14"/>
                </a:gdLst>
                <a:ahLst/>
                <a:cxnLst>
                  <a:cxn ang="0">
                    <a:pos x="T0" y="T1"/>
                  </a:cxn>
                  <a:cxn ang="0">
                    <a:pos x="T2" y="T3"/>
                  </a:cxn>
                  <a:cxn ang="0">
                    <a:pos x="T4" y="T5"/>
                  </a:cxn>
                  <a:cxn ang="0">
                    <a:pos x="T6" y="T7"/>
                  </a:cxn>
                  <a:cxn ang="0">
                    <a:pos x="T8" y="T9"/>
                  </a:cxn>
                </a:cxnLst>
                <a:rect l="0" t="0" r="r" b="b"/>
                <a:pathLst>
                  <a:path w="33" h="14">
                    <a:moveTo>
                      <a:pt x="31" y="7"/>
                    </a:moveTo>
                    <a:cubicBezTo>
                      <a:pt x="29" y="3"/>
                      <a:pt x="21" y="0"/>
                      <a:pt x="13" y="0"/>
                    </a:cubicBezTo>
                    <a:cubicBezTo>
                      <a:pt x="5" y="0"/>
                      <a:pt x="0" y="3"/>
                      <a:pt x="2" y="7"/>
                    </a:cubicBezTo>
                    <a:cubicBezTo>
                      <a:pt x="4" y="11"/>
                      <a:pt x="12" y="14"/>
                      <a:pt x="20" y="14"/>
                    </a:cubicBezTo>
                    <a:cubicBezTo>
                      <a:pt x="28" y="14"/>
                      <a:pt x="33"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67" name="Freeform 127"/>
              <p:cNvSpPr>
                <a:spLocks/>
              </p:cNvSpPr>
              <p:nvPr/>
            </p:nvSpPr>
            <p:spPr bwMode="auto">
              <a:xfrm>
                <a:off x="5475" y="2129"/>
                <a:ext cx="66" cy="29"/>
              </a:xfrm>
              <a:custGeom>
                <a:avLst/>
                <a:gdLst>
                  <a:gd name="T0" fmla="*/ 30 w 32"/>
                  <a:gd name="T1" fmla="*/ 7 h 14"/>
                  <a:gd name="T2" fmla="*/ 12 w 32"/>
                  <a:gd name="T3" fmla="*/ 0 h 14"/>
                  <a:gd name="T4" fmla="*/ 1 w 32"/>
                  <a:gd name="T5" fmla="*/ 7 h 14"/>
                  <a:gd name="T6" fmla="*/ 19 w 32"/>
                  <a:gd name="T7" fmla="*/ 14 h 14"/>
                  <a:gd name="T8" fmla="*/ 30 w 32"/>
                  <a:gd name="T9" fmla="*/ 7 h 14"/>
                </a:gdLst>
                <a:ahLst/>
                <a:cxnLst>
                  <a:cxn ang="0">
                    <a:pos x="T0" y="T1"/>
                  </a:cxn>
                  <a:cxn ang="0">
                    <a:pos x="T2" y="T3"/>
                  </a:cxn>
                  <a:cxn ang="0">
                    <a:pos x="T4" y="T5"/>
                  </a:cxn>
                  <a:cxn ang="0">
                    <a:pos x="T6" y="T7"/>
                  </a:cxn>
                  <a:cxn ang="0">
                    <a:pos x="T8" y="T9"/>
                  </a:cxn>
                </a:cxnLst>
                <a:rect l="0" t="0" r="r" b="b"/>
                <a:pathLst>
                  <a:path w="32" h="14">
                    <a:moveTo>
                      <a:pt x="30" y="7"/>
                    </a:moveTo>
                    <a:cubicBezTo>
                      <a:pt x="28" y="3"/>
                      <a:pt x="20" y="0"/>
                      <a:pt x="12" y="0"/>
                    </a:cubicBezTo>
                    <a:cubicBezTo>
                      <a:pt x="5" y="0"/>
                      <a:pt x="0" y="3"/>
                      <a:pt x="1" y="7"/>
                    </a:cubicBezTo>
                    <a:cubicBezTo>
                      <a:pt x="3" y="11"/>
                      <a:pt x="11" y="14"/>
                      <a:pt x="19" y="14"/>
                    </a:cubicBezTo>
                    <a:cubicBezTo>
                      <a:pt x="27" y="14"/>
                      <a:pt x="32"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68" name="Freeform 128"/>
              <p:cNvSpPr>
                <a:spLocks/>
              </p:cNvSpPr>
              <p:nvPr/>
            </p:nvSpPr>
            <p:spPr bwMode="auto">
              <a:xfrm>
                <a:off x="5692" y="2129"/>
                <a:ext cx="70" cy="29"/>
              </a:xfrm>
              <a:custGeom>
                <a:avLst/>
                <a:gdLst>
                  <a:gd name="T0" fmla="*/ 31 w 34"/>
                  <a:gd name="T1" fmla="*/ 7 h 14"/>
                  <a:gd name="T2" fmla="*/ 13 w 34"/>
                  <a:gd name="T3" fmla="*/ 0 h 14"/>
                  <a:gd name="T4" fmla="*/ 3 w 34"/>
                  <a:gd name="T5" fmla="*/ 7 h 14"/>
                  <a:gd name="T6" fmla="*/ 21 w 34"/>
                  <a:gd name="T7" fmla="*/ 14 h 14"/>
                  <a:gd name="T8" fmla="*/ 31 w 34"/>
                  <a:gd name="T9" fmla="*/ 7 h 14"/>
                </a:gdLst>
                <a:ahLst/>
                <a:cxnLst>
                  <a:cxn ang="0">
                    <a:pos x="T0" y="T1"/>
                  </a:cxn>
                  <a:cxn ang="0">
                    <a:pos x="T2" y="T3"/>
                  </a:cxn>
                  <a:cxn ang="0">
                    <a:pos x="T4" y="T5"/>
                  </a:cxn>
                  <a:cxn ang="0">
                    <a:pos x="T6" y="T7"/>
                  </a:cxn>
                  <a:cxn ang="0">
                    <a:pos x="T8" y="T9"/>
                  </a:cxn>
                </a:cxnLst>
                <a:rect l="0" t="0" r="r" b="b"/>
                <a:pathLst>
                  <a:path w="34" h="14">
                    <a:moveTo>
                      <a:pt x="31" y="7"/>
                    </a:moveTo>
                    <a:cubicBezTo>
                      <a:pt x="29" y="3"/>
                      <a:pt x="21" y="0"/>
                      <a:pt x="13" y="0"/>
                    </a:cubicBezTo>
                    <a:cubicBezTo>
                      <a:pt x="5" y="0"/>
                      <a:pt x="0" y="3"/>
                      <a:pt x="3" y="7"/>
                    </a:cubicBezTo>
                    <a:cubicBezTo>
                      <a:pt x="5" y="11"/>
                      <a:pt x="13" y="14"/>
                      <a:pt x="21" y="14"/>
                    </a:cubicBezTo>
                    <a:cubicBezTo>
                      <a:pt x="29" y="14"/>
                      <a:pt x="34"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69" name="Freeform 129"/>
              <p:cNvSpPr>
                <a:spLocks/>
              </p:cNvSpPr>
              <p:nvPr/>
            </p:nvSpPr>
            <p:spPr bwMode="auto">
              <a:xfrm>
                <a:off x="5766" y="2129"/>
                <a:ext cx="68" cy="29"/>
              </a:xfrm>
              <a:custGeom>
                <a:avLst/>
                <a:gdLst>
                  <a:gd name="T0" fmla="*/ 31 w 33"/>
                  <a:gd name="T1" fmla="*/ 7 h 14"/>
                  <a:gd name="T2" fmla="*/ 12 w 33"/>
                  <a:gd name="T3" fmla="*/ 0 h 14"/>
                  <a:gd name="T4" fmla="*/ 2 w 33"/>
                  <a:gd name="T5" fmla="*/ 7 h 14"/>
                  <a:gd name="T6" fmla="*/ 20 w 33"/>
                  <a:gd name="T7" fmla="*/ 14 h 14"/>
                  <a:gd name="T8" fmla="*/ 31 w 33"/>
                  <a:gd name="T9" fmla="*/ 7 h 14"/>
                </a:gdLst>
                <a:ahLst/>
                <a:cxnLst>
                  <a:cxn ang="0">
                    <a:pos x="T0" y="T1"/>
                  </a:cxn>
                  <a:cxn ang="0">
                    <a:pos x="T2" y="T3"/>
                  </a:cxn>
                  <a:cxn ang="0">
                    <a:pos x="T4" y="T5"/>
                  </a:cxn>
                  <a:cxn ang="0">
                    <a:pos x="T6" y="T7"/>
                  </a:cxn>
                  <a:cxn ang="0">
                    <a:pos x="T8" y="T9"/>
                  </a:cxn>
                </a:cxnLst>
                <a:rect l="0" t="0" r="r" b="b"/>
                <a:pathLst>
                  <a:path w="33" h="14">
                    <a:moveTo>
                      <a:pt x="31" y="7"/>
                    </a:moveTo>
                    <a:cubicBezTo>
                      <a:pt x="29" y="3"/>
                      <a:pt x="20" y="0"/>
                      <a:pt x="12" y="0"/>
                    </a:cubicBezTo>
                    <a:cubicBezTo>
                      <a:pt x="4" y="0"/>
                      <a:pt x="0" y="3"/>
                      <a:pt x="2" y="7"/>
                    </a:cubicBezTo>
                    <a:cubicBezTo>
                      <a:pt x="4" y="11"/>
                      <a:pt x="12" y="14"/>
                      <a:pt x="20" y="14"/>
                    </a:cubicBezTo>
                    <a:cubicBezTo>
                      <a:pt x="28" y="14"/>
                      <a:pt x="33"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70" name="Freeform 130"/>
              <p:cNvSpPr>
                <a:spLocks/>
              </p:cNvSpPr>
              <p:nvPr/>
            </p:nvSpPr>
            <p:spPr bwMode="auto">
              <a:xfrm>
                <a:off x="4060" y="2574"/>
                <a:ext cx="68" cy="39"/>
              </a:xfrm>
              <a:custGeom>
                <a:avLst/>
                <a:gdLst>
                  <a:gd name="T0" fmla="*/ 32 w 33"/>
                  <a:gd name="T1" fmla="*/ 10 h 19"/>
                  <a:gd name="T2" fmla="*/ 15 w 33"/>
                  <a:gd name="T3" fmla="*/ 0 h 19"/>
                  <a:gd name="T4" fmla="*/ 0 w 33"/>
                  <a:gd name="T5" fmla="*/ 10 h 19"/>
                  <a:gd name="T6" fmla="*/ 17 w 33"/>
                  <a:gd name="T7" fmla="*/ 19 h 19"/>
                  <a:gd name="T8" fmla="*/ 32 w 33"/>
                  <a:gd name="T9" fmla="*/ 10 h 19"/>
                </a:gdLst>
                <a:ahLst/>
                <a:cxnLst>
                  <a:cxn ang="0">
                    <a:pos x="T0" y="T1"/>
                  </a:cxn>
                  <a:cxn ang="0">
                    <a:pos x="T2" y="T3"/>
                  </a:cxn>
                  <a:cxn ang="0">
                    <a:pos x="T4" y="T5"/>
                  </a:cxn>
                  <a:cxn ang="0">
                    <a:pos x="T6" y="T7"/>
                  </a:cxn>
                  <a:cxn ang="0">
                    <a:pos x="T8" y="T9"/>
                  </a:cxn>
                </a:cxnLst>
                <a:rect l="0" t="0" r="r" b="b"/>
                <a:pathLst>
                  <a:path w="33" h="19">
                    <a:moveTo>
                      <a:pt x="32" y="10"/>
                    </a:moveTo>
                    <a:cubicBezTo>
                      <a:pt x="32" y="4"/>
                      <a:pt x="24" y="0"/>
                      <a:pt x="15" y="0"/>
                    </a:cubicBezTo>
                    <a:cubicBezTo>
                      <a:pt x="7" y="0"/>
                      <a:pt x="0" y="4"/>
                      <a:pt x="0" y="10"/>
                    </a:cubicBezTo>
                    <a:cubicBezTo>
                      <a:pt x="1" y="15"/>
                      <a:pt x="8" y="19"/>
                      <a:pt x="17" y="19"/>
                    </a:cubicBezTo>
                    <a:cubicBezTo>
                      <a:pt x="26" y="19"/>
                      <a:pt x="33" y="15"/>
                      <a:pt x="3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71" name="Freeform 131"/>
              <p:cNvSpPr>
                <a:spLocks/>
              </p:cNvSpPr>
              <p:nvPr/>
            </p:nvSpPr>
            <p:spPr bwMode="auto">
              <a:xfrm>
                <a:off x="4111" y="2316"/>
                <a:ext cx="66" cy="33"/>
              </a:xfrm>
              <a:custGeom>
                <a:avLst/>
                <a:gdLst>
                  <a:gd name="T0" fmla="*/ 31 w 32"/>
                  <a:gd name="T1" fmla="*/ 8 h 16"/>
                  <a:gd name="T2" fmla="*/ 15 w 32"/>
                  <a:gd name="T3" fmla="*/ 0 h 16"/>
                  <a:gd name="T4" fmla="*/ 1 w 32"/>
                  <a:gd name="T5" fmla="*/ 8 h 16"/>
                  <a:gd name="T6" fmla="*/ 17 w 32"/>
                  <a:gd name="T7" fmla="*/ 16 h 16"/>
                  <a:gd name="T8" fmla="*/ 31 w 32"/>
                  <a:gd name="T9" fmla="*/ 8 h 16"/>
                </a:gdLst>
                <a:ahLst/>
                <a:cxnLst>
                  <a:cxn ang="0">
                    <a:pos x="T0" y="T1"/>
                  </a:cxn>
                  <a:cxn ang="0">
                    <a:pos x="T2" y="T3"/>
                  </a:cxn>
                  <a:cxn ang="0">
                    <a:pos x="T4" y="T5"/>
                  </a:cxn>
                  <a:cxn ang="0">
                    <a:pos x="T6" y="T7"/>
                  </a:cxn>
                  <a:cxn ang="0">
                    <a:pos x="T8" y="T9"/>
                  </a:cxn>
                </a:cxnLst>
                <a:rect l="0" t="0" r="r" b="b"/>
                <a:pathLst>
                  <a:path w="32" h="16">
                    <a:moveTo>
                      <a:pt x="31" y="8"/>
                    </a:moveTo>
                    <a:cubicBezTo>
                      <a:pt x="31" y="4"/>
                      <a:pt x="23" y="0"/>
                      <a:pt x="15" y="0"/>
                    </a:cubicBezTo>
                    <a:cubicBezTo>
                      <a:pt x="7" y="0"/>
                      <a:pt x="0" y="4"/>
                      <a:pt x="1" y="8"/>
                    </a:cubicBezTo>
                    <a:cubicBezTo>
                      <a:pt x="1" y="13"/>
                      <a:pt x="9" y="16"/>
                      <a:pt x="17" y="16"/>
                    </a:cubicBezTo>
                    <a:cubicBezTo>
                      <a:pt x="25" y="16"/>
                      <a:pt x="32"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72" name="Freeform 132"/>
              <p:cNvSpPr>
                <a:spLocks/>
              </p:cNvSpPr>
              <p:nvPr/>
            </p:nvSpPr>
            <p:spPr bwMode="auto">
              <a:xfrm>
                <a:off x="4198" y="2398"/>
                <a:ext cx="68" cy="35"/>
              </a:xfrm>
              <a:custGeom>
                <a:avLst/>
                <a:gdLst>
                  <a:gd name="T0" fmla="*/ 32 w 33"/>
                  <a:gd name="T1" fmla="*/ 8 h 17"/>
                  <a:gd name="T2" fmla="*/ 15 w 33"/>
                  <a:gd name="T3" fmla="*/ 0 h 17"/>
                  <a:gd name="T4" fmla="*/ 1 w 33"/>
                  <a:gd name="T5" fmla="*/ 8 h 17"/>
                  <a:gd name="T6" fmla="*/ 18 w 33"/>
                  <a:gd name="T7" fmla="*/ 17 h 17"/>
                  <a:gd name="T8" fmla="*/ 32 w 33"/>
                  <a:gd name="T9" fmla="*/ 8 h 17"/>
                </a:gdLst>
                <a:ahLst/>
                <a:cxnLst>
                  <a:cxn ang="0">
                    <a:pos x="T0" y="T1"/>
                  </a:cxn>
                  <a:cxn ang="0">
                    <a:pos x="T2" y="T3"/>
                  </a:cxn>
                  <a:cxn ang="0">
                    <a:pos x="T4" y="T5"/>
                  </a:cxn>
                  <a:cxn ang="0">
                    <a:pos x="T6" y="T7"/>
                  </a:cxn>
                  <a:cxn ang="0">
                    <a:pos x="T8" y="T9"/>
                  </a:cxn>
                </a:cxnLst>
                <a:rect l="0" t="0" r="r" b="b"/>
                <a:pathLst>
                  <a:path w="33" h="17">
                    <a:moveTo>
                      <a:pt x="32" y="8"/>
                    </a:moveTo>
                    <a:cubicBezTo>
                      <a:pt x="31" y="4"/>
                      <a:pt x="24" y="0"/>
                      <a:pt x="15" y="0"/>
                    </a:cubicBezTo>
                    <a:cubicBezTo>
                      <a:pt x="7" y="0"/>
                      <a:pt x="0" y="4"/>
                      <a:pt x="1" y="8"/>
                    </a:cubicBezTo>
                    <a:cubicBezTo>
                      <a:pt x="2" y="13"/>
                      <a:pt x="9" y="17"/>
                      <a:pt x="18" y="17"/>
                    </a:cubicBezTo>
                    <a:cubicBezTo>
                      <a:pt x="26" y="17"/>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73" name="Freeform 133"/>
              <p:cNvSpPr>
                <a:spLocks/>
              </p:cNvSpPr>
              <p:nvPr/>
            </p:nvSpPr>
            <p:spPr bwMode="auto">
              <a:xfrm>
                <a:off x="4122" y="2398"/>
                <a:ext cx="66" cy="35"/>
              </a:xfrm>
              <a:custGeom>
                <a:avLst/>
                <a:gdLst>
                  <a:gd name="T0" fmla="*/ 31 w 32"/>
                  <a:gd name="T1" fmla="*/ 8 h 17"/>
                  <a:gd name="T2" fmla="*/ 15 w 32"/>
                  <a:gd name="T3" fmla="*/ 0 h 17"/>
                  <a:gd name="T4" fmla="*/ 0 w 32"/>
                  <a:gd name="T5" fmla="*/ 8 h 17"/>
                  <a:gd name="T6" fmla="*/ 17 w 32"/>
                  <a:gd name="T7" fmla="*/ 17 h 17"/>
                  <a:gd name="T8" fmla="*/ 31 w 32"/>
                  <a:gd name="T9" fmla="*/ 8 h 17"/>
                </a:gdLst>
                <a:ahLst/>
                <a:cxnLst>
                  <a:cxn ang="0">
                    <a:pos x="T0" y="T1"/>
                  </a:cxn>
                  <a:cxn ang="0">
                    <a:pos x="T2" y="T3"/>
                  </a:cxn>
                  <a:cxn ang="0">
                    <a:pos x="T4" y="T5"/>
                  </a:cxn>
                  <a:cxn ang="0">
                    <a:pos x="T6" y="T7"/>
                  </a:cxn>
                  <a:cxn ang="0">
                    <a:pos x="T8" y="T9"/>
                  </a:cxn>
                </a:cxnLst>
                <a:rect l="0" t="0" r="r" b="b"/>
                <a:pathLst>
                  <a:path w="32" h="17">
                    <a:moveTo>
                      <a:pt x="31" y="8"/>
                    </a:moveTo>
                    <a:cubicBezTo>
                      <a:pt x="31" y="4"/>
                      <a:pt x="23" y="0"/>
                      <a:pt x="15" y="0"/>
                    </a:cubicBezTo>
                    <a:cubicBezTo>
                      <a:pt x="6" y="0"/>
                      <a:pt x="0" y="4"/>
                      <a:pt x="0" y="8"/>
                    </a:cubicBezTo>
                    <a:cubicBezTo>
                      <a:pt x="1" y="13"/>
                      <a:pt x="8" y="17"/>
                      <a:pt x="17" y="17"/>
                    </a:cubicBezTo>
                    <a:cubicBezTo>
                      <a:pt x="25" y="17"/>
                      <a:pt x="32"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74" name="Freeform 134"/>
              <p:cNvSpPr>
                <a:spLocks/>
              </p:cNvSpPr>
              <p:nvPr/>
            </p:nvSpPr>
            <p:spPr bwMode="auto">
              <a:xfrm>
                <a:off x="4204" y="2442"/>
                <a:ext cx="68" cy="35"/>
              </a:xfrm>
              <a:custGeom>
                <a:avLst/>
                <a:gdLst>
                  <a:gd name="T0" fmla="*/ 32 w 33"/>
                  <a:gd name="T1" fmla="*/ 8 h 17"/>
                  <a:gd name="T2" fmla="*/ 15 w 33"/>
                  <a:gd name="T3" fmla="*/ 0 h 17"/>
                  <a:gd name="T4" fmla="*/ 1 w 33"/>
                  <a:gd name="T5" fmla="*/ 8 h 17"/>
                  <a:gd name="T6" fmla="*/ 17 w 33"/>
                  <a:gd name="T7" fmla="*/ 17 h 17"/>
                  <a:gd name="T8" fmla="*/ 32 w 33"/>
                  <a:gd name="T9" fmla="*/ 8 h 17"/>
                </a:gdLst>
                <a:ahLst/>
                <a:cxnLst>
                  <a:cxn ang="0">
                    <a:pos x="T0" y="T1"/>
                  </a:cxn>
                  <a:cxn ang="0">
                    <a:pos x="T2" y="T3"/>
                  </a:cxn>
                  <a:cxn ang="0">
                    <a:pos x="T4" y="T5"/>
                  </a:cxn>
                  <a:cxn ang="0">
                    <a:pos x="T6" y="T7"/>
                  </a:cxn>
                  <a:cxn ang="0">
                    <a:pos x="T8" y="T9"/>
                  </a:cxn>
                </a:cxnLst>
                <a:rect l="0" t="0" r="r" b="b"/>
                <a:pathLst>
                  <a:path w="33" h="17">
                    <a:moveTo>
                      <a:pt x="32" y="8"/>
                    </a:moveTo>
                    <a:cubicBezTo>
                      <a:pt x="31" y="3"/>
                      <a:pt x="24" y="0"/>
                      <a:pt x="15" y="0"/>
                    </a:cubicBezTo>
                    <a:cubicBezTo>
                      <a:pt x="7" y="0"/>
                      <a:pt x="0" y="3"/>
                      <a:pt x="1" y="8"/>
                    </a:cubicBezTo>
                    <a:cubicBezTo>
                      <a:pt x="1" y="13"/>
                      <a:pt x="9" y="17"/>
                      <a:pt x="17" y="17"/>
                    </a:cubicBezTo>
                    <a:cubicBezTo>
                      <a:pt x="26" y="17"/>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75" name="Freeform 135"/>
              <p:cNvSpPr>
                <a:spLocks/>
              </p:cNvSpPr>
              <p:nvPr/>
            </p:nvSpPr>
            <p:spPr bwMode="auto">
              <a:xfrm>
                <a:off x="4130" y="2485"/>
                <a:ext cx="68" cy="35"/>
              </a:xfrm>
              <a:custGeom>
                <a:avLst/>
                <a:gdLst>
                  <a:gd name="T0" fmla="*/ 32 w 33"/>
                  <a:gd name="T1" fmla="*/ 8 h 17"/>
                  <a:gd name="T2" fmla="*/ 16 w 33"/>
                  <a:gd name="T3" fmla="*/ 0 h 17"/>
                  <a:gd name="T4" fmla="*/ 1 w 33"/>
                  <a:gd name="T5" fmla="*/ 8 h 17"/>
                  <a:gd name="T6" fmla="*/ 18 w 33"/>
                  <a:gd name="T7" fmla="*/ 17 h 17"/>
                  <a:gd name="T8" fmla="*/ 32 w 33"/>
                  <a:gd name="T9" fmla="*/ 8 h 17"/>
                </a:gdLst>
                <a:ahLst/>
                <a:cxnLst>
                  <a:cxn ang="0">
                    <a:pos x="T0" y="T1"/>
                  </a:cxn>
                  <a:cxn ang="0">
                    <a:pos x="T2" y="T3"/>
                  </a:cxn>
                  <a:cxn ang="0">
                    <a:pos x="T4" y="T5"/>
                  </a:cxn>
                  <a:cxn ang="0">
                    <a:pos x="T6" y="T7"/>
                  </a:cxn>
                  <a:cxn ang="0">
                    <a:pos x="T8" y="T9"/>
                  </a:cxn>
                </a:cxnLst>
                <a:rect l="0" t="0" r="r" b="b"/>
                <a:pathLst>
                  <a:path w="33" h="17">
                    <a:moveTo>
                      <a:pt x="32" y="8"/>
                    </a:moveTo>
                    <a:cubicBezTo>
                      <a:pt x="32" y="3"/>
                      <a:pt x="24" y="0"/>
                      <a:pt x="16" y="0"/>
                    </a:cubicBezTo>
                    <a:cubicBezTo>
                      <a:pt x="7" y="0"/>
                      <a:pt x="0" y="3"/>
                      <a:pt x="1" y="8"/>
                    </a:cubicBezTo>
                    <a:cubicBezTo>
                      <a:pt x="1" y="13"/>
                      <a:pt x="9" y="17"/>
                      <a:pt x="18" y="17"/>
                    </a:cubicBezTo>
                    <a:cubicBezTo>
                      <a:pt x="26" y="17"/>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76" name="Freeform 136"/>
              <p:cNvSpPr>
                <a:spLocks/>
              </p:cNvSpPr>
              <p:nvPr/>
            </p:nvSpPr>
            <p:spPr bwMode="auto">
              <a:xfrm>
                <a:off x="4210" y="2485"/>
                <a:ext cx="68" cy="35"/>
              </a:xfrm>
              <a:custGeom>
                <a:avLst/>
                <a:gdLst>
                  <a:gd name="T0" fmla="*/ 32 w 33"/>
                  <a:gd name="T1" fmla="*/ 8 h 17"/>
                  <a:gd name="T2" fmla="*/ 15 w 33"/>
                  <a:gd name="T3" fmla="*/ 0 h 17"/>
                  <a:gd name="T4" fmla="*/ 0 w 33"/>
                  <a:gd name="T5" fmla="*/ 8 h 17"/>
                  <a:gd name="T6" fmla="*/ 17 w 33"/>
                  <a:gd name="T7" fmla="*/ 17 h 17"/>
                  <a:gd name="T8" fmla="*/ 32 w 33"/>
                  <a:gd name="T9" fmla="*/ 8 h 17"/>
                </a:gdLst>
                <a:ahLst/>
                <a:cxnLst>
                  <a:cxn ang="0">
                    <a:pos x="T0" y="T1"/>
                  </a:cxn>
                  <a:cxn ang="0">
                    <a:pos x="T2" y="T3"/>
                  </a:cxn>
                  <a:cxn ang="0">
                    <a:pos x="T4" y="T5"/>
                  </a:cxn>
                  <a:cxn ang="0">
                    <a:pos x="T6" y="T7"/>
                  </a:cxn>
                  <a:cxn ang="0">
                    <a:pos x="T8" y="T9"/>
                  </a:cxn>
                </a:cxnLst>
                <a:rect l="0" t="0" r="r" b="b"/>
                <a:pathLst>
                  <a:path w="33" h="17">
                    <a:moveTo>
                      <a:pt x="32" y="8"/>
                    </a:moveTo>
                    <a:cubicBezTo>
                      <a:pt x="31" y="3"/>
                      <a:pt x="24" y="0"/>
                      <a:pt x="15" y="0"/>
                    </a:cubicBezTo>
                    <a:cubicBezTo>
                      <a:pt x="6" y="0"/>
                      <a:pt x="0" y="3"/>
                      <a:pt x="0" y="8"/>
                    </a:cubicBezTo>
                    <a:cubicBezTo>
                      <a:pt x="1" y="13"/>
                      <a:pt x="9" y="17"/>
                      <a:pt x="17" y="17"/>
                    </a:cubicBezTo>
                    <a:cubicBezTo>
                      <a:pt x="26" y="17"/>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77" name="Freeform 137"/>
              <p:cNvSpPr>
                <a:spLocks/>
              </p:cNvSpPr>
              <p:nvPr/>
            </p:nvSpPr>
            <p:spPr bwMode="auto">
              <a:xfrm>
                <a:off x="4289" y="2485"/>
                <a:ext cx="68" cy="35"/>
              </a:xfrm>
              <a:custGeom>
                <a:avLst/>
                <a:gdLst>
                  <a:gd name="T0" fmla="*/ 32 w 33"/>
                  <a:gd name="T1" fmla="*/ 8 h 17"/>
                  <a:gd name="T2" fmla="*/ 15 w 33"/>
                  <a:gd name="T3" fmla="*/ 0 h 17"/>
                  <a:gd name="T4" fmla="*/ 1 w 33"/>
                  <a:gd name="T5" fmla="*/ 8 h 17"/>
                  <a:gd name="T6" fmla="*/ 18 w 33"/>
                  <a:gd name="T7" fmla="*/ 17 h 17"/>
                  <a:gd name="T8" fmla="*/ 32 w 33"/>
                  <a:gd name="T9" fmla="*/ 8 h 17"/>
                </a:gdLst>
                <a:ahLst/>
                <a:cxnLst>
                  <a:cxn ang="0">
                    <a:pos x="T0" y="T1"/>
                  </a:cxn>
                  <a:cxn ang="0">
                    <a:pos x="T2" y="T3"/>
                  </a:cxn>
                  <a:cxn ang="0">
                    <a:pos x="T4" y="T5"/>
                  </a:cxn>
                  <a:cxn ang="0">
                    <a:pos x="T6" y="T7"/>
                  </a:cxn>
                  <a:cxn ang="0">
                    <a:pos x="T8" y="T9"/>
                  </a:cxn>
                </a:cxnLst>
                <a:rect l="0" t="0" r="r" b="b"/>
                <a:pathLst>
                  <a:path w="33" h="17">
                    <a:moveTo>
                      <a:pt x="32" y="8"/>
                    </a:moveTo>
                    <a:cubicBezTo>
                      <a:pt x="32" y="3"/>
                      <a:pt x="24" y="0"/>
                      <a:pt x="15" y="0"/>
                    </a:cubicBezTo>
                    <a:cubicBezTo>
                      <a:pt x="7" y="0"/>
                      <a:pt x="0" y="3"/>
                      <a:pt x="1" y="8"/>
                    </a:cubicBezTo>
                    <a:cubicBezTo>
                      <a:pt x="2" y="13"/>
                      <a:pt x="9" y="17"/>
                      <a:pt x="18" y="17"/>
                    </a:cubicBezTo>
                    <a:cubicBezTo>
                      <a:pt x="27" y="17"/>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78" name="Freeform 138"/>
              <p:cNvSpPr>
                <a:spLocks/>
              </p:cNvSpPr>
              <p:nvPr/>
            </p:nvSpPr>
            <p:spPr bwMode="auto">
              <a:xfrm>
                <a:off x="4136" y="2528"/>
                <a:ext cx="68" cy="38"/>
              </a:xfrm>
              <a:custGeom>
                <a:avLst/>
                <a:gdLst>
                  <a:gd name="T0" fmla="*/ 32 w 33"/>
                  <a:gd name="T1" fmla="*/ 9 h 18"/>
                  <a:gd name="T2" fmla="*/ 15 w 33"/>
                  <a:gd name="T3" fmla="*/ 0 h 18"/>
                  <a:gd name="T4" fmla="*/ 0 w 33"/>
                  <a:gd name="T5" fmla="*/ 9 h 18"/>
                  <a:gd name="T6" fmla="*/ 17 w 33"/>
                  <a:gd name="T7" fmla="*/ 18 h 18"/>
                  <a:gd name="T8" fmla="*/ 32 w 33"/>
                  <a:gd name="T9" fmla="*/ 9 h 18"/>
                </a:gdLst>
                <a:ahLst/>
                <a:cxnLst>
                  <a:cxn ang="0">
                    <a:pos x="T0" y="T1"/>
                  </a:cxn>
                  <a:cxn ang="0">
                    <a:pos x="T2" y="T3"/>
                  </a:cxn>
                  <a:cxn ang="0">
                    <a:pos x="T4" y="T5"/>
                  </a:cxn>
                  <a:cxn ang="0">
                    <a:pos x="T6" y="T7"/>
                  </a:cxn>
                  <a:cxn ang="0">
                    <a:pos x="T8" y="T9"/>
                  </a:cxn>
                </a:cxnLst>
                <a:rect l="0" t="0" r="r" b="b"/>
                <a:pathLst>
                  <a:path w="33" h="18">
                    <a:moveTo>
                      <a:pt x="32" y="9"/>
                    </a:moveTo>
                    <a:cubicBezTo>
                      <a:pt x="31" y="4"/>
                      <a:pt x="24" y="0"/>
                      <a:pt x="15" y="0"/>
                    </a:cubicBezTo>
                    <a:cubicBezTo>
                      <a:pt x="6" y="0"/>
                      <a:pt x="0" y="4"/>
                      <a:pt x="0" y="9"/>
                    </a:cubicBezTo>
                    <a:cubicBezTo>
                      <a:pt x="1" y="14"/>
                      <a:pt x="8" y="18"/>
                      <a:pt x="17" y="18"/>
                    </a:cubicBezTo>
                    <a:cubicBezTo>
                      <a:pt x="26" y="18"/>
                      <a:pt x="33" y="14"/>
                      <a:pt x="3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79" name="Freeform 139"/>
              <p:cNvSpPr>
                <a:spLocks/>
              </p:cNvSpPr>
              <p:nvPr/>
            </p:nvSpPr>
            <p:spPr bwMode="auto">
              <a:xfrm>
                <a:off x="4216" y="2528"/>
                <a:ext cx="69" cy="38"/>
              </a:xfrm>
              <a:custGeom>
                <a:avLst/>
                <a:gdLst>
                  <a:gd name="T0" fmla="*/ 32 w 33"/>
                  <a:gd name="T1" fmla="*/ 9 h 18"/>
                  <a:gd name="T2" fmla="*/ 15 w 33"/>
                  <a:gd name="T3" fmla="*/ 0 h 18"/>
                  <a:gd name="T4" fmla="*/ 0 w 33"/>
                  <a:gd name="T5" fmla="*/ 9 h 18"/>
                  <a:gd name="T6" fmla="*/ 17 w 33"/>
                  <a:gd name="T7" fmla="*/ 18 h 18"/>
                  <a:gd name="T8" fmla="*/ 32 w 33"/>
                  <a:gd name="T9" fmla="*/ 9 h 18"/>
                </a:gdLst>
                <a:ahLst/>
                <a:cxnLst>
                  <a:cxn ang="0">
                    <a:pos x="T0" y="T1"/>
                  </a:cxn>
                  <a:cxn ang="0">
                    <a:pos x="T2" y="T3"/>
                  </a:cxn>
                  <a:cxn ang="0">
                    <a:pos x="T4" y="T5"/>
                  </a:cxn>
                  <a:cxn ang="0">
                    <a:pos x="T6" y="T7"/>
                  </a:cxn>
                  <a:cxn ang="0">
                    <a:pos x="T8" y="T9"/>
                  </a:cxn>
                </a:cxnLst>
                <a:rect l="0" t="0" r="r" b="b"/>
                <a:pathLst>
                  <a:path w="33" h="18">
                    <a:moveTo>
                      <a:pt x="32" y="9"/>
                    </a:moveTo>
                    <a:cubicBezTo>
                      <a:pt x="31" y="4"/>
                      <a:pt x="24" y="0"/>
                      <a:pt x="15" y="0"/>
                    </a:cubicBezTo>
                    <a:cubicBezTo>
                      <a:pt x="6" y="0"/>
                      <a:pt x="0" y="4"/>
                      <a:pt x="0" y="9"/>
                    </a:cubicBezTo>
                    <a:cubicBezTo>
                      <a:pt x="1" y="14"/>
                      <a:pt x="8" y="18"/>
                      <a:pt x="17" y="18"/>
                    </a:cubicBezTo>
                    <a:cubicBezTo>
                      <a:pt x="26" y="18"/>
                      <a:pt x="33" y="14"/>
                      <a:pt x="3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80" name="Freeform 140"/>
              <p:cNvSpPr>
                <a:spLocks/>
              </p:cNvSpPr>
              <p:nvPr/>
            </p:nvSpPr>
            <p:spPr bwMode="auto">
              <a:xfrm>
                <a:off x="4295" y="2528"/>
                <a:ext cx="70" cy="38"/>
              </a:xfrm>
              <a:custGeom>
                <a:avLst/>
                <a:gdLst>
                  <a:gd name="T0" fmla="*/ 33 w 34"/>
                  <a:gd name="T1" fmla="*/ 9 h 18"/>
                  <a:gd name="T2" fmla="*/ 16 w 34"/>
                  <a:gd name="T3" fmla="*/ 0 h 18"/>
                  <a:gd name="T4" fmla="*/ 1 w 34"/>
                  <a:gd name="T5" fmla="*/ 9 h 18"/>
                  <a:gd name="T6" fmla="*/ 18 w 34"/>
                  <a:gd name="T7" fmla="*/ 18 h 18"/>
                  <a:gd name="T8" fmla="*/ 33 w 34"/>
                  <a:gd name="T9" fmla="*/ 9 h 18"/>
                </a:gdLst>
                <a:ahLst/>
                <a:cxnLst>
                  <a:cxn ang="0">
                    <a:pos x="T0" y="T1"/>
                  </a:cxn>
                  <a:cxn ang="0">
                    <a:pos x="T2" y="T3"/>
                  </a:cxn>
                  <a:cxn ang="0">
                    <a:pos x="T4" y="T5"/>
                  </a:cxn>
                  <a:cxn ang="0">
                    <a:pos x="T6" y="T7"/>
                  </a:cxn>
                  <a:cxn ang="0">
                    <a:pos x="T8" y="T9"/>
                  </a:cxn>
                </a:cxnLst>
                <a:rect l="0" t="0" r="r" b="b"/>
                <a:pathLst>
                  <a:path w="34" h="18">
                    <a:moveTo>
                      <a:pt x="33" y="9"/>
                    </a:moveTo>
                    <a:cubicBezTo>
                      <a:pt x="32" y="4"/>
                      <a:pt x="24" y="0"/>
                      <a:pt x="16" y="0"/>
                    </a:cubicBezTo>
                    <a:cubicBezTo>
                      <a:pt x="7" y="0"/>
                      <a:pt x="0" y="4"/>
                      <a:pt x="1" y="9"/>
                    </a:cubicBezTo>
                    <a:cubicBezTo>
                      <a:pt x="2" y="14"/>
                      <a:pt x="10" y="18"/>
                      <a:pt x="18" y="18"/>
                    </a:cubicBezTo>
                    <a:cubicBezTo>
                      <a:pt x="27" y="18"/>
                      <a:pt x="34" y="14"/>
                      <a:pt x="3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81" name="Freeform 141"/>
              <p:cNvSpPr>
                <a:spLocks/>
              </p:cNvSpPr>
              <p:nvPr/>
            </p:nvSpPr>
            <p:spPr bwMode="auto">
              <a:xfrm>
                <a:off x="4375" y="2528"/>
                <a:ext cx="70" cy="38"/>
              </a:xfrm>
              <a:custGeom>
                <a:avLst/>
                <a:gdLst>
                  <a:gd name="T0" fmla="*/ 33 w 34"/>
                  <a:gd name="T1" fmla="*/ 9 h 18"/>
                  <a:gd name="T2" fmla="*/ 15 w 34"/>
                  <a:gd name="T3" fmla="*/ 0 h 18"/>
                  <a:gd name="T4" fmla="*/ 1 w 34"/>
                  <a:gd name="T5" fmla="*/ 9 h 18"/>
                  <a:gd name="T6" fmla="*/ 19 w 34"/>
                  <a:gd name="T7" fmla="*/ 18 h 18"/>
                  <a:gd name="T8" fmla="*/ 33 w 34"/>
                  <a:gd name="T9" fmla="*/ 9 h 18"/>
                </a:gdLst>
                <a:ahLst/>
                <a:cxnLst>
                  <a:cxn ang="0">
                    <a:pos x="T0" y="T1"/>
                  </a:cxn>
                  <a:cxn ang="0">
                    <a:pos x="T2" y="T3"/>
                  </a:cxn>
                  <a:cxn ang="0">
                    <a:pos x="T4" y="T5"/>
                  </a:cxn>
                  <a:cxn ang="0">
                    <a:pos x="T6" y="T7"/>
                  </a:cxn>
                  <a:cxn ang="0">
                    <a:pos x="T8" y="T9"/>
                  </a:cxn>
                </a:cxnLst>
                <a:rect l="0" t="0" r="r" b="b"/>
                <a:pathLst>
                  <a:path w="34" h="18">
                    <a:moveTo>
                      <a:pt x="33" y="9"/>
                    </a:moveTo>
                    <a:cubicBezTo>
                      <a:pt x="32" y="4"/>
                      <a:pt x="24" y="0"/>
                      <a:pt x="15" y="0"/>
                    </a:cubicBezTo>
                    <a:cubicBezTo>
                      <a:pt x="7" y="0"/>
                      <a:pt x="0" y="4"/>
                      <a:pt x="1" y="9"/>
                    </a:cubicBezTo>
                    <a:cubicBezTo>
                      <a:pt x="2" y="14"/>
                      <a:pt x="10" y="18"/>
                      <a:pt x="19" y="18"/>
                    </a:cubicBezTo>
                    <a:cubicBezTo>
                      <a:pt x="27" y="18"/>
                      <a:pt x="34" y="14"/>
                      <a:pt x="3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82" name="Freeform 142"/>
              <p:cNvSpPr>
                <a:spLocks/>
              </p:cNvSpPr>
              <p:nvPr/>
            </p:nvSpPr>
            <p:spPr bwMode="auto">
              <a:xfrm>
                <a:off x="4140" y="2574"/>
                <a:ext cx="68" cy="39"/>
              </a:xfrm>
              <a:custGeom>
                <a:avLst/>
                <a:gdLst>
                  <a:gd name="T0" fmla="*/ 33 w 33"/>
                  <a:gd name="T1" fmla="*/ 10 h 19"/>
                  <a:gd name="T2" fmla="*/ 16 w 33"/>
                  <a:gd name="T3" fmla="*/ 0 h 19"/>
                  <a:gd name="T4" fmla="*/ 1 w 33"/>
                  <a:gd name="T5" fmla="*/ 10 h 19"/>
                  <a:gd name="T6" fmla="*/ 18 w 33"/>
                  <a:gd name="T7" fmla="*/ 19 h 19"/>
                  <a:gd name="T8" fmla="*/ 33 w 33"/>
                  <a:gd name="T9" fmla="*/ 10 h 19"/>
                </a:gdLst>
                <a:ahLst/>
                <a:cxnLst>
                  <a:cxn ang="0">
                    <a:pos x="T0" y="T1"/>
                  </a:cxn>
                  <a:cxn ang="0">
                    <a:pos x="T2" y="T3"/>
                  </a:cxn>
                  <a:cxn ang="0">
                    <a:pos x="T4" y="T5"/>
                  </a:cxn>
                  <a:cxn ang="0">
                    <a:pos x="T6" y="T7"/>
                  </a:cxn>
                  <a:cxn ang="0">
                    <a:pos x="T8" y="T9"/>
                  </a:cxn>
                </a:cxnLst>
                <a:rect l="0" t="0" r="r" b="b"/>
                <a:pathLst>
                  <a:path w="33" h="19">
                    <a:moveTo>
                      <a:pt x="33" y="10"/>
                    </a:moveTo>
                    <a:cubicBezTo>
                      <a:pt x="32" y="4"/>
                      <a:pt x="24" y="0"/>
                      <a:pt x="16" y="0"/>
                    </a:cubicBezTo>
                    <a:cubicBezTo>
                      <a:pt x="7" y="0"/>
                      <a:pt x="0" y="4"/>
                      <a:pt x="1" y="10"/>
                    </a:cubicBezTo>
                    <a:cubicBezTo>
                      <a:pt x="1" y="15"/>
                      <a:pt x="9" y="19"/>
                      <a:pt x="18" y="19"/>
                    </a:cubicBezTo>
                    <a:cubicBezTo>
                      <a:pt x="27" y="19"/>
                      <a:pt x="33" y="15"/>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83" name="Freeform 143"/>
              <p:cNvSpPr>
                <a:spLocks/>
              </p:cNvSpPr>
              <p:nvPr/>
            </p:nvSpPr>
            <p:spPr bwMode="auto">
              <a:xfrm>
                <a:off x="4221" y="2574"/>
                <a:ext cx="70" cy="39"/>
              </a:xfrm>
              <a:custGeom>
                <a:avLst/>
                <a:gdLst>
                  <a:gd name="T0" fmla="*/ 33 w 34"/>
                  <a:gd name="T1" fmla="*/ 10 h 19"/>
                  <a:gd name="T2" fmla="*/ 16 w 34"/>
                  <a:gd name="T3" fmla="*/ 0 h 19"/>
                  <a:gd name="T4" fmla="*/ 1 w 34"/>
                  <a:gd name="T5" fmla="*/ 10 h 19"/>
                  <a:gd name="T6" fmla="*/ 18 w 34"/>
                  <a:gd name="T7" fmla="*/ 19 h 19"/>
                  <a:gd name="T8" fmla="*/ 33 w 34"/>
                  <a:gd name="T9" fmla="*/ 10 h 19"/>
                </a:gdLst>
                <a:ahLst/>
                <a:cxnLst>
                  <a:cxn ang="0">
                    <a:pos x="T0" y="T1"/>
                  </a:cxn>
                  <a:cxn ang="0">
                    <a:pos x="T2" y="T3"/>
                  </a:cxn>
                  <a:cxn ang="0">
                    <a:pos x="T4" y="T5"/>
                  </a:cxn>
                  <a:cxn ang="0">
                    <a:pos x="T6" y="T7"/>
                  </a:cxn>
                  <a:cxn ang="0">
                    <a:pos x="T8" y="T9"/>
                  </a:cxn>
                </a:cxnLst>
                <a:rect l="0" t="0" r="r" b="b"/>
                <a:pathLst>
                  <a:path w="34" h="19">
                    <a:moveTo>
                      <a:pt x="33" y="10"/>
                    </a:moveTo>
                    <a:cubicBezTo>
                      <a:pt x="32" y="4"/>
                      <a:pt x="25" y="0"/>
                      <a:pt x="16" y="0"/>
                    </a:cubicBezTo>
                    <a:cubicBezTo>
                      <a:pt x="7" y="0"/>
                      <a:pt x="0" y="4"/>
                      <a:pt x="1" y="10"/>
                    </a:cubicBezTo>
                    <a:cubicBezTo>
                      <a:pt x="2" y="15"/>
                      <a:pt x="9" y="19"/>
                      <a:pt x="18" y="19"/>
                    </a:cubicBezTo>
                    <a:cubicBezTo>
                      <a:pt x="27" y="19"/>
                      <a:pt x="34" y="15"/>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84" name="Freeform 144"/>
              <p:cNvSpPr>
                <a:spLocks/>
              </p:cNvSpPr>
              <p:nvPr/>
            </p:nvSpPr>
            <p:spPr bwMode="auto">
              <a:xfrm>
                <a:off x="4303" y="2574"/>
                <a:ext cx="68" cy="39"/>
              </a:xfrm>
              <a:custGeom>
                <a:avLst/>
                <a:gdLst>
                  <a:gd name="T0" fmla="*/ 32 w 33"/>
                  <a:gd name="T1" fmla="*/ 10 h 19"/>
                  <a:gd name="T2" fmla="*/ 15 w 33"/>
                  <a:gd name="T3" fmla="*/ 0 h 19"/>
                  <a:gd name="T4" fmla="*/ 0 w 33"/>
                  <a:gd name="T5" fmla="*/ 10 h 19"/>
                  <a:gd name="T6" fmla="*/ 18 w 33"/>
                  <a:gd name="T7" fmla="*/ 19 h 19"/>
                  <a:gd name="T8" fmla="*/ 32 w 33"/>
                  <a:gd name="T9" fmla="*/ 10 h 19"/>
                </a:gdLst>
                <a:ahLst/>
                <a:cxnLst>
                  <a:cxn ang="0">
                    <a:pos x="T0" y="T1"/>
                  </a:cxn>
                  <a:cxn ang="0">
                    <a:pos x="T2" y="T3"/>
                  </a:cxn>
                  <a:cxn ang="0">
                    <a:pos x="T4" y="T5"/>
                  </a:cxn>
                  <a:cxn ang="0">
                    <a:pos x="T6" y="T7"/>
                  </a:cxn>
                  <a:cxn ang="0">
                    <a:pos x="T8" y="T9"/>
                  </a:cxn>
                </a:cxnLst>
                <a:rect l="0" t="0" r="r" b="b"/>
                <a:pathLst>
                  <a:path w="33" h="19">
                    <a:moveTo>
                      <a:pt x="32" y="10"/>
                    </a:moveTo>
                    <a:cubicBezTo>
                      <a:pt x="32" y="4"/>
                      <a:pt x="24" y="0"/>
                      <a:pt x="15" y="0"/>
                    </a:cubicBezTo>
                    <a:cubicBezTo>
                      <a:pt x="6" y="0"/>
                      <a:pt x="0" y="4"/>
                      <a:pt x="0" y="10"/>
                    </a:cubicBezTo>
                    <a:cubicBezTo>
                      <a:pt x="1" y="15"/>
                      <a:pt x="9" y="19"/>
                      <a:pt x="18" y="19"/>
                    </a:cubicBezTo>
                    <a:cubicBezTo>
                      <a:pt x="27" y="19"/>
                      <a:pt x="33" y="15"/>
                      <a:pt x="3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85" name="Freeform 145"/>
              <p:cNvSpPr>
                <a:spLocks/>
              </p:cNvSpPr>
              <p:nvPr/>
            </p:nvSpPr>
            <p:spPr bwMode="auto">
              <a:xfrm>
                <a:off x="4384" y="2574"/>
                <a:ext cx="70" cy="39"/>
              </a:xfrm>
              <a:custGeom>
                <a:avLst/>
                <a:gdLst>
                  <a:gd name="T0" fmla="*/ 33 w 34"/>
                  <a:gd name="T1" fmla="*/ 10 h 19"/>
                  <a:gd name="T2" fmla="*/ 15 w 34"/>
                  <a:gd name="T3" fmla="*/ 0 h 19"/>
                  <a:gd name="T4" fmla="*/ 1 w 34"/>
                  <a:gd name="T5" fmla="*/ 10 h 19"/>
                  <a:gd name="T6" fmla="*/ 18 w 34"/>
                  <a:gd name="T7" fmla="*/ 19 h 19"/>
                  <a:gd name="T8" fmla="*/ 33 w 34"/>
                  <a:gd name="T9" fmla="*/ 10 h 19"/>
                </a:gdLst>
                <a:ahLst/>
                <a:cxnLst>
                  <a:cxn ang="0">
                    <a:pos x="T0" y="T1"/>
                  </a:cxn>
                  <a:cxn ang="0">
                    <a:pos x="T2" y="T3"/>
                  </a:cxn>
                  <a:cxn ang="0">
                    <a:pos x="T4" y="T5"/>
                  </a:cxn>
                  <a:cxn ang="0">
                    <a:pos x="T6" y="T7"/>
                  </a:cxn>
                  <a:cxn ang="0">
                    <a:pos x="T8" y="T9"/>
                  </a:cxn>
                </a:cxnLst>
                <a:rect l="0" t="0" r="r" b="b"/>
                <a:pathLst>
                  <a:path w="34" h="19">
                    <a:moveTo>
                      <a:pt x="33" y="10"/>
                    </a:moveTo>
                    <a:cubicBezTo>
                      <a:pt x="32" y="4"/>
                      <a:pt x="24" y="0"/>
                      <a:pt x="15" y="0"/>
                    </a:cubicBezTo>
                    <a:cubicBezTo>
                      <a:pt x="6" y="0"/>
                      <a:pt x="0" y="4"/>
                      <a:pt x="1" y="10"/>
                    </a:cubicBezTo>
                    <a:cubicBezTo>
                      <a:pt x="2" y="15"/>
                      <a:pt x="9" y="19"/>
                      <a:pt x="18" y="19"/>
                    </a:cubicBezTo>
                    <a:cubicBezTo>
                      <a:pt x="27" y="19"/>
                      <a:pt x="34" y="15"/>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86" name="Freeform 146"/>
              <p:cNvSpPr>
                <a:spLocks/>
              </p:cNvSpPr>
              <p:nvPr/>
            </p:nvSpPr>
            <p:spPr bwMode="auto">
              <a:xfrm>
                <a:off x="4146" y="2621"/>
                <a:ext cx="68" cy="40"/>
              </a:xfrm>
              <a:custGeom>
                <a:avLst/>
                <a:gdLst>
                  <a:gd name="T0" fmla="*/ 33 w 33"/>
                  <a:gd name="T1" fmla="*/ 10 h 19"/>
                  <a:gd name="T2" fmla="*/ 15 w 33"/>
                  <a:gd name="T3" fmla="*/ 0 h 19"/>
                  <a:gd name="T4" fmla="*/ 0 w 33"/>
                  <a:gd name="T5" fmla="*/ 10 h 19"/>
                  <a:gd name="T6" fmla="*/ 17 w 33"/>
                  <a:gd name="T7" fmla="*/ 19 h 19"/>
                  <a:gd name="T8" fmla="*/ 33 w 33"/>
                  <a:gd name="T9" fmla="*/ 10 h 19"/>
                </a:gdLst>
                <a:ahLst/>
                <a:cxnLst>
                  <a:cxn ang="0">
                    <a:pos x="T0" y="T1"/>
                  </a:cxn>
                  <a:cxn ang="0">
                    <a:pos x="T2" y="T3"/>
                  </a:cxn>
                  <a:cxn ang="0">
                    <a:pos x="T4" y="T5"/>
                  </a:cxn>
                  <a:cxn ang="0">
                    <a:pos x="T6" y="T7"/>
                  </a:cxn>
                  <a:cxn ang="0">
                    <a:pos x="T8" y="T9"/>
                  </a:cxn>
                </a:cxnLst>
                <a:rect l="0" t="0" r="r" b="b"/>
                <a:pathLst>
                  <a:path w="33" h="19">
                    <a:moveTo>
                      <a:pt x="33" y="10"/>
                    </a:moveTo>
                    <a:cubicBezTo>
                      <a:pt x="32" y="4"/>
                      <a:pt x="24" y="0"/>
                      <a:pt x="15" y="0"/>
                    </a:cubicBezTo>
                    <a:cubicBezTo>
                      <a:pt x="6" y="0"/>
                      <a:pt x="0" y="4"/>
                      <a:pt x="0" y="10"/>
                    </a:cubicBezTo>
                    <a:cubicBezTo>
                      <a:pt x="1" y="15"/>
                      <a:pt x="8" y="19"/>
                      <a:pt x="17" y="19"/>
                    </a:cubicBezTo>
                    <a:cubicBezTo>
                      <a:pt x="26" y="19"/>
                      <a:pt x="33" y="15"/>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87" name="Freeform 147"/>
              <p:cNvSpPr>
                <a:spLocks/>
              </p:cNvSpPr>
              <p:nvPr/>
            </p:nvSpPr>
            <p:spPr bwMode="auto">
              <a:xfrm>
                <a:off x="4227" y="2621"/>
                <a:ext cx="70" cy="40"/>
              </a:xfrm>
              <a:custGeom>
                <a:avLst/>
                <a:gdLst>
                  <a:gd name="T0" fmla="*/ 33 w 34"/>
                  <a:gd name="T1" fmla="*/ 10 h 19"/>
                  <a:gd name="T2" fmla="*/ 16 w 34"/>
                  <a:gd name="T3" fmla="*/ 0 h 19"/>
                  <a:gd name="T4" fmla="*/ 1 w 34"/>
                  <a:gd name="T5" fmla="*/ 10 h 19"/>
                  <a:gd name="T6" fmla="*/ 18 w 34"/>
                  <a:gd name="T7" fmla="*/ 19 h 19"/>
                  <a:gd name="T8" fmla="*/ 33 w 34"/>
                  <a:gd name="T9" fmla="*/ 10 h 19"/>
                </a:gdLst>
                <a:ahLst/>
                <a:cxnLst>
                  <a:cxn ang="0">
                    <a:pos x="T0" y="T1"/>
                  </a:cxn>
                  <a:cxn ang="0">
                    <a:pos x="T2" y="T3"/>
                  </a:cxn>
                  <a:cxn ang="0">
                    <a:pos x="T4" y="T5"/>
                  </a:cxn>
                  <a:cxn ang="0">
                    <a:pos x="T6" y="T7"/>
                  </a:cxn>
                  <a:cxn ang="0">
                    <a:pos x="T8" y="T9"/>
                  </a:cxn>
                </a:cxnLst>
                <a:rect l="0" t="0" r="r" b="b"/>
                <a:pathLst>
                  <a:path w="34" h="19">
                    <a:moveTo>
                      <a:pt x="33" y="10"/>
                    </a:moveTo>
                    <a:cubicBezTo>
                      <a:pt x="33" y="4"/>
                      <a:pt x="25" y="0"/>
                      <a:pt x="16" y="0"/>
                    </a:cubicBezTo>
                    <a:cubicBezTo>
                      <a:pt x="7" y="0"/>
                      <a:pt x="0" y="4"/>
                      <a:pt x="1" y="10"/>
                    </a:cubicBezTo>
                    <a:cubicBezTo>
                      <a:pt x="2" y="15"/>
                      <a:pt x="9" y="19"/>
                      <a:pt x="18" y="19"/>
                    </a:cubicBezTo>
                    <a:cubicBezTo>
                      <a:pt x="27" y="19"/>
                      <a:pt x="34" y="15"/>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88" name="Freeform 148"/>
              <p:cNvSpPr>
                <a:spLocks/>
              </p:cNvSpPr>
              <p:nvPr/>
            </p:nvSpPr>
            <p:spPr bwMode="auto">
              <a:xfrm>
                <a:off x="4309" y="2621"/>
                <a:ext cx="70" cy="40"/>
              </a:xfrm>
              <a:custGeom>
                <a:avLst/>
                <a:gdLst>
                  <a:gd name="T0" fmla="*/ 33 w 34"/>
                  <a:gd name="T1" fmla="*/ 10 h 19"/>
                  <a:gd name="T2" fmla="*/ 15 w 34"/>
                  <a:gd name="T3" fmla="*/ 0 h 19"/>
                  <a:gd name="T4" fmla="*/ 1 w 34"/>
                  <a:gd name="T5" fmla="*/ 10 h 19"/>
                  <a:gd name="T6" fmla="*/ 18 w 34"/>
                  <a:gd name="T7" fmla="*/ 19 h 19"/>
                  <a:gd name="T8" fmla="*/ 33 w 34"/>
                  <a:gd name="T9" fmla="*/ 10 h 19"/>
                </a:gdLst>
                <a:ahLst/>
                <a:cxnLst>
                  <a:cxn ang="0">
                    <a:pos x="T0" y="T1"/>
                  </a:cxn>
                  <a:cxn ang="0">
                    <a:pos x="T2" y="T3"/>
                  </a:cxn>
                  <a:cxn ang="0">
                    <a:pos x="T4" y="T5"/>
                  </a:cxn>
                  <a:cxn ang="0">
                    <a:pos x="T6" y="T7"/>
                  </a:cxn>
                  <a:cxn ang="0">
                    <a:pos x="T8" y="T9"/>
                  </a:cxn>
                </a:cxnLst>
                <a:rect l="0" t="0" r="r" b="b"/>
                <a:pathLst>
                  <a:path w="34" h="19">
                    <a:moveTo>
                      <a:pt x="33" y="10"/>
                    </a:moveTo>
                    <a:cubicBezTo>
                      <a:pt x="32" y="4"/>
                      <a:pt x="24" y="0"/>
                      <a:pt x="15" y="0"/>
                    </a:cubicBezTo>
                    <a:cubicBezTo>
                      <a:pt x="7" y="0"/>
                      <a:pt x="0" y="4"/>
                      <a:pt x="1" y="10"/>
                    </a:cubicBezTo>
                    <a:cubicBezTo>
                      <a:pt x="1" y="15"/>
                      <a:pt x="9" y="19"/>
                      <a:pt x="18" y="19"/>
                    </a:cubicBezTo>
                    <a:cubicBezTo>
                      <a:pt x="27" y="19"/>
                      <a:pt x="34" y="15"/>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89" name="Freeform 149"/>
              <p:cNvSpPr>
                <a:spLocks/>
              </p:cNvSpPr>
              <p:nvPr/>
            </p:nvSpPr>
            <p:spPr bwMode="auto">
              <a:xfrm>
                <a:off x="4150" y="2669"/>
                <a:ext cx="71" cy="41"/>
              </a:xfrm>
              <a:custGeom>
                <a:avLst/>
                <a:gdLst>
                  <a:gd name="T0" fmla="*/ 33 w 34"/>
                  <a:gd name="T1" fmla="*/ 10 h 20"/>
                  <a:gd name="T2" fmla="*/ 16 w 34"/>
                  <a:gd name="T3" fmla="*/ 0 h 20"/>
                  <a:gd name="T4" fmla="*/ 1 w 34"/>
                  <a:gd name="T5" fmla="*/ 10 h 20"/>
                  <a:gd name="T6" fmla="*/ 18 w 34"/>
                  <a:gd name="T7" fmla="*/ 20 h 20"/>
                  <a:gd name="T8" fmla="*/ 33 w 34"/>
                  <a:gd name="T9" fmla="*/ 10 h 20"/>
                </a:gdLst>
                <a:ahLst/>
                <a:cxnLst>
                  <a:cxn ang="0">
                    <a:pos x="T0" y="T1"/>
                  </a:cxn>
                  <a:cxn ang="0">
                    <a:pos x="T2" y="T3"/>
                  </a:cxn>
                  <a:cxn ang="0">
                    <a:pos x="T4" y="T5"/>
                  </a:cxn>
                  <a:cxn ang="0">
                    <a:pos x="T6" y="T7"/>
                  </a:cxn>
                  <a:cxn ang="0">
                    <a:pos x="T8" y="T9"/>
                  </a:cxn>
                </a:cxnLst>
                <a:rect l="0" t="0" r="r" b="b"/>
                <a:pathLst>
                  <a:path w="34" h="20">
                    <a:moveTo>
                      <a:pt x="33" y="10"/>
                    </a:moveTo>
                    <a:cubicBezTo>
                      <a:pt x="33" y="5"/>
                      <a:pt x="25" y="0"/>
                      <a:pt x="16" y="0"/>
                    </a:cubicBezTo>
                    <a:cubicBezTo>
                      <a:pt x="7" y="0"/>
                      <a:pt x="0" y="5"/>
                      <a:pt x="1" y="10"/>
                    </a:cubicBezTo>
                    <a:cubicBezTo>
                      <a:pt x="1" y="16"/>
                      <a:pt x="9" y="20"/>
                      <a:pt x="18" y="20"/>
                    </a:cubicBezTo>
                    <a:cubicBezTo>
                      <a:pt x="27" y="20"/>
                      <a:pt x="34" y="16"/>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90" name="Freeform 150"/>
              <p:cNvSpPr>
                <a:spLocks/>
              </p:cNvSpPr>
              <p:nvPr/>
            </p:nvSpPr>
            <p:spPr bwMode="auto">
              <a:xfrm>
                <a:off x="4233" y="2669"/>
                <a:ext cx="70" cy="41"/>
              </a:xfrm>
              <a:custGeom>
                <a:avLst/>
                <a:gdLst>
                  <a:gd name="T0" fmla="*/ 34 w 34"/>
                  <a:gd name="T1" fmla="*/ 10 h 20"/>
                  <a:gd name="T2" fmla="*/ 16 w 34"/>
                  <a:gd name="T3" fmla="*/ 0 h 20"/>
                  <a:gd name="T4" fmla="*/ 1 w 34"/>
                  <a:gd name="T5" fmla="*/ 10 h 20"/>
                  <a:gd name="T6" fmla="*/ 18 w 34"/>
                  <a:gd name="T7" fmla="*/ 20 h 20"/>
                  <a:gd name="T8" fmla="*/ 34 w 34"/>
                  <a:gd name="T9" fmla="*/ 10 h 20"/>
                </a:gdLst>
                <a:ahLst/>
                <a:cxnLst>
                  <a:cxn ang="0">
                    <a:pos x="T0" y="T1"/>
                  </a:cxn>
                  <a:cxn ang="0">
                    <a:pos x="T2" y="T3"/>
                  </a:cxn>
                  <a:cxn ang="0">
                    <a:pos x="T4" y="T5"/>
                  </a:cxn>
                  <a:cxn ang="0">
                    <a:pos x="T6" y="T7"/>
                  </a:cxn>
                  <a:cxn ang="0">
                    <a:pos x="T8" y="T9"/>
                  </a:cxn>
                </a:cxnLst>
                <a:rect l="0" t="0" r="r" b="b"/>
                <a:pathLst>
                  <a:path w="34" h="20">
                    <a:moveTo>
                      <a:pt x="34" y="10"/>
                    </a:moveTo>
                    <a:cubicBezTo>
                      <a:pt x="33" y="5"/>
                      <a:pt x="25" y="0"/>
                      <a:pt x="16" y="0"/>
                    </a:cubicBezTo>
                    <a:cubicBezTo>
                      <a:pt x="7" y="0"/>
                      <a:pt x="0" y="5"/>
                      <a:pt x="1" y="10"/>
                    </a:cubicBezTo>
                    <a:cubicBezTo>
                      <a:pt x="1" y="16"/>
                      <a:pt x="9" y="20"/>
                      <a:pt x="18" y="20"/>
                    </a:cubicBezTo>
                    <a:cubicBezTo>
                      <a:pt x="28" y="20"/>
                      <a:pt x="34"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91" name="Freeform 151"/>
              <p:cNvSpPr>
                <a:spLocks/>
              </p:cNvSpPr>
              <p:nvPr/>
            </p:nvSpPr>
            <p:spPr bwMode="auto">
              <a:xfrm>
                <a:off x="4315" y="2669"/>
                <a:ext cx="73" cy="41"/>
              </a:xfrm>
              <a:custGeom>
                <a:avLst/>
                <a:gdLst>
                  <a:gd name="T0" fmla="*/ 34 w 35"/>
                  <a:gd name="T1" fmla="*/ 10 h 20"/>
                  <a:gd name="T2" fmla="*/ 16 w 35"/>
                  <a:gd name="T3" fmla="*/ 0 h 20"/>
                  <a:gd name="T4" fmla="*/ 1 w 35"/>
                  <a:gd name="T5" fmla="*/ 10 h 20"/>
                  <a:gd name="T6" fmla="*/ 19 w 35"/>
                  <a:gd name="T7" fmla="*/ 20 h 20"/>
                  <a:gd name="T8" fmla="*/ 34 w 35"/>
                  <a:gd name="T9" fmla="*/ 10 h 20"/>
                </a:gdLst>
                <a:ahLst/>
                <a:cxnLst>
                  <a:cxn ang="0">
                    <a:pos x="T0" y="T1"/>
                  </a:cxn>
                  <a:cxn ang="0">
                    <a:pos x="T2" y="T3"/>
                  </a:cxn>
                  <a:cxn ang="0">
                    <a:pos x="T4" y="T5"/>
                  </a:cxn>
                  <a:cxn ang="0">
                    <a:pos x="T6" y="T7"/>
                  </a:cxn>
                  <a:cxn ang="0">
                    <a:pos x="T8" y="T9"/>
                  </a:cxn>
                </a:cxnLst>
                <a:rect l="0" t="0" r="r" b="b"/>
                <a:pathLst>
                  <a:path w="35" h="20">
                    <a:moveTo>
                      <a:pt x="34" y="10"/>
                    </a:moveTo>
                    <a:cubicBezTo>
                      <a:pt x="33" y="5"/>
                      <a:pt x="25" y="0"/>
                      <a:pt x="16" y="0"/>
                    </a:cubicBezTo>
                    <a:cubicBezTo>
                      <a:pt x="7" y="0"/>
                      <a:pt x="0" y="5"/>
                      <a:pt x="1" y="10"/>
                    </a:cubicBezTo>
                    <a:cubicBezTo>
                      <a:pt x="2" y="16"/>
                      <a:pt x="10" y="20"/>
                      <a:pt x="19" y="20"/>
                    </a:cubicBezTo>
                    <a:cubicBezTo>
                      <a:pt x="28" y="20"/>
                      <a:pt x="35"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92" name="Freeform 152"/>
              <p:cNvSpPr>
                <a:spLocks/>
              </p:cNvSpPr>
              <p:nvPr/>
            </p:nvSpPr>
            <p:spPr bwMode="auto">
              <a:xfrm>
                <a:off x="4398" y="2669"/>
                <a:ext cx="72" cy="41"/>
              </a:xfrm>
              <a:custGeom>
                <a:avLst/>
                <a:gdLst>
                  <a:gd name="T0" fmla="*/ 34 w 35"/>
                  <a:gd name="T1" fmla="*/ 10 h 20"/>
                  <a:gd name="T2" fmla="*/ 16 w 35"/>
                  <a:gd name="T3" fmla="*/ 0 h 20"/>
                  <a:gd name="T4" fmla="*/ 1 w 35"/>
                  <a:gd name="T5" fmla="*/ 10 h 20"/>
                  <a:gd name="T6" fmla="*/ 19 w 35"/>
                  <a:gd name="T7" fmla="*/ 20 h 20"/>
                  <a:gd name="T8" fmla="*/ 34 w 35"/>
                  <a:gd name="T9" fmla="*/ 10 h 20"/>
                </a:gdLst>
                <a:ahLst/>
                <a:cxnLst>
                  <a:cxn ang="0">
                    <a:pos x="T0" y="T1"/>
                  </a:cxn>
                  <a:cxn ang="0">
                    <a:pos x="T2" y="T3"/>
                  </a:cxn>
                  <a:cxn ang="0">
                    <a:pos x="T4" y="T5"/>
                  </a:cxn>
                  <a:cxn ang="0">
                    <a:pos x="T6" y="T7"/>
                  </a:cxn>
                  <a:cxn ang="0">
                    <a:pos x="T8" y="T9"/>
                  </a:cxn>
                </a:cxnLst>
                <a:rect l="0" t="0" r="r" b="b"/>
                <a:pathLst>
                  <a:path w="35" h="20">
                    <a:moveTo>
                      <a:pt x="34" y="10"/>
                    </a:moveTo>
                    <a:cubicBezTo>
                      <a:pt x="33" y="5"/>
                      <a:pt x="25" y="0"/>
                      <a:pt x="16" y="0"/>
                    </a:cubicBezTo>
                    <a:cubicBezTo>
                      <a:pt x="7" y="0"/>
                      <a:pt x="0" y="5"/>
                      <a:pt x="1" y="10"/>
                    </a:cubicBezTo>
                    <a:cubicBezTo>
                      <a:pt x="2" y="16"/>
                      <a:pt x="10" y="20"/>
                      <a:pt x="19" y="20"/>
                    </a:cubicBezTo>
                    <a:cubicBezTo>
                      <a:pt x="28" y="20"/>
                      <a:pt x="35"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93" name="Freeform 153"/>
              <p:cNvSpPr>
                <a:spLocks/>
              </p:cNvSpPr>
              <p:nvPr/>
            </p:nvSpPr>
            <p:spPr bwMode="auto">
              <a:xfrm>
                <a:off x="4481" y="2669"/>
                <a:ext cx="72" cy="41"/>
              </a:xfrm>
              <a:custGeom>
                <a:avLst/>
                <a:gdLst>
                  <a:gd name="T0" fmla="*/ 34 w 35"/>
                  <a:gd name="T1" fmla="*/ 10 h 20"/>
                  <a:gd name="T2" fmla="*/ 16 w 35"/>
                  <a:gd name="T3" fmla="*/ 0 h 20"/>
                  <a:gd name="T4" fmla="*/ 1 w 35"/>
                  <a:gd name="T5" fmla="*/ 10 h 20"/>
                  <a:gd name="T6" fmla="*/ 20 w 35"/>
                  <a:gd name="T7" fmla="*/ 20 h 20"/>
                  <a:gd name="T8" fmla="*/ 34 w 35"/>
                  <a:gd name="T9" fmla="*/ 10 h 20"/>
                </a:gdLst>
                <a:ahLst/>
                <a:cxnLst>
                  <a:cxn ang="0">
                    <a:pos x="T0" y="T1"/>
                  </a:cxn>
                  <a:cxn ang="0">
                    <a:pos x="T2" y="T3"/>
                  </a:cxn>
                  <a:cxn ang="0">
                    <a:pos x="T4" y="T5"/>
                  </a:cxn>
                  <a:cxn ang="0">
                    <a:pos x="T6" y="T7"/>
                  </a:cxn>
                  <a:cxn ang="0">
                    <a:pos x="T8" y="T9"/>
                  </a:cxn>
                </a:cxnLst>
                <a:rect l="0" t="0" r="r" b="b"/>
                <a:pathLst>
                  <a:path w="35" h="20">
                    <a:moveTo>
                      <a:pt x="34" y="10"/>
                    </a:moveTo>
                    <a:cubicBezTo>
                      <a:pt x="33" y="5"/>
                      <a:pt x="25" y="0"/>
                      <a:pt x="16" y="0"/>
                    </a:cubicBezTo>
                    <a:cubicBezTo>
                      <a:pt x="7" y="0"/>
                      <a:pt x="0" y="5"/>
                      <a:pt x="1" y="10"/>
                    </a:cubicBezTo>
                    <a:cubicBezTo>
                      <a:pt x="2" y="16"/>
                      <a:pt x="10" y="20"/>
                      <a:pt x="20" y="20"/>
                    </a:cubicBezTo>
                    <a:cubicBezTo>
                      <a:pt x="29" y="20"/>
                      <a:pt x="35"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94" name="Freeform 154"/>
              <p:cNvSpPr>
                <a:spLocks/>
              </p:cNvSpPr>
              <p:nvPr/>
            </p:nvSpPr>
            <p:spPr bwMode="auto">
              <a:xfrm>
                <a:off x="4239" y="2719"/>
                <a:ext cx="72" cy="43"/>
              </a:xfrm>
              <a:custGeom>
                <a:avLst/>
                <a:gdLst>
                  <a:gd name="T0" fmla="*/ 34 w 35"/>
                  <a:gd name="T1" fmla="*/ 10 h 21"/>
                  <a:gd name="T2" fmla="*/ 16 w 35"/>
                  <a:gd name="T3" fmla="*/ 0 h 21"/>
                  <a:gd name="T4" fmla="*/ 1 w 35"/>
                  <a:gd name="T5" fmla="*/ 10 h 21"/>
                  <a:gd name="T6" fmla="*/ 19 w 35"/>
                  <a:gd name="T7" fmla="*/ 21 h 21"/>
                  <a:gd name="T8" fmla="*/ 34 w 35"/>
                  <a:gd name="T9" fmla="*/ 10 h 21"/>
                </a:gdLst>
                <a:ahLst/>
                <a:cxnLst>
                  <a:cxn ang="0">
                    <a:pos x="T0" y="T1"/>
                  </a:cxn>
                  <a:cxn ang="0">
                    <a:pos x="T2" y="T3"/>
                  </a:cxn>
                  <a:cxn ang="0">
                    <a:pos x="T4" y="T5"/>
                  </a:cxn>
                  <a:cxn ang="0">
                    <a:pos x="T6" y="T7"/>
                  </a:cxn>
                  <a:cxn ang="0">
                    <a:pos x="T8" y="T9"/>
                  </a:cxn>
                </a:cxnLst>
                <a:rect l="0" t="0" r="r" b="b"/>
                <a:pathLst>
                  <a:path w="35" h="21">
                    <a:moveTo>
                      <a:pt x="34" y="10"/>
                    </a:moveTo>
                    <a:cubicBezTo>
                      <a:pt x="33" y="5"/>
                      <a:pt x="25" y="0"/>
                      <a:pt x="16" y="0"/>
                    </a:cubicBezTo>
                    <a:cubicBezTo>
                      <a:pt x="7" y="0"/>
                      <a:pt x="0" y="5"/>
                      <a:pt x="1" y="10"/>
                    </a:cubicBezTo>
                    <a:cubicBezTo>
                      <a:pt x="1" y="16"/>
                      <a:pt x="9" y="21"/>
                      <a:pt x="19" y="21"/>
                    </a:cubicBezTo>
                    <a:cubicBezTo>
                      <a:pt x="28" y="21"/>
                      <a:pt x="35"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95" name="Freeform 155"/>
              <p:cNvSpPr>
                <a:spLocks/>
              </p:cNvSpPr>
              <p:nvPr/>
            </p:nvSpPr>
            <p:spPr bwMode="auto">
              <a:xfrm>
                <a:off x="4324" y="2719"/>
                <a:ext cx="70" cy="43"/>
              </a:xfrm>
              <a:custGeom>
                <a:avLst/>
                <a:gdLst>
                  <a:gd name="T0" fmla="*/ 33 w 34"/>
                  <a:gd name="T1" fmla="*/ 10 h 21"/>
                  <a:gd name="T2" fmla="*/ 15 w 34"/>
                  <a:gd name="T3" fmla="*/ 0 h 21"/>
                  <a:gd name="T4" fmla="*/ 0 w 34"/>
                  <a:gd name="T5" fmla="*/ 10 h 21"/>
                  <a:gd name="T6" fmla="*/ 18 w 34"/>
                  <a:gd name="T7" fmla="*/ 21 h 21"/>
                  <a:gd name="T8" fmla="*/ 33 w 34"/>
                  <a:gd name="T9" fmla="*/ 10 h 21"/>
                </a:gdLst>
                <a:ahLst/>
                <a:cxnLst>
                  <a:cxn ang="0">
                    <a:pos x="T0" y="T1"/>
                  </a:cxn>
                  <a:cxn ang="0">
                    <a:pos x="T2" y="T3"/>
                  </a:cxn>
                  <a:cxn ang="0">
                    <a:pos x="T4" y="T5"/>
                  </a:cxn>
                  <a:cxn ang="0">
                    <a:pos x="T6" y="T7"/>
                  </a:cxn>
                  <a:cxn ang="0">
                    <a:pos x="T8" y="T9"/>
                  </a:cxn>
                </a:cxnLst>
                <a:rect l="0" t="0" r="r" b="b"/>
                <a:pathLst>
                  <a:path w="34" h="21">
                    <a:moveTo>
                      <a:pt x="33" y="10"/>
                    </a:moveTo>
                    <a:cubicBezTo>
                      <a:pt x="33" y="5"/>
                      <a:pt x="25" y="0"/>
                      <a:pt x="15" y="0"/>
                    </a:cubicBezTo>
                    <a:cubicBezTo>
                      <a:pt x="6" y="0"/>
                      <a:pt x="0" y="5"/>
                      <a:pt x="0" y="10"/>
                    </a:cubicBezTo>
                    <a:cubicBezTo>
                      <a:pt x="1" y="16"/>
                      <a:pt x="9" y="21"/>
                      <a:pt x="18" y="21"/>
                    </a:cubicBezTo>
                    <a:cubicBezTo>
                      <a:pt x="28" y="21"/>
                      <a:pt x="34" y="16"/>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96" name="Freeform 156"/>
              <p:cNvSpPr>
                <a:spLocks/>
              </p:cNvSpPr>
              <p:nvPr/>
            </p:nvSpPr>
            <p:spPr bwMode="auto">
              <a:xfrm>
                <a:off x="4406" y="2719"/>
                <a:ext cx="72" cy="43"/>
              </a:xfrm>
              <a:custGeom>
                <a:avLst/>
                <a:gdLst>
                  <a:gd name="T0" fmla="*/ 34 w 35"/>
                  <a:gd name="T1" fmla="*/ 10 h 21"/>
                  <a:gd name="T2" fmla="*/ 16 w 35"/>
                  <a:gd name="T3" fmla="*/ 0 h 21"/>
                  <a:gd name="T4" fmla="*/ 1 w 35"/>
                  <a:gd name="T5" fmla="*/ 10 h 21"/>
                  <a:gd name="T6" fmla="*/ 19 w 35"/>
                  <a:gd name="T7" fmla="*/ 21 h 21"/>
                  <a:gd name="T8" fmla="*/ 34 w 35"/>
                  <a:gd name="T9" fmla="*/ 10 h 21"/>
                </a:gdLst>
                <a:ahLst/>
                <a:cxnLst>
                  <a:cxn ang="0">
                    <a:pos x="T0" y="T1"/>
                  </a:cxn>
                  <a:cxn ang="0">
                    <a:pos x="T2" y="T3"/>
                  </a:cxn>
                  <a:cxn ang="0">
                    <a:pos x="T4" y="T5"/>
                  </a:cxn>
                  <a:cxn ang="0">
                    <a:pos x="T6" y="T7"/>
                  </a:cxn>
                  <a:cxn ang="0">
                    <a:pos x="T8" y="T9"/>
                  </a:cxn>
                </a:cxnLst>
                <a:rect l="0" t="0" r="r" b="b"/>
                <a:pathLst>
                  <a:path w="35" h="21">
                    <a:moveTo>
                      <a:pt x="34" y="10"/>
                    </a:moveTo>
                    <a:cubicBezTo>
                      <a:pt x="33" y="5"/>
                      <a:pt x="25" y="0"/>
                      <a:pt x="16" y="0"/>
                    </a:cubicBezTo>
                    <a:cubicBezTo>
                      <a:pt x="7" y="0"/>
                      <a:pt x="0" y="5"/>
                      <a:pt x="1" y="10"/>
                    </a:cubicBezTo>
                    <a:cubicBezTo>
                      <a:pt x="2" y="16"/>
                      <a:pt x="10" y="21"/>
                      <a:pt x="19" y="21"/>
                    </a:cubicBezTo>
                    <a:cubicBezTo>
                      <a:pt x="28" y="21"/>
                      <a:pt x="35"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97" name="Freeform 157"/>
              <p:cNvSpPr>
                <a:spLocks/>
              </p:cNvSpPr>
              <p:nvPr/>
            </p:nvSpPr>
            <p:spPr bwMode="auto">
              <a:xfrm>
                <a:off x="4491" y="2719"/>
                <a:ext cx="72" cy="43"/>
              </a:xfrm>
              <a:custGeom>
                <a:avLst/>
                <a:gdLst>
                  <a:gd name="T0" fmla="*/ 34 w 35"/>
                  <a:gd name="T1" fmla="*/ 10 h 21"/>
                  <a:gd name="T2" fmla="*/ 15 w 35"/>
                  <a:gd name="T3" fmla="*/ 0 h 21"/>
                  <a:gd name="T4" fmla="*/ 1 w 35"/>
                  <a:gd name="T5" fmla="*/ 10 h 21"/>
                  <a:gd name="T6" fmla="*/ 19 w 35"/>
                  <a:gd name="T7" fmla="*/ 21 h 21"/>
                  <a:gd name="T8" fmla="*/ 34 w 35"/>
                  <a:gd name="T9" fmla="*/ 10 h 21"/>
                </a:gdLst>
                <a:ahLst/>
                <a:cxnLst>
                  <a:cxn ang="0">
                    <a:pos x="T0" y="T1"/>
                  </a:cxn>
                  <a:cxn ang="0">
                    <a:pos x="T2" y="T3"/>
                  </a:cxn>
                  <a:cxn ang="0">
                    <a:pos x="T4" y="T5"/>
                  </a:cxn>
                  <a:cxn ang="0">
                    <a:pos x="T6" y="T7"/>
                  </a:cxn>
                  <a:cxn ang="0">
                    <a:pos x="T8" y="T9"/>
                  </a:cxn>
                </a:cxnLst>
                <a:rect l="0" t="0" r="r" b="b"/>
                <a:pathLst>
                  <a:path w="35" h="21">
                    <a:moveTo>
                      <a:pt x="34" y="10"/>
                    </a:moveTo>
                    <a:cubicBezTo>
                      <a:pt x="33" y="5"/>
                      <a:pt x="24" y="0"/>
                      <a:pt x="15" y="0"/>
                    </a:cubicBezTo>
                    <a:cubicBezTo>
                      <a:pt x="6" y="0"/>
                      <a:pt x="0" y="5"/>
                      <a:pt x="1" y="10"/>
                    </a:cubicBezTo>
                    <a:cubicBezTo>
                      <a:pt x="2" y="16"/>
                      <a:pt x="10" y="21"/>
                      <a:pt x="19" y="21"/>
                    </a:cubicBezTo>
                    <a:cubicBezTo>
                      <a:pt x="28" y="21"/>
                      <a:pt x="35"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98" name="Freeform 158"/>
              <p:cNvSpPr>
                <a:spLocks/>
              </p:cNvSpPr>
              <p:nvPr/>
            </p:nvSpPr>
            <p:spPr bwMode="auto">
              <a:xfrm>
                <a:off x="4740" y="2719"/>
                <a:ext cx="75" cy="43"/>
              </a:xfrm>
              <a:custGeom>
                <a:avLst/>
                <a:gdLst>
                  <a:gd name="T0" fmla="*/ 34 w 36"/>
                  <a:gd name="T1" fmla="*/ 10 h 21"/>
                  <a:gd name="T2" fmla="*/ 16 w 36"/>
                  <a:gd name="T3" fmla="*/ 0 h 21"/>
                  <a:gd name="T4" fmla="*/ 1 w 36"/>
                  <a:gd name="T5" fmla="*/ 10 h 21"/>
                  <a:gd name="T6" fmla="*/ 20 w 36"/>
                  <a:gd name="T7" fmla="*/ 21 h 21"/>
                  <a:gd name="T8" fmla="*/ 34 w 36"/>
                  <a:gd name="T9" fmla="*/ 10 h 21"/>
                </a:gdLst>
                <a:ahLst/>
                <a:cxnLst>
                  <a:cxn ang="0">
                    <a:pos x="T0" y="T1"/>
                  </a:cxn>
                  <a:cxn ang="0">
                    <a:pos x="T2" y="T3"/>
                  </a:cxn>
                  <a:cxn ang="0">
                    <a:pos x="T4" y="T5"/>
                  </a:cxn>
                  <a:cxn ang="0">
                    <a:pos x="T6" y="T7"/>
                  </a:cxn>
                  <a:cxn ang="0">
                    <a:pos x="T8" y="T9"/>
                  </a:cxn>
                </a:cxnLst>
                <a:rect l="0" t="0" r="r" b="b"/>
                <a:pathLst>
                  <a:path w="36" h="21">
                    <a:moveTo>
                      <a:pt x="34" y="10"/>
                    </a:moveTo>
                    <a:cubicBezTo>
                      <a:pt x="33" y="5"/>
                      <a:pt x="25" y="0"/>
                      <a:pt x="16" y="0"/>
                    </a:cubicBezTo>
                    <a:cubicBezTo>
                      <a:pt x="6" y="0"/>
                      <a:pt x="0" y="5"/>
                      <a:pt x="1" y="10"/>
                    </a:cubicBezTo>
                    <a:cubicBezTo>
                      <a:pt x="3" y="16"/>
                      <a:pt x="11" y="21"/>
                      <a:pt x="20" y="21"/>
                    </a:cubicBezTo>
                    <a:cubicBezTo>
                      <a:pt x="29" y="21"/>
                      <a:pt x="36"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99" name="Freeform 159"/>
              <p:cNvSpPr>
                <a:spLocks/>
              </p:cNvSpPr>
              <p:nvPr/>
            </p:nvSpPr>
            <p:spPr bwMode="auto">
              <a:xfrm>
                <a:off x="4245" y="2770"/>
                <a:ext cx="73" cy="44"/>
              </a:xfrm>
              <a:custGeom>
                <a:avLst/>
                <a:gdLst>
                  <a:gd name="T0" fmla="*/ 34 w 35"/>
                  <a:gd name="T1" fmla="*/ 10 h 21"/>
                  <a:gd name="T2" fmla="*/ 16 w 35"/>
                  <a:gd name="T3" fmla="*/ 0 h 21"/>
                  <a:gd name="T4" fmla="*/ 1 w 35"/>
                  <a:gd name="T5" fmla="*/ 10 h 21"/>
                  <a:gd name="T6" fmla="*/ 19 w 35"/>
                  <a:gd name="T7" fmla="*/ 21 h 21"/>
                  <a:gd name="T8" fmla="*/ 34 w 35"/>
                  <a:gd name="T9" fmla="*/ 10 h 21"/>
                </a:gdLst>
                <a:ahLst/>
                <a:cxnLst>
                  <a:cxn ang="0">
                    <a:pos x="T0" y="T1"/>
                  </a:cxn>
                  <a:cxn ang="0">
                    <a:pos x="T2" y="T3"/>
                  </a:cxn>
                  <a:cxn ang="0">
                    <a:pos x="T4" y="T5"/>
                  </a:cxn>
                  <a:cxn ang="0">
                    <a:pos x="T6" y="T7"/>
                  </a:cxn>
                  <a:cxn ang="0">
                    <a:pos x="T8" y="T9"/>
                  </a:cxn>
                </a:cxnLst>
                <a:rect l="0" t="0" r="r" b="b"/>
                <a:pathLst>
                  <a:path w="35" h="21">
                    <a:moveTo>
                      <a:pt x="34" y="10"/>
                    </a:moveTo>
                    <a:cubicBezTo>
                      <a:pt x="34" y="5"/>
                      <a:pt x="25" y="0"/>
                      <a:pt x="16" y="0"/>
                    </a:cubicBezTo>
                    <a:cubicBezTo>
                      <a:pt x="7" y="0"/>
                      <a:pt x="0" y="5"/>
                      <a:pt x="1" y="10"/>
                    </a:cubicBezTo>
                    <a:cubicBezTo>
                      <a:pt x="2" y="16"/>
                      <a:pt x="10" y="21"/>
                      <a:pt x="19" y="21"/>
                    </a:cubicBezTo>
                    <a:cubicBezTo>
                      <a:pt x="28" y="21"/>
                      <a:pt x="35"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00" name="Freeform 160"/>
              <p:cNvSpPr>
                <a:spLocks/>
              </p:cNvSpPr>
              <p:nvPr/>
            </p:nvSpPr>
            <p:spPr bwMode="auto">
              <a:xfrm>
                <a:off x="4330" y="2770"/>
                <a:ext cx="72" cy="44"/>
              </a:xfrm>
              <a:custGeom>
                <a:avLst/>
                <a:gdLst>
                  <a:gd name="T0" fmla="*/ 34 w 35"/>
                  <a:gd name="T1" fmla="*/ 10 h 21"/>
                  <a:gd name="T2" fmla="*/ 16 w 35"/>
                  <a:gd name="T3" fmla="*/ 0 h 21"/>
                  <a:gd name="T4" fmla="*/ 1 w 35"/>
                  <a:gd name="T5" fmla="*/ 10 h 21"/>
                  <a:gd name="T6" fmla="*/ 19 w 35"/>
                  <a:gd name="T7" fmla="*/ 21 h 21"/>
                  <a:gd name="T8" fmla="*/ 34 w 35"/>
                  <a:gd name="T9" fmla="*/ 10 h 21"/>
                </a:gdLst>
                <a:ahLst/>
                <a:cxnLst>
                  <a:cxn ang="0">
                    <a:pos x="T0" y="T1"/>
                  </a:cxn>
                  <a:cxn ang="0">
                    <a:pos x="T2" y="T3"/>
                  </a:cxn>
                  <a:cxn ang="0">
                    <a:pos x="T4" y="T5"/>
                  </a:cxn>
                  <a:cxn ang="0">
                    <a:pos x="T6" y="T7"/>
                  </a:cxn>
                  <a:cxn ang="0">
                    <a:pos x="T8" y="T9"/>
                  </a:cxn>
                </a:cxnLst>
                <a:rect l="0" t="0" r="r" b="b"/>
                <a:pathLst>
                  <a:path w="35" h="21">
                    <a:moveTo>
                      <a:pt x="34" y="10"/>
                    </a:moveTo>
                    <a:cubicBezTo>
                      <a:pt x="33" y="5"/>
                      <a:pt x="25" y="0"/>
                      <a:pt x="16" y="0"/>
                    </a:cubicBezTo>
                    <a:cubicBezTo>
                      <a:pt x="7" y="0"/>
                      <a:pt x="0" y="5"/>
                      <a:pt x="1" y="10"/>
                    </a:cubicBezTo>
                    <a:cubicBezTo>
                      <a:pt x="2" y="16"/>
                      <a:pt x="10" y="21"/>
                      <a:pt x="19" y="21"/>
                    </a:cubicBezTo>
                    <a:cubicBezTo>
                      <a:pt x="28" y="21"/>
                      <a:pt x="35"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01" name="Freeform 161"/>
              <p:cNvSpPr>
                <a:spLocks/>
              </p:cNvSpPr>
              <p:nvPr/>
            </p:nvSpPr>
            <p:spPr bwMode="auto">
              <a:xfrm>
                <a:off x="4730" y="2669"/>
                <a:ext cx="72" cy="41"/>
              </a:xfrm>
              <a:custGeom>
                <a:avLst/>
                <a:gdLst>
                  <a:gd name="T0" fmla="*/ 34 w 35"/>
                  <a:gd name="T1" fmla="*/ 10 h 20"/>
                  <a:gd name="T2" fmla="*/ 15 w 35"/>
                  <a:gd name="T3" fmla="*/ 0 h 20"/>
                  <a:gd name="T4" fmla="*/ 1 w 35"/>
                  <a:gd name="T5" fmla="*/ 10 h 20"/>
                  <a:gd name="T6" fmla="*/ 20 w 35"/>
                  <a:gd name="T7" fmla="*/ 20 h 20"/>
                  <a:gd name="T8" fmla="*/ 34 w 35"/>
                  <a:gd name="T9" fmla="*/ 10 h 20"/>
                </a:gdLst>
                <a:ahLst/>
                <a:cxnLst>
                  <a:cxn ang="0">
                    <a:pos x="T0" y="T1"/>
                  </a:cxn>
                  <a:cxn ang="0">
                    <a:pos x="T2" y="T3"/>
                  </a:cxn>
                  <a:cxn ang="0">
                    <a:pos x="T4" y="T5"/>
                  </a:cxn>
                  <a:cxn ang="0">
                    <a:pos x="T6" y="T7"/>
                  </a:cxn>
                  <a:cxn ang="0">
                    <a:pos x="T8" y="T9"/>
                  </a:cxn>
                </a:cxnLst>
                <a:rect l="0" t="0" r="r" b="b"/>
                <a:pathLst>
                  <a:path w="35" h="20">
                    <a:moveTo>
                      <a:pt x="34" y="10"/>
                    </a:moveTo>
                    <a:cubicBezTo>
                      <a:pt x="32" y="5"/>
                      <a:pt x="24" y="0"/>
                      <a:pt x="15" y="0"/>
                    </a:cubicBezTo>
                    <a:cubicBezTo>
                      <a:pt x="6" y="0"/>
                      <a:pt x="0" y="5"/>
                      <a:pt x="1" y="10"/>
                    </a:cubicBezTo>
                    <a:cubicBezTo>
                      <a:pt x="2" y="16"/>
                      <a:pt x="10" y="20"/>
                      <a:pt x="20" y="20"/>
                    </a:cubicBezTo>
                    <a:cubicBezTo>
                      <a:pt x="29" y="20"/>
                      <a:pt x="35"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02" name="Freeform 162"/>
              <p:cNvSpPr>
                <a:spLocks/>
              </p:cNvSpPr>
              <p:nvPr/>
            </p:nvSpPr>
            <p:spPr bwMode="auto">
              <a:xfrm>
                <a:off x="4813" y="2669"/>
                <a:ext cx="72" cy="41"/>
              </a:xfrm>
              <a:custGeom>
                <a:avLst/>
                <a:gdLst>
                  <a:gd name="T0" fmla="*/ 34 w 35"/>
                  <a:gd name="T1" fmla="*/ 10 h 20"/>
                  <a:gd name="T2" fmla="*/ 15 w 35"/>
                  <a:gd name="T3" fmla="*/ 0 h 20"/>
                  <a:gd name="T4" fmla="*/ 1 w 35"/>
                  <a:gd name="T5" fmla="*/ 10 h 20"/>
                  <a:gd name="T6" fmla="*/ 20 w 35"/>
                  <a:gd name="T7" fmla="*/ 20 h 20"/>
                  <a:gd name="T8" fmla="*/ 34 w 35"/>
                  <a:gd name="T9" fmla="*/ 10 h 20"/>
                </a:gdLst>
                <a:ahLst/>
                <a:cxnLst>
                  <a:cxn ang="0">
                    <a:pos x="T0" y="T1"/>
                  </a:cxn>
                  <a:cxn ang="0">
                    <a:pos x="T2" y="T3"/>
                  </a:cxn>
                  <a:cxn ang="0">
                    <a:pos x="T4" y="T5"/>
                  </a:cxn>
                  <a:cxn ang="0">
                    <a:pos x="T6" y="T7"/>
                  </a:cxn>
                  <a:cxn ang="0">
                    <a:pos x="T8" y="T9"/>
                  </a:cxn>
                </a:cxnLst>
                <a:rect l="0" t="0" r="r" b="b"/>
                <a:pathLst>
                  <a:path w="35" h="20">
                    <a:moveTo>
                      <a:pt x="34" y="10"/>
                    </a:moveTo>
                    <a:cubicBezTo>
                      <a:pt x="32" y="5"/>
                      <a:pt x="24" y="0"/>
                      <a:pt x="15" y="0"/>
                    </a:cubicBezTo>
                    <a:cubicBezTo>
                      <a:pt x="6" y="0"/>
                      <a:pt x="0" y="5"/>
                      <a:pt x="1" y="10"/>
                    </a:cubicBezTo>
                    <a:cubicBezTo>
                      <a:pt x="2" y="16"/>
                      <a:pt x="11" y="20"/>
                      <a:pt x="20" y="20"/>
                    </a:cubicBezTo>
                    <a:cubicBezTo>
                      <a:pt x="29" y="20"/>
                      <a:pt x="35"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03" name="Freeform 163"/>
              <p:cNvSpPr>
                <a:spLocks/>
              </p:cNvSpPr>
              <p:nvPr/>
            </p:nvSpPr>
            <p:spPr bwMode="auto">
              <a:xfrm>
                <a:off x="4895" y="2669"/>
                <a:ext cx="72" cy="41"/>
              </a:xfrm>
              <a:custGeom>
                <a:avLst/>
                <a:gdLst>
                  <a:gd name="T0" fmla="*/ 34 w 35"/>
                  <a:gd name="T1" fmla="*/ 10 h 20"/>
                  <a:gd name="T2" fmla="*/ 15 w 35"/>
                  <a:gd name="T3" fmla="*/ 0 h 20"/>
                  <a:gd name="T4" fmla="*/ 1 w 35"/>
                  <a:gd name="T5" fmla="*/ 10 h 20"/>
                  <a:gd name="T6" fmla="*/ 20 w 35"/>
                  <a:gd name="T7" fmla="*/ 20 h 20"/>
                  <a:gd name="T8" fmla="*/ 34 w 35"/>
                  <a:gd name="T9" fmla="*/ 10 h 20"/>
                </a:gdLst>
                <a:ahLst/>
                <a:cxnLst>
                  <a:cxn ang="0">
                    <a:pos x="T0" y="T1"/>
                  </a:cxn>
                  <a:cxn ang="0">
                    <a:pos x="T2" y="T3"/>
                  </a:cxn>
                  <a:cxn ang="0">
                    <a:pos x="T4" y="T5"/>
                  </a:cxn>
                  <a:cxn ang="0">
                    <a:pos x="T6" y="T7"/>
                  </a:cxn>
                  <a:cxn ang="0">
                    <a:pos x="T8" y="T9"/>
                  </a:cxn>
                </a:cxnLst>
                <a:rect l="0" t="0" r="r" b="b"/>
                <a:pathLst>
                  <a:path w="35" h="20">
                    <a:moveTo>
                      <a:pt x="34" y="10"/>
                    </a:moveTo>
                    <a:cubicBezTo>
                      <a:pt x="32" y="5"/>
                      <a:pt x="24" y="0"/>
                      <a:pt x="15" y="0"/>
                    </a:cubicBezTo>
                    <a:cubicBezTo>
                      <a:pt x="6" y="0"/>
                      <a:pt x="0" y="5"/>
                      <a:pt x="1" y="10"/>
                    </a:cubicBezTo>
                    <a:cubicBezTo>
                      <a:pt x="3" y="16"/>
                      <a:pt x="11" y="20"/>
                      <a:pt x="20" y="20"/>
                    </a:cubicBezTo>
                    <a:cubicBezTo>
                      <a:pt x="29" y="20"/>
                      <a:pt x="35"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04" name="Freeform 164"/>
              <p:cNvSpPr>
                <a:spLocks/>
              </p:cNvSpPr>
              <p:nvPr/>
            </p:nvSpPr>
            <p:spPr bwMode="auto">
              <a:xfrm>
                <a:off x="4978" y="2669"/>
                <a:ext cx="74" cy="41"/>
              </a:xfrm>
              <a:custGeom>
                <a:avLst/>
                <a:gdLst>
                  <a:gd name="T0" fmla="*/ 34 w 36"/>
                  <a:gd name="T1" fmla="*/ 10 h 20"/>
                  <a:gd name="T2" fmla="*/ 15 w 36"/>
                  <a:gd name="T3" fmla="*/ 0 h 20"/>
                  <a:gd name="T4" fmla="*/ 1 w 36"/>
                  <a:gd name="T5" fmla="*/ 10 h 20"/>
                  <a:gd name="T6" fmla="*/ 21 w 36"/>
                  <a:gd name="T7" fmla="*/ 20 h 20"/>
                  <a:gd name="T8" fmla="*/ 34 w 36"/>
                  <a:gd name="T9" fmla="*/ 10 h 20"/>
                </a:gdLst>
                <a:ahLst/>
                <a:cxnLst>
                  <a:cxn ang="0">
                    <a:pos x="T0" y="T1"/>
                  </a:cxn>
                  <a:cxn ang="0">
                    <a:pos x="T2" y="T3"/>
                  </a:cxn>
                  <a:cxn ang="0">
                    <a:pos x="T4" y="T5"/>
                  </a:cxn>
                  <a:cxn ang="0">
                    <a:pos x="T6" y="T7"/>
                  </a:cxn>
                  <a:cxn ang="0">
                    <a:pos x="T8" y="T9"/>
                  </a:cxn>
                </a:cxnLst>
                <a:rect l="0" t="0" r="r" b="b"/>
                <a:pathLst>
                  <a:path w="36" h="20">
                    <a:moveTo>
                      <a:pt x="34" y="10"/>
                    </a:moveTo>
                    <a:cubicBezTo>
                      <a:pt x="33" y="5"/>
                      <a:pt x="24" y="0"/>
                      <a:pt x="15" y="0"/>
                    </a:cubicBezTo>
                    <a:cubicBezTo>
                      <a:pt x="6" y="0"/>
                      <a:pt x="0" y="5"/>
                      <a:pt x="1" y="10"/>
                    </a:cubicBezTo>
                    <a:cubicBezTo>
                      <a:pt x="3" y="16"/>
                      <a:pt x="11" y="20"/>
                      <a:pt x="21" y="20"/>
                    </a:cubicBezTo>
                    <a:cubicBezTo>
                      <a:pt x="30" y="20"/>
                      <a:pt x="36"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05" name="Freeform 165"/>
              <p:cNvSpPr>
                <a:spLocks/>
              </p:cNvSpPr>
              <p:nvPr/>
            </p:nvSpPr>
            <p:spPr bwMode="auto">
              <a:xfrm>
                <a:off x="5060" y="2669"/>
                <a:ext cx="75" cy="41"/>
              </a:xfrm>
              <a:custGeom>
                <a:avLst/>
                <a:gdLst>
                  <a:gd name="T0" fmla="*/ 34 w 36"/>
                  <a:gd name="T1" fmla="*/ 10 h 20"/>
                  <a:gd name="T2" fmla="*/ 15 w 36"/>
                  <a:gd name="T3" fmla="*/ 0 h 20"/>
                  <a:gd name="T4" fmla="*/ 2 w 36"/>
                  <a:gd name="T5" fmla="*/ 10 h 20"/>
                  <a:gd name="T6" fmla="*/ 21 w 36"/>
                  <a:gd name="T7" fmla="*/ 20 h 20"/>
                  <a:gd name="T8" fmla="*/ 34 w 36"/>
                  <a:gd name="T9" fmla="*/ 10 h 20"/>
                </a:gdLst>
                <a:ahLst/>
                <a:cxnLst>
                  <a:cxn ang="0">
                    <a:pos x="T0" y="T1"/>
                  </a:cxn>
                  <a:cxn ang="0">
                    <a:pos x="T2" y="T3"/>
                  </a:cxn>
                  <a:cxn ang="0">
                    <a:pos x="T4" y="T5"/>
                  </a:cxn>
                  <a:cxn ang="0">
                    <a:pos x="T6" y="T7"/>
                  </a:cxn>
                  <a:cxn ang="0">
                    <a:pos x="T8" y="T9"/>
                  </a:cxn>
                </a:cxnLst>
                <a:rect l="0" t="0" r="r" b="b"/>
                <a:pathLst>
                  <a:path w="36" h="20">
                    <a:moveTo>
                      <a:pt x="34" y="10"/>
                    </a:moveTo>
                    <a:cubicBezTo>
                      <a:pt x="33" y="5"/>
                      <a:pt x="24" y="0"/>
                      <a:pt x="15" y="0"/>
                    </a:cubicBezTo>
                    <a:cubicBezTo>
                      <a:pt x="6" y="0"/>
                      <a:pt x="0" y="5"/>
                      <a:pt x="2" y="10"/>
                    </a:cubicBezTo>
                    <a:cubicBezTo>
                      <a:pt x="3" y="16"/>
                      <a:pt x="12" y="20"/>
                      <a:pt x="21" y="20"/>
                    </a:cubicBezTo>
                    <a:cubicBezTo>
                      <a:pt x="30" y="20"/>
                      <a:pt x="36"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06" name="Freeform 166"/>
              <p:cNvSpPr>
                <a:spLocks/>
              </p:cNvSpPr>
              <p:nvPr/>
            </p:nvSpPr>
            <p:spPr bwMode="auto">
              <a:xfrm>
                <a:off x="5143" y="2669"/>
                <a:ext cx="74" cy="41"/>
              </a:xfrm>
              <a:custGeom>
                <a:avLst/>
                <a:gdLst>
                  <a:gd name="T0" fmla="*/ 34 w 36"/>
                  <a:gd name="T1" fmla="*/ 10 h 20"/>
                  <a:gd name="T2" fmla="*/ 15 w 36"/>
                  <a:gd name="T3" fmla="*/ 0 h 20"/>
                  <a:gd name="T4" fmla="*/ 2 w 36"/>
                  <a:gd name="T5" fmla="*/ 10 h 20"/>
                  <a:gd name="T6" fmla="*/ 21 w 36"/>
                  <a:gd name="T7" fmla="*/ 20 h 20"/>
                  <a:gd name="T8" fmla="*/ 34 w 36"/>
                  <a:gd name="T9" fmla="*/ 10 h 20"/>
                </a:gdLst>
                <a:ahLst/>
                <a:cxnLst>
                  <a:cxn ang="0">
                    <a:pos x="T0" y="T1"/>
                  </a:cxn>
                  <a:cxn ang="0">
                    <a:pos x="T2" y="T3"/>
                  </a:cxn>
                  <a:cxn ang="0">
                    <a:pos x="T4" y="T5"/>
                  </a:cxn>
                  <a:cxn ang="0">
                    <a:pos x="T6" y="T7"/>
                  </a:cxn>
                  <a:cxn ang="0">
                    <a:pos x="T8" y="T9"/>
                  </a:cxn>
                </a:cxnLst>
                <a:rect l="0" t="0" r="r" b="b"/>
                <a:pathLst>
                  <a:path w="36" h="20">
                    <a:moveTo>
                      <a:pt x="34" y="10"/>
                    </a:moveTo>
                    <a:cubicBezTo>
                      <a:pt x="33" y="5"/>
                      <a:pt x="24" y="0"/>
                      <a:pt x="15" y="0"/>
                    </a:cubicBezTo>
                    <a:cubicBezTo>
                      <a:pt x="6" y="0"/>
                      <a:pt x="0" y="5"/>
                      <a:pt x="2" y="10"/>
                    </a:cubicBezTo>
                    <a:cubicBezTo>
                      <a:pt x="3" y="16"/>
                      <a:pt x="12" y="20"/>
                      <a:pt x="21" y="20"/>
                    </a:cubicBezTo>
                    <a:cubicBezTo>
                      <a:pt x="30" y="20"/>
                      <a:pt x="36"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07" name="Freeform 167"/>
              <p:cNvSpPr>
                <a:spLocks/>
              </p:cNvSpPr>
              <p:nvPr/>
            </p:nvSpPr>
            <p:spPr bwMode="auto">
              <a:xfrm>
                <a:off x="5225" y="2669"/>
                <a:ext cx="77" cy="41"/>
              </a:xfrm>
              <a:custGeom>
                <a:avLst/>
                <a:gdLst>
                  <a:gd name="T0" fmla="*/ 35 w 37"/>
                  <a:gd name="T1" fmla="*/ 10 h 20"/>
                  <a:gd name="T2" fmla="*/ 15 w 37"/>
                  <a:gd name="T3" fmla="*/ 0 h 20"/>
                  <a:gd name="T4" fmla="*/ 2 w 37"/>
                  <a:gd name="T5" fmla="*/ 10 h 20"/>
                  <a:gd name="T6" fmla="*/ 22 w 37"/>
                  <a:gd name="T7" fmla="*/ 20 h 20"/>
                  <a:gd name="T8" fmla="*/ 35 w 37"/>
                  <a:gd name="T9" fmla="*/ 10 h 20"/>
                </a:gdLst>
                <a:ahLst/>
                <a:cxnLst>
                  <a:cxn ang="0">
                    <a:pos x="T0" y="T1"/>
                  </a:cxn>
                  <a:cxn ang="0">
                    <a:pos x="T2" y="T3"/>
                  </a:cxn>
                  <a:cxn ang="0">
                    <a:pos x="T4" y="T5"/>
                  </a:cxn>
                  <a:cxn ang="0">
                    <a:pos x="T6" y="T7"/>
                  </a:cxn>
                  <a:cxn ang="0">
                    <a:pos x="T8" y="T9"/>
                  </a:cxn>
                </a:cxnLst>
                <a:rect l="0" t="0" r="r" b="b"/>
                <a:pathLst>
                  <a:path w="37" h="20">
                    <a:moveTo>
                      <a:pt x="35" y="10"/>
                    </a:moveTo>
                    <a:cubicBezTo>
                      <a:pt x="33" y="5"/>
                      <a:pt x="24" y="0"/>
                      <a:pt x="15" y="0"/>
                    </a:cubicBezTo>
                    <a:cubicBezTo>
                      <a:pt x="6" y="0"/>
                      <a:pt x="0" y="5"/>
                      <a:pt x="2" y="10"/>
                    </a:cubicBezTo>
                    <a:cubicBezTo>
                      <a:pt x="4" y="16"/>
                      <a:pt x="13" y="20"/>
                      <a:pt x="22" y="20"/>
                    </a:cubicBezTo>
                    <a:cubicBezTo>
                      <a:pt x="31" y="20"/>
                      <a:pt x="37" y="16"/>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08" name="Freeform 168"/>
              <p:cNvSpPr>
                <a:spLocks/>
              </p:cNvSpPr>
              <p:nvPr/>
            </p:nvSpPr>
            <p:spPr bwMode="auto">
              <a:xfrm>
                <a:off x="5308" y="2669"/>
                <a:ext cx="76" cy="41"/>
              </a:xfrm>
              <a:custGeom>
                <a:avLst/>
                <a:gdLst>
                  <a:gd name="T0" fmla="*/ 35 w 37"/>
                  <a:gd name="T1" fmla="*/ 10 h 20"/>
                  <a:gd name="T2" fmla="*/ 15 w 37"/>
                  <a:gd name="T3" fmla="*/ 0 h 20"/>
                  <a:gd name="T4" fmla="*/ 2 w 37"/>
                  <a:gd name="T5" fmla="*/ 10 h 20"/>
                  <a:gd name="T6" fmla="*/ 22 w 37"/>
                  <a:gd name="T7" fmla="*/ 20 h 20"/>
                  <a:gd name="T8" fmla="*/ 35 w 37"/>
                  <a:gd name="T9" fmla="*/ 10 h 20"/>
                </a:gdLst>
                <a:ahLst/>
                <a:cxnLst>
                  <a:cxn ang="0">
                    <a:pos x="T0" y="T1"/>
                  </a:cxn>
                  <a:cxn ang="0">
                    <a:pos x="T2" y="T3"/>
                  </a:cxn>
                  <a:cxn ang="0">
                    <a:pos x="T4" y="T5"/>
                  </a:cxn>
                  <a:cxn ang="0">
                    <a:pos x="T6" y="T7"/>
                  </a:cxn>
                  <a:cxn ang="0">
                    <a:pos x="T8" y="T9"/>
                  </a:cxn>
                </a:cxnLst>
                <a:rect l="0" t="0" r="r" b="b"/>
                <a:pathLst>
                  <a:path w="37" h="20">
                    <a:moveTo>
                      <a:pt x="35" y="10"/>
                    </a:moveTo>
                    <a:cubicBezTo>
                      <a:pt x="33" y="5"/>
                      <a:pt x="24" y="0"/>
                      <a:pt x="15" y="0"/>
                    </a:cubicBezTo>
                    <a:cubicBezTo>
                      <a:pt x="6" y="0"/>
                      <a:pt x="0" y="5"/>
                      <a:pt x="2" y="10"/>
                    </a:cubicBezTo>
                    <a:cubicBezTo>
                      <a:pt x="4" y="16"/>
                      <a:pt x="13" y="20"/>
                      <a:pt x="22" y="20"/>
                    </a:cubicBezTo>
                    <a:cubicBezTo>
                      <a:pt x="31" y="20"/>
                      <a:pt x="37" y="16"/>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09" name="Freeform 169"/>
              <p:cNvSpPr>
                <a:spLocks/>
              </p:cNvSpPr>
              <p:nvPr/>
            </p:nvSpPr>
            <p:spPr bwMode="auto">
              <a:xfrm>
                <a:off x="5390" y="2669"/>
                <a:ext cx="77" cy="41"/>
              </a:xfrm>
              <a:custGeom>
                <a:avLst/>
                <a:gdLst>
                  <a:gd name="T0" fmla="*/ 35 w 37"/>
                  <a:gd name="T1" fmla="*/ 10 h 20"/>
                  <a:gd name="T2" fmla="*/ 15 w 37"/>
                  <a:gd name="T3" fmla="*/ 0 h 20"/>
                  <a:gd name="T4" fmla="*/ 2 w 37"/>
                  <a:gd name="T5" fmla="*/ 10 h 20"/>
                  <a:gd name="T6" fmla="*/ 22 w 37"/>
                  <a:gd name="T7" fmla="*/ 20 h 20"/>
                  <a:gd name="T8" fmla="*/ 35 w 37"/>
                  <a:gd name="T9" fmla="*/ 10 h 20"/>
                </a:gdLst>
                <a:ahLst/>
                <a:cxnLst>
                  <a:cxn ang="0">
                    <a:pos x="T0" y="T1"/>
                  </a:cxn>
                  <a:cxn ang="0">
                    <a:pos x="T2" y="T3"/>
                  </a:cxn>
                  <a:cxn ang="0">
                    <a:pos x="T4" y="T5"/>
                  </a:cxn>
                  <a:cxn ang="0">
                    <a:pos x="T6" y="T7"/>
                  </a:cxn>
                  <a:cxn ang="0">
                    <a:pos x="T8" y="T9"/>
                  </a:cxn>
                </a:cxnLst>
                <a:rect l="0" t="0" r="r" b="b"/>
                <a:pathLst>
                  <a:path w="37" h="20">
                    <a:moveTo>
                      <a:pt x="35" y="10"/>
                    </a:moveTo>
                    <a:cubicBezTo>
                      <a:pt x="33" y="5"/>
                      <a:pt x="24" y="0"/>
                      <a:pt x="15" y="0"/>
                    </a:cubicBezTo>
                    <a:cubicBezTo>
                      <a:pt x="6" y="0"/>
                      <a:pt x="0" y="5"/>
                      <a:pt x="2" y="10"/>
                    </a:cubicBezTo>
                    <a:cubicBezTo>
                      <a:pt x="4" y="16"/>
                      <a:pt x="13" y="20"/>
                      <a:pt x="22" y="20"/>
                    </a:cubicBezTo>
                    <a:cubicBezTo>
                      <a:pt x="31" y="20"/>
                      <a:pt x="37" y="16"/>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10" name="Freeform 170"/>
              <p:cNvSpPr>
                <a:spLocks/>
              </p:cNvSpPr>
              <p:nvPr/>
            </p:nvSpPr>
            <p:spPr bwMode="auto">
              <a:xfrm>
                <a:off x="4448" y="2485"/>
                <a:ext cx="70" cy="35"/>
              </a:xfrm>
              <a:custGeom>
                <a:avLst/>
                <a:gdLst>
                  <a:gd name="T0" fmla="*/ 33 w 34"/>
                  <a:gd name="T1" fmla="*/ 8 h 17"/>
                  <a:gd name="T2" fmla="*/ 15 w 34"/>
                  <a:gd name="T3" fmla="*/ 0 h 17"/>
                  <a:gd name="T4" fmla="*/ 1 w 34"/>
                  <a:gd name="T5" fmla="*/ 8 h 17"/>
                  <a:gd name="T6" fmla="*/ 19 w 34"/>
                  <a:gd name="T7" fmla="*/ 17 h 17"/>
                  <a:gd name="T8" fmla="*/ 33 w 34"/>
                  <a:gd name="T9" fmla="*/ 8 h 17"/>
                </a:gdLst>
                <a:ahLst/>
                <a:cxnLst>
                  <a:cxn ang="0">
                    <a:pos x="T0" y="T1"/>
                  </a:cxn>
                  <a:cxn ang="0">
                    <a:pos x="T2" y="T3"/>
                  </a:cxn>
                  <a:cxn ang="0">
                    <a:pos x="T4" y="T5"/>
                  </a:cxn>
                  <a:cxn ang="0">
                    <a:pos x="T6" y="T7"/>
                  </a:cxn>
                  <a:cxn ang="0">
                    <a:pos x="T8" y="T9"/>
                  </a:cxn>
                </a:cxnLst>
                <a:rect l="0" t="0" r="r" b="b"/>
                <a:pathLst>
                  <a:path w="34" h="17">
                    <a:moveTo>
                      <a:pt x="33" y="8"/>
                    </a:moveTo>
                    <a:cubicBezTo>
                      <a:pt x="32" y="3"/>
                      <a:pt x="24" y="0"/>
                      <a:pt x="15" y="0"/>
                    </a:cubicBezTo>
                    <a:cubicBezTo>
                      <a:pt x="7" y="0"/>
                      <a:pt x="0" y="3"/>
                      <a:pt x="1" y="8"/>
                    </a:cubicBezTo>
                    <a:cubicBezTo>
                      <a:pt x="2" y="13"/>
                      <a:pt x="10" y="17"/>
                      <a:pt x="19" y="17"/>
                    </a:cubicBezTo>
                    <a:cubicBezTo>
                      <a:pt x="27" y="17"/>
                      <a:pt x="34"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11" name="Freeform 171"/>
              <p:cNvSpPr>
                <a:spLocks/>
              </p:cNvSpPr>
              <p:nvPr/>
            </p:nvSpPr>
            <p:spPr bwMode="auto">
              <a:xfrm>
                <a:off x="4528" y="2485"/>
                <a:ext cx="68" cy="35"/>
              </a:xfrm>
              <a:custGeom>
                <a:avLst/>
                <a:gdLst>
                  <a:gd name="T0" fmla="*/ 32 w 33"/>
                  <a:gd name="T1" fmla="*/ 8 h 17"/>
                  <a:gd name="T2" fmla="*/ 15 w 33"/>
                  <a:gd name="T3" fmla="*/ 0 h 17"/>
                  <a:gd name="T4" fmla="*/ 1 w 33"/>
                  <a:gd name="T5" fmla="*/ 8 h 17"/>
                  <a:gd name="T6" fmla="*/ 18 w 33"/>
                  <a:gd name="T7" fmla="*/ 17 h 17"/>
                  <a:gd name="T8" fmla="*/ 32 w 33"/>
                  <a:gd name="T9" fmla="*/ 8 h 17"/>
                </a:gdLst>
                <a:ahLst/>
                <a:cxnLst>
                  <a:cxn ang="0">
                    <a:pos x="T0" y="T1"/>
                  </a:cxn>
                  <a:cxn ang="0">
                    <a:pos x="T2" y="T3"/>
                  </a:cxn>
                  <a:cxn ang="0">
                    <a:pos x="T4" y="T5"/>
                  </a:cxn>
                  <a:cxn ang="0">
                    <a:pos x="T6" y="T7"/>
                  </a:cxn>
                  <a:cxn ang="0">
                    <a:pos x="T8" y="T9"/>
                  </a:cxn>
                </a:cxnLst>
                <a:rect l="0" t="0" r="r" b="b"/>
                <a:pathLst>
                  <a:path w="33" h="17">
                    <a:moveTo>
                      <a:pt x="32" y="8"/>
                    </a:moveTo>
                    <a:cubicBezTo>
                      <a:pt x="31" y="3"/>
                      <a:pt x="23" y="0"/>
                      <a:pt x="15" y="0"/>
                    </a:cubicBezTo>
                    <a:cubicBezTo>
                      <a:pt x="6" y="0"/>
                      <a:pt x="0" y="3"/>
                      <a:pt x="1" y="8"/>
                    </a:cubicBezTo>
                    <a:cubicBezTo>
                      <a:pt x="2" y="13"/>
                      <a:pt x="10" y="17"/>
                      <a:pt x="18" y="17"/>
                    </a:cubicBezTo>
                    <a:cubicBezTo>
                      <a:pt x="27" y="17"/>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12" name="Freeform 172"/>
              <p:cNvSpPr>
                <a:spLocks/>
              </p:cNvSpPr>
              <p:nvPr/>
            </p:nvSpPr>
            <p:spPr bwMode="auto">
              <a:xfrm>
                <a:off x="4606" y="2485"/>
                <a:ext cx="71" cy="35"/>
              </a:xfrm>
              <a:custGeom>
                <a:avLst/>
                <a:gdLst>
                  <a:gd name="T0" fmla="*/ 33 w 34"/>
                  <a:gd name="T1" fmla="*/ 8 h 17"/>
                  <a:gd name="T2" fmla="*/ 15 w 34"/>
                  <a:gd name="T3" fmla="*/ 0 h 17"/>
                  <a:gd name="T4" fmla="*/ 1 w 34"/>
                  <a:gd name="T5" fmla="*/ 8 h 17"/>
                  <a:gd name="T6" fmla="*/ 19 w 34"/>
                  <a:gd name="T7" fmla="*/ 17 h 17"/>
                  <a:gd name="T8" fmla="*/ 33 w 34"/>
                  <a:gd name="T9" fmla="*/ 8 h 17"/>
                </a:gdLst>
                <a:ahLst/>
                <a:cxnLst>
                  <a:cxn ang="0">
                    <a:pos x="T0" y="T1"/>
                  </a:cxn>
                  <a:cxn ang="0">
                    <a:pos x="T2" y="T3"/>
                  </a:cxn>
                  <a:cxn ang="0">
                    <a:pos x="T4" y="T5"/>
                  </a:cxn>
                  <a:cxn ang="0">
                    <a:pos x="T6" y="T7"/>
                  </a:cxn>
                  <a:cxn ang="0">
                    <a:pos x="T8" y="T9"/>
                  </a:cxn>
                </a:cxnLst>
                <a:rect l="0" t="0" r="r" b="b"/>
                <a:pathLst>
                  <a:path w="34" h="17">
                    <a:moveTo>
                      <a:pt x="33" y="8"/>
                    </a:moveTo>
                    <a:cubicBezTo>
                      <a:pt x="32" y="4"/>
                      <a:pt x="24" y="0"/>
                      <a:pt x="15" y="0"/>
                    </a:cubicBezTo>
                    <a:cubicBezTo>
                      <a:pt x="6" y="0"/>
                      <a:pt x="0" y="3"/>
                      <a:pt x="1" y="8"/>
                    </a:cubicBezTo>
                    <a:cubicBezTo>
                      <a:pt x="2" y="13"/>
                      <a:pt x="10" y="17"/>
                      <a:pt x="19" y="17"/>
                    </a:cubicBezTo>
                    <a:cubicBezTo>
                      <a:pt x="28" y="17"/>
                      <a:pt x="34"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13" name="Freeform 173"/>
              <p:cNvSpPr>
                <a:spLocks/>
              </p:cNvSpPr>
              <p:nvPr/>
            </p:nvSpPr>
            <p:spPr bwMode="auto">
              <a:xfrm>
                <a:off x="4687" y="2485"/>
                <a:ext cx="70" cy="35"/>
              </a:xfrm>
              <a:custGeom>
                <a:avLst/>
                <a:gdLst>
                  <a:gd name="T0" fmla="*/ 32 w 34"/>
                  <a:gd name="T1" fmla="*/ 8 h 17"/>
                  <a:gd name="T2" fmla="*/ 15 w 34"/>
                  <a:gd name="T3" fmla="*/ 0 h 17"/>
                  <a:gd name="T4" fmla="*/ 1 w 34"/>
                  <a:gd name="T5" fmla="*/ 8 h 17"/>
                  <a:gd name="T6" fmla="*/ 19 w 34"/>
                  <a:gd name="T7" fmla="*/ 17 h 17"/>
                  <a:gd name="T8" fmla="*/ 32 w 34"/>
                  <a:gd name="T9" fmla="*/ 8 h 17"/>
                </a:gdLst>
                <a:ahLst/>
                <a:cxnLst>
                  <a:cxn ang="0">
                    <a:pos x="T0" y="T1"/>
                  </a:cxn>
                  <a:cxn ang="0">
                    <a:pos x="T2" y="T3"/>
                  </a:cxn>
                  <a:cxn ang="0">
                    <a:pos x="T4" y="T5"/>
                  </a:cxn>
                  <a:cxn ang="0">
                    <a:pos x="T6" y="T7"/>
                  </a:cxn>
                  <a:cxn ang="0">
                    <a:pos x="T8" y="T9"/>
                  </a:cxn>
                </a:cxnLst>
                <a:rect l="0" t="0" r="r" b="b"/>
                <a:pathLst>
                  <a:path w="34" h="17">
                    <a:moveTo>
                      <a:pt x="32" y="8"/>
                    </a:moveTo>
                    <a:cubicBezTo>
                      <a:pt x="31" y="3"/>
                      <a:pt x="23" y="0"/>
                      <a:pt x="15" y="0"/>
                    </a:cubicBezTo>
                    <a:cubicBezTo>
                      <a:pt x="6" y="0"/>
                      <a:pt x="0" y="3"/>
                      <a:pt x="1" y="8"/>
                    </a:cubicBezTo>
                    <a:cubicBezTo>
                      <a:pt x="2" y="13"/>
                      <a:pt x="10" y="17"/>
                      <a:pt x="19" y="17"/>
                    </a:cubicBezTo>
                    <a:cubicBezTo>
                      <a:pt x="27" y="17"/>
                      <a:pt x="34"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14" name="Freeform 174"/>
              <p:cNvSpPr>
                <a:spLocks/>
              </p:cNvSpPr>
              <p:nvPr/>
            </p:nvSpPr>
            <p:spPr bwMode="auto">
              <a:xfrm>
                <a:off x="4765" y="2485"/>
                <a:ext cx="70" cy="35"/>
              </a:xfrm>
              <a:custGeom>
                <a:avLst/>
                <a:gdLst>
                  <a:gd name="T0" fmla="*/ 33 w 34"/>
                  <a:gd name="T1" fmla="*/ 8 h 17"/>
                  <a:gd name="T2" fmla="*/ 15 w 34"/>
                  <a:gd name="T3" fmla="*/ 0 h 17"/>
                  <a:gd name="T4" fmla="*/ 1 w 34"/>
                  <a:gd name="T5" fmla="*/ 8 h 17"/>
                  <a:gd name="T6" fmla="*/ 19 w 34"/>
                  <a:gd name="T7" fmla="*/ 17 h 17"/>
                  <a:gd name="T8" fmla="*/ 33 w 34"/>
                  <a:gd name="T9" fmla="*/ 8 h 17"/>
                </a:gdLst>
                <a:ahLst/>
                <a:cxnLst>
                  <a:cxn ang="0">
                    <a:pos x="T0" y="T1"/>
                  </a:cxn>
                  <a:cxn ang="0">
                    <a:pos x="T2" y="T3"/>
                  </a:cxn>
                  <a:cxn ang="0">
                    <a:pos x="T4" y="T5"/>
                  </a:cxn>
                  <a:cxn ang="0">
                    <a:pos x="T6" y="T7"/>
                  </a:cxn>
                  <a:cxn ang="0">
                    <a:pos x="T8" y="T9"/>
                  </a:cxn>
                </a:cxnLst>
                <a:rect l="0" t="0" r="r" b="b"/>
                <a:pathLst>
                  <a:path w="34" h="17">
                    <a:moveTo>
                      <a:pt x="33" y="8"/>
                    </a:moveTo>
                    <a:cubicBezTo>
                      <a:pt x="32" y="3"/>
                      <a:pt x="24" y="0"/>
                      <a:pt x="15" y="0"/>
                    </a:cubicBezTo>
                    <a:cubicBezTo>
                      <a:pt x="6" y="0"/>
                      <a:pt x="0" y="3"/>
                      <a:pt x="1" y="8"/>
                    </a:cubicBezTo>
                    <a:cubicBezTo>
                      <a:pt x="3" y="13"/>
                      <a:pt x="11" y="17"/>
                      <a:pt x="19" y="17"/>
                    </a:cubicBezTo>
                    <a:cubicBezTo>
                      <a:pt x="28" y="17"/>
                      <a:pt x="34"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15" name="Freeform 175"/>
              <p:cNvSpPr>
                <a:spLocks/>
              </p:cNvSpPr>
              <p:nvPr/>
            </p:nvSpPr>
            <p:spPr bwMode="auto">
              <a:xfrm>
                <a:off x="4846" y="2485"/>
                <a:ext cx="70" cy="35"/>
              </a:xfrm>
              <a:custGeom>
                <a:avLst/>
                <a:gdLst>
                  <a:gd name="T0" fmla="*/ 33 w 34"/>
                  <a:gd name="T1" fmla="*/ 8 h 17"/>
                  <a:gd name="T2" fmla="*/ 14 w 34"/>
                  <a:gd name="T3" fmla="*/ 0 h 17"/>
                  <a:gd name="T4" fmla="*/ 1 w 34"/>
                  <a:gd name="T5" fmla="*/ 8 h 17"/>
                  <a:gd name="T6" fmla="*/ 19 w 34"/>
                  <a:gd name="T7" fmla="*/ 17 h 17"/>
                  <a:gd name="T8" fmla="*/ 33 w 34"/>
                  <a:gd name="T9" fmla="*/ 8 h 17"/>
                </a:gdLst>
                <a:ahLst/>
                <a:cxnLst>
                  <a:cxn ang="0">
                    <a:pos x="T0" y="T1"/>
                  </a:cxn>
                  <a:cxn ang="0">
                    <a:pos x="T2" y="T3"/>
                  </a:cxn>
                  <a:cxn ang="0">
                    <a:pos x="T4" y="T5"/>
                  </a:cxn>
                  <a:cxn ang="0">
                    <a:pos x="T6" y="T7"/>
                  </a:cxn>
                  <a:cxn ang="0">
                    <a:pos x="T8" y="T9"/>
                  </a:cxn>
                </a:cxnLst>
                <a:rect l="0" t="0" r="r" b="b"/>
                <a:pathLst>
                  <a:path w="34" h="17">
                    <a:moveTo>
                      <a:pt x="33" y="8"/>
                    </a:moveTo>
                    <a:cubicBezTo>
                      <a:pt x="31" y="3"/>
                      <a:pt x="23" y="0"/>
                      <a:pt x="14" y="0"/>
                    </a:cubicBezTo>
                    <a:cubicBezTo>
                      <a:pt x="6" y="0"/>
                      <a:pt x="0" y="3"/>
                      <a:pt x="1" y="8"/>
                    </a:cubicBezTo>
                    <a:cubicBezTo>
                      <a:pt x="2" y="13"/>
                      <a:pt x="10" y="17"/>
                      <a:pt x="19" y="17"/>
                    </a:cubicBezTo>
                    <a:cubicBezTo>
                      <a:pt x="28" y="17"/>
                      <a:pt x="34"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16" name="Freeform 176"/>
              <p:cNvSpPr>
                <a:spLocks/>
              </p:cNvSpPr>
              <p:nvPr/>
            </p:nvSpPr>
            <p:spPr bwMode="auto">
              <a:xfrm>
                <a:off x="4924" y="2485"/>
                <a:ext cx="72" cy="35"/>
              </a:xfrm>
              <a:custGeom>
                <a:avLst/>
                <a:gdLst>
                  <a:gd name="T0" fmla="*/ 33 w 35"/>
                  <a:gd name="T1" fmla="*/ 8 h 17"/>
                  <a:gd name="T2" fmla="*/ 15 w 35"/>
                  <a:gd name="T3" fmla="*/ 0 h 17"/>
                  <a:gd name="T4" fmla="*/ 2 w 35"/>
                  <a:gd name="T5" fmla="*/ 8 h 17"/>
                  <a:gd name="T6" fmla="*/ 20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2" y="3"/>
                      <a:pt x="23" y="0"/>
                      <a:pt x="15" y="0"/>
                    </a:cubicBezTo>
                    <a:cubicBezTo>
                      <a:pt x="6" y="0"/>
                      <a:pt x="0" y="3"/>
                      <a:pt x="2" y="8"/>
                    </a:cubicBezTo>
                    <a:cubicBezTo>
                      <a:pt x="3" y="13"/>
                      <a:pt x="11" y="17"/>
                      <a:pt x="20" y="17"/>
                    </a:cubicBezTo>
                    <a:cubicBezTo>
                      <a:pt x="29" y="17"/>
                      <a:pt x="35"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17" name="Freeform 177"/>
              <p:cNvSpPr>
                <a:spLocks/>
              </p:cNvSpPr>
              <p:nvPr/>
            </p:nvSpPr>
            <p:spPr bwMode="auto">
              <a:xfrm>
                <a:off x="5005" y="2485"/>
                <a:ext cx="70" cy="35"/>
              </a:xfrm>
              <a:custGeom>
                <a:avLst/>
                <a:gdLst>
                  <a:gd name="T0" fmla="*/ 33 w 34"/>
                  <a:gd name="T1" fmla="*/ 8 h 17"/>
                  <a:gd name="T2" fmla="*/ 14 w 34"/>
                  <a:gd name="T3" fmla="*/ 0 h 17"/>
                  <a:gd name="T4" fmla="*/ 1 w 34"/>
                  <a:gd name="T5" fmla="*/ 8 h 17"/>
                  <a:gd name="T6" fmla="*/ 20 w 34"/>
                  <a:gd name="T7" fmla="*/ 17 h 17"/>
                  <a:gd name="T8" fmla="*/ 33 w 34"/>
                  <a:gd name="T9" fmla="*/ 8 h 17"/>
                </a:gdLst>
                <a:ahLst/>
                <a:cxnLst>
                  <a:cxn ang="0">
                    <a:pos x="T0" y="T1"/>
                  </a:cxn>
                  <a:cxn ang="0">
                    <a:pos x="T2" y="T3"/>
                  </a:cxn>
                  <a:cxn ang="0">
                    <a:pos x="T4" y="T5"/>
                  </a:cxn>
                  <a:cxn ang="0">
                    <a:pos x="T6" y="T7"/>
                  </a:cxn>
                  <a:cxn ang="0">
                    <a:pos x="T8" y="T9"/>
                  </a:cxn>
                </a:cxnLst>
                <a:rect l="0" t="0" r="r" b="b"/>
                <a:pathLst>
                  <a:path w="34" h="17">
                    <a:moveTo>
                      <a:pt x="33" y="8"/>
                    </a:moveTo>
                    <a:cubicBezTo>
                      <a:pt x="31" y="3"/>
                      <a:pt x="23" y="0"/>
                      <a:pt x="14" y="0"/>
                    </a:cubicBezTo>
                    <a:cubicBezTo>
                      <a:pt x="5" y="0"/>
                      <a:pt x="0" y="3"/>
                      <a:pt x="1" y="8"/>
                    </a:cubicBezTo>
                    <a:cubicBezTo>
                      <a:pt x="3" y="13"/>
                      <a:pt x="11" y="17"/>
                      <a:pt x="20" y="17"/>
                    </a:cubicBezTo>
                    <a:cubicBezTo>
                      <a:pt x="28" y="17"/>
                      <a:pt x="34"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18" name="Freeform 178"/>
              <p:cNvSpPr>
                <a:spLocks/>
              </p:cNvSpPr>
              <p:nvPr/>
            </p:nvSpPr>
            <p:spPr bwMode="auto">
              <a:xfrm>
                <a:off x="5083" y="2485"/>
                <a:ext cx="72" cy="35"/>
              </a:xfrm>
              <a:custGeom>
                <a:avLst/>
                <a:gdLst>
                  <a:gd name="T0" fmla="*/ 33 w 35"/>
                  <a:gd name="T1" fmla="*/ 8 h 17"/>
                  <a:gd name="T2" fmla="*/ 15 w 35"/>
                  <a:gd name="T3" fmla="*/ 0 h 17"/>
                  <a:gd name="T4" fmla="*/ 2 w 35"/>
                  <a:gd name="T5" fmla="*/ 8 h 17"/>
                  <a:gd name="T6" fmla="*/ 20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2" y="3"/>
                      <a:pt x="23" y="0"/>
                      <a:pt x="15" y="0"/>
                    </a:cubicBezTo>
                    <a:cubicBezTo>
                      <a:pt x="6" y="0"/>
                      <a:pt x="0" y="3"/>
                      <a:pt x="2" y="8"/>
                    </a:cubicBezTo>
                    <a:cubicBezTo>
                      <a:pt x="3" y="13"/>
                      <a:pt x="12" y="17"/>
                      <a:pt x="20" y="17"/>
                    </a:cubicBezTo>
                    <a:cubicBezTo>
                      <a:pt x="29" y="17"/>
                      <a:pt x="35"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19" name="Freeform 179"/>
              <p:cNvSpPr>
                <a:spLocks/>
              </p:cNvSpPr>
              <p:nvPr/>
            </p:nvSpPr>
            <p:spPr bwMode="auto">
              <a:xfrm>
                <a:off x="5163" y="2485"/>
                <a:ext cx="73" cy="35"/>
              </a:xfrm>
              <a:custGeom>
                <a:avLst/>
                <a:gdLst>
                  <a:gd name="T0" fmla="*/ 33 w 35"/>
                  <a:gd name="T1" fmla="*/ 8 h 17"/>
                  <a:gd name="T2" fmla="*/ 14 w 35"/>
                  <a:gd name="T3" fmla="*/ 0 h 17"/>
                  <a:gd name="T4" fmla="*/ 1 w 35"/>
                  <a:gd name="T5" fmla="*/ 8 h 17"/>
                  <a:gd name="T6" fmla="*/ 20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1" y="3"/>
                      <a:pt x="23" y="0"/>
                      <a:pt x="14" y="0"/>
                    </a:cubicBezTo>
                    <a:cubicBezTo>
                      <a:pt x="5" y="0"/>
                      <a:pt x="0" y="3"/>
                      <a:pt x="1" y="8"/>
                    </a:cubicBezTo>
                    <a:cubicBezTo>
                      <a:pt x="3" y="13"/>
                      <a:pt x="11" y="17"/>
                      <a:pt x="20" y="17"/>
                    </a:cubicBezTo>
                    <a:cubicBezTo>
                      <a:pt x="29" y="17"/>
                      <a:pt x="35"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20" name="Freeform 180"/>
              <p:cNvSpPr>
                <a:spLocks/>
              </p:cNvSpPr>
              <p:nvPr/>
            </p:nvSpPr>
            <p:spPr bwMode="auto">
              <a:xfrm>
                <a:off x="5242" y="2485"/>
                <a:ext cx="72" cy="35"/>
              </a:xfrm>
              <a:custGeom>
                <a:avLst/>
                <a:gdLst>
                  <a:gd name="T0" fmla="*/ 33 w 35"/>
                  <a:gd name="T1" fmla="*/ 8 h 17"/>
                  <a:gd name="T2" fmla="*/ 14 w 35"/>
                  <a:gd name="T3" fmla="*/ 0 h 17"/>
                  <a:gd name="T4" fmla="*/ 2 w 35"/>
                  <a:gd name="T5" fmla="*/ 8 h 17"/>
                  <a:gd name="T6" fmla="*/ 21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2" y="3"/>
                      <a:pt x="23" y="0"/>
                      <a:pt x="14" y="0"/>
                    </a:cubicBezTo>
                    <a:cubicBezTo>
                      <a:pt x="6" y="0"/>
                      <a:pt x="0" y="3"/>
                      <a:pt x="2" y="8"/>
                    </a:cubicBezTo>
                    <a:cubicBezTo>
                      <a:pt x="4" y="13"/>
                      <a:pt x="12" y="17"/>
                      <a:pt x="21" y="17"/>
                    </a:cubicBezTo>
                    <a:cubicBezTo>
                      <a:pt x="30" y="17"/>
                      <a:pt x="35"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21" name="Freeform 181"/>
              <p:cNvSpPr>
                <a:spLocks/>
              </p:cNvSpPr>
              <p:nvPr/>
            </p:nvSpPr>
            <p:spPr bwMode="auto">
              <a:xfrm>
                <a:off x="5322" y="2485"/>
                <a:ext cx="72" cy="35"/>
              </a:xfrm>
              <a:custGeom>
                <a:avLst/>
                <a:gdLst>
                  <a:gd name="T0" fmla="*/ 33 w 35"/>
                  <a:gd name="T1" fmla="*/ 8 h 17"/>
                  <a:gd name="T2" fmla="*/ 14 w 35"/>
                  <a:gd name="T3" fmla="*/ 0 h 17"/>
                  <a:gd name="T4" fmla="*/ 1 w 35"/>
                  <a:gd name="T5" fmla="*/ 8 h 17"/>
                  <a:gd name="T6" fmla="*/ 21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1" y="3"/>
                      <a:pt x="22" y="0"/>
                      <a:pt x="14" y="0"/>
                    </a:cubicBezTo>
                    <a:cubicBezTo>
                      <a:pt x="5" y="0"/>
                      <a:pt x="0" y="3"/>
                      <a:pt x="1" y="8"/>
                    </a:cubicBezTo>
                    <a:cubicBezTo>
                      <a:pt x="3" y="13"/>
                      <a:pt x="12" y="17"/>
                      <a:pt x="21" y="17"/>
                    </a:cubicBezTo>
                    <a:cubicBezTo>
                      <a:pt x="29" y="17"/>
                      <a:pt x="35"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22" name="Freeform 182"/>
              <p:cNvSpPr>
                <a:spLocks/>
              </p:cNvSpPr>
              <p:nvPr/>
            </p:nvSpPr>
            <p:spPr bwMode="auto">
              <a:xfrm>
                <a:off x="4456" y="2528"/>
                <a:ext cx="70" cy="38"/>
              </a:xfrm>
              <a:custGeom>
                <a:avLst/>
                <a:gdLst>
                  <a:gd name="T0" fmla="*/ 33 w 34"/>
                  <a:gd name="T1" fmla="*/ 9 h 18"/>
                  <a:gd name="T2" fmla="*/ 15 w 34"/>
                  <a:gd name="T3" fmla="*/ 0 h 18"/>
                  <a:gd name="T4" fmla="*/ 1 w 34"/>
                  <a:gd name="T5" fmla="*/ 9 h 18"/>
                  <a:gd name="T6" fmla="*/ 19 w 34"/>
                  <a:gd name="T7" fmla="*/ 18 h 18"/>
                  <a:gd name="T8" fmla="*/ 33 w 34"/>
                  <a:gd name="T9" fmla="*/ 9 h 18"/>
                </a:gdLst>
                <a:ahLst/>
                <a:cxnLst>
                  <a:cxn ang="0">
                    <a:pos x="T0" y="T1"/>
                  </a:cxn>
                  <a:cxn ang="0">
                    <a:pos x="T2" y="T3"/>
                  </a:cxn>
                  <a:cxn ang="0">
                    <a:pos x="T4" y="T5"/>
                  </a:cxn>
                  <a:cxn ang="0">
                    <a:pos x="T6" y="T7"/>
                  </a:cxn>
                  <a:cxn ang="0">
                    <a:pos x="T8" y="T9"/>
                  </a:cxn>
                </a:cxnLst>
                <a:rect l="0" t="0" r="r" b="b"/>
                <a:pathLst>
                  <a:path w="34" h="18">
                    <a:moveTo>
                      <a:pt x="33" y="9"/>
                    </a:moveTo>
                    <a:cubicBezTo>
                      <a:pt x="32" y="4"/>
                      <a:pt x="24" y="0"/>
                      <a:pt x="15" y="0"/>
                    </a:cubicBezTo>
                    <a:cubicBezTo>
                      <a:pt x="7" y="0"/>
                      <a:pt x="0" y="4"/>
                      <a:pt x="1" y="9"/>
                    </a:cubicBezTo>
                    <a:cubicBezTo>
                      <a:pt x="2" y="14"/>
                      <a:pt x="10" y="18"/>
                      <a:pt x="19" y="18"/>
                    </a:cubicBezTo>
                    <a:cubicBezTo>
                      <a:pt x="27" y="18"/>
                      <a:pt x="34" y="14"/>
                      <a:pt x="3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23" name="Freeform 183"/>
              <p:cNvSpPr>
                <a:spLocks/>
              </p:cNvSpPr>
              <p:nvPr/>
            </p:nvSpPr>
            <p:spPr bwMode="auto">
              <a:xfrm>
                <a:off x="4536" y="2528"/>
                <a:ext cx="70" cy="38"/>
              </a:xfrm>
              <a:custGeom>
                <a:avLst/>
                <a:gdLst>
                  <a:gd name="T0" fmla="*/ 33 w 34"/>
                  <a:gd name="T1" fmla="*/ 9 h 18"/>
                  <a:gd name="T2" fmla="*/ 15 w 34"/>
                  <a:gd name="T3" fmla="*/ 0 h 18"/>
                  <a:gd name="T4" fmla="*/ 1 w 34"/>
                  <a:gd name="T5" fmla="*/ 9 h 18"/>
                  <a:gd name="T6" fmla="*/ 19 w 34"/>
                  <a:gd name="T7" fmla="*/ 18 h 18"/>
                  <a:gd name="T8" fmla="*/ 33 w 34"/>
                  <a:gd name="T9" fmla="*/ 9 h 18"/>
                </a:gdLst>
                <a:ahLst/>
                <a:cxnLst>
                  <a:cxn ang="0">
                    <a:pos x="T0" y="T1"/>
                  </a:cxn>
                  <a:cxn ang="0">
                    <a:pos x="T2" y="T3"/>
                  </a:cxn>
                  <a:cxn ang="0">
                    <a:pos x="T4" y="T5"/>
                  </a:cxn>
                  <a:cxn ang="0">
                    <a:pos x="T6" y="T7"/>
                  </a:cxn>
                  <a:cxn ang="0">
                    <a:pos x="T8" y="T9"/>
                  </a:cxn>
                </a:cxnLst>
                <a:rect l="0" t="0" r="r" b="b"/>
                <a:pathLst>
                  <a:path w="34" h="18">
                    <a:moveTo>
                      <a:pt x="33" y="9"/>
                    </a:moveTo>
                    <a:cubicBezTo>
                      <a:pt x="32" y="4"/>
                      <a:pt x="24" y="0"/>
                      <a:pt x="15" y="0"/>
                    </a:cubicBezTo>
                    <a:cubicBezTo>
                      <a:pt x="6" y="0"/>
                      <a:pt x="0" y="4"/>
                      <a:pt x="1" y="9"/>
                    </a:cubicBezTo>
                    <a:cubicBezTo>
                      <a:pt x="2" y="14"/>
                      <a:pt x="10" y="18"/>
                      <a:pt x="19" y="18"/>
                    </a:cubicBezTo>
                    <a:cubicBezTo>
                      <a:pt x="28" y="18"/>
                      <a:pt x="34" y="14"/>
                      <a:pt x="3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24" name="Freeform 184"/>
              <p:cNvSpPr>
                <a:spLocks/>
              </p:cNvSpPr>
              <p:nvPr/>
            </p:nvSpPr>
            <p:spPr bwMode="auto">
              <a:xfrm>
                <a:off x="4617" y="2528"/>
                <a:ext cx="70" cy="38"/>
              </a:xfrm>
              <a:custGeom>
                <a:avLst/>
                <a:gdLst>
                  <a:gd name="T0" fmla="*/ 33 w 34"/>
                  <a:gd name="T1" fmla="*/ 9 h 18"/>
                  <a:gd name="T2" fmla="*/ 15 w 34"/>
                  <a:gd name="T3" fmla="*/ 0 h 18"/>
                  <a:gd name="T4" fmla="*/ 1 w 34"/>
                  <a:gd name="T5" fmla="*/ 9 h 18"/>
                  <a:gd name="T6" fmla="*/ 19 w 34"/>
                  <a:gd name="T7" fmla="*/ 18 h 18"/>
                  <a:gd name="T8" fmla="*/ 33 w 34"/>
                  <a:gd name="T9" fmla="*/ 9 h 18"/>
                </a:gdLst>
                <a:ahLst/>
                <a:cxnLst>
                  <a:cxn ang="0">
                    <a:pos x="T0" y="T1"/>
                  </a:cxn>
                  <a:cxn ang="0">
                    <a:pos x="T2" y="T3"/>
                  </a:cxn>
                  <a:cxn ang="0">
                    <a:pos x="T4" y="T5"/>
                  </a:cxn>
                  <a:cxn ang="0">
                    <a:pos x="T6" y="T7"/>
                  </a:cxn>
                  <a:cxn ang="0">
                    <a:pos x="T8" y="T9"/>
                  </a:cxn>
                </a:cxnLst>
                <a:rect l="0" t="0" r="r" b="b"/>
                <a:pathLst>
                  <a:path w="34" h="18">
                    <a:moveTo>
                      <a:pt x="33" y="9"/>
                    </a:moveTo>
                    <a:cubicBezTo>
                      <a:pt x="32" y="4"/>
                      <a:pt x="24" y="0"/>
                      <a:pt x="15" y="0"/>
                    </a:cubicBezTo>
                    <a:cubicBezTo>
                      <a:pt x="6" y="0"/>
                      <a:pt x="0" y="4"/>
                      <a:pt x="1" y="9"/>
                    </a:cubicBezTo>
                    <a:cubicBezTo>
                      <a:pt x="2" y="14"/>
                      <a:pt x="10" y="18"/>
                      <a:pt x="19" y="18"/>
                    </a:cubicBezTo>
                    <a:cubicBezTo>
                      <a:pt x="28" y="18"/>
                      <a:pt x="34" y="14"/>
                      <a:pt x="3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25" name="Freeform 185"/>
              <p:cNvSpPr>
                <a:spLocks/>
              </p:cNvSpPr>
              <p:nvPr/>
            </p:nvSpPr>
            <p:spPr bwMode="auto">
              <a:xfrm>
                <a:off x="4697" y="2528"/>
                <a:ext cx="70" cy="38"/>
              </a:xfrm>
              <a:custGeom>
                <a:avLst/>
                <a:gdLst>
                  <a:gd name="T0" fmla="*/ 33 w 34"/>
                  <a:gd name="T1" fmla="*/ 9 h 18"/>
                  <a:gd name="T2" fmla="*/ 15 w 34"/>
                  <a:gd name="T3" fmla="*/ 0 h 18"/>
                  <a:gd name="T4" fmla="*/ 1 w 34"/>
                  <a:gd name="T5" fmla="*/ 9 h 18"/>
                  <a:gd name="T6" fmla="*/ 19 w 34"/>
                  <a:gd name="T7" fmla="*/ 18 h 18"/>
                  <a:gd name="T8" fmla="*/ 33 w 34"/>
                  <a:gd name="T9" fmla="*/ 9 h 18"/>
                </a:gdLst>
                <a:ahLst/>
                <a:cxnLst>
                  <a:cxn ang="0">
                    <a:pos x="T0" y="T1"/>
                  </a:cxn>
                  <a:cxn ang="0">
                    <a:pos x="T2" y="T3"/>
                  </a:cxn>
                  <a:cxn ang="0">
                    <a:pos x="T4" y="T5"/>
                  </a:cxn>
                  <a:cxn ang="0">
                    <a:pos x="T6" y="T7"/>
                  </a:cxn>
                  <a:cxn ang="0">
                    <a:pos x="T8" y="T9"/>
                  </a:cxn>
                </a:cxnLst>
                <a:rect l="0" t="0" r="r" b="b"/>
                <a:pathLst>
                  <a:path w="34" h="18">
                    <a:moveTo>
                      <a:pt x="33" y="9"/>
                    </a:moveTo>
                    <a:cubicBezTo>
                      <a:pt x="32" y="4"/>
                      <a:pt x="23" y="0"/>
                      <a:pt x="15" y="0"/>
                    </a:cubicBezTo>
                    <a:cubicBezTo>
                      <a:pt x="6" y="0"/>
                      <a:pt x="0" y="4"/>
                      <a:pt x="1" y="9"/>
                    </a:cubicBezTo>
                    <a:cubicBezTo>
                      <a:pt x="2" y="14"/>
                      <a:pt x="10" y="18"/>
                      <a:pt x="19" y="18"/>
                    </a:cubicBezTo>
                    <a:cubicBezTo>
                      <a:pt x="28" y="18"/>
                      <a:pt x="34" y="14"/>
                      <a:pt x="3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26" name="Freeform 186"/>
              <p:cNvSpPr>
                <a:spLocks/>
              </p:cNvSpPr>
              <p:nvPr/>
            </p:nvSpPr>
            <p:spPr bwMode="auto">
              <a:xfrm>
                <a:off x="4778" y="2528"/>
                <a:ext cx="70" cy="38"/>
              </a:xfrm>
              <a:custGeom>
                <a:avLst/>
                <a:gdLst>
                  <a:gd name="T0" fmla="*/ 33 w 34"/>
                  <a:gd name="T1" fmla="*/ 9 h 18"/>
                  <a:gd name="T2" fmla="*/ 15 w 34"/>
                  <a:gd name="T3" fmla="*/ 0 h 18"/>
                  <a:gd name="T4" fmla="*/ 1 w 34"/>
                  <a:gd name="T5" fmla="*/ 9 h 18"/>
                  <a:gd name="T6" fmla="*/ 19 w 34"/>
                  <a:gd name="T7" fmla="*/ 18 h 18"/>
                  <a:gd name="T8" fmla="*/ 33 w 34"/>
                  <a:gd name="T9" fmla="*/ 9 h 18"/>
                </a:gdLst>
                <a:ahLst/>
                <a:cxnLst>
                  <a:cxn ang="0">
                    <a:pos x="T0" y="T1"/>
                  </a:cxn>
                  <a:cxn ang="0">
                    <a:pos x="T2" y="T3"/>
                  </a:cxn>
                  <a:cxn ang="0">
                    <a:pos x="T4" y="T5"/>
                  </a:cxn>
                  <a:cxn ang="0">
                    <a:pos x="T6" y="T7"/>
                  </a:cxn>
                  <a:cxn ang="0">
                    <a:pos x="T8" y="T9"/>
                  </a:cxn>
                </a:cxnLst>
                <a:rect l="0" t="0" r="r" b="b"/>
                <a:pathLst>
                  <a:path w="34" h="18">
                    <a:moveTo>
                      <a:pt x="33" y="9"/>
                    </a:moveTo>
                    <a:cubicBezTo>
                      <a:pt x="31" y="4"/>
                      <a:pt x="23" y="0"/>
                      <a:pt x="15" y="0"/>
                    </a:cubicBezTo>
                    <a:cubicBezTo>
                      <a:pt x="6" y="0"/>
                      <a:pt x="0" y="4"/>
                      <a:pt x="1" y="9"/>
                    </a:cubicBezTo>
                    <a:cubicBezTo>
                      <a:pt x="2" y="14"/>
                      <a:pt x="10" y="18"/>
                      <a:pt x="19" y="18"/>
                    </a:cubicBezTo>
                    <a:cubicBezTo>
                      <a:pt x="28" y="18"/>
                      <a:pt x="34" y="14"/>
                      <a:pt x="3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27" name="Freeform 187"/>
              <p:cNvSpPr>
                <a:spLocks/>
              </p:cNvSpPr>
              <p:nvPr/>
            </p:nvSpPr>
            <p:spPr bwMode="auto">
              <a:xfrm>
                <a:off x="4858" y="2528"/>
                <a:ext cx="70" cy="38"/>
              </a:xfrm>
              <a:custGeom>
                <a:avLst/>
                <a:gdLst>
                  <a:gd name="T0" fmla="*/ 33 w 34"/>
                  <a:gd name="T1" fmla="*/ 9 h 18"/>
                  <a:gd name="T2" fmla="*/ 14 w 34"/>
                  <a:gd name="T3" fmla="*/ 0 h 18"/>
                  <a:gd name="T4" fmla="*/ 1 w 34"/>
                  <a:gd name="T5" fmla="*/ 9 h 18"/>
                  <a:gd name="T6" fmla="*/ 19 w 34"/>
                  <a:gd name="T7" fmla="*/ 18 h 18"/>
                  <a:gd name="T8" fmla="*/ 33 w 34"/>
                  <a:gd name="T9" fmla="*/ 9 h 18"/>
                </a:gdLst>
                <a:ahLst/>
                <a:cxnLst>
                  <a:cxn ang="0">
                    <a:pos x="T0" y="T1"/>
                  </a:cxn>
                  <a:cxn ang="0">
                    <a:pos x="T2" y="T3"/>
                  </a:cxn>
                  <a:cxn ang="0">
                    <a:pos x="T4" y="T5"/>
                  </a:cxn>
                  <a:cxn ang="0">
                    <a:pos x="T6" y="T7"/>
                  </a:cxn>
                  <a:cxn ang="0">
                    <a:pos x="T8" y="T9"/>
                  </a:cxn>
                </a:cxnLst>
                <a:rect l="0" t="0" r="r" b="b"/>
                <a:pathLst>
                  <a:path w="34" h="18">
                    <a:moveTo>
                      <a:pt x="33" y="9"/>
                    </a:moveTo>
                    <a:cubicBezTo>
                      <a:pt x="31" y="4"/>
                      <a:pt x="23" y="0"/>
                      <a:pt x="14" y="0"/>
                    </a:cubicBezTo>
                    <a:cubicBezTo>
                      <a:pt x="6" y="0"/>
                      <a:pt x="0" y="4"/>
                      <a:pt x="1" y="9"/>
                    </a:cubicBezTo>
                    <a:cubicBezTo>
                      <a:pt x="2" y="14"/>
                      <a:pt x="10" y="18"/>
                      <a:pt x="19" y="18"/>
                    </a:cubicBezTo>
                    <a:cubicBezTo>
                      <a:pt x="28" y="18"/>
                      <a:pt x="34" y="14"/>
                      <a:pt x="3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28" name="Freeform 188"/>
              <p:cNvSpPr>
                <a:spLocks/>
              </p:cNvSpPr>
              <p:nvPr/>
            </p:nvSpPr>
            <p:spPr bwMode="auto">
              <a:xfrm>
                <a:off x="4936" y="2528"/>
                <a:ext cx="73" cy="38"/>
              </a:xfrm>
              <a:custGeom>
                <a:avLst/>
                <a:gdLst>
                  <a:gd name="T0" fmla="*/ 34 w 35"/>
                  <a:gd name="T1" fmla="*/ 9 h 18"/>
                  <a:gd name="T2" fmla="*/ 15 w 35"/>
                  <a:gd name="T3" fmla="*/ 0 h 18"/>
                  <a:gd name="T4" fmla="*/ 2 w 35"/>
                  <a:gd name="T5" fmla="*/ 9 h 18"/>
                  <a:gd name="T6" fmla="*/ 20 w 35"/>
                  <a:gd name="T7" fmla="*/ 18 h 18"/>
                  <a:gd name="T8" fmla="*/ 34 w 35"/>
                  <a:gd name="T9" fmla="*/ 9 h 18"/>
                </a:gdLst>
                <a:ahLst/>
                <a:cxnLst>
                  <a:cxn ang="0">
                    <a:pos x="T0" y="T1"/>
                  </a:cxn>
                  <a:cxn ang="0">
                    <a:pos x="T2" y="T3"/>
                  </a:cxn>
                  <a:cxn ang="0">
                    <a:pos x="T4" y="T5"/>
                  </a:cxn>
                  <a:cxn ang="0">
                    <a:pos x="T6" y="T7"/>
                  </a:cxn>
                  <a:cxn ang="0">
                    <a:pos x="T8" y="T9"/>
                  </a:cxn>
                </a:cxnLst>
                <a:rect l="0" t="0" r="r" b="b"/>
                <a:pathLst>
                  <a:path w="35" h="18">
                    <a:moveTo>
                      <a:pt x="34" y="9"/>
                    </a:moveTo>
                    <a:cubicBezTo>
                      <a:pt x="32" y="4"/>
                      <a:pt x="24" y="0"/>
                      <a:pt x="15" y="0"/>
                    </a:cubicBezTo>
                    <a:cubicBezTo>
                      <a:pt x="6" y="0"/>
                      <a:pt x="0" y="4"/>
                      <a:pt x="2" y="9"/>
                    </a:cubicBezTo>
                    <a:cubicBezTo>
                      <a:pt x="3" y="14"/>
                      <a:pt x="12" y="18"/>
                      <a:pt x="20" y="18"/>
                    </a:cubicBezTo>
                    <a:cubicBezTo>
                      <a:pt x="29" y="18"/>
                      <a:pt x="35" y="14"/>
                      <a:pt x="3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29" name="Freeform 189"/>
              <p:cNvSpPr>
                <a:spLocks/>
              </p:cNvSpPr>
              <p:nvPr/>
            </p:nvSpPr>
            <p:spPr bwMode="auto">
              <a:xfrm>
                <a:off x="5017" y="2528"/>
                <a:ext cx="72" cy="38"/>
              </a:xfrm>
              <a:custGeom>
                <a:avLst/>
                <a:gdLst>
                  <a:gd name="T0" fmla="*/ 34 w 35"/>
                  <a:gd name="T1" fmla="*/ 9 h 18"/>
                  <a:gd name="T2" fmla="*/ 15 w 35"/>
                  <a:gd name="T3" fmla="*/ 0 h 18"/>
                  <a:gd name="T4" fmla="*/ 2 w 35"/>
                  <a:gd name="T5" fmla="*/ 9 h 18"/>
                  <a:gd name="T6" fmla="*/ 21 w 35"/>
                  <a:gd name="T7" fmla="*/ 18 h 18"/>
                  <a:gd name="T8" fmla="*/ 34 w 35"/>
                  <a:gd name="T9" fmla="*/ 9 h 18"/>
                </a:gdLst>
                <a:ahLst/>
                <a:cxnLst>
                  <a:cxn ang="0">
                    <a:pos x="T0" y="T1"/>
                  </a:cxn>
                  <a:cxn ang="0">
                    <a:pos x="T2" y="T3"/>
                  </a:cxn>
                  <a:cxn ang="0">
                    <a:pos x="T4" y="T5"/>
                  </a:cxn>
                  <a:cxn ang="0">
                    <a:pos x="T6" y="T7"/>
                  </a:cxn>
                  <a:cxn ang="0">
                    <a:pos x="T8" y="T9"/>
                  </a:cxn>
                </a:cxnLst>
                <a:rect l="0" t="0" r="r" b="b"/>
                <a:pathLst>
                  <a:path w="35" h="18">
                    <a:moveTo>
                      <a:pt x="34" y="9"/>
                    </a:moveTo>
                    <a:cubicBezTo>
                      <a:pt x="32" y="4"/>
                      <a:pt x="24" y="0"/>
                      <a:pt x="15" y="0"/>
                    </a:cubicBezTo>
                    <a:cubicBezTo>
                      <a:pt x="6" y="0"/>
                      <a:pt x="0" y="4"/>
                      <a:pt x="2" y="9"/>
                    </a:cubicBezTo>
                    <a:cubicBezTo>
                      <a:pt x="3" y="14"/>
                      <a:pt x="12" y="18"/>
                      <a:pt x="21" y="18"/>
                    </a:cubicBezTo>
                    <a:cubicBezTo>
                      <a:pt x="29" y="18"/>
                      <a:pt x="35" y="14"/>
                      <a:pt x="3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30" name="Freeform 190"/>
              <p:cNvSpPr>
                <a:spLocks/>
              </p:cNvSpPr>
              <p:nvPr/>
            </p:nvSpPr>
            <p:spPr bwMode="auto">
              <a:xfrm>
                <a:off x="5097" y="2528"/>
                <a:ext cx="73" cy="38"/>
              </a:xfrm>
              <a:custGeom>
                <a:avLst/>
                <a:gdLst>
                  <a:gd name="T0" fmla="*/ 34 w 35"/>
                  <a:gd name="T1" fmla="*/ 9 h 18"/>
                  <a:gd name="T2" fmla="*/ 15 w 35"/>
                  <a:gd name="T3" fmla="*/ 0 h 18"/>
                  <a:gd name="T4" fmla="*/ 2 w 35"/>
                  <a:gd name="T5" fmla="*/ 9 h 18"/>
                  <a:gd name="T6" fmla="*/ 21 w 35"/>
                  <a:gd name="T7" fmla="*/ 18 h 18"/>
                  <a:gd name="T8" fmla="*/ 34 w 35"/>
                  <a:gd name="T9" fmla="*/ 9 h 18"/>
                </a:gdLst>
                <a:ahLst/>
                <a:cxnLst>
                  <a:cxn ang="0">
                    <a:pos x="T0" y="T1"/>
                  </a:cxn>
                  <a:cxn ang="0">
                    <a:pos x="T2" y="T3"/>
                  </a:cxn>
                  <a:cxn ang="0">
                    <a:pos x="T4" y="T5"/>
                  </a:cxn>
                  <a:cxn ang="0">
                    <a:pos x="T6" y="T7"/>
                  </a:cxn>
                  <a:cxn ang="0">
                    <a:pos x="T8" y="T9"/>
                  </a:cxn>
                </a:cxnLst>
                <a:rect l="0" t="0" r="r" b="b"/>
                <a:pathLst>
                  <a:path w="35" h="18">
                    <a:moveTo>
                      <a:pt x="34" y="9"/>
                    </a:moveTo>
                    <a:cubicBezTo>
                      <a:pt x="32" y="4"/>
                      <a:pt x="23" y="0"/>
                      <a:pt x="15" y="0"/>
                    </a:cubicBezTo>
                    <a:cubicBezTo>
                      <a:pt x="6" y="0"/>
                      <a:pt x="0" y="4"/>
                      <a:pt x="2" y="9"/>
                    </a:cubicBezTo>
                    <a:cubicBezTo>
                      <a:pt x="3" y="14"/>
                      <a:pt x="12" y="18"/>
                      <a:pt x="21" y="18"/>
                    </a:cubicBezTo>
                    <a:cubicBezTo>
                      <a:pt x="29" y="18"/>
                      <a:pt x="35" y="14"/>
                      <a:pt x="3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31" name="Freeform 191"/>
              <p:cNvSpPr>
                <a:spLocks/>
              </p:cNvSpPr>
              <p:nvPr/>
            </p:nvSpPr>
            <p:spPr bwMode="auto">
              <a:xfrm>
                <a:off x="5178" y="2528"/>
                <a:ext cx="72" cy="38"/>
              </a:xfrm>
              <a:custGeom>
                <a:avLst/>
                <a:gdLst>
                  <a:gd name="T0" fmla="*/ 34 w 35"/>
                  <a:gd name="T1" fmla="*/ 9 h 18"/>
                  <a:gd name="T2" fmla="*/ 15 w 35"/>
                  <a:gd name="T3" fmla="*/ 0 h 18"/>
                  <a:gd name="T4" fmla="*/ 2 w 35"/>
                  <a:gd name="T5" fmla="*/ 9 h 18"/>
                  <a:gd name="T6" fmla="*/ 21 w 35"/>
                  <a:gd name="T7" fmla="*/ 18 h 18"/>
                  <a:gd name="T8" fmla="*/ 34 w 35"/>
                  <a:gd name="T9" fmla="*/ 9 h 18"/>
                </a:gdLst>
                <a:ahLst/>
                <a:cxnLst>
                  <a:cxn ang="0">
                    <a:pos x="T0" y="T1"/>
                  </a:cxn>
                  <a:cxn ang="0">
                    <a:pos x="T2" y="T3"/>
                  </a:cxn>
                  <a:cxn ang="0">
                    <a:pos x="T4" y="T5"/>
                  </a:cxn>
                  <a:cxn ang="0">
                    <a:pos x="T6" y="T7"/>
                  </a:cxn>
                  <a:cxn ang="0">
                    <a:pos x="T8" y="T9"/>
                  </a:cxn>
                </a:cxnLst>
                <a:rect l="0" t="0" r="r" b="b"/>
                <a:pathLst>
                  <a:path w="35" h="18">
                    <a:moveTo>
                      <a:pt x="34" y="9"/>
                    </a:moveTo>
                    <a:cubicBezTo>
                      <a:pt x="32" y="4"/>
                      <a:pt x="23" y="0"/>
                      <a:pt x="15" y="0"/>
                    </a:cubicBezTo>
                    <a:cubicBezTo>
                      <a:pt x="6" y="0"/>
                      <a:pt x="0" y="4"/>
                      <a:pt x="2" y="9"/>
                    </a:cubicBezTo>
                    <a:cubicBezTo>
                      <a:pt x="3" y="14"/>
                      <a:pt x="12" y="18"/>
                      <a:pt x="21" y="18"/>
                    </a:cubicBezTo>
                    <a:cubicBezTo>
                      <a:pt x="30" y="18"/>
                      <a:pt x="35" y="14"/>
                      <a:pt x="3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32" name="Freeform 192"/>
              <p:cNvSpPr>
                <a:spLocks/>
              </p:cNvSpPr>
              <p:nvPr/>
            </p:nvSpPr>
            <p:spPr bwMode="auto">
              <a:xfrm>
                <a:off x="5258" y="2528"/>
                <a:ext cx="73" cy="38"/>
              </a:xfrm>
              <a:custGeom>
                <a:avLst/>
                <a:gdLst>
                  <a:gd name="T0" fmla="*/ 34 w 35"/>
                  <a:gd name="T1" fmla="*/ 9 h 18"/>
                  <a:gd name="T2" fmla="*/ 14 w 35"/>
                  <a:gd name="T3" fmla="*/ 0 h 18"/>
                  <a:gd name="T4" fmla="*/ 2 w 35"/>
                  <a:gd name="T5" fmla="*/ 9 h 18"/>
                  <a:gd name="T6" fmla="*/ 21 w 35"/>
                  <a:gd name="T7" fmla="*/ 18 h 18"/>
                  <a:gd name="T8" fmla="*/ 34 w 35"/>
                  <a:gd name="T9" fmla="*/ 9 h 18"/>
                </a:gdLst>
                <a:ahLst/>
                <a:cxnLst>
                  <a:cxn ang="0">
                    <a:pos x="T0" y="T1"/>
                  </a:cxn>
                  <a:cxn ang="0">
                    <a:pos x="T2" y="T3"/>
                  </a:cxn>
                  <a:cxn ang="0">
                    <a:pos x="T4" y="T5"/>
                  </a:cxn>
                  <a:cxn ang="0">
                    <a:pos x="T6" y="T7"/>
                  </a:cxn>
                  <a:cxn ang="0">
                    <a:pos x="T8" y="T9"/>
                  </a:cxn>
                </a:cxnLst>
                <a:rect l="0" t="0" r="r" b="b"/>
                <a:pathLst>
                  <a:path w="35" h="18">
                    <a:moveTo>
                      <a:pt x="34" y="9"/>
                    </a:moveTo>
                    <a:cubicBezTo>
                      <a:pt x="32" y="4"/>
                      <a:pt x="23" y="0"/>
                      <a:pt x="14" y="0"/>
                    </a:cubicBezTo>
                    <a:cubicBezTo>
                      <a:pt x="6" y="0"/>
                      <a:pt x="0" y="4"/>
                      <a:pt x="2" y="9"/>
                    </a:cubicBezTo>
                    <a:cubicBezTo>
                      <a:pt x="4" y="14"/>
                      <a:pt x="12" y="18"/>
                      <a:pt x="21" y="18"/>
                    </a:cubicBezTo>
                    <a:cubicBezTo>
                      <a:pt x="30" y="18"/>
                      <a:pt x="35" y="14"/>
                      <a:pt x="3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33" name="Freeform 193"/>
              <p:cNvSpPr>
                <a:spLocks/>
              </p:cNvSpPr>
              <p:nvPr/>
            </p:nvSpPr>
            <p:spPr bwMode="auto">
              <a:xfrm>
                <a:off x="5339" y="2528"/>
                <a:ext cx="72" cy="38"/>
              </a:xfrm>
              <a:custGeom>
                <a:avLst/>
                <a:gdLst>
                  <a:gd name="T0" fmla="*/ 33 w 35"/>
                  <a:gd name="T1" fmla="*/ 9 h 18"/>
                  <a:gd name="T2" fmla="*/ 14 w 35"/>
                  <a:gd name="T3" fmla="*/ 0 h 18"/>
                  <a:gd name="T4" fmla="*/ 2 w 35"/>
                  <a:gd name="T5" fmla="*/ 9 h 18"/>
                  <a:gd name="T6" fmla="*/ 21 w 35"/>
                  <a:gd name="T7" fmla="*/ 18 h 18"/>
                  <a:gd name="T8" fmla="*/ 33 w 35"/>
                  <a:gd name="T9" fmla="*/ 9 h 18"/>
                </a:gdLst>
                <a:ahLst/>
                <a:cxnLst>
                  <a:cxn ang="0">
                    <a:pos x="T0" y="T1"/>
                  </a:cxn>
                  <a:cxn ang="0">
                    <a:pos x="T2" y="T3"/>
                  </a:cxn>
                  <a:cxn ang="0">
                    <a:pos x="T4" y="T5"/>
                  </a:cxn>
                  <a:cxn ang="0">
                    <a:pos x="T6" y="T7"/>
                  </a:cxn>
                  <a:cxn ang="0">
                    <a:pos x="T8" y="T9"/>
                  </a:cxn>
                </a:cxnLst>
                <a:rect l="0" t="0" r="r" b="b"/>
                <a:pathLst>
                  <a:path w="35" h="18">
                    <a:moveTo>
                      <a:pt x="33" y="9"/>
                    </a:moveTo>
                    <a:cubicBezTo>
                      <a:pt x="32" y="4"/>
                      <a:pt x="23" y="0"/>
                      <a:pt x="14" y="0"/>
                    </a:cubicBezTo>
                    <a:cubicBezTo>
                      <a:pt x="5" y="0"/>
                      <a:pt x="0" y="4"/>
                      <a:pt x="2" y="9"/>
                    </a:cubicBezTo>
                    <a:cubicBezTo>
                      <a:pt x="4" y="14"/>
                      <a:pt x="12" y="18"/>
                      <a:pt x="21" y="18"/>
                    </a:cubicBezTo>
                    <a:cubicBezTo>
                      <a:pt x="30" y="18"/>
                      <a:pt x="35" y="14"/>
                      <a:pt x="3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34" name="Freeform 194"/>
              <p:cNvSpPr>
                <a:spLocks/>
              </p:cNvSpPr>
              <p:nvPr/>
            </p:nvSpPr>
            <p:spPr bwMode="auto">
              <a:xfrm>
                <a:off x="4464" y="2574"/>
                <a:ext cx="70" cy="39"/>
              </a:xfrm>
              <a:custGeom>
                <a:avLst/>
                <a:gdLst>
                  <a:gd name="T0" fmla="*/ 33 w 34"/>
                  <a:gd name="T1" fmla="*/ 10 h 19"/>
                  <a:gd name="T2" fmla="*/ 15 w 34"/>
                  <a:gd name="T3" fmla="*/ 0 h 19"/>
                  <a:gd name="T4" fmla="*/ 1 w 34"/>
                  <a:gd name="T5" fmla="*/ 10 h 19"/>
                  <a:gd name="T6" fmla="*/ 19 w 34"/>
                  <a:gd name="T7" fmla="*/ 19 h 19"/>
                  <a:gd name="T8" fmla="*/ 33 w 34"/>
                  <a:gd name="T9" fmla="*/ 10 h 19"/>
                </a:gdLst>
                <a:ahLst/>
                <a:cxnLst>
                  <a:cxn ang="0">
                    <a:pos x="T0" y="T1"/>
                  </a:cxn>
                  <a:cxn ang="0">
                    <a:pos x="T2" y="T3"/>
                  </a:cxn>
                  <a:cxn ang="0">
                    <a:pos x="T4" y="T5"/>
                  </a:cxn>
                  <a:cxn ang="0">
                    <a:pos x="T6" y="T7"/>
                  </a:cxn>
                  <a:cxn ang="0">
                    <a:pos x="T8" y="T9"/>
                  </a:cxn>
                </a:cxnLst>
                <a:rect l="0" t="0" r="r" b="b"/>
                <a:pathLst>
                  <a:path w="34" h="19">
                    <a:moveTo>
                      <a:pt x="33" y="10"/>
                    </a:moveTo>
                    <a:cubicBezTo>
                      <a:pt x="32" y="4"/>
                      <a:pt x="24" y="0"/>
                      <a:pt x="15" y="0"/>
                    </a:cubicBezTo>
                    <a:cubicBezTo>
                      <a:pt x="7" y="0"/>
                      <a:pt x="0" y="4"/>
                      <a:pt x="1" y="10"/>
                    </a:cubicBezTo>
                    <a:cubicBezTo>
                      <a:pt x="2" y="15"/>
                      <a:pt x="10" y="19"/>
                      <a:pt x="19" y="19"/>
                    </a:cubicBezTo>
                    <a:cubicBezTo>
                      <a:pt x="28" y="19"/>
                      <a:pt x="34" y="15"/>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35" name="Freeform 195"/>
              <p:cNvSpPr>
                <a:spLocks/>
              </p:cNvSpPr>
              <p:nvPr/>
            </p:nvSpPr>
            <p:spPr bwMode="auto">
              <a:xfrm>
                <a:off x="4544" y="2574"/>
                <a:ext cx="73" cy="39"/>
              </a:xfrm>
              <a:custGeom>
                <a:avLst/>
                <a:gdLst>
                  <a:gd name="T0" fmla="*/ 34 w 35"/>
                  <a:gd name="T1" fmla="*/ 10 h 19"/>
                  <a:gd name="T2" fmla="*/ 16 w 35"/>
                  <a:gd name="T3" fmla="*/ 0 h 19"/>
                  <a:gd name="T4" fmla="*/ 1 w 35"/>
                  <a:gd name="T5" fmla="*/ 10 h 19"/>
                  <a:gd name="T6" fmla="*/ 19 w 35"/>
                  <a:gd name="T7" fmla="*/ 19 h 19"/>
                  <a:gd name="T8" fmla="*/ 34 w 35"/>
                  <a:gd name="T9" fmla="*/ 10 h 19"/>
                </a:gdLst>
                <a:ahLst/>
                <a:cxnLst>
                  <a:cxn ang="0">
                    <a:pos x="T0" y="T1"/>
                  </a:cxn>
                  <a:cxn ang="0">
                    <a:pos x="T2" y="T3"/>
                  </a:cxn>
                  <a:cxn ang="0">
                    <a:pos x="T4" y="T5"/>
                  </a:cxn>
                  <a:cxn ang="0">
                    <a:pos x="T6" y="T7"/>
                  </a:cxn>
                  <a:cxn ang="0">
                    <a:pos x="T8" y="T9"/>
                  </a:cxn>
                </a:cxnLst>
                <a:rect l="0" t="0" r="r" b="b"/>
                <a:pathLst>
                  <a:path w="35" h="19">
                    <a:moveTo>
                      <a:pt x="34" y="10"/>
                    </a:moveTo>
                    <a:cubicBezTo>
                      <a:pt x="32" y="4"/>
                      <a:pt x="24" y="0"/>
                      <a:pt x="16" y="0"/>
                    </a:cubicBezTo>
                    <a:cubicBezTo>
                      <a:pt x="7" y="0"/>
                      <a:pt x="0" y="4"/>
                      <a:pt x="1" y="10"/>
                    </a:cubicBezTo>
                    <a:cubicBezTo>
                      <a:pt x="2" y="15"/>
                      <a:pt x="10" y="19"/>
                      <a:pt x="19" y="19"/>
                    </a:cubicBezTo>
                    <a:cubicBezTo>
                      <a:pt x="28" y="19"/>
                      <a:pt x="35" y="15"/>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36" name="Freeform 196"/>
              <p:cNvSpPr>
                <a:spLocks/>
              </p:cNvSpPr>
              <p:nvPr/>
            </p:nvSpPr>
            <p:spPr bwMode="auto">
              <a:xfrm>
                <a:off x="4627" y="2574"/>
                <a:ext cx="70" cy="39"/>
              </a:xfrm>
              <a:custGeom>
                <a:avLst/>
                <a:gdLst>
                  <a:gd name="T0" fmla="*/ 33 w 34"/>
                  <a:gd name="T1" fmla="*/ 10 h 19"/>
                  <a:gd name="T2" fmla="*/ 15 w 34"/>
                  <a:gd name="T3" fmla="*/ 0 h 19"/>
                  <a:gd name="T4" fmla="*/ 1 w 34"/>
                  <a:gd name="T5" fmla="*/ 10 h 19"/>
                  <a:gd name="T6" fmla="*/ 19 w 34"/>
                  <a:gd name="T7" fmla="*/ 19 h 19"/>
                  <a:gd name="T8" fmla="*/ 33 w 34"/>
                  <a:gd name="T9" fmla="*/ 10 h 19"/>
                </a:gdLst>
                <a:ahLst/>
                <a:cxnLst>
                  <a:cxn ang="0">
                    <a:pos x="T0" y="T1"/>
                  </a:cxn>
                  <a:cxn ang="0">
                    <a:pos x="T2" y="T3"/>
                  </a:cxn>
                  <a:cxn ang="0">
                    <a:pos x="T4" y="T5"/>
                  </a:cxn>
                  <a:cxn ang="0">
                    <a:pos x="T6" y="T7"/>
                  </a:cxn>
                  <a:cxn ang="0">
                    <a:pos x="T8" y="T9"/>
                  </a:cxn>
                </a:cxnLst>
                <a:rect l="0" t="0" r="r" b="b"/>
                <a:pathLst>
                  <a:path w="34" h="19">
                    <a:moveTo>
                      <a:pt x="33" y="10"/>
                    </a:moveTo>
                    <a:cubicBezTo>
                      <a:pt x="32" y="4"/>
                      <a:pt x="24" y="0"/>
                      <a:pt x="15" y="0"/>
                    </a:cubicBezTo>
                    <a:cubicBezTo>
                      <a:pt x="6" y="0"/>
                      <a:pt x="0" y="4"/>
                      <a:pt x="1" y="10"/>
                    </a:cubicBezTo>
                    <a:cubicBezTo>
                      <a:pt x="2" y="15"/>
                      <a:pt x="10" y="19"/>
                      <a:pt x="19" y="19"/>
                    </a:cubicBezTo>
                    <a:cubicBezTo>
                      <a:pt x="28" y="19"/>
                      <a:pt x="34" y="15"/>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37" name="Freeform 197"/>
              <p:cNvSpPr>
                <a:spLocks/>
              </p:cNvSpPr>
              <p:nvPr/>
            </p:nvSpPr>
            <p:spPr bwMode="auto">
              <a:xfrm>
                <a:off x="4707" y="2574"/>
                <a:ext cx="73" cy="39"/>
              </a:xfrm>
              <a:custGeom>
                <a:avLst/>
                <a:gdLst>
                  <a:gd name="T0" fmla="*/ 33 w 35"/>
                  <a:gd name="T1" fmla="*/ 10 h 19"/>
                  <a:gd name="T2" fmla="*/ 15 w 35"/>
                  <a:gd name="T3" fmla="*/ 0 h 19"/>
                  <a:gd name="T4" fmla="*/ 1 w 35"/>
                  <a:gd name="T5" fmla="*/ 10 h 19"/>
                  <a:gd name="T6" fmla="*/ 19 w 35"/>
                  <a:gd name="T7" fmla="*/ 19 h 19"/>
                  <a:gd name="T8" fmla="*/ 33 w 35"/>
                  <a:gd name="T9" fmla="*/ 10 h 19"/>
                </a:gdLst>
                <a:ahLst/>
                <a:cxnLst>
                  <a:cxn ang="0">
                    <a:pos x="T0" y="T1"/>
                  </a:cxn>
                  <a:cxn ang="0">
                    <a:pos x="T2" y="T3"/>
                  </a:cxn>
                  <a:cxn ang="0">
                    <a:pos x="T4" y="T5"/>
                  </a:cxn>
                  <a:cxn ang="0">
                    <a:pos x="T6" y="T7"/>
                  </a:cxn>
                  <a:cxn ang="0">
                    <a:pos x="T8" y="T9"/>
                  </a:cxn>
                </a:cxnLst>
                <a:rect l="0" t="0" r="r" b="b"/>
                <a:pathLst>
                  <a:path w="35" h="19">
                    <a:moveTo>
                      <a:pt x="33" y="10"/>
                    </a:moveTo>
                    <a:cubicBezTo>
                      <a:pt x="32" y="4"/>
                      <a:pt x="24" y="0"/>
                      <a:pt x="15" y="0"/>
                    </a:cubicBezTo>
                    <a:cubicBezTo>
                      <a:pt x="6" y="0"/>
                      <a:pt x="0" y="4"/>
                      <a:pt x="1" y="10"/>
                    </a:cubicBezTo>
                    <a:cubicBezTo>
                      <a:pt x="2" y="15"/>
                      <a:pt x="11" y="19"/>
                      <a:pt x="19" y="19"/>
                    </a:cubicBezTo>
                    <a:cubicBezTo>
                      <a:pt x="28" y="19"/>
                      <a:pt x="35" y="15"/>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38" name="Freeform 198"/>
              <p:cNvSpPr>
                <a:spLocks/>
              </p:cNvSpPr>
              <p:nvPr/>
            </p:nvSpPr>
            <p:spPr bwMode="auto">
              <a:xfrm>
                <a:off x="4788" y="2574"/>
                <a:ext cx="72" cy="39"/>
              </a:xfrm>
              <a:custGeom>
                <a:avLst/>
                <a:gdLst>
                  <a:gd name="T0" fmla="*/ 34 w 35"/>
                  <a:gd name="T1" fmla="*/ 10 h 19"/>
                  <a:gd name="T2" fmla="*/ 15 w 35"/>
                  <a:gd name="T3" fmla="*/ 0 h 19"/>
                  <a:gd name="T4" fmla="*/ 2 w 35"/>
                  <a:gd name="T5" fmla="*/ 10 h 19"/>
                  <a:gd name="T6" fmla="*/ 20 w 35"/>
                  <a:gd name="T7" fmla="*/ 19 h 19"/>
                  <a:gd name="T8" fmla="*/ 34 w 35"/>
                  <a:gd name="T9" fmla="*/ 10 h 19"/>
                </a:gdLst>
                <a:ahLst/>
                <a:cxnLst>
                  <a:cxn ang="0">
                    <a:pos x="T0" y="T1"/>
                  </a:cxn>
                  <a:cxn ang="0">
                    <a:pos x="T2" y="T3"/>
                  </a:cxn>
                  <a:cxn ang="0">
                    <a:pos x="T4" y="T5"/>
                  </a:cxn>
                  <a:cxn ang="0">
                    <a:pos x="T6" y="T7"/>
                  </a:cxn>
                  <a:cxn ang="0">
                    <a:pos x="T8" y="T9"/>
                  </a:cxn>
                </a:cxnLst>
                <a:rect l="0" t="0" r="r" b="b"/>
                <a:pathLst>
                  <a:path w="35" h="19">
                    <a:moveTo>
                      <a:pt x="34" y="10"/>
                    </a:moveTo>
                    <a:cubicBezTo>
                      <a:pt x="32" y="4"/>
                      <a:pt x="24" y="0"/>
                      <a:pt x="15" y="0"/>
                    </a:cubicBezTo>
                    <a:cubicBezTo>
                      <a:pt x="6" y="0"/>
                      <a:pt x="0" y="4"/>
                      <a:pt x="2" y="10"/>
                    </a:cubicBezTo>
                    <a:cubicBezTo>
                      <a:pt x="3" y="15"/>
                      <a:pt x="11" y="19"/>
                      <a:pt x="20" y="19"/>
                    </a:cubicBezTo>
                    <a:cubicBezTo>
                      <a:pt x="29" y="19"/>
                      <a:pt x="35" y="15"/>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39" name="Freeform 199"/>
              <p:cNvSpPr>
                <a:spLocks/>
              </p:cNvSpPr>
              <p:nvPr/>
            </p:nvSpPr>
            <p:spPr bwMode="auto">
              <a:xfrm>
                <a:off x="4870" y="2574"/>
                <a:ext cx="71" cy="39"/>
              </a:xfrm>
              <a:custGeom>
                <a:avLst/>
                <a:gdLst>
                  <a:gd name="T0" fmla="*/ 33 w 34"/>
                  <a:gd name="T1" fmla="*/ 10 h 19"/>
                  <a:gd name="T2" fmla="*/ 14 w 34"/>
                  <a:gd name="T3" fmla="*/ 0 h 19"/>
                  <a:gd name="T4" fmla="*/ 1 w 34"/>
                  <a:gd name="T5" fmla="*/ 10 h 19"/>
                  <a:gd name="T6" fmla="*/ 20 w 34"/>
                  <a:gd name="T7" fmla="*/ 19 h 19"/>
                  <a:gd name="T8" fmla="*/ 33 w 34"/>
                  <a:gd name="T9" fmla="*/ 10 h 19"/>
                </a:gdLst>
                <a:ahLst/>
                <a:cxnLst>
                  <a:cxn ang="0">
                    <a:pos x="T0" y="T1"/>
                  </a:cxn>
                  <a:cxn ang="0">
                    <a:pos x="T2" y="T3"/>
                  </a:cxn>
                  <a:cxn ang="0">
                    <a:pos x="T4" y="T5"/>
                  </a:cxn>
                  <a:cxn ang="0">
                    <a:pos x="T6" y="T7"/>
                  </a:cxn>
                  <a:cxn ang="0">
                    <a:pos x="T8" y="T9"/>
                  </a:cxn>
                </a:cxnLst>
                <a:rect l="0" t="0" r="r" b="b"/>
                <a:pathLst>
                  <a:path w="34" h="19">
                    <a:moveTo>
                      <a:pt x="33" y="10"/>
                    </a:moveTo>
                    <a:cubicBezTo>
                      <a:pt x="32" y="4"/>
                      <a:pt x="23" y="0"/>
                      <a:pt x="14" y="0"/>
                    </a:cubicBezTo>
                    <a:cubicBezTo>
                      <a:pt x="6" y="0"/>
                      <a:pt x="0" y="4"/>
                      <a:pt x="1" y="10"/>
                    </a:cubicBezTo>
                    <a:cubicBezTo>
                      <a:pt x="2" y="15"/>
                      <a:pt x="11" y="19"/>
                      <a:pt x="20" y="19"/>
                    </a:cubicBezTo>
                    <a:cubicBezTo>
                      <a:pt x="28" y="19"/>
                      <a:pt x="34" y="15"/>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40" name="Freeform 200"/>
              <p:cNvSpPr>
                <a:spLocks/>
              </p:cNvSpPr>
              <p:nvPr/>
            </p:nvSpPr>
            <p:spPr bwMode="auto">
              <a:xfrm>
                <a:off x="4951" y="2574"/>
                <a:ext cx="72" cy="39"/>
              </a:xfrm>
              <a:custGeom>
                <a:avLst/>
                <a:gdLst>
                  <a:gd name="T0" fmla="*/ 33 w 35"/>
                  <a:gd name="T1" fmla="*/ 10 h 19"/>
                  <a:gd name="T2" fmla="*/ 15 w 35"/>
                  <a:gd name="T3" fmla="*/ 0 h 19"/>
                  <a:gd name="T4" fmla="*/ 1 w 35"/>
                  <a:gd name="T5" fmla="*/ 10 h 19"/>
                  <a:gd name="T6" fmla="*/ 20 w 35"/>
                  <a:gd name="T7" fmla="*/ 19 h 19"/>
                  <a:gd name="T8" fmla="*/ 33 w 35"/>
                  <a:gd name="T9" fmla="*/ 10 h 19"/>
                </a:gdLst>
                <a:ahLst/>
                <a:cxnLst>
                  <a:cxn ang="0">
                    <a:pos x="T0" y="T1"/>
                  </a:cxn>
                  <a:cxn ang="0">
                    <a:pos x="T2" y="T3"/>
                  </a:cxn>
                  <a:cxn ang="0">
                    <a:pos x="T4" y="T5"/>
                  </a:cxn>
                  <a:cxn ang="0">
                    <a:pos x="T6" y="T7"/>
                  </a:cxn>
                  <a:cxn ang="0">
                    <a:pos x="T8" y="T9"/>
                  </a:cxn>
                </a:cxnLst>
                <a:rect l="0" t="0" r="r" b="b"/>
                <a:pathLst>
                  <a:path w="35" h="19">
                    <a:moveTo>
                      <a:pt x="33" y="10"/>
                    </a:moveTo>
                    <a:cubicBezTo>
                      <a:pt x="32" y="4"/>
                      <a:pt x="23" y="0"/>
                      <a:pt x="15" y="0"/>
                    </a:cubicBezTo>
                    <a:cubicBezTo>
                      <a:pt x="6" y="0"/>
                      <a:pt x="0" y="4"/>
                      <a:pt x="1" y="10"/>
                    </a:cubicBezTo>
                    <a:cubicBezTo>
                      <a:pt x="3" y="15"/>
                      <a:pt x="11" y="19"/>
                      <a:pt x="20" y="19"/>
                    </a:cubicBezTo>
                    <a:cubicBezTo>
                      <a:pt x="29" y="19"/>
                      <a:pt x="35" y="15"/>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41" name="Freeform 201"/>
              <p:cNvSpPr>
                <a:spLocks/>
              </p:cNvSpPr>
              <p:nvPr/>
            </p:nvSpPr>
            <p:spPr bwMode="auto">
              <a:xfrm>
                <a:off x="5031" y="2574"/>
                <a:ext cx="73" cy="39"/>
              </a:xfrm>
              <a:custGeom>
                <a:avLst/>
                <a:gdLst>
                  <a:gd name="T0" fmla="*/ 34 w 35"/>
                  <a:gd name="T1" fmla="*/ 10 h 19"/>
                  <a:gd name="T2" fmla="*/ 15 w 35"/>
                  <a:gd name="T3" fmla="*/ 0 h 19"/>
                  <a:gd name="T4" fmla="*/ 2 w 35"/>
                  <a:gd name="T5" fmla="*/ 10 h 19"/>
                  <a:gd name="T6" fmla="*/ 21 w 35"/>
                  <a:gd name="T7" fmla="*/ 19 h 19"/>
                  <a:gd name="T8" fmla="*/ 34 w 35"/>
                  <a:gd name="T9" fmla="*/ 10 h 19"/>
                </a:gdLst>
                <a:ahLst/>
                <a:cxnLst>
                  <a:cxn ang="0">
                    <a:pos x="T0" y="T1"/>
                  </a:cxn>
                  <a:cxn ang="0">
                    <a:pos x="T2" y="T3"/>
                  </a:cxn>
                  <a:cxn ang="0">
                    <a:pos x="T4" y="T5"/>
                  </a:cxn>
                  <a:cxn ang="0">
                    <a:pos x="T6" y="T7"/>
                  </a:cxn>
                  <a:cxn ang="0">
                    <a:pos x="T8" y="T9"/>
                  </a:cxn>
                </a:cxnLst>
                <a:rect l="0" t="0" r="r" b="b"/>
                <a:pathLst>
                  <a:path w="35" h="19">
                    <a:moveTo>
                      <a:pt x="34" y="10"/>
                    </a:moveTo>
                    <a:cubicBezTo>
                      <a:pt x="32" y="4"/>
                      <a:pt x="24" y="0"/>
                      <a:pt x="15" y="0"/>
                    </a:cubicBezTo>
                    <a:cubicBezTo>
                      <a:pt x="6" y="0"/>
                      <a:pt x="0" y="4"/>
                      <a:pt x="2" y="10"/>
                    </a:cubicBezTo>
                    <a:cubicBezTo>
                      <a:pt x="3" y="15"/>
                      <a:pt x="12" y="19"/>
                      <a:pt x="21" y="19"/>
                    </a:cubicBezTo>
                    <a:cubicBezTo>
                      <a:pt x="29" y="19"/>
                      <a:pt x="35" y="15"/>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42" name="Freeform 202"/>
              <p:cNvSpPr>
                <a:spLocks/>
              </p:cNvSpPr>
              <p:nvPr/>
            </p:nvSpPr>
            <p:spPr bwMode="auto">
              <a:xfrm>
                <a:off x="5112" y="2574"/>
                <a:ext cx="74" cy="39"/>
              </a:xfrm>
              <a:custGeom>
                <a:avLst/>
                <a:gdLst>
                  <a:gd name="T0" fmla="*/ 34 w 36"/>
                  <a:gd name="T1" fmla="*/ 10 h 19"/>
                  <a:gd name="T2" fmla="*/ 15 w 36"/>
                  <a:gd name="T3" fmla="*/ 0 h 19"/>
                  <a:gd name="T4" fmla="*/ 2 w 36"/>
                  <a:gd name="T5" fmla="*/ 10 h 19"/>
                  <a:gd name="T6" fmla="*/ 21 w 36"/>
                  <a:gd name="T7" fmla="*/ 19 h 19"/>
                  <a:gd name="T8" fmla="*/ 34 w 36"/>
                  <a:gd name="T9" fmla="*/ 10 h 19"/>
                </a:gdLst>
                <a:ahLst/>
                <a:cxnLst>
                  <a:cxn ang="0">
                    <a:pos x="T0" y="T1"/>
                  </a:cxn>
                  <a:cxn ang="0">
                    <a:pos x="T2" y="T3"/>
                  </a:cxn>
                  <a:cxn ang="0">
                    <a:pos x="T4" y="T5"/>
                  </a:cxn>
                  <a:cxn ang="0">
                    <a:pos x="T6" y="T7"/>
                  </a:cxn>
                  <a:cxn ang="0">
                    <a:pos x="T8" y="T9"/>
                  </a:cxn>
                </a:cxnLst>
                <a:rect l="0" t="0" r="r" b="b"/>
                <a:pathLst>
                  <a:path w="36" h="19">
                    <a:moveTo>
                      <a:pt x="34" y="10"/>
                    </a:moveTo>
                    <a:cubicBezTo>
                      <a:pt x="32" y="4"/>
                      <a:pt x="24" y="0"/>
                      <a:pt x="15" y="0"/>
                    </a:cubicBezTo>
                    <a:cubicBezTo>
                      <a:pt x="6" y="0"/>
                      <a:pt x="0" y="4"/>
                      <a:pt x="2" y="10"/>
                    </a:cubicBezTo>
                    <a:cubicBezTo>
                      <a:pt x="4" y="15"/>
                      <a:pt x="12" y="19"/>
                      <a:pt x="21" y="19"/>
                    </a:cubicBezTo>
                    <a:cubicBezTo>
                      <a:pt x="30" y="19"/>
                      <a:pt x="36" y="15"/>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43" name="Freeform 203"/>
              <p:cNvSpPr>
                <a:spLocks/>
              </p:cNvSpPr>
              <p:nvPr/>
            </p:nvSpPr>
            <p:spPr bwMode="auto">
              <a:xfrm>
                <a:off x="5194" y="2574"/>
                <a:ext cx="73" cy="39"/>
              </a:xfrm>
              <a:custGeom>
                <a:avLst/>
                <a:gdLst>
                  <a:gd name="T0" fmla="*/ 33 w 35"/>
                  <a:gd name="T1" fmla="*/ 10 h 19"/>
                  <a:gd name="T2" fmla="*/ 14 w 35"/>
                  <a:gd name="T3" fmla="*/ 0 h 19"/>
                  <a:gd name="T4" fmla="*/ 1 w 35"/>
                  <a:gd name="T5" fmla="*/ 10 h 19"/>
                  <a:gd name="T6" fmla="*/ 21 w 35"/>
                  <a:gd name="T7" fmla="*/ 19 h 19"/>
                  <a:gd name="T8" fmla="*/ 33 w 35"/>
                  <a:gd name="T9" fmla="*/ 10 h 19"/>
                </a:gdLst>
                <a:ahLst/>
                <a:cxnLst>
                  <a:cxn ang="0">
                    <a:pos x="T0" y="T1"/>
                  </a:cxn>
                  <a:cxn ang="0">
                    <a:pos x="T2" y="T3"/>
                  </a:cxn>
                  <a:cxn ang="0">
                    <a:pos x="T4" y="T5"/>
                  </a:cxn>
                  <a:cxn ang="0">
                    <a:pos x="T6" y="T7"/>
                  </a:cxn>
                  <a:cxn ang="0">
                    <a:pos x="T8" y="T9"/>
                  </a:cxn>
                </a:cxnLst>
                <a:rect l="0" t="0" r="r" b="b"/>
                <a:pathLst>
                  <a:path w="35" h="19">
                    <a:moveTo>
                      <a:pt x="33" y="10"/>
                    </a:moveTo>
                    <a:cubicBezTo>
                      <a:pt x="32" y="4"/>
                      <a:pt x="23" y="0"/>
                      <a:pt x="14" y="0"/>
                    </a:cubicBezTo>
                    <a:cubicBezTo>
                      <a:pt x="5" y="0"/>
                      <a:pt x="0" y="4"/>
                      <a:pt x="1" y="10"/>
                    </a:cubicBezTo>
                    <a:cubicBezTo>
                      <a:pt x="3" y="15"/>
                      <a:pt x="12" y="19"/>
                      <a:pt x="21" y="19"/>
                    </a:cubicBezTo>
                    <a:cubicBezTo>
                      <a:pt x="29" y="19"/>
                      <a:pt x="35" y="15"/>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44" name="Freeform 204"/>
              <p:cNvSpPr>
                <a:spLocks/>
              </p:cNvSpPr>
              <p:nvPr/>
            </p:nvSpPr>
            <p:spPr bwMode="auto">
              <a:xfrm>
                <a:off x="5275" y="2574"/>
                <a:ext cx="74" cy="39"/>
              </a:xfrm>
              <a:custGeom>
                <a:avLst/>
                <a:gdLst>
                  <a:gd name="T0" fmla="*/ 34 w 36"/>
                  <a:gd name="T1" fmla="*/ 10 h 19"/>
                  <a:gd name="T2" fmla="*/ 14 w 36"/>
                  <a:gd name="T3" fmla="*/ 0 h 19"/>
                  <a:gd name="T4" fmla="*/ 2 w 36"/>
                  <a:gd name="T5" fmla="*/ 10 h 19"/>
                  <a:gd name="T6" fmla="*/ 21 w 36"/>
                  <a:gd name="T7" fmla="*/ 19 h 19"/>
                  <a:gd name="T8" fmla="*/ 34 w 36"/>
                  <a:gd name="T9" fmla="*/ 10 h 19"/>
                </a:gdLst>
                <a:ahLst/>
                <a:cxnLst>
                  <a:cxn ang="0">
                    <a:pos x="T0" y="T1"/>
                  </a:cxn>
                  <a:cxn ang="0">
                    <a:pos x="T2" y="T3"/>
                  </a:cxn>
                  <a:cxn ang="0">
                    <a:pos x="T4" y="T5"/>
                  </a:cxn>
                  <a:cxn ang="0">
                    <a:pos x="T6" y="T7"/>
                  </a:cxn>
                  <a:cxn ang="0">
                    <a:pos x="T8" y="T9"/>
                  </a:cxn>
                </a:cxnLst>
                <a:rect l="0" t="0" r="r" b="b"/>
                <a:pathLst>
                  <a:path w="36" h="19">
                    <a:moveTo>
                      <a:pt x="34" y="10"/>
                    </a:moveTo>
                    <a:cubicBezTo>
                      <a:pt x="32" y="4"/>
                      <a:pt x="23" y="0"/>
                      <a:pt x="14" y="0"/>
                    </a:cubicBezTo>
                    <a:cubicBezTo>
                      <a:pt x="6" y="0"/>
                      <a:pt x="0" y="4"/>
                      <a:pt x="2" y="10"/>
                    </a:cubicBezTo>
                    <a:cubicBezTo>
                      <a:pt x="4" y="15"/>
                      <a:pt x="12" y="19"/>
                      <a:pt x="21" y="19"/>
                    </a:cubicBezTo>
                    <a:cubicBezTo>
                      <a:pt x="30" y="19"/>
                      <a:pt x="36" y="15"/>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72" name="Group 406"/>
            <p:cNvGrpSpPr>
              <a:grpSpLocks/>
            </p:cNvGrpSpPr>
            <p:nvPr/>
          </p:nvGrpSpPr>
          <p:grpSpPr bwMode="auto">
            <a:xfrm>
              <a:off x="6624638" y="3324226"/>
              <a:ext cx="3530600" cy="900113"/>
              <a:chOff x="4173" y="2094"/>
              <a:chExt cx="2224" cy="567"/>
            </a:xfrm>
            <a:grpFill/>
          </p:grpSpPr>
          <p:sp>
            <p:nvSpPr>
              <p:cNvPr id="645" name="Freeform 206"/>
              <p:cNvSpPr>
                <a:spLocks/>
              </p:cNvSpPr>
              <p:nvPr/>
            </p:nvSpPr>
            <p:spPr bwMode="auto">
              <a:xfrm>
                <a:off x="5355" y="2574"/>
                <a:ext cx="75" cy="39"/>
              </a:xfrm>
              <a:custGeom>
                <a:avLst/>
                <a:gdLst>
                  <a:gd name="T0" fmla="*/ 34 w 36"/>
                  <a:gd name="T1" fmla="*/ 10 h 19"/>
                  <a:gd name="T2" fmla="*/ 15 w 36"/>
                  <a:gd name="T3" fmla="*/ 0 h 19"/>
                  <a:gd name="T4" fmla="*/ 2 w 36"/>
                  <a:gd name="T5" fmla="*/ 10 h 19"/>
                  <a:gd name="T6" fmla="*/ 22 w 36"/>
                  <a:gd name="T7" fmla="*/ 19 h 19"/>
                  <a:gd name="T8" fmla="*/ 34 w 36"/>
                  <a:gd name="T9" fmla="*/ 10 h 19"/>
                </a:gdLst>
                <a:ahLst/>
                <a:cxnLst>
                  <a:cxn ang="0">
                    <a:pos x="T0" y="T1"/>
                  </a:cxn>
                  <a:cxn ang="0">
                    <a:pos x="T2" y="T3"/>
                  </a:cxn>
                  <a:cxn ang="0">
                    <a:pos x="T4" y="T5"/>
                  </a:cxn>
                  <a:cxn ang="0">
                    <a:pos x="T6" y="T7"/>
                  </a:cxn>
                  <a:cxn ang="0">
                    <a:pos x="T8" y="T9"/>
                  </a:cxn>
                </a:cxnLst>
                <a:rect l="0" t="0" r="r" b="b"/>
                <a:pathLst>
                  <a:path w="36" h="19">
                    <a:moveTo>
                      <a:pt x="34" y="10"/>
                    </a:moveTo>
                    <a:cubicBezTo>
                      <a:pt x="32" y="4"/>
                      <a:pt x="23" y="0"/>
                      <a:pt x="15" y="0"/>
                    </a:cubicBezTo>
                    <a:cubicBezTo>
                      <a:pt x="6" y="0"/>
                      <a:pt x="0" y="4"/>
                      <a:pt x="2" y="10"/>
                    </a:cubicBezTo>
                    <a:cubicBezTo>
                      <a:pt x="4" y="15"/>
                      <a:pt x="13" y="19"/>
                      <a:pt x="22" y="19"/>
                    </a:cubicBezTo>
                    <a:cubicBezTo>
                      <a:pt x="31" y="19"/>
                      <a:pt x="36" y="15"/>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46" name="Freeform 207"/>
              <p:cNvSpPr>
                <a:spLocks/>
              </p:cNvSpPr>
              <p:nvPr/>
            </p:nvSpPr>
            <p:spPr bwMode="auto">
              <a:xfrm>
                <a:off x="4472" y="2621"/>
                <a:ext cx="72" cy="40"/>
              </a:xfrm>
              <a:custGeom>
                <a:avLst/>
                <a:gdLst>
                  <a:gd name="T0" fmla="*/ 34 w 35"/>
                  <a:gd name="T1" fmla="*/ 10 h 19"/>
                  <a:gd name="T2" fmla="*/ 16 w 35"/>
                  <a:gd name="T3" fmla="*/ 0 h 19"/>
                  <a:gd name="T4" fmla="*/ 1 w 35"/>
                  <a:gd name="T5" fmla="*/ 10 h 19"/>
                  <a:gd name="T6" fmla="*/ 19 w 35"/>
                  <a:gd name="T7" fmla="*/ 19 h 19"/>
                  <a:gd name="T8" fmla="*/ 34 w 35"/>
                  <a:gd name="T9" fmla="*/ 10 h 19"/>
                </a:gdLst>
                <a:ahLst/>
                <a:cxnLst>
                  <a:cxn ang="0">
                    <a:pos x="T0" y="T1"/>
                  </a:cxn>
                  <a:cxn ang="0">
                    <a:pos x="T2" y="T3"/>
                  </a:cxn>
                  <a:cxn ang="0">
                    <a:pos x="T4" y="T5"/>
                  </a:cxn>
                  <a:cxn ang="0">
                    <a:pos x="T6" y="T7"/>
                  </a:cxn>
                  <a:cxn ang="0">
                    <a:pos x="T8" y="T9"/>
                  </a:cxn>
                </a:cxnLst>
                <a:rect l="0" t="0" r="r" b="b"/>
                <a:pathLst>
                  <a:path w="35" h="19">
                    <a:moveTo>
                      <a:pt x="34" y="10"/>
                    </a:moveTo>
                    <a:cubicBezTo>
                      <a:pt x="33" y="4"/>
                      <a:pt x="25" y="0"/>
                      <a:pt x="16" y="0"/>
                    </a:cubicBezTo>
                    <a:cubicBezTo>
                      <a:pt x="7" y="0"/>
                      <a:pt x="0" y="4"/>
                      <a:pt x="1" y="10"/>
                    </a:cubicBezTo>
                    <a:cubicBezTo>
                      <a:pt x="2" y="15"/>
                      <a:pt x="10" y="19"/>
                      <a:pt x="19" y="19"/>
                    </a:cubicBezTo>
                    <a:cubicBezTo>
                      <a:pt x="28" y="19"/>
                      <a:pt x="35" y="15"/>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47" name="Freeform 208"/>
              <p:cNvSpPr>
                <a:spLocks/>
              </p:cNvSpPr>
              <p:nvPr/>
            </p:nvSpPr>
            <p:spPr bwMode="auto">
              <a:xfrm>
                <a:off x="4555" y="2621"/>
                <a:ext cx="70" cy="40"/>
              </a:xfrm>
              <a:custGeom>
                <a:avLst/>
                <a:gdLst>
                  <a:gd name="T0" fmla="*/ 33 w 34"/>
                  <a:gd name="T1" fmla="*/ 10 h 19"/>
                  <a:gd name="T2" fmla="*/ 15 w 34"/>
                  <a:gd name="T3" fmla="*/ 0 h 19"/>
                  <a:gd name="T4" fmla="*/ 1 w 34"/>
                  <a:gd name="T5" fmla="*/ 10 h 19"/>
                  <a:gd name="T6" fmla="*/ 19 w 34"/>
                  <a:gd name="T7" fmla="*/ 19 h 19"/>
                  <a:gd name="T8" fmla="*/ 33 w 34"/>
                  <a:gd name="T9" fmla="*/ 10 h 19"/>
                </a:gdLst>
                <a:ahLst/>
                <a:cxnLst>
                  <a:cxn ang="0">
                    <a:pos x="T0" y="T1"/>
                  </a:cxn>
                  <a:cxn ang="0">
                    <a:pos x="T2" y="T3"/>
                  </a:cxn>
                  <a:cxn ang="0">
                    <a:pos x="T4" y="T5"/>
                  </a:cxn>
                  <a:cxn ang="0">
                    <a:pos x="T6" y="T7"/>
                  </a:cxn>
                  <a:cxn ang="0">
                    <a:pos x="T8" y="T9"/>
                  </a:cxn>
                </a:cxnLst>
                <a:rect l="0" t="0" r="r" b="b"/>
                <a:pathLst>
                  <a:path w="34" h="19">
                    <a:moveTo>
                      <a:pt x="33" y="10"/>
                    </a:moveTo>
                    <a:cubicBezTo>
                      <a:pt x="32" y="4"/>
                      <a:pt x="24" y="0"/>
                      <a:pt x="15" y="0"/>
                    </a:cubicBezTo>
                    <a:cubicBezTo>
                      <a:pt x="6" y="0"/>
                      <a:pt x="0" y="4"/>
                      <a:pt x="1" y="10"/>
                    </a:cubicBezTo>
                    <a:cubicBezTo>
                      <a:pt x="2" y="15"/>
                      <a:pt x="10" y="19"/>
                      <a:pt x="19" y="19"/>
                    </a:cubicBezTo>
                    <a:cubicBezTo>
                      <a:pt x="28" y="19"/>
                      <a:pt x="34" y="15"/>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48" name="Freeform 209"/>
              <p:cNvSpPr>
                <a:spLocks/>
              </p:cNvSpPr>
              <p:nvPr/>
            </p:nvSpPr>
            <p:spPr bwMode="auto">
              <a:xfrm>
                <a:off x="4637" y="2621"/>
                <a:ext cx="70" cy="40"/>
              </a:xfrm>
              <a:custGeom>
                <a:avLst/>
                <a:gdLst>
                  <a:gd name="T0" fmla="*/ 33 w 34"/>
                  <a:gd name="T1" fmla="*/ 10 h 19"/>
                  <a:gd name="T2" fmla="*/ 15 w 34"/>
                  <a:gd name="T3" fmla="*/ 0 h 19"/>
                  <a:gd name="T4" fmla="*/ 1 w 34"/>
                  <a:gd name="T5" fmla="*/ 10 h 19"/>
                  <a:gd name="T6" fmla="*/ 19 w 34"/>
                  <a:gd name="T7" fmla="*/ 19 h 19"/>
                  <a:gd name="T8" fmla="*/ 33 w 34"/>
                  <a:gd name="T9" fmla="*/ 10 h 19"/>
                </a:gdLst>
                <a:ahLst/>
                <a:cxnLst>
                  <a:cxn ang="0">
                    <a:pos x="T0" y="T1"/>
                  </a:cxn>
                  <a:cxn ang="0">
                    <a:pos x="T2" y="T3"/>
                  </a:cxn>
                  <a:cxn ang="0">
                    <a:pos x="T4" y="T5"/>
                  </a:cxn>
                  <a:cxn ang="0">
                    <a:pos x="T6" y="T7"/>
                  </a:cxn>
                  <a:cxn ang="0">
                    <a:pos x="T8" y="T9"/>
                  </a:cxn>
                </a:cxnLst>
                <a:rect l="0" t="0" r="r" b="b"/>
                <a:pathLst>
                  <a:path w="34" h="19">
                    <a:moveTo>
                      <a:pt x="33" y="10"/>
                    </a:moveTo>
                    <a:cubicBezTo>
                      <a:pt x="32" y="4"/>
                      <a:pt x="24" y="0"/>
                      <a:pt x="15" y="0"/>
                    </a:cubicBezTo>
                    <a:cubicBezTo>
                      <a:pt x="6" y="0"/>
                      <a:pt x="0" y="4"/>
                      <a:pt x="1" y="10"/>
                    </a:cubicBezTo>
                    <a:cubicBezTo>
                      <a:pt x="2" y="15"/>
                      <a:pt x="10" y="19"/>
                      <a:pt x="19" y="19"/>
                    </a:cubicBezTo>
                    <a:cubicBezTo>
                      <a:pt x="28" y="19"/>
                      <a:pt x="34" y="15"/>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49" name="Freeform 210"/>
              <p:cNvSpPr>
                <a:spLocks/>
              </p:cNvSpPr>
              <p:nvPr/>
            </p:nvSpPr>
            <p:spPr bwMode="auto">
              <a:xfrm>
                <a:off x="4718" y="2621"/>
                <a:ext cx="72" cy="40"/>
              </a:xfrm>
              <a:custGeom>
                <a:avLst/>
                <a:gdLst>
                  <a:gd name="T0" fmla="*/ 34 w 35"/>
                  <a:gd name="T1" fmla="*/ 10 h 19"/>
                  <a:gd name="T2" fmla="*/ 15 w 35"/>
                  <a:gd name="T3" fmla="*/ 0 h 19"/>
                  <a:gd name="T4" fmla="*/ 1 w 35"/>
                  <a:gd name="T5" fmla="*/ 10 h 19"/>
                  <a:gd name="T6" fmla="*/ 20 w 35"/>
                  <a:gd name="T7" fmla="*/ 19 h 19"/>
                  <a:gd name="T8" fmla="*/ 34 w 35"/>
                  <a:gd name="T9" fmla="*/ 10 h 19"/>
                </a:gdLst>
                <a:ahLst/>
                <a:cxnLst>
                  <a:cxn ang="0">
                    <a:pos x="T0" y="T1"/>
                  </a:cxn>
                  <a:cxn ang="0">
                    <a:pos x="T2" y="T3"/>
                  </a:cxn>
                  <a:cxn ang="0">
                    <a:pos x="T4" y="T5"/>
                  </a:cxn>
                  <a:cxn ang="0">
                    <a:pos x="T6" y="T7"/>
                  </a:cxn>
                  <a:cxn ang="0">
                    <a:pos x="T8" y="T9"/>
                  </a:cxn>
                </a:cxnLst>
                <a:rect l="0" t="0" r="r" b="b"/>
                <a:pathLst>
                  <a:path w="35" h="19">
                    <a:moveTo>
                      <a:pt x="34" y="10"/>
                    </a:moveTo>
                    <a:cubicBezTo>
                      <a:pt x="33" y="4"/>
                      <a:pt x="24" y="0"/>
                      <a:pt x="15" y="0"/>
                    </a:cubicBezTo>
                    <a:cubicBezTo>
                      <a:pt x="6" y="0"/>
                      <a:pt x="0" y="4"/>
                      <a:pt x="1" y="10"/>
                    </a:cubicBezTo>
                    <a:cubicBezTo>
                      <a:pt x="3" y="15"/>
                      <a:pt x="11" y="19"/>
                      <a:pt x="20" y="19"/>
                    </a:cubicBezTo>
                    <a:cubicBezTo>
                      <a:pt x="29" y="19"/>
                      <a:pt x="35" y="15"/>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50" name="Freeform 211"/>
              <p:cNvSpPr>
                <a:spLocks/>
              </p:cNvSpPr>
              <p:nvPr/>
            </p:nvSpPr>
            <p:spPr bwMode="auto">
              <a:xfrm>
                <a:off x="4800" y="2621"/>
                <a:ext cx="73" cy="40"/>
              </a:xfrm>
              <a:custGeom>
                <a:avLst/>
                <a:gdLst>
                  <a:gd name="T0" fmla="*/ 34 w 35"/>
                  <a:gd name="T1" fmla="*/ 10 h 19"/>
                  <a:gd name="T2" fmla="*/ 15 w 35"/>
                  <a:gd name="T3" fmla="*/ 0 h 19"/>
                  <a:gd name="T4" fmla="*/ 1 w 35"/>
                  <a:gd name="T5" fmla="*/ 10 h 19"/>
                  <a:gd name="T6" fmla="*/ 20 w 35"/>
                  <a:gd name="T7" fmla="*/ 19 h 19"/>
                  <a:gd name="T8" fmla="*/ 34 w 35"/>
                  <a:gd name="T9" fmla="*/ 10 h 19"/>
                </a:gdLst>
                <a:ahLst/>
                <a:cxnLst>
                  <a:cxn ang="0">
                    <a:pos x="T0" y="T1"/>
                  </a:cxn>
                  <a:cxn ang="0">
                    <a:pos x="T2" y="T3"/>
                  </a:cxn>
                  <a:cxn ang="0">
                    <a:pos x="T4" y="T5"/>
                  </a:cxn>
                  <a:cxn ang="0">
                    <a:pos x="T6" y="T7"/>
                  </a:cxn>
                  <a:cxn ang="0">
                    <a:pos x="T8" y="T9"/>
                  </a:cxn>
                </a:cxnLst>
                <a:rect l="0" t="0" r="r" b="b"/>
                <a:pathLst>
                  <a:path w="35" h="19">
                    <a:moveTo>
                      <a:pt x="34" y="10"/>
                    </a:moveTo>
                    <a:cubicBezTo>
                      <a:pt x="32" y="4"/>
                      <a:pt x="24" y="0"/>
                      <a:pt x="15" y="0"/>
                    </a:cubicBezTo>
                    <a:cubicBezTo>
                      <a:pt x="6" y="0"/>
                      <a:pt x="0" y="4"/>
                      <a:pt x="1" y="10"/>
                    </a:cubicBezTo>
                    <a:cubicBezTo>
                      <a:pt x="3" y="15"/>
                      <a:pt x="11" y="19"/>
                      <a:pt x="20" y="19"/>
                    </a:cubicBezTo>
                    <a:cubicBezTo>
                      <a:pt x="29" y="19"/>
                      <a:pt x="35" y="15"/>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51" name="Freeform 212"/>
              <p:cNvSpPr>
                <a:spLocks/>
              </p:cNvSpPr>
              <p:nvPr/>
            </p:nvSpPr>
            <p:spPr bwMode="auto">
              <a:xfrm>
                <a:off x="4883" y="2621"/>
                <a:ext cx="72" cy="40"/>
              </a:xfrm>
              <a:custGeom>
                <a:avLst/>
                <a:gdLst>
                  <a:gd name="T0" fmla="*/ 33 w 35"/>
                  <a:gd name="T1" fmla="*/ 10 h 19"/>
                  <a:gd name="T2" fmla="*/ 15 w 35"/>
                  <a:gd name="T3" fmla="*/ 0 h 19"/>
                  <a:gd name="T4" fmla="*/ 1 w 35"/>
                  <a:gd name="T5" fmla="*/ 10 h 19"/>
                  <a:gd name="T6" fmla="*/ 20 w 35"/>
                  <a:gd name="T7" fmla="*/ 19 h 19"/>
                  <a:gd name="T8" fmla="*/ 33 w 35"/>
                  <a:gd name="T9" fmla="*/ 10 h 19"/>
                </a:gdLst>
                <a:ahLst/>
                <a:cxnLst>
                  <a:cxn ang="0">
                    <a:pos x="T0" y="T1"/>
                  </a:cxn>
                  <a:cxn ang="0">
                    <a:pos x="T2" y="T3"/>
                  </a:cxn>
                  <a:cxn ang="0">
                    <a:pos x="T4" y="T5"/>
                  </a:cxn>
                  <a:cxn ang="0">
                    <a:pos x="T6" y="T7"/>
                  </a:cxn>
                  <a:cxn ang="0">
                    <a:pos x="T8" y="T9"/>
                  </a:cxn>
                </a:cxnLst>
                <a:rect l="0" t="0" r="r" b="b"/>
                <a:pathLst>
                  <a:path w="35" h="19">
                    <a:moveTo>
                      <a:pt x="33" y="10"/>
                    </a:moveTo>
                    <a:cubicBezTo>
                      <a:pt x="32" y="4"/>
                      <a:pt x="24" y="0"/>
                      <a:pt x="15" y="0"/>
                    </a:cubicBezTo>
                    <a:cubicBezTo>
                      <a:pt x="6" y="0"/>
                      <a:pt x="0" y="4"/>
                      <a:pt x="1" y="10"/>
                    </a:cubicBezTo>
                    <a:cubicBezTo>
                      <a:pt x="2" y="15"/>
                      <a:pt x="11" y="19"/>
                      <a:pt x="20" y="19"/>
                    </a:cubicBezTo>
                    <a:cubicBezTo>
                      <a:pt x="29" y="19"/>
                      <a:pt x="35" y="15"/>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52" name="Freeform 213"/>
              <p:cNvSpPr>
                <a:spLocks/>
              </p:cNvSpPr>
              <p:nvPr/>
            </p:nvSpPr>
            <p:spPr bwMode="auto">
              <a:xfrm>
                <a:off x="4963" y="2621"/>
                <a:ext cx="75" cy="40"/>
              </a:xfrm>
              <a:custGeom>
                <a:avLst/>
                <a:gdLst>
                  <a:gd name="T0" fmla="*/ 34 w 36"/>
                  <a:gd name="T1" fmla="*/ 10 h 19"/>
                  <a:gd name="T2" fmla="*/ 15 w 36"/>
                  <a:gd name="T3" fmla="*/ 0 h 19"/>
                  <a:gd name="T4" fmla="*/ 2 w 36"/>
                  <a:gd name="T5" fmla="*/ 10 h 19"/>
                  <a:gd name="T6" fmla="*/ 21 w 36"/>
                  <a:gd name="T7" fmla="*/ 19 h 19"/>
                  <a:gd name="T8" fmla="*/ 34 w 36"/>
                  <a:gd name="T9" fmla="*/ 10 h 19"/>
                </a:gdLst>
                <a:ahLst/>
                <a:cxnLst>
                  <a:cxn ang="0">
                    <a:pos x="T0" y="T1"/>
                  </a:cxn>
                  <a:cxn ang="0">
                    <a:pos x="T2" y="T3"/>
                  </a:cxn>
                  <a:cxn ang="0">
                    <a:pos x="T4" y="T5"/>
                  </a:cxn>
                  <a:cxn ang="0">
                    <a:pos x="T6" y="T7"/>
                  </a:cxn>
                  <a:cxn ang="0">
                    <a:pos x="T8" y="T9"/>
                  </a:cxn>
                </a:cxnLst>
                <a:rect l="0" t="0" r="r" b="b"/>
                <a:pathLst>
                  <a:path w="36" h="19">
                    <a:moveTo>
                      <a:pt x="34" y="10"/>
                    </a:moveTo>
                    <a:cubicBezTo>
                      <a:pt x="33" y="4"/>
                      <a:pt x="24" y="0"/>
                      <a:pt x="15" y="0"/>
                    </a:cubicBezTo>
                    <a:cubicBezTo>
                      <a:pt x="6" y="0"/>
                      <a:pt x="0" y="4"/>
                      <a:pt x="2" y="10"/>
                    </a:cubicBezTo>
                    <a:cubicBezTo>
                      <a:pt x="3" y="15"/>
                      <a:pt x="12" y="19"/>
                      <a:pt x="21" y="19"/>
                    </a:cubicBezTo>
                    <a:cubicBezTo>
                      <a:pt x="30" y="19"/>
                      <a:pt x="36" y="15"/>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53" name="Freeform 214"/>
              <p:cNvSpPr>
                <a:spLocks/>
              </p:cNvSpPr>
              <p:nvPr/>
            </p:nvSpPr>
            <p:spPr bwMode="auto">
              <a:xfrm>
                <a:off x="5046" y="2621"/>
                <a:ext cx="74" cy="40"/>
              </a:xfrm>
              <a:custGeom>
                <a:avLst/>
                <a:gdLst>
                  <a:gd name="T0" fmla="*/ 34 w 36"/>
                  <a:gd name="T1" fmla="*/ 10 h 19"/>
                  <a:gd name="T2" fmla="*/ 15 w 36"/>
                  <a:gd name="T3" fmla="*/ 0 h 19"/>
                  <a:gd name="T4" fmla="*/ 1 w 36"/>
                  <a:gd name="T5" fmla="*/ 10 h 19"/>
                  <a:gd name="T6" fmla="*/ 21 w 36"/>
                  <a:gd name="T7" fmla="*/ 19 h 19"/>
                  <a:gd name="T8" fmla="*/ 34 w 36"/>
                  <a:gd name="T9" fmla="*/ 10 h 19"/>
                </a:gdLst>
                <a:ahLst/>
                <a:cxnLst>
                  <a:cxn ang="0">
                    <a:pos x="T0" y="T1"/>
                  </a:cxn>
                  <a:cxn ang="0">
                    <a:pos x="T2" y="T3"/>
                  </a:cxn>
                  <a:cxn ang="0">
                    <a:pos x="T4" y="T5"/>
                  </a:cxn>
                  <a:cxn ang="0">
                    <a:pos x="T6" y="T7"/>
                  </a:cxn>
                  <a:cxn ang="0">
                    <a:pos x="T8" y="T9"/>
                  </a:cxn>
                </a:cxnLst>
                <a:rect l="0" t="0" r="r" b="b"/>
                <a:pathLst>
                  <a:path w="36" h="19">
                    <a:moveTo>
                      <a:pt x="34" y="10"/>
                    </a:moveTo>
                    <a:cubicBezTo>
                      <a:pt x="32" y="4"/>
                      <a:pt x="24" y="0"/>
                      <a:pt x="15" y="0"/>
                    </a:cubicBezTo>
                    <a:cubicBezTo>
                      <a:pt x="6" y="0"/>
                      <a:pt x="0" y="4"/>
                      <a:pt x="1" y="10"/>
                    </a:cubicBezTo>
                    <a:cubicBezTo>
                      <a:pt x="3" y="15"/>
                      <a:pt x="12" y="19"/>
                      <a:pt x="21" y="19"/>
                    </a:cubicBezTo>
                    <a:cubicBezTo>
                      <a:pt x="30" y="19"/>
                      <a:pt x="36" y="15"/>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54" name="Freeform 215"/>
              <p:cNvSpPr>
                <a:spLocks/>
              </p:cNvSpPr>
              <p:nvPr/>
            </p:nvSpPr>
            <p:spPr bwMode="auto">
              <a:xfrm>
                <a:off x="5128" y="2621"/>
                <a:ext cx="73" cy="40"/>
              </a:xfrm>
              <a:custGeom>
                <a:avLst/>
                <a:gdLst>
                  <a:gd name="T0" fmla="*/ 34 w 35"/>
                  <a:gd name="T1" fmla="*/ 10 h 19"/>
                  <a:gd name="T2" fmla="*/ 14 w 35"/>
                  <a:gd name="T3" fmla="*/ 0 h 19"/>
                  <a:gd name="T4" fmla="*/ 1 w 35"/>
                  <a:gd name="T5" fmla="*/ 10 h 19"/>
                  <a:gd name="T6" fmla="*/ 21 w 35"/>
                  <a:gd name="T7" fmla="*/ 19 h 19"/>
                  <a:gd name="T8" fmla="*/ 34 w 35"/>
                  <a:gd name="T9" fmla="*/ 10 h 19"/>
                </a:gdLst>
                <a:ahLst/>
                <a:cxnLst>
                  <a:cxn ang="0">
                    <a:pos x="T0" y="T1"/>
                  </a:cxn>
                  <a:cxn ang="0">
                    <a:pos x="T2" y="T3"/>
                  </a:cxn>
                  <a:cxn ang="0">
                    <a:pos x="T4" y="T5"/>
                  </a:cxn>
                  <a:cxn ang="0">
                    <a:pos x="T6" y="T7"/>
                  </a:cxn>
                  <a:cxn ang="0">
                    <a:pos x="T8" y="T9"/>
                  </a:cxn>
                </a:cxnLst>
                <a:rect l="0" t="0" r="r" b="b"/>
                <a:pathLst>
                  <a:path w="35" h="19">
                    <a:moveTo>
                      <a:pt x="34" y="10"/>
                    </a:moveTo>
                    <a:cubicBezTo>
                      <a:pt x="32" y="4"/>
                      <a:pt x="23" y="0"/>
                      <a:pt x="14" y="0"/>
                    </a:cubicBezTo>
                    <a:cubicBezTo>
                      <a:pt x="5" y="0"/>
                      <a:pt x="0" y="4"/>
                      <a:pt x="1" y="10"/>
                    </a:cubicBezTo>
                    <a:cubicBezTo>
                      <a:pt x="3" y="15"/>
                      <a:pt x="12" y="19"/>
                      <a:pt x="21" y="19"/>
                    </a:cubicBezTo>
                    <a:cubicBezTo>
                      <a:pt x="30" y="19"/>
                      <a:pt x="35" y="15"/>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55" name="Freeform 216"/>
              <p:cNvSpPr>
                <a:spLocks/>
              </p:cNvSpPr>
              <p:nvPr/>
            </p:nvSpPr>
            <p:spPr bwMode="auto">
              <a:xfrm>
                <a:off x="5209" y="2621"/>
                <a:ext cx="74" cy="40"/>
              </a:xfrm>
              <a:custGeom>
                <a:avLst/>
                <a:gdLst>
                  <a:gd name="T0" fmla="*/ 34 w 36"/>
                  <a:gd name="T1" fmla="*/ 10 h 19"/>
                  <a:gd name="T2" fmla="*/ 15 w 36"/>
                  <a:gd name="T3" fmla="*/ 0 h 19"/>
                  <a:gd name="T4" fmla="*/ 2 w 36"/>
                  <a:gd name="T5" fmla="*/ 10 h 19"/>
                  <a:gd name="T6" fmla="*/ 22 w 36"/>
                  <a:gd name="T7" fmla="*/ 19 h 19"/>
                  <a:gd name="T8" fmla="*/ 34 w 36"/>
                  <a:gd name="T9" fmla="*/ 10 h 19"/>
                </a:gdLst>
                <a:ahLst/>
                <a:cxnLst>
                  <a:cxn ang="0">
                    <a:pos x="T0" y="T1"/>
                  </a:cxn>
                  <a:cxn ang="0">
                    <a:pos x="T2" y="T3"/>
                  </a:cxn>
                  <a:cxn ang="0">
                    <a:pos x="T4" y="T5"/>
                  </a:cxn>
                  <a:cxn ang="0">
                    <a:pos x="T6" y="T7"/>
                  </a:cxn>
                  <a:cxn ang="0">
                    <a:pos x="T8" y="T9"/>
                  </a:cxn>
                </a:cxnLst>
                <a:rect l="0" t="0" r="r" b="b"/>
                <a:pathLst>
                  <a:path w="36" h="19">
                    <a:moveTo>
                      <a:pt x="34" y="10"/>
                    </a:moveTo>
                    <a:cubicBezTo>
                      <a:pt x="33" y="4"/>
                      <a:pt x="24" y="0"/>
                      <a:pt x="15" y="0"/>
                    </a:cubicBezTo>
                    <a:cubicBezTo>
                      <a:pt x="6" y="0"/>
                      <a:pt x="0" y="4"/>
                      <a:pt x="2" y="10"/>
                    </a:cubicBezTo>
                    <a:cubicBezTo>
                      <a:pt x="4" y="15"/>
                      <a:pt x="13" y="19"/>
                      <a:pt x="22" y="19"/>
                    </a:cubicBezTo>
                    <a:cubicBezTo>
                      <a:pt x="31" y="19"/>
                      <a:pt x="36" y="15"/>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56" name="Freeform 217"/>
              <p:cNvSpPr>
                <a:spLocks/>
              </p:cNvSpPr>
              <p:nvPr/>
            </p:nvSpPr>
            <p:spPr bwMode="auto">
              <a:xfrm>
                <a:off x="5291" y="2621"/>
                <a:ext cx="75" cy="40"/>
              </a:xfrm>
              <a:custGeom>
                <a:avLst/>
                <a:gdLst>
                  <a:gd name="T0" fmla="*/ 34 w 36"/>
                  <a:gd name="T1" fmla="*/ 10 h 19"/>
                  <a:gd name="T2" fmla="*/ 15 w 36"/>
                  <a:gd name="T3" fmla="*/ 0 h 19"/>
                  <a:gd name="T4" fmla="*/ 2 w 36"/>
                  <a:gd name="T5" fmla="*/ 10 h 19"/>
                  <a:gd name="T6" fmla="*/ 21 w 36"/>
                  <a:gd name="T7" fmla="*/ 19 h 19"/>
                  <a:gd name="T8" fmla="*/ 34 w 36"/>
                  <a:gd name="T9" fmla="*/ 10 h 19"/>
                </a:gdLst>
                <a:ahLst/>
                <a:cxnLst>
                  <a:cxn ang="0">
                    <a:pos x="T0" y="T1"/>
                  </a:cxn>
                  <a:cxn ang="0">
                    <a:pos x="T2" y="T3"/>
                  </a:cxn>
                  <a:cxn ang="0">
                    <a:pos x="T4" y="T5"/>
                  </a:cxn>
                  <a:cxn ang="0">
                    <a:pos x="T6" y="T7"/>
                  </a:cxn>
                  <a:cxn ang="0">
                    <a:pos x="T8" y="T9"/>
                  </a:cxn>
                </a:cxnLst>
                <a:rect l="0" t="0" r="r" b="b"/>
                <a:pathLst>
                  <a:path w="36" h="19">
                    <a:moveTo>
                      <a:pt x="34" y="10"/>
                    </a:moveTo>
                    <a:cubicBezTo>
                      <a:pt x="32" y="4"/>
                      <a:pt x="24" y="0"/>
                      <a:pt x="15" y="0"/>
                    </a:cubicBezTo>
                    <a:cubicBezTo>
                      <a:pt x="6" y="0"/>
                      <a:pt x="0" y="4"/>
                      <a:pt x="2" y="10"/>
                    </a:cubicBezTo>
                    <a:cubicBezTo>
                      <a:pt x="4" y="15"/>
                      <a:pt x="12" y="19"/>
                      <a:pt x="21" y="19"/>
                    </a:cubicBezTo>
                    <a:cubicBezTo>
                      <a:pt x="30" y="19"/>
                      <a:pt x="36" y="15"/>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57" name="Freeform 218"/>
              <p:cNvSpPr>
                <a:spLocks/>
              </p:cNvSpPr>
              <p:nvPr/>
            </p:nvSpPr>
            <p:spPr bwMode="auto">
              <a:xfrm>
                <a:off x="5374" y="2621"/>
                <a:ext cx="74" cy="40"/>
              </a:xfrm>
              <a:custGeom>
                <a:avLst/>
                <a:gdLst>
                  <a:gd name="T0" fmla="*/ 34 w 36"/>
                  <a:gd name="T1" fmla="*/ 10 h 19"/>
                  <a:gd name="T2" fmla="*/ 14 w 36"/>
                  <a:gd name="T3" fmla="*/ 0 h 19"/>
                  <a:gd name="T4" fmla="*/ 2 w 36"/>
                  <a:gd name="T5" fmla="*/ 10 h 19"/>
                  <a:gd name="T6" fmla="*/ 21 w 36"/>
                  <a:gd name="T7" fmla="*/ 19 h 19"/>
                  <a:gd name="T8" fmla="*/ 34 w 36"/>
                  <a:gd name="T9" fmla="*/ 10 h 19"/>
                </a:gdLst>
                <a:ahLst/>
                <a:cxnLst>
                  <a:cxn ang="0">
                    <a:pos x="T0" y="T1"/>
                  </a:cxn>
                  <a:cxn ang="0">
                    <a:pos x="T2" y="T3"/>
                  </a:cxn>
                  <a:cxn ang="0">
                    <a:pos x="T4" y="T5"/>
                  </a:cxn>
                  <a:cxn ang="0">
                    <a:pos x="T6" y="T7"/>
                  </a:cxn>
                  <a:cxn ang="0">
                    <a:pos x="T8" y="T9"/>
                  </a:cxn>
                </a:cxnLst>
                <a:rect l="0" t="0" r="r" b="b"/>
                <a:pathLst>
                  <a:path w="36" h="19">
                    <a:moveTo>
                      <a:pt x="34" y="10"/>
                    </a:moveTo>
                    <a:cubicBezTo>
                      <a:pt x="32" y="4"/>
                      <a:pt x="23" y="0"/>
                      <a:pt x="14" y="0"/>
                    </a:cubicBezTo>
                    <a:cubicBezTo>
                      <a:pt x="5" y="0"/>
                      <a:pt x="0" y="4"/>
                      <a:pt x="2" y="10"/>
                    </a:cubicBezTo>
                    <a:cubicBezTo>
                      <a:pt x="4" y="15"/>
                      <a:pt x="12" y="19"/>
                      <a:pt x="21" y="19"/>
                    </a:cubicBezTo>
                    <a:cubicBezTo>
                      <a:pt x="30" y="19"/>
                      <a:pt x="36" y="15"/>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58" name="Freeform 219"/>
              <p:cNvSpPr>
                <a:spLocks/>
              </p:cNvSpPr>
              <p:nvPr/>
            </p:nvSpPr>
            <p:spPr bwMode="auto">
              <a:xfrm>
                <a:off x="6073" y="2276"/>
                <a:ext cx="72" cy="33"/>
              </a:xfrm>
              <a:custGeom>
                <a:avLst/>
                <a:gdLst>
                  <a:gd name="T0" fmla="*/ 33 w 35"/>
                  <a:gd name="T1" fmla="*/ 8 h 16"/>
                  <a:gd name="T2" fmla="*/ 13 w 35"/>
                  <a:gd name="T3" fmla="*/ 0 h 16"/>
                  <a:gd name="T4" fmla="*/ 3 w 35"/>
                  <a:gd name="T5" fmla="*/ 8 h 16"/>
                  <a:gd name="T6" fmla="*/ 22 w 35"/>
                  <a:gd name="T7" fmla="*/ 16 h 16"/>
                  <a:gd name="T8" fmla="*/ 33 w 35"/>
                  <a:gd name="T9" fmla="*/ 8 h 16"/>
                </a:gdLst>
                <a:ahLst/>
                <a:cxnLst>
                  <a:cxn ang="0">
                    <a:pos x="T0" y="T1"/>
                  </a:cxn>
                  <a:cxn ang="0">
                    <a:pos x="T2" y="T3"/>
                  </a:cxn>
                  <a:cxn ang="0">
                    <a:pos x="T4" y="T5"/>
                  </a:cxn>
                  <a:cxn ang="0">
                    <a:pos x="T6" y="T7"/>
                  </a:cxn>
                  <a:cxn ang="0">
                    <a:pos x="T8" y="T9"/>
                  </a:cxn>
                </a:cxnLst>
                <a:rect l="0" t="0" r="r" b="b"/>
                <a:pathLst>
                  <a:path w="35" h="16">
                    <a:moveTo>
                      <a:pt x="33" y="8"/>
                    </a:moveTo>
                    <a:cubicBezTo>
                      <a:pt x="30" y="4"/>
                      <a:pt x="21" y="0"/>
                      <a:pt x="13" y="0"/>
                    </a:cubicBezTo>
                    <a:cubicBezTo>
                      <a:pt x="5" y="0"/>
                      <a:pt x="0" y="4"/>
                      <a:pt x="3" y="8"/>
                    </a:cubicBezTo>
                    <a:cubicBezTo>
                      <a:pt x="5" y="12"/>
                      <a:pt x="14" y="16"/>
                      <a:pt x="22" y="16"/>
                    </a:cubicBezTo>
                    <a:cubicBezTo>
                      <a:pt x="31" y="16"/>
                      <a:pt x="35" y="12"/>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59" name="Freeform 220"/>
              <p:cNvSpPr>
                <a:spLocks/>
              </p:cNvSpPr>
              <p:nvPr/>
            </p:nvSpPr>
            <p:spPr bwMode="auto">
              <a:xfrm>
                <a:off x="6020" y="2316"/>
                <a:ext cx="74" cy="33"/>
              </a:xfrm>
              <a:custGeom>
                <a:avLst/>
                <a:gdLst>
                  <a:gd name="T0" fmla="*/ 33 w 36"/>
                  <a:gd name="T1" fmla="*/ 8 h 16"/>
                  <a:gd name="T2" fmla="*/ 13 w 36"/>
                  <a:gd name="T3" fmla="*/ 0 h 16"/>
                  <a:gd name="T4" fmla="*/ 3 w 36"/>
                  <a:gd name="T5" fmla="*/ 8 h 16"/>
                  <a:gd name="T6" fmla="*/ 23 w 36"/>
                  <a:gd name="T7" fmla="*/ 16 h 16"/>
                  <a:gd name="T8" fmla="*/ 33 w 36"/>
                  <a:gd name="T9" fmla="*/ 8 h 16"/>
                </a:gdLst>
                <a:ahLst/>
                <a:cxnLst>
                  <a:cxn ang="0">
                    <a:pos x="T0" y="T1"/>
                  </a:cxn>
                  <a:cxn ang="0">
                    <a:pos x="T2" y="T3"/>
                  </a:cxn>
                  <a:cxn ang="0">
                    <a:pos x="T4" y="T5"/>
                  </a:cxn>
                  <a:cxn ang="0">
                    <a:pos x="T6" y="T7"/>
                  </a:cxn>
                  <a:cxn ang="0">
                    <a:pos x="T8" y="T9"/>
                  </a:cxn>
                </a:cxnLst>
                <a:rect l="0" t="0" r="r" b="b"/>
                <a:pathLst>
                  <a:path w="36" h="16">
                    <a:moveTo>
                      <a:pt x="33" y="8"/>
                    </a:moveTo>
                    <a:cubicBezTo>
                      <a:pt x="31" y="4"/>
                      <a:pt x="22" y="0"/>
                      <a:pt x="13" y="0"/>
                    </a:cubicBezTo>
                    <a:cubicBezTo>
                      <a:pt x="5" y="0"/>
                      <a:pt x="0" y="4"/>
                      <a:pt x="3" y="8"/>
                    </a:cubicBezTo>
                    <a:cubicBezTo>
                      <a:pt x="5" y="13"/>
                      <a:pt x="14" y="16"/>
                      <a:pt x="23" y="16"/>
                    </a:cubicBezTo>
                    <a:cubicBezTo>
                      <a:pt x="31" y="16"/>
                      <a:pt x="36"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60" name="Freeform 221"/>
              <p:cNvSpPr>
                <a:spLocks/>
              </p:cNvSpPr>
              <p:nvPr/>
            </p:nvSpPr>
            <p:spPr bwMode="auto">
              <a:xfrm>
                <a:off x="6096" y="2316"/>
                <a:ext cx="74" cy="33"/>
              </a:xfrm>
              <a:custGeom>
                <a:avLst/>
                <a:gdLst>
                  <a:gd name="T0" fmla="*/ 33 w 36"/>
                  <a:gd name="T1" fmla="*/ 8 h 16"/>
                  <a:gd name="T2" fmla="*/ 13 w 36"/>
                  <a:gd name="T3" fmla="*/ 0 h 16"/>
                  <a:gd name="T4" fmla="*/ 3 w 36"/>
                  <a:gd name="T5" fmla="*/ 8 h 16"/>
                  <a:gd name="T6" fmla="*/ 23 w 36"/>
                  <a:gd name="T7" fmla="*/ 16 h 16"/>
                  <a:gd name="T8" fmla="*/ 33 w 36"/>
                  <a:gd name="T9" fmla="*/ 8 h 16"/>
                </a:gdLst>
                <a:ahLst/>
                <a:cxnLst>
                  <a:cxn ang="0">
                    <a:pos x="T0" y="T1"/>
                  </a:cxn>
                  <a:cxn ang="0">
                    <a:pos x="T2" y="T3"/>
                  </a:cxn>
                  <a:cxn ang="0">
                    <a:pos x="T4" y="T5"/>
                  </a:cxn>
                  <a:cxn ang="0">
                    <a:pos x="T6" y="T7"/>
                  </a:cxn>
                  <a:cxn ang="0">
                    <a:pos x="T8" y="T9"/>
                  </a:cxn>
                </a:cxnLst>
                <a:rect l="0" t="0" r="r" b="b"/>
                <a:pathLst>
                  <a:path w="36" h="16">
                    <a:moveTo>
                      <a:pt x="33" y="8"/>
                    </a:moveTo>
                    <a:cubicBezTo>
                      <a:pt x="31" y="4"/>
                      <a:pt x="22" y="0"/>
                      <a:pt x="13" y="0"/>
                    </a:cubicBezTo>
                    <a:cubicBezTo>
                      <a:pt x="5" y="0"/>
                      <a:pt x="0" y="4"/>
                      <a:pt x="3" y="8"/>
                    </a:cubicBezTo>
                    <a:cubicBezTo>
                      <a:pt x="6" y="13"/>
                      <a:pt x="15" y="16"/>
                      <a:pt x="23" y="16"/>
                    </a:cubicBezTo>
                    <a:cubicBezTo>
                      <a:pt x="31" y="16"/>
                      <a:pt x="36"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61" name="Freeform 222"/>
              <p:cNvSpPr>
                <a:spLocks/>
              </p:cNvSpPr>
              <p:nvPr/>
            </p:nvSpPr>
            <p:spPr bwMode="auto">
              <a:xfrm>
                <a:off x="5834" y="2398"/>
                <a:ext cx="72" cy="35"/>
              </a:xfrm>
              <a:custGeom>
                <a:avLst/>
                <a:gdLst>
                  <a:gd name="T0" fmla="*/ 33 w 35"/>
                  <a:gd name="T1" fmla="*/ 8 h 17"/>
                  <a:gd name="T2" fmla="*/ 13 w 35"/>
                  <a:gd name="T3" fmla="*/ 0 h 17"/>
                  <a:gd name="T4" fmla="*/ 2 w 35"/>
                  <a:gd name="T5" fmla="*/ 8 h 17"/>
                  <a:gd name="T6" fmla="*/ 22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1" y="4"/>
                      <a:pt x="22" y="0"/>
                      <a:pt x="13" y="0"/>
                    </a:cubicBezTo>
                    <a:cubicBezTo>
                      <a:pt x="5" y="0"/>
                      <a:pt x="0" y="4"/>
                      <a:pt x="2" y="8"/>
                    </a:cubicBezTo>
                    <a:cubicBezTo>
                      <a:pt x="5" y="13"/>
                      <a:pt x="13" y="17"/>
                      <a:pt x="22" y="17"/>
                    </a:cubicBezTo>
                    <a:cubicBezTo>
                      <a:pt x="31" y="17"/>
                      <a:pt x="35"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62" name="Freeform 223"/>
              <p:cNvSpPr>
                <a:spLocks/>
              </p:cNvSpPr>
              <p:nvPr/>
            </p:nvSpPr>
            <p:spPr bwMode="auto">
              <a:xfrm>
                <a:off x="5855" y="2442"/>
                <a:ext cx="74" cy="35"/>
              </a:xfrm>
              <a:custGeom>
                <a:avLst/>
                <a:gdLst>
                  <a:gd name="T0" fmla="*/ 34 w 36"/>
                  <a:gd name="T1" fmla="*/ 8 h 17"/>
                  <a:gd name="T2" fmla="*/ 14 w 36"/>
                  <a:gd name="T3" fmla="*/ 0 h 17"/>
                  <a:gd name="T4" fmla="*/ 3 w 36"/>
                  <a:gd name="T5" fmla="*/ 8 h 17"/>
                  <a:gd name="T6" fmla="*/ 23 w 36"/>
                  <a:gd name="T7" fmla="*/ 17 h 17"/>
                  <a:gd name="T8" fmla="*/ 34 w 36"/>
                  <a:gd name="T9" fmla="*/ 8 h 17"/>
                </a:gdLst>
                <a:ahLst/>
                <a:cxnLst>
                  <a:cxn ang="0">
                    <a:pos x="T0" y="T1"/>
                  </a:cxn>
                  <a:cxn ang="0">
                    <a:pos x="T2" y="T3"/>
                  </a:cxn>
                  <a:cxn ang="0">
                    <a:pos x="T4" y="T5"/>
                  </a:cxn>
                  <a:cxn ang="0">
                    <a:pos x="T6" y="T7"/>
                  </a:cxn>
                  <a:cxn ang="0">
                    <a:pos x="T8" y="T9"/>
                  </a:cxn>
                </a:cxnLst>
                <a:rect l="0" t="0" r="r" b="b"/>
                <a:pathLst>
                  <a:path w="36" h="17">
                    <a:moveTo>
                      <a:pt x="34" y="8"/>
                    </a:moveTo>
                    <a:cubicBezTo>
                      <a:pt x="31" y="3"/>
                      <a:pt x="23" y="0"/>
                      <a:pt x="14" y="0"/>
                    </a:cubicBezTo>
                    <a:cubicBezTo>
                      <a:pt x="5" y="0"/>
                      <a:pt x="0" y="3"/>
                      <a:pt x="3" y="8"/>
                    </a:cubicBezTo>
                    <a:cubicBezTo>
                      <a:pt x="5" y="13"/>
                      <a:pt x="14" y="17"/>
                      <a:pt x="23" y="17"/>
                    </a:cubicBezTo>
                    <a:cubicBezTo>
                      <a:pt x="31" y="17"/>
                      <a:pt x="36" y="13"/>
                      <a:pt x="3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63" name="Freeform 224"/>
              <p:cNvSpPr>
                <a:spLocks/>
              </p:cNvSpPr>
              <p:nvPr/>
            </p:nvSpPr>
            <p:spPr bwMode="auto">
              <a:xfrm>
                <a:off x="5877" y="2485"/>
                <a:ext cx="75" cy="35"/>
              </a:xfrm>
              <a:custGeom>
                <a:avLst/>
                <a:gdLst>
                  <a:gd name="T0" fmla="*/ 34 w 36"/>
                  <a:gd name="T1" fmla="*/ 8 h 17"/>
                  <a:gd name="T2" fmla="*/ 14 w 36"/>
                  <a:gd name="T3" fmla="*/ 0 h 17"/>
                  <a:gd name="T4" fmla="*/ 2 w 36"/>
                  <a:gd name="T5" fmla="*/ 8 h 17"/>
                  <a:gd name="T6" fmla="*/ 23 w 36"/>
                  <a:gd name="T7" fmla="*/ 17 h 17"/>
                  <a:gd name="T8" fmla="*/ 34 w 36"/>
                  <a:gd name="T9" fmla="*/ 8 h 17"/>
                </a:gdLst>
                <a:ahLst/>
                <a:cxnLst>
                  <a:cxn ang="0">
                    <a:pos x="T0" y="T1"/>
                  </a:cxn>
                  <a:cxn ang="0">
                    <a:pos x="T2" y="T3"/>
                  </a:cxn>
                  <a:cxn ang="0">
                    <a:pos x="T4" y="T5"/>
                  </a:cxn>
                  <a:cxn ang="0">
                    <a:pos x="T6" y="T7"/>
                  </a:cxn>
                  <a:cxn ang="0">
                    <a:pos x="T8" y="T9"/>
                  </a:cxn>
                </a:cxnLst>
                <a:rect l="0" t="0" r="r" b="b"/>
                <a:pathLst>
                  <a:path w="36" h="17">
                    <a:moveTo>
                      <a:pt x="34" y="8"/>
                    </a:moveTo>
                    <a:cubicBezTo>
                      <a:pt x="31" y="3"/>
                      <a:pt x="22" y="0"/>
                      <a:pt x="14" y="0"/>
                    </a:cubicBezTo>
                    <a:cubicBezTo>
                      <a:pt x="5" y="0"/>
                      <a:pt x="0" y="3"/>
                      <a:pt x="2" y="8"/>
                    </a:cubicBezTo>
                    <a:cubicBezTo>
                      <a:pt x="5" y="13"/>
                      <a:pt x="14" y="17"/>
                      <a:pt x="23" y="17"/>
                    </a:cubicBezTo>
                    <a:cubicBezTo>
                      <a:pt x="31" y="17"/>
                      <a:pt x="36" y="13"/>
                      <a:pt x="3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64" name="Freeform 225"/>
              <p:cNvSpPr>
                <a:spLocks/>
              </p:cNvSpPr>
              <p:nvPr/>
            </p:nvSpPr>
            <p:spPr bwMode="auto">
              <a:xfrm>
                <a:off x="5739" y="2528"/>
                <a:ext cx="76" cy="38"/>
              </a:xfrm>
              <a:custGeom>
                <a:avLst/>
                <a:gdLst>
                  <a:gd name="T0" fmla="*/ 34 w 37"/>
                  <a:gd name="T1" fmla="*/ 9 h 18"/>
                  <a:gd name="T2" fmla="*/ 14 w 37"/>
                  <a:gd name="T3" fmla="*/ 0 h 18"/>
                  <a:gd name="T4" fmla="*/ 2 w 37"/>
                  <a:gd name="T5" fmla="*/ 9 h 18"/>
                  <a:gd name="T6" fmla="*/ 23 w 37"/>
                  <a:gd name="T7" fmla="*/ 18 h 18"/>
                  <a:gd name="T8" fmla="*/ 34 w 37"/>
                  <a:gd name="T9" fmla="*/ 9 h 18"/>
                </a:gdLst>
                <a:ahLst/>
                <a:cxnLst>
                  <a:cxn ang="0">
                    <a:pos x="T0" y="T1"/>
                  </a:cxn>
                  <a:cxn ang="0">
                    <a:pos x="T2" y="T3"/>
                  </a:cxn>
                  <a:cxn ang="0">
                    <a:pos x="T4" y="T5"/>
                  </a:cxn>
                  <a:cxn ang="0">
                    <a:pos x="T6" y="T7"/>
                  </a:cxn>
                  <a:cxn ang="0">
                    <a:pos x="T8" y="T9"/>
                  </a:cxn>
                </a:cxnLst>
                <a:rect l="0" t="0" r="r" b="b"/>
                <a:pathLst>
                  <a:path w="37" h="18">
                    <a:moveTo>
                      <a:pt x="34" y="9"/>
                    </a:moveTo>
                    <a:cubicBezTo>
                      <a:pt x="32" y="4"/>
                      <a:pt x="23" y="0"/>
                      <a:pt x="14" y="0"/>
                    </a:cubicBezTo>
                    <a:cubicBezTo>
                      <a:pt x="5" y="0"/>
                      <a:pt x="0" y="4"/>
                      <a:pt x="2" y="9"/>
                    </a:cubicBezTo>
                    <a:cubicBezTo>
                      <a:pt x="5" y="14"/>
                      <a:pt x="14" y="18"/>
                      <a:pt x="23" y="18"/>
                    </a:cubicBezTo>
                    <a:cubicBezTo>
                      <a:pt x="31" y="18"/>
                      <a:pt x="37" y="14"/>
                      <a:pt x="3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65" name="Freeform 226"/>
              <p:cNvSpPr>
                <a:spLocks/>
              </p:cNvSpPr>
              <p:nvPr/>
            </p:nvSpPr>
            <p:spPr bwMode="auto">
              <a:xfrm>
                <a:off x="5819" y="2528"/>
                <a:ext cx="77" cy="38"/>
              </a:xfrm>
              <a:custGeom>
                <a:avLst/>
                <a:gdLst>
                  <a:gd name="T0" fmla="*/ 34 w 37"/>
                  <a:gd name="T1" fmla="*/ 9 h 18"/>
                  <a:gd name="T2" fmla="*/ 14 w 37"/>
                  <a:gd name="T3" fmla="*/ 0 h 18"/>
                  <a:gd name="T4" fmla="*/ 2 w 37"/>
                  <a:gd name="T5" fmla="*/ 9 h 18"/>
                  <a:gd name="T6" fmla="*/ 23 w 37"/>
                  <a:gd name="T7" fmla="*/ 18 h 18"/>
                  <a:gd name="T8" fmla="*/ 34 w 37"/>
                  <a:gd name="T9" fmla="*/ 9 h 18"/>
                </a:gdLst>
                <a:ahLst/>
                <a:cxnLst>
                  <a:cxn ang="0">
                    <a:pos x="T0" y="T1"/>
                  </a:cxn>
                  <a:cxn ang="0">
                    <a:pos x="T2" y="T3"/>
                  </a:cxn>
                  <a:cxn ang="0">
                    <a:pos x="T4" y="T5"/>
                  </a:cxn>
                  <a:cxn ang="0">
                    <a:pos x="T6" y="T7"/>
                  </a:cxn>
                  <a:cxn ang="0">
                    <a:pos x="T8" y="T9"/>
                  </a:cxn>
                </a:cxnLst>
                <a:rect l="0" t="0" r="r" b="b"/>
                <a:pathLst>
                  <a:path w="37" h="18">
                    <a:moveTo>
                      <a:pt x="34" y="9"/>
                    </a:moveTo>
                    <a:cubicBezTo>
                      <a:pt x="32" y="4"/>
                      <a:pt x="23" y="0"/>
                      <a:pt x="14" y="0"/>
                    </a:cubicBezTo>
                    <a:cubicBezTo>
                      <a:pt x="5" y="0"/>
                      <a:pt x="0" y="4"/>
                      <a:pt x="2" y="9"/>
                    </a:cubicBezTo>
                    <a:cubicBezTo>
                      <a:pt x="5" y="14"/>
                      <a:pt x="14" y="18"/>
                      <a:pt x="23" y="18"/>
                    </a:cubicBezTo>
                    <a:cubicBezTo>
                      <a:pt x="32" y="18"/>
                      <a:pt x="37" y="14"/>
                      <a:pt x="3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66" name="Freeform 227"/>
              <p:cNvSpPr>
                <a:spLocks/>
              </p:cNvSpPr>
              <p:nvPr/>
            </p:nvSpPr>
            <p:spPr bwMode="auto">
              <a:xfrm>
                <a:off x="5770" y="2276"/>
                <a:ext cx="72" cy="33"/>
              </a:xfrm>
              <a:custGeom>
                <a:avLst/>
                <a:gdLst>
                  <a:gd name="T0" fmla="*/ 33 w 35"/>
                  <a:gd name="T1" fmla="*/ 8 h 16"/>
                  <a:gd name="T2" fmla="*/ 14 w 35"/>
                  <a:gd name="T3" fmla="*/ 0 h 16"/>
                  <a:gd name="T4" fmla="*/ 3 w 35"/>
                  <a:gd name="T5" fmla="*/ 8 h 16"/>
                  <a:gd name="T6" fmla="*/ 22 w 35"/>
                  <a:gd name="T7" fmla="*/ 16 h 16"/>
                  <a:gd name="T8" fmla="*/ 33 w 35"/>
                  <a:gd name="T9" fmla="*/ 8 h 16"/>
                </a:gdLst>
                <a:ahLst/>
                <a:cxnLst>
                  <a:cxn ang="0">
                    <a:pos x="T0" y="T1"/>
                  </a:cxn>
                  <a:cxn ang="0">
                    <a:pos x="T2" y="T3"/>
                  </a:cxn>
                  <a:cxn ang="0">
                    <a:pos x="T4" y="T5"/>
                  </a:cxn>
                  <a:cxn ang="0">
                    <a:pos x="T6" y="T7"/>
                  </a:cxn>
                  <a:cxn ang="0">
                    <a:pos x="T8" y="T9"/>
                  </a:cxn>
                </a:cxnLst>
                <a:rect l="0" t="0" r="r" b="b"/>
                <a:pathLst>
                  <a:path w="35" h="16">
                    <a:moveTo>
                      <a:pt x="33" y="8"/>
                    </a:moveTo>
                    <a:cubicBezTo>
                      <a:pt x="30" y="4"/>
                      <a:pt x="22" y="0"/>
                      <a:pt x="14" y="0"/>
                    </a:cubicBezTo>
                    <a:cubicBezTo>
                      <a:pt x="5" y="0"/>
                      <a:pt x="0" y="4"/>
                      <a:pt x="3" y="8"/>
                    </a:cubicBezTo>
                    <a:cubicBezTo>
                      <a:pt x="5" y="12"/>
                      <a:pt x="14" y="16"/>
                      <a:pt x="22" y="16"/>
                    </a:cubicBezTo>
                    <a:cubicBezTo>
                      <a:pt x="30" y="16"/>
                      <a:pt x="35" y="12"/>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67" name="Freeform 228"/>
              <p:cNvSpPr>
                <a:spLocks/>
              </p:cNvSpPr>
              <p:nvPr/>
            </p:nvSpPr>
            <p:spPr bwMode="auto">
              <a:xfrm>
                <a:off x="5791" y="2316"/>
                <a:ext cx="72" cy="33"/>
              </a:xfrm>
              <a:custGeom>
                <a:avLst/>
                <a:gdLst>
                  <a:gd name="T0" fmla="*/ 33 w 35"/>
                  <a:gd name="T1" fmla="*/ 8 h 16"/>
                  <a:gd name="T2" fmla="*/ 14 w 35"/>
                  <a:gd name="T3" fmla="*/ 0 h 16"/>
                  <a:gd name="T4" fmla="*/ 3 w 35"/>
                  <a:gd name="T5" fmla="*/ 8 h 16"/>
                  <a:gd name="T6" fmla="*/ 22 w 35"/>
                  <a:gd name="T7" fmla="*/ 16 h 16"/>
                  <a:gd name="T8" fmla="*/ 33 w 35"/>
                  <a:gd name="T9" fmla="*/ 8 h 16"/>
                </a:gdLst>
                <a:ahLst/>
                <a:cxnLst>
                  <a:cxn ang="0">
                    <a:pos x="T0" y="T1"/>
                  </a:cxn>
                  <a:cxn ang="0">
                    <a:pos x="T2" y="T3"/>
                  </a:cxn>
                  <a:cxn ang="0">
                    <a:pos x="T4" y="T5"/>
                  </a:cxn>
                  <a:cxn ang="0">
                    <a:pos x="T6" y="T7"/>
                  </a:cxn>
                  <a:cxn ang="0">
                    <a:pos x="T8" y="T9"/>
                  </a:cxn>
                </a:cxnLst>
                <a:rect l="0" t="0" r="r" b="b"/>
                <a:pathLst>
                  <a:path w="35" h="16">
                    <a:moveTo>
                      <a:pt x="33" y="8"/>
                    </a:moveTo>
                    <a:cubicBezTo>
                      <a:pt x="31" y="4"/>
                      <a:pt x="22" y="0"/>
                      <a:pt x="14" y="0"/>
                    </a:cubicBezTo>
                    <a:cubicBezTo>
                      <a:pt x="5" y="0"/>
                      <a:pt x="0" y="4"/>
                      <a:pt x="3" y="8"/>
                    </a:cubicBezTo>
                    <a:cubicBezTo>
                      <a:pt x="5" y="13"/>
                      <a:pt x="14" y="16"/>
                      <a:pt x="22" y="16"/>
                    </a:cubicBezTo>
                    <a:cubicBezTo>
                      <a:pt x="30" y="16"/>
                      <a:pt x="35"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68" name="Freeform 229"/>
              <p:cNvSpPr>
                <a:spLocks/>
              </p:cNvSpPr>
              <p:nvPr/>
            </p:nvSpPr>
            <p:spPr bwMode="auto">
              <a:xfrm>
                <a:off x="5813" y="2357"/>
                <a:ext cx="73" cy="33"/>
              </a:xfrm>
              <a:custGeom>
                <a:avLst/>
                <a:gdLst>
                  <a:gd name="T0" fmla="*/ 32 w 35"/>
                  <a:gd name="T1" fmla="*/ 8 h 16"/>
                  <a:gd name="T2" fmla="*/ 13 w 35"/>
                  <a:gd name="T3" fmla="*/ 0 h 16"/>
                  <a:gd name="T4" fmla="*/ 2 w 35"/>
                  <a:gd name="T5" fmla="*/ 8 h 16"/>
                  <a:gd name="T6" fmla="*/ 21 w 35"/>
                  <a:gd name="T7" fmla="*/ 16 h 16"/>
                  <a:gd name="T8" fmla="*/ 32 w 35"/>
                  <a:gd name="T9" fmla="*/ 8 h 16"/>
                </a:gdLst>
                <a:ahLst/>
                <a:cxnLst>
                  <a:cxn ang="0">
                    <a:pos x="T0" y="T1"/>
                  </a:cxn>
                  <a:cxn ang="0">
                    <a:pos x="T2" y="T3"/>
                  </a:cxn>
                  <a:cxn ang="0">
                    <a:pos x="T4" y="T5"/>
                  </a:cxn>
                  <a:cxn ang="0">
                    <a:pos x="T6" y="T7"/>
                  </a:cxn>
                  <a:cxn ang="0">
                    <a:pos x="T8" y="T9"/>
                  </a:cxn>
                </a:cxnLst>
                <a:rect l="0" t="0" r="r" b="b"/>
                <a:pathLst>
                  <a:path w="35" h="16">
                    <a:moveTo>
                      <a:pt x="32" y="8"/>
                    </a:moveTo>
                    <a:cubicBezTo>
                      <a:pt x="30" y="4"/>
                      <a:pt x="21" y="0"/>
                      <a:pt x="13" y="0"/>
                    </a:cubicBezTo>
                    <a:cubicBezTo>
                      <a:pt x="4" y="0"/>
                      <a:pt x="0" y="4"/>
                      <a:pt x="2" y="8"/>
                    </a:cubicBezTo>
                    <a:cubicBezTo>
                      <a:pt x="4" y="13"/>
                      <a:pt x="13" y="16"/>
                      <a:pt x="21" y="16"/>
                    </a:cubicBezTo>
                    <a:cubicBezTo>
                      <a:pt x="30" y="16"/>
                      <a:pt x="35"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69" name="Freeform 230"/>
              <p:cNvSpPr>
                <a:spLocks/>
              </p:cNvSpPr>
              <p:nvPr/>
            </p:nvSpPr>
            <p:spPr bwMode="auto">
              <a:xfrm>
                <a:off x="5097" y="2094"/>
                <a:ext cx="64" cy="29"/>
              </a:xfrm>
              <a:custGeom>
                <a:avLst/>
                <a:gdLst>
                  <a:gd name="T0" fmla="*/ 30 w 31"/>
                  <a:gd name="T1" fmla="*/ 7 h 14"/>
                  <a:gd name="T2" fmla="*/ 13 w 31"/>
                  <a:gd name="T3" fmla="*/ 0 h 14"/>
                  <a:gd name="T4" fmla="*/ 1 w 31"/>
                  <a:gd name="T5" fmla="*/ 7 h 14"/>
                  <a:gd name="T6" fmla="*/ 18 w 31"/>
                  <a:gd name="T7" fmla="*/ 14 h 14"/>
                  <a:gd name="T8" fmla="*/ 30 w 31"/>
                  <a:gd name="T9" fmla="*/ 7 h 14"/>
                </a:gdLst>
                <a:ahLst/>
                <a:cxnLst>
                  <a:cxn ang="0">
                    <a:pos x="T0" y="T1"/>
                  </a:cxn>
                  <a:cxn ang="0">
                    <a:pos x="T2" y="T3"/>
                  </a:cxn>
                  <a:cxn ang="0">
                    <a:pos x="T4" y="T5"/>
                  </a:cxn>
                  <a:cxn ang="0">
                    <a:pos x="T6" y="T7"/>
                  </a:cxn>
                  <a:cxn ang="0">
                    <a:pos x="T8" y="T9"/>
                  </a:cxn>
                </a:cxnLst>
                <a:rect l="0" t="0" r="r" b="b"/>
                <a:pathLst>
                  <a:path w="31" h="14">
                    <a:moveTo>
                      <a:pt x="30" y="7"/>
                    </a:moveTo>
                    <a:cubicBezTo>
                      <a:pt x="28" y="3"/>
                      <a:pt x="21" y="0"/>
                      <a:pt x="13" y="0"/>
                    </a:cubicBezTo>
                    <a:cubicBezTo>
                      <a:pt x="5" y="0"/>
                      <a:pt x="0" y="3"/>
                      <a:pt x="1" y="7"/>
                    </a:cubicBezTo>
                    <a:cubicBezTo>
                      <a:pt x="3" y="10"/>
                      <a:pt x="10" y="14"/>
                      <a:pt x="18" y="14"/>
                    </a:cubicBezTo>
                    <a:cubicBezTo>
                      <a:pt x="26" y="14"/>
                      <a:pt x="31" y="10"/>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70" name="Freeform 231"/>
              <p:cNvSpPr>
                <a:spLocks/>
              </p:cNvSpPr>
              <p:nvPr/>
            </p:nvSpPr>
            <p:spPr bwMode="auto">
              <a:xfrm>
                <a:off x="4448" y="2094"/>
                <a:ext cx="61" cy="29"/>
              </a:xfrm>
              <a:custGeom>
                <a:avLst/>
                <a:gdLst>
                  <a:gd name="T0" fmla="*/ 29 w 30"/>
                  <a:gd name="T1" fmla="*/ 7 h 14"/>
                  <a:gd name="T2" fmla="*/ 13 w 30"/>
                  <a:gd name="T3" fmla="*/ 0 h 14"/>
                  <a:gd name="T4" fmla="*/ 1 w 30"/>
                  <a:gd name="T5" fmla="*/ 7 h 14"/>
                  <a:gd name="T6" fmla="*/ 17 w 30"/>
                  <a:gd name="T7" fmla="*/ 14 h 14"/>
                  <a:gd name="T8" fmla="*/ 29 w 30"/>
                  <a:gd name="T9" fmla="*/ 7 h 14"/>
                </a:gdLst>
                <a:ahLst/>
                <a:cxnLst>
                  <a:cxn ang="0">
                    <a:pos x="T0" y="T1"/>
                  </a:cxn>
                  <a:cxn ang="0">
                    <a:pos x="T2" y="T3"/>
                  </a:cxn>
                  <a:cxn ang="0">
                    <a:pos x="T4" y="T5"/>
                  </a:cxn>
                  <a:cxn ang="0">
                    <a:pos x="T6" y="T7"/>
                  </a:cxn>
                  <a:cxn ang="0">
                    <a:pos x="T8" y="T9"/>
                  </a:cxn>
                </a:cxnLst>
                <a:rect l="0" t="0" r="r" b="b"/>
                <a:pathLst>
                  <a:path w="30" h="14">
                    <a:moveTo>
                      <a:pt x="29" y="7"/>
                    </a:moveTo>
                    <a:cubicBezTo>
                      <a:pt x="28" y="3"/>
                      <a:pt x="21" y="0"/>
                      <a:pt x="13" y="0"/>
                    </a:cubicBezTo>
                    <a:cubicBezTo>
                      <a:pt x="6" y="0"/>
                      <a:pt x="0" y="3"/>
                      <a:pt x="1" y="7"/>
                    </a:cubicBezTo>
                    <a:cubicBezTo>
                      <a:pt x="1" y="10"/>
                      <a:pt x="9" y="14"/>
                      <a:pt x="17" y="14"/>
                    </a:cubicBezTo>
                    <a:cubicBezTo>
                      <a:pt x="24" y="14"/>
                      <a:pt x="30" y="10"/>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71" name="Freeform 232"/>
              <p:cNvSpPr>
                <a:spLocks/>
              </p:cNvSpPr>
              <p:nvPr/>
            </p:nvSpPr>
            <p:spPr bwMode="auto">
              <a:xfrm>
                <a:off x="4520" y="2094"/>
                <a:ext cx="62" cy="29"/>
              </a:xfrm>
              <a:custGeom>
                <a:avLst/>
                <a:gdLst>
                  <a:gd name="T0" fmla="*/ 29 w 30"/>
                  <a:gd name="T1" fmla="*/ 7 h 14"/>
                  <a:gd name="T2" fmla="*/ 13 w 30"/>
                  <a:gd name="T3" fmla="*/ 0 h 14"/>
                  <a:gd name="T4" fmla="*/ 1 w 30"/>
                  <a:gd name="T5" fmla="*/ 7 h 14"/>
                  <a:gd name="T6" fmla="*/ 17 w 30"/>
                  <a:gd name="T7" fmla="*/ 14 h 14"/>
                  <a:gd name="T8" fmla="*/ 29 w 30"/>
                  <a:gd name="T9" fmla="*/ 7 h 14"/>
                </a:gdLst>
                <a:ahLst/>
                <a:cxnLst>
                  <a:cxn ang="0">
                    <a:pos x="T0" y="T1"/>
                  </a:cxn>
                  <a:cxn ang="0">
                    <a:pos x="T2" y="T3"/>
                  </a:cxn>
                  <a:cxn ang="0">
                    <a:pos x="T4" y="T5"/>
                  </a:cxn>
                  <a:cxn ang="0">
                    <a:pos x="T6" y="T7"/>
                  </a:cxn>
                  <a:cxn ang="0">
                    <a:pos x="T8" y="T9"/>
                  </a:cxn>
                </a:cxnLst>
                <a:rect l="0" t="0" r="r" b="b"/>
                <a:pathLst>
                  <a:path w="30" h="14">
                    <a:moveTo>
                      <a:pt x="29" y="7"/>
                    </a:moveTo>
                    <a:cubicBezTo>
                      <a:pt x="28" y="3"/>
                      <a:pt x="21" y="0"/>
                      <a:pt x="13" y="0"/>
                    </a:cubicBezTo>
                    <a:cubicBezTo>
                      <a:pt x="6" y="0"/>
                      <a:pt x="0" y="3"/>
                      <a:pt x="1" y="7"/>
                    </a:cubicBezTo>
                    <a:cubicBezTo>
                      <a:pt x="2" y="10"/>
                      <a:pt x="9" y="14"/>
                      <a:pt x="17" y="14"/>
                    </a:cubicBezTo>
                    <a:cubicBezTo>
                      <a:pt x="25" y="14"/>
                      <a:pt x="30" y="10"/>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72" name="Freeform 233"/>
              <p:cNvSpPr>
                <a:spLocks/>
              </p:cNvSpPr>
              <p:nvPr/>
            </p:nvSpPr>
            <p:spPr bwMode="auto">
              <a:xfrm>
                <a:off x="4309" y="2129"/>
                <a:ext cx="62" cy="29"/>
              </a:xfrm>
              <a:custGeom>
                <a:avLst/>
                <a:gdLst>
                  <a:gd name="T0" fmla="*/ 29 w 30"/>
                  <a:gd name="T1" fmla="*/ 7 h 14"/>
                  <a:gd name="T2" fmla="*/ 14 w 30"/>
                  <a:gd name="T3" fmla="*/ 0 h 14"/>
                  <a:gd name="T4" fmla="*/ 1 w 30"/>
                  <a:gd name="T5" fmla="*/ 7 h 14"/>
                  <a:gd name="T6" fmla="*/ 16 w 30"/>
                  <a:gd name="T7" fmla="*/ 14 h 14"/>
                  <a:gd name="T8" fmla="*/ 29 w 30"/>
                  <a:gd name="T9" fmla="*/ 7 h 14"/>
                </a:gdLst>
                <a:ahLst/>
                <a:cxnLst>
                  <a:cxn ang="0">
                    <a:pos x="T0" y="T1"/>
                  </a:cxn>
                  <a:cxn ang="0">
                    <a:pos x="T2" y="T3"/>
                  </a:cxn>
                  <a:cxn ang="0">
                    <a:pos x="T4" y="T5"/>
                  </a:cxn>
                  <a:cxn ang="0">
                    <a:pos x="T6" y="T7"/>
                  </a:cxn>
                  <a:cxn ang="0">
                    <a:pos x="T8" y="T9"/>
                  </a:cxn>
                </a:cxnLst>
                <a:rect l="0" t="0" r="r" b="b"/>
                <a:pathLst>
                  <a:path w="30" h="14">
                    <a:moveTo>
                      <a:pt x="29" y="7"/>
                    </a:moveTo>
                    <a:cubicBezTo>
                      <a:pt x="29" y="3"/>
                      <a:pt x="22" y="0"/>
                      <a:pt x="14" y="0"/>
                    </a:cubicBezTo>
                    <a:cubicBezTo>
                      <a:pt x="6" y="0"/>
                      <a:pt x="0" y="3"/>
                      <a:pt x="1" y="7"/>
                    </a:cubicBezTo>
                    <a:cubicBezTo>
                      <a:pt x="1" y="11"/>
                      <a:pt x="8" y="14"/>
                      <a:pt x="16" y="14"/>
                    </a:cubicBezTo>
                    <a:cubicBezTo>
                      <a:pt x="24" y="14"/>
                      <a:pt x="30" y="11"/>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73" name="Freeform 234"/>
              <p:cNvSpPr>
                <a:spLocks/>
              </p:cNvSpPr>
              <p:nvPr/>
            </p:nvSpPr>
            <p:spPr bwMode="auto">
              <a:xfrm>
                <a:off x="4381" y="2129"/>
                <a:ext cx="64" cy="29"/>
              </a:xfrm>
              <a:custGeom>
                <a:avLst/>
                <a:gdLst>
                  <a:gd name="T0" fmla="*/ 30 w 31"/>
                  <a:gd name="T1" fmla="*/ 7 h 14"/>
                  <a:gd name="T2" fmla="*/ 14 w 31"/>
                  <a:gd name="T3" fmla="*/ 0 h 14"/>
                  <a:gd name="T4" fmla="*/ 1 w 31"/>
                  <a:gd name="T5" fmla="*/ 7 h 14"/>
                  <a:gd name="T6" fmla="*/ 17 w 31"/>
                  <a:gd name="T7" fmla="*/ 14 h 14"/>
                  <a:gd name="T8" fmla="*/ 30 w 31"/>
                  <a:gd name="T9" fmla="*/ 7 h 14"/>
                </a:gdLst>
                <a:ahLst/>
                <a:cxnLst>
                  <a:cxn ang="0">
                    <a:pos x="T0" y="T1"/>
                  </a:cxn>
                  <a:cxn ang="0">
                    <a:pos x="T2" y="T3"/>
                  </a:cxn>
                  <a:cxn ang="0">
                    <a:pos x="T4" y="T5"/>
                  </a:cxn>
                  <a:cxn ang="0">
                    <a:pos x="T6" y="T7"/>
                  </a:cxn>
                  <a:cxn ang="0">
                    <a:pos x="T8" y="T9"/>
                  </a:cxn>
                </a:cxnLst>
                <a:rect l="0" t="0" r="r" b="b"/>
                <a:pathLst>
                  <a:path w="31" h="14">
                    <a:moveTo>
                      <a:pt x="30" y="7"/>
                    </a:moveTo>
                    <a:cubicBezTo>
                      <a:pt x="29" y="3"/>
                      <a:pt x="22" y="0"/>
                      <a:pt x="14" y="0"/>
                    </a:cubicBezTo>
                    <a:cubicBezTo>
                      <a:pt x="6" y="0"/>
                      <a:pt x="0" y="3"/>
                      <a:pt x="1" y="7"/>
                    </a:cubicBezTo>
                    <a:cubicBezTo>
                      <a:pt x="2" y="11"/>
                      <a:pt x="9" y="14"/>
                      <a:pt x="17" y="14"/>
                    </a:cubicBezTo>
                    <a:cubicBezTo>
                      <a:pt x="25" y="14"/>
                      <a:pt x="31"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74" name="Freeform 235"/>
              <p:cNvSpPr>
                <a:spLocks/>
              </p:cNvSpPr>
              <p:nvPr/>
            </p:nvSpPr>
            <p:spPr bwMode="auto">
              <a:xfrm>
                <a:off x="4315" y="2165"/>
                <a:ext cx="62" cy="29"/>
              </a:xfrm>
              <a:custGeom>
                <a:avLst/>
                <a:gdLst>
                  <a:gd name="T0" fmla="*/ 30 w 30"/>
                  <a:gd name="T1" fmla="*/ 7 h 14"/>
                  <a:gd name="T2" fmla="*/ 14 w 30"/>
                  <a:gd name="T3" fmla="*/ 0 h 14"/>
                  <a:gd name="T4" fmla="*/ 1 w 30"/>
                  <a:gd name="T5" fmla="*/ 7 h 14"/>
                  <a:gd name="T6" fmla="*/ 16 w 30"/>
                  <a:gd name="T7" fmla="*/ 14 h 14"/>
                  <a:gd name="T8" fmla="*/ 30 w 30"/>
                  <a:gd name="T9" fmla="*/ 7 h 14"/>
                </a:gdLst>
                <a:ahLst/>
                <a:cxnLst>
                  <a:cxn ang="0">
                    <a:pos x="T0" y="T1"/>
                  </a:cxn>
                  <a:cxn ang="0">
                    <a:pos x="T2" y="T3"/>
                  </a:cxn>
                  <a:cxn ang="0">
                    <a:pos x="T4" y="T5"/>
                  </a:cxn>
                  <a:cxn ang="0">
                    <a:pos x="T6" y="T7"/>
                  </a:cxn>
                  <a:cxn ang="0">
                    <a:pos x="T8" y="T9"/>
                  </a:cxn>
                </a:cxnLst>
                <a:rect l="0" t="0" r="r" b="b"/>
                <a:pathLst>
                  <a:path w="30" h="14">
                    <a:moveTo>
                      <a:pt x="30" y="7"/>
                    </a:moveTo>
                    <a:cubicBezTo>
                      <a:pt x="29" y="3"/>
                      <a:pt x="22" y="0"/>
                      <a:pt x="14" y="0"/>
                    </a:cubicBezTo>
                    <a:cubicBezTo>
                      <a:pt x="6" y="0"/>
                      <a:pt x="0" y="3"/>
                      <a:pt x="1" y="7"/>
                    </a:cubicBezTo>
                    <a:cubicBezTo>
                      <a:pt x="1" y="11"/>
                      <a:pt x="8" y="14"/>
                      <a:pt x="16" y="14"/>
                    </a:cubicBezTo>
                    <a:cubicBezTo>
                      <a:pt x="24" y="14"/>
                      <a:pt x="30"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75" name="Freeform 236"/>
              <p:cNvSpPr>
                <a:spLocks/>
              </p:cNvSpPr>
              <p:nvPr/>
            </p:nvSpPr>
            <p:spPr bwMode="auto">
              <a:xfrm>
                <a:off x="4462" y="2165"/>
                <a:ext cx="64" cy="29"/>
              </a:xfrm>
              <a:custGeom>
                <a:avLst/>
                <a:gdLst>
                  <a:gd name="T0" fmla="*/ 30 w 31"/>
                  <a:gd name="T1" fmla="*/ 7 h 14"/>
                  <a:gd name="T2" fmla="*/ 14 w 31"/>
                  <a:gd name="T3" fmla="*/ 0 h 14"/>
                  <a:gd name="T4" fmla="*/ 1 w 31"/>
                  <a:gd name="T5" fmla="*/ 7 h 14"/>
                  <a:gd name="T6" fmla="*/ 17 w 31"/>
                  <a:gd name="T7" fmla="*/ 14 h 14"/>
                  <a:gd name="T8" fmla="*/ 30 w 31"/>
                  <a:gd name="T9" fmla="*/ 7 h 14"/>
                </a:gdLst>
                <a:ahLst/>
                <a:cxnLst>
                  <a:cxn ang="0">
                    <a:pos x="T0" y="T1"/>
                  </a:cxn>
                  <a:cxn ang="0">
                    <a:pos x="T2" y="T3"/>
                  </a:cxn>
                  <a:cxn ang="0">
                    <a:pos x="T4" y="T5"/>
                  </a:cxn>
                  <a:cxn ang="0">
                    <a:pos x="T6" y="T7"/>
                  </a:cxn>
                  <a:cxn ang="0">
                    <a:pos x="T8" y="T9"/>
                  </a:cxn>
                </a:cxnLst>
                <a:rect l="0" t="0" r="r" b="b"/>
                <a:pathLst>
                  <a:path w="31" h="14">
                    <a:moveTo>
                      <a:pt x="30" y="7"/>
                    </a:moveTo>
                    <a:cubicBezTo>
                      <a:pt x="29" y="3"/>
                      <a:pt x="22" y="0"/>
                      <a:pt x="14" y="0"/>
                    </a:cubicBezTo>
                    <a:cubicBezTo>
                      <a:pt x="6" y="0"/>
                      <a:pt x="0" y="3"/>
                      <a:pt x="1" y="7"/>
                    </a:cubicBezTo>
                    <a:cubicBezTo>
                      <a:pt x="2" y="11"/>
                      <a:pt x="9" y="14"/>
                      <a:pt x="17" y="14"/>
                    </a:cubicBezTo>
                    <a:cubicBezTo>
                      <a:pt x="25" y="14"/>
                      <a:pt x="31"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76" name="Freeform 237"/>
              <p:cNvSpPr>
                <a:spLocks/>
              </p:cNvSpPr>
              <p:nvPr/>
            </p:nvSpPr>
            <p:spPr bwMode="auto">
              <a:xfrm>
                <a:off x="4536" y="2165"/>
                <a:ext cx="64" cy="29"/>
              </a:xfrm>
              <a:custGeom>
                <a:avLst/>
                <a:gdLst>
                  <a:gd name="T0" fmla="*/ 30 w 31"/>
                  <a:gd name="T1" fmla="*/ 7 h 14"/>
                  <a:gd name="T2" fmla="*/ 13 w 31"/>
                  <a:gd name="T3" fmla="*/ 0 h 14"/>
                  <a:gd name="T4" fmla="*/ 1 w 31"/>
                  <a:gd name="T5" fmla="*/ 7 h 14"/>
                  <a:gd name="T6" fmla="*/ 17 w 31"/>
                  <a:gd name="T7" fmla="*/ 14 h 14"/>
                  <a:gd name="T8" fmla="*/ 30 w 31"/>
                  <a:gd name="T9" fmla="*/ 7 h 14"/>
                </a:gdLst>
                <a:ahLst/>
                <a:cxnLst>
                  <a:cxn ang="0">
                    <a:pos x="T0" y="T1"/>
                  </a:cxn>
                  <a:cxn ang="0">
                    <a:pos x="T2" y="T3"/>
                  </a:cxn>
                  <a:cxn ang="0">
                    <a:pos x="T4" y="T5"/>
                  </a:cxn>
                  <a:cxn ang="0">
                    <a:pos x="T6" y="T7"/>
                  </a:cxn>
                  <a:cxn ang="0">
                    <a:pos x="T8" y="T9"/>
                  </a:cxn>
                </a:cxnLst>
                <a:rect l="0" t="0" r="r" b="b"/>
                <a:pathLst>
                  <a:path w="31" h="14">
                    <a:moveTo>
                      <a:pt x="30" y="7"/>
                    </a:moveTo>
                    <a:cubicBezTo>
                      <a:pt x="29" y="3"/>
                      <a:pt x="22" y="0"/>
                      <a:pt x="13" y="0"/>
                    </a:cubicBezTo>
                    <a:cubicBezTo>
                      <a:pt x="5" y="0"/>
                      <a:pt x="0" y="3"/>
                      <a:pt x="1" y="7"/>
                    </a:cubicBezTo>
                    <a:cubicBezTo>
                      <a:pt x="2" y="11"/>
                      <a:pt x="9" y="14"/>
                      <a:pt x="17" y="14"/>
                    </a:cubicBezTo>
                    <a:cubicBezTo>
                      <a:pt x="25" y="14"/>
                      <a:pt x="31"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77" name="Freeform 238"/>
              <p:cNvSpPr>
                <a:spLocks/>
              </p:cNvSpPr>
              <p:nvPr/>
            </p:nvSpPr>
            <p:spPr bwMode="auto">
              <a:xfrm>
                <a:off x="4608" y="2165"/>
                <a:ext cx="66" cy="29"/>
              </a:xfrm>
              <a:custGeom>
                <a:avLst/>
                <a:gdLst>
                  <a:gd name="T0" fmla="*/ 30 w 32"/>
                  <a:gd name="T1" fmla="*/ 7 h 14"/>
                  <a:gd name="T2" fmla="*/ 14 w 32"/>
                  <a:gd name="T3" fmla="*/ 0 h 14"/>
                  <a:gd name="T4" fmla="*/ 1 w 32"/>
                  <a:gd name="T5" fmla="*/ 7 h 14"/>
                  <a:gd name="T6" fmla="*/ 18 w 32"/>
                  <a:gd name="T7" fmla="*/ 14 h 14"/>
                  <a:gd name="T8" fmla="*/ 30 w 32"/>
                  <a:gd name="T9" fmla="*/ 7 h 14"/>
                </a:gdLst>
                <a:ahLst/>
                <a:cxnLst>
                  <a:cxn ang="0">
                    <a:pos x="T0" y="T1"/>
                  </a:cxn>
                  <a:cxn ang="0">
                    <a:pos x="T2" y="T3"/>
                  </a:cxn>
                  <a:cxn ang="0">
                    <a:pos x="T4" y="T5"/>
                  </a:cxn>
                  <a:cxn ang="0">
                    <a:pos x="T6" y="T7"/>
                  </a:cxn>
                  <a:cxn ang="0">
                    <a:pos x="T8" y="T9"/>
                  </a:cxn>
                </a:cxnLst>
                <a:rect l="0" t="0" r="r" b="b"/>
                <a:pathLst>
                  <a:path w="32" h="14">
                    <a:moveTo>
                      <a:pt x="30" y="7"/>
                    </a:moveTo>
                    <a:cubicBezTo>
                      <a:pt x="29" y="3"/>
                      <a:pt x="22" y="0"/>
                      <a:pt x="14" y="0"/>
                    </a:cubicBezTo>
                    <a:cubicBezTo>
                      <a:pt x="6" y="0"/>
                      <a:pt x="0" y="3"/>
                      <a:pt x="1" y="7"/>
                    </a:cubicBezTo>
                    <a:cubicBezTo>
                      <a:pt x="2" y="11"/>
                      <a:pt x="10" y="14"/>
                      <a:pt x="18" y="14"/>
                    </a:cubicBezTo>
                    <a:cubicBezTo>
                      <a:pt x="26" y="14"/>
                      <a:pt x="32"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78" name="Freeform 239"/>
              <p:cNvSpPr>
                <a:spLocks/>
              </p:cNvSpPr>
              <p:nvPr/>
            </p:nvSpPr>
            <p:spPr bwMode="auto">
              <a:xfrm>
                <a:off x="4757" y="2165"/>
                <a:ext cx="64" cy="29"/>
              </a:xfrm>
              <a:custGeom>
                <a:avLst/>
                <a:gdLst>
                  <a:gd name="T0" fmla="*/ 30 w 31"/>
                  <a:gd name="T1" fmla="*/ 7 h 14"/>
                  <a:gd name="T2" fmla="*/ 13 w 31"/>
                  <a:gd name="T3" fmla="*/ 0 h 14"/>
                  <a:gd name="T4" fmla="*/ 1 w 31"/>
                  <a:gd name="T5" fmla="*/ 7 h 14"/>
                  <a:gd name="T6" fmla="*/ 17 w 31"/>
                  <a:gd name="T7" fmla="*/ 14 h 14"/>
                  <a:gd name="T8" fmla="*/ 30 w 31"/>
                  <a:gd name="T9" fmla="*/ 7 h 14"/>
                </a:gdLst>
                <a:ahLst/>
                <a:cxnLst>
                  <a:cxn ang="0">
                    <a:pos x="T0" y="T1"/>
                  </a:cxn>
                  <a:cxn ang="0">
                    <a:pos x="T2" y="T3"/>
                  </a:cxn>
                  <a:cxn ang="0">
                    <a:pos x="T4" y="T5"/>
                  </a:cxn>
                  <a:cxn ang="0">
                    <a:pos x="T6" y="T7"/>
                  </a:cxn>
                  <a:cxn ang="0">
                    <a:pos x="T8" y="T9"/>
                  </a:cxn>
                </a:cxnLst>
                <a:rect l="0" t="0" r="r" b="b"/>
                <a:pathLst>
                  <a:path w="31" h="14">
                    <a:moveTo>
                      <a:pt x="30" y="7"/>
                    </a:moveTo>
                    <a:cubicBezTo>
                      <a:pt x="29" y="3"/>
                      <a:pt x="21" y="0"/>
                      <a:pt x="13" y="0"/>
                    </a:cubicBezTo>
                    <a:cubicBezTo>
                      <a:pt x="5" y="0"/>
                      <a:pt x="0" y="3"/>
                      <a:pt x="1" y="7"/>
                    </a:cubicBezTo>
                    <a:cubicBezTo>
                      <a:pt x="2" y="11"/>
                      <a:pt x="9" y="14"/>
                      <a:pt x="17" y="14"/>
                    </a:cubicBezTo>
                    <a:cubicBezTo>
                      <a:pt x="26" y="14"/>
                      <a:pt x="31"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79" name="Freeform 240"/>
              <p:cNvSpPr>
                <a:spLocks/>
              </p:cNvSpPr>
              <p:nvPr/>
            </p:nvSpPr>
            <p:spPr bwMode="auto">
              <a:xfrm>
                <a:off x="4819" y="2129"/>
                <a:ext cx="64" cy="29"/>
              </a:xfrm>
              <a:custGeom>
                <a:avLst/>
                <a:gdLst>
                  <a:gd name="T0" fmla="*/ 30 w 31"/>
                  <a:gd name="T1" fmla="*/ 7 h 14"/>
                  <a:gd name="T2" fmla="*/ 13 w 31"/>
                  <a:gd name="T3" fmla="*/ 0 h 14"/>
                  <a:gd name="T4" fmla="*/ 1 w 31"/>
                  <a:gd name="T5" fmla="*/ 7 h 14"/>
                  <a:gd name="T6" fmla="*/ 18 w 31"/>
                  <a:gd name="T7" fmla="*/ 14 h 14"/>
                  <a:gd name="T8" fmla="*/ 30 w 31"/>
                  <a:gd name="T9" fmla="*/ 7 h 14"/>
                </a:gdLst>
                <a:ahLst/>
                <a:cxnLst>
                  <a:cxn ang="0">
                    <a:pos x="T0" y="T1"/>
                  </a:cxn>
                  <a:cxn ang="0">
                    <a:pos x="T2" y="T3"/>
                  </a:cxn>
                  <a:cxn ang="0">
                    <a:pos x="T4" y="T5"/>
                  </a:cxn>
                  <a:cxn ang="0">
                    <a:pos x="T6" y="T7"/>
                  </a:cxn>
                  <a:cxn ang="0">
                    <a:pos x="T8" y="T9"/>
                  </a:cxn>
                </a:cxnLst>
                <a:rect l="0" t="0" r="r" b="b"/>
                <a:pathLst>
                  <a:path w="31" h="14">
                    <a:moveTo>
                      <a:pt x="30" y="7"/>
                    </a:moveTo>
                    <a:cubicBezTo>
                      <a:pt x="29" y="3"/>
                      <a:pt x="21" y="0"/>
                      <a:pt x="13" y="0"/>
                    </a:cubicBezTo>
                    <a:cubicBezTo>
                      <a:pt x="5" y="0"/>
                      <a:pt x="0" y="3"/>
                      <a:pt x="1" y="7"/>
                    </a:cubicBezTo>
                    <a:cubicBezTo>
                      <a:pt x="2" y="11"/>
                      <a:pt x="10" y="14"/>
                      <a:pt x="18" y="14"/>
                    </a:cubicBezTo>
                    <a:cubicBezTo>
                      <a:pt x="26" y="14"/>
                      <a:pt x="31"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80" name="Freeform 241"/>
              <p:cNvSpPr>
                <a:spLocks/>
              </p:cNvSpPr>
              <p:nvPr/>
            </p:nvSpPr>
            <p:spPr bwMode="auto">
              <a:xfrm>
                <a:off x="4891" y="2129"/>
                <a:ext cx="66" cy="29"/>
              </a:xfrm>
              <a:custGeom>
                <a:avLst/>
                <a:gdLst>
                  <a:gd name="T0" fmla="*/ 30 w 32"/>
                  <a:gd name="T1" fmla="*/ 7 h 14"/>
                  <a:gd name="T2" fmla="*/ 14 w 32"/>
                  <a:gd name="T3" fmla="*/ 0 h 14"/>
                  <a:gd name="T4" fmla="*/ 1 w 32"/>
                  <a:gd name="T5" fmla="*/ 7 h 14"/>
                  <a:gd name="T6" fmla="*/ 18 w 32"/>
                  <a:gd name="T7" fmla="*/ 14 h 14"/>
                  <a:gd name="T8" fmla="*/ 30 w 32"/>
                  <a:gd name="T9" fmla="*/ 7 h 14"/>
                </a:gdLst>
                <a:ahLst/>
                <a:cxnLst>
                  <a:cxn ang="0">
                    <a:pos x="T0" y="T1"/>
                  </a:cxn>
                  <a:cxn ang="0">
                    <a:pos x="T2" y="T3"/>
                  </a:cxn>
                  <a:cxn ang="0">
                    <a:pos x="T4" y="T5"/>
                  </a:cxn>
                  <a:cxn ang="0">
                    <a:pos x="T6" y="T7"/>
                  </a:cxn>
                  <a:cxn ang="0">
                    <a:pos x="T8" y="T9"/>
                  </a:cxn>
                </a:cxnLst>
                <a:rect l="0" t="0" r="r" b="b"/>
                <a:pathLst>
                  <a:path w="32" h="14">
                    <a:moveTo>
                      <a:pt x="30" y="7"/>
                    </a:moveTo>
                    <a:cubicBezTo>
                      <a:pt x="29" y="3"/>
                      <a:pt x="22" y="0"/>
                      <a:pt x="14" y="0"/>
                    </a:cubicBezTo>
                    <a:cubicBezTo>
                      <a:pt x="6" y="0"/>
                      <a:pt x="0" y="3"/>
                      <a:pt x="1" y="7"/>
                    </a:cubicBezTo>
                    <a:cubicBezTo>
                      <a:pt x="3" y="11"/>
                      <a:pt x="10" y="14"/>
                      <a:pt x="18" y="14"/>
                    </a:cubicBezTo>
                    <a:cubicBezTo>
                      <a:pt x="26" y="14"/>
                      <a:pt x="32"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81" name="Freeform 242"/>
              <p:cNvSpPr>
                <a:spLocks/>
              </p:cNvSpPr>
              <p:nvPr/>
            </p:nvSpPr>
            <p:spPr bwMode="auto">
              <a:xfrm>
                <a:off x="4965" y="2129"/>
                <a:ext cx="64" cy="29"/>
              </a:xfrm>
              <a:custGeom>
                <a:avLst/>
                <a:gdLst>
                  <a:gd name="T0" fmla="*/ 30 w 31"/>
                  <a:gd name="T1" fmla="*/ 7 h 14"/>
                  <a:gd name="T2" fmla="*/ 13 w 31"/>
                  <a:gd name="T3" fmla="*/ 0 h 14"/>
                  <a:gd name="T4" fmla="*/ 1 w 31"/>
                  <a:gd name="T5" fmla="*/ 7 h 14"/>
                  <a:gd name="T6" fmla="*/ 18 w 31"/>
                  <a:gd name="T7" fmla="*/ 14 h 14"/>
                  <a:gd name="T8" fmla="*/ 30 w 31"/>
                  <a:gd name="T9" fmla="*/ 7 h 14"/>
                </a:gdLst>
                <a:ahLst/>
                <a:cxnLst>
                  <a:cxn ang="0">
                    <a:pos x="T0" y="T1"/>
                  </a:cxn>
                  <a:cxn ang="0">
                    <a:pos x="T2" y="T3"/>
                  </a:cxn>
                  <a:cxn ang="0">
                    <a:pos x="T4" y="T5"/>
                  </a:cxn>
                  <a:cxn ang="0">
                    <a:pos x="T6" y="T7"/>
                  </a:cxn>
                  <a:cxn ang="0">
                    <a:pos x="T8" y="T9"/>
                  </a:cxn>
                </a:cxnLst>
                <a:rect l="0" t="0" r="r" b="b"/>
                <a:pathLst>
                  <a:path w="31" h="14">
                    <a:moveTo>
                      <a:pt x="30" y="7"/>
                    </a:moveTo>
                    <a:cubicBezTo>
                      <a:pt x="28" y="3"/>
                      <a:pt x="21" y="0"/>
                      <a:pt x="13" y="0"/>
                    </a:cubicBezTo>
                    <a:cubicBezTo>
                      <a:pt x="5" y="0"/>
                      <a:pt x="0" y="3"/>
                      <a:pt x="1" y="7"/>
                    </a:cubicBezTo>
                    <a:cubicBezTo>
                      <a:pt x="2" y="11"/>
                      <a:pt x="10" y="14"/>
                      <a:pt x="18" y="14"/>
                    </a:cubicBezTo>
                    <a:cubicBezTo>
                      <a:pt x="26" y="14"/>
                      <a:pt x="31"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82" name="Freeform 243"/>
              <p:cNvSpPr>
                <a:spLocks/>
              </p:cNvSpPr>
              <p:nvPr/>
            </p:nvSpPr>
            <p:spPr bwMode="auto">
              <a:xfrm>
                <a:off x="5038" y="2129"/>
                <a:ext cx="66" cy="29"/>
              </a:xfrm>
              <a:custGeom>
                <a:avLst/>
                <a:gdLst>
                  <a:gd name="T0" fmla="*/ 30 w 32"/>
                  <a:gd name="T1" fmla="*/ 7 h 14"/>
                  <a:gd name="T2" fmla="*/ 13 w 32"/>
                  <a:gd name="T3" fmla="*/ 0 h 14"/>
                  <a:gd name="T4" fmla="*/ 1 w 32"/>
                  <a:gd name="T5" fmla="*/ 7 h 14"/>
                  <a:gd name="T6" fmla="*/ 18 w 32"/>
                  <a:gd name="T7" fmla="*/ 14 h 14"/>
                  <a:gd name="T8" fmla="*/ 30 w 32"/>
                  <a:gd name="T9" fmla="*/ 7 h 14"/>
                </a:gdLst>
                <a:ahLst/>
                <a:cxnLst>
                  <a:cxn ang="0">
                    <a:pos x="T0" y="T1"/>
                  </a:cxn>
                  <a:cxn ang="0">
                    <a:pos x="T2" y="T3"/>
                  </a:cxn>
                  <a:cxn ang="0">
                    <a:pos x="T4" y="T5"/>
                  </a:cxn>
                  <a:cxn ang="0">
                    <a:pos x="T6" y="T7"/>
                  </a:cxn>
                  <a:cxn ang="0">
                    <a:pos x="T8" y="T9"/>
                  </a:cxn>
                </a:cxnLst>
                <a:rect l="0" t="0" r="r" b="b"/>
                <a:pathLst>
                  <a:path w="32" h="14">
                    <a:moveTo>
                      <a:pt x="30" y="7"/>
                    </a:moveTo>
                    <a:cubicBezTo>
                      <a:pt x="29" y="3"/>
                      <a:pt x="21" y="0"/>
                      <a:pt x="13" y="0"/>
                    </a:cubicBezTo>
                    <a:cubicBezTo>
                      <a:pt x="5" y="0"/>
                      <a:pt x="0" y="3"/>
                      <a:pt x="1" y="7"/>
                    </a:cubicBezTo>
                    <a:cubicBezTo>
                      <a:pt x="3" y="11"/>
                      <a:pt x="10" y="14"/>
                      <a:pt x="18" y="14"/>
                    </a:cubicBezTo>
                    <a:cubicBezTo>
                      <a:pt x="26" y="14"/>
                      <a:pt x="32"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83" name="Freeform 244"/>
              <p:cNvSpPr>
                <a:spLocks/>
              </p:cNvSpPr>
              <p:nvPr/>
            </p:nvSpPr>
            <p:spPr bwMode="auto">
              <a:xfrm>
                <a:off x="5110" y="2129"/>
                <a:ext cx="66" cy="29"/>
              </a:xfrm>
              <a:custGeom>
                <a:avLst/>
                <a:gdLst>
                  <a:gd name="T0" fmla="*/ 30 w 32"/>
                  <a:gd name="T1" fmla="*/ 7 h 14"/>
                  <a:gd name="T2" fmla="*/ 13 w 32"/>
                  <a:gd name="T3" fmla="*/ 0 h 14"/>
                  <a:gd name="T4" fmla="*/ 2 w 32"/>
                  <a:gd name="T5" fmla="*/ 7 h 14"/>
                  <a:gd name="T6" fmla="*/ 19 w 32"/>
                  <a:gd name="T7" fmla="*/ 14 h 14"/>
                  <a:gd name="T8" fmla="*/ 30 w 32"/>
                  <a:gd name="T9" fmla="*/ 7 h 14"/>
                </a:gdLst>
                <a:ahLst/>
                <a:cxnLst>
                  <a:cxn ang="0">
                    <a:pos x="T0" y="T1"/>
                  </a:cxn>
                  <a:cxn ang="0">
                    <a:pos x="T2" y="T3"/>
                  </a:cxn>
                  <a:cxn ang="0">
                    <a:pos x="T4" y="T5"/>
                  </a:cxn>
                  <a:cxn ang="0">
                    <a:pos x="T6" y="T7"/>
                  </a:cxn>
                  <a:cxn ang="0">
                    <a:pos x="T8" y="T9"/>
                  </a:cxn>
                </a:cxnLst>
                <a:rect l="0" t="0" r="r" b="b"/>
                <a:pathLst>
                  <a:path w="32" h="14">
                    <a:moveTo>
                      <a:pt x="30" y="7"/>
                    </a:moveTo>
                    <a:cubicBezTo>
                      <a:pt x="29" y="3"/>
                      <a:pt x="21" y="0"/>
                      <a:pt x="13" y="0"/>
                    </a:cubicBezTo>
                    <a:cubicBezTo>
                      <a:pt x="5" y="0"/>
                      <a:pt x="0" y="3"/>
                      <a:pt x="2" y="7"/>
                    </a:cubicBezTo>
                    <a:cubicBezTo>
                      <a:pt x="3" y="11"/>
                      <a:pt x="11" y="14"/>
                      <a:pt x="19" y="14"/>
                    </a:cubicBezTo>
                    <a:cubicBezTo>
                      <a:pt x="27" y="14"/>
                      <a:pt x="32"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84" name="Freeform 245"/>
              <p:cNvSpPr>
                <a:spLocks/>
              </p:cNvSpPr>
              <p:nvPr/>
            </p:nvSpPr>
            <p:spPr bwMode="auto">
              <a:xfrm>
                <a:off x="5182" y="2129"/>
                <a:ext cx="66" cy="29"/>
              </a:xfrm>
              <a:custGeom>
                <a:avLst/>
                <a:gdLst>
                  <a:gd name="T0" fmla="*/ 31 w 32"/>
                  <a:gd name="T1" fmla="*/ 7 h 14"/>
                  <a:gd name="T2" fmla="*/ 14 w 32"/>
                  <a:gd name="T3" fmla="*/ 0 h 14"/>
                  <a:gd name="T4" fmla="*/ 2 w 32"/>
                  <a:gd name="T5" fmla="*/ 7 h 14"/>
                  <a:gd name="T6" fmla="*/ 19 w 32"/>
                  <a:gd name="T7" fmla="*/ 14 h 14"/>
                  <a:gd name="T8" fmla="*/ 31 w 32"/>
                  <a:gd name="T9" fmla="*/ 7 h 14"/>
                </a:gdLst>
                <a:ahLst/>
                <a:cxnLst>
                  <a:cxn ang="0">
                    <a:pos x="T0" y="T1"/>
                  </a:cxn>
                  <a:cxn ang="0">
                    <a:pos x="T2" y="T3"/>
                  </a:cxn>
                  <a:cxn ang="0">
                    <a:pos x="T4" y="T5"/>
                  </a:cxn>
                  <a:cxn ang="0">
                    <a:pos x="T6" y="T7"/>
                  </a:cxn>
                  <a:cxn ang="0">
                    <a:pos x="T8" y="T9"/>
                  </a:cxn>
                </a:cxnLst>
                <a:rect l="0" t="0" r="r" b="b"/>
                <a:pathLst>
                  <a:path w="32" h="14">
                    <a:moveTo>
                      <a:pt x="31" y="7"/>
                    </a:moveTo>
                    <a:cubicBezTo>
                      <a:pt x="29" y="3"/>
                      <a:pt x="21" y="0"/>
                      <a:pt x="14" y="0"/>
                    </a:cubicBezTo>
                    <a:cubicBezTo>
                      <a:pt x="6" y="0"/>
                      <a:pt x="0" y="3"/>
                      <a:pt x="2" y="7"/>
                    </a:cubicBezTo>
                    <a:cubicBezTo>
                      <a:pt x="4" y="11"/>
                      <a:pt x="11" y="14"/>
                      <a:pt x="19" y="14"/>
                    </a:cubicBezTo>
                    <a:cubicBezTo>
                      <a:pt x="27" y="14"/>
                      <a:pt x="32"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85" name="Freeform 246"/>
              <p:cNvSpPr>
                <a:spLocks/>
              </p:cNvSpPr>
              <p:nvPr/>
            </p:nvSpPr>
            <p:spPr bwMode="auto">
              <a:xfrm>
                <a:off x="5256" y="2129"/>
                <a:ext cx="66" cy="29"/>
              </a:xfrm>
              <a:custGeom>
                <a:avLst/>
                <a:gdLst>
                  <a:gd name="T0" fmla="*/ 30 w 32"/>
                  <a:gd name="T1" fmla="*/ 7 h 14"/>
                  <a:gd name="T2" fmla="*/ 13 w 32"/>
                  <a:gd name="T3" fmla="*/ 0 h 14"/>
                  <a:gd name="T4" fmla="*/ 1 w 32"/>
                  <a:gd name="T5" fmla="*/ 7 h 14"/>
                  <a:gd name="T6" fmla="*/ 19 w 32"/>
                  <a:gd name="T7" fmla="*/ 14 h 14"/>
                  <a:gd name="T8" fmla="*/ 30 w 32"/>
                  <a:gd name="T9" fmla="*/ 7 h 14"/>
                </a:gdLst>
                <a:ahLst/>
                <a:cxnLst>
                  <a:cxn ang="0">
                    <a:pos x="T0" y="T1"/>
                  </a:cxn>
                  <a:cxn ang="0">
                    <a:pos x="T2" y="T3"/>
                  </a:cxn>
                  <a:cxn ang="0">
                    <a:pos x="T4" y="T5"/>
                  </a:cxn>
                  <a:cxn ang="0">
                    <a:pos x="T6" y="T7"/>
                  </a:cxn>
                  <a:cxn ang="0">
                    <a:pos x="T8" y="T9"/>
                  </a:cxn>
                </a:cxnLst>
                <a:rect l="0" t="0" r="r" b="b"/>
                <a:pathLst>
                  <a:path w="32" h="14">
                    <a:moveTo>
                      <a:pt x="30" y="7"/>
                    </a:moveTo>
                    <a:cubicBezTo>
                      <a:pt x="29" y="3"/>
                      <a:pt x="21" y="0"/>
                      <a:pt x="13" y="0"/>
                    </a:cubicBezTo>
                    <a:cubicBezTo>
                      <a:pt x="5" y="0"/>
                      <a:pt x="0" y="3"/>
                      <a:pt x="1" y="7"/>
                    </a:cubicBezTo>
                    <a:cubicBezTo>
                      <a:pt x="3" y="11"/>
                      <a:pt x="11" y="14"/>
                      <a:pt x="19" y="14"/>
                    </a:cubicBezTo>
                    <a:cubicBezTo>
                      <a:pt x="27" y="14"/>
                      <a:pt x="32"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86" name="Freeform 247"/>
              <p:cNvSpPr>
                <a:spLocks/>
              </p:cNvSpPr>
              <p:nvPr/>
            </p:nvSpPr>
            <p:spPr bwMode="auto">
              <a:xfrm>
                <a:off x="5731" y="2202"/>
                <a:ext cx="70" cy="31"/>
              </a:xfrm>
              <a:custGeom>
                <a:avLst/>
                <a:gdLst>
                  <a:gd name="T0" fmla="*/ 32 w 34"/>
                  <a:gd name="T1" fmla="*/ 7 h 15"/>
                  <a:gd name="T2" fmla="*/ 13 w 34"/>
                  <a:gd name="T3" fmla="*/ 0 h 15"/>
                  <a:gd name="T4" fmla="*/ 2 w 34"/>
                  <a:gd name="T5" fmla="*/ 7 h 15"/>
                  <a:gd name="T6" fmla="*/ 21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30" y="3"/>
                      <a:pt x="21" y="0"/>
                      <a:pt x="13" y="0"/>
                    </a:cubicBezTo>
                    <a:cubicBezTo>
                      <a:pt x="5" y="0"/>
                      <a:pt x="0" y="3"/>
                      <a:pt x="2" y="7"/>
                    </a:cubicBezTo>
                    <a:cubicBezTo>
                      <a:pt x="4" y="11"/>
                      <a:pt x="13" y="15"/>
                      <a:pt x="21" y="15"/>
                    </a:cubicBezTo>
                    <a:cubicBezTo>
                      <a:pt x="29" y="15"/>
                      <a:pt x="34"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87" name="Freeform 248"/>
              <p:cNvSpPr>
                <a:spLocks/>
              </p:cNvSpPr>
              <p:nvPr/>
            </p:nvSpPr>
            <p:spPr bwMode="auto">
              <a:xfrm>
                <a:off x="5805" y="2202"/>
                <a:ext cx="70" cy="31"/>
              </a:xfrm>
              <a:custGeom>
                <a:avLst/>
                <a:gdLst>
                  <a:gd name="T0" fmla="*/ 32 w 34"/>
                  <a:gd name="T1" fmla="*/ 7 h 15"/>
                  <a:gd name="T2" fmla="*/ 13 w 34"/>
                  <a:gd name="T3" fmla="*/ 0 h 15"/>
                  <a:gd name="T4" fmla="*/ 2 w 34"/>
                  <a:gd name="T5" fmla="*/ 7 h 15"/>
                  <a:gd name="T6" fmla="*/ 21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29" y="3"/>
                      <a:pt x="21" y="0"/>
                      <a:pt x="13" y="0"/>
                    </a:cubicBezTo>
                    <a:cubicBezTo>
                      <a:pt x="5" y="0"/>
                      <a:pt x="0" y="3"/>
                      <a:pt x="2" y="7"/>
                    </a:cubicBezTo>
                    <a:cubicBezTo>
                      <a:pt x="5" y="11"/>
                      <a:pt x="13" y="15"/>
                      <a:pt x="21" y="15"/>
                    </a:cubicBezTo>
                    <a:cubicBezTo>
                      <a:pt x="29" y="15"/>
                      <a:pt x="34"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88" name="Freeform 249"/>
              <p:cNvSpPr>
                <a:spLocks/>
              </p:cNvSpPr>
              <p:nvPr/>
            </p:nvSpPr>
            <p:spPr bwMode="auto">
              <a:xfrm>
                <a:off x="5879" y="2202"/>
                <a:ext cx="70" cy="31"/>
              </a:xfrm>
              <a:custGeom>
                <a:avLst/>
                <a:gdLst>
                  <a:gd name="T0" fmla="*/ 32 w 34"/>
                  <a:gd name="T1" fmla="*/ 7 h 15"/>
                  <a:gd name="T2" fmla="*/ 13 w 34"/>
                  <a:gd name="T3" fmla="*/ 0 h 15"/>
                  <a:gd name="T4" fmla="*/ 2 w 34"/>
                  <a:gd name="T5" fmla="*/ 7 h 15"/>
                  <a:gd name="T6" fmla="*/ 21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29" y="3"/>
                      <a:pt x="21" y="0"/>
                      <a:pt x="13" y="0"/>
                    </a:cubicBezTo>
                    <a:cubicBezTo>
                      <a:pt x="5" y="0"/>
                      <a:pt x="0" y="3"/>
                      <a:pt x="2" y="7"/>
                    </a:cubicBezTo>
                    <a:cubicBezTo>
                      <a:pt x="5" y="11"/>
                      <a:pt x="13" y="15"/>
                      <a:pt x="21" y="15"/>
                    </a:cubicBezTo>
                    <a:cubicBezTo>
                      <a:pt x="29" y="15"/>
                      <a:pt x="34"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89" name="Freeform 250"/>
              <p:cNvSpPr>
                <a:spLocks/>
              </p:cNvSpPr>
              <p:nvPr/>
            </p:nvSpPr>
            <p:spPr bwMode="auto">
              <a:xfrm>
                <a:off x="5954" y="2202"/>
                <a:ext cx="70" cy="31"/>
              </a:xfrm>
              <a:custGeom>
                <a:avLst/>
                <a:gdLst>
                  <a:gd name="T0" fmla="*/ 32 w 34"/>
                  <a:gd name="T1" fmla="*/ 7 h 15"/>
                  <a:gd name="T2" fmla="*/ 13 w 34"/>
                  <a:gd name="T3" fmla="*/ 0 h 15"/>
                  <a:gd name="T4" fmla="*/ 2 w 34"/>
                  <a:gd name="T5" fmla="*/ 7 h 15"/>
                  <a:gd name="T6" fmla="*/ 22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29" y="3"/>
                      <a:pt x="21" y="0"/>
                      <a:pt x="13" y="0"/>
                    </a:cubicBezTo>
                    <a:cubicBezTo>
                      <a:pt x="5" y="0"/>
                      <a:pt x="0" y="3"/>
                      <a:pt x="2" y="7"/>
                    </a:cubicBezTo>
                    <a:cubicBezTo>
                      <a:pt x="5" y="11"/>
                      <a:pt x="13" y="15"/>
                      <a:pt x="22" y="15"/>
                    </a:cubicBezTo>
                    <a:cubicBezTo>
                      <a:pt x="30" y="15"/>
                      <a:pt x="34"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90" name="Freeform 251"/>
              <p:cNvSpPr>
                <a:spLocks/>
              </p:cNvSpPr>
              <p:nvPr/>
            </p:nvSpPr>
            <p:spPr bwMode="auto">
              <a:xfrm>
                <a:off x="6028" y="2202"/>
                <a:ext cx="70" cy="31"/>
              </a:xfrm>
              <a:custGeom>
                <a:avLst/>
                <a:gdLst>
                  <a:gd name="T0" fmla="*/ 32 w 34"/>
                  <a:gd name="T1" fmla="*/ 7 h 15"/>
                  <a:gd name="T2" fmla="*/ 13 w 34"/>
                  <a:gd name="T3" fmla="*/ 0 h 15"/>
                  <a:gd name="T4" fmla="*/ 2 w 34"/>
                  <a:gd name="T5" fmla="*/ 7 h 15"/>
                  <a:gd name="T6" fmla="*/ 22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29" y="3"/>
                      <a:pt x="21" y="0"/>
                      <a:pt x="13" y="0"/>
                    </a:cubicBezTo>
                    <a:cubicBezTo>
                      <a:pt x="5" y="0"/>
                      <a:pt x="0" y="3"/>
                      <a:pt x="2" y="7"/>
                    </a:cubicBezTo>
                    <a:cubicBezTo>
                      <a:pt x="5" y="11"/>
                      <a:pt x="14" y="15"/>
                      <a:pt x="22" y="15"/>
                    </a:cubicBezTo>
                    <a:cubicBezTo>
                      <a:pt x="30" y="15"/>
                      <a:pt x="34"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91" name="Freeform 252"/>
              <p:cNvSpPr>
                <a:spLocks/>
              </p:cNvSpPr>
              <p:nvPr/>
            </p:nvSpPr>
            <p:spPr bwMode="auto">
              <a:xfrm>
                <a:off x="6102" y="2202"/>
                <a:ext cx="70" cy="31"/>
              </a:xfrm>
              <a:custGeom>
                <a:avLst/>
                <a:gdLst>
                  <a:gd name="T0" fmla="*/ 32 w 34"/>
                  <a:gd name="T1" fmla="*/ 7 h 15"/>
                  <a:gd name="T2" fmla="*/ 13 w 34"/>
                  <a:gd name="T3" fmla="*/ 0 h 15"/>
                  <a:gd name="T4" fmla="*/ 2 w 34"/>
                  <a:gd name="T5" fmla="*/ 7 h 15"/>
                  <a:gd name="T6" fmla="*/ 22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29" y="3"/>
                      <a:pt x="21" y="0"/>
                      <a:pt x="13" y="0"/>
                    </a:cubicBezTo>
                    <a:cubicBezTo>
                      <a:pt x="4" y="0"/>
                      <a:pt x="0" y="3"/>
                      <a:pt x="2" y="7"/>
                    </a:cubicBezTo>
                    <a:cubicBezTo>
                      <a:pt x="5" y="11"/>
                      <a:pt x="14" y="15"/>
                      <a:pt x="22" y="15"/>
                    </a:cubicBezTo>
                    <a:cubicBezTo>
                      <a:pt x="30" y="15"/>
                      <a:pt x="34"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92" name="Freeform 253"/>
              <p:cNvSpPr>
                <a:spLocks/>
              </p:cNvSpPr>
              <p:nvPr/>
            </p:nvSpPr>
            <p:spPr bwMode="auto">
              <a:xfrm>
                <a:off x="6176" y="2202"/>
                <a:ext cx="73" cy="31"/>
              </a:xfrm>
              <a:custGeom>
                <a:avLst/>
                <a:gdLst>
                  <a:gd name="T0" fmla="*/ 32 w 35"/>
                  <a:gd name="T1" fmla="*/ 7 h 15"/>
                  <a:gd name="T2" fmla="*/ 12 w 35"/>
                  <a:gd name="T3" fmla="*/ 0 h 15"/>
                  <a:gd name="T4" fmla="*/ 3 w 35"/>
                  <a:gd name="T5" fmla="*/ 7 h 15"/>
                  <a:gd name="T6" fmla="*/ 22 w 35"/>
                  <a:gd name="T7" fmla="*/ 15 h 15"/>
                  <a:gd name="T8" fmla="*/ 32 w 35"/>
                  <a:gd name="T9" fmla="*/ 7 h 15"/>
                </a:gdLst>
                <a:ahLst/>
                <a:cxnLst>
                  <a:cxn ang="0">
                    <a:pos x="T0" y="T1"/>
                  </a:cxn>
                  <a:cxn ang="0">
                    <a:pos x="T2" y="T3"/>
                  </a:cxn>
                  <a:cxn ang="0">
                    <a:pos x="T4" y="T5"/>
                  </a:cxn>
                  <a:cxn ang="0">
                    <a:pos x="T6" y="T7"/>
                  </a:cxn>
                  <a:cxn ang="0">
                    <a:pos x="T8" y="T9"/>
                  </a:cxn>
                </a:cxnLst>
                <a:rect l="0" t="0" r="r" b="b"/>
                <a:pathLst>
                  <a:path w="35" h="15">
                    <a:moveTo>
                      <a:pt x="32" y="7"/>
                    </a:moveTo>
                    <a:cubicBezTo>
                      <a:pt x="29" y="3"/>
                      <a:pt x="21" y="0"/>
                      <a:pt x="12" y="0"/>
                    </a:cubicBezTo>
                    <a:cubicBezTo>
                      <a:pt x="4" y="0"/>
                      <a:pt x="0" y="3"/>
                      <a:pt x="3" y="7"/>
                    </a:cubicBezTo>
                    <a:cubicBezTo>
                      <a:pt x="5" y="11"/>
                      <a:pt x="14" y="15"/>
                      <a:pt x="22" y="15"/>
                    </a:cubicBezTo>
                    <a:cubicBezTo>
                      <a:pt x="30" y="15"/>
                      <a:pt x="35"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93" name="Freeform 254"/>
              <p:cNvSpPr>
                <a:spLocks/>
              </p:cNvSpPr>
              <p:nvPr/>
            </p:nvSpPr>
            <p:spPr bwMode="auto">
              <a:xfrm>
                <a:off x="6251" y="2202"/>
                <a:ext cx="72" cy="31"/>
              </a:xfrm>
              <a:custGeom>
                <a:avLst/>
                <a:gdLst>
                  <a:gd name="T0" fmla="*/ 32 w 35"/>
                  <a:gd name="T1" fmla="*/ 7 h 15"/>
                  <a:gd name="T2" fmla="*/ 12 w 35"/>
                  <a:gd name="T3" fmla="*/ 0 h 15"/>
                  <a:gd name="T4" fmla="*/ 3 w 35"/>
                  <a:gd name="T5" fmla="*/ 7 h 15"/>
                  <a:gd name="T6" fmla="*/ 22 w 35"/>
                  <a:gd name="T7" fmla="*/ 15 h 15"/>
                  <a:gd name="T8" fmla="*/ 32 w 35"/>
                  <a:gd name="T9" fmla="*/ 7 h 15"/>
                </a:gdLst>
                <a:ahLst/>
                <a:cxnLst>
                  <a:cxn ang="0">
                    <a:pos x="T0" y="T1"/>
                  </a:cxn>
                  <a:cxn ang="0">
                    <a:pos x="T2" y="T3"/>
                  </a:cxn>
                  <a:cxn ang="0">
                    <a:pos x="T4" y="T5"/>
                  </a:cxn>
                  <a:cxn ang="0">
                    <a:pos x="T6" y="T7"/>
                  </a:cxn>
                  <a:cxn ang="0">
                    <a:pos x="T8" y="T9"/>
                  </a:cxn>
                </a:cxnLst>
                <a:rect l="0" t="0" r="r" b="b"/>
                <a:pathLst>
                  <a:path w="35" h="15">
                    <a:moveTo>
                      <a:pt x="32" y="7"/>
                    </a:moveTo>
                    <a:cubicBezTo>
                      <a:pt x="29" y="3"/>
                      <a:pt x="20" y="0"/>
                      <a:pt x="12" y="0"/>
                    </a:cubicBezTo>
                    <a:cubicBezTo>
                      <a:pt x="4" y="0"/>
                      <a:pt x="0" y="3"/>
                      <a:pt x="3" y="7"/>
                    </a:cubicBezTo>
                    <a:cubicBezTo>
                      <a:pt x="5" y="11"/>
                      <a:pt x="14" y="15"/>
                      <a:pt x="22" y="15"/>
                    </a:cubicBezTo>
                    <a:cubicBezTo>
                      <a:pt x="30" y="15"/>
                      <a:pt x="35"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94" name="Freeform 255"/>
              <p:cNvSpPr>
                <a:spLocks/>
              </p:cNvSpPr>
              <p:nvPr/>
            </p:nvSpPr>
            <p:spPr bwMode="auto">
              <a:xfrm>
                <a:off x="6325" y="2202"/>
                <a:ext cx="72" cy="31"/>
              </a:xfrm>
              <a:custGeom>
                <a:avLst/>
                <a:gdLst>
                  <a:gd name="T0" fmla="*/ 32 w 35"/>
                  <a:gd name="T1" fmla="*/ 7 h 15"/>
                  <a:gd name="T2" fmla="*/ 12 w 35"/>
                  <a:gd name="T3" fmla="*/ 0 h 15"/>
                  <a:gd name="T4" fmla="*/ 3 w 35"/>
                  <a:gd name="T5" fmla="*/ 7 h 15"/>
                  <a:gd name="T6" fmla="*/ 22 w 35"/>
                  <a:gd name="T7" fmla="*/ 15 h 15"/>
                  <a:gd name="T8" fmla="*/ 32 w 35"/>
                  <a:gd name="T9" fmla="*/ 7 h 15"/>
                </a:gdLst>
                <a:ahLst/>
                <a:cxnLst>
                  <a:cxn ang="0">
                    <a:pos x="T0" y="T1"/>
                  </a:cxn>
                  <a:cxn ang="0">
                    <a:pos x="T2" y="T3"/>
                  </a:cxn>
                  <a:cxn ang="0">
                    <a:pos x="T4" y="T5"/>
                  </a:cxn>
                  <a:cxn ang="0">
                    <a:pos x="T6" y="T7"/>
                  </a:cxn>
                  <a:cxn ang="0">
                    <a:pos x="T8" y="T9"/>
                  </a:cxn>
                </a:cxnLst>
                <a:rect l="0" t="0" r="r" b="b"/>
                <a:pathLst>
                  <a:path w="35" h="15">
                    <a:moveTo>
                      <a:pt x="32" y="7"/>
                    </a:moveTo>
                    <a:cubicBezTo>
                      <a:pt x="29" y="3"/>
                      <a:pt x="20" y="0"/>
                      <a:pt x="12" y="0"/>
                    </a:cubicBezTo>
                    <a:cubicBezTo>
                      <a:pt x="4" y="0"/>
                      <a:pt x="0" y="3"/>
                      <a:pt x="3" y="7"/>
                    </a:cubicBezTo>
                    <a:cubicBezTo>
                      <a:pt x="5" y="11"/>
                      <a:pt x="14" y="15"/>
                      <a:pt x="22" y="15"/>
                    </a:cubicBezTo>
                    <a:cubicBezTo>
                      <a:pt x="31" y="15"/>
                      <a:pt x="35"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95" name="Freeform 256"/>
              <p:cNvSpPr>
                <a:spLocks/>
              </p:cNvSpPr>
              <p:nvPr/>
            </p:nvSpPr>
            <p:spPr bwMode="auto">
              <a:xfrm>
                <a:off x="5751" y="2239"/>
                <a:ext cx="71" cy="31"/>
              </a:xfrm>
              <a:custGeom>
                <a:avLst/>
                <a:gdLst>
                  <a:gd name="T0" fmla="*/ 32 w 34"/>
                  <a:gd name="T1" fmla="*/ 7 h 15"/>
                  <a:gd name="T2" fmla="*/ 13 w 34"/>
                  <a:gd name="T3" fmla="*/ 0 h 15"/>
                  <a:gd name="T4" fmla="*/ 2 w 34"/>
                  <a:gd name="T5" fmla="*/ 7 h 15"/>
                  <a:gd name="T6" fmla="*/ 21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29" y="3"/>
                      <a:pt x="21" y="0"/>
                      <a:pt x="13" y="0"/>
                    </a:cubicBezTo>
                    <a:cubicBezTo>
                      <a:pt x="5" y="0"/>
                      <a:pt x="0" y="3"/>
                      <a:pt x="2" y="7"/>
                    </a:cubicBezTo>
                    <a:cubicBezTo>
                      <a:pt x="4" y="12"/>
                      <a:pt x="13" y="15"/>
                      <a:pt x="21" y="15"/>
                    </a:cubicBezTo>
                    <a:cubicBezTo>
                      <a:pt x="29" y="15"/>
                      <a:pt x="34" y="12"/>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96" name="Freeform 257"/>
              <p:cNvSpPr>
                <a:spLocks/>
              </p:cNvSpPr>
              <p:nvPr/>
            </p:nvSpPr>
            <p:spPr bwMode="auto">
              <a:xfrm>
                <a:off x="5826" y="2239"/>
                <a:ext cx="70" cy="31"/>
              </a:xfrm>
              <a:custGeom>
                <a:avLst/>
                <a:gdLst>
                  <a:gd name="T0" fmla="*/ 32 w 34"/>
                  <a:gd name="T1" fmla="*/ 7 h 15"/>
                  <a:gd name="T2" fmla="*/ 13 w 34"/>
                  <a:gd name="T3" fmla="*/ 0 h 15"/>
                  <a:gd name="T4" fmla="*/ 2 w 34"/>
                  <a:gd name="T5" fmla="*/ 7 h 15"/>
                  <a:gd name="T6" fmla="*/ 21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30" y="3"/>
                      <a:pt x="21" y="0"/>
                      <a:pt x="13" y="0"/>
                    </a:cubicBezTo>
                    <a:cubicBezTo>
                      <a:pt x="5" y="0"/>
                      <a:pt x="0" y="3"/>
                      <a:pt x="2" y="7"/>
                    </a:cubicBezTo>
                    <a:cubicBezTo>
                      <a:pt x="5" y="12"/>
                      <a:pt x="13" y="15"/>
                      <a:pt x="21" y="15"/>
                    </a:cubicBezTo>
                    <a:cubicBezTo>
                      <a:pt x="30" y="15"/>
                      <a:pt x="34" y="12"/>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97" name="Freeform 258"/>
              <p:cNvSpPr>
                <a:spLocks/>
              </p:cNvSpPr>
              <p:nvPr/>
            </p:nvSpPr>
            <p:spPr bwMode="auto">
              <a:xfrm>
                <a:off x="5900" y="2239"/>
                <a:ext cx="72" cy="31"/>
              </a:xfrm>
              <a:custGeom>
                <a:avLst/>
                <a:gdLst>
                  <a:gd name="T0" fmla="*/ 32 w 35"/>
                  <a:gd name="T1" fmla="*/ 7 h 15"/>
                  <a:gd name="T2" fmla="*/ 13 w 35"/>
                  <a:gd name="T3" fmla="*/ 0 h 15"/>
                  <a:gd name="T4" fmla="*/ 3 w 35"/>
                  <a:gd name="T5" fmla="*/ 7 h 15"/>
                  <a:gd name="T6" fmla="*/ 22 w 35"/>
                  <a:gd name="T7" fmla="*/ 15 h 15"/>
                  <a:gd name="T8" fmla="*/ 32 w 35"/>
                  <a:gd name="T9" fmla="*/ 7 h 15"/>
                </a:gdLst>
                <a:ahLst/>
                <a:cxnLst>
                  <a:cxn ang="0">
                    <a:pos x="T0" y="T1"/>
                  </a:cxn>
                  <a:cxn ang="0">
                    <a:pos x="T2" y="T3"/>
                  </a:cxn>
                  <a:cxn ang="0">
                    <a:pos x="T4" y="T5"/>
                  </a:cxn>
                  <a:cxn ang="0">
                    <a:pos x="T6" y="T7"/>
                  </a:cxn>
                  <a:cxn ang="0">
                    <a:pos x="T8" y="T9"/>
                  </a:cxn>
                </a:cxnLst>
                <a:rect l="0" t="0" r="r" b="b"/>
                <a:pathLst>
                  <a:path w="35" h="15">
                    <a:moveTo>
                      <a:pt x="32" y="7"/>
                    </a:moveTo>
                    <a:cubicBezTo>
                      <a:pt x="30" y="3"/>
                      <a:pt x="21" y="0"/>
                      <a:pt x="13" y="0"/>
                    </a:cubicBezTo>
                    <a:cubicBezTo>
                      <a:pt x="5" y="0"/>
                      <a:pt x="0" y="3"/>
                      <a:pt x="3" y="7"/>
                    </a:cubicBezTo>
                    <a:cubicBezTo>
                      <a:pt x="5" y="12"/>
                      <a:pt x="14" y="15"/>
                      <a:pt x="22" y="15"/>
                    </a:cubicBezTo>
                    <a:cubicBezTo>
                      <a:pt x="30" y="15"/>
                      <a:pt x="35" y="12"/>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98" name="Freeform 259"/>
              <p:cNvSpPr>
                <a:spLocks/>
              </p:cNvSpPr>
              <p:nvPr/>
            </p:nvSpPr>
            <p:spPr bwMode="auto">
              <a:xfrm>
                <a:off x="5976" y="2239"/>
                <a:ext cx="70" cy="31"/>
              </a:xfrm>
              <a:custGeom>
                <a:avLst/>
                <a:gdLst>
                  <a:gd name="T0" fmla="*/ 32 w 34"/>
                  <a:gd name="T1" fmla="*/ 7 h 15"/>
                  <a:gd name="T2" fmla="*/ 12 w 34"/>
                  <a:gd name="T3" fmla="*/ 0 h 15"/>
                  <a:gd name="T4" fmla="*/ 2 w 34"/>
                  <a:gd name="T5" fmla="*/ 7 h 15"/>
                  <a:gd name="T6" fmla="*/ 21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29" y="3"/>
                      <a:pt x="21" y="0"/>
                      <a:pt x="12" y="0"/>
                    </a:cubicBezTo>
                    <a:cubicBezTo>
                      <a:pt x="4" y="0"/>
                      <a:pt x="0" y="3"/>
                      <a:pt x="2" y="7"/>
                    </a:cubicBezTo>
                    <a:cubicBezTo>
                      <a:pt x="5" y="12"/>
                      <a:pt x="13" y="15"/>
                      <a:pt x="21" y="15"/>
                    </a:cubicBezTo>
                    <a:cubicBezTo>
                      <a:pt x="30" y="15"/>
                      <a:pt x="34" y="12"/>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99" name="Freeform 260"/>
              <p:cNvSpPr>
                <a:spLocks/>
              </p:cNvSpPr>
              <p:nvPr/>
            </p:nvSpPr>
            <p:spPr bwMode="auto">
              <a:xfrm>
                <a:off x="6051" y="2239"/>
                <a:ext cx="72" cy="31"/>
              </a:xfrm>
              <a:custGeom>
                <a:avLst/>
                <a:gdLst>
                  <a:gd name="T0" fmla="*/ 32 w 35"/>
                  <a:gd name="T1" fmla="*/ 7 h 15"/>
                  <a:gd name="T2" fmla="*/ 13 w 35"/>
                  <a:gd name="T3" fmla="*/ 0 h 15"/>
                  <a:gd name="T4" fmla="*/ 2 w 35"/>
                  <a:gd name="T5" fmla="*/ 7 h 15"/>
                  <a:gd name="T6" fmla="*/ 22 w 35"/>
                  <a:gd name="T7" fmla="*/ 15 h 15"/>
                  <a:gd name="T8" fmla="*/ 32 w 35"/>
                  <a:gd name="T9" fmla="*/ 7 h 15"/>
                </a:gdLst>
                <a:ahLst/>
                <a:cxnLst>
                  <a:cxn ang="0">
                    <a:pos x="T0" y="T1"/>
                  </a:cxn>
                  <a:cxn ang="0">
                    <a:pos x="T2" y="T3"/>
                  </a:cxn>
                  <a:cxn ang="0">
                    <a:pos x="T4" y="T5"/>
                  </a:cxn>
                  <a:cxn ang="0">
                    <a:pos x="T6" y="T7"/>
                  </a:cxn>
                  <a:cxn ang="0">
                    <a:pos x="T8" y="T9"/>
                  </a:cxn>
                </a:cxnLst>
                <a:rect l="0" t="0" r="r" b="b"/>
                <a:pathLst>
                  <a:path w="35" h="15">
                    <a:moveTo>
                      <a:pt x="32" y="7"/>
                    </a:moveTo>
                    <a:cubicBezTo>
                      <a:pt x="30" y="3"/>
                      <a:pt x="21" y="0"/>
                      <a:pt x="13" y="0"/>
                    </a:cubicBezTo>
                    <a:cubicBezTo>
                      <a:pt x="5" y="0"/>
                      <a:pt x="0" y="3"/>
                      <a:pt x="2" y="7"/>
                    </a:cubicBezTo>
                    <a:cubicBezTo>
                      <a:pt x="5" y="12"/>
                      <a:pt x="14" y="15"/>
                      <a:pt x="22" y="15"/>
                    </a:cubicBezTo>
                    <a:cubicBezTo>
                      <a:pt x="30" y="15"/>
                      <a:pt x="35" y="12"/>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00" name="Freeform 261"/>
              <p:cNvSpPr>
                <a:spLocks/>
              </p:cNvSpPr>
              <p:nvPr/>
            </p:nvSpPr>
            <p:spPr bwMode="auto">
              <a:xfrm>
                <a:off x="6125" y="2239"/>
                <a:ext cx="72" cy="31"/>
              </a:xfrm>
              <a:custGeom>
                <a:avLst/>
                <a:gdLst>
                  <a:gd name="T0" fmla="*/ 33 w 35"/>
                  <a:gd name="T1" fmla="*/ 7 h 15"/>
                  <a:gd name="T2" fmla="*/ 13 w 35"/>
                  <a:gd name="T3" fmla="*/ 0 h 15"/>
                  <a:gd name="T4" fmla="*/ 3 w 35"/>
                  <a:gd name="T5" fmla="*/ 7 h 15"/>
                  <a:gd name="T6" fmla="*/ 22 w 35"/>
                  <a:gd name="T7" fmla="*/ 15 h 15"/>
                  <a:gd name="T8" fmla="*/ 33 w 35"/>
                  <a:gd name="T9" fmla="*/ 7 h 15"/>
                </a:gdLst>
                <a:ahLst/>
                <a:cxnLst>
                  <a:cxn ang="0">
                    <a:pos x="T0" y="T1"/>
                  </a:cxn>
                  <a:cxn ang="0">
                    <a:pos x="T2" y="T3"/>
                  </a:cxn>
                  <a:cxn ang="0">
                    <a:pos x="T4" y="T5"/>
                  </a:cxn>
                  <a:cxn ang="0">
                    <a:pos x="T6" y="T7"/>
                  </a:cxn>
                  <a:cxn ang="0">
                    <a:pos x="T8" y="T9"/>
                  </a:cxn>
                </a:cxnLst>
                <a:rect l="0" t="0" r="r" b="b"/>
                <a:pathLst>
                  <a:path w="35" h="15">
                    <a:moveTo>
                      <a:pt x="33" y="7"/>
                    </a:moveTo>
                    <a:cubicBezTo>
                      <a:pt x="30" y="3"/>
                      <a:pt x="21" y="0"/>
                      <a:pt x="13" y="0"/>
                    </a:cubicBezTo>
                    <a:cubicBezTo>
                      <a:pt x="5" y="0"/>
                      <a:pt x="0" y="3"/>
                      <a:pt x="3" y="7"/>
                    </a:cubicBezTo>
                    <a:cubicBezTo>
                      <a:pt x="5" y="12"/>
                      <a:pt x="14" y="15"/>
                      <a:pt x="22" y="15"/>
                    </a:cubicBezTo>
                    <a:cubicBezTo>
                      <a:pt x="31" y="15"/>
                      <a:pt x="35" y="12"/>
                      <a:pt x="3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01" name="Freeform 262"/>
              <p:cNvSpPr>
                <a:spLocks/>
              </p:cNvSpPr>
              <p:nvPr/>
            </p:nvSpPr>
            <p:spPr bwMode="auto">
              <a:xfrm>
                <a:off x="6201" y="2239"/>
                <a:ext cx="72" cy="31"/>
              </a:xfrm>
              <a:custGeom>
                <a:avLst/>
                <a:gdLst>
                  <a:gd name="T0" fmla="*/ 32 w 35"/>
                  <a:gd name="T1" fmla="*/ 7 h 15"/>
                  <a:gd name="T2" fmla="*/ 12 w 35"/>
                  <a:gd name="T3" fmla="*/ 0 h 15"/>
                  <a:gd name="T4" fmla="*/ 2 w 35"/>
                  <a:gd name="T5" fmla="*/ 7 h 15"/>
                  <a:gd name="T6" fmla="*/ 22 w 35"/>
                  <a:gd name="T7" fmla="*/ 15 h 15"/>
                  <a:gd name="T8" fmla="*/ 32 w 35"/>
                  <a:gd name="T9" fmla="*/ 7 h 15"/>
                </a:gdLst>
                <a:ahLst/>
                <a:cxnLst>
                  <a:cxn ang="0">
                    <a:pos x="T0" y="T1"/>
                  </a:cxn>
                  <a:cxn ang="0">
                    <a:pos x="T2" y="T3"/>
                  </a:cxn>
                  <a:cxn ang="0">
                    <a:pos x="T4" y="T5"/>
                  </a:cxn>
                  <a:cxn ang="0">
                    <a:pos x="T6" y="T7"/>
                  </a:cxn>
                  <a:cxn ang="0">
                    <a:pos x="T8" y="T9"/>
                  </a:cxn>
                </a:cxnLst>
                <a:rect l="0" t="0" r="r" b="b"/>
                <a:pathLst>
                  <a:path w="35" h="15">
                    <a:moveTo>
                      <a:pt x="32" y="7"/>
                    </a:moveTo>
                    <a:cubicBezTo>
                      <a:pt x="29" y="3"/>
                      <a:pt x="20" y="0"/>
                      <a:pt x="12" y="0"/>
                    </a:cubicBezTo>
                    <a:cubicBezTo>
                      <a:pt x="4" y="0"/>
                      <a:pt x="0" y="3"/>
                      <a:pt x="2" y="7"/>
                    </a:cubicBezTo>
                    <a:cubicBezTo>
                      <a:pt x="5" y="12"/>
                      <a:pt x="14" y="15"/>
                      <a:pt x="22" y="15"/>
                    </a:cubicBezTo>
                    <a:cubicBezTo>
                      <a:pt x="30" y="15"/>
                      <a:pt x="35" y="12"/>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02" name="Freeform 263"/>
              <p:cNvSpPr>
                <a:spLocks/>
              </p:cNvSpPr>
              <p:nvPr/>
            </p:nvSpPr>
            <p:spPr bwMode="auto">
              <a:xfrm>
                <a:off x="6275" y="2239"/>
                <a:ext cx="73" cy="31"/>
              </a:xfrm>
              <a:custGeom>
                <a:avLst/>
                <a:gdLst>
                  <a:gd name="T0" fmla="*/ 32 w 35"/>
                  <a:gd name="T1" fmla="*/ 7 h 15"/>
                  <a:gd name="T2" fmla="*/ 12 w 35"/>
                  <a:gd name="T3" fmla="*/ 0 h 15"/>
                  <a:gd name="T4" fmla="*/ 3 w 35"/>
                  <a:gd name="T5" fmla="*/ 7 h 15"/>
                  <a:gd name="T6" fmla="*/ 22 w 35"/>
                  <a:gd name="T7" fmla="*/ 15 h 15"/>
                  <a:gd name="T8" fmla="*/ 32 w 35"/>
                  <a:gd name="T9" fmla="*/ 7 h 15"/>
                </a:gdLst>
                <a:ahLst/>
                <a:cxnLst>
                  <a:cxn ang="0">
                    <a:pos x="T0" y="T1"/>
                  </a:cxn>
                  <a:cxn ang="0">
                    <a:pos x="T2" y="T3"/>
                  </a:cxn>
                  <a:cxn ang="0">
                    <a:pos x="T4" y="T5"/>
                  </a:cxn>
                  <a:cxn ang="0">
                    <a:pos x="T6" y="T7"/>
                  </a:cxn>
                  <a:cxn ang="0">
                    <a:pos x="T8" y="T9"/>
                  </a:cxn>
                </a:cxnLst>
                <a:rect l="0" t="0" r="r" b="b"/>
                <a:pathLst>
                  <a:path w="35" h="15">
                    <a:moveTo>
                      <a:pt x="32" y="7"/>
                    </a:moveTo>
                    <a:cubicBezTo>
                      <a:pt x="29" y="3"/>
                      <a:pt x="21" y="0"/>
                      <a:pt x="12" y="0"/>
                    </a:cubicBezTo>
                    <a:cubicBezTo>
                      <a:pt x="4" y="0"/>
                      <a:pt x="0" y="3"/>
                      <a:pt x="3" y="7"/>
                    </a:cubicBezTo>
                    <a:cubicBezTo>
                      <a:pt x="5" y="12"/>
                      <a:pt x="14" y="15"/>
                      <a:pt x="22" y="15"/>
                    </a:cubicBezTo>
                    <a:cubicBezTo>
                      <a:pt x="31" y="15"/>
                      <a:pt x="35" y="12"/>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03" name="Freeform 264"/>
              <p:cNvSpPr>
                <a:spLocks/>
              </p:cNvSpPr>
              <p:nvPr/>
            </p:nvSpPr>
            <p:spPr bwMode="auto">
              <a:xfrm>
                <a:off x="4829" y="2165"/>
                <a:ext cx="66" cy="29"/>
              </a:xfrm>
              <a:custGeom>
                <a:avLst/>
                <a:gdLst>
                  <a:gd name="T0" fmla="*/ 31 w 32"/>
                  <a:gd name="T1" fmla="*/ 7 h 14"/>
                  <a:gd name="T2" fmla="*/ 14 w 32"/>
                  <a:gd name="T3" fmla="*/ 0 h 14"/>
                  <a:gd name="T4" fmla="*/ 1 w 32"/>
                  <a:gd name="T5" fmla="*/ 7 h 14"/>
                  <a:gd name="T6" fmla="*/ 18 w 32"/>
                  <a:gd name="T7" fmla="*/ 14 h 14"/>
                  <a:gd name="T8" fmla="*/ 31 w 32"/>
                  <a:gd name="T9" fmla="*/ 7 h 14"/>
                </a:gdLst>
                <a:ahLst/>
                <a:cxnLst>
                  <a:cxn ang="0">
                    <a:pos x="T0" y="T1"/>
                  </a:cxn>
                  <a:cxn ang="0">
                    <a:pos x="T2" y="T3"/>
                  </a:cxn>
                  <a:cxn ang="0">
                    <a:pos x="T4" y="T5"/>
                  </a:cxn>
                  <a:cxn ang="0">
                    <a:pos x="T6" y="T7"/>
                  </a:cxn>
                  <a:cxn ang="0">
                    <a:pos x="T8" y="T9"/>
                  </a:cxn>
                </a:cxnLst>
                <a:rect l="0" t="0" r="r" b="b"/>
                <a:pathLst>
                  <a:path w="32" h="14">
                    <a:moveTo>
                      <a:pt x="31" y="7"/>
                    </a:moveTo>
                    <a:cubicBezTo>
                      <a:pt x="29" y="3"/>
                      <a:pt x="22" y="0"/>
                      <a:pt x="14" y="0"/>
                    </a:cubicBezTo>
                    <a:cubicBezTo>
                      <a:pt x="6" y="0"/>
                      <a:pt x="0" y="3"/>
                      <a:pt x="1" y="7"/>
                    </a:cubicBezTo>
                    <a:cubicBezTo>
                      <a:pt x="3" y="11"/>
                      <a:pt x="10" y="14"/>
                      <a:pt x="18" y="14"/>
                    </a:cubicBezTo>
                    <a:cubicBezTo>
                      <a:pt x="26" y="14"/>
                      <a:pt x="32"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04" name="Freeform 265"/>
              <p:cNvSpPr>
                <a:spLocks/>
              </p:cNvSpPr>
              <p:nvPr/>
            </p:nvSpPr>
            <p:spPr bwMode="auto">
              <a:xfrm>
                <a:off x="4903" y="2165"/>
                <a:ext cx="66" cy="29"/>
              </a:xfrm>
              <a:custGeom>
                <a:avLst/>
                <a:gdLst>
                  <a:gd name="T0" fmla="*/ 30 w 32"/>
                  <a:gd name="T1" fmla="*/ 7 h 14"/>
                  <a:gd name="T2" fmla="*/ 13 w 32"/>
                  <a:gd name="T3" fmla="*/ 0 h 14"/>
                  <a:gd name="T4" fmla="*/ 1 w 32"/>
                  <a:gd name="T5" fmla="*/ 7 h 14"/>
                  <a:gd name="T6" fmla="*/ 18 w 32"/>
                  <a:gd name="T7" fmla="*/ 14 h 14"/>
                  <a:gd name="T8" fmla="*/ 30 w 32"/>
                  <a:gd name="T9" fmla="*/ 7 h 14"/>
                </a:gdLst>
                <a:ahLst/>
                <a:cxnLst>
                  <a:cxn ang="0">
                    <a:pos x="T0" y="T1"/>
                  </a:cxn>
                  <a:cxn ang="0">
                    <a:pos x="T2" y="T3"/>
                  </a:cxn>
                  <a:cxn ang="0">
                    <a:pos x="T4" y="T5"/>
                  </a:cxn>
                  <a:cxn ang="0">
                    <a:pos x="T6" y="T7"/>
                  </a:cxn>
                  <a:cxn ang="0">
                    <a:pos x="T8" y="T9"/>
                  </a:cxn>
                </a:cxnLst>
                <a:rect l="0" t="0" r="r" b="b"/>
                <a:pathLst>
                  <a:path w="32" h="14">
                    <a:moveTo>
                      <a:pt x="30" y="7"/>
                    </a:moveTo>
                    <a:cubicBezTo>
                      <a:pt x="29" y="3"/>
                      <a:pt x="21" y="0"/>
                      <a:pt x="13" y="0"/>
                    </a:cubicBezTo>
                    <a:cubicBezTo>
                      <a:pt x="5" y="0"/>
                      <a:pt x="0" y="3"/>
                      <a:pt x="1" y="7"/>
                    </a:cubicBezTo>
                    <a:cubicBezTo>
                      <a:pt x="2" y="11"/>
                      <a:pt x="10" y="14"/>
                      <a:pt x="18" y="14"/>
                    </a:cubicBezTo>
                    <a:cubicBezTo>
                      <a:pt x="26" y="14"/>
                      <a:pt x="32"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05" name="Freeform 266"/>
              <p:cNvSpPr>
                <a:spLocks/>
              </p:cNvSpPr>
              <p:nvPr/>
            </p:nvSpPr>
            <p:spPr bwMode="auto">
              <a:xfrm>
                <a:off x="4976" y="2165"/>
                <a:ext cx="66" cy="29"/>
              </a:xfrm>
              <a:custGeom>
                <a:avLst/>
                <a:gdLst>
                  <a:gd name="T0" fmla="*/ 31 w 32"/>
                  <a:gd name="T1" fmla="*/ 7 h 14"/>
                  <a:gd name="T2" fmla="*/ 14 w 32"/>
                  <a:gd name="T3" fmla="*/ 0 h 14"/>
                  <a:gd name="T4" fmla="*/ 2 w 32"/>
                  <a:gd name="T5" fmla="*/ 7 h 14"/>
                  <a:gd name="T6" fmla="*/ 19 w 32"/>
                  <a:gd name="T7" fmla="*/ 14 h 14"/>
                  <a:gd name="T8" fmla="*/ 31 w 32"/>
                  <a:gd name="T9" fmla="*/ 7 h 14"/>
                </a:gdLst>
                <a:ahLst/>
                <a:cxnLst>
                  <a:cxn ang="0">
                    <a:pos x="T0" y="T1"/>
                  </a:cxn>
                  <a:cxn ang="0">
                    <a:pos x="T2" y="T3"/>
                  </a:cxn>
                  <a:cxn ang="0">
                    <a:pos x="T4" y="T5"/>
                  </a:cxn>
                  <a:cxn ang="0">
                    <a:pos x="T6" y="T7"/>
                  </a:cxn>
                  <a:cxn ang="0">
                    <a:pos x="T8" y="T9"/>
                  </a:cxn>
                </a:cxnLst>
                <a:rect l="0" t="0" r="r" b="b"/>
                <a:pathLst>
                  <a:path w="32" h="14">
                    <a:moveTo>
                      <a:pt x="31" y="7"/>
                    </a:moveTo>
                    <a:cubicBezTo>
                      <a:pt x="30" y="3"/>
                      <a:pt x="22" y="0"/>
                      <a:pt x="14" y="0"/>
                    </a:cubicBezTo>
                    <a:cubicBezTo>
                      <a:pt x="6" y="0"/>
                      <a:pt x="0" y="3"/>
                      <a:pt x="2" y="7"/>
                    </a:cubicBezTo>
                    <a:cubicBezTo>
                      <a:pt x="3" y="11"/>
                      <a:pt x="11" y="14"/>
                      <a:pt x="19" y="14"/>
                    </a:cubicBezTo>
                    <a:cubicBezTo>
                      <a:pt x="27" y="14"/>
                      <a:pt x="32"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06" name="Freeform 267"/>
              <p:cNvSpPr>
                <a:spLocks/>
              </p:cNvSpPr>
              <p:nvPr/>
            </p:nvSpPr>
            <p:spPr bwMode="auto">
              <a:xfrm>
                <a:off x="5050" y="2165"/>
                <a:ext cx="66" cy="29"/>
              </a:xfrm>
              <a:custGeom>
                <a:avLst/>
                <a:gdLst>
                  <a:gd name="T0" fmla="*/ 31 w 32"/>
                  <a:gd name="T1" fmla="*/ 7 h 14"/>
                  <a:gd name="T2" fmla="*/ 13 w 32"/>
                  <a:gd name="T3" fmla="*/ 0 h 14"/>
                  <a:gd name="T4" fmla="*/ 2 w 32"/>
                  <a:gd name="T5" fmla="*/ 7 h 14"/>
                  <a:gd name="T6" fmla="*/ 19 w 32"/>
                  <a:gd name="T7" fmla="*/ 14 h 14"/>
                  <a:gd name="T8" fmla="*/ 31 w 32"/>
                  <a:gd name="T9" fmla="*/ 7 h 14"/>
                </a:gdLst>
                <a:ahLst/>
                <a:cxnLst>
                  <a:cxn ang="0">
                    <a:pos x="T0" y="T1"/>
                  </a:cxn>
                  <a:cxn ang="0">
                    <a:pos x="T2" y="T3"/>
                  </a:cxn>
                  <a:cxn ang="0">
                    <a:pos x="T4" y="T5"/>
                  </a:cxn>
                  <a:cxn ang="0">
                    <a:pos x="T6" y="T7"/>
                  </a:cxn>
                  <a:cxn ang="0">
                    <a:pos x="T8" y="T9"/>
                  </a:cxn>
                </a:cxnLst>
                <a:rect l="0" t="0" r="r" b="b"/>
                <a:pathLst>
                  <a:path w="32" h="14">
                    <a:moveTo>
                      <a:pt x="31" y="7"/>
                    </a:moveTo>
                    <a:cubicBezTo>
                      <a:pt x="29" y="3"/>
                      <a:pt x="21" y="0"/>
                      <a:pt x="13" y="0"/>
                    </a:cubicBezTo>
                    <a:cubicBezTo>
                      <a:pt x="5" y="0"/>
                      <a:pt x="0" y="3"/>
                      <a:pt x="2" y="7"/>
                    </a:cubicBezTo>
                    <a:cubicBezTo>
                      <a:pt x="3" y="11"/>
                      <a:pt x="11" y="14"/>
                      <a:pt x="19" y="14"/>
                    </a:cubicBezTo>
                    <a:cubicBezTo>
                      <a:pt x="27" y="14"/>
                      <a:pt x="32"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07" name="Freeform 268"/>
              <p:cNvSpPr>
                <a:spLocks/>
              </p:cNvSpPr>
              <p:nvPr/>
            </p:nvSpPr>
            <p:spPr bwMode="auto">
              <a:xfrm>
                <a:off x="5124" y="2165"/>
                <a:ext cx="66" cy="29"/>
              </a:xfrm>
              <a:custGeom>
                <a:avLst/>
                <a:gdLst>
                  <a:gd name="T0" fmla="*/ 30 w 32"/>
                  <a:gd name="T1" fmla="*/ 7 h 14"/>
                  <a:gd name="T2" fmla="*/ 13 w 32"/>
                  <a:gd name="T3" fmla="*/ 0 h 14"/>
                  <a:gd name="T4" fmla="*/ 1 w 32"/>
                  <a:gd name="T5" fmla="*/ 7 h 14"/>
                  <a:gd name="T6" fmla="*/ 19 w 32"/>
                  <a:gd name="T7" fmla="*/ 14 h 14"/>
                  <a:gd name="T8" fmla="*/ 30 w 32"/>
                  <a:gd name="T9" fmla="*/ 7 h 14"/>
                </a:gdLst>
                <a:ahLst/>
                <a:cxnLst>
                  <a:cxn ang="0">
                    <a:pos x="T0" y="T1"/>
                  </a:cxn>
                  <a:cxn ang="0">
                    <a:pos x="T2" y="T3"/>
                  </a:cxn>
                  <a:cxn ang="0">
                    <a:pos x="T4" y="T5"/>
                  </a:cxn>
                  <a:cxn ang="0">
                    <a:pos x="T6" y="T7"/>
                  </a:cxn>
                  <a:cxn ang="0">
                    <a:pos x="T8" y="T9"/>
                  </a:cxn>
                </a:cxnLst>
                <a:rect l="0" t="0" r="r" b="b"/>
                <a:pathLst>
                  <a:path w="32" h="14">
                    <a:moveTo>
                      <a:pt x="30" y="7"/>
                    </a:moveTo>
                    <a:cubicBezTo>
                      <a:pt x="29" y="3"/>
                      <a:pt x="21" y="0"/>
                      <a:pt x="13" y="0"/>
                    </a:cubicBezTo>
                    <a:cubicBezTo>
                      <a:pt x="5" y="0"/>
                      <a:pt x="0" y="3"/>
                      <a:pt x="1" y="7"/>
                    </a:cubicBezTo>
                    <a:cubicBezTo>
                      <a:pt x="3" y="11"/>
                      <a:pt x="11" y="14"/>
                      <a:pt x="19" y="14"/>
                    </a:cubicBezTo>
                    <a:cubicBezTo>
                      <a:pt x="27" y="14"/>
                      <a:pt x="32"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08" name="Freeform 269"/>
              <p:cNvSpPr>
                <a:spLocks/>
              </p:cNvSpPr>
              <p:nvPr/>
            </p:nvSpPr>
            <p:spPr bwMode="auto">
              <a:xfrm>
                <a:off x="5196" y="2165"/>
                <a:ext cx="69" cy="29"/>
              </a:xfrm>
              <a:custGeom>
                <a:avLst/>
                <a:gdLst>
                  <a:gd name="T0" fmla="*/ 31 w 33"/>
                  <a:gd name="T1" fmla="*/ 7 h 14"/>
                  <a:gd name="T2" fmla="*/ 14 w 33"/>
                  <a:gd name="T3" fmla="*/ 0 h 14"/>
                  <a:gd name="T4" fmla="*/ 2 w 33"/>
                  <a:gd name="T5" fmla="*/ 7 h 14"/>
                  <a:gd name="T6" fmla="*/ 19 w 33"/>
                  <a:gd name="T7" fmla="*/ 14 h 14"/>
                  <a:gd name="T8" fmla="*/ 31 w 33"/>
                  <a:gd name="T9" fmla="*/ 7 h 14"/>
                </a:gdLst>
                <a:ahLst/>
                <a:cxnLst>
                  <a:cxn ang="0">
                    <a:pos x="T0" y="T1"/>
                  </a:cxn>
                  <a:cxn ang="0">
                    <a:pos x="T2" y="T3"/>
                  </a:cxn>
                  <a:cxn ang="0">
                    <a:pos x="T4" y="T5"/>
                  </a:cxn>
                  <a:cxn ang="0">
                    <a:pos x="T6" y="T7"/>
                  </a:cxn>
                  <a:cxn ang="0">
                    <a:pos x="T8" y="T9"/>
                  </a:cxn>
                </a:cxnLst>
                <a:rect l="0" t="0" r="r" b="b"/>
                <a:pathLst>
                  <a:path w="33" h="14">
                    <a:moveTo>
                      <a:pt x="31" y="7"/>
                    </a:moveTo>
                    <a:cubicBezTo>
                      <a:pt x="29" y="3"/>
                      <a:pt x="22" y="0"/>
                      <a:pt x="14" y="0"/>
                    </a:cubicBezTo>
                    <a:cubicBezTo>
                      <a:pt x="6" y="0"/>
                      <a:pt x="0" y="3"/>
                      <a:pt x="2" y="7"/>
                    </a:cubicBezTo>
                    <a:cubicBezTo>
                      <a:pt x="4" y="11"/>
                      <a:pt x="11" y="14"/>
                      <a:pt x="19" y="14"/>
                    </a:cubicBezTo>
                    <a:cubicBezTo>
                      <a:pt x="28" y="14"/>
                      <a:pt x="33"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09" name="Freeform 270"/>
              <p:cNvSpPr>
                <a:spLocks/>
              </p:cNvSpPr>
              <p:nvPr/>
            </p:nvSpPr>
            <p:spPr bwMode="auto">
              <a:xfrm>
                <a:off x="5271" y="2165"/>
                <a:ext cx="66" cy="29"/>
              </a:xfrm>
              <a:custGeom>
                <a:avLst/>
                <a:gdLst>
                  <a:gd name="T0" fmla="*/ 31 w 32"/>
                  <a:gd name="T1" fmla="*/ 7 h 14"/>
                  <a:gd name="T2" fmla="*/ 13 w 32"/>
                  <a:gd name="T3" fmla="*/ 0 h 14"/>
                  <a:gd name="T4" fmla="*/ 2 w 32"/>
                  <a:gd name="T5" fmla="*/ 7 h 14"/>
                  <a:gd name="T6" fmla="*/ 19 w 32"/>
                  <a:gd name="T7" fmla="*/ 14 h 14"/>
                  <a:gd name="T8" fmla="*/ 31 w 32"/>
                  <a:gd name="T9" fmla="*/ 7 h 14"/>
                </a:gdLst>
                <a:ahLst/>
                <a:cxnLst>
                  <a:cxn ang="0">
                    <a:pos x="T0" y="T1"/>
                  </a:cxn>
                  <a:cxn ang="0">
                    <a:pos x="T2" y="T3"/>
                  </a:cxn>
                  <a:cxn ang="0">
                    <a:pos x="T4" y="T5"/>
                  </a:cxn>
                  <a:cxn ang="0">
                    <a:pos x="T6" y="T7"/>
                  </a:cxn>
                  <a:cxn ang="0">
                    <a:pos x="T8" y="T9"/>
                  </a:cxn>
                </a:cxnLst>
                <a:rect l="0" t="0" r="r" b="b"/>
                <a:pathLst>
                  <a:path w="32" h="14">
                    <a:moveTo>
                      <a:pt x="31" y="7"/>
                    </a:moveTo>
                    <a:cubicBezTo>
                      <a:pt x="29" y="3"/>
                      <a:pt x="21" y="0"/>
                      <a:pt x="13" y="0"/>
                    </a:cubicBezTo>
                    <a:cubicBezTo>
                      <a:pt x="5" y="0"/>
                      <a:pt x="0" y="3"/>
                      <a:pt x="2" y="7"/>
                    </a:cubicBezTo>
                    <a:cubicBezTo>
                      <a:pt x="3" y="11"/>
                      <a:pt x="11" y="14"/>
                      <a:pt x="19" y="14"/>
                    </a:cubicBezTo>
                    <a:cubicBezTo>
                      <a:pt x="27" y="14"/>
                      <a:pt x="32"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10" name="Freeform 271"/>
              <p:cNvSpPr>
                <a:spLocks/>
              </p:cNvSpPr>
              <p:nvPr/>
            </p:nvSpPr>
            <p:spPr bwMode="auto">
              <a:xfrm>
                <a:off x="5345" y="2165"/>
                <a:ext cx="66" cy="29"/>
              </a:xfrm>
              <a:custGeom>
                <a:avLst/>
                <a:gdLst>
                  <a:gd name="T0" fmla="*/ 30 w 32"/>
                  <a:gd name="T1" fmla="*/ 7 h 14"/>
                  <a:gd name="T2" fmla="*/ 13 w 32"/>
                  <a:gd name="T3" fmla="*/ 0 h 14"/>
                  <a:gd name="T4" fmla="*/ 1 w 32"/>
                  <a:gd name="T5" fmla="*/ 7 h 14"/>
                  <a:gd name="T6" fmla="*/ 19 w 32"/>
                  <a:gd name="T7" fmla="*/ 14 h 14"/>
                  <a:gd name="T8" fmla="*/ 30 w 32"/>
                  <a:gd name="T9" fmla="*/ 7 h 14"/>
                </a:gdLst>
                <a:ahLst/>
                <a:cxnLst>
                  <a:cxn ang="0">
                    <a:pos x="T0" y="T1"/>
                  </a:cxn>
                  <a:cxn ang="0">
                    <a:pos x="T2" y="T3"/>
                  </a:cxn>
                  <a:cxn ang="0">
                    <a:pos x="T4" y="T5"/>
                  </a:cxn>
                  <a:cxn ang="0">
                    <a:pos x="T6" y="T7"/>
                  </a:cxn>
                  <a:cxn ang="0">
                    <a:pos x="T8" y="T9"/>
                  </a:cxn>
                </a:cxnLst>
                <a:rect l="0" t="0" r="r" b="b"/>
                <a:pathLst>
                  <a:path w="32" h="14">
                    <a:moveTo>
                      <a:pt x="30" y="7"/>
                    </a:moveTo>
                    <a:cubicBezTo>
                      <a:pt x="29" y="3"/>
                      <a:pt x="21" y="0"/>
                      <a:pt x="13" y="0"/>
                    </a:cubicBezTo>
                    <a:cubicBezTo>
                      <a:pt x="5" y="0"/>
                      <a:pt x="0" y="3"/>
                      <a:pt x="1" y="7"/>
                    </a:cubicBezTo>
                    <a:cubicBezTo>
                      <a:pt x="3" y="11"/>
                      <a:pt x="11" y="14"/>
                      <a:pt x="19" y="14"/>
                    </a:cubicBezTo>
                    <a:cubicBezTo>
                      <a:pt x="27" y="14"/>
                      <a:pt x="32"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11" name="Freeform 272"/>
              <p:cNvSpPr>
                <a:spLocks/>
              </p:cNvSpPr>
              <p:nvPr/>
            </p:nvSpPr>
            <p:spPr bwMode="auto">
              <a:xfrm>
                <a:off x="5417" y="2165"/>
                <a:ext cx="68" cy="29"/>
              </a:xfrm>
              <a:custGeom>
                <a:avLst/>
                <a:gdLst>
                  <a:gd name="T0" fmla="*/ 31 w 33"/>
                  <a:gd name="T1" fmla="*/ 7 h 14"/>
                  <a:gd name="T2" fmla="*/ 13 w 33"/>
                  <a:gd name="T3" fmla="*/ 0 h 14"/>
                  <a:gd name="T4" fmla="*/ 2 w 33"/>
                  <a:gd name="T5" fmla="*/ 7 h 14"/>
                  <a:gd name="T6" fmla="*/ 20 w 33"/>
                  <a:gd name="T7" fmla="*/ 14 h 14"/>
                  <a:gd name="T8" fmla="*/ 31 w 33"/>
                  <a:gd name="T9" fmla="*/ 7 h 14"/>
                </a:gdLst>
                <a:ahLst/>
                <a:cxnLst>
                  <a:cxn ang="0">
                    <a:pos x="T0" y="T1"/>
                  </a:cxn>
                  <a:cxn ang="0">
                    <a:pos x="T2" y="T3"/>
                  </a:cxn>
                  <a:cxn ang="0">
                    <a:pos x="T4" y="T5"/>
                  </a:cxn>
                  <a:cxn ang="0">
                    <a:pos x="T6" y="T7"/>
                  </a:cxn>
                  <a:cxn ang="0">
                    <a:pos x="T8" y="T9"/>
                  </a:cxn>
                </a:cxnLst>
                <a:rect l="0" t="0" r="r" b="b"/>
                <a:pathLst>
                  <a:path w="33" h="14">
                    <a:moveTo>
                      <a:pt x="31" y="7"/>
                    </a:moveTo>
                    <a:cubicBezTo>
                      <a:pt x="29" y="3"/>
                      <a:pt x="21" y="0"/>
                      <a:pt x="13" y="0"/>
                    </a:cubicBezTo>
                    <a:cubicBezTo>
                      <a:pt x="5" y="0"/>
                      <a:pt x="0" y="3"/>
                      <a:pt x="2" y="7"/>
                    </a:cubicBezTo>
                    <a:cubicBezTo>
                      <a:pt x="4" y="11"/>
                      <a:pt x="12" y="14"/>
                      <a:pt x="20" y="14"/>
                    </a:cubicBezTo>
                    <a:cubicBezTo>
                      <a:pt x="28" y="14"/>
                      <a:pt x="33"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12" name="Freeform 273"/>
              <p:cNvSpPr>
                <a:spLocks/>
              </p:cNvSpPr>
              <p:nvPr/>
            </p:nvSpPr>
            <p:spPr bwMode="auto">
              <a:xfrm>
                <a:off x="5491" y="2165"/>
                <a:ext cx="69" cy="29"/>
              </a:xfrm>
              <a:custGeom>
                <a:avLst/>
                <a:gdLst>
                  <a:gd name="T0" fmla="*/ 31 w 33"/>
                  <a:gd name="T1" fmla="*/ 7 h 14"/>
                  <a:gd name="T2" fmla="*/ 13 w 33"/>
                  <a:gd name="T3" fmla="*/ 0 h 14"/>
                  <a:gd name="T4" fmla="*/ 2 w 33"/>
                  <a:gd name="T5" fmla="*/ 7 h 14"/>
                  <a:gd name="T6" fmla="*/ 20 w 33"/>
                  <a:gd name="T7" fmla="*/ 14 h 14"/>
                  <a:gd name="T8" fmla="*/ 31 w 33"/>
                  <a:gd name="T9" fmla="*/ 7 h 14"/>
                </a:gdLst>
                <a:ahLst/>
                <a:cxnLst>
                  <a:cxn ang="0">
                    <a:pos x="T0" y="T1"/>
                  </a:cxn>
                  <a:cxn ang="0">
                    <a:pos x="T2" y="T3"/>
                  </a:cxn>
                  <a:cxn ang="0">
                    <a:pos x="T4" y="T5"/>
                  </a:cxn>
                  <a:cxn ang="0">
                    <a:pos x="T6" y="T7"/>
                  </a:cxn>
                  <a:cxn ang="0">
                    <a:pos x="T8" y="T9"/>
                  </a:cxn>
                </a:cxnLst>
                <a:rect l="0" t="0" r="r" b="b"/>
                <a:pathLst>
                  <a:path w="33" h="14">
                    <a:moveTo>
                      <a:pt x="31" y="7"/>
                    </a:moveTo>
                    <a:cubicBezTo>
                      <a:pt x="29" y="3"/>
                      <a:pt x="21" y="0"/>
                      <a:pt x="13" y="0"/>
                    </a:cubicBezTo>
                    <a:cubicBezTo>
                      <a:pt x="5" y="0"/>
                      <a:pt x="0" y="3"/>
                      <a:pt x="2" y="7"/>
                    </a:cubicBezTo>
                    <a:cubicBezTo>
                      <a:pt x="4" y="11"/>
                      <a:pt x="12" y="14"/>
                      <a:pt x="20" y="14"/>
                    </a:cubicBezTo>
                    <a:cubicBezTo>
                      <a:pt x="28" y="14"/>
                      <a:pt x="33"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13" name="Freeform 274"/>
              <p:cNvSpPr>
                <a:spLocks/>
              </p:cNvSpPr>
              <p:nvPr/>
            </p:nvSpPr>
            <p:spPr bwMode="auto">
              <a:xfrm>
                <a:off x="5564" y="2165"/>
                <a:ext cx="70" cy="29"/>
              </a:xfrm>
              <a:custGeom>
                <a:avLst/>
                <a:gdLst>
                  <a:gd name="T0" fmla="*/ 32 w 34"/>
                  <a:gd name="T1" fmla="*/ 7 h 14"/>
                  <a:gd name="T2" fmla="*/ 13 w 34"/>
                  <a:gd name="T3" fmla="*/ 0 h 14"/>
                  <a:gd name="T4" fmla="*/ 2 w 34"/>
                  <a:gd name="T5" fmla="*/ 7 h 14"/>
                  <a:gd name="T6" fmla="*/ 21 w 34"/>
                  <a:gd name="T7" fmla="*/ 14 h 14"/>
                  <a:gd name="T8" fmla="*/ 32 w 34"/>
                  <a:gd name="T9" fmla="*/ 7 h 14"/>
                </a:gdLst>
                <a:ahLst/>
                <a:cxnLst>
                  <a:cxn ang="0">
                    <a:pos x="T0" y="T1"/>
                  </a:cxn>
                  <a:cxn ang="0">
                    <a:pos x="T2" y="T3"/>
                  </a:cxn>
                  <a:cxn ang="0">
                    <a:pos x="T4" y="T5"/>
                  </a:cxn>
                  <a:cxn ang="0">
                    <a:pos x="T6" y="T7"/>
                  </a:cxn>
                  <a:cxn ang="0">
                    <a:pos x="T8" y="T9"/>
                  </a:cxn>
                </a:cxnLst>
                <a:rect l="0" t="0" r="r" b="b"/>
                <a:pathLst>
                  <a:path w="34" h="14">
                    <a:moveTo>
                      <a:pt x="32" y="7"/>
                    </a:moveTo>
                    <a:cubicBezTo>
                      <a:pt x="30" y="3"/>
                      <a:pt x="21" y="0"/>
                      <a:pt x="13" y="0"/>
                    </a:cubicBezTo>
                    <a:cubicBezTo>
                      <a:pt x="5" y="0"/>
                      <a:pt x="0" y="3"/>
                      <a:pt x="2" y="7"/>
                    </a:cubicBezTo>
                    <a:cubicBezTo>
                      <a:pt x="4" y="11"/>
                      <a:pt x="13" y="14"/>
                      <a:pt x="21" y="14"/>
                    </a:cubicBezTo>
                    <a:cubicBezTo>
                      <a:pt x="29" y="14"/>
                      <a:pt x="34"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14" name="Freeform 275"/>
              <p:cNvSpPr>
                <a:spLocks/>
              </p:cNvSpPr>
              <p:nvPr/>
            </p:nvSpPr>
            <p:spPr bwMode="auto">
              <a:xfrm>
                <a:off x="5638" y="2165"/>
                <a:ext cx="68" cy="29"/>
              </a:xfrm>
              <a:custGeom>
                <a:avLst/>
                <a:gdLst>
                  <a:gd name="T0" fmla="*/ 31 w 33"/>
                  <a:gd name="T1" fmla="*/ 7 h 14"/>
                  <a:gd name="T2" fmla="*/ 13 w 33"/>
                  <a:gd name="T3" fmla="*/ 0 h 14"/>
                  <a:gd name="T4" fmla="*/ 2 w 33"/>
                  <a:gd name="T5" fmla="*/ 7 h 14"/>
                  <a:gd name="T6" fmla="*/ 20 w 33"/>
                  <a:gd name="T7" fmla="*/ 14 h 14"/>
                  <a:gd name="T8" fmla="*/ 31 w 33"/>
                  <a:gd name="T9" fmla="*/ 7 h 14"/>
                </a:gdLst>
                <a:ahLst/>
                <a:cxnLst>
                  <a:cxn ang="0">
                    <a:pos x="T0" y="T1"/>
                  </a:cxn>
                  <a:cxn ang="0">
                    <a:pos x="T2" y="T3"/>
                  </a:cxn>
                  <a:cxn ang="0">
                    <a:pos x="T4" y="T5"/>
                  </a:cxn>
                  <a:cxn ang="0">
                    <a:pos x="T6" y="T7"/>
                  </a:cxn>
                  <a:cxn ang="0">
                    <a:pos x="T8" y="T9"/>
                  </a:cxn>
                </a:cxnLst>
                <a:rect l="0" t="0" r="r" b="b"/>
                <a:pathLst>
                  <a:path w="33" h="14">
                    <a:moveTo>
                      <a:pt x="31" y="7"/>
                    </a:moveTo>
                    <a:cubicBezTo>
                      <a:pt x="29" y="3"/>
                      <a:pt x="21" y="0"/>
                      <a:pt x="13" y="0"/>
                    </a:cubicBezTo>
                    <a:cubicBezTo>
                      <a:pt x="5" y="0"/>
                      <a:pt x="0" y="3"/>
                      <a:pt x="2" y="7"/>
                    </a:cubicBezTo>
                    <a:cubicBezTo>
                      <a:pt x="4" y="11"/>
                      <a:pt x="12" y="14"/>
                      <a:pt x="20" y="14"/>
                    </a:cubicBezTo>
                    <a:cubicBezTo>
                      <a:pt x="29" y="14"/>
                      <a:pt x="33"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15" name="Freeform 276"/>
              <p:cNvSpPr>
                <a:spLocks/>
              </p:cNvSpPr>
              <p:nvPr/>
            </p:nvSpPr>
            <p:spPr bwMode="auto">
              <a:xfrm>
                <a:off x="5712" y="2165"/>
                <a:ext cx="68" cy="29"/>
              </a:xfrm>
              <a:custGeom>
                <a:avLst/>
                <a:gdLst>
                  <a:gd name="T0" fmla="*/ 31 w 33"/>
                  <a:gd name="T1" fmla="*/ 7 h 14"/>
                  <a:gd name="T2" fmla="*/ 13 w 33"/>
                  <a:gd name="T3" fmla="*/ 0 h 14"/>
                  <a:gd name="T4" fmla="*/ 2 w 33"/>
                  <a:gd name="T5" fmla="*/ 7 h 14"/>
                  <a:gd name="T6" fmla="*/ 20 w 33"/>
                  <a:gd name="T7" fmla="*/ 14 h 14"/>
                  <a:gd name="T8" fmla="*/ 31 w 33"/>
                  <a:gd name="T9" fmla="*/ 7 h 14"/>
                </a:gdLst>
                <a:ahLst/>
                <a:cxnLst>
                  <a:cxn ang="0">
                    <a:pos x="T0" y="T1"/>
                  </a:cxn>
                  <a:cxn ang="0">
                    <a:pos x="T2" y="T3"/>
                  </a:cxn>
                  <a:cxn ang="0">
                    <a:pos x="T4" y="T5"/>
                  </a:cxn>
                  <a:cxn ang="0">
                    <a:pos x="T6" y="T7"/>
                  </a:cxn>
                  <a:cxn ang="0">
                    <a:pos x="T8" y="T9"/>
                  </a:cxn>
                </a:cxnLst>
                <a:rect l="0" t="0" r="r" b="b"/>
                <a:pathLst>
                  <a:path w="33" h="14">
                    <a:moveTo>
                      <a:pt x="31" y="7"/>
                    </a:moveTo>
                    <a:cubicBezTo>
                      <a:pt x="29" y="3"/>
                      <a:pt x="21" y="0"/>
                      <a:pt x="13" y="0"/>
                    </a:cubicBezTo>
                    <a:cubicBezTo>
                      <a:pt x="5" y="0"/>
                      <a:pt x="0" y="3"/>
                      <a:pt x="2" y="7"/>
                    </a:cubicBezTo>
                    <a:cubicBezTo>
                      <a:pt x="4" y="11"/>
                      <a:pt x="12" y="14"/>
                      <a:pt x="20" y="14"/>
                    </a:cubicBezTo>
                    <a:cubicBezTo>
                      <a:pt x="28" y="14"/>
                      <a:pt x="33"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16" name="Freeform 277"/>
              <p:cNvSpPr>
                <a:spLocks/>
              </p:cNvSpPr>
              <p:nvPr/>
            </p:nvSpPr>
            <p:spPr bwMode="auto">
              <a:xfrm>
                <a:off x="5784" y="2165"/>
                <a:ext cx="71" cy="29"/>
              </a:xfrm>
              <a:custGeom>
                <a:avLst/>
                <a:gdLst>
                  <a:gd name="T0" fmla="*/ 32 w 34"/>
                  <a:gd name="T1" fmla="*/ 7 h 14"/>
                  <a:gd name="T2" fmla="*/ 13 w 34"/>
                  <a:gd name="T3" fmla="*/ 0 h 14"/>
                  <a:gd name="T4" fmla="*/ 3 w 34"/>
                  <a:gd name="T5" fmla="*/ 7 h 14"/>
                  <a:gd name="T6" fmla="*/ 21 w 34"/>
                  <a:gd name="T7" fmla="*/ 14 h 14"/>
                  <a:gd name="T8" fmla="*/ 32 w 34"/>
                  <a:gd name="T9" fmla="*/ 7 h 14"/>
                </a:gdLst>
                <a:ahLst/>
                <a:cxnLst>
                  <a:cxn ang="0">
                    <a:pos x="T0" y="T1"/>
                  </a:cxn>
                  <a:cxn ang="0">
                    <a:pos x="T2" y="T3"/>
                  </a:cxn>
                  <a:cxn ang="0">
                    <a:pos x="T4" y="T5"/>
                  </a:cxn>
                  <a:cxn ang="0">
                    <a:pos x="T6" y="T7"/>
                  </a:cxn>
                  <a:cxn ang="0">
                    <a:pos x="T8" y="T9"/>
                  </a:cxn>
                </a:cxnLst>
                <a:rect l="0" t="0" r="r" b="b"/>
                <a:pathLst>
                  <a:path w="34" h="14">
                    <a:moveTo>
                      <a:pt x="32" y="7"/>
                    </a:moveTo>
                    <a:cubicBezTo>
                      <a:pt x="29" y="3"/>
                      <a:pt x="21" y="0"/>
                      <a:pt x="13" y="0"/>
                    </a:cubicBezTo>
                    <a:cubicBezTo>
                      <a:pt x="5" y="0"/>
                      <a:pt x="0" y="3"/>
                      <a:pt x="3" y="7"/>
                    </a:cubicBezTo>
                    <a:cubicBezTo>
                      <a:pt x="5" y="11"/>
                      <a:pt x="13" y="14"/>
                      <a:pt x="21" y="14"/>
                    </a:cubicBezTo>
                    <a:cubicBezTo>
                      <a:pt x="29" y="14"/>
                      <a:pt x="34"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17" name="Freeform 278"/>
              <p:cNvSpPr>
                <a:spLocks/>
              </p:cNvSpPr>
              <p:nvPr/>
            </p:nvSpPr>
            <p:spPr bwMode="auto">
              <a:xfrm>
                <a:off x="5859" y="2165"/>
                <a:ext cx="70" cy="29"/>
              </a:xfrm>
              <a:custGeom>
                <a:avLst/>
                <a:gdLst>
                  <a:gd name="T0" fmla="*/ 31 w 34"/>
                  <a:gd name="T1" fmla="*/ 7 h 14"/>
                  <a:gd name="T2" fmla="*/ 13 w 34"/>
                  <a:gd name="T3" fmla="*/ 0 h 14"/>
                  <a:gd name="T4" fmla="*/ 2 w 34"/>
                  <a:gd name="T5" fmla="*/ 7 h 14"/>
                  <a:gd name="T6" fmla="*/ 21 w 34"/>
                  <a:gd name="T7" fmla="*/ 14 h 14"/>
                  <a:gd name="T8" fmla="*/ 31 w 34"/>
                  <a:gd name="T9" fmla="*/ 7 h 14"/>
                </a:gdLst>
                <a:ahLst/>
                <a:cxnLst>
                  <a:cxn ang="0">
                    <a:pos x="T0" y="T1"/>
                  </a:cxn>
                  <a:cxn ang="0">
                    <a:pos x="T2" y="T3"/>
                  </a:cxn>
                  <a:cxn ang="0">
                    <a:pos x="T4" y="T5"/>
                  </a:cxn>
                  <a:cxn ang="0">
                    <a:pos x="T6" y="T7"/>
                  </a:cxn>
                  <a:cxn ang="0">
                    <a:pos x="T8" y="T9"/>
                  </a:cxn>
                </a:cxnLst>
                <a:rect l="0" t="0" r="r" b="b"/>
                <a:pathLst>
                  <a:path w="34" h="14">
                    <a:moveTo>
                      <a:pt x="31" y="7"/>
                    </a:moveTo>
                    <a:cubicBezTo>
                      <a:pt x="29" y="3"/>
                      <a:pt x="21" y="0"/>
                      <a:pt x="13" y="0"/>
                    </a:cubicBezTo>
                    <a:cubicBezTo>
                      <a:pt x="5" y="0"/>
                      <a:pt x="0" y="3"/>
                      <a:pt x="2" y="7"/>
                    </a:cubicBezTo>
                    <a:cubicBezTo>
                      <a:pt x="4" y="11"/>
                      <a:pt x="13" y="14"/>
                      <a:pt x="21" y="14"/>
                    </a:cubicBezTo>
                    <a:cubicBezTo>
                      <a:pt x="29" y="14"/>
                      <a:pt x="34"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18" name="Freeform 279"/>
              <p:cNvSpPr>
                <a:spLocks/>
              </p:cNvSpPr>
              <p:nvPr/>
            </p:nvSpPr>
            <p:spPr bwMode="auto">
              <a:xfrm>
                <a:off x="5933" y="2165"/>
                <a:ext cx="68" cy="29"/>
              </a:xfrm>
              <a:custGeom>
                <a:avLst/>
                <a:gdLst>
                  <a:gd name="T0" fmla="*/ 31 w 33"/>
                  <a:gd name="T1" fmla="*/ 7 h 14"/>
                  <a:gd name="T2" fmla="*/ 12 w 33"/>
                  <a:gd name="T3" fmla="*/ 0 h 14"/>
                  <a:gd name="T4" fmla="*/ 2 w 33"/>
                  <a:gd name="T5" fmla="*/ 7 h 14"/>
                  <a:gd name="T6" fmla="*/ 21 w 33"/>
                  <a:gd name="T7" fmla="*/ 14 h 14"/>
                  <a:gd name="T8" fmla="*/ 31 w 33"/>
                  <a:gd name="T9" fmla="*/ 7 h 14"/>
                </a:gdLst>
                <a:ahLst/>
                <a:cxnLst>
                  <a:cxn ang="0">
                    <a:pos x="T0" y="T1"/>
                  </a:cxn>
                  <a:cxn ang="0">
                    <a:pos x="T2" y="T3"/>
                  </a:cxn>
                  <a:cxn ang="0">
                    <a:pos x="T4" y="T5"/>
                  </a:cxn>
                  <a:cxn ang="0">
                    <a:pos x="T6" y="T7"/>
                  </a:cxn>
                  <a:cxn ang="0">
                    <a:pos x="T8" y="T9"/>
                  </a:cxn>
                </a:cxnLst>
                <a:rect l="0" t="0" r="r" b="b"/>
                <a:pathLst>
                  <a:path w="33" h="14">
                    <a:moveTo>
                      <a:pt x="31" y="7"/>
                    </a:moveTo>
                    <a:cubicBezTo>
                      <a:pt x="29" y="3"/>
                      <a:pt x="20" y="0"/>
                      <a:pt x="12" y="0"/>
                    </a:cubicBezTo>
                    <a:cubicBezTo>
                      <a:pt x="4" y="0"/>
                      <a:pt x="0" y="3"/>
                      <a:pt x="2" y="7"/>
                    </a:cubicBezTo>
                    <a:cubicBezTo>
                      <a:pt x="4" y="11"/>
                      <a:pt x="13" y="14"/>
                      <a:pt x="21" y="14"/>
                    </a:cubicBezTo>
                    <a:cubicBezTo>
                      <a:pt x="29" y="14"/>
                      <a:pt x="33"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19" name="Freeform 280"/>
              <p:cNvSpPr>
                <a:spLocks/>
              </p:cNvSpPr>
              <p:nvPr/>
            </p:nvSpPr>
            <p:spPr bwMode="auto">
              <a:xfrm>
                <a:off x="6005" y="2165"/>
                <a:ext cx="70" cy="29"/>
              </a:xfrm>
              <a:custGeom>
                <a:avLst/>
                <a:gdLst>
                  <a:gd name="T0" fmla="*/ 32 w 34"/>
                  <a:gd name="T1" fmla="*/ 7 h 14"/>
                  <a:gd name="T2" fmla="*/ 13 w 34"/>
                  <a:gd name="T3" fmla="*/ 0 h 14"/>
                  <a:gd name="T4" fmla="*/ 3 w 34"/>
                  <a:gd name="T5" fmla="*/ 7 h 14"/>
                  <a:gd name="T6" fmla="*/ 22 w 34"/>
                  <a:gd name="T7" fmla="*/ 14 h 14"/>
                  <a:gd name="T8" fmla="*/ 32 w 34"/>
                  <a:gd name="T9" fmla="*/ 7 h 14"/>
                </a:gdLst>
                <a:ahLst/>
                <a:cxnLst>
                  <a:cxn ang="0">
                    <a:pos x="T0" y="T1"/>
                  </a:cxn>
                  <a:cxn ang="0">
                    <a:pos x="T2" y="T3"/>
                  </a:cxn>
                  <a:cxn ang="0">
                    <a:pos x="T4" y="T5"/>
                  </a:cxn>
                  <a:cxn ang="0">
                    <a:pos x="T6" y="T7"/>
                  </a:cxn>
                  <a:cxn ang="0">
                    <a:pos x="T8" y="T9"/>
                  </a:cxn>
                </a:cxnLst>
                <a:rect l="0" t="0" r="r" b="b"/>
                <a:pathLst>
                  <a:path w="34" h="14">
                    <a:moveTo>
                      <a:pt x="32" y="7"/>
                    </a:moveTo>
                    <a:cubicBezTo>
                      <a:pt x="29" y="3"/>
                      <a:pt x="21" y="0"/>
                      <a:pt x="13" y="0"/>
                    </a:cubicBezTo>
                    <a:cubicBezTo>
                      <a:pt x="5" y="0"/>
                      <a:pt x="0" y="3"/>
                      <a:pt x="3" y="7"/>
                    </a:cubicBezTo>
                    <a:cubicBezTo>
                      <a:pt x="5" y="11"/>
                      <a:pt x="14" y="14"/>
                      <a:pt x="22" y="14"/>
                    </a:cubicBezTo>
                    <a:cubicBezTo>
                      <a:pt x="30" y="14"/>
                      <a:pt x="34"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20" name="Freeform 281"/>
              <p:cNvSpPr>
                <a:spLocks/>
              </p:cNvSpPr>
              <p:nvPr/>
            </p:nvSpPr>
            <p:spPr bwMode="auto">
              <a:xfrm>
                <a:off x="6079" y="2165"/>
                <a:ext cx="71" cy="29"/>
              </a:xfrm>
              <a:custGeom>
                <a:avLst/>
                <a:gdLst>
                  <a:gd name="T0" fmla="*/ 31 w 34"/>
                  <a:gd name="T1" fmla="*/ 7 h 14"/>
                  <a:gd name="T2" fmla="*/ 12 w 34"/>
                  <a:gd name="T3" fmla="*/ 0 h 14"/>
                  <a:gd name="T4" fmla="*/ 2 w 34"/>
                  <a:gd name="T5" fmla="*/ 7 h 14"/>
                  <a:gd name="T6" fmla="*/ 21 w 34"/>
                  <a:gd name="T7" fmla="*/ 14 h 14"/>
                  <a:gd name="T8" fmla="*/ 31 w 34"/>
                  <a:gd name="T9" fmla="*/ 7 h 14"/>
                </a:gdLst>
                <a:ahLst/>
                <a:cxnLst>
                  <a:cxn ang="0">
                    <a:pos x="T0" y="T1"/>
                  </a:cxn>
                  <a:cxn ang="0">
                    <a:pos x="T2" y="T3"/>
                  </a:cxn>
                  <a:cxn ang="0">
                    <a:pos x="T4" y="T5"/>
                  </a:cxn>
                  <a:cxn ang="0">
                    <a:pos x="T6" y="T7"/>
                  </a:cxn>
                  <a:cxn ang="0">
                    <a:pos x="T8" y="T9"/>
                  </a:cxn>
                </a:cxnLst>
                <a:rect l="0" t="0" r="r" b="b"/>
                <a:pathLst>
                  <a:path w="34" h="14">
                    <a:moveTo>
                      <a:pt x="31" y="7"/>
                    </a:moveTo>
                    <a:cubicBezTo>
                      <a:pt x="29" y="3"/>
                      <a:pt x="20" y="0"/>
                      <a:pt x="12" y="0"/>
                    </a:cubicBezTo>
                    <a:cubicBezTo>
                      <a:pt x="4" y="0"/>
                      <a:pt x="0" y="3"/>
                      <a:pt x="2" y="7"/>
                    </a:cubicBezTo>
                    <a:cubicBezTo>
                      <a:pt x="5" y="11"/>
                      <a:pt x="13" y="14"/>
                      <a:pt x="21" y="14"/>
                    </a:cubicBezTo>
                    <a:cubicBezTo>
                      <a:pt x="30" y="14"/>
                      <a:pt x="34"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21" name="Freeform 282"/>
              <p:cNvSpPr>
                <a:spLocks/>
              </p:cNvSpPr>
              <p:nvPr/>
            </p:nvSpPr>
            <p:spPr bwMode="auto">
              <a:xfrm>
                <a:off x="6152" y="2165"/>
                <a:ext cx="72" cy="29"/>
              </a:xfrm>
              <a:custGeom>
                <a:avLst/>
                <a:gdLst>
                  <a:gd name="T0" fmla="*/ 32 w 35"/>
                  <a:gd name="T1" fmla="*/ 7 h 14"/>
                  <a:gd name="T2" fmla="*/ 13 w 35"/>
                  <a:gd name="T3" fmla="*/ 0 h 14"/>
                  <a:gd name="T4" fmla="*/ 3 w 35"/>
                  <a:gd name="T5" fmla="*/ 7 h 14"/>
                  <a:gd name="T6" fmla="*/ 22 w 35"/>
                  <a:gd name="T7" fmla="*/ 14 h 14"/>
                  <a:gd name="T8" fmla="*/ 32 w 35"/>
                  <a:gd name="T9" fmla="*/ 7 h 14"/>
                </a:gdLst>
                <a:ahLst/>
                <a:cxnLst>
                  <a:cxn ang="0">
                    <a:pos x="T0" y="T1"/>
                  </a:cxn>
                  <a:cxn ang="0">
                    <a:pos x="T2" y="T3"/>
                  </a:cxn>
                  <a:cxn ang="0">
                    <a:pos x="T4" y="T5"/>
                  </a:cxn>
                  <a:cxn ang="0">
                    <a:pos x="T6" y="T7"/>
                  </a:cxn>
                  <a:cxn ang="0">
                    <a:pos x="T8" y="T9"/>
                  </a:cxn>
                </a:cxnLst>
                <a:rect l="0" t="0" r="r" b="b"/>
                <a:pathLst>
                  <a:path w="35" h="14">
                    <a:moveTo>
                      <a:pt x="32" y="7"/>
                    </a:moveTo>
                    <a:cubicBezTo>
                      <a:pt x="30" y="3"/>
                      <a:pt x="21" y="0"/>
                      <a:pt x="13" y="0"/>
                    </a:cubicBezTo>
                    <a:cubicBezTo>
                      <a:pt x="5" y="0"/>
                      <a:pt x="0" y="3"/>
                      <a:pt x="3" y="7"/>
                    </a:cubicBezTo>
                    <a:cubicBezTo>
                      <a:pt x="6" y="11"/>
                      <a:pt x="14" y="14"/>
                      <a:pt x="22" y="14"/>
                    </a:cubicBezTo>
                    <a:cubicBezTo>
                      <a:pt x="30" y="14"/>
                      <a:pt x="35"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22" name="Freeform 283"/>
              <p:cNvSpPr>
                <a:spLocks/>
              </p:cNvSpPr>
              <p:nvPr/>
            </p:nvSpPr>
            <p:spPr bwMode="auto">
              <a:xfrm>
                <a:off x="6226" y="2165"/>
                <a:ext cx="72" cy="29"/>
              </a:xfrm>
              <a:custGeom>
                <a:avLst/>
                <a:gdLst>
                  <a:gd name="T0" fmla="*/ 32 w 35"/>
                  <a:gd name="T1" fmla="*/ 7 h 14"/>
                  <a:gd name="T2" fmla="*/ 12 w 35"/>
                  <a:gd name="T3" fmla="*/ 0 h 14"/>
                  <a:gd name="T4" fmla="*/ 3 w 35"/>
                  <a:gd name="T5" fmla="*/ 7 h 14"/>
                  <a:gd name="T6" fmla="*/ 22 w 35"/>
                  <a:gd name="T7" fmla="*/ 14 h 14"/>
                  <a:gd name="T8" fmla="*/ 32 w 35"/>
                  <a:gd name="T9" fmla="*/ 7 h 14"/>
                </a:gdLst>
                <a:ahLst/>
                <a:cxnLst>
                  <a:cxn ang="0">
                    <a:pos x="T0" y="T1"/>
                  </a:cxn>
                  <a:cxn ang="0">
                    <a:pos x="T2" y="T3"/>
                  </a:cxn>
                  <a:cxn ang="0">
                    <a:pos x="T4" y="T5"/>
                  </a:cxn>
                  <a:cxn ang="0">
                    <a:pos x="T6" y="T7"/>
                  </a:cxn>
                  <a:cxn ang="0">
                    <a:pos x="T8" y="T9"/>
                  </a:cxn>
                </a:cxnLst>
                <a:rect l="0" t="0" r="r" b="b"/>
                <a:pathLst>
                  <a:path w="35" h="14">
                    <a:moveTo>
                      <a:pt x="32" y="7"/>
                    </a:moveTo>
                    <a:cubicBezTo>
                      <a:pt x="29" y="3"/>
                      <a:pt x="20" y="0"/>
                      <a:pt x="12" y="0"/>
                    </a:cubicBezTo>
                    <a:cubicBezTo>
                      <a:pt x="4" y="0"/>
                      <a:pt x="0" y="3"/>
                      <a:pt x="3" y="7"/>
                    </a:cubicBezTo>
                    <a:cubicBezTo>
                      <a:pt x="5" y="11"/>
                      <a:pt x="14" y="14"/>
                      <a:pt x="22" y="14"/>
                    </a:cubicBezTo>
                    <a:cubicBezTo>
                      <a:pt x="30" y="14"/>
                      <a:pt x="35"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23" name="Freeform 284"/>
              <p:cNvSpPr>
                <a:spLocks/>
              </p:cNvSpPr>
              <p:nvPr/>
            </p:nvSpPr>
            <p:spPr bwMode="auto">
              <a:xfrm>
                <a:off x="4173" y="2202"/>
                <a:ext cx="64" cy="31"/>
              </a:xfrm>
              <a:custGeom>
                <a:avLst/>
                <a:gdLst>
                  <a:gd name="T0" fmla="*/ 30 w 31"/>
                  <a:gd name="T1" fmla="*/ 7 h 15"/>
                  <a:gd name="T2" fmla="*/ 14 w 31"/>
                  <a:gd name="T3" fmla="*/ 0 h 15"/>
                  <a:gd name="T4" fmla="*/ 1 w 31"/>
                  <a:gd name="T5" fmla="*/ 7 h 15"/>
                  <a:gd name="T6" fmla="*/ 16 w 31"/>
                  <a:gd name="T7" fmla="*/ 15 h 15"/>
                  <a:gd name="T8" fmla="*/ 30 w 31"/>
                  <a:gd name="T9" fmla="*/ 7 h 15"/>
                </a:gdLst>
                <a:ahLst/>
                <a:cxnLst>
                  <a:cxn ang="0">
                    <a:pos x="T0" y="T1"/>
                  </a:cxn>
                  <a:cxn ang="0">
                    <a:pos x="T2" y="T3"/>
                  </a:cxn>
                  <a:cxn ang="0">
                    <a:pos x="T4" y="T5"/>
                  </a:cxn>
                  <a:cxn ang="0">
                    <a:pos x="T6" y="T7"/>
                  </a:cxn>
                  <a:cxn ang="0">
                    <a:pos x="T8" y="T9"/>
                  </a:cxn>
                </a:cxnLst>
                <a:rect l="0" t="0" r="r" b="b"/>
                <a:pathLst>
                  <a:path w="31" h="15">
                    <a:moveTo>
                      <a:pt x="30" y="7"/>
                    </a:moveTo>
                    <a:cubicBezTo>
                      <a:pt x="29" y="3"/>
                      <a:pt x="22" y="0"/>
                      <a:pt x="14" y="0"/>
                    </a:cubicBezTo>
                    <a:cubicBezTo>
                      <a:pt x="6" y="0"/>
                      <a:pt x="0" y="3"/>
                      <a:pt x="1" y="7"/>
                    </a:cubicBezTo>
                    <a:cubicBezTo>
                      <a:pt x="1" y="11"/>
                      <a:pt x="8" y="15"/>
                      <a:pt x="16" y="15"/>
                    </a:cubicBezTo>
                    <a:cubicBezTo>
                      <a:pt x="24" y="15"/>
                      <a:pt x="31"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24" name="Freeform 285"/>
              <p:cNvSpPr>
                <a:spLocks/>
              </p:cNvSpPr>
              <p:nvPr/>
            </p:nvSpPr>
            <p:spPr bwMode="auto">
              <a:xfrm>
                <a:off x="4247" y="2202"/>
                <a:ext cx="64" cy="31"/>
              </a:xfrm>
              <a:custGeom>
                <a:avLst/>
                <a:gdLst>
                  <a:gd name="T0" fmla="*/ 30 w 31"/>
                  <a:gd name="T1" fmla="*/ 7 h 15"/>
                  <a:gd name="T2" fmla="*/ 14 w 31"/>
                  <a:gd name="T3" fmla="*/ 0 h 15"/>
                  <a:gd name="T4" fmla="*/ 1 w 31"/>
                  <a:gd name="T5" fmla="*/ 7 h 15"/>
                  <a:gd name="T6" fmla="*/ 16 w 31"/>
                  <a:gd name="T7" fmla="*/ 15 h 15"/>
                  <a:gd name="T8" fmla="*/ 30 w 31"/>
                  <a:gd name="T9" fmla="*/ 7 h 15"/>
                </a:gdLst>
                <a:ahLst/>
                <a:cxnLst>
                  <a:cxn ang="0">
                    <a:pos x="T0" y="T1"/>
                  </a:cxn>
                  <a:cxn ang="0">
                    <a:pos x="T2" y="T3"/>
                  </a:cxn>
                  <a:cxn ang="0">
                    <a:pos x="T4" y="T5"/>
                  </a:cxn>
                  <a:cxn ang="0">
                    <a:pos x="T6" y="T7"/>
                  </a:cxn>
                  <a:cxn ang="0">
                    <a:pos x="T8" y="T9"/>
                  </a:cxn>
                </a:cxnLst>
                <a:rect l="0" t="0" r="r" b="b"/>
                <a:pathLst>
                  <a:path w="31" h="15">
                    <a:moveTo>
                      <a:pt x="30" y="7"/>
                    </a:moveTo>
                    <a:cubicBezTo>
                      <a:pt x="29" y="3"/>
                      <a:pt x="22" y="0"/>
                      <a:pt x="14" y="0"/>
                    </a:cubicBezTo>
                    <a:cubicBezTo>
                      <a:pt x="6" y="0"/>
                      <a:pt x="0" y="3"/>
                      <a:pt x="1" y="7"/>
                    </a:cubicBezTo>
                    <a:cubicBezTo>
                      <a:pt x="1" y="11"/>
                      <a:pt x="8" y="15"/>
                      <a:pt x="16" y="15"/>
                    </a:cubicBezTo>
                    <a:cubicBezTo>
                      <a:pt x="25" y="15"/>
                      <a:pt x="31"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25" name="Freeform 286"/>
              <p:cNvSpPr>
                <a:spLocks/>
              </p:cNvSpPr>
              <p:nvPr/>
            </p:nvSpPr>
            <p:spPr bwMode="auto">
              <a:xfrm>
                <a:off x="4322" y="2202"/>
                <a:ext cx="64" cy="31"/>
              </a:xfrm>
              <a:custGeom>
                <a:avLst/>
                <a:gdLst>
                  <a:gd name="T0" fmla="*/ 30 w 31"/>
                  <a:gd name="T1" fmla="*/ 7 h 15"/>
                  <a:gd name="T2" fmla="*/ 14 w 31"/>
                  <a:gd name="T3" fmla="*/ 0 h 15"/>
                  <a:gd name="T4" fmla="*/ 1 w 31"/>
                  <a:gd name="T5" fmla="*/ 7 h 15"/>
                  <a:gd name="T6" fmla="*/ 17 w 31"/>
                  <a:gd name="T7" fmla="*/ 15 h 15"/>
                  <a:gd name="T8" fmla="*/ 30 w 31"/>
                  <a:gd name="T9" fmla="*/ 7 h 15"/>
                </a:gdLst>
                <a:ahLst/>
                <a:cxnLst>
                  <a:cxn ang="0">
                    <a:pos x="T0" y="T1"/>
                  </a:cxn>
                  <a:cxn ang="0">
                    <a:pos x="T2" y="T3"/>
                  </a:cxn>
                  <a:cxn ang="0">
                    <a:pos x="T4" y="T5"/>
                  </a:cxn>
                  <a:cxn ang="0">
                    <a:pos x="T6" y="T7"/>
                  </a:cxn>
                  <a:cxn ang="0">
                    <a:pos x="T8" y="T9"/>
                  </a:cxn>
                </a:cxnLst>
                <a:rect l="0" t="0" r="r" b="b"/>
                <a:pathLst>
                  <a:path w="31" h="15">
                    <a:moveTo>
                      <a:pt x="30" y="7"/>
                    </a:moveTo>
                    <a:cubicBezTo>
                      <a:pt x="29" y="3"/>
                      <a:pt x="22" y="0"/>
                      <a:pt x="14" y="0"/>
                    </a:cubicBezTo>
                    <a:cubicBezTo>
                      <a:pt x="6" y="0"/>
                      <a:pt x="0" y="3"/>
                      <a:pt x="1" y="7"/>
                    </a:cubicBezTo>
                    <a:cubicBezTo>
                      <a:pt x="1" y="11"/>
                      <a:pt x="8" y="15"/>
                      <a:pt x="17" y="15"/>
                    </a:cubicBezTo>
                    <a:cubicBezTo>
                      <a:pt x="25" y="15"/>
                      <a:pt x="31"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26" name="Freeform 287"/>
              <p:cNvSpPr>
                <a:spLocks/>
              </p:cNvSpPr>
              <p:nvPr/>
            </p:nvSpPr>
            <p:spPr bwMode="auto">
              <a:xfrm>
                <a:off x="4396" y="2202"/>
                <a:ext cx="64" cy="31"/>
              </a:xfrm>
              <a:custGeom>
                <a:avLst/>
                <a:gdLst>
                  <a:gd name="T0" fmla="*/ 30 w 31"/>
                  <a:gd name="T1" fmla="*/ 7 h 15"/>
                  <a:gd name="T2" fmla="*/ 14 w 31"/>
                  <a:gd name="T3" fmla="*/ 0 h 15"/>
                  <a:gd name="T4" fmla="*/ 1 w 31"/>
                  <a:gd name="T5" fmla="*/ 7 h 15"/>
                  <a:gd name="T6" fmla="*/ 17 w 31"/>
                  <a:gd name="T7" fmla="*/ 15 h 15"/>
                  <a:gd name="T8" fmla="*/ 30 w 31"/>
                  <a:gd name="T9" fmla="*/ 7 h 15"/>
                </a:gdLst>
                <a:ahLst/>
                <a:cxnLst>
                  <a:cxn ang="0">
                    <a:pos x="T0" y="T1"/>
                  </a:cxn>
                  <a:cxn ang="0">
                    <a:pos x="T2" y="T3"/>
                  </a:cxn>
                  <a:cxn ang="0">
                    <a:pos x="T4" y="T5"/>
                  </a:cxn>
                  <a:cxn ang="0">
                    <a:pos x="T6" y="T7"/>
                  </a:cxn>
                  <a:cxn ang="0">
                    <a:pos x="T8" y="T9"/>
                  </a:cxn>
                </a:cxnLst>
                <a:rect l="0" t="0" r="r" b="b"/>
                <a:pathLst>
                  <a:path w="31" h="15">
                    <a:moveTo>
                      <a:pt x="30" y="7"/>
                    </a:moveTo>
                    <a:cubicBezTo>
                      <a:pt x="29" y="3"/>
                      <a:pt x="22" y="0"/>
                      <a:pt x="14" y="0"/>
                    </a:cubicBezTo>
                    <a:cubicBezTo>
                      <a:pt x="6" y="0"/>
                      <a:pt x="0" y="3"/>
                      <a:pt x="1" y="7"/>
                    </a:cubicBezTo>
                    <a:cubicBezTo>
                      <a:pt x="1" y="11"/>
                      <a:pt x="9" y="15"/>
                      <a:pt x="17" y="15"/>
                    </a:cubicBezTo>
                    <a:cubicBezTo>
                      <a:pt x="25" y="15"/>
                      <a:pt x="31"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27" name="Freeform 288"/>
              <p:cNvSpPr>
                <a:spLocks/>
              </p:cNvSpPr>
              <p:nvPr/>
            </p:nvSpPr>
            <p:spPr bwMode="auto">
              <a:xfrm>
                <a:off x="4470" y="2202"/>
                <a:ext cx="64" cy="31"/>
              </a:xfrm>
              <a:custGeom>
                <a:avLst/>
                <a:gdLst>
                  <a:gd name="T0" fmla="*/ 30 w 31"/>
                  <a:gd name="T1" fmla="*/ 7 h 15"/>
                  <a:gd name="T2" fmla="*/ 14 w 31"/>
                  <a:gd name="T3" fmla="*/ 0 h 15"/>
                  <a:gd name="T4" fmla="*/ 1 w 31"/>
                  <a:gd name="T5" fmla="*/ 7 h 15"/>
                  <a:gd name="T6" fmla="*/ 17 w 31"/>
                  <a:gd name="T7" fmla="*/ 15 h 15"/>
                  <a:gd name="T8" fmla="*/ 30 w 31"/>
                  <a:gd name="T9" fmla="*/ 7 h 15"/>
                </a:gdLst>
                <a:ahLst/>
                <a:cxnLst>
                  <a:cxn ang="0">
                    <a:pos x="T0" y="T1"/>
                  </a:cxn>
                  <a:cxn ang="0">
                    <a:pos x="T2" y="T3"/>
                  </a:cxn>
                  <a:cxn ang="0">
                    <a:pos x="T4" y="T5"/>
                  </a:cxn>
                  <a:cxn ang="0">
                    <a:pos x="T6" y="T7"/>
                  </a:cxn>
                  <a:cxn ang="0">
                    <a:pos x="T8" y="T9"/>
                  </a:cxn>
                </a:cxnLst>
                <a:rect l="0" t="0" r="r" b="b"/>
                <a:pathLst>
                  <a:path w="31" h="15">
                    <a:moveTo>
                      <a:pt x="30" y="7"/>
                    </a:moveTo>
                    <a:cubicBezTo>
                      <a:pt x="29" y="3"/>
                      <a:pt x="22" y="0"/>
                      <a:pt x="14" y="0"/>
                    </a:cubicBezTo>
                    <a:cubicBezTo>
                      <a:pt x="6" y="0"/>
                      <a:pt x="0" y="3"/>
                      <a:pt x="1" y="7"/>
                    </a:cubicBezTo>
                    <a:cubicBezTo>
                      <a:pt x="2" y="11"/>
                      <a:pt x="9" y="15"/>
                      <a:pt x="17" y="15"/>
                    </a:cubicBezTo>
                    <a:cubicBezTo>
                      <a:pt x="25" y="15"/>
                      <a:pt x="31"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28" name="Freeform 289"/>
              <p:cNvSpPr>
                <a:spLocks/>
              </p:cNvSpPr>
              <p:nvPr/>
            </p:nvSpPr>
            <p:spPr bwMode="auto">
              <a:xfrm>
                <a:off x="4544" y="2202"/>
                <a:ext cx="64" cy="31"/>
              </a:xfrm>
              <a:custGeom>
                <a:avLst/>
                <a:gdLst>
                  <a:gd name="T0" fmla="*/ 30 w 31"/>
                  <a:gd name="T1" fmla="*/ 7 h 15"/>
                  <a:gd name="T2" fmla="*/ 14 w 31"/>
                  <a:gd name="T3" fmla="*/ 0 h 15"/>
                  <a:gd name="T4" fmla="*/ 1 w 31"/>
                  <a:gd name="T5" fmla="*/ 7 h 15"/>
                  <a:gd name="T6" fmla="*/ 17 w 31"/>
                  <a:gd name="T7" fmla="*/ 15 h 15"/>
                  <a:gd name="T8" fmla="*/ 30 w 31"/>
                  <a:gd name="T9" fmla="*/ 7 h 15"/>
                </a:gdLst>
                <a:ahLst/>
                <a:cxnLst>
                  <a:cxn ang="0">
                    <a:pos x="T0" y="T1"/>
                  </a:cxn>
                  <a:cxn ang="0">
                    <a:pos x="T2" y="T3"/>
                  </a:cxn>
                  <a:cxn ang="0">
                    <a:pos x="T4" y="T5"/>
                  </a:cxn>
                  <a:cxn ang="0">
                    <a:pos x="T6" y="T7"/>
                  </a:cxn>
                  <a:cxn ang="0">
                    <a:pos x="T8" y="T9"/>
                  </a:cxn>
                </a:cxnLst>
                <a:rect l="0" t="0" r="r" b="b"/>
                <a:pathLst>
                  <a:path w="31" h="15">
                    <a:moveTo>
                      <a:pt x="30" y="7"/>
                    </a:moveTo>
                    <a:cubicBezTo>
                      <a:pt x="29" y="3"/>
                      <a:pt x="22" y="0"/>
                      <a:pt x="14" y="0"/>
                    </a:cubicBezTo>
                    <a:cubicBezTo>
                      <a:pt x="6" y="0"/>
                      <a:pt x="0" y="3"/>
                      <a:pt x="1" y="7"/>
                    </a:cubicBezTo>
                    <a:cubicBezTo>
                      <a:pt x="2" y="11"/>
                      <a:pt x="9" y="15"/>
                      <a:pt x="17" y="15"/>
                    </a:cubicBezTo>
                    <a:cubicBezTo>
                      <a:pt x="25" y="15"/>
                      <a:pt x="31"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29" name="Freeform 290"/>
              <p:cNvSpPr>
                <a:spLocks/>
              </p:cNvSpPr>
              <p:nvPr/>
            </p:nvSpPr>
            <p:spPr bwMode="auto">
              <a:xfrm>
                <a:off x="4619" y="2202"/>
                <a:ext cx="64" cy="31"/>
              </a:xfrm>
              <a:custGeom>
                <a:avLst/>
                <a:gdLst>
                  <a:gd name="T0" fmla="*/ 30 w 31"/>
                  <a:gd name="T1" fmla="*/ 7 h 15"/>
                  <a:gd name="T2" fmla="*/ 14 w 31"/>
                  <a:gd name="T3" fmla="*/ 0 h 15"/>
                  <a:gd name="T4" fmla="*/ 1 w 31"/>
                  <a:gd name="T5" fmla="*/ 7 h 15"/>
                  <a:gd name="T6" fmla="*/ 17 w 31"/>
                  <a:gd name="T7" fmla="*/ 15 h 15"/>
                  <a:gd name="T8" fmla="*/ 30 w 31"/>
                  <a:gd name="T9" fmla="*/ 7 h 15"/>
                </a:gdLst>
                <a:ahLst/>
                <a:cxnLst>
                  <a:cxn ang="0">
                    <a:pos x="T0" y="T1"/>
                  </a:cxn>
                  <a:cxn ang="0">
                    <a:pos x="T2" y="T3"/>
                  </a:cxn>
                  <a:cxn ang="0">
                    <a:pos x="T4" y="T5"/>
                  </a:cxn>
                  <a:cxn ang="0">
                    <a:pos x="T6" y="T7"/>
                  </a:cxn>
                  <a:cxn ang="0">
                    <a:pos x="T8" y="T9"/>
                  </a:cxn>
                </a:cxnLst>
                <a:rect l="0" t="0" r="r" b="b"/>
                <a:pathLst>
                  <a:path w="31" h="15">
                    <a:moveTo>
                      <a:pt x="30" y="7"/>
                    </a:moveTo>
                    <a:cubicBezTo>
                      <a:pt x="29" y="3"/>
                      <a:pt x="22" y="0"/>
                      <a:pt x="14" y="0"/>
                    </a:cubicBezTo>
                    <a:cubicBezTo>
                      <a:pt x="5" y="0"/>
                      <a:pt x="0" y="3"/>
                      <a:pt x="1" y="7"/>
                    </a:cubicBezTo>
                    <a:cubicBezTo>
                      <a:pt x="2" y="11"/>
                      <a:pt x="9" y="15"/>
                      <a:pt x="17" y="15"/>
                    </a:cubicBezTo>
                    <a:cubicBezTo>
                      <a:pt x="25" y="15"/>
                      <a:pt x="31"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30" name="Freeform 291"/>
              <p:cNvSpPr>
                <a:spLocks/>
              </p:cNvSpPr>
              <p:nvPr/>
            </p:nvSpPr>
            <p:spPr bwMode="auto">
              <a:xfrm>
                <a:off x="4693" y="2202"/>
                <a:ext cx="64" cy="31"/>
              </a:xfrm>
              <a:custGeom>
                <a:avLst/>
                <a:gdLst>
                  <a:gd name="T0" fmla="*/ 30 w 31"/>
                  <a:gd name="T1" fmla="*/ 7 h 15"/>
                  <a:gd name="T2" fmla="*/ 13 w 31"/>
                  <a:gd name="T3" fmla="*/ 0 h 15"/>
                  <a:gd name="T4" fmla="*/ 1 w 31"/>
                  <a:gd name="T5" fmla="*/ 7 h 15"/>
                  <a:gd name="T6" fmla="*/ 18 w 31"/>
                  <a:gd name="T7" fmla="*/ 15 h 15"/>
                  <a:gd name="T8" fmla="*/ 30 w 31"/>
                  <a:gd name="T9" fmla="*/ 7 h 15"/>
                </a:gdLst>
                <a:ahLst/>
                <a:cxnLst>
                  <a:cxn ang="0">
                    <a:pos x="T0" y="T1"/>
                  </a:cxn>
                  <a:cxn ang="0">
                    <a:pos x="T2" y="T3"/>
                  </a:cxn>
                  <a:cxn ang="0">
                    <a:pos x="T4" y="T5"/>
                  </a:cxn>
                  <a:cxn ang="0">
                    <a:pos x="T6" y="T7"/>
                  </a:cxn>
                  <a:cxn ang="0">
                    <a:pos x="T8" y="T9"/>
                  </a:cxn>
                </a:cxnLst>
                <a:rect l="0" t="0" r="r" b="b"/>
                <a:pathLst>
                  <a:path w="31" h="15">
                    <a:moveTo>
                      <a:pt x="30" y="7"/>
                    </a:moveTo>
                    <a:cubicBezTo>
                      <a:pt x="29" y="3"/>
                      <a:pt x="22" y="0"/>
                      <a:pt x="13" y="0"/>
                    </a:cubicBezTo>
                    <a:cubicBezTo>
                      <a:pt x="5" y="0"/>
                      <a:pt x="0" y="3"/>
                      <a:pt x="1" y="7"/>
                    </a:cubicBezTo>
                    <a:cubicBezTo>
                      <a:pt x="2" y="11"/>
                      <a:pt x="9" y="15"/>
                      <a:pt x="18" y="15"/>
                    </a:cubicBezTo>
                    <a:cubicBezTo>
                      <a:pt x="26" y="15"/>
                      <a:pt x="31"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31" name="Freeform 292"/>
              <p:cNvSpPr>
                <a:spLocks/>
              </p:cNvSpPr>
              <p:nvPr/>
            </p:nvSpPr>
            <p:spPr bwMode="auto">
              <a:xfrm>
                <a:off x="4767" y="2202"/>
                <a:ext cx="64" cy="31"/>
              </a:xfrm>
              <a:custGeom>
                <a:avLst/>
                <a:gdLst>
                  <a:gd name="T0" fmla="*/ 30 w 31"/>
                  <a:gd name="T1" fmla="*/ 7 h 15"/>
                  <a:gd name="T2" fmla="*/ 13 w 31"/>
                  <a:gd name="T3" fmla="*/ 0 h 15"/>
                  <a:gd name="T4" fmla="*/ 1 w 31"/>
                  <a:gd name="T5" fmla="*/ 7 h 15"/>
                  <a:gd name="T6" fmla="*/ 18 w 31"/>
                  <a:gd name="T7" fmla="*/ 15 h 15"/>
                  <a:gd name="T8" fmla="*/ 30 w 31"/>
                  <a:gd name="T9" fmla="*/ 7 h 15"/>
                </a:gdLst>
                <a:ahLst/>
                <a:cxnLst>
                  <a:cxn ang="0">
                    <a:pos x="T0" y="T1"/>
                  </a:cxn>
                  <a:cxn ang="0">
                    <a:pos x="T2" y="T3"/>
                  </a:cxn>
                  <a:cxn ang="0">
                    <a:pos x="T4" y="T5"/>
                  </a:cxn>
                  <a:cxn ang="0">
                    <a:pos x="T6" y="T7"/>
                  </a:cxn>
                  <a:cxn ang="0">
                    <a:pos x="T8" y="T9"/>
                  </a:cxn>
                </a:cxnLst>
                <a:rect l="0" t="0" r="r" b="b"/>
                <a:pathLst>
                  <a:path w="31" h="15">
                    <a:moveTo>
                      <a:pt x="30" y="7"/>
                    </a:moveTo>
                    <a:cubicBezTo>
                      <a:pt x="29" y="3"/>
                      <a:pt x="21" y="0"/>
                      <a:pt x="13" y="0"/>
                    </a:cubicBezTo>
                    <a:cubicBezTo>
                      <a:pt x="5" y="0"/>
                      <a:pt x="0" y="3"/>
                      <a:pt x="1" y="7"/>
                    </a:cubicBezTo>
                    <a:cubicBezTo>
                      <a:pt x="2" y="11"/>
                      <a:pt x="10" y="15"/>
                      <a:pt x="18" y="15"/>
                    </a:cubicBezTo>
                    <a:cubicBezTo>
                      <a:pt x="26" y="15"/>
                      <a:pt x="31"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32" name="Freeform 293"/>
              <p:cNvSpPr>
                <a:spLocks/>
              </p:cNvSpPr>
              <p:nvPr/>
            </p:nvSpPr>
            <p:spPr bwMode="auto">
              <a:xfrm>
                <a:off x="4842" y="2202"/>
                <a:ext cx="66" cy="31"/>
              </a:xfrm>
              <a:custGeom>
                <a:avLst/>
                <a:gdLst>
                  <a:gd name="T0" fmla="*/ 30 w 32"/>
                  <a:gd name="T1" fmla="*/ 7 h 15"/>
                  <a:gd name="T2" fmla="*/ 13 w 32"/>
                  <a:gd name="T3" fmla="*/ 0 h 15"/>
                  <a:gd name="T4" fmla="*/ 1 w 32"/>
                  <a:gd name="T5" fmla="*/ 7 h 15"/>
                  <a:gd name="T6" fmla="*/ 18 w 32"/>
                  <a:gd name="T7" fmla="*/ 15 h 15"/>
                  <a:gd name="T8" fmla="*/ 30 w 32"/>
                  <a:gd name="T9" fmla="*/ 7 h 15"/>
                </a:gdLst>
                <a:ahLst/>
                <a:cxnLst>
                  <a:cxn ang="0">
                    <a:pos x="T0" y="T1"/>
                  </a:cxn>
                  <a:cxn ang="0">
                    <a:pos x="T2" y="T3"/>
                  </a:cxn>
                  <a:cxn ang="0">
                    <a:pos x="T4" y="T5"/>
                  </a:cxn>
                  <a:cxn ang="0">
                    <a:pos x="T6" y="T7"/>
                  </a:cxn>
                  <a:cxn ang="0">
                    <a:pos x="T8" y="T9"/>
                  </a:cxn>
                </a:cxnLst>
                <a:rect l="0" t="0" r="r" b="b"/>
                <a:pathLst>
                  <a:path w="32" h="15">
                    <a:moveTo>
                      <a:pt x="30" y="7"/>
                    </a:moveTo>
                    <a:cubicBezTo>
                      <a:pt x="29" y="3"/>
                      <a:pt x="21" y="0"/>
                      <a:pt x="13" y="0"/>
                    </a:cubicBezTo>
                    <a:cubicBezTo>
                      <a:pt x="5" y="0"/>
                      <a:pt x="0" y="3"/>
                      <a:pt x="1" y="7"/>
                    </a:cubicBezTo>
                    <a:cubicBezTo>
                      <a:pt x="2" y="11"/>
                      <a:pt x="10" y="15"/>
                      <a:pt x="18" y="15"/>
                    </a:cubicBezTo>
                    <a:cubicBezTo>
                      <a:pt x="26" y="15"/>
                      <a:pt x="32"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33" name="Freeform 294"/>
              <p:cNvSpPr>
                <a:spLocks/>
              </p:cNvSpPr>
              <p:nvPr/>
            </p:nvSpPr>
            <p:spPr bwMode="auto">
              <a:xfrm>
                <a:off x="4916" y="2202"/>
                <a:ext cx="66" cy="31"/>
              </a:xfrm>
              <a:custGeom>
                <a:avLst/>
                <a:gdLst>
                  <a:gd name="T0" fmla="*/ 30 w 32"/>
                  <a:gd name="T1" fmla="*/ 7 h 15"/>
                  <a:gd name="T2" fmla="*/ 13 w 32"/>
                  <a:gd name="T3" fmla="*/ 0 h 15"/>
                  <a:gd name="T4" fmla="*/ 1 w 32"/>
                  <a:gd name="T5" fmla="*/ 7 h 15"/>
                  <a:gd name="T6" fmla="*/ 18 w 32"/>
                  <a:gd name="T7" fmla="*/ 15 h 15"/>
                  <a:gd name="T8" fmla="*/ 30 w 32"/>
                  <a:gd name="T9" fmla="*/ 7 h 15"/>
                </a:gdLst>
                <a:ahLst/>
                <a:cxnLst>
                  <a:cxn ang="0">
                    <a:pos x="T0" y="T1"/>
                  </a:cxn>
                  <a:cxn ang="0">
                    <a:pos x="T2" y="T3"/>
                  </a:cxn>
                  <a:cxn ang="0">
                    <a:pos x="T4" y="T5"/>
                  </a:cxn>
                  <a:cxn ang="0">
                    <a:pos x="T6" y="T7"/>
                  </a:cxn>
                  <a:cxn ang="0">
                    <a:pos x="T8" y="T9"/>
                  </a:cxn>
                </a:cxnLst>
                <a:rect l="0" t="0" r="r" b="b"/>
                <a:pathLst>
                  <a:path w="32" h="15">
                    <a:moveTo>
                      <a:pt x="30" y="7"/>
                    </a:moveTo>
                    <a:cubicBezTo>
                      <a:pt x="29" y="3"/>
                      <a:pt x="21" y="0"/>
                      <a:pt x="13" y="0"/>
                    </a:cubicBezTo>
                    <a:cubicBezTo>
                      <a:pt x="5" y="0"/>
                      <a:pt x="0" y="3"/>
                      <a:pt x="1" y="7"/>
                    </a:cubicBezTo>
                    <a:cubicBezTo>
                      <a:pt x="2" y="11"/>
                      <a:pt x="10" y="15"/>
                      <a:pt x="18" y="15"/>
                    </a:cubicBezTo>
                    <a:cubicBezTo>
                      <a:pt x="26" y="15"/>
                      <a:pt x="32"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34" name="Freeform 295"/>
              <p:cNvSpPr>
                <a:spLocks/>
              </p:cNvSpPr>
              <p:nvPr/>
            </p:nvSpPr>
            <p:spPr bwMode="auto">
              <a:xfrm>
                <a:off x="4990" y="2202"/>
                <a:ext cx="66" cy="31"/>
              </a:xfrm>
              <a:custGeom>
                <a:avLst/>
                <a:gdLst>
                  <a:gd name="T0" fmla="*/ 30 w 32"/>
                  <a:gd name="T1" fmla="*/ 7 h 15"/>
                  <a:gd name="T2" fmla="*/ 13 w 32"/>
                  <a:gd name="T3" fmla="*/ 0 h 15"/>
                  <a:gd name="T4" fmla="*/ 1 w 32"/>
                  <a:gd name="T5" fmla="*/ 7 h 15"/>
                  <a:gd name="T6" fmla="*/ 18 w 32"/>
                  <a:gd name="T7" fmla="*/ 15 h 15"/>
                  <a:gd name="T8" fmla="*/ 30 w 32"/>
                  <a:gd name="T9" fmla="*/ 7 h 15"/>
                </a:gdLst>
                <a:ahLst/>
                <a:cxnLst>
                  <a:cxn ang="0">
                    <a:pos x="T0" y="T1"/>
                  </a:cxn>
                  <a:cxn ang="0">
                    <a:pos x="T2" y="T3"/>
                  </a:cxn>
                  <a:cxn ang="0">
                    <a:pos x="T4" y="T5"/>
                  </a:cxn>
                  <a:cxn ang="0">
                    <a:pos x="T6" y="T7"/>
                  </a:cxn>
                  <a:cxn ang="0">
                    <a:pos x="T8" y="T9"/>
                  </a:cxn>
                </a:cxnLst>
                <a:rect l="0" t="0" r="r" b="b"/>
                <a:pathLst>
                  <a:path w="32" h="15">
                    <a:moveTo>
                      <a:pt x="30" y="7"/>
                    </a:moveTo>
                    <a:cubicBezTo>
                      <a:pt x="29" y="3"/>
                      <a:pt x="21" y="0"/>
                      <a:pt x="13" y="0"/>
                    </a:cubicBezTo>
                    <a:cubicBezTo>
                      <a:pt x="5" y="0"/>
                      <a:pt x="0" y="3"/>
                      <a:pt x="1" y="7"/>
                    </a:cubicBezTo>
                    <a:cubicBezTo>
                      <a:pt x="2" y="11"/>
                      <a:pt x="10" y="15"/>
                      <a:pt x="18" y="15"/>
                    </a:cubicBezTo>
                    <a:cubicBezTo>
                      <a:pt x="26" y="15"/>
                      <a:pt x="32"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35" name="Freeform 296"/>
              <p:cNvSpPr>
                <a:spLocks/>
              </p:cNvSpPr>
              <p:nvPr/>
            </p:nvSpPr>
            <p:spPr bwMode="auto">
              <a:xfrm>
                <a:off x="5062" y="2202"/>
                <a:ext cx="68" cy="31"/>
              </a:xfrm>
              <a:custGeom>
                <a:avLst/>
                <a:gdLst>
                  <a:gd name="T0" fmla="*/ 31 w 33"/>
                  <a:gd name="T1" fmla="*/ 7 h 15"/>
                  <a:gd name="T2" fmla="*/ 14 w 33"/>
                  <a:gd name="T3" fmla="*/ 0 h 15"/>
                  <a:gd name="T4" fmla="*/ 2 w 33"/>
                  <a:gd name="T5" fmla="*/ 7 h 15"/>
                  <a:gd name="T6" fmla="*/ 19 w 33"/>
                  <a:gd name="T7" fmla="*/ 15 h 15"/>
                  <a:gd name="T8" fmla="*/ 31 w 33"/>
                  <a:gd name="T9" fmla="*/ 7 h 15"/>
                </a:gdLst>
                <a:ahLst/>
                <a:cxnLst>
                  <a:cxn ang="0">
                    <a:pos x="T0" y="T1"/>
                  </a:cxn>
                  <a:cxn ang="0">
                    <a:pos x="T2" y="T3"/>
                  </a:cxn>
                  <a:cxn ang="0">
                    <a:pos x="T4" y="T5"/>
                  </a:cxn>
                  <a:cxn ang="0">
                    <a:pos x="T6" y="T7"/>
                  </a:cxn>
                  <a:cxn ang="0">
                    <a:pos x="T8" y="T9"/>
                  </a:cxn>
                </a:cxnLst>
                <a:rect l="0" t="0" r="r" b="b"/>
                <a:pathLst>
                  <a:path w="33" h="15">
                    <a:moveTo>
                      <a:pt x="31" y="7"/>
                    </a:moveTo>
                    <a:cubicBezTo>
                      <a:pt x="30" y="3"/>
                      <a:pt x="22" y="0"/>
                      <a:pt x="14" y="0"/>
                    </a:cubicBezTo>
                    <a:cubicBezTo>
                      <a:pt x="6" y="0"/>
                      <a:pt x="0" y="3"/>
                      <a:pt x="2" y="7"/>
                    </a:cubicBezTo>
                    <a:cubicBezTo>
                      <a:pt x="3" y="11"/>
                      <a:pt x="11" y="15"/>
                      <a:pt x="19" y="15"/>
                    </a:cubicBezTo>
                    <a:cubicBezTo>
                      <a:pt x="28" y="15"/>
                      <a:pt x="33"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36" name="Freeform 297"/>
              <p:cNvSpPr>
                <a:spLocks/>
              </p:cNvSpPr>
              <p:nvPr/>
            </p:nvSpPr>
            <p:spPr bwMode="auto">
              <a:xfrm>
                <a:off x="5137" y="2202"/>
                <a:ext cx="68" cy="31"/>
              </a:xfrm>
              <a:custGeom>
                <a:avLst/>
                <a:gdLst>
                  <a:gd name="T0" fmla="*/ 31 w 33"/>
                  <a:gd name="T1" fmla="*/ 7 h 15"/>
                  <a:gd name="T2" fmla="*/ 14 w 33"/>
                  <a:gd name="T3" fmla="*/ 0 h 15"/>
                  <a:gd name="T4" fmla="*/ 2 w 33"/>
                  <a:gd name="T5" fmla="*/ 7 h 15"/>
                  <a:gd name="T6" fmla="*/ 20 w 33"/>
                  <a:gd name="T7" fmla="*/ 15 h 15"/>
                  <a:gd name="T8" fmla="*/ 31 w 33"/>
                  <a:gd name="T9" fmla="*/ 7 h 15"/>
                </a:gdLst>
                <a:ahLst/>
                <a:cxnLst>
                  <a:cxn ang="0">
                    <a:pos x="T0" y="T1"/>
                  </a:cxn>
                  <a:cxn ang="0">
                    <a:pos x="T2" y="T3"/>
                  </a:cxn>
                  <a:cxn ang="0">
                    <a:pos x="T4" y="T5"/>
                  </a:cxn>
                  <a:cxn ang="0">
                    <a:pos x="T6" y="T7"/>
                  </a:cxn>
                  <a:cxn ang="0">
                    <a:pos x="T8" y="T9"/>
                  </a:cxn>
                </a:cxnLst>
                <a:rect l="0" t="0" r="r" b="b"/>
                <a:pathLst>
                  <a:path w="33" h="15">
                    <a:moveTo>
                      <a:pt x="31" y="7"/>
                    </a:moveTo>
                    <a:cubicBezTo>
                      <a:pt x="30" y="3"/>
                      <a:pt x="22" y="0"/>
                      <a:pt x="14" y="0"/>
                    </a:cubicBezTo>
                    <a:cubicBezTo>
                      <a:pt x="6" y="0"/>
                      <a:pt x="0" y="3"/>
                      <a:pt x="2" y="7"/>
                    </a:cubicBezTo>
                    <a:cubicBezTo>
                      <a:pt x="4" y="11"/>
                      <a:pt x="11" y="15"/>
                      <a:pt x="20" y="15"/>
                    </a:cubicBezTo>
                    <a:cubicBezTo>
                      <a:pt x="28" y="15"/>
                      <a:pt x="33"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37" name="Freeform 298"/>
              <p:cNvSpPr>
                <a:spLocks/>
              </p:cNvSpPr>
              <p:nvPr/>
            </p:nvSpPr>
            <p:spPr bwMode="auto">
              <a:xfrm>
                <a:off x="5211" y="2202"/>
                <a:ext cx="68" cy="31"/>
              </a:xfrm>
              <a:custGeom>
                <a:avLst/>
                <a:gdLst>
                  <a:gd name="T0" fmla="*/ 31 w 33"/>
                  <a:gd name="T1" fmla="*/ 7 h 15"/>
                  <a:gd name="T2" fmla="*/ 14 w 33"/>
                  <a:gd name="T3" fmla="*/ 0 h 15"/>
                  <a:gd name="T4" fmla="*/ 2 w 33"/>
                  <a:gd name="T5" fmla="*/ 7 h 15"/>
                  <a:gd name="T6" fmla="*/ 20 w 33"/>
                  <a:gd name="T7" fmla="*/ 15 h 15"/>
                  <a:gd name="T8" fmla="*/ 31 w 33"/>
                  <a:gd name="T9" fmla="*/ 7 h 15"/>
                </a:gdLst>
                <a:ahLst/>
                <a:cxnLst>
                  <a:cxn ang="0">
                    <a:pos x="T0" y="T1"/>
                  </a:cxn>
                  <a:cxn ang="0">
                    <a:pos x="T2" y="T3"/>
                  </a:cxn>
                  <a:cxn ang="0">
                    <a:pos x="T4" y="T5"/>
                  </a:cxn>
                  <a:cxn ang="0">
                    <a:pos x="T6" y="T7"/>
                  </a:cxn>
                  <a:cxn ang="0">
                    <a:pos x="T8" y="T9"/>
                  </a:cxn>
                </a:cxnLst>
                <a:rect l="0" t="0" r="r" b="b"/>
                <a:pathLst>
                  <a:path w="33" h="15">
                    <a:moveTo>
                      <a:pt x="31" y="7"/>
                    </a:moveTo>
                    <a:cubicBezTo>
                      <a:pt x="30" y="3"/>
                      <a:pt x="22" y="0"/>
                      <a:pt x="14" y="0"/>
                    </a:cubicBezTo>
                    <a:cubicBezTo>
                      <a:pt x="6" y="0"/>
                      <a:pt x="0" y="3"/>
                      <a:pt x="2" y="7"/>
                    </a:cubicBezTo>
                    <a:cubicBezTo>
                      <a:pt x="4" y="11"/>
                      <a:pt x="12" y="15"/>
                      <a:pt x="20" y="15"/>
                    </a:cubicBezTo>
                    <a:cubicBezTo>
                      <a:pt x="28" y="15"/>
                      <a:pt x="33"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38" name="Freeform 299"/>
              <p:cNvSpPr>
                <a:spLocks/>
              </p:cNvSpPr>
              <p:nvPr/>
            </p:nvSpPr>
            <p:spPr bwMode="auto">
              <a:xfrm>
                <a:off x="5285" y="2202"/>
                <a:ext cx="68" cy="31"/>
              </a:xfrm>
              <a:custGeom>
                <a:avLst/>
                <a:gdLst>
                  <a:gd name="T0" fmla="*/ 31 w 33"/>
                  <a:gd name="T1" fmla="*/ 7 h 15"/>
                  <a:gd name="T2" fmla="*/ 14 w 33"/>
                  <a:gd name="T3" fmla="*/ 0 h 15"/>
                  <a:gd name="T4" fmla="*/ 2 w 33"/>
                  <a:gd name="T5" fmla="*/ 7 h 15"/>
                  <a:gd name="T6" fmla="*/ 20 w 33"/>
                  <a:gd name="T7" fmla="*/ 15 h 15"/>
                  <a:gd name="T8" fmla="*/ 31 w 33"/>
                  <a:gd name="T9" fmla="*/ 7 h 15"/>
                </a:gdLst>
                <a:ahLst/>
                <a:cxnLst>
                  <a:cxn ang="0">
                    <a:pos x="T0" y="T1"/>
                  </a:cxn>
                  <a:cxn ang="0">
                    <a:pos x="T2" y="T3"/>
                  </a:cxn>
                  <a:cxn ang="0">
                    <a:pos x="T4" y="T5"/>
                  </a:cxn>
                  <a:cxn ang="0">
                    <a:pos x="T6" y="T7"/>
                  </a:cxn>
                  <a:cxn ang="0">
                    <a:pos x="T8" y="T9"/>
                  </a:cxn>
                </a:cxnLst>
                <a:rect l="0" t="0" r="r" b="b"/>
                <a:pathLst>
                  <a:path w="33" h="15">
                    <a:moveTo>
                      <a:pt x="31" y="7"/>
                    </a:moveTo>
                    <a:cubicBezTo>
                      <a:pt x="30" y="3"/>
                      <a:pt x="22" y="0"/>
                      <a:pt x="14" y="0"/>
                    </a:cubicBezTo>
                    <a:cubicBezTo>
                      <a:pt x="6" y="0"/>
                      <a:pt x="0" y="3"/>
                      <a:pt x="2" y="7"/>
                    </a:cubicBezTo>
                    <a:cubicBezTo>
                      <a:pt x="4" y="11"/>
                      <a:pt x="12" y="15"/>
                      <a:pt x="20" y="15"/>
                    </a:cubicBezTo>
                    <a:cubicBezTo>
                      <a:pt x="28" y="15"/>
                      <a:pt x="33"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39" name="Freeform 300"/>
              <p:cNvSpPr>
                <a:spLocks/>
              </p:cNvSpPr>
              <p:nvPr/>
            </p:nvSpPr>
            <p:spPr bwMode="auto">
              <a:xfrm>
                <a:off x="5359" y="2202"/>
                <a:ext cx="69" cy="31"/>
              </a:xfrm>
              <a:custGeom>
                <a:avLst/>
                <a:gdLst>
                  <a:gd name="T0" fmla="*/ 32 w 33"/>
                  <a:gd name="T1" fmla="*/ 7 h 15"/>
                  <a:gd name="T2" fmla="*/ 14 w 33"/>
                  <a:gd name="T3" fmla="*/ 0 h 15"/>
                  <a:gd name="T4" fmla="*/ 2 w 33"/>
                  <a:gd name="T5" fmla="*/ 7 h 15"/>
                  <a:gd name="T6" fmla="*/ 20 w 33"/>
                  <a:gd name="T7" fmla="*/ 15 h 15"/>
                  <a:gd name="T8" fmla="*/ 32 w 33"/>
                  <a:gd name="T9" fmla="*/ 7 h 15"/>
                </a:gdLst>
                <a:ahLst/>
                <a:cxnLst>
                  <a:cxn ang="0">
                    <a:pos x="T0" y="T1"/>
                  </a:cxn>
                  <a:cxn ang="0">
                    <a:pos x="T2" y="T3"/>
                  </a:cxn>
                  <a:cxn ang="0">
                    <a:pos x="T4" y="T5"/>
                  </a:cxn>
                  <a:cxn ang="0">
                    <a:pos x="T6" y="T7"/>
                  </a:cxn>
                  <a:cxn ang="0">
                    <a:pos x="T8" y="T9"/>
                  </a:cxn>
                </a:cxnLst>
                <a:rect l="0" t="0" r="r" b="b"/>
                <a:pathLst>
                  <a:path w="33" h="15">
                    <a:moveTo>
                      <a:pt x="32" y="7"/>
                    </a:moveTo>
                    <a:cubicBezTo>
                      <a:pt x="30" y="3"/>
                      <a:pt x="22" y="0"/>
                      <a:pt x="14" y="0"/>
                    </a:cubicBezTo>
                    <a:cubicBezTo>
                      <a:pt x="5" y="0"/>
                      <a:pt x="0" y="3"/>
                      <a:pt x="2" y="7"/>
                    </a:cubicBezTo>
                    <a:cubicBezTo>
                      <a:pt x="4" y="11"/>
                      <a:pt x="12" y="15"/>
                      <a:pt x="20" y="15"/>
                    </a:cubicBezTo>
                    <a:cubicBezTo>
                      <a:pt x="28" y="15"/>
                      <a:pt x="33"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40" name="Freeform 301"/>
              <p:cNvSpPr>
                <a:spLocks/>
              </p:cNvSpPr>
              <p:nvPr/>
            </p:nvSpPr>
            <p:spPr bwMode="auto">
              <a:xfrm>
                <a:off x="5434" y="2202"/>
                <a:ext cx="68" cy="31"/>
              </a:xfrm>
              <a:custGeom>
                <a:avLst/>
                <a:gdLst>
                  <a:gd name="T0" fmla="*/ 32 w 33"/>
                  <a:gd name="T1" fmla="*/ 7 h 15"/>
                  <a:gd name="T2" fmla="*/ 13 w 33"/>
                  <a:gd name="T3" fmla="*/ 0 h 15"/>
                  <a:gd name="T4" fmla="*/ 2 w 33"/>
                  <a:gd name="T5" fmla="*/ 7 h 15"/>
                  <a:gd name="T6" fmla="*/ 20 w 33"/>
                  <a:gd name="T7" fmla="*/ 15 h 15"/>
                  <a:gd name="T8" fmla="*/ 32 w 33"/>
                  <a:gd name="T9" fmla="*/ 7 h 15"/>
                </a:gdLst>
                <a:ahLst/>
                <a:cxnLst>
                  <a:cxn ang="0">
                    <a:pos x="T0" y="T1"/>
                  </a:cxn>
                  <a:cxn ang="0">
                    <a:pos x="T2" y="T3"/>
                  </a:cxn>
                  <a:cxn ang="0">
                    <a:pos x="T4" y="T5"/>
                  </a:cxn>
                  <a:cxn ang="0">
                    <a:pos x="T6" y="T7"/>
                  </a:cxn>
                  <a:cxn ang="0">
                    <a:pos x="T8" y="T9"/>
                  </a:cxn>
                </a:cxnLst>
                <a:rect l="0" t="0" r="r" b="b"/>
                <a:pathLst>
                  <a:path w="33" h="15">
                    <a:moveTo>
                      <a:pt x="32" y="7"/>
                    </a:moveTo>
                    <a:cubicBezTo>
                      <a:pt x="30" y="3"/>
                      <a:pt x="22" y="0"/>
                      <a:pt x="13" y="0"/>
                    </a:cubicBezTo>
                    <a:cubicBezTo>
                      <a:pt x="5" y="0"/>
                      <a:pt x="0" y="3"/>
                      <a:pt x="2" y="7"/>
                    </a:cubicBezTo>
                    <a:cubicBezTo>
                      <a:pt x="4" y="11"/>
                      <a:pt x="12" y="15"/>
                      <a:pt x="20" y="15"/>
                    </a:cubicBezTo>
                    <a:cubicBezTo>
                      <a:pt x="28" y="15"/>
                      <a:pt x="33"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41" name="Freeform 302"/>
              <p:cNvSpPr>
                <a:spLocks/>
              </p:cNvSpPr>
              <p:nvPr/>
            </p:nvSpPr>
            <p:spPr bwMode="auto">
              <a:xfrm>
                <a:off x="5508" y="2202"/>
                <a:ext cx="70" cy="31"/>
              </a:xfrm>
              <a:custGeom>
                <a:avLst/>
                <a:gdLst>
                  <a:gd name="T0" fmla="*/ 32 w 34"/>
                  <a:gd name="T1" fmla="*/ 7 h 15"/>
                  <a:gd name="T2" fmla="*/ 13 w 34"/>
                  <a:gd name="T3" fmla="*/ 0 h 15"/>
                  <a:gd name="T4" fmla="*/ 2 w 34"/>
                  <a:gd name="T5" fmla="*/ 7 h 15"/>
                  <a:gd name="T6" fmla="*/ 20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30" y="3"/>
                      <a:pt x="21" y="0"/>
                      <a:pt x="13" y="0"/>
                    </a:cubicBezTo>
                    <a:cubicBezTo>
                      <a:pt x="5" y="0"/>
                      <a:pt x="0" y="3"/>
                      <a:pt x="2" y="7"/>
                    </a:cubicBezTo>
                    <a:cubicBezTo>
                      <a:pt x="4" y="11"/>
                      <a:pt x="12" y="15"/>
                      <a:pt x="20" y="15"/>
                    </a:cubicBezTo>
                    <a:cubicBezTo>
                      <a:pt x="29" y="15"/>
                      <a:pt x="34"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42" name="Freeform 303"/>
              <p:cNvSpPr>
                <a:spLocks/>
              </p:cNvSpPr>
              <p:nvPr/>
            </p:nvSpPr>
            <p:spPr bwMode="auto">
              <a:xfrm>
                <a:off x="5582" y="2202"/>
                <a:ext cx="70" cy="31"/>
              </a:xfrm>
              <a:custGeom>
                <a:avLst/>
                <a:gdLst>
                  <a:gd name="T0" fmla="*/ 32 w 34"/>
                  <a:gd name="T1" fmla="*/ 7 h 15"/>
                  <a:gd name="T2" fmla="*/ 13 w 34"/>
                  <a:gd name="T3" fmla="*/ 0 h 15"/>
                  <a:gd name="T4" fmla="*/ 2 w 34"/>
                  <a:gd name="T5" fmla="*/ 7 h 15"/>
                  <a:gd name="T6" fmla="*/ 21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30" y="3"/>
                      <a:pt x="21" y="0"/>
                      <a:pt x="13" y="0"/>
                    </a:cubicBezTo>
                    <a:cubicBezTo>
                      <a:pt x="5" y="0"/>
                      <a:pt x="0" y="3"/>
                      <a:pt x="2" y="7"/>
                    </a:cubicBezTo>
                    <a:cubicBezTo>
                      <a:pt x="4" y="11"/>
                      <a:pt x="12" y="15"/>
                      <a:pt x="21" y="15"/>
                    </a:cubicBezTo>
                    <a:cubicBezTo>
                      <a:pt x="29" y="15"/>
                      <a:pt x="34"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43" name="Freeform 304"/>
              <p:cNvSpPr>
                <a:spLocks/>
              </p:cNvSpPr>
              <p:nvPr/>
            </p:nvSpPr>
            <p:spPr bwMode="auto">
              <a:xfrm>
                <a:off x="5657" y="2202"/>
                <a:ext cx="70" cy="31"/>
              </a:xfrm>
              <a:custGeom>
                <a:avLst/>
                <a:gdLst>
                  <a:gd name="T0" fmla="*/ 32 w 34"/>
                  <a:gd name="T1" fmla="*/ 7 h 15"/>
                  <a:gd name="T2" fmla="*/ 13 w 34"/>
                  <a:gd name="T3" fmla="*/ 0 h 15"/>
                  <a:gd name="T4" fmla="*/ 2 w 34"/>
                  <a:gd name="T5" fmla="*/ 7 h 15"/>
                  <a:gd name="T6" fmla="*/ 21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30" y="3"/>
                      <a:pt x="21" y="0"/>
                      <a:pt x="13" y="0"/>
                    </a:cubicBezTo>
                    <a:cubicBezTo>
                      <a:pt x="5" y="0"/>
                      <a:pt x="0" y="3"/>
                      <a:pt x="2" y="7"/>
                    </a:cubicBezTo>
                    <a:cubicBezTo>
                      <a:pt x="4" y="11"/>
                      <a:pt x="13" y="15"/>
                      <a:pt x="21" y="15"/>
                    </a:cubicBezTo>
                    <a:cubicBezTo>
                      <a:pt x="29" y="15"/>
                      <a:pt x="34"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44" name="Freeform 305"/>
              <p:cNvSpPr>
                <a:spLocks/>
              </p:cNvSpPr>
              <p:nvPr/>
            </p:nvSpPr>
            <p:spPr bwMode="auto">
              <a:xfrm>
                <a:off x="4177" y="2239"/>
                <a:ext cx="64" cy="31"/>
              </a:xfrm>
              <a:custGeom>
                <a:avLst/>
                <a:gdLst>
                  <a:gd name="T0" fmla="*/ 31 w 31"/>
                  <a:gd name="T1" fmla="*/ 7 h 15"/>
                  <a:gd name="T2" fmla="*/ 15 w 31"/>
                  <a:gd name="T3" fmla="*/ 0 h 15"/>
                  <a:gd name="T4" fmla="*/ 1 w 31"/>
                  <a:gd name="T5" fmla="*/ 7 h 15"/>
                  <a:gd name="T6" fmla="*/ 17 w 31"/>
                  <a:gd name="T7" fmla="*/ 15 h 15"/>
                  <a:gd name="T8" fmla="*/ 31 w 31"/>
                  <a:gd name="T9" fmla="*/ 7 h 15"/>
                </a:gdLst>
                <a:ahLst/>
                <a:cxnLst>
                  <a:cxn ang="0">
                    <a:pos x="T0" y="T1"/>
                  </a:cxn>
                  <a:cxn ang="0">
                    <a:pos x="T2" y="T3"/>
                  </a:cxn>
                  <a:cxn ang="0">
                    <a:pos x="T4" y="T5"/>
                  </a:cxn>
                  <a:cxn ang="0">
                    <a:pos x="T6" y="T7"/>
                  </a:cxn>
                  <a:cxn ang="0">
                    <a:pos x="T8" y="T9"/>
                  </a:cxn>
                </a:cxnLst>
                <a:rect l="0" t="0" r="r" b="b"/>
                <a:pathLst>
                  <a:path w="31" h="15">
                    <a:moveTo>
                      <a:pt x="31" y="7"/>
                    </a:moveTo>
                    <a:cubicBezTo>
                      <a:pt x="30" y="3"/>
                      <a:pt x="23" y="0"/>
                      <a:pt x="15" y="0"/>
                    </a:cubicBezTo>
                    <a:cubicBezTo>
                      <a:pt x="7" y="0"/>
                      <a:pt x="0" y="3"/>
                      <a:pt x="1" y="7"/>
                    </a:cubicBezTo>
                    <a:cubicBezTo>
                      <a:pt x="2" y="12"/>
                      <a:pt x="9" y="15"/>
                      <a:pt x="17" y="15"/>
                    </a:cubicBezTo>
                    <a:cubicBezTo>
                      <a:pt x="25" y="15"/>
                      <a:pt x="31" y="12"/>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45" name="Freeform 306"/>
              <p:cNvSpPr>
                <a:spLocks/>
              </p:cNvSpPr>
              <p:nvPr/>
            </p:nvSpPr>
            <p:spPr bwMode="auto">
              <a:xfrm>
                <a:off x="4254" y="2239"/>
                <a:ext cx="64" cy="31"/>
              </a:xfrm>
              <a:custGeom>
                <a:avLst/>
                <a:gdLst>
                  <a:gd name="T0" fmla="*/ 30 w 31"/>
                  <a:gd name="T1" fmla="*/ 7 h 15"/>
                  <a:gd name="T2" fmla="*/ 14 w 31"/>
                  <a:gd name="T3" fmla="*/ 0 h 15"/>
                  <a:gd name="T4" fmla="*/ 0 w 31"/>
                  <a:gd name="T5" fmla="*/ 7 h 15"/>
                  <a:gd name="T6" fmla="*/ 16 w 31"/>
                  <a:gd name="T7" fmla="*/ 15 h 15"/>
                  <a:gd name="T8" fmla="*/ 30 w 31"/>
                  <a:gd name="T9" fmla="*/ 7 h 15"/>
                </a:gdLst>
                <a:ahLst/>
                <a:cxnLst>
                  <a:cxn ang="0">
                    <a:pos x="T0" y="T1"/>
                  </a:cxn>
                  <a:cxn ang="0">
                    <a:pos x="T2" y="T3"/>
                  </a:cxn>
                  <a:cxn ang="0">
                    <a:pos x="T4" y="T5"/>
                  </a:cxn>
                  <a:cxn ang="0">
                    <a:pos x="T6" y="T7"/>
                  </a:cxn>
                  <a:cxn ang="0">
                    <a:pos x="T8" y="T9"/>
                  </a:cxn>
                </a:cxnLst>
                <a:rect l="0" t="0" r="r" b="b"/>
                <a:pathLst>
                  <a:path w="31" h="15">
                    <a:moveTo>
                      <a:pt x="30" y="7"/>
                    </a:moveTo>
                    <a:cubicBezTo>
                      <a:pt x="29" y="3"/>
                      <a:pt x="22" y="0"/>
                      <a:pt x="14" y="0"/>
                    </a:cubicBezTo>
                    <a:cubicBezTo>
                      <a:pt x="6" y="0"/>
                      <a:pt x="0" y="3"/>
                      <a:pt x="0" y="7"/>
                    </a:cubicBezTo>
                    <a:cubicBezTo>
                      <a:pt x="1" y="12"/>
                      <a:pt x="8" y="15"/>
                      <a:pt x="16" y="15"/>
                    </a:cubicBezTo>
                    <a:cubicBezTo>
                      <a:pt x="25" y="15"/>
                      <a:pt x="31" y="12"/>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46" name="Freeform 307"/>
              <p:cNvSpPr>
                <a:spLocks/>
              </p:cNvSpPr>
              <p:nvPr/>
            </p:nvSpPr>
            <p:spPr bwMode="auto">
              <a:xfrm>
                <a:off x="4328" y="2239"/>
                <a:ext cx="64" cy="31"/>
              </a:xfrm>
              <a:custGeom>
                <a:avLst/>
                <a:gdLst>
                  <a:gd name="T0" fmla="*/ 30 w 31"/>
                  <a:gd name="T1" fmla="*/ 7 h 15"/>
                  <a:gd name="T2" fmla="*/ 14 w 31"/>
                  <a:gd name="T3" fmla="*/ 0 h 15"/>
                  <a:gd name="T4" fmla="*/ 1 w 31"/>
                  <a:gd name="T5" fmla="*/ 7 h 15"/>
                  <a:gd name="T6" fmla="*/ 17 w 31"/>
                  <a:gd name="T7" fmla="*/ 15 h 15"/>
                  <a:gd name="T8" fmla="*/ 30 w 31"/>
                  <a:gd name="T9" fmla="*/ 7 h 15"/>
                </a:gdLst>
                <a:ahLst/>
                <a:cxnLst>
                  <a:cxn ang="0">
                    <a:pos x="T0" y="T1"/>
                  </a:cxn>
                  <a:cxn ang="0">
                    <a:pos x="T2" y="T3"/>
                  </a:cxn>
                  <a:cxn ang="0">
                    <a:pos x="T4" y="T5"/>
                  </a:cxn>
                  <a:cxn ang="0">
                    <a:pos x="T6" y="T7"/>
                  </a:cxn>
                  <a:cxn ang="0">
                    <a:pos x="T8" y="T9"/>
                  </a:cxn>
                </a:cxnLst>
                <a:rect l="0" t="0" r="r" b="b"/>
                <a:pathLst>
                  <a:path w="31" h="15">
                    <a:moveTo>
                      <a:pt x="30" y="7"/>
                    </a:moveTo>
                    <a:cubicBezTo>
                      <a:pt x="30" y="3"/>
                      <a:pt x="22" y="0"/>
                      <a:pt x="14" y="0"/>
                    </a:cubicBezTo>
                    <a:cubicBezTo>
                      <a:pt x="6" y="0"/>
                      <a:pt x="0" y="3"/>
                      <a:pt x="1" y="7"/>
                    </a:cubicBezTo>
                    <a:cubicBezTo>
                      <a:pt x="1" y="12"/>
                      <a:pt x="9" y="15"/>
                      <a:pt x="17" y="15"/>
                    </a:cubicBezTo>
                    <a:cubicBezTo>
                      <a:pt x="25" y="15"/>
                      <a:pt x="31" y="12"/>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47" name="Freeform 308"/>
              <p:cNvSpPr>
                <a:spLocks/>
              </p:cNvSpPr>
              <p:nvPr/>
            </p:nvSpPr>
            <p:spPr bwMode="auto">
              <a:xfrm>
                <a:off x="4402" y="2239"/>
                <a:ext cx="66" cy="31"/>
              </a:xfrm>
              <a:custGeom>
                <a:avLst/>
                <a:gdLst>
                  <a:gd name="T0" fmla="*/ 31 w 32"/>
                  <a:gd name="T1" fmla="*/ 7 h 15"/>
                  <a:gd name="T2" fmla="*/ 14 w 32"/>
                  <a:gd name="T3" fmla="*/ 0 h 15"/>
                  <a:gd name="T4" fmla="*/ 1 w 32"/>
                  <a:gd name="T5" fmla="*/ 7 h 15"/>
                  <a:gd name="T6" fmla="*/ 17 w 32"/>
                  <a:gd name="T7" fmla="*/ 15 h 15"/>
                  <a:gd name="T8" fmla="*/ 31 w 32"/>
                  <a:gd name="T9" fmla="*/ 7 h 15"/>
                </a:gdLst>
                <a:ahLst/>
                <a:cxnLst>
                  <a:cxn ang="0">
                    <a:pos x="T0" y="T1"/>
                  </a:cxn>
                  <a:cxn ang="0">
                    <a:pos x="T2" y="T3"/>
                  </a:cxn>
                  <a:cxn ang="0">
                    <a:pos x="T4" y="T5"/>
                  </a:cxn>
                  <a:cxn ang="0">
                    <a:pos x="T6" y="T7"/>
                  </a:cxn>
                  <a:cxn ang="0">
                    <a:pos x="T8" y="T9"/>
                  </a:cxn>
                </a:cxnLst>
                <a:rect l="0" t="0" r="r" b="b"/>
                <a:pathLst>
                  <a:path w="32" h="15">
                    <a:moveTo>
                      <a:pt x="31" y="7"/>
                    </a:moveTo>
                    <a:cubicBezTo>
                      <a:pt x="30" y="3"/>
                      <a:pt x="23" y="0"/>
                      <a:pt x="14" y="0"/>
                    </a:cubicBezTo>
                    <a:cubicBezTo>
                      <a:pt x="6" y="0"/>
                      <a:pt x="0" y="3"/>
                      <a:pt x="1" y="7"/>
                    </a:cubicBezTo>
                    <a:cubicBezTo>
                      <a:pt x="2" y="12"/>
                      <a:pt x="9" y="15"/>
                      <a:pt x="17" y="15"/>
                    </a:cubicBezTo>
                    <a:cubicBezTo>
                      <a:pt x="26" y="15"/>
                      <a:pt x="32" y="12"/>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48" name="Freeform 309"/>
              <p:cNvSpPr>
                <a:spLocks/>
              </p:cNvSpPr>
              <p:nvPr/>
            </p:nvSpPr>
            <p:spPr bwMode="auto">
              <a:xfrm>
                <a:off x="4478" y="2239"/>
                <a:ext cx="64" cy="31"/>
              </a:xfrm>
              <a:custGeom>
                <a:avLst/>
                <a:gdLst>
                  <a:gd name="T0" fmla="*/ 30 w 31"/>
                  <a:gd name="T1" fmla="*/ 7 h 15"/>
                  <a:gd name="T2" fmla="*/ 14 w 31"/>
                  <a:gd name="T3" fmla="*/ 0 h 15"/>
                  <a:gd name="T4" fmla="*/ 0 w 31"/>
                  <a:gd name="T5" fmla="*/ 7 h 15"/>
                  <a:gd name="T6" fmla="*/ 17 w 31"/>
                  <a:gd name="T7" fmla="*/ 15 h 15"/>
                  <a:gd name="T8" fmla="*/ 30 w 31"/>
                  <a:gd name="T9" fmla="*/ 7 h 15"/>
                </a:gdLst>
                <a:ahLst/>
                <a:cxnLst>
                  <a:cxn ang="0">
                    <a:pos x="T0" y="T1"/>
                  </a:cxn>
                  <a:cxn ang="0">
                    <a:pos x="T2" y="T3"/>
                  </a:cxn>
                  <a:cxn ang="0">
                    <a:pos x="T4" y="T5"/>
                  </a:cxn>
                  <a:cxn ang="0">
                    <a:pos x="T6" y="T7"/>
                  </a:cxn>
                  <a:cxn ang="0">
                    <a:pos x="T8" y="T9"/>
                  </a:cxn>
                </a:cxnLst>
                <a:rect l="0" t="0" r="r" b="b"/>
                <a:pathLst>
                  <a:path w="31" h="15">
                    <a:moveTo>
                      <a:pt x="30" y="7"/>
                    </a:moveTo>
                    <a:cubicBezTo>
                      <a:pt x="29" y="3"/>
                      <a:pt x="22" y="0"/>
                      <a:pt x="14" y="0"/>
                    </a:cubicBezTo>
                    <a:cubicBezTo>
                      <a:pt x="6" y="0"/>
                      <a:pt x="0" y="3"/>
                      <a:pt x="0" y="7"/>
                    </a:cubicBezTo>
                    <a:cubicBezTo>
                      <a:pt x="1" y="12"/>
                      <a:pt x="9" y="15"/>
                      <a:pt x="17" y="15"/>
                    </a:cubicBezTo>
                    <a:cubicBezTo>
                      <a:pt x="25" y="15"/>
                      <a:pt x="31" y="12"/>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49" name="Freeform 310"/>
              <p:cNvSpPr>
                <a:spLocks/>
              </p:cNvSpPr>
              <p:nvPr/>
            </p:nvSpPr>
            <p:spPr bwMode="auto">
              <a:xfrm>
                <a:off x="4553" y="2239"/>
                <a:ext cx="66" cy="31"/>
              </a:xfrm>
              <a:custGeom>
                <a:avLst/>
                <a:gdLst>
                  <a:gd name="T0" fmla="*/ 31 w 32"/>
                  <a:gd name="T1" fmla="*/ 7 h 15"/>
                  <a:gd name="T2" fmla="*/ 14 w 32"/>
                  <a:gd name="T3" fmla="*/ 0 h 15"/>
                  <a:gd name="T4" fmla="*/ 1 w 32"/>
                  <a:gd name="T5" fmla="*/ 7 h 15"/>
                  <a:gd name="T6" fmla="*/ 17 w 32"/>
                  <a:gd name="T7" fmla="*/ 15 h 15"/>
                  <a:gd name="T8" fmla="*/ 31 w 32"/>
                  <a:gd name="T9" fmla="*/ 7 h 15"/>
                </a:gdLst>
                <a:ahLst/>
                <a:cxnLst>
                  <a:cxn ang="0">
                    <a:pos x="T0" y="T1"/>
                  </a:cxn>
                  <a:cxn ang="0">
                    <a:pos x="T2" y="T3"/>
                  </a:cxn>
                  <a:cxn ang="0">
                    <a:pos x="T4" y="T5"/>
                  </a:cxn>
                  <a:cxn ang="0">
                    <a:pos x="T6" y="T7"/>
                  </a:cxn>
                  <a:cxn ang="0">
                    <a:pos x="T8" y="T9"/>
                  </a:cxn>
                </a:cxnLst>
                <a:rect l="0" t="0" r="r" b="b"/>
                <a:pathLst>
                  <a:path w="32" h="15">
                    <a:moveTo>
                      <a:pt x="31" y="7"/>
                    </a:moveTo>
                    <a:cubicBezTo>
                      <a:pt x="30" y="3"/>
                      <a:pt x="22" y="0"/>
                      <a:pt x="14" y="0"/>
                    </a:cubicBezTo>
                    <a:cubicBezTo>
                      <a:pt x="6" y="0"/>
                      <a:pt x="0" y="3"/>
                      <a:pt x="1" y="7"/>
                    </a:cubicBezTo>
                    <a:cubicBezTo>
                      <a:pt x="2" y="12"/>
                      <a:pt x="9" y="15"/>
                      <a:pt x="17" y="15"/>
                    </a:cubicBezTo>
                    <a:cubicBezTo>
                      <a:pt x="26" y="15"/>
                      <a:pt x="32" y="12"/>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50" name="Freeform 311"/>
              <p:cNvSpPr>
                <a:spLocks/>
              </p:cNvSpPr>
              <p:nvPr/>
            </p:nvSpPr>
            <p:spPr bwMode="auto">
              <a:xfrm>
                <a:off x="4627" y="2239"/>
                <a:ext cx="66" cy="31"/>
              </a:xfrm>
              <a:custGeom>
                <a:avLst/>
                <a:gdLst>
                  <a:gd name="T0" fmla="*/ 31 w 32"/>
                  <a:gd name="T1" fmla="*/ 7 h 15"/>
                  <a:gd name="T2" fmla="*/ 14 w 32"/>
                  <a:gd name="T3" fmla="*/ 0 h 15"/>
                  <a:gd name="T4" fmla="*/ 1 w 32"/>
                  <a:gd name="T5" fmla="*/ 7 h 15"/>
                  <a:gd name="T6" fmla="*/ 18 w 32"/>
                  <a:gd name="T7" fmla="*/ 15 h 15"/>
                  <a:gd name="T8" fmla="*/ 31 w 32"/>
                  <a:gd name="T9" fmla="*/ 7 h 15"/>
                </a:gdLst>
                <a:ahLst/>
                <a:cxnLst>
                  <a:cxn ang="0">
                    <a:pos x="T0" y="T1"/>
                  </a:cxn>
                  <a:cxn ang="0">
                    <a:pos x="T2" y="T3"/>
                  </a:cxn>
                  <a:cxn ang="0">
                    <a:pos x="T4" y="T5"/>
                  </a:cxn>
                  <a:cxn ang="0">
                    <a:pos x="T6" y="T7"/>
                  </a:cxn>
                  <a:cxn ang="0">
                    <a:pos x="T8" y="T9"/>
                  </a:cxn>
                </a:cxnLst>
                <a:rect l="0" t="0" r="r" b="b"/>
                <a:pathLst>
                  <a:path w="32" h="15">
                    <a:moveTo>
                      <a:pt x="31" y="7"/>
                    </a:moveTo>
                    <a:cubicBezTo>
                      <a:pt x="30" y="3"/>
                      <a:pt x="22" y="0"/>
                      <a:pt x="14" y="0"/>
                    </a:cubicBezTo>
                    <a:cubicBezTo>
                      <a:pt x="6" y="0"/>
                      <a:pt x="0" y="3"/>
                      <a:pt x="1" y="7"/>
                    </a:cubicBezTo>
                    <a:cubicBezTo>
                      <a:pt x="2" y="12"/>
                      <a:pt x="10" y="15"/>
                      <a:pt x="18" y="15"/>
                    </a:cubicBezTo>
                    <a:cubicBezTo>
                      <a:pt x="26" y="15"/>
                      <a:pt x="32" y="12"/>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51" name="Freeform 312"/>
              <p:cNvSpPr>
                <a:spLocks/>
              </p:cNvSpPr>
              <p:nvPr/>
            </p:nvSpPr>
            <p:spPr bwMode="auto">
              <a:xfrm>
                <a:off x="4703" y="2239"/>
                <a:ext cx="64" cy="31"/>
              </a:xfrm>
              <a:custGeom>
                <a:avLst/>
                <a:gdLst>
                  <a:gd name="T0" fmla="*/ 30 w 31"/>
                  <a:gd name="T1" fmla="*/ 7 h 15"/>
                  <a:gd name="T2" fmla="*/ 13 w 31"/>
                  <a:gd name="T3" fmla="*/ 0 h 15"/>
                  <a:gd name="T4" fmla="*/ 1 w 31"/>
                  <a:gd name="T5" fmla="*/ 7 h 15"/>
                  <a:gd name="T6" fmla="*/ 18 w 31"/>
                  <a:gd name="T7" fmla="*/ 15 h 15"/>
                  <a:gd name="T8" fmla="*/ 30 w 31"/>
                  <a:gd name="T9" fmla="*/ 7 h 15"/>
                </a:gdLst>
                <a:ahLst/>
                <a:cxnLst>
                  <a:cxn ang="0">
                    <a:pos x="T0" y="T1"/>
                  </a:cxn>
                  <a:cxn ang="0">
                    <a:pos x="T2" y="T3"/>
                  </a:cxn>
                  <a:cxn ang="0">
                    <a:pos x="T4" y="T5"/>
                  </a:cxn>
                  <a:cxn ang="0">
                    <a:pos x="T6" y="T7"/>
                  </a:cxn>
                  <a:cxn ang="0">
                    <a:pos x="T8" y="T9"/>
                  </a:cxn>
                </a:cxnLst>
                <a:rect l="0" t="0" r="r" b="b"/>
                <a:pathLst>
                  <a:path w="31" h="15">
                    <a:moveTo>
                      <a:pt x="30" y="7"/>
                    </a:moveTo>
                    <a:cubicBezTo>
                      <a:pt x="29" y="3"/>
                      <a:pt x="22" y="0"/>
                      <a:pt x="13" y="0"/>
                    </a:cubicBezTo>
                    <a:cubicBezTo>
                      <a:pt x="5" y="0"/>
                      <a:pt x="0" y="3"/>
                      <a:pt x="1" y="7"/>
                    </a:cubicBezTo>
                    <a:cubicBezTo>
                      <a:pt x="2" y="12"/>
                      <a:pt x="9" y="15"/>
                      <a:pt x="18" y="15"/>
                    </a:cubicBezTo>
                    <a:cubicBezTo>
                      <a:pt x="26" y="15"/>
                      <a:pt x="31" y="12"/>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52" name="Freeform 313"/>
              <p:cNvSpPr>
                <a:spLocks/>
              </p:cNvSpPr>
              <p:nvPr/>
            </p:nvSpPr>
            <p:spPr bwMode="auto">
              <a:xfrm>
                <a:off x="4778" y="2239"/>
                <a:ext cx="66" cy="31"/>
              </a:xfrm>
              <a:custGeom>
                <a:avLst/>
                <a:gdLst>
                  <a:gd name="T0" fmla="*/ 31 w 32"/>
                  <a:gd name="T1" fmla="*/ 7 h 15"/>
                  <a:gd name="T2" fmla="*/ 14 w 32"/>
                  <a:gd name="T3" fmla="*/ 0 h 15"/>
                  <a:gd name="T4" fmla="*/ 1 w 32"/>
                  <a:gd name="T5" fmla="*/ 7 h 15"/>
                  <a:gd name="T6" fmla="*/ 18 w 32"/>
                  <a:gd name="T7" fmla="*/ 15 h 15"/>
                  <a:gd name="T8" fmla="*/ 31 w 32"/>
                  <a:gd name="T9" fmla="*/ 7 h 15"/>
                </a:gdLst>
                <a:ahLst/>
                <a:cxnLst>
                  <a:cxn ang="0">
                    <a:pos x="T0" y="T1"/>
                  </a:cxn>
                  <a:cxn ang="0">
                    <a:pos x="T2" y="T3"/>
                  </a:cxn>
                  <a:cxn ang="0">
                    <a:pos x="T4" y="T5"/>
                  </a:cxn>
                  <a:cxn ang="0">
                    <a:pos x="T6" y="T7"/>
                  </a:cxn>
                  <a:cxn ang="0">
                    <a:pos x="T8" y="T9"/>
                  </a:cxn>
                </a:cxnLst>
                <a:rect l="0" t="0" r="r" b="b"/>
                <a:pathLst>
                  <a:path w="32" h="15">
                    <a:moveTo>
                      <a:pt x="31" y="7"/>
                    </a:moveTo>
                    <a:cubicBezTo>
                      <a:pt x="29" y="3"/>
                      <a:pt x="22" y="0"/>
                      <a:pt x="14" y="0"/>
                    </a:cubicBezTo>
                    <a:cubicBezTo>
                      <a:pt x="5" y="0"/>
                      <a:pt x="0" y="3"/>
                      <a:pt x="1" y="7"/>
                    </a:cubicBezTo>
                    <a:cubicBezTo>
                      <a:pt x="2" y="12"/>
                      <a:pt x="10" y="15"/>
                      <a:pt x="18" y="15"/>
                    </a:cubicBezTo>
                    <a:cubicBezTo>
                      <a:pt x="26" y="15"/>
                      <a:pt x="32" y="12"/>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53" name="Freeform 314"/>
              <p:cNvSpPr>
                <a:spLocks/>
              </p:cNvSpPr>
              <p:nvPr/>
            </p:nvSpPr>
            <p:spPr bwMode="auto">
              <a:xfrm>
                <a:off x="4852" y="2239"/>
                <a:ext cx="66" cy="31"/>
              </a:xfrm>
              <a:custGeom>
                <a:avLst/>
                <a:gdLst>
                  <a:gd name="T0" fmla="*/ 31 w 32"/>
                  <a:gd name="T1" fmla="*/ 7 h 15"/>
                  <a:gd name="T2" fmla="*/ 14 w 32"/>
                  <a:gd name="T3" fmla="*/ 0 h 15"/>
                  <a:gd name="T4" fmla="*/ 1 w 32"/>
                  <a:gd name="T5" fmla="*/ 7 h 15"/>
                  <a:gd name="T6" fmla="*/ 19 w 32"/>
                  <a:gd name="T7" fmla="*/ 15 h 15"/>
                  <a:gd name="T8" fmla="*/ 31 w 32"/>
                  <a:gd name="T9" fmla="*/ 7 h 15"/>
                </a:gdLst>
                <a:ahLst/>
                <a:cxnLst>
                  <a:cxn ang="0">
                    <a:pos x="T0" y="T1"/>
                  </a:cxn>
                  <a:cxn ang="0">
                    <a:pos x="T2" y="T3"/>
                  </a:cxn>
                  <a:cxn ang="0">
                    <a:pos x="T4" y="T5"/>
                  </a:cxn>
                  <a:cxn ang="0">
                    <a:pos x="T6" y="T7"/>
                  </a:cxn>
                  <a:cxn ang="0">
                    <a:pos x="T8" y="T9"/>
                  </a:cxn>
                </a:cxnLst>
                <a:rect l="0" t="0" r="r" b="b"/>
                <a:pathLst>
                  <a:path w="32" h="15">
                    <a:moveTo>
                      <a:pt x="31" y="7"/>
                    </a:moveTo>
                    <a:cubicBezTo>
                      <a:pt x="30" y="3"/>
                      <a:pt x="22" y="0"/>
                      <a:pt x="14" y="0"/>
                    </a:cubicBezTo>
                    <a:cubicBezTo>
                      <a:pt x="6" y="0"/>
                      <a:pt x="0" y="3"/>
                      <a:pt x="1" y="7"/>
                    </a:cubicBezTo>
                    <a:cubicBezTo>
                      <a:pt x="3" y="12"/>
                      <a:pt x="10" y="15"/>
                      <a:pt x="19" y="15"/>
                    </a:cubicBezTo>
                    <a:cubicBezTo>
                      <a:pt x="27" y="15"/>
                      <a:pt x="32" y="12"/>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54" name="Freeform 315"/>
              <p:cNvSpPr>
                <a:spLocks/>
              </p:cNvSpPr>
              <p:nvPr/>
            </p:nvSpPr>
            <p:spPr bwMode="auto">
              <a:xfrm>
                <a:off x="4926" y="2239"/>
                <a:ext cx="68" cy="31"/>
              </a:xfrm>
              <a:custGeom>
                <a:avLst/>
                <a:gdLst>
                  <a:gd name="T0" fmla="*/ 31 w 33"/>
                  <a:gd name="T1" fmla="*/ 7 h 15"/>
                  <a:gd name="T2" fmla="*/ 14 w 33"/>
                  <a:gd name="T3" fmla="*/ 0 h 15"/>
                  <a:gd name="T4" fmla="*/ 2 w 33"/>
                  <a:gd name="T5" fmla="*/ 7 h 15"/>
                  <a:gd name="T6" fmla="*/ 19 w 33"/>
                  <a:gd name="T7" fmla="*/ 15 h 15"/>
                  <a:gd name="T8" fmla="*/ 31 w 33"/>
                  <a:gd name="T9" fmla="*/ 7 h 15"/>
                </a:gdLst>
                <a:ahLst/>
                <a:cxnLst>
                  <a:cxn ang="0">
                    <a:pos x="T0" y="T1"/>
                  </a:cxn>
                  <a:cxn ang="0">
                    <a:pos x="T2" y="T3"/>
                  </a:cxn>
                  <a:cxn ang="0">
                    <a:pos x="T4" y="T5"/>
                  </a:cxn>
                  <a:cxn ang="0">
                    <a:pos x="T6" y="T7"/>
                  </a:cxn>
                  <a:cxn ang="0">
                    <a:pos x="T8" y="T9"/>
                  </a:cxn>
                </a:cxnLst>
                <a:rect l="0" t="0" r="r" b="b"/>
                <a:pathLst>
                  <a:path w="33" h="15">
                    <a:moveTo>
                      <a:pt x="31" y="7"/>
                    </a:moveTo>
                    <a:cubicBezTo>
                      <a:pt x="30" y="3"/>
                      <a:pt x="22" y="0"/>
                      <a:pt x="14" y="0"/>
                    </a:cubicBezTo>
                    <a:cubicBezTo>
                      <a:pt x="6" y="0"/>
                      <a:pt x="0" y="3"/>
                      <a:pt x="2" y="7"/>
                    </a:cubicBezTo>
                    <a:cubicBezTo>
                      <a:pt x="3" y="12"/>
                      <a:pt x="11" y="15"/>
                      <a:pt x="19" y="15"/>
                    </a:cubicBezTo>
                    <a:cubicBezTo>
                      <a:pt x="27" y="15"/>
                      <a:pt x="33" y="12"/>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55" name="Freeform 316"/>
              <p:cNvSpPr>
                <a:spLocks/>
              </p:cNvSpPr>
              <p:nvPr/>
            </p:nvSpPr>
            <p:spPr bwMode="auto">
              <a:xfrm>
                <a:off x="5002" y="2239"/>
                <a:ext cx="67" cy="31"/>
              </a:xfrm>
              <a:custGeom>
                <a:avLst/>
                <a:gdLst>
                  <a:gd name="T0" fmla="*/ 31 w 32"/>
                  <a:gd name="T1" fmla="*/ 7 h 15"/>
                  <a:gd name="T2" fmla="*/ 13 w 32"/>
                  <a:gd name="T3" fmla="*/ 0 h 15"/>
                  <a:gd name="T4" fmla="*/ 1 w 32"/>
                  <a:gd name="T5" fmla="*/ 7 h 15"/>
                  <a:gd name="T6" fmla="*/ 19 w 32"/>
                  <a:gd name="T7" fmla="*/ 15 h 15"/>
                  <a:gd name="T8" fmla="*/ 31 w 32"/>
                  <a:gd name="T9" fmla="*/ 7 h 15"/>
                </a:gdLst>
                <a:ahLst/>
                <a:cxnLst>
                  <a:cxn ang="0">
                    <a:pos x="T0" y="T1"/>
                  </a:cxn>
                  <a:cxn ang="0">
                    <a:pos x="T2" y="T3"/>
                  </a:cxn>
                  <a:cxn ang="0">
                    <a:pos x="T4" y="T5"/>
                  </a:cxn>
                  <a:cxn ang="0">
                    <a:pos x="T6" y="T7"/>
                  </a:cxn>
                  <a:cxn ang="0">
                    <a:pos x="T8" y="T9"/>
                  </a:cxn>
                </a:cxnLst>
                <a:rect l="0" t="0" r="r" b="b"/>
                <a:pathLst>
                  <a:path w="32" h="15">
                    <a:moveTo>
                      <a:pt x="31" y="7"/>
                    </a:moveTo>
                    <a:cubicBezTo>
                      <a:pt x="29" y="3"/>
                      <a:pt x="22" y="0"/>
                      <a:pt x="13" y="0"/>
                    </a:cubicBezTo>
                    <a:cubicBezTo>
                      <a:pt x="5" y="0"/>
                      <a:pt x="0" y="3"/>
                      <a:pt x="1" y="7"/>
                    </a:cubicBezTo>
                    <a:cubicBezTo>
                      <a:pt x="3" y="12"/>
                      <a:pt x="10" y="15"/>
                      <a:pt x="19" y="15"/>
                    </a:cubicBezTo>
                    <a:cubicBezTo>
                      <a:pt x="27" y="15"/>
                      <a:pt x="32" y="12"/>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56" name="Freeform 317"/>
              <p:cNvSpPr>
                <a:spLocks/>
              </p:cNvSpPr>
              <p:nvPr/>
            </p:nvSpPr>
            <p:spPr bwMode="auto">
              <a:xfrm>
                <a:off x="5077" y="2239"/>
                <a:ext cx="68" cy="31"/>
              </a:xfrm>
              <a:custGeom>
                <a:avLst/>
                <a:gdLst>
                  <a:gd name="T0" fmla="*/ 31 w 33"/>
                  <a:gd name="T1" fmla="*/ 7 h 15"/>
                  <a:gd name="T2" fmla="*/ 14 w 33"/>
                  <a:gd name="T3" fmla="*/ 0 h 15"/>
                  <a:gd name="T4" fmla="*/ 1 w 33"/>
                  <a:gd name="T5" fmla="*/ 7 h 15"/>
                  <a:gd name="T6" fmla="*/ 19 w 33"/>
                  <a:gd name="T7" fmla="*/ 15 h 15"/>
                  <a:gd name="T8" fmla="*/ 31 w 33"/>
                  <a:gd name="T9" fmla="*/ 7 h 15"/>
                </a:gdLst>
                <a:ahLst/>
                <a:cxnLst>
                  <a:cxn ang="0">
                    <a:pos x="T0" y="T1"/>
                  </a:cxn>
                  <a:cxn ang="0">
                    <a:pos x="T2" y="T3"/>
                  </a:cxn>
                  <a:cxn ang="0">
                    <a:pos x="T4" y="T5"/>
                  </a:cxn>
                  <a:cxn ang="0">
                    <a:pos x="T6" y="T7"/>
                  </a:cxn>
                  <a:cxn ang="0">
                    <a:pos x="T8" y="T9"/>
                  </a:cxn>
                </a:cxnLst>
                <a:rect l="0" t="0" r="r" b="b"/>
                <a:pathLst>
                  <a:path w="33" h="15">
                    <a:moveTo>
                      <a:pt x="31" y="7"/>
                    </a:moveTo>
                    <a:cubicBezTo>
                      <a:pt x="30" y="3"/>
                      <a:pt x="22" y="0"/>
                      <a:pt x="14" y="0"/>
                    </a:cubicBezTo>
                    <a:cubicBezTo>
                      <a:pt x="5" y="0"/>
                      <a:pt x="0" y="3"/>
                      <a:pt x="1" y="7"/>
                    </a:cubicBezTo>
                    <a:cubicBezTo>
                      <a:pt x="3" y="12"/>
                      <a:pt x="11" y="15"/>
                      <a:pt x="19" y="15"/>
                    </a:cubicBezTo>
                    <a:cubicBezTo>
                      <a:pt x="27" y="15"/>
                      <a:pt x="33" y="12"/>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57" name="Freeform 318"/>
              <p:cNvSpPr>
                <a:spLocks/>
              </p:cNvSpPr>
              <p:nvPr/>
            </p:nvSpPr>
            <p:spPr bwMode="auto">
              <a:xfrm>
                <a:off x="5151" y="2239"/>
                <a:ext cx="68" cy="31"/>
              </a:xfrm>
              <a:custGeom>
                <a:avLst/>
                <a:gdLst>
                  <a:gd name="T0" fmla="*/ 32 w 33"/>
                  <a:gd name="T1" fmla="*/ 7 h 15"/>
                  <a:gd name="T2" fmla="*/ 14 w 33"/>
                  <a:gd name="T3" fmla="*/ 0 h 15"/>
                  <a:gd name="T4" fmla="*/ 2 w 33"/>
                  <a:gd name="T5" fmla="*/ 7 h 15"/>
                  <a:gd name="T6" fmla="*/ 20 w 33"/>
                  <a:gd name="T7" fmla="*/ 15 h 15"/>
                  <a:gd name="T8" fmla="*/ 32 w 33"/>
                  <a:gd name="T9" fmla="*/ 7 h 15"/>
                </a:gdLst>
                <a:ahLst/>
                <a:cxnLst>
                  <a:cxn ang="0">
                    <a:pos x="T0" y="T1"/>
                  </a:cxn>
                  <a:cxn ang="0">
                    <a:pos x="T2" y="T3"/>
                  </a:cxn>
                  <a:cxn ang="0">
                    <a:pos x="T4" y="T5"/>
                  </a:cxn>
                  <a:cxn ang="0">
                    <a:pos x="T6" y="T7"/>
                  </a:cxn>
                  <a:cxn ang="0">
                    <a:pos x="T8" y="T9"/>
                  </a:cxn>
                </a:cxnLst>
                <a:rect l="0" t="0" r="r" b="b"/>
                <a:pathLst>
                  <a:path w="33" h="15">
                    <a:moveTo>
                      <a:pt x="32" y="7"/>
                    </a:moveTo>
                    <a:cubicBezTo>
                      <a:pt x="30" y="3"/>
                      <a:pt x="22" y="0"/>
                      <a:pt x="14" y="0"/>
                    </a:cubicBezTo>
                    <a:cubicBezTo>
                      <a:pt x="6" y="0"/>
                      <a:pt x="0" y="3"/>
                      <a:pt x="2" y="7"/>
                    </a:cubicBezTo>
                    <a:cubicBezTo>
                      <a:pt x="3" y="12"/>
                      <a:pt x="11" y="15"/>
                      <a:pt x="20" y="15"/>
                    </a:cubicBezTo>
                    <a:cubicBezTo>
                      <a:pt x="28" y="15"/>
                      <a:pt x="33" y="12"/>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58" name="Freeform 319"/>
              <p:cNvSpPr>
                <a:spLocks/>
              </p:cNvSpPr>
              <p:nvPr/>
            </p:nvSpPr>
            <p:spPr bwMode="auto">
              <a:xfrm>
                <a:off x="5227" y="2239"/>
                <a:ext cx="68" cy="31"/>
              </a:xfrm>
              <a:custGeom>
                <a:avLst/>
                <a:gdLst>
                  <a:gd name="T0" fmla="*/ 31 w 33"/>
                  <a:gd name="T1" fmla="*/ 7 h 15"/>
                  <a:gd name="T2" fmla="*/ 13 w 33"/>
                  <a:gd name="T3" fmla="*/ 0 h 15"/>
                  <a:gd name="T4" fmla="*/ 1 w 33"/>
                  <a:gd name="T5" fmla="*/ 7 h 15"/>
                  <a:gd name="T6" fmla="*/ 19 w 33"/>
                  <a:gd name="T7" fmla="*/ 15 h 15"/>
                  <a:gd name="T8" fmla="*/ 31 w 33"/>
                  <a:gd name="T9" fmla="*/ 7 h 15"/>
                </a:gdLst>
                <a:ahLst/>
                <a:cxnLst>
                  <a:cxn ang="0">
                    <a:pos x="T0" y="T1"/>
                  </a:cxn>
                  <a:cxn ang="0">
                    <a:pos x="T2" y="T3"/>
                  </a:cxn>
                  <a:cxn ang="0">
                    <a:pos x="T4" y="T5"/>
                  </a:cxn>
                  <a:cxn ang="0">
                    <a:pos x="T6" y="T7"/>
                  </a:cxn>
                  <a:cxn ang="0">
                    <a:pos x="T8" y="T9"/>
                  </a:cxn>
                </a:cxnLst>
                <a:rect l="0" t="0" r="r" b="b"/>
                <a:pathLst>
                  <a:path w="33" h="15">
                    <a:moveTo>
                      <a:pt x="31" y="7"/>
                    </a:moveTo>
                    <a:cubicBezTo>
                      <a:pt x="29" y="3"/>
                      <a:pt x="21" y="0"/>
                      <a:pt x="13" y="0"/>
                    </a:cubicBezTo>
                    <a:cubicBezTo>
                      <a:pt x="5" y="0"/>
                      <a:pt x="0" y="3"/>
                      <a:pt x="1" y="7"/>
                    </a:cubicBezTo>
                    <a:cubicBezTo>
                      <a:pt x="3" y="12"/>
                      <a:pt x="11" y="15"/>
                      <a:pt x="19" y="15"/>
                    </a:cubicBezTo>
                    <a:cubicBezTo>
                      <a:pt x="27" y="15"/>
                      <a:pt x="33" y="12"/>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59" name="Freeform 320"/>
              <p:cNvSpPr>
                <a:spLocks/>
              </p:cNvSpPr>
              <p:nvPr/>
            </p:nvSpPr>
            <p:spPr bwMode="auto">
              <a:xfrm>
                <a:off x="5302" y="2239"/>
                <a:ext cx="68" cy="31"/>
              </a:xfrm>
              <a:custGeom>
                <a:avLst/>
                <a:gdLst>
                  <a:gd name="T0" fmla="*/ 31 w 33"/>
                  <a:gd name="T1" fmla="*/ 7 h 15"/>
                  <a:gd name="T2" fmla="*/ 13 w 33"/>
                  <a:gd name="T3" fmla="*/ 0 h 15"/>
                  <a:gd name="T4" fmla="*/ 2 w 33"/>
                  <a:gd name="T5" fmla="*/ 7 h 15"/>
                  <a:gd name="T6" fmla="*/ 20 w 33"/>
                  <a:gd name="T7" fmla="*/ 15 h 15"/>
                  <a:gd name="T8" fmla="*/ 31 w 33"/>
                  <a:gd name="T9" fmla="*/ 7 h 15"/>
                </a:gdLst>
                <a:ahLst/>
                <a:cxnLst>
                  <a:cxn ang="0">
                    <a:pos x="T0" y="T1"/>
                  </a:cxn>
                  <a:cxn ang="0">
                    <a:pos x="T2" y="T3"/>
                  </a:cxn>
                  <a:cxn ang="0">
                    <a:pos x="T4" y="T5"/>
                  </a:cxn>
                  <a:cxn ang="0">
                    <a:pos x="T6" y="T7"/>
                  </a:cxn>
                  <a:cxn ang="0">
                    <a:pos x="T8" y="T9"/>
                  </a:cxn>
                </a:cxnLst>
                <a:rect l="0" t="0" r="r" b="b"/>
                <a:pathLst>
                  <a:path w="33" h="15">
                    <a:moveTo>
                      <a:pt x="31" y="7"/>
                    </a:moveTo>
                    <a:cubicBezTo>
                      <a:pt x="30" y="3"/>
                      <a:pt x="21" y="0"/>
                      <a:pt x="13" y="0"/>
                    </a:cubicBezTo>
                    <a:cubicBezTo>
                      <a:pt x="5" y="0"/>
                      <a:pt x="0" y="3"/>
                      <a:pt x="2" y="7"/>
                    </a:cubicBezTo>
                    <a:cubicBezTo>
                      <a:pt x="3" y="12"/>
                      <a:pt x="11" y="15"/>
                      <a:pt x="20" y="15"/>
                    </a:cubicBezTo>
                    <a:cubicBezTo>
                      <a:pt x="28" y="15"/>
                      <a:pt x="33" y="12"/>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60" name="Freeform 321"/>
              <p:cNvSpPr>
                <a:spLocks/>
              </p:cNvSpPr>
              <p:nvPr/>
            </p:nvSpPr>
            <p:spPr bwMode="auto">
              <a:xfrm>
                <a:off x="5376" y="2239"/>
                <a:ext cx="70" cy="31"/>
              </a:xfrm>
              <a:custGeom>
                <a:avLst/>
                <a:gdLst>
                  <a:gd name="T0" fmla="*/ 32 w 34"/>
                  <a:gd name="T1" fmla="*/ 7 h 15"/>
                  <a:gd name="T2" fmla="*/ 14 w 34"/>
                  <a:gd name="T3" fmla="*/ 0 h 15"/>
                  <a:gd name="T4" fmla="*/ 2 w 34"/>
                  <a:gd name="T5" fmla="*/ 7 h 15"/>
                  <a:gd name="T6" fmla="*/ 20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30" y="3"/>
                      <a:pt x="22" y="0"/>
                      <a:pt x="14" y="0"/>
                    </a:cubicBezTo>
                    <a:cubicBezTo>
                      <a:pt x="5" y="0"/>
                      <a:pt x="0" y="3"/>
                      <a:pt x="2" y="7"/>
                    </a:cubicBezTo>
                    <a:cubicBezTo>
                      <a:pt x="4" y="12"/>
                      <a:pt x="12" y="15"/>
                      <a:pt x="20" y="15"/>
                    </a:cubicBezTo>
                    <a:cubicBezTo>
                      <a:pt x="28" y="15"/>
                      <a:pt x="34" y="12"/>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61" name="Freeform 322"/>
              <p:cNvSpPr>
                <a:spLocks/>
              </p:cNvSpPr>
              <p:nvPr/>
            </p:nvSpPr>
            <p:spPr bwMode="auto">
              <a:xfrm>
                <a:off x="5452" y="2239"/>
                <a:ext cx="68" cy="31"/>
              </a:xfrm>
              <a:custGeom>
                <a:avLst/>
                <a:gdLst>
                  <a:gd name="T0" fmla="*/ 31 w 33"/>
                  <a:gd name="T1" fmla="*/ 7 h 15"/>
                  <a:gd name="T2" fmla="*/ 13 w 33"/>
                  <a:gd name="T3" fmla="*/ 0 h 15"/>
                  <a:gd name="T4" fmla="*/ 1 w 33"/>
                  <a:gd name="T5" fmla="*/ 7 h 15"/>
                  <a:gd name="T6" fmla="*/ 20 w 33"/>
                  <a:gd name="T7" fmla="*/ 15 h 15"/>
                  <a:gd name="T8" fmla="*/ 31 w 33"/>
                  <a:gd name="T9" fmla="*/ 7 h 15"/>
                </a:gdLst>
                <a:ahLst/>
                <a:cxnLst>
                  <a:cxn ang="0">
                    <a:pos x="T0" y="T1"/>
                  </a:cxn>
                  <a:cxn ang="0">
                    <a:pos x="T2" y="T3"/>
                  </a:cxn>
                  <a:cxn ang="0">
                    <a:pos x="T4" y="T5"/>
                  </a:cxn>
                  <a:cxn ang="0">
                    <a:pos x="T6" y="T7"/>
                  </a:cxn>
                  <a:cxn ang="0">
                    <a:pos x="T8" y="T9"/>
                  </a:cxn>
                </a:cxnLst>
                <a:rect l="0" t="0" r="r" b="b"/>
                <a:pathLst>
                  <a:path w="33" h="15">
                    <a:moveTo>
                      <a:pt x="31" y="7"/>
                    </a:moveTo>
                    <a:cubicBezTo>
                      <a:pt x="29" y="3"/>
                      <a:pt x="21" y="0"/>
                      <a:pt x="13" y="0"/>
                    </a:cubicBezTo>
                    <a:cubicBezTo>
                      <a:pt x="5" y="0"/>
                      <a:pt x="0" y="3"/>
                      <a:pt x="1" y="7"/>
                    </a:cubicBezTo>
                    <a:cubicBezTo>
                      <a:pt x="3" y="12"/>
                      <a:pt x="11" y="15"/>
                      <a:pt x="20" y="15"/>
                    </a:cubicBezTo>
                    <a:cubicBezTo>
                      <a:pt x="28" y="15"/>
                      <a:pt x="33" y="12"/>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62" name="Freeform 323"/>
              <p:cNvSpPr>
                <a:spLocks/>
              </p:cNvSpPr>
              <p:nvPr/>
            </p:nvSpPr>
            <p:spPr bwMode="auto">
              <a:xfrm>
                <a:off x="5527" y="2239"/>
                <a:ext cx="70" cy="31"/>
              </a:xfrm>
              <a:custGeom>
                <a:avLst/>
                <a:gdLst>
                  <a:gd name="T0" fmla="*/ 31 w 34"/>
                  <a:gd name="T1" fmla="*/ 7 h 15"/>
                  <a:gd name="T2" fmla="*/ 13 w 34"/>
                  <a:gd name="T3" fmla="*/ 0 h 15"/>
                  <a:gd name="T4" fmla="*/ 2 w 34"/>
                  <a:gd name="T5" fmla="*/ 7 h 15"/>
                  <a:gd name="T6" fmla="*/ 20 w 34"/>
                  <a:gd name="T7" fmla="*/ 15 h 15"/>
                  <a:gd name="T8" fmla="*/ 31 w 34"/>
                  <a:gd name="T9" fmla="*/ 7 h 15"/>
                </a:gdLst>
                <a:ahLst/>
                <a:cxnLst>
                  <a:cxn ang="0">
                    <a:pos x="T0" y="T1"/>
                  </a:cxn>
                  <a:cxn ang="0">
                    <a:pos x="T2" y="T3"/>
                  </a:cxn>
                  <a:cxn ang="0">
                    <a:pos x="T4" y="T5"/>
                  </a:cxn>
                  <a:cxn ang="0">
                    <a:pos x="T6" y="T7"/>
                  </a:cxn>
                  <a:cxn ang="0">
                    <a:pos x="T8" y="T9"/>
                  </a:cxn>
                </a:cxnLst>
                <a:rect l="0" t="0" r="r" b="b"/>
                <a:pathLst>
                  <a:path w="34" h="15">
                    <a:moveTo>
                      <a:pt x="31" y="7"/>
                    </a:moveTo>
                    <a:cubicBezTo>
                      <a:pt x="29" y="3"/>
                      <a:pt x="21" y="0"/>
                      <a:pt x="13" y="0"/>
                    </a:cubicBezTo>
                    <a:cubicBezTo>
                      <a:pt x="5" y="0"/>
                      <a:pt x="0" y="3"/>
                      <a:pt x="2" y="7"/>
                    </a:cubicBezTo>
                    <a:cubicBezTo>
                      <a:pt x="4" y="12"/>
                      <a:pt x="12" y="15"/>
                      <a:pt x="20" y="15"/>
                    </a:cubicBezTo>
                    <a:cubicBezTo>
                      <a:pt x="28" y="15"/>
                      <a:pt x="34" y="12"/>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63" name="Freeform 324"/>
              <p:cNvSpPr>
                <a:spLocks/>
              </p:cNvSpPr>
              <p:nvPr/>
            </p:nvSpPr>
            <p:spPr bwMode="auto">
              <a:xfrm>
                <a:off x="5601" y="2239"/>
                <a:ext cx="70" cy="31"/>
              </a:xfrm>
              <a:custGeom>
                <a:avLst/>
                <a:gdLst>
                  <a:gd name="T0" fmla="*/ 32 w 34"/>
                  <a:gd name="T1" fmla="*/ 7 h 15"/>
                  <a:gd name="T2" fmla="*/ 13 w 34"/>
                  <a:gd name="T3" fmla="*/ 0 h 15"/>
                  <a:gd name="T4" fmla="*/ 2 w 34"/>
                  <a:gd name="T5" fmla="*/ 7 h 15"/>
                  <a:gd name="T6" fmla="*/ 21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30" y="3"/>
                      <a:pt x="21" y="0"/>
                      <a:pt x="13" y="0"/>
                    </a:cubicBezTo>
                    <a:cubicBezTo>
                      <a:pt x="5" y="0"/>
                      <a:pt x="0" y="3"/>
                      <a:pt x="2" y="7"/>
                    </a:cubicBezTo>
                    <a:cubicBezTo>
                      <a:pt x="4" y="12"/>
                      <a:pt x="13" y="15"/>
                      <a:pt x="21" y="15"/>
                    </a:cubicBezTo>
                    <a:cubicBezTo>
                      <a:pt x="29" y="15"/>
                      <a:pt x="34" y="12"/>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64" name="Freeform 325"/>
              <p:cNvSpPr>
                <a:spLocks/>
              </p:cNvSpPr>
              <p:nvPr/>
            </p:nvSpPr>
            <p:spPr bwMode="auto">
              <a:xfrm>
                <a:off x="5675" y="2239"/>
                <a:ext cx="70" cy="31"/>
              </a:xfrm>
              <a:custGeom>
                <a:avLst/>
                <a:gdLst>
                  <a:gd name="T0" fmla="*/ 32 w 34"/>
                  <a:gd name="T1" fmla="*/ 7 h 15"/>
                  <a:gd name="T2" fmla="*/ 14 w 34"/>
                  <a:gd name="T3" fmla="*/ 0 h 15"/>
                  <a:gd name="T4" fmla="*/ 3 w 34"/>
                  <a:gd name="T5" fmla="*/ 7 h 15"/>
                  <a:gd name="T6" fmla="*/ 21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30" y="3"/>
                      <a:pt x="22" y="0"/>
                      <a:pt x="14" y="0"/>
                    </a:cubicBezTo>
                    <a:cubicBezTo>
                      <a:pt x="5" y="0"/>
                      <a:pt x="0" y="3"/>
                      <a:pt x="3" y="7"/>
                    </a:cubicBezTo>
                    <a:cubicBezTo>
                      <a:pt x="5" y="12"/>
                      <a:pt x="13" y="15"/>
                      <a:pt x="21" y="15"/>
                    </a:cubicBezTo>
                    <a:cubicBezTo>
                      <a:pt x="30" y="15"/>
                      <a:pt x="34" y="12"/>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65" name="Freeform 326"/>
              <p:cNvSpPr>
                <a:spLocks/>
              </p:cNvSpPr>
              <p:nvPr/>
            </p:nvSpPr>
            <p:spPr bwMode="auto">
              <a:xfrm>
                <a:off x="4183" y="2276"/>
                <a:ext cx="64" cy="33"/>
              </a:xfrm>
              <a:custGeom>
                <a:avLst/>
                <a:gdLst>
                  <a:gd name="T0" fmla="*/ 30 w 31"/>
                  <a:gd name="T1" fmla="*/ 8 h 16"/>
                  <a:gd name="T2" fmla="*/ 14 w 31"/>
                  <a:gd name="T3" fmla="*/ 0 h 16"/>
                  <a:gd name="T4" fmla="*/ 0 w 31"/>
                  <a:gd name="T5" fmla="*/ 8 h 16"/>
                  <a:gd name="T6" fmla="*/ 16 w 31"/>
                  <a:gd name="T7" fmla="*/ 16 h 16"/>
                  <a:gd name="T8" fmla="*/ 30 w 31"/>
                  <a:gd name="T9" fmla="*/ 8 h 16"/>
                </a:gdLst>
                <a:ahLst/>
                <a:cxnLst>
                  <a:cxn ang="0">
                    <a:pos x="T0" y="T1"/>
                  </a:cxn>
                  <a:cxn ang="0">
                    <a:pos x="T2" y="T3"/>
                  </a:cxn>
                  <a:cxn ang="0">
                    <a:pos x="T4" y="T5"/>
                  </a:cxn>
                  <a:cxn ang="0">
                    <a:pos x="T6" y="T7"/>
                  </a:cxn>
                  <a:cxn ang="0">
                    <a:pos x="T8" y="T9"/>
                  </a:cxn>
                </a:cxnLst>
                <a:rect l="0" t="0" r="r" b="b"/>
                <a:pathLst>
                  <a:path w="31" h="16">
                    <a:moveTo>
                      <a:pt x="30" y="8"/>
                    </a:moveTo>
                    <a:cubicBezTo>
                      <a:pt x="30" y="4"/>
                      <a:pt x="23" y="0"/>
                      <a:pt x="14" y="0"/>
                    </a:cubicBezTo>
                    <a:cubicBezTo>
                      <a:pt x="6" y="0"/>
                      <a:pt x="0" y="4"/>
                      <a:pt x="0" y="8"/>
                    </a:cubicBezTo>
                    <a:cubicBezTo>
                      <a:pt x="1" y="12"/>
                      <a:pt x="8" y="16"/>
                      <a:pt x="16" y="16"/>
                    </a:cubicBezTo>
                    <a:cubicBezTo>
                      <a:pt x="25" y="16"/>
                      <a:pt x="31" y="12"/>
                      <a:pt x="3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66" name="Freeform 327"/>
              <p:cNvSpPr>
                <a:spLocks/>
              </p:cNvSpPr>
              <p:nvPr/>
            </p:nvSpPr>
            <p:spPr bwMode="auto">
              <a:xfrm>
                <a:off x="4260" y="2276"/>
                <a:ext cx="64" cy="33"/>
              </a:xfrm>
              <a:custGeom>
                <a:avLst/>
                <a:gdLst>
                  <a:gd name="T0" fmla="*/ 30 w 31"/>
                  <a:gd name="T1" fmla="*/ 8 h 16"/>
                  <a:gd name="T2" fmla="*/ 14 w 31"/>
                  <a:gd name="T3" fmla="*/ 0 h 16"/>
                  <a:gd name="T4" fmla="*/ 0 w 31"/>
                  <a:gd name="T5" fmla="*/ 8 h 16"/>
                  <a:gd name="T6" fmla="*/ 16 w 31"/>
                  <a:gd name="T7" fmla="*/ 16 h 16"/>
                  <a:gd name="T8" fmla="*/ 30 w 31"/>
                  <a:gd name="T9" fmla="*/ 8 h 16"/>
                </a:gdLst>
                <a:ahLst/>
                <a:cxnLst>
                  <a:cxn ang="0">
                    <a:pos x="T0" y="T1"/>
                  </a:cxn>
                  <a:cxn ang="0">
                    <a:pos x="T2" y="T3"/>
                  </a:cxn>
                  <a:cxn ang="0">
                    <a:pos x="T4" y="T5"/>
                  </a:cxn>
                  <a:cxn ang="0">
                    <a:pos x="T6" y="T7"/>
                  </a:cxn>
                  <a:cxn ang="0">
                    <a:pos x="T8" y="T9"/>
                  </a:cxn>
                </a:cxnLst>
                <a:rect l="0" t="0" r="r" b="b"/>
                <a:pathLst>
                  <a:path w="31" h="16">
                    <a:moveTo>
                      <a:pt x="30" y="8"/>
                    </a:moveTo>
                    <a:cubicBezTo>
                      <a:pt x="29" y="4"/>
                      <a:pt x="22" y="0"/>
                      <a:pt x="14" y="0"/>
                    </a:cubicBezTo>
                    <a:cubicBezTo>
                      <a:pt x="6" y="0"/>
                      <a:pt x="0" y="4"/>
                      <a:pt x="0" y="8"/>
                    </a:cubicBezTo>
                    <a:cubicBezTo>
                      <a:pt x="1" y="12"/>
                      <a:pt x="8" y="16"/>
                      <a:pt x="16" y="16"/>
                    </a:cubicBezTo>
                    <a:cubicBezTo>
                      <a:pt x="25" y="16"/>
                      <a:pt x="31" y="12"/>
                      <a:pt x="3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67" name="Freeform 328"/>
              <p:cNvSpPr>
                <a:spLocks/>
              </p:cNvSpPr>
              <p:nvPr/>
            </p:nvSpPr>
            <p:spPr bwMode="auto">
              <a:xfrm>
                <a:off x="4334" y="2276"/>
                <a:ext cx="66" cy="33"/>
              </a:xfrm>
              <a:custGeom>
                <a:avLst/>
                <a:gdLst>
                  <a:gd name="T0" fmla="*/ 31 w 32"/>
                  <a:gd name="T1" fmla="*/ 8 h 16"/>
                  <a:gd name="T2" fmla="*/ 14 w 32"/>
                  <a:gd name="T3" fmla="*/ 0 h 16"/>
                  <a:gd name="T4" fmla="*/ 1 w 32"/>
                  <a:gd name="T5" fmla="*/ 8 h 16"/>
                  <a:gd name="T6" fmla="*/ 17 w 32"/>
                  <a:gd name="T7" fmla="*/ 16 h 16"/>
                  <a:gd name="T8" fmla="*/ 31 w 32"/>
                  <a:gd name="T9" fmla="*/ 8 h 16"/>
                </a:gdLst>
                <a:ahLst/>
                <a:cxnLst>
                  <a:cxn ang="0">
                    <a:pos x="T0" y="T1"/>
                  </a:cxn>
                  <a:cxn ang="0">
                    <a:pos x="T2" y="T3"/>
                  </a:cxn>
                  <a:cxn ang="0">
                    <a:pos x="T4" y="T5"/>
                  </a:cxn>
                  <a:cxn ang="0">
                    <a:pos x="T6" y="T7"/>
                  </a:cxn>
                  <a:cxn ang="0">
                    <a:pos x="T8" y="T9"/>
                  </a:cxn>
                </a:cxnLst>
                <a:rect l="0" t="0" r="r" b="b"/>
                <a:pathLst>
                  <a:path w="32" h="16">
                    <a:moveTo>
                      <a:pt x="31" y="8"/>
                    </a:moveTo>
                    <a:cubicBezTo>
                      <a:pt x="30" y="4"/>
                      <a:pt x="23" y="0"/>
                      <a:pt x="14" y="0"/>
                    </a:cubicBezTo>
                    <a:cubicBezTo>
                      <a:pt x="6" y="0"/>
                      <a:pt x="0" y="4"/>
                      <a:pt x="1" y="8"/>
                    </a:cubicBezTo>
                    <a:cubicBezTo>
                      <a:pt x="2" y="12"/>
                      <a:pt x="9" y="16"/>
                      <a:pt x="17" y="16"/>
                    </a:cubicBezTo>
                    <a:cubicBezTo>
                      <a:pt x="26" y="16"/>
                      <a:pt x="32" y="12"/>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68" name="Freeform 329"/>
              <p:cNvSpPr>
                <a:spLocks/>
              </p:cNvSpPr>
              <p:nvPr/>
            </p:nvSpPr>
            <p:spPr bwMode="auto">
              <a:xfrm>
                <a:off x="4410" y="2276"/>
                <a:ext cx="64" cy="33"/>
              </a:xfrm>
              <a:custGeom>
                <a:avLst/>
                <a:gdLst>
                  <a:gd name="T0" fmla="*/ 31 w 31"/>
                  <a:gd name="T1" fmla="*/ 8 h 16"/>
                  <a:gd name="T2" fmla="*/ 14 w 31"/>
                  <a:gd name="T3" fmla="*/ 0 h 16"/>
                  <a:gd name="T4" fmla="*/ 1 w 31"/>
                  <a:gd name="T5" fmla="*/ 8 h 16"/>
                  <a:gd name="T6" fmla="*/ 17 w 31"/>
                  <a:gd name="T7" fmla="*/ 16 h 16"/>
                  <a:gd name="T8" fmla="*/ 31 w 31"/>
                  <a:gd name="T9" fmla="*/ 8 h 16"/>
                </a:gdLst>
                <a:ahLst/>
                <a:cxnLst>
                  <a:cxn ang="0">
                    <a:pos x="T0" y="T1"/>
                  </a:cxn>
                  <a:cxn ang="0">
                    <a:pos x="T2" y="T3"/>
                  </a:cxn>
                  <a:cxn ang="0">
                    <a:pos x="T4" y="T5"/>
                  </a:cxn>
                  <a:cxn ang="0">
                    <a:pos x="T6" y="T7"/>
                  </a:cxn>
                  <a:cxn ang="0">
                    <a:pos x="T8" y="T9"/>
                  </a:cxn>
                </a:cxnLst>
                <a:rect l="0" t="0" r="r" b="b"/>
                <a:pathLst>
                  <a:path w="31" h="16">
                    <a:moveTo>
                      <a:pt x="31" y="8"/>
                    </a:moveTo>
                    <a:cubicBezTo>
                      <a:pt x="30" y="4"/>
                      <a:pt x="22" y="0"/>
                      <a:pt x="14" y="0"/>
                    </a:cubicBezTo>
                    <a:cubicBezTo>
                      <a:pt x="6" y="0"/>
                      <a:pt x="0" y="4"/>
                      <a:pt x="1" y="8"/>
                    </a:cubicBezTo>
                    <a:cubicBezTo>
                      <a:pt x="1" y="12"/>
                      <a:pt x="9" y="16"/>
                      <a:pt x="17" y="16"/>
                    </a:cubicBezTo>
                    <a:cubicBezTo>
                      <a:pt x="25" y="16"/>
                      <a:pt x="31" y="12"/>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69" name="Freeform 330"/>
              <p:cNvSpPr>
                <a:spLocks/>
              </p:cNvSpPr>
              <p:nvPr/>
            </p:nvSpPr>
            <p:spPr bwMode="auto">
              <a:xfrm>
                <a:off x="4485" y="2276"/>
                <a:ext cx="66" cy="33"/>
              </a:xfrm>
              <a:custGeom>
                <a:avLst/>
                <a:gdLst>
                  <a:gd name="T0" fmla="*/ 31 w 32"/>
                  <a:gd name="T1" fmla="*/ 8 h 16"/>
                  <a:gd name="T2" fmla="*/ 15 w 32"/>
                  <a:gd name="T3" fmla="*/ 0 h 16"/>
                  <a:gd name="T4" fmla="*/ 1 w 32"/>
                  <a:gd name="T5" fmla="*/ 8 h 16"/>
                  <a:gd name="T6" fmla="*/ 18 w 32"/>
                  <a:gd name="T7" fmla="*/ 16 h 16"/>
                  <a:gd name="T8" fmla="*/ 31 w 32"/>
                  <a:gd name="T9" fmla="*/ 8 h 16"/>
                </a:gdLst>
                <a:ahLst/>
                <a:cxnLst>
                  <a:cxn ang="0">
                    <a:pos x="T0" y="T1"/>
                  </a:cxn>
                  <a:cxn ang="0">
                    <a:pos x="T2" y="T3"/>
                  </a:cxn>
                  <a:cxn ang="0">
                    <a:pos x="T4" y="T5"/>
                  </a:cxn>
                  <a:cxn ang="0">
                    <a:pos x="T6" y="T7"/>
                  </a:cxn>
                  <a:cxn ang="0">
                    <a:pos x="T8" y="T9"/>
                  </a:cxn>
                </a:cxnLst>
                <a:rect l="0" t="0" r="r" b="b"/>
                <a:pathLst>
                  <a:path w="32" h="16">
                    <a:moveTo>
                      <a:pt x="31" y="8"/>
                    </a:moveTo>
                    <a:cubicBezTo>
                      <a:pt x="30" y="4"/>
                      <a:pt x="23" y="0"/>
                      <a:pt x="15" y="0"/>
                    </a:cubicBezTo>
                    <a:cubicBezTo>
                      <a:pt x="6" y="0"/>
                      <a:pt x="0" y="4"/>
                      <a:pt x="1" y="8"/>
                    </a:cubicBezTo>
                    <a:cubicBezTo>
                      <a:pt x="2" y="12"/>
                      <a:pt x="10" y="16"/>
                      <a:pt x="18" y="16"/>
                    </a:cubicBezTo>
                    <a:cubicBezTo>
                      <a:pt x="26" y="16"/>
                      <a:pt x="32" y="12"/>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70" name="Freeform 331"/>
              <p:cNvSpPr>
                <a:spLocks/>
              </p:cNvSpPr>
              <p:nvPr/>
            </p:nvSpPr>
            <p:spPr bwMode="auto">
              <a:xfrm>
                <a:off x="4561" y="2276"/>
                <a:ext cx="66" cy="33"/>
              </a:xfrm>
              <a:custGeom>
                <a:avLst/>
                <a:gdLst>
                  <a:gd name="T0" fmla="*/ 31 w 32"/>
                  <a:gd name="T1" fmla="*/ 8 h 16"/>
                  <a:gd name="T2" fmla="*/ 14 w 32"/>
                  <a:gd name="T3" fmla="*/ 0 h 16"/>
                  <a:gd name="T4" fmla="*/ 1 w 32"/>
                  <a:gd name="T5" fmla="*/ 8 h 16"/>
                  <a:gd name="T6" fmla="*/ 18 w 32"/>
                  <a:gd name="T7" fmla="*/ 16 h 16"/>
                  <a:gd name="T8" fmla="*/ 31 w 32"/>
                  <a:gd name="T9" fmla="*/ 8 h 16"/>
                </a:gdLst>
                <a:ahLst/>
                <a:cxnLst>
                  <a:cxn ang="0">
                    <a:pos x="T0" y="T1"/>
                  </a:cxn>
                  <a:cxn ang="0">
                    <a:pos x="T2" y="T3"/>
                  </a:cxn>
                  <a:cxn ang="0">
                    <a:pos x="T4" y="T5"/>
                  </a:cxn>
                  <a:cxn ang="0">
                    <a:pos x="T6" y="T7"/>
                  </a:cxn>
                  <a:cxn ang="0">
                    <a:pos x="T8" y="T9"/>
                  </a:cxn>
                </a:cxnLst>
                <a:rect l="0" t="0" r="r" b="b"/>
                <a:pathLst>
                  <a:path w="32" h="16">
                    <a:moveTo>
                      <a:pt x="31" y="8"/>
                    </a:moveTo>
                    <a:cubicBezTo>
                      <a:pt x="30" y="4"/>
                      <a:pt x="22" y="0"/>
                      <a:pt x="14" y="0"/>
                    </a:cubicBezTo>
                    <a:cubicBezTo>
                      <a:pt x="6" y="0"/>
                      <a:pt x="0" y="4"/>
                      <a:pt x="1" y="8"/>
                    </a:cubicBezTo>
                    <a:cubicBezTo>
                      <a:pt x="2" y="12"/>
                      <a:pt x="10" y="16"/>
                      <a:pt x="18" y="16"/>
                    </a:cubicBezTo>
                    <a:cubicBezTo>
                      <a:pt x="26" y="16"/>
                      <a:pt x="32" y="12"/>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71" name="Freeform 332"/>
              <p:cNvSpPr>
                <a:spLocks/>
              </p:cNvSpPr>
              <p:nvPr/>
            </p:nvSpPr>
            <p:spPr bwMode="auto">
              <a:xfrm>
                <a:off x="4637" y="2276"/>
                <a:ext cx="66" cy="33"/>
              </a:xfrm>
              <a:custGeom>
                <a:avLst/>
                <a:gdLst>
                  <a:gd name="T0" fmla="*/ 31 w 32"/>
                  <a:gd name="T1" fmla="*/ 8 h 16"/>
                  <a:gd name="T2" fmla="*/ 14 w 32"/>
                  <a:gd name="T3" fmla="*/ 0 h 16"/>
                  <a:gd name="T4" fmla="*/ 1 w 32"/>
                  <a:gd name="T5" fmla="*/ 8 h 16"/>
                  <a:gd name="T6" fmla="*/ 18 w 32"/>
                  <a:gd name="T7" fmla="*/ 16 h 16"/>
                  <a:gd name="T8" fmla="*/ 31 w 32"/>
                  <a:gd name="T9" fmla="*/ 8 h 16"/>
                </a:gdLst>
                <a:ahLst/>
                <a:cxnLst>
                  <a:cxn ang="0">
                    <a:pos x="T0" y="T1"/>
                  </a:cxn>
                  <a:cxn ang="0">
                    <a:pos x="T2" y="T3"/>
                  </a:cxn>
                  <a:cxn ang="0">
                    <a:pos x="T4" y="T5"/>
                  </a:cxn>
                  <a:cxn ang="0">
                    <a:pos x="T6" y="T7"/>
                  </a:cxn>
                  <a:cxn ang="0">
                    <a:pos x="T8" y="T9"/>
                  </a:cxn>
                </a:cxnLst>
                <a:rect l="0" t="0" r="r" b="b"/>
                <a:pathLst>
                  <a:path w="32" h="16">
                    <a:moveTo>
                      <a:pt x="31" y="8"/>
                    </a:moveTo>
                    <a:cubicBezTo>
                      <a:pt x="30" y="4"/>
                      <a:pt x="22" y="0"/>
                      <a:pt x="14" y="0"/>
                    </a:cubicBezTo>
                    <a:cubicBezTo>
                      <a:pt x="6" y="0"/>
                      <a:pt x="0" y="4"/>
                      <a:pt x="1" y="8"/>
                    </a:cubicBezTo>
                    <a:cubicBezTo>
                      <a:pt x="2" y="12"/>
                      <a:pt x="9" y="16"/>
                      <a:pt x="18" y="16"/>
                    </a:cubicBezTo>
                    <a:cubicBezTo>
                      <a:pt x="26" y="16"/>
                      <a:pt x="32" y="12"/>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72" name="Freeform 333"/>
              <p:cNvSpPr>
                <a:spLocks/>
              </p:cNvSpPr>
              <p:nvPr/>
            </p:nvSpPr>
            <p:spPr bwMode="auto">
              <a:xfrm>
                <a:off x="4712" y="2276"/>
                <a:ext cx="68" cy="33"/>
              </a:xfrm>
              <a:custGeom>
                <a:avLst/>
                <a:gdLst>
                  <a:gd name="T0" fmla="*/ 31 w 33"/>
                  <a:gd name="T1" fmla="*/ 8 h 16"/>
                  <a:gd name="T2" fmla="*/ 14 w 33"/>
                  <a:gd name="T3" fmla="*/ 0 h 16"/>
                  <a:gd name="T4" fmla="*/ 2 w 33"/>
                  <a:gd name="T5" fmla="*/ 8 h 16"/>
                  <a:gd name="T6" fmla="*/ 19 w 33"/>
                  <a:gd name="T7" fmla="*/ 16 h 16"/>
                  <a:gd name="T8" fmla="*/ 31 w 33"/>
                  <a:gd name="T9" fmla="*/ 8 h 16"/>
                </a:gdLst>
                <a:ahLst/>
                <a:cxnLst>
                  <a:cxn ang="0">
                    <a:pos x="T0" y="T1"/>
                  </a:cxn>
                  <a:cxn ang="0">
                    <a:pos x="T2" y="T3"/>
                  </a:cxn>
                  <a:cxn ang="0">
                    <a:pos x="T4" y="T5"/>
                  </a:cxn>
                  <a:cxn ang="0">
                    <a:pos x="T6" y="T7"/>
                  </a:cxn>
                  <a:cxn ang="0">
                    <a:pos x="T8" y="T9"/>
                  </a:cxn>
                </a:cxnLst>
                <a:rect l="0" t="0" r="r" b="b"/>
                <a:pathLst>
                  <a:path w="33" h="16">
                    <a:moveTo>
                      <a:pt x="31" y="8"/>
                    </a:moveTo>
                    <a:cubicBezTo>
                      <a:pt x="30" y="4"/>
                      <a:pt x="23" y="0"/>
                      <a:pt x="14" y="0"/>
                    </a:cubicBezTo>
                    <a:cubicBezTo>
                      <a:pt x="6" y="0"/>
                      <a:pt x="0" y="4"/>
                      <a:pt x="2" y="8"/>
                    </a:cubicBezTo>
                    <a:cubicBezTo>
                      <a:pt x="3" y="12"/>
                      <a:pt x="10" y="16"/>
                      <a:pt x="19" y="16"/>
                    </a:cubicBezTo>
                    <a:cubicBezTo>
                      <a:pt x="27" y="16"/>
                      <a:pt x="33" y="12"/>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73" name="Freeform 334"/>
              <p:cNvSpPr>
                <a:spLocks/>
              </p:cNvSpPr>
              <p:nvPr/>
            </p:nvSpPr>
            <p:spPr bwMode="auto">
              <a:xfrm>
                <a:off x="4788" y="2276"/>
                <a:ext cx="66" cy="33"/>
              </a:xfrm>
              <a:custGeom>
                <a:avLst/>
                <a:gdLst>
                  <a:gd name="T0" fmla="*/ 31 w 32"/>
                  <a:gd name="T1" fmla="*/ 8 h 16"/>
                  <a:gd name="T2" fmla="*/ 14 w 32"/>
                  <a:gd name="T3" fmla="*/ 0 h 16"/>
                  <a:gd name="T4" fmla="*/ 1 w 32"/>
                  <a:gd name="T5" fmla="*/ 8 h 16"/>
                  <a:gd name="T6" fmla="*/ 18 w 32"/>
                  <a:gd name="T7" fmla="*/ 16 h 16"/>
                  <a:gd name="T8" fmla="*/ 31 w 32"/>
                  <a:gd name="T9" fmla="*/ 8 h 16"/>
                </a:gdLst>
                <a:ahLst/>
                <a:cxnLst>
                  <a:cxn ang="0">
                    <a:pos x="T0" y="T1"/>
                  </a:cxn>
                  <a:cxn ang="0">
                    <a:pos x="T2" y="T3"/>
                  </a:cxn>
                  <a:cxn ang="0">
                    <a:pos x="T4" y="T5"/>
                  </a:cxn>
                  <a:cxn ang="0">
                    <a:pos x="T6" y="T7"/>
                  </a:cxn>
                  <a:cxn ang="0">
                    <a:pos x="T8" y="T9"/>
                  </a:cxn>
                </a:cxnLst>
                <a:rect l="0" t="0" r="r" b="b"/>
                <a:pathLst>
                  <a:path w="32" h="16">
                    <a:moveTo>
                      <a:pt x="31" y="8"/>
                    </a:moveTo>
                    <a:cubicBezTo>
                      <a:pt x="30" y="4"/>
                      <a:pt x="22" y="0"/>
                      <a:pt x="14" y="0"/>
                    </a:cubicBezTo>
                    <a:cubicBezTo>
                      <a:pt x="6" y="0"/>
                      <a:pt x="0" y="4"/>
                      <a:pt x="1" y="8"/>
                    </a:cubicBezTo>
                    <a:cubicBezTo>
                      <a:pt x="2" y="12"/>
                      <a:pt x="10" y="16"/>
                      <a:pt x="18" y="16"/>
                    </a:cubicBezTo>
                    <a:cubicBezTo>
                      <a:pt x="27" y="16"/>
                      <a:pt x="32" y="12"/>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74" name="Freeform 335"/>
              <p:cNvSpPr>
                <a:spLocks/>
              </p:cNvSpPr>
              <p:nvPr/>
            </p:nvSpPr>
            <p:spPr bwMode="auto">
              <a:xfrm>
                <a:off x="4864" y="2276"/>
                <a:ext cx="66" cy="33"/>
              </a:xfrm>
              <a:custGeom>
                <a:avLst/>
                <a:gdLst>
                  <a:gd name="T0" fmla="*/ 31 w 32"/>
                  <a:gd name="T1" fmla="*/ 8 h 16"/>
                  <a:gd name="T2" fmla="*/ 14 w 32"/>
                  <a:gd name="T3" fmla="*/ 0 h 16"/>
                  <a:gd name="T4" fmla="*/ 1 w 32"/>
                  <a:gd name="T5" fmla="*/ 8 h 16"/>
                  <a:gd name="T6" fmla="*/ 18 w 32"/>
                  <a:gd name="T7" fmla="*/ 16 h 16"/>
                  <a:gd name="T8" fmla="*/ 31 w 32"/>
                  <a:gd name="T9" fmla="*/ 8 h 16"/>
                </a:gdLst>
                <a:ahLst/>
                <a:cxnLst>
                  <a:cxn ang="0">
                    <a:pos x="T0" y="T1"/>
                  </a:cxn>
                  <a:cxn ang="0">
                    <a:pos x="T2" y="T3"/>
                  </a:cxn>
                  <a:cxn ang="0">
                    <a:pos x="T4" y="T5"/>
                  </a:cxn>
                  <a:cxn ang="0">
                    <a:pos x="T6" y="T7"/>
                  </a:cxn>
                  <a:cxn ang="0">
                    <a:pos x="T8" y="T9"/>
                  </a:cxn>
                </a:cxnLst>
                <a:rect l="0" t="0" r="r" b="b"/>
                <a:pathLst>
                  <a:path w="32" h="16">
                    <a:moveTo>
                      <a:pt x="31" y="8"/>
                    </a:moveTo>
                    <a:cubicBezTo>
                      <a:pt x="30" y="4"/>
                      <a:pt x="22" y="0"/>
                      <a:pt x="14" y="0"/>
                    </a:cubicBezTo>
                    <a:cubicBezTo>
                      <a:pt x="5" y="0"/>
                      <a:pt x="0" y="4"/>
                      <a:pt x="1" y="8"/>
                    </a:cubicBezTo>
                    <a:cubicBezTo>
                      <a:pt x="2" y="12"/>
                      <a:pt x="10" y="16"/>
                      <a:pt x="18" y="16"/>
                    </a:cubicBezTo>
                    <a:cubicBezTo>
                      <a:pt x="27" y="16"/>
                      <a:pt x="32" y="12"/>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75" name="Freeform 336"/>
              <p:cNvSpPr>
                <a:spLocks/>
              </p:cNvSpPr>
              <p:nvPr/>
            </p:nvSpPr>
            <p:spPr bwMode="auto">
              <a:xfrm>
                <a:off x="4939" y="2276"/>
                <a:ext cx="68" cy="33"/>
              </a:xfrm>
              <a:custGeom>
                <a:avLst/>
                <a:gdLst>
                  <a:gd name="T0" fmla="*/ 32 w 33"/>
                  <a:gd name="T1" fmla="*/ 8 h 16"/>
                  <a:gd name="T2" fmla="*/ 14 w 33"/>
                  <a:gd name="T3" fmla="*/ 0 h 16"/>
                  <a:gd name="T4" fmla="*/ 2 w 33"/>
                  <a:gd name="T5" fmla="*/ 8 h 16"/>
                  <a:gd name="T6" fmla="*/ 19 w 33"/>
                  <a:gd name="T7" fmla="*/ 16 h 16"/>
                  <a:gd name="T8" fmla="*/ 32 w 33"/>
                  <a:gd name="T9" fmla="*/ 8 h 16"/>
                </a:gdLst>
                <a:ahLst/>
                <a:cxnLst>
                  <a:cxn ang="0">
                    <a:pos x="T0" y="T1"/>
                  </a:cxn>
                  <a:cxn ang="0">
                    <a:pos x="T2" y="T3"/>
                  </a:cxn>
                  <a:cxn ang="0">
                    <a:pos x="T4" y="T5"/>
                  </a:cxn>
                  <a:cxn ang="0">
                    <a:pos x="T6" y="T7"/>
                  </a:cxn>
                  <a:cxn ang="0">
                    <a:pos x="T8" y="T9"/>
                  </a:cxn>
                </a:cxnLst>
                <a:rect l="0" t="0" r="r" b="b"/>
                <a:pathLst>
                  <a:path w="33" h="16">
                    <a:moveTo>
                      <a:pt x="32" y="8"/>
                    </a:moveTo>
                    <a:cubicBezTo>
                      <a:pt x="30" y="4"/>
                      <a:pt x="22" y="0"/>
                      <a:pt x="14" y="0"/>
                    </a:cubicBezTo>
                    <a:cubicBezTo>
                      <a:pt x="6" y="0"/>
                      <a:pt x="0" y="4"/>
                      <a:pt x="2" y="8"/>
                    </a:cubicBezTo>
                    <a:cubicBezTo>
                      <a:pt x="3" y="12"/>
                      <a:pt x="11" y="16"/>
                      <a:pt x="19" y="16"/>
                    </a:cubicBezTo>
                    <a:cubicBezTo>
                      <a:pt x="28" y="16"/>
                      <a:pt x="33" y="12"/>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76" name="Freeform 337"/>
              <p:cNvSpPr>
                <a:spLocks/>
              </p:cNvSpPr>
              <p:nvPr/>
            </p:nvSpPr>
            <p:spPr bwMode="auto">
              <a:xfrm>
                <a:off x="5015" y="2276"/>
                <a:ext cx="68" cy="33"/>
              </a:xfrm>
              <a:custGeom>
                <a:avLst/>
                <a:gdLst>
                  <a:gd name="T0" fmla="*/ 31 w 33"/>
                  <a:gd name="T1" fmla="*/ 8 h 16"/>
                  <a:gd name="T2" fmla="*/ 14 w 33"/>
                  <a:gd name="T3" fmla="*/ 0 h 16"/>
                  <a:gd name="T4" fmla="*/ 1 w 33"/>
                  <a:gd name="T5" fmla="*/ 8 h 16"/>
                  <a:gd name="T6" fmla="*/ 19 w 33"/>
                  <a:gd name="T7" fmla="*/ 16 h 16"/>
                  <a:gd name="T8" fmla="*/ 31 w 33"/>
                  <a:gd name="T9" fmla="*/ 8 h 16"/>
                </a:gdLst>
                <a:ahLst/>
                <a:cxnLst>
                  <a:cxn ang="0">
                    <a:pos x="T0" y="T1"/>
                  </a:cxn>
                  <a:cxn ang="0">
                    <a:pos x="T2" y="T3"/>
                  </a:cxn>
                  <a:cxn ang="0">
                    <a:pos x="T4" y="T5"/>
                  </a:cxn>
                  <a:cxn ang="0">
                    <a:pos x="T6" y="T7"/>
                  </a:cxn>
                  <a:cxn ang="0">
                    <a:pos x="T8" y="T9"/>
                  </a:cxn>
                </a:cxnLst>
                <a:rect l="0" t="0" r="r" b="b"/>
                <a:pathLst>
                  <a:path w="33" h="16">
                    <a:moveTo>
                      <a:pt x="31" y="8"/>
                    </a:moveTo>
                    <a:cubicBezTo>
                      <a:pt x="30" y="4"/>
                      <a:pt x="22" y="0"/>
                      <a:pt x="14" y="0"/>
                    </a:cubicBezTo>
                    <a:cubicBezTo>
                      <a:pt x="6" y="0"/>
                      <a:pt x="0" y="4"/>
                      <a:pt x="1" y="8"/>
                    </a:cubicBezTo>
                    <a:cubicBezTo>
                      <a:pt x="3" y="12"/>
                      <a:pt x="11" y="16"/>
                      <a:pt x="19" y="16"/>
                    </a:cubicBezTo>
                    <a:cubicBezTo>
                      <a:pt x="27" y="16"/>
                      <a:pt x="33" y="12"/>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77" name="Freeform 338"/>
              <p:cNvSpPr>
                <a:spLocks/>
              </p:cNvSpPr>
              <p:nvPr/>
            </p:nvSpPr>
            <p:spPr bwMode="auto">
              <a:xfrm>
                <a:off x="5091" y="2276"/>
                <a:ext cx="68" cy="33"/>
              </a:xfrm>
              <a:custGeom>
                <a:avLst/>
                <a:gdLst>
                  <a:gd name="T0" fmla="*/ 31 w 33"/>
                  <a:gd name="T1" fmla="*/ 8 h 16"/>
                  <a:gd name="T2" fmla="*/ 13 w 33"/>
                  <a:gd name="T3" fmla="*/ 0 h 16"/>
                  <a:gd name="T4" fmla="*/ 1 w 33"/>
                  <a:gd name="T5" fmla="*/ 8 h 16"/>
                  <a:gd name="T6" fmla="*/ 19 w 33"/>
                  <a:gd name="T7" fmla="*/ 16 h 16"/>
                  <a:gd name="T8" fmla="*/ 31 w 33"/>
                  <a:gd name="T9" fmla="*/ 8 h 16"/>
                </a:gdLst>
                <a:ahLst/>
                <a:cxnLst>
                  <a:cxn ang="0">
                    <a:pos x="T0" y="T1"/>
                  </a:cxn>
                  <a:cxn ang="0">
                    <a:pos x="T2" y="T3"/>
                  </a:cxn>
                  <a:cxn ang="0">
                    <a:pos x="T4" y="T5"/>
                  </a:cxn>
                  <a:cxn ang="0">
                    <a:pos x="T6" y="T7"/>
                  </a:cxn>
                  <a:cxn ang="0">
                    <a:pos x="T8" y="T9"/>
                  </a:cxn>
                </a:cxnLst>
                <a:rect l="0" t="0" r="r" b="b"/>
                <a:pathLst>
                  <a:path w="33" h="16">
                    <a:moveTo>
                      <a:pt x="31" y="8"/>
                    </a:moveTo>
                    <a:cubicBezTo>
                      <a:pt x="30" y="4"/>
                      <a:pt x="22" y="0"/>
                      <a:pt x="13" y="0"/>
                    </a:cubicBezTo>
                    <a:cubicBezTo>
                      <a:pt x="5" y="0"/>
                      <a:pt x="0" y="4"/>
                      <a:pt x="1" y="8"/>
                    </a:cubicBezTo>
                    <a:cubicBezTo>
                      <a:pt x="3" y="12"/>
                      <a:pt x="11" y="16"/>
                      <a:pt x="19" y="16"/>
                    </a:cubicBezTo>
                    <a:cubicBezTo>
                      <a:pt x="27" y="16"/>
                      <a:pt x="33" y="12"/>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78" name="Freeform 339"/>
              <p:cNvSpPr>
                <a:spLocks/>
              </p:cNvSpPr>
              <p:nvPr/>
            </p:nvSpPr>
            <p:spPr bwMode="auto">
              <a:xfrm>
                <a:off x="5165" y="2276"/>
                <a:ext cx="71" cy="33"/>
              </a:xfrm>
              <a:custGeom>
                <a:avLst/>
                <a:gdLst>
                  <a:gd name="T0" fmla="*/ 32 w 34"/>
                  <a:gd name="T1" fmla="*/ 8 h 16"/>
                  <a:gd name="T2" fmla="*/ 14 w 34"/>
                  <a:gd name="T3" fmla="*/ 0 h 16"/>
                  <a:gd name="T4" fmla="*/ 2 w 34"/>
                  <a:gd name="T5" fmla="*/ 8 h 16"/>
                  <a:gd name="T6" fmla="*/ 20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0" y="4"/>
                      <a:pt x="22" y="0"/>
                      <a:pt x="14" y="0"/>
                    </a:cubicBezTo>
                    <a:cubicBezTo>
                      <a:pt x="6" y="0"/>
                      <a:pt x="0" y="4"/>
                      <a:pt x="2" y="8"/>
                    </a:cubicBezTo>
                    <a:cubicBezTo>
                      <a:pt x="3" y="12"/>
                      <a:pt x="12" y="16"/>
                      <a:pt x="20" y="16"/>
                    </a:cubicBezTo>
                    <a:cubicBezTo>
                      <a:pt x="28" y="16"/>
                      <a:pt x="34" y="12"/>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79" name="Freeform 340"/>
              <p:cNvSpPr>
                <a:spLocks/>
              </p:cNvSpPr>
              <p:nvPr/>
            </p:nvSpPr>
            <p:spPr bwMode="auto">
              <a:xfrm>
                <a:off x="5242" y="2276"/>
                <a:ext cx="68" cy="33"/>
              </a:xfrm>
              <a:custGeom>
                <a:avLst/>
                <a:gdLst>
                  <a:gd name="T0" fmla="*/ 32 w 33"/>
                  <a:gd name="T1" fmla="*/ 8 h 16"/>
                  <a:gd name="T2" fmla="*/ 14 w 33"/>
                  <a:gd name="T3" fmla="*/ 0 h 16"/>
                  <a:gd name="T4" fmla="*/ 2 w 33"/>
                  <a:gd name="T5" fmla="*/ 8 h 16"/>
                  <a:gd name="T6" fmla="*/ 20 w 33"/>
                  <a:gd name="T7" fmla="*/ 16 h 16"/>
                  <a:gd name="T8" fmla="*/ 32 w 33"/>
                  <a:gd name="T9" fmla="*/ 8 h 16"/>
                </a:gdLst>
                <a:ahLst/>
                <a:cxnLst>
                  <a:cxn ang="0">
                    <a:pos x="T0" y="T1"/>
                  </a:cxn>
                  <a:cxn ang="0">
                    <a:pos x="T2" y="T3"/>
                  </a:cxn>
                  <a:cxn ang="0">
                    <a:pos x="T4" y="T5"/>
                  </a:cxn>
                  <a:cxn ang="0">
                    <a:pos x="T6" y="T7"/>
                  </a:cxn>
                  <a:cxn ang="0">
                    <a:pos x="T8" y="T9"/>
                  </a:cxn>
                </a:cxnLst>
                <a:rect l="0" t="0" r="r" b="b"/>
                <a:pathLst>
                  <a:path w="33" h="16">
                    <a:moveTo>
                      <a:pt x="32" y="8"/>
                    </a:moveTo>
                    <a:cubicBezTo>
                      <a:pt x="30" y="4"/>
                      <a:pt x="22" y="0"/>
                      <a:pt x="14" y="0"/>
                    </a:cubicBezTo>
                    <a:cubicBezTo>
                      <a:pt x="5" y="0"/>
                      <a:pt x="0" y="4"/>
                      <a:pt x="2" y="8"/>
                    </a:cubicBezTo>
                    <a:cubicBezTo>
                      <a:pt x="3" y="12"/>
                      <a:pt x="11" y="16"/>
                      <a:pt x="20" y="16"/>
                    </a:cubicBezTo>
                    <a:cubicBezTo>
                      <a:pt x="28" y="16"/>
                      <a:pt x="33" y="12"/>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80" name="Freeform 341"/>
              <p:cNvSpPr>
                <a:spLocks/>
              </p:cNvSpPr>
              <p:nvPr/>
            </p:nvSpPr>
            <p:spPr bwMode="auto">
              <a:xfrm>
                <a:off x="5318" y="2276"/>
                <a:ext cx="68" cy="33"/>
              </a:xfrm>
              <a:custGeom>
                <a:avLst/>
                <a:gdLst>
                  <a:gd name="T0" fmla="*/ 31 w 33"/>
                  <a:gd name="T1" fmla="*/ 8 h 16"/>
                  <a:gd name="T2" fmla="*/ 13 w 33"/>
                  <a:gd name="T3" fmla="*/ 0 h 16"/>
                  <a:gd name="T4" fmla="*/ 1 w 33"/>
                  <a:gd name="T5" fmla="*/ 8 h 16"/>
                  <a:gd name="T6" fmla="*/ 20 w 33"/>
                  <a:gd name="T7" fmla="*/ 16 h 16"/>
                  <a:gd name="T8" fmla="*/ 31 w 33"/>
                  <a:gd name="T9" fmla="*/ 8 h 16"/>
                </a:gdLst>
                <a:ahLst/>
                <a:cxnLst>
                  <a:cxn ang="0">
                    <a:pos x="T0" y="T1"/>
                  </a:cxn>
                  <a:cxn ang="0">
                    <a:pos x="T2" y="T3"/>
                  </a:cxn>
                  <a:cxn ang="0">
                    <a:pos x="T4" y="T5"/>
                  </a:cxn>
                  <a:cxn ang="0">
                    <a:pos x="T6" y="T7"/>
                  </a:cxn>
                  <a:cxn ang="0">
                    <a:pos x="T8" y="T9"/>
                  </a:cxn>
                </a:cxnLst>
                <a:rect l="0" t="0" r="r" b="b"/>
                <a:pathLst>
                  <a:path w="33" h="16">
                    <a:moveTo>
                      <a:pt x="31" y="8"/>
                    </a:moveTo>
                    <a:cubicBezTo>
                      <a:pt x="29" y="4"/>
                      <a:pt x="21" y="0"/>
                      <a:pt x="13" y="0"/>
                    </a:cubicBezTo>
                    <a:cubicBezTo>
                      <a:pt x="5" y="0"/>
                      <a:pt x="0" y="4"/>
                      <a:pt x="1" y="8"/>
                    </a:cubicBezTo>
                    <a:cubicBezTo>
                      <a:pt x="3" y="12"/>
                      <a:pt x="11" y="16"/>
                      <a:pt x="20" y="16"/>
                    </a:cubicBezTo>
                    <a:cubicBezTo>
                      <a:pt x="28" y="16"/>
                      <a:pt x="33" y="12"/>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81" name="Freeform 342"/>
              <p:cNvSpPr>
                <a:spLocks/>
              </p:cNvSpPr>
              <p:nvPr/>
            </p:nvSpPr>
            <p:spPr bwMode="auto">
              <a:xfrm>
                <a:off x="5392" y="2276"/>
                <a:ext cx="71" cy="33"/>
              </a:xfrm>
              <a:custGeom>
                <a:avLst/>
                <a:gdLst>
                  <a:gd name="T0" fmla="*/ 32 w 34"/>
                  <a:gd name="T1" fmla="*/ 8 h 16"/>
                  <a:gd name="T2" fmla="*/ 14 w 34"/>
                  <a:gd name="T3" fmla="*/ 0 h 16"/>
                  <a:gd name="T4" fmla="*/ 2 w 34"/>
                  <a:gd name="T5" fmla="*/ 8 h 16"/>
                  <a:gd name="T6" fmla="*/ 20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0" y="4"/>
                      <a:pt x="22" y="0"/>
                      <a:pt x="14" y="0"/>
                    </a:cubicBezTo>
                    <a:cubicBezTo>
                      <a:pt x="5" y="0"/>
                      <a:pt x="0" y="4"/>
                      <a:pt x="2" y="8"/>
                    </a:cubicBezTo>
                    <a:cubicBezTo>
                      <a:pt x="4" y="12"/>
                      <a:pt x="12" y="16"/>
                      <a:pt x="20" y="16"/>
                    </a:cubicBezTo>
                    <a:cubicBezTo>
                      <a:pt x="29" y="16"/>
                      <a:pt x="34" y="12"/>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82" name="Freeform 343"/>
              <p:cNvSpPr>
                <a:spLocks/>
              </p:cNvSpPr>
              <p:nvPr/>
            </p:nvSpPr>
            <p:spPr bwMode="auto">
              <a:xfrm>
                <a:off x="5469" y="2276"/>
                <a:ext cx="70" cy="33"/>
              </a:xfrm>
              <a:custGeom>
                <a:avLst/>
                <a:gdLst>
                  <a:gd name="T0" fmla="*/ 32 w 34"/>
                  <a:gd name="T1" fmla="*/ 8 h 16"/>
                  <a:gd name="T2" fmla="*/ 13 w 34"/>
                  <a:gd name="T3" fmla="*/ 0 h 16"/>
                  <a:gd name="T4" fmla="*/ 2 w 34"/>
                  <a:gd name="T5" fmla="*/ 8 h 16"/>
                  <a:gd name="T6" fmla="*/ 20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0" y="4"/>
                      <a:pt x="22" y="0"/>
                      <a:pt x="13" y="0"/>
                    </a:cubicBezTo>
                    <a:cubicBezTo>
                      <a:pt x="5" y="0"/>
                      <a:pt x="0" y="4"/>
                      <a:pt x="2" y="8"/>
                    </a:cubicBezTo>
                    <a:cubicBezTo>
                      <a:pt x="4" y="12"/>
                      <a:pt x="12" y="16"/>
                      <a:pt x="20" y="16"/>
                    </a:cubicBezTo>
                    <a:cubicBezTo>
                      <a:pt x="29" y="16"/>
                      <a:pt x="34" y="12"/>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83" name="Freeform 344"/>
              <p:cNvSpPr>
                <a:spLocks/>
              </p:cNvSpPr>
              <p:nvPr/>
            </p:nvSpPr>
            <p:spPr bwMode="auto">
              <a:xfrm>
                <a:off x="5545" y="2276"/>
                <a:ext cx="70" cy="33"/>
              </a:xfrm>
              <a:custGeom>
                <a:avLst/>
                <a:gdLst>
                  <a:gd name="T0" fmla="*/ 32 w 34"/>
                  <a:gd name="T1" fmla="*/ 8 h 16"/>
                  <a:gd name="T2" fmla="*/ 13 w 34"/>
                  <a:gd name="T3" fmla="*/ 0 h 16"/>
                  <a:gd name="T4" fmla="*/ 2 w 34"/>
                  <a:gd name="T5" fmla="*/ 8 h 16"/>
                  <a:gd name="T6" fmla="*/ 20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29" y="4"/>
                      <a:pt x="21" y="0"/>
                      <a:pt x="13" y="0"/>
                    </a:cubicBezTo>
                    <a:cubicBezTo>
                      <a:pt x="5" y="0"/>
                      <a:pt x="0" y="4"/>
                      <a:pt x="2" y="8"/>
                    </a:cubicBezTo>
                    <a:cubicBezTo>
                      <a:pt x="4" y="12"/>
                      <a:pt x="12" y="16"/>
                      <a:pt x="20" y="16"/>
                    </a:cubicBezTo>
                    <a:cubicBezTo>
                      <a:pt x="29" y="16"/>
                      <a:pt x="34" y="12"/>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84" name="Freeform 345"/>
              <p:cNvSpPr>
                <a:spLocks/>
              </p:cNvSpPr>
              <p:nvPr/>
            </p:nvSpPr>
            <p:spPr bwMode="auto">
              <a:xfrm>
                <a:off x="5619" y="2276"/>
                <a:ext cx="71" cy="33"/>
              </a:xfrm>
              <a:custGeom>
                <a:avLst/>
                <a:gdLst>
                  <a:gd name="T0" fmla="*/ 32 w 34"/>
                  <a:gd name="T1" fmla="*/ 8 h 16"/>
                  <a:gd name="T2" fmla="*/ 13 w 34"/>
                  <a:gd name="T3" fmla="*/ 0 h 16"/>
                  <a:gd name="T4" fmla="*/ 2 w 34"/>
                  <a:gd name="T5" fmla="*/ 8 h 16"/>
                  <a:gd name="T6" fmla="*/ 21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0" y="4"/>
                      <a:pt x="22" y="0"/>
                      <a:pt x="13" y="0"/>
                    </a:cubicBezTo>
                    <a:cubicBezTo>
                      <a:pt x="5" y="0"/>
                      <a:pt x="0" y="4"/>
                      <a:pt x="2" y="8"/>
                    </a:cubicBezTo>
                    <a:cubicBezTo>
                      <a:pt x="4" y="12"/>
                      <a:pt x="13" y="16"/>
                      <a:pt x="21" y="16"/>
                    </a:cubicBezTo>
                    <a:cubicBezTo>
                      <a:pt x="29" y="16"/>
                      <a:pt x="34" y="12"/>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85" name="Freeform 346"/>
              <p:cNvSpPr>
                <a:spLocks/>
              </p:cNvSpPr>
              <p:nvPr/>
            </p:nvSpPr>
            <p:spPr bwMode="auto">
              <a:xfrm>
                <a:off x="5696" y="2276"/>
                <a:ext cx="70" cy="33"/>
              </a:xfrm>
              <a:custGeom>
                <a:avLst/>
                <a:gdLst>
                  <a:gd name="T0" fmla="*/ 32 w 34"/>
                  <a:gd name="T1" fmla="*/ 8 h 16"/>
                  <a:gd name="T2" fmla="*/ 13 w 34"/>
                  <a:gd name="T3" fmla="*/ 0 h 16"/>
                  <a:gd name="T4" fmla="*/ 2 w 34"/>
                  <a:gd name="T5" fmla="*/ 8 h 16"/>
                  <a:gd name="T6" fmla="*/ 21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0" y="4"/>
                      <a:pt x="21" y="0"/>
                      <a:pt x="13" y="0"/>
                    </a:cubicBezTo>
                    <a:cubicBezTo>
                      <a:pt x="5" y="0"/>
                      <a:pt x="0" y="4"/>
                      <a:pt x="2" y="8"/>
                    </a:cubicBezTo>
                    <a:cubicBezTo>
                      <a:pt x="4" y="12"/>
                      <a:pt x="13" y="16"/>
                      <a:pt x="21" y="16"/>
                    </a:cubicBezTo>
                    <a:cubicBezTo>
                      <a:pt x="29" y="16"/>
                      <a:pt x="34" y="12"/>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86" name="Freeform 347"/>
              <p:cNvSpPr>
                <a:spLocks/>
              </p:cNvSpPr>
              <p:nvPr/>
            </p:nvSpPr>
            <p:spPr bwMode="auto">
              <a:xfrm>
                <a:off x="4188" y="2316"/>
                <a:ext cx="66" cy="33"/>
              </a:xfrm>
              <a:custGeom>
                <a:avLst/>
                <a:gdLst>
                  <a:gd name="T0" fmla="*/ 31 w 32"/>
                  <a:gd name="T1" fmla="*/ 8 h 16"/>
                  <a:gd name="T2" fmla="*/ 15 w 32"/>
                  <a:gd name="T3" fmla="*/ 0 h 16"/>
                  <a:gd name="T4" fmla="*/ 1 w 32"/>
                  <a:gd name="T5" fmla="*/ 8 h 16"/>
                  <a:gd name="T6" fmla="*/ 17 w 32"/>
                  <a:gd name="T7" fmla="*/ 16 h 16"/>
                  <a:gd name="T8" fmla="*/ 31 w 32"/>
                  <a:gd name="T9" fmla="*/ 8 h 16"/>
                </a:gdLst>
                <a:ahLst/>
                <a:cxnLst>
                  <a:cxn ang="0">
                    <a:pos x="T0" y="T1"/>
                  </a:cxn>
                  <a:cxn ang="0">
                    <a:pos x="T2" y="T3"/>
                  </a:cxn>
                  <a:cxn ang="0">
                    <a:pos x="T4" y="T5"/>
                  </a:cxn>
                  <a:cxn ang="0">
                    <a:pos x="T6" y="T7"/>
                  </a:cxn>
                  <a:cxn ang="0">
                    <a:pos x="T8" y="T9"/>
                  </a:cxn>
                </a:cxnLst>
                <a:rect l="0" t="0" r="r" b="b"/>
                <a:pathLst>
                  <a:path w="32" h="16">
                    <a:moveTo>
                      <a:pt x="31" y="8"/>
                    </a:moveTo>
                    <a:cubicBezTo>
                      <a:pt x="31" y="4"/>
                      <a:pt x="23" y="0"/>
                      <a:pt x="15" y="0"/>
                    </a:cubicBezTo>
                    <a:cubicBezTo>
                      <a:pt x="7" y="0"/>
                      <a:pt x="0" y="4"/>
                      <a:pt x="1" y="8"/>
                    </a:cubicBezTo>
                    <a:cubicBezTo>
                      <a:pt x="1" y="13"/>
                      <a:pt x="9" y="16"/>
                      <a:pt x="17" y="16"/>
                    </a:cubicBezTo>
                    <a:cubicBezTo>
                      <a:pt x="26" y="16"/>
                      <a:pt x="32"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87" name="Freeform 348"/>
              <p:cNvSpPr>
                <a:spLocks/>
              </p:cNvSpPr>
              <p:nvPr/>
            </p:nvSpPr>
            <p:spPr bwMode="auto">
              <a:xfrm>
                <a:off x="4264" y="2316"/>
                <a:ext cx="66" cy="33"/>
              </a:xfrm>
              <a:custGeom>
                <a:avLst/>
                <a:gdLst>
                  <a:gd name="T0" fmla="*/ 31 w 32"/>
                  <a:gd name="T1" fmla="*/ 8 h 16"/>
                  <a:gd name="T2" fmla="*/ 15 w 32"/>
                  <a:gd name="T3" fmla="*/ 0 h 16"/>
                  <a:gd name="T4" fmla="*/ 1 w 32"/>
                  <a:gd name="T5" fmla="*/ 8 h 16"/>
                  <a:gd name="T6" fmla="*/ 17 w 32"/>
                  <a:gd name="T7" fmla="*/ 16 h 16"/>
                  <a:gd name="T8" fmla="*/ 31 w 32"/>
                  <a:gd name="T9" fmla="*/ 8 h 16"/>
                </a:gdLst>
                <a:ahLst/>
                <a:cxnLst>
                  <a:cxn ang="0">
                    <a:pos x="T0" y="T1"/>
                  </a:cxn>
                  <a:cxn ang="0">
                    <a:pos x="T2" y="T3"/>
                  </a:cxn>
                  <a:cxn ang="0">
                    <a:pos x="T4" y="T5"/>
                  </a:cxn>
                  <a:cxn ang="0">
                    <a:pos x="T6" y="T7"/>
                  </a:cxn>
                  <a:cxn ang="0">
                    <a:pos x="T8" y="T9"/>
                  </a:cxn>
                </a:cxnLst>
                <a:rect l="0" t="0" r="r" b="b"/>
                <a:pathLst>
                  <a:path w="32" h="16">
                    <a:moveTo>
                      <a:pt x="31" y="8"/>
                    </a:moveTo>
                    <a:cubicBezTo>
                      <a:pt x="31" y="4"/>
                      <a:pt x="23" y="0"/>
                      <a:pt x="15" y="0"/>
                    </a:cubicBezTo>
                    <a:cubicBezTo>
                      <a:pt x="7" y="0"/>
                      <a:pt x="0" y="4"/>
                      <a:pt x="1" y="8"/>
                    </a:cubicBezTo>
                    <a:cubicBezTo>
                      <a:pt x="2" y="13"/>
                      <a:pt x="9" y="16"/>
                      <a:pt x="17" y="16"/>
                    </a:cubicBezTo>
                    <a:cubicBezTo>
                      <a:pt x="26" y="16"/>
                      <a:pt x="32"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88" name="Freeform 349"/>
              <p:cNvSpPr>
                <a:spLocks/>
              </p:cNvSpPr>
              <p:nvPr/>
            </p:nvSpPr>
            <p:spPr bwMode="auto">
              <a:xfrm>
                <a:off x="4340" y="2316"/>
                <a:ext cx="66" cy="33"/>
              </a:xfrm>
              <a:custGeom>
                <a:avLst/>
                <a:gdLst>
                  <a:gd name="T0" fmla="*/ 31 w 32"/>
                  <a:gd name="T1" fmla="*/ 8 h 16"/>
                  <a:gd name="T2" fmla="*/ 15 w 32"/>
                  <a:gd name="T3" fmla="*/ 0 h 16"/>
                  <a:gd name="T4" fmla="*/ 1 w 32"/>
                  <a:gd name="T5" fmla="*/ 8 h 16"/>
                  <a:gd name="T6" fmla="*/ 18 w 32"/>
                  <a:gd name="T7" fmla="*/ 16 h 16"/>
                  <a:gd name="T8" fmla="*/ 31 w 32"/>
                  <a:gd name="T9" fmla="*/ 8 h 16"/>
                </a:gdLst>
                <a:ahLst/>
                <a:cxnLst>
                  <a:cxn ang="0">
                    <a:pos x="T0" y="T1"/>
                  </a:cxn>
                  <a:cxn ang="0">
                    <a:pos x="T2" y="T3"/>
                  </a:cxn>
                  <a:cxn ang="0">
                    <a:pos x="T4" y="T5"/>
                  </a:cxn>
                  <a:cxn ang="0">
                    <a:pos x="T6" y="T7"/>
                  </a:cxn>
                  <a:cxn ang="0">
                    <a:pos x="T8" y="T9"/>
                  </a:cxn>
                </a:cxnLst>
                <a:rect l="0" t="0" r="r" b="b"/>
                <a:pathLst>
                  <a:path w="32" h="16">
                    <a:moveTo>
                      <a:pt x="31" y="8"/>
                    </a:moveTo>
                    <a:cubicBezTo>
                      <a:pt x="31" y="4"/>
                      <a:pt x="23" y="0"/>
                      <a:pt x="15" y="0"/>
                    </a:cubicBezTo>
                    <a:cubicBezTo>
                      <a:pt x="7" y="0"/>
                      <a:pt x="0" y="4"/>
                      <a:pt x="1" y="8"/>
                    </a:cubicBezTo>
                    <a:cubicBezTo>
                      <a:pt x="2" y="13"/>
                      <a:pt x="9" y="16"/>
                      <a:pt x="18" y="16"/>
                    </a:cubicBezTo>
                    <a:cubicBezTo>
                      <a:pt x="26" y="16"/>
                      <a:pt x="32"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89" name="Freeform 350"/>
              <p:cNvSpPr>
                <a:spLocks/>
              </p:cNvSpPr>
              <p:nvPr/>
            </p:nvSpPr>
            <p:spPr bwMode="auto">
              <a:xfrm>
                <a:off x="4417" y="2316"/>
                <a:ext cx="66" cy="33"/>
              </a:xfrm>
              <a:custGeom>
                <a:avLst/>
                <a:gdLst>
                  <a:gd name="T0" fmla="*/ 31 w 32"/>
                  <a:gd name="T1" fmla="*/ 8 h 16"/>
                  <a:gd name="T2" fmla="*/ 15 w 32"/>
                  <a:gd name="T3" fmla="*/ 0 h 16"/>
                  <a:gd name="T4" fmla="*/ 1 w 32"/>
                  <a:gd name="T5" fmla="*/ 8 h 16"/>
                  <a:gd name="T6" fmla="*/ 18 w 32"/>
                  <a:gd name="T7" fmla="*/ 16 h 16"/>
                  <a:gd name="T8" fmla="*/ 31 w 32"/>
                  <a:gd name="T9" fmla="*/ 8 h 16"/>
                </a:gdLst>
                <a:ahLst/>
                <a:cxnLst>
                  <a:cxn ang="0">
                    <a:pos x="T0" y="T1"/>
                  </a:cxn>
                  <a:cxn ang="0">
                    <a:pos x="T2" y="T3"/>
                  </a:cxn>
                  <a:cxn ang="0">
                    <a:pos x="T4" y="T5"/>
                  </a:cxn>
                  <a:cxn ang="0">
                    <a:pos x="T6" y="T7"/>
                  </a:cxn>
                  <a:cxn ang="0">
                    <a:pos x="T8" y="T9"/>
                  </a:cxn>
                </a:cxnLst>
                <a:rect l="0" t="0" r="r" b="b"/>
                <a:pathLst>
                  <a:path w="32" h="16">
                    <a:moveTo>
                      <a:pt x="31" y="8"/>
                    </a:moveTo>
                    <a:cubicBezTo>
                      <a:pt x="31" y="4"/>
                      <a:pt x="23" y="0"/>
                      <a:pt x="15" y="0"/>
                    </a:cubicBezTo>
                    <a:cubicBezTo>
                      <a:pt x="6" y="0"/>
                      <a:pt x="0" y="4"/>
                      <a:pt x="1" y="8"/>
                    </a:cubicBezTo>
                    <a:cubicBezTo>
                      <a:pt x="2" y="13"/>
                      <a:pt x="9" y="16"/>
                      <a:pt x="18" y="16"/>
                    </a:cubicBezTo>
                    <a:cubicBezTo>
                      <a:pt x="26" y="16"/>
                      <a:pt x="32"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90" name="Freeform 351"/>
              <p:cNvSpPr>
                <a:spLocks/>
              </p:cNvSpPr>
              <p:nvPr/>
            </p:nvSpPr>
            <p:spPr bwMode="auto">
              <a:xfrm>
                <a:off x="4493" y="2316"/>
                <a:ext cx="66" cy="33"/>
              </a:xfrm>
              <a:custGeom>
                <a:avLst/>
                <a:gdLst>
                  <a:gd name="T0" fmla="*/ 32 w 32"/>
                  <a:gd name="T1" fmla="*/ 8 h 16"/>
                  <a:gd name="T2" fmla="*/ 15 w 32"/>
                  <a:gd name="T3" fmla="*/ 0 h 16"/>
                  <a:gd name="T4" fmla="*/ 1 w 32"/>
                  <a:gd name="T5" fmla="*/ 8 h 16"/>
                  <a:gd name="T6" fmla="*/ 18 w 32"/>
                  <a:gd name="T7" fmla="*/ 16 h 16"/>
                  <a:gd name="T8" fmla="*/ 32 w 32"/>
                  <a:gd name="T9" fmla="*/ 8 h 16"/>
                </a:gdLst>
                <a:ahLst/>
                <a:cxnLst>
                  <a:cxn ang="0">
                    <a:pos x="T0" y="T1"/>
                  </a:cxn>
                  <a:cxn ang="0">
                    <a:pos x="T2" y="T3"/>
                  </a:cxn>
                  <a:cxn ang="0">
                    <a:pos x="T4" y="T5"/>
                  </a:cxn>
                  <a:cxn ang="0">
                    <a:pos x="T6" y="T7"/>
                  </a:cxn>
                  <a:cxn ang="0">
                    <a:pos x="T8" y="T9"/>
                  </a:cxn>
                </a:cxnLst>
                <a:rect l="0" t="0" r="r" b="b"/>
                <a:pathLst>
                  <a:path w="32" h="16">
                    <a:moveTo>
                      <a:pt x="32" y="8"/>
                    </a:moveTo>
                    <a:cubicBezTo>
                      <a:pt x="31" y="4"/>
                      <a:pt x="23" y="0"/>
                      <a:pt x="15" y="0"/>
                    </a:cubicBezTo>
                    <a:cubicBezTo>
                      <a:pt x="6" y="0"/>
                      <a:pt x="0" y="4"/>
                      <a:pt x="1" y="8"/>
                    </a:cubicBezTo>
                    <a:cubicBezTo>
                      <a:pt x="2" y="13"/>
                      <a:pt x="10" y="16"/>
                      <a:pt x="18" y="16"/>
                    </a:cubicBezTo>
                    <a:cubicBezTo>
                      <a:pt x="26" y="16"/>
                      <a:pt x="32"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91" name="Freeform 352"/>
              <p:cNvSpPr>
                <a:spLocks/>
              </p:cNvSpPr>
              <p:nvPr/>
            </p:nvSpPr>
            <p:spPr bwMode="auto">
              <a:xfrm>
                <a:off x="4569" y="2316"/>
                <a:ext cx="68" cy="33"/>
              </a:xfrm>
              <a:custGeom>
                <a:avLst/>
                <a:gdLst>
                  <a:gd name="T0" fmla="*/ 32 w 33"/>
                  <a:gd name="T1" fmla="*/ 8 h 16"/>
                  <a:gd name="T2" fmla="*/ 15 w 33"/>
                  <a:gd name="T3" fmla="*/ 0 h 16"/>
                  <a:gd name="T4" fmla="*/ 1 w 33"/>
                  <a:gd name="T5" fmla="*/ 8 h 16"/>
                  <a:gd name="T6" fmla="*/ 18 w 33"/>
                  <a:gd name="T7" fmla="*/ 16 h 16"/>
                  <a:gd name="T8" fmla="*/ 32 w 33"/>
                  <a:gd name="T9" fmla="*/ 8 h 16"/>
                </a:gdLst>
                <a:ahLst/>
                <a:cxnLst>
                  <a:cxn ang="0">
                    <a:pos x="T0" y="T1"/>
                  </a:cxn>
                  <a:cxn ang="0">
                    <a:pos x="T2" y="T3"/>
                  </a:cxn>
                  <a:cxn ang="0">
                    <a:pos x="T4" y="T5"/>
                  </a:cxn>
                  <a:cxn ang="0">
                    <a:pos x="T6" y="T7"/>
                  </a:cxn>
                  <a:cxn ang="0">
                    <a:pos x="T8" y="T9"/>
                  </a:cxn>
                </a:cxnLst>
                <a:rect l="0" t="0" r="r" b="b"/>
                <a:pathLst>
                  <a:path w="33" h="16">
                    <a:moveTo>
                      <a:pt x="32" y="8"/>
                    </a:moveTo>
                    <a:cubicBezTo>
                      <a:pt x="31" y="4"/>
                      <a:pt x="23" y="0"/>
                      <a:pt x="15" y="0"/>
                    </a:cubicBezTo>
                    <a:cubicBezTo>
                      <a:pt x="6" y="0"/>
                      <a:pt x="0" y="4"/>
                      <a:pt x="1" y="8"/>
                    </a:cubicBezTo>
                    <a:cubicBezTo>
                      <a:pt x="2" y="13"/>
                      <a:pt x="10" y="16"/>
                      <a:pt x="18" y="16"/>
                    </a:cubicBezTo>
                    <a:cubicBezTo>
                      <a:pt x="27" y="16"/>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92" name="Freeform 353"/>
              <p:cNvSpPr>
                <a:spLocks/>
              </p:cNvSpPr>
              <p:nvPr/>
            </p:nvSpPr>
            <p:spPr bwMode="auto">
              <a:xfrm>
                <a:off x="4646" y="2316"/>
                <a:ext cx="68" cy="33"/>
              </a:xfrm>
              <a:custGeom>
                <a:avLst/>
                <a:gdLst>
                  <a:gd name="T0" fmla="*/ 32 w 33"/>
                  <a:gd name="T1" fmla="*/ 8 h 16"/>
                  <a:gd name="T2" fmla="*/ 15 w 33"/>
                  <a:gd name="T3" fmla="*/ 0 h 16"/>
                  <a:gd name="T4" fmla="*/ 1 w 33"/>
                  <a:gd name="T5" fmla="*/ 8 h 16"/>
                  <a:gd name="T6" fmla="*/ 19 w 33"/>
                  <a:gd name="T7" fmla="*/ 16 h 16"/>
                  <a:gd name="T8" fmla="*/ 32 w 33"/>
                  <a:gd name="T9" fmla="*/ 8 h 16"/>
                </a:gdLst>
                <a:ahLst/>
                <a:cxnLst>
                  <a:cxn ang="0">
                    <a:pos x="T0" y="T1"/>
                  </a:cxn>
                  <a:cxn ang="0">
                    <a:pos x="T2" y="T3"/>
                  </a:cxn>
                  <a:cxn ang="0">
                    <a:pos x="T4" y="T5"/>
                  </a:cxn>
                  <a:cxn ang="0">
                    <a:pos x="T6" y="T7"/>
                  </a:cxn>
                  <a:cxn ang="0">
                    <a:pos x="T8" y="T9"/>
                  </a:cxn>
                </a:cxnLst>
                <a:rect l="0" t="0" r="r" b="b"/>
                <a:pathLst>
                  <a:path w="33" h="16">
                    <a:moveTo>
                      <a:pt x="32" y="8"/>
                    </a:moveTo>
                    <a:cubicBezTo>
                      <a:pt x="31" y="4"/>
                      <a:pt x="23" y="0"/>
                      <a:pt x="15" y="0"/>
                    </a:cubicBezTo>
                    <a:cubicBezTo>
                      <a:pt x="6" y="0"/>
                      <a:pt x="0" y="4"/>
                      <a:pt x="1" y="8"/>
                    </a:cubicBezTo>
                    <a:cubicBezTo>
                      <a:pt x="2" y="13"/>
                      <a:pt x="10" y="16"/>
                      <a:pt x="19" y="16"/>
                    </a:cubicBezTo>
                    <a:cubicBezTo>
                      <a:pt x="27" y="16"/>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93" name="Freeform 354"/>
              <p:cNvSpPr>
                <a:spLocks/>
              </p:cNvSpPr>
              <p:nvPr/>
            </p:nvSpPr>
            <p:spPr bwMode="auto">
              <a:xfrm>
                <a:off x="4722" y="2316"/>
                <a:ext cx="68" cy="33"/>
              </a:xfrm>
              <a:custGeom>
                <a:avLst/>
                <a:gdLst>
                  <a:gd name="T0" fmla="*/ 32 w 33"/>
                  <a:gd name="T1" fmla="*/ 8 h 16"/>
                  <a:gd name="T2" fmla="*/ 15 w 33"/>
                  <a:gd name="T3" fmla="*/ 0 h 16"/>
                  <a:gd name="T4" fmla="*/ 2 w 33"/>
                  <a:gd name="T5" fmla="*/ 8 h 16"/>
                  <a:gd name="T6" fmla="*/ 19 w 33"/>
                  <a:gd name="T7" fmla="*/ 16 h 16"/>
                  <a:gd name="T8" fmla="*/ 32 w 33"/>
                  <a:gd name="T9" fmla="*/ 8 h 16"/>
                </a:gdLst>
                <a:ahLst/>
                <a:cxnLst>
                  <a:cxn ang="0">
                    <a:pos x="T0" y="T1"/>
                  </a:cxn>
                  <a:cxn ang="0">
                    <a:pos x="T2" y="T3"/>
                  </a:cxn>
                  <a:cxn ang="0">
                    <a:pos x="T4" y="T5"/>
                  </a:cxn>
                  <a:cxn ang="0">
                    <a:pos x="T6" y="T7"/>
                  </a:cxn>
                  <a:cxn ang="0">
                    <a:pos x="T8" y="T9"/>
                  </a:cxn>
                </a:cxnLst>
                <a:rect l="0" t="0" r="r" b="b"/>
                <a:pathLst>
                  <a:path w="33" h="16">
                    <a:moveTo>
                      <a:pt x="32" y="8"/>
                    </a:moveTo>
                    <a:cubicBezTo>
                      <a:pt x="31" y="4"/>
                      <a:pt x="23" y="0"/>
                      <a:pt x="15" y="0"/>
                    </a:cubicBezTo>
                    <a:cubicBezTo>
                      <a:pt x="6" y="0"/>
                      <a:pt x="0" y="4"/>
                      <a:pt x="2" y="8"/>
                    </a:cubicBezTo>
                    <a:cubicBezTo>
                      <a:pt x="3" y="13"/>
                      <a:pt x="10" y="16"/>
                      <a:pt x="19" y="16"/>
                    </a:cubicBezTo>
                    <a:cubicBezTo>
                      <a:pt x="27" y="16"/>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94" name="Freeform 355"/>
              <p:cNvSpPr>
                <a:spLocks/>
              </p:cNvSpPr>
              <p:nvPr/>
            </p:nvSpPr>
            <p:spPr bwMode="auto">
              <a:xfrm>
                <a:off x="4798" y="2316"/>
                <a:ext cx="68" cy="33"/>
              </a:xfrm>
              <a:custGeom>
                <a:avLst/>
                <a:gdLst>
                  <a:gd name="T0" fmla="*/ 32 w 33"/>
                  <a:gd name="T1" fmla="*/ 8 h 16"/>
                  <a:gd name="T2" fmla="*/ 14 w 33"/>
                  <a:gd name="T3" fmla="*/ 0 h 16"/>
                  <a:gd name="T4" fmla="*/ 2 w 33"/>
                  <a:gd name="T5" fmla="*/ 8 h 16"/>
                  <a:gd name="T6" fmla="*/ 19 w 33"/>
                  <a:gd name="T7" fmla="*/ 16 h 16"/>
                  <a:gd name="T8" fmla="*/ 32 w 33"/>
                  <a:gd name="T9" fmla="*/ 8 h 16"/>
                </a:gdLst>
                <a:ahLst/>
                <a:cxnLst>
                  <a:cxn ang="0">
                    <a:pos x="T0" y="T1"/>
                  </a:cxn>
                  <a:cxn ang="0">
                    <a:pos x="T2" y="T3"/>
                  </a:cxn>
                  <a:cxn ang="0">
                    <a:pos x="T4" y="T5"/>
                  </a:cxn>
                  <a:cxn ang="0">
                    <a:pos x="T6" y="T7"/>
                  </a:cxn>
                  <a:cxn ang="0">
                    <a:pos x="T8" y="T9"/>
                  </a:cxn>
                </a:cxnLst>
                <a:rect l="0" t="0" r="r" b="b"/>
                <a:pathLst>
                  <a:path w="33" h="16">
                    <a:moveTo>
                      <a:pt x="32" y="8"/>
                    </a:moveTo>
                    <a:cubicBezTo>
                      <a:pt x="31" y="4"/>
                      <a:pt x="23" y="0"/>
                      <a:pt x="14" y="0"/>
                    </a:cubicBezTo>
                    <a:cubicBezTo>
                      <a:pt x="6" y="0"/>
                      <a:pt x="0" y="4"/>
                      <a:pt x="2" y="8"/>
                    </a:cubicBezTo>
                    <a:cubicBezTo>
                      <a:pt x="3" y="13"/>
                      <a:pt x="11" y="16"/>
                      <a:pt x="19" y="16"/>
                    </a:cubicBezTo>
                    <a:cubicBezTo>
                      <a:pt x="27" y="16"/>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95" name="Freeform 356"/>
              <p:cNvSpPr>
                <a:spLocks/>
              </p:cNvSpPr>
              <p:nvPr/>
            </p:nvSpPr>
            <p:spPr bwMode="auto">
              <a:xfrm>
                <a:off x="4875" y="2316"/>
                <a:ext cx="68" cy="33"/>
              </a:xfrm>
              <a:custGeom>
                <a:avLst/>
                <a:gdLst>
                  <a:gd name="T0" fmla="*/ 32 w 33"/>
                  <a:gd name="T1" fmla="*/ 8 h 16"/>
                  <a:gd name="T2" fmla="*/ 14 w 33"/>
                  <a:gd name="T3" fmla="*/ 0 h 16"/>
                  <a:gd name="T4" fmla="*/ 2 w 33"/>
                  <a:gd name="T5" fmla="*/ 8 h 16"/>
                  <a:gd name="T6" fmla="*/ 19 w 33"/>
                  <a:gd name="T7" fmla="*/ 16 h 16"/>
                  <a:gd name="T8" fmla="*/ 32 w 33"/>
                  <a:gd name="T9" fmla="*/ 8 h 16"/>
                </a:gdLst>
                <a:ahLst/>
                <a:cxnLst>
                  <a:cxn ang="0">
                    <a:pos x="T0" y="T1"/>
                  </a:cxn>
                  <a:cxn ang="0">
                    <a:pos x="T2" y="T3"/>
                  </a:cxn>
                  <a:cxn ang="0">
                    <a:pos x="T4" y="T5"/>
                  </a:cxn>
                  <a:cxn ang="0">
                    <a:pos x="T6" y="T7"/>
                  </a:cxn>
                  <a:cxn ang="0">
                    <a:pos x="T8" y="T9"/>
                  </a:cxn>
                </a:cxnLst>
                <a:rect l="0" t="0" r="r" b="b"/>
                <a:pathLst>
                  <a:path w="33" h="16">
                    <a:moveTo>
                      <a:pt x="32" y="8"/>
                    </a:moveTo>
                    <a:cubicBezTo>
                      <a:pt x="31" y="4"/>
                      <a:pt x="23" y="0"/>
                      <a:pt x="14" y="0"/>
                    </a:cubicBezTo>
                    <a:cubicBezTo>
                      <a:pt x="6" y="0"/>
                      <a:pt x="0" y="4"/>
                      <a:pt x="2" y="8"/>
                    </a:cubicBezTo>
                    <a:cubicBezTo>
                      <a:pt x="3" y="13"/>
                      <a:pt x="11" y="16"/>
                      <a:pt x="19" y="16"/>
                    </a:cubicBezTo>
                    <a:cubicBezTo>
                      <a:pt x="28" y="16"/>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96" name="Freeform 357"/>
              <p:cNvSpPr>
                <a:spLocks/>
              </p:cNvSpPr>
              <p:nvPr/>
            </p:nvSpPr>
            <p:spPr bwMode="auto">
              <a:xfrm>
                <a:off x="4951" y="2316"/>
                <a:ext cx="68" cy="33"/>
              </a:xfrm>
              <a:custGeom>
                <a:avLst/>
                <a:gdLst>
                  <a:gd name="T0" fmla="*/ 32 w 33"/>
                  <a:gd name="T1" fmla="*/ 8 h 16"/>
                  <a:gd name="T2" fmla="*/ 14 w 33"/>
                  <a:gd name="T3" fmla="*/ 0 h 16"/>
                  <a:gd name="T4" fmla="*/ 2 w 33"/>
                  <a:gd name="T5" fmla="*/ 8 h 16"/>
                  <a:gd name="T6" fmla="*/ 19 w 33"/>
                  <a:gd name="T7" fmla="*/ 16 h 16"/>
                  <a:gd name="T8" fmla="*/ 32 w 33"/>
                  <a:gd name="T9" fmla="*/ 8 h 16"/>
                </a:gdLst>
                <a:ahLst/>
                <a:cxnLst>
                  <a:cxn ang="0">
                    <a:pos x="T0" y="T1"/>
                  </a:cxn>
                  <a:cxn ang="0">
                    <a:pos x="T2" y="T3"/>
                  </a:cxn>
                  <a:cxn ang="0">
                    <a:pos x="T4" y="T5"/>
                  </a:cxn>
                  <a:cxn ang="0">
                    <a:pos x="T6" y="T7"/>
                  </a:cxn>
                  <a:cxn ang="0">
                    <a:pos x="T8" y="T9"/>
                  </a:cxn>
                </a:cxnLst>
                <a:rect l="0" t="0" r="r" b="b"/>
                <a:pathLst>
                  <a:path w="33" h="16">
                    <a:moveTo>
                      <a:pt x="32" y="8"/>
                    </a:moveTo>
                    <a:cubicBezTo>
                      <a:pt x="31" y="4"/>
                      <a:pt x="23" y="0"/>
                      <a:pt x="14" y="0"/>
                    </a:cubicBezTo>
                    <a:cubicBezTo>
                      <a:pt x="6" y="0"/>
                      <a:pt x="0" y="4"/>
                      <a:pt x="2" y="8"/>
                    </a:cubicBezTo>
                    <a:cubicBezTo>
                      <a:pt x="3" y="13"/>
                      <a:pt x="11" y="16"/>
                      <a:pt x="19" y="16"/>
                    </a:cubicBezTo>
                    <a:cubicBezTo>
                      <a:pt x="28" y="16"/>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97" name="Freeform 358"/>
              <p:cNvSpPr>
                <a:spLocks/>
              </p:cNvSpPr>
              <p:nvPr/>
            </p:nvSpPr>
            <p:spPr bwMode="auto">
              <a:xfrm>
                <a:off x="5027" y="2316"/>
                <a:ext cx="70" cy="33"/>
              </a:xfrm>
              <a:custGeom>
                <a:avLst/>
                <a:gdLst>
                  <a:gd name="T0" fmla="*/ 32 w 34"/>
                  <a:gd name="T1" fmla="*/ 8 h 16"/>
                  <a:gd name="T2" fmla="*/ 14 w 34"/>
                  <a:gd name="T3" fmla="*/ 0 h 16"/>
                  <a:gd name="T4" fmla="*/ 2 w 34"/>
                  <a:gd name="T5" fmla="*/ 8 h 16"/>
                  <a:gd name="T6" fmla="*/ 20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1" y="4"/>
                      <a:pt x="23" y="0"/>
                      <a:pt x="14" y="0"/>
                    </a:cubicBezTo>
                    <a:cubicBezTo>
                      <a:pt x="6" y="0"/>
                      <a:pt x="0" y="4"/>
                      <a:pt x="2" y="8"/>
                    </a:cubicBezTo>
                    <a:cubicBezTo>
                      <a:pt x="3" y="13"/>
                      <a:pt x="11" y="16"/>
                      <a:pt x="20" y="16"/>
                    </a:cubicBezTo>
                    <a:cubicBezTo>
                      <a:pt x="28" y="16"/>
                      <a:pt x="34"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98" name="Freeform 359"/>
              <p:cNvSpPr>
                <a:spLocks/>
              </p:cNvSpPr>
              <p:nvPr/>
            </p:nvSpPr>
            <p:spPr bwMode="auto">
              <a:xfrm>
                <a:off x="5104" y="2316"/>
                <a:ext cx="70" cy="33"/>
              </a:xfrm>
              <a:custGeom>
                <a:avLst/>
                <a:gdLst>
                  <a:gd name="T0" fmla="*/ 32 w 34"/>
                  <a:gd name="T1" fmla="*/ 8 h 16"/>
                  <a:gd name="T2" fmla="*/ 14 w 34"/>
                  <a:gd name="T3" fmla="*/ 0 h 16"/>
                  <a:gd name="T4" fmla="*/ 2 w 34"/>
                  <a:gd name="T5" fmla="*/ 8 h 16"/>
                  <a:gd name="T6" fmla="*/ 20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1" y="4"/>
                      <a:pt x="23" y="0"/>
                      <a:pt x="14" y="0"/>
                    </a:cubicBezTo>
                    <a:cubicBezTo>
                      <a:pt x="6" y="0"/>
                      <a:pt x="0" y="4"/>
                      <a:pt x="2" y="8"/>
                    </a:cubicBezTo>
                    <a:cubicBezTo>
                      <a:pt x="3" y="13"/>
                      <a:pt x="12" y="16"/>
                      <a:pt x="20" y="16"/>
                    </a:cubicBezTo>
                    <a:cubicBezTo>
                      <a:pt x="28" y="16"/>
                      <a:pt x="34"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99" name="Freeform 360"/>
              <p:cNvSpPr>
                <a:spLocks/>
              </p:cNvSpPr>
              <p:nvPr/>
            </p:nvSpPr>
            <p:spPr bwMode="auto">
              <a:xfrm>
                <a:off x="5180" y="2316"/>
                <a:ext cx="70" cy="33"/>
              </a:xfrm>
              <a:custGeom>
                <a:avLst/>
                <a:gdLst>
                  <a:gd name="T0" fmla="*/ 32 w 34"/>
                  <a:gd name="T1" fmla="*/ 8 h 16"/>
                  <a:gd name="T2" fmla="*/ 14 w 34"/>
                  <a:gd name="T3" fmla="*/ 0 h 16"/>
                  <a:gd name="T4" fmla="*/ 2 w 34"/>
                  <a:gd name="T5" fmla="*/ 8 h 16"/>
                  <a:gd name="T6" fmla="*/ 20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1" y="4"/>
                      <a:pt x="23" y="0"/>
                      <a:pt x="14" y="0"/>
                    </a:cubicBezTo>
                    <a:cubicBezTo>
                      <a:pt x="6" y="0"/>
                      <a:pt x="0" y="4"/>
                      <a:pt x="2" y="8"/>
                    </a:cubicBezTo>
                    <a:cubicBezTo>
                      <a:pt x="4" y="13"/>
                      <a:pt x="12" y="16"/>
                      <a:pt x="20" y="16"/>
                    </a:cubicBezTo>
                    <a:cubicBezTo>
                      <a:pt x="29" y="16"/>
                      <a:pt x="34"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00" name="Freeform 361"/>
              <p:cNvSpPr>
                <a:spLocks/>
              </p:cNvSpPr>
              <p:nvPr/>
            </p:nvSpPr>
            <p:spPr bwMode="auto">
              <a:xfrm>
                <a:off x="5256" y="2316"/>
                <a:ext cx="70" cy="33"/>
              </a:xfrm>
              <a:custGeom>
                <a:avLst/>
                <a:gdLst>
                  <a:gd name="T0" fmla="*/ 32 w 34"/>
                  <a:gd name="T1" fmla="*/ 8 h 16"/>
                  <a:gd name="T2" fmla="*/ 14 w 34"/>
                  <a:gd name="T3" fmla="*/ 0 h 16"/>
                  <a:gd name="T4" fmla="*/ 2 w 34"/>
                  <a:gd name="T5" fmla="*/ 8 h 16"/>
                  <a:gd name="T6" fmla="*/ 20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1" y="4"/>
                      <a:pt x="22" y="0"/>
                      <a:pt x="14" y="0"/>
                    </a:cubicBezTo>
                    <a:cubicBezTo>
                      <a:pt x="6" y="0"/>
                      <a:pt x="0" y="4"/>
                      <a:pt x="2" y="8"/>
                    </a:cubicBezTo>
                    <a:cubicBezTo>
                      <a:pt x="4" y="13"/>
                      <a:pt x="12" y="16"/>
                      <a:pt x="20" y="16"/>
                    </a:cubicBezTo>
                    <a:cubicBezTo>
                      <a:pt x="29" y="16"/>
                      <a:pt x="34"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01" name="Freeform 362"/>
              <p:cNvSpPr>
                <a:spLocks/>
              </p:cNvSpPr>
              <p:nvPr/>
            </p:nvSpPr>
            <p:spPr bwMode="auto">
              <a:xfrm>
                <a:off x="5333" y="2316"/>
                <a:ext cx="70" cy="33"/>
              </a:xfrm>
              <a:custGeom>
                <a:avLst/>
                <a:gdLst>
                  <a:gd name="T0" fmla="*/ 32 w 34"/>
                  <a:gd name="T1" fmla="*/ 8 h 16"/>
                  <a:gd name="T2" fmla="*/ 14 w 34"/>
                  <a:gd name="T3" fmla="*/ 0 h 16"/>
                  <a:gd name="T4" fmla="*/ 2 w 34"/>
                  <a:gd name="T5" fmla="*/ 8 h 16"/>
                  <a:gd name="T6" fmla="*/ 21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1" y="4"/>
                      <a:pt x="22" y="0"/>
                      <a:pt x="14" y="0"/>
                    </a:cubicBezTo>
                    <a:cubicBezTo>
                      <a:pt x="6" y="0"/>
                      <a:pt x="0" y="4"/>
                      <a:pt x="2" y="8"/>
                    </a:cubicBezTo>
                    <a:cubicBezTo>
                      <a:pt x="4" y="13"/>
                      <a:pt x="12" y="16"/>
                      <a:pt x="21" y="16"/>
                    </a:cubicBezTo>
                    <a:cubicBezTo>
                      <a:pt x="29" y="16"/>
                      <a:pt x="34"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02" name="Freeform 363"/>
              <p:cNvSpPr>
                <a:spLocks/>
              </p:cNvSpPr>
              <p:nvPr/>
            </p:nvSpPr>
            <p:spPr bwMode="auto">
              <a:xfrm>
                <a:off x="5409" y="2316"/>
                <a:ext cx="70" cy="33"/>
              </a:xfrm>
              <a:custGeom>
                <a:avLst/>
                <a:gdLst>
                  <a:gd name="T0" fmla="*/ 33 w 34"/>
                  <a:gd name="T1" fmla="*/ 8 h 16"/>
                  <a:gd name="T2" fmla="*/ 14 w 34"/>
                  <a:gd name="T3" fmla="*/ 0 h 16"/>
                  <a:gd name="T4" fmla="*/ 2 w 34"/>
                  <a:gd name="T5" fmla="*/ 8 h 16"/>
                  <a:gd name="T6" fmla="*/ 21 w 34"/>
                  <a:gd name="T7" fmla="*/ 16 h 16"/>
                  <a:gd name="T8" fmla="*/ 33 w 34"/>
                  <a:gd name="T9" fmla="*/ 8 h 16"/>
                </a:gdLst>
                <a:ahLst/>
                <a:cxnLst>
                  <a:cxn ang="0">
                    <a:pos x="T0" y="T1"/>
                  </a:cxn>
                  <a:cxn ang="0">
                    <a:pos x="T2" y="T3"/>
                  </a:cxn>
                  <a:cxn ang="0">
                    <a:pos x="T4" y="T5"/>
                  </a:cxn>
                  <a:cxn ang="0">
                    <a:pos x="T6" y="T7"/>
                  </a:cxn>
                  <a:cxn ang="0">
                    <a:pos x="T8" y="T9"/>
                  </a:cxn>
                </a:cxnLst>
                <a:rect l="0" t="0" r="r" b="b"/>
                <a:pathLst>
                  <a:path w="34" h="16">
                    <a:moveTo>
                      <a:pt x="33" y="8"/>
                    </a:moveTo>
                    <a:cubicBezTo>
                      <a:pt x="31" y="4"/>
                      <a:pt x="22" y="0"/>
                      <a:pt x="14" y="0"/>
                    </a:cubicBezTo>
                    <a:cubicBezTo>
                      <a:pt x="6" y="0"/>
                      <a:pt x="0" y="4"/>
                      <a:pt x="2" y="8"/>
                    </a:cubicBezTo>
                    <a:cubicBezTo>
                      <a:pt x="4" y="13"/>
                      <a:pt x="12" y="16"/>
                      <a:pt x="21" y="16"/>
                    </a:cubicBezTo>
                    <a:cubicBezTo>
                      <a:pt x="29" y="16"/>
                      <a:pt x="34"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03" name="Freeform 364"/>
              <p:cNvSpPr>
                <a:spLocks/>
              </p:cNvSpPr>
              <p:nvPr/>
            </p:nvSpPr>
            <p:spPr bwMode="auto">
              <a:xfrm>
                <a:off x="5485" y="2316"/>
                <a:ext cx="72" cy="33"/>
              </a:xfrm>
              <a:custGeom>
                <a:avLst/>
                <a:gdLst>
                  <a:gd name="T0" fmla="*/ 33 w 35"/>
                  <a:gd name="T1" fmla="*/ 8 h 16"/>
                  <a:gd name="T2" fmla="*/ 14 w 35"/>
                  <a:gd name="T3" fmla="*/ 0 h 16"/>
                  <a:gd name="T4" fmla="*/ 2 w 35"/>
                  <a:gd name="T5" fmla="*/ 8 h 16"/>
                  <a:gd name="T6" fmla="*/ 21 w 35"/>
                  <a:gd name="T7" fmla="*/ 16 h 16"/>
                  <a:gd name="T8" fmla="*/ 33 w 35"/>
                  <a:gd name="T9" fmla="*/ 8 h 16"/>
                </a:gdLst>
                <a:ahLst/>
                <a:cxnLst>
                  <a:cxn ang="0">
                    <a:pos x="T0" y="T1"/>
                  </a:cxn>
                  <a:cxn ang="0">
                    <a:pos x="T2" y="T3"/>
                  </a:cxn>
                  <a:cxn ang="0">
                    <a:pos x="T4" y="T5"/>
                  </a:cxn>
                  <a:cxn ang="0">
                    <a:pos x="T6" y="T7"/>
                  </a:cxn>
                  <a:cxn ang="0">
                    <a:pos x="T8" y="T9"/>
                  </a:cxn>
                </a:cxnLst>
                <a:rect l="0" t="0" r="r" b="b"/>
                <a:pathLst>
                  <a:path w="35" h="16">
                    <a:moveTo>
                      <a:pt x="33" y="8"/>
                    </a:moveTo>
                    <a:cubicBezTo>
                      <a:pt x="31" y="4"/>
                      <a:pt x="22" y="0"/>
                      <a:pt x="14" y="0"/>
                    </a:cubicBezTo>
                    <a:cubicBezTo>
                      <a:pt x="6" y="0"/>
                      <a:pt x="0" y="4"/>
                      <a:pt x="2" y="8"/>
                    </a:cubicBezTo>
                    <a:cubicBezTo>
                      <a:pt x="4" y="13"/>
                      <a:pt x="13" y="16"/>
                      <a:pt x="21" y="16"/>
                    </a:cubicBezTo>
                    <a:cubicBezTo>
                      <a:pt x="29" y="16"/>
                      <a:pt x="35"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04" name="Freeform 365"/>
              <p:cNvSpPr>
                <a:spLocks/>
              </p:cNvSpPr>
              <p:nvPr/>
            </p:nvSpPr>
            <p:spPr bwMode="auto">
              <a:xfrm>
                <a:off x="5562" y="2316"/>
                <a:ext cx="72" cy="33"/>
              </a:xfrm>
              <a:custGeom>
                <a:avLst/>
                <a:gdLst>
                  <a:gd name="T0" fmla="*/ 33 w 35"/>
                  <a:gd name="T1" fmla="*/ 8 h 16"/>
                  <a:gd name="T2" fmla="*/ 14 w 35"/>
                  <a:gd name="T3" fmla="*/ 0 h 16"/>
                  <a:gd name="T4" fmla="*/ 2 w 35"/>
                  <a:gd name="T5" fmla="*/ 8 h 16"/>
                  <a:gd name="T6" fmla="*/ 21 w 35"/>
                  <a:gd name="T7" fmla="*/ 16 h 16"/>
                  <a:gd name="T8" fmla="*/ 33 w 35"/>
                  <a:gd name="T9" fmla="*/ 8 h 16"/>
                </a:gdLst>
                <a:ahLst/>
                <a:cxnLst>
                  <a:cxn ang="0">
                    <a:pos x="T0" y="T1"/>
                  </a:cxn>
                  <a:cxn ang="0">
                    <a:pos x="T2" y="T3"/>
                  </a:cxn>
                  <a:cxn ang="0">
                    <a:pos x="T4" y="T5"/>
                  </a:cxn>
                  <a:cxn ang="0">
                    <a:pos x="T6" y="T7"/>
                  </a:cxn>
                  <a:cxn ang="0">
                    <a:pos x="T8" y="T9"/>
                  </a:cxn>
                </a:cxnLst>
                <a:rect l="0" t="0" r="r" b="b"/>
                <a:pathLst>
                  <a:path w="35" h="16">
                    <a:moveTo>
                      <a:pt x="33" y="8"/>
                    </a:moveTo>
                    <a:cubicBezTo>
                      <a:pt x="31" y="4"/>
                      <a:pt x="22" y="0"/>
                      <a:pt x="14" y="0"/>
                    </a:cubicBezTo>
                    <a:cubicBezTo>
                      <a:pt x="6" y="0"/>
                      <a:pt x="0" y="4"/>
                      <a:pt x="2" y="8"/>
                    </a:cubicBezTo>
                    <a:cubicBezTo>
                      <a:pt x="4" y="13"/>
                      <a:pt x="13" y="16"/>
                      <a:pt x="21" y="16"/>
                    </a:cubicBezTo>
                    <a:cubicBezTo>
                      <a:pt x="30" y="16"/>
                      <a:pt x="35"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05" name="Freeform 366"/>
              <p:cNvSpPr>
                <a:spLocks/>
              </p:cNvSpPr>
              <p:nvPr/>
            </p:nvSpPr>
            <p:spPr bwMode="auto">
              <a:xfrm>
                <a:off x="5638" y="2316"/>
                <a:ext cx="72" cy="33"/>
              </a:xfrm>
              <a:custGeom>
                <a:avLst/>
                <a:gdLst>
                  <a:gd name="T0" fmla="*/ 33 w 35"/>
                  <a:gd name="T1" fmla="*/ 8 h 16"/>
                  <a:gd name="T2" fmla="*/ 14 w 35"/>
                  <a:gd name="T3" fmla="*/ 0 h 16"/>
                  <a:gd name="T4" fmla="*/ 3 w 35"/>
                  <a:gd name="T5" fmla="*/ 8 h 16"/>
                  <a:gd name="T6" fmla="*/ 22 w 35"/>
                  <a:gd name="T7" fmla="*/ 16 h 16"/>
                  <a:gd name="T8" fmla="*/ 33 w 35"/>
                  <a:gd name="T9" fmla="*/ 8 h 16"/>
                </a:gdLst>
                <a:ahLst/>
                <a:cxnLst>
                  <a:cxn ang="0">
                    <a:pos x="T0" y="T1"/>
                  </a:cxn>
                  <a:cxn ang="0">
                    <a:pos x="T2" y="T3"/>
                  </a:cxn>
                  <a:cxn ang="0">
                    <a:pos x="T4" y="T5"/>
                  </a:cxn>
                  <a:cxn ang="0">
                    <a:pos x="T6" y="T7"/>
                  </a:cxn>
                  <a:cxn ang="0">
                    <a:pos x="T8" y="T9"/>
                  </a:cxn>
                </a:cxnLst>
                <a:rect l="0" t="0" r="r" b="b"/>
                <a:pathLst>
                  <a:path w="35" h="16">
                    <a:moveTo>
                      <a:pt x="33" y="8"/>
                    </a:moveTo>
                    <a:cubicBezTo>
                      <a:pt x="31" y="4"/>
                      <a:pt x="22" y="0"/>
                      <a:pt x="14" y="0"/>
                    </a:cubicBezTo>
                    <a:cubicBezTo>
                      <a:pt x="5" y="0"/>
                      <a:pt x="0" y="4"/>
                      <a:pt x="3" y="8"/>
                    </a:cubicBezTo>
                    <a:cubicBezTo>
                      <a:pt x="5" y="13"/>
                      <a:pt x="13" y="16"/>
                      <a:pt x="22" y="16"/>
                    </a:cubicBezTo>
                    <a:cubicBezTo>
                      <a:pt x="30" y="16"/>
                      <a:pt x="35"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06" name="Freeform 367"/>
              <p:cNvSpPr>
                <a:spLocks/>
              </p:cNvSpPr>
              <p:nvPr/>
            </p:nvSpPr>
            <p:spPr bwMode="auto">
              <a:xfrm>
                <a:off x="5714" y="2316"/>
                <a:ext cx="72" cy="33"/>
              </a:xfrm>
              <a:custGeom>
                <a:avLst/>
                <a:gdLst>
                  <a:gd name="T0" fmla="*/ 33 w 35"/>
                  <a:gd name="T1" fmla="*/ 8 h 16"/>
                  <a:gd name="T2" fmla="*/ 14 w 35"/>
                  <a:gd name="T3" fmla="*/ 0 h 16"/>
                  <a:gd name="T4" fmla="*/ 3 w 35"/>
                  <a:gd name="T5" fmla="*/ 8 h 16"/>
                  <a:gd name="T6" fmla="*/ 22 w 35"/>
                  <a:gd name="T7" fmla="*/ 16 h 16"/>
                  <a:gd name="T8" fmla="*/ 33 w 35"/>
                  <a:gd name="T9" fmla="*/ 8 h 16"/>
                </a:gdLst>
                <a:ahLst/>
                <a:cxnLst>
                  <a:cxn ang="0">
                    <a:pos x="T0" y="T1"/>
                  </a:cxn>
                  <a:cxn ang="0">
                    <a:pos x="T2" y="T3"/>
                  </a:cxn>
                  <a:cxn ang="0">
                    <a:pos x="T4" y="T5"/>
                  </a:cxn>
                  <a:cxn ang="0">
                    <a:pos x="T6" y="T7"/>
                  </a:cxn>
                  <a:cxn ang="0">
                    <a:pos x="T8" y="T9"/>
                  </a:cxn>
                </a:cxnLst>
                <a:rect l="0" t="0" r="r" b="b"/>
                <a:pathLst>
                  <a:path w="35" h="16">
                    <a:moveTo>
                      <a:pt x="33" y="8"/>
                    </a:moveTo>
                    <a:cubicBezTo>
                      <a:pt x="31" y="4"/>
                      <a:pt x="22" y="0"/>
                      <a:pt x="14" y="0"/>
                    </a:cubicBezTo>
                    <a:cubicBezTo>
                      <a:pt x="5" y="0"/>
                      <a:pt x="0" y="4"/>
                      <a:pt x="3" y="8"/>
                    </a:cubicBezTo>
                    <a:cubicBezTo>
                      <a:pt x="5" y="13"/>
                      <a:pt x="13" y="16"/>
                      <a:pt x="22" y="16"/>
                    </a:cubicBezTo>
                    <a:cubicBezTo>
                      <a:pt x="30" y="16"/>
                      <a:pt x="35"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07" name="Freeform 368"/>
              <p:cNvSpPr>
                <a:spLocks/>
              </p:cNvSpPr>
              <p:nvPr/>
            </p:nvSpPr>
            <p:spPr bwMode="auto">
              <a:xfrm>
                <a:off x="4194" y="2357"/>
                <a:ext cx="66" cy="33"/>
              </a:xfrm>
              <a:custGeom>
                <a:avLst/>
                <a:gdLst>
                  <a:gd name="T0" fmla="*/ 31 w 32"/>
                  <a:gd name="T1" fmla="*/ 8 h 16"/>
                  <a:gd name="T2" fmla="*/ 15 w 32"/>
                  <a:gd name="T3" fmla="*/ 0 h 16"/>
                  <a:gd name="T4" fmla="*/ 0 w 32"/>
                  <a:gd name="T5" fmla="*/ 8 h 16"/>
                  <a:gd name="T6" fmla="*/ 17 w 32"/>
                  <a:gd name="T7" fmla="*/ 16 h 16"/>
                  <a:gd name="T8" fmla="*/ 31 w 32"/>
                  <a:gd name="T9" fmla="*/ 8 h 16"/>
                </a:gdLst>
                <a:ahLst/>
                <a:cxnLst>
                  <a:cxn ang="0">
                    <a:pos x="T0" y="T1"/>
                  </a:cxn>
                  <a:cxn ang="0">
                    <a:pos x="T2" y="T3"/>
                  </a:cxn>
                  <a:cxn ang="0">
                    <a:pos x="T4" y="T5"/>
                  </a:cxn>
                  <a:cxn ang="0">
                    <a:pos x="T6" y="T7"/>
                  </a:cxn>
                  <a:cxn ang="0">
                    <a:pos x="T8" y="T9"/>
                  </a:cxn>
                </a:cxnLst>
                <a:rect l="0" t="0" r="r" b="b"/>
                <a:pathLst>
                  <a:path w="32" h="16">
                    <a:moveTo>
                      <a:pt x="31" y="8"/>
                    </a:moveTo>
                    <a:cubicBezTo>
                      <a:pt x="30" y="4"/>
                      <a:pt x="23" y="0"/>
                      <a:pt x="15" y="0"/>
                    </a:cubicBezTo>
                    <a:cubicBezTo>
                      <a:pt x="6" y="0"/>
                      <a:pt x="0" y="4"/>
                      <a:pt x="0" y="8"/>
                    </a:cubicBezTo>
                    <a:cubicBezTo>
                      <a:pt x="1" y="13"/>
                      <a:pt x="8" y="16"/>
                      <a:pt x="17" y="16"/>
                    </a:cubicBezTo>
                    <a:cubicBezTo>
                      <a:pt x="25" y="16"/>
                      <a:pt x="32"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08" name="Freeform 369"/>
              <p:cNvSpPr>
                <a:spLocks/>
              </p:cNvSpPr>
              <p:nvPr/>
            </p:nvSpPr>
            <p:spPr bwMode="auto">
              <a:xfrm>
                <a:off x="4270" y="2357"/>
                <a:ext cx="66" cy="33"/>
              </a:xfrm>
              <a:custGeom>
                <a:avLst/>
                <a:gdLst>
                  <a:gd name="T0" fmla="*/ 31 w 32"/>
                  <a:gd name="T1" fmla="*/ 8 h 16"/>
                  <a:gd name="T2" fmla="*/ 15 w 32"/>
                  <a:gd name="T3" fmla="*/ 0 h 16"/>
                  <a:gd name="T4" fmla="*/ 1 w 32"/>
                  <a:gd name="T5" fmla="*/ 8 h 16"/>
                  <a:gd name="T6" fmla="*/ 17 w 32"/>
                  <a:gd name="T7" fmla="*/ 16 h 16"/>
                  <a:gd name="T8" fmla="*/ 31 w 32"/>
                  <a:gd name="T9" fmla="*/ 8 h 16"/>
                </a:gdLst>
                <a:ahLst/>
                <a:cxnLst>
                  <a:cxn ang="0">
                    <a:pos x="T0" y="T1"/>
                  </a:cxn>
                  <a:cxn ang="0">
                    <a:pos x="T2" y="T3"/>
                  </a:cxn>
                  <a:cxn ang="0">
                    <a:pos x="T4" y="T5"/>
                  </a:cxn>
                  <a:cxn ang="0">
                    <a:pos x="T6" y="T7"/>
                  </a:cxn>
                  <a:cxn ang="0">
                    <a:pos x="T8" y="T9"/>
                  </a:cxn>
                </a:cxnLst>
                <a:rect l="0" t="0" r="r" b="b"/>
                <a:pathLst>
                  <a:path w="32" h="16">
                    <a:moveTo>
                      <a:pt x="31" y="8"/>
                    </a:moveTo>
                    <a:cubicBezTo>
                      <a:pt x="31" y="4"/>
                      <a:pt x="23" y="0"/>
                      <a:pt x="15" y="0"/>
                    </a:cubicBezTo>
                    <a:cubicBezTo>
                      <a:pt x="7" y="0"/>
                      <a:pt x="0" y="4"/>
                      <a:pt x="1" y="8"/>
                    </a:cubicBezTo>
                    <a:cubicBezTo>
                      <a:pt x="2" y="13"/>
                      <a:pt x="9" y="16"/>
                      <a:pt x="17" y="16"/>
                    </a:cubicBezTo>
                    <a:cubicBezTo>
                      <a:pt x="26" y="16"/>
                      <a:pt x="32"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09" name="Freeform 370"/>
              <p:cNvSpPr>
                <a:spLocks/>
              </p:cNvSpPr>
              <p:nvPr/>
            </p:nvSpPr>
            <p:spPr bwMode="auto">
              <a:xfrm>
                <a:off x="4348" y="2357"/>
                <a:ext cx="67" cy="33"/>
              </a:xfrm>
              <a:custGeom>
                <a:avLst/>
                <a:gdLst>
                  <a:gd name="T0" fmla="*/ 31 w 32"/>
                  <a:gd name="T1" fmla="*/ 8 h 16"/>
                  <a:gd name="T2" fmla="*/ 14 w 32"/>
                  <a:gd name="T3" fmla="*/ 0 h 16"/>
                  <a:gd name="T4" fmla="*/ 0 w 32"/>
                  <a:gd name="T5" fmla="*/ 8 h 16"/>
                  <a:gd name="T6" fmla="*/ 17 w 32"/>
                  <a:gd name="T7" fmla="*/ 16 h 16"/>
                  <a:gd name="T8" fmla="*/ 31 w 32"/>
                  <a:gd name="T9" fmla="*/ 8 h 16"/>
                </a:gdLst>
                <a:ahLst/>
                <a:cxnLst>
                  <a:cxn ang="0">
                    <a:pos x="T0" y="T1"/>
                  </a:cxn>
                  <a:cxn ang="0">
                    <a:pos x="T2" y="T3"/>
                  </a:cxn>
                  <a:cxn ang="0">
                    <a:pos x="T4" y="T5"/>
                  </a:cxn>
                  <a:cxn ang="0">
                    <a:pos x="T6" y="T7"/>
                  </a:cxn>
                  <a:cxn ang="0">
                    <a:pos x="T8" y="T9"/>
                  </a:cxn>
                </a:cxnLst>
                <a:rect l="0" t="0" r="r" b="b"/>
                <a:pathLst>
                  <a:path w="32" h="16">
                    <a:moveTo>
                      <a:pt x="31" y="8"/>
                    </a:moveTo>
                    <a:cubicBezTo>
                      <a:pt x="30" y="4"/>
                      <a:pt x="23" y="0"/>
                      <a:pt x="14" y="0"/>
                    </a:cubicBezTo>
                    <a:cubicBezTo>
                      <a:pt x="6" y="0"/>
                      <a:pt x="0" y="4"/>
                      <a:pt x="0" y="8"/>
                    </a:cubicBezTo>
                    <a:cubicBezTo>
                      <a:pt x="1" y="13"/>
                      <a:pt x="9" y="16"/>
                      <a:pt x="17" y="16"/>
                    </a:cubicBezTo>
                    <a:cubicBezTo>
                      <a:pt x="26" y="16"/>
                      <a:pt x="32"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10" name="Freeform 371"/>
              <p:cNvSpPr>
                <a:spLocks/>
              </p:cNvSpPr>
              <p:nvPr/>
            </p:nvSpPr>
            <p:spPr bwMode="auto">
              <a:xfrm>
                <a:off x="4425" y="2357"/>
                <a:ext cx="66" cy="33"/>
              </a:xfrm>
              <a:custGeom>
                <a:avLst/>
                <a:gdLst>
                  <a:gd name="T0" fmla="*/ 31 w 32"/>
                  <a:gd name="T1" fmla="*/ 8 h 16"/>
                  <a:gd name="T2" fmla="*/ 15 w 32"/>
                  <a:gd name="T3" fmla="*/ 0 h 16"/>
                  <a:gd name="T4" fmla="*/ 1 w 32"/>
                  <a:gd name="T5" fmla="*/ 8 h 16"/>
                  <a:gd name="T6" fmla="*/ 18 w 32"/>
                  <a:gd name="T7" fmla="*/ 16 h 16"/>
                  <a:gd name="T8" fmla="*/ 31 w 32"/>
                  <a:gd name="T9" fmla="*/ 8 h 16"/>
                </a:gdLst>
                <a:ahLst/>
                <a:cxnLst>
                  <a:cxn ang="0">
                    <a:pos x="T0" y="T1"/>
                  </a:cxn>
                  <a:cxn ang="0">
                    <a:pos x="T2" y="T3"/>
                  </a:cxn>
                  <a:cxn ang="0">
                    <a:pos x="T4" y="T5"/>
                  </a:cxn>
                  <a:cxn ang="0">
                    <a:pos x="T6" y="T7"/>
                  </a:cxn>
                  <a:cxn ang="0">
                    <a:pos x="T8" y="T9"/>
                  </a:cxn>
                </a:cxnLst>
                <a:rect l="0" t="0" r="r" b="b"/>
                <a:pathLst>
                  <a:path w="32" h="16">
                    <a:moveTo>
                      <a:pt x="31" y="8"/>
                    </a:moveTo>
                    <a:cubicBezTo>
                      <a:pt x="30" y="4"/>
                      <a:pt x="23" y="0"/>
                      <a:pt x="15" y="0"/>
                    </a:cubicBezTo>
                    <a:cubicBezTo>
                      <a:pt x="6" y="0"/>
                      <a:pt x="0" y="4"/>
                      <a:pt x="1" y="8"/>
                    </a:cubicBezTo>
                    <a:cubicBezTo>
                      <a:pt x="2" y="13"/>
                      <a:pt x="9" y="16"/>
                      <a:pt x="18" y="16"/>
                    </a:cubicBezTo>
                    <a:cubicBezTo>
                      <a:pt x="26" y="16"/>
                      <a:pt x="32"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11" name="Freeform 372"/>
              <p:cNvSpPr>
                <a:spLocks/>
              </p:cNvSpPr>
              <p:nvPr/>
            </p:nvSpPr>
            <p:spPr bwMode="auto">
              <a:xfrm>
                <a:off x="4501" y="2357"/>
                <a:ext cx="68" cy="33"/>
              </a:xfrm>
              <a:custGeom>
                <a:avLst/>
                <a:gdLst>
                  <a:gd name="T0" fmla="*/ 32 w 33"/>
                  <a:gd name="T1" fmla="*/ 8 h 16"/>
                  <a:gd name="T2" fmla="*/ 15 w 33"/>
                  <a:gd name="T3" fmla="*/ 0 h 16"/>
                  <a:gd name="T4" fmla="*/ 1 w 33"/>
                  <a:gd name="T5" fmla="*/ 8 h 16"/>
                  <a:gd name="T6" fmla="*/ 18 w 33"/>
                  <a:gd name="T7" fmla="*/ 16 h 16"/>
                  <a:gd name="T8" fmla="*/ 32 w 33"/>
                  <a:gd name="T9" fmla="*/ 8 h 16"/>
                </a:gdLst>
                <a:ahLst/>
                <a:cxnLst>
                  <a:cxn ang="0">
                    <a:pos x="T0" y="T1"/>
                  </a:cxn>
                  <a:cxn ang="0">
                    <a:pos x="T2" y="T3"/>
                  </a:cxn>
                  <a:cxn ang="0">
                    <a:pos x="T4" y="T5"/>
                  </a:cxn>
                  <a:cxn ang="0">
                    <a:pos x="T6" y="T7"/>
                  </a:cxn>
                  <a:cxn ang="0">
                    <a:pos x="T8" y="T9"/>
                  </a:cxn>
                </a:cxnLst>
                <a:rect l="0" t="0" r="r" b="b"/>
                <a:pathLst>
                  <a:path w="33" h="16">
                    <a:moveTo>
                      <a:pt x="32" y="8"/>
                    </a:moveTo>
                    <a:cubicBezTo>
                      <a:pt x="31" y="4"/>
                      <a:pt x="23" y="0"/>
                      <a:pt x="15" y="0"/>
                    </a:cubicBezTo>
                    <a:cubicBezTo>
                      <a:pt x="6" y="0"/>
                      <a:pt x="0" y="4"/>
                      <a:pt x="1" y="8"/>
                    </a:cubicBezTo>
                    <a:cubicBezTo>
                      <a:pt x="2" y="13"/>
                      <a:pt x="10" y="16"/>
                      <a:pt x="18" y="16"/>
                    </a:cubicBezTo>
                    <a:cubicBezTo>
                      <a:pt x="27" y="16"/>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12" name="Freeform 373"/>
              <p:cNvSpPr>
                <a:spLocks/>
              </p:cNvSpPr>
              <p:nvPr/>
            </p:nvSpPr>
            <p:spPr bwMode="auto">
              <a:xfrm>
                <a:off x="4580" y="2357"/>
                <a:ext cx="66" cy="33"/>
              </a:xfrm>
              <a:custGeom>
                <a:avLst/>
                <a:gdLst>
                  <a:gd name="T0" fmla="*/ 31 w 32"/>
                  <a:gd name="T1" fmla="*/ 8 h 16"/>
                  <a:gd name="T2" fmla="*/ 14 w 32"/>
                  <a:gd name="T3" fmla="*/ 0 h 16"/>
                  <a:gd name="T4" fmla="*/ 1 w 32"/>
                  <a:gd name="T5" fmla="*/ 8 h 16"/>
                  <a:gd name="T6" fmla="*/ 18 w 32"/>
                  <a:gd name="T7" fmla="*/ 16 h 16"/>
                  <a:gd name="T8" fmla="*/ 31 w 32"/>
                  <a:gd name="T9" fmla="*/ 8 h 16"/>
                </a:gdLst>
                <a:ahLst/>
                <a:cxnLst>
                  <a:cxn ang="0">
                    <a:pos x="T0" y="T1"/>
                  </a:cxn>
                  <a:cxn ang="0">
                    <a:pos x="T2" y="T3"/>
                  </a:cxn>
                  <a:cxn ang="0">
                    <a:pos x="T4" y="T5"/>
                  </a:cxn>
                  <a:cxn ang="0">
                    <a:pos x="T6" y="T7"/>
                  </a:cxn>
                  <a:cxn ang="0">
                    <a:pos x="T8" y="T9"/>
                  </a:cxn>
                </a:cxnLst>
                <a:rect l="0" t="0" r="r" b="b"/>
                <a:pathLst>
                  <a:path w="32" h="16">
                    <a:moveTo>
                      <a:pt x="31" y="8"/>
                    </a:moveTo>
                    <a:cubicBezTo>
                      <a:pt x="30" y="4"/>
                      <a:pt x="23" y="0"/>
                      <a:pt x="14" y="0"/>
                    </a:cubicBezTo>
                    <a:cubicBezTo>
                      <a:pt x="6" y="0"/>
                      <a:pt x="0" y="4"/>
                      <a:pt x="1" y="8"/>
                    </a:cubicBezTo>
                    <a:cubicBezTo>
                      <a:pt x="2" y="13"/>
                      <a:pt x="9" y="16"/>
                      <a:pt x="18" y="16"/>
                    </a:cubicBezTo>
                    <a:cubicBezTo>
                      <a:pt x="26" y="16"/>
                      <a:pt x="32"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13" name="Freeform 374"/>
              <p:cNvSpPr>
                <a:spLocks/>
              </p:cNvSpPr>
              <p:nvPr/>
            </p:nvSpPr>
            <p:spPr bwMode="auto">
              <a:xfrm>
                <a:off x="4656" y="2357"/>
                <a:ext cx="68" cy="33"/>
              </a:xfrm>
              <a:custGeom>
                <a:avLst/>
                <a:gdLst>
                  <a:gd name="T0" fmla="*/ 32 w 33"/>
                  <a:gd name="T1" fmla="*/ 8 h 16"/>
                  <a:gd name="T2" fmla="*/ 14 w 33"/>
                  <a:gd name="T3" fmla="*/ 0 h 16"/>
                  <a:gd name="T4" fmla="*/ 1 w 33"/>
                  <a:gd name="T5" fmla="*/ 8 h 16"/>
                  <a:gd name="T6" fmla="*/ 18 w 33"/>
                  <a:gd name="T7" fmla="*/ 16 h 16"/>
                  <a:gd name="T8" fmla="*/ 32 w 33"/>
                  <a:gd name="T9" fmla="*/ 8 h 16"/>
                </a:gdLst>
                <a:ahLst/>
                <a:cxnLst>
                  <a:cxn ang="0">
                    <a:pos x="T0" y="T1"/>
                  </a:cxn>
                  <a:cxn ang="0">
                    <a:pos x="T2" y="T3"/>
                  </a:cxn>
                  <a:cxn ang="0">
                    <a:pos x="T4" y="T5"/>
                  </a:cxn>
                  <a:cxn ang="0">
                    <a:pos x="T6" y="T7"/>
                  </a:cxn>
                  <a:cxn ang="0">
                    <a:pos x="T8" y="T9"/>
                  </a:cxn>
                </a:cxnLst>
                <a:rect l="0" t="0" r="r" b="b"/>
                <a:pathLst>
                  <a:path w="33" h="16">
                    <a:moveTo>
                      <a:pt x="32" y="8"/>
                    </a:moveTo>
                    <a:cubicBezTo>
                      <a:pt x="31" y="4"/>
                      <a:pt x="23" y="0"/>
                      <a:pt x="14" y="0"/>
                    </a:cubicBezTo>
                    <a:cubicBezTo>
                      <a:pt x="6" y="0"/>
                      <a:pt x="0" y="4"/>
                      <a:pt x="1" y="8"/>
                    </a:cubicBezTo>
                    <a:cubicBezTo>
                      <a:pt x="2" y="13"/>
                      <a:pt x="10" y="16"/>
                      <a:pt x="18" y="16"/>
                    </a:cubicBezTo>
                    <a:cubicBezTo>
                      <a:pt x="27" y="16"/>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14" name="Freeform 375"/>
              <p:cNvSpPr>
                <a:spLocks/>
              </p:cNvSpPr>
              <p:nvPr/>
            </p:nvSpPr>
            <p:spPr bwMode="auto">
              <a:xfrm>
                <a:off x="4732" y="2357"/>
                <a:ext cx="68" cy="33"/>
              </a:xfrm>
              <a:custGeom>
                <a:avLst/>
                <a:gdLst>
                  <a:gd name="T0" fmla="*/ 32 w 33"/>
                  <a:gd name="T1" fmla="*/ 8 h 16"/>
                  <a:gd name="T2" fmla="*/ 15 w 33"/>
                  <a:gd name="T3" fmla="*/ 0 h 16"/>
                  <a:gd name="T4" fmla="*/ 2 w 33"/>
                  <a:gd name="T5" fmla="*/ 8 h 16"/>
                  <a:gd name="T6" fmla="*/ 19 w 33"/>
                  <a:gd name="T7" fmla="*/ 16 h 16"/>
                  <a:gd name="T8" fmla="*/ 32 w 33"/>
                  <a:gd name="T9" fmla="*/ 8 h 16"/>
                </a:gdLst>
                <a:ahLst/>
                <a:cxnLst>
                  <a:cxn ang="0">
                    <a:pos x="T0" y="T1"/>
                  </a:cxn>
                  <a:cxn ang="0">
                    <a:pos x="T2" y="T3"/>
                  </a:cxn>
                  <a:cxn ang="0">
                    <a:pos x="T4" y="T5"/>
                  </a:cxn>
                  <a:cxn ang="0">
                    <a:pos x="T6" y="T7"/>
                  </a:cxn>
                  <a:cxn ang="0">
                    <a:pos x="T8" y="T9"/>
                  </a:cxn>
                </a:cxnLst>
                <a:rect l="0" t="0" r="r" b="b"/>
                <a:pathLst>
                  <a:path w="33" h="16">
                    <a:moveTo>
                      <a:pt x="32" y="8"/>
                    </a:moveTo>
                    <a:cubicBezTo>
                      <a:pt x="31" y="4"/>
                      <a:pt x="23" y="0"/>
                      <a:pt x="15" y="0"/>
                    </a:cubicBezTo>
                    <a:cubicBezTo>
                      <a:pt x="6" y="0"/>
                      <a:pt x="0" y="4"/>
                      <a:pt x="2" y="8"/>
                    </a:cubicBezTo>
                    <a:cubicBezTo>
                      <a:pt x="3" y="13"/>
                      <a:pt x="11" y="16"/>
                      <a:pt x="19" y="16"/>
                    </a:cubicBezTo>
                    <a:cubicBezTo>
                      <a:pt x="28" y="16"/>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15" name="Freeform 376"/>
              <p:cNvSpPr>
                <a:spLocks/>
              </p:cNvSpPr>
              <p:nvPr/>
            </p:nvSpPr>
            <p:spPr bwMode="auto">
              <a:xfrm>
                <a:off x="4811" y="2357"/>
                <a:ext cx="68" cy="33"/>
              </a:xfrm>
              <a:custGeom>
                <a:avLst/>
                <a:gdLst>
                  <a:gd name="T0" fmla="*/ 32 w 33"/>
                  <a:gd name="T1" fmla="*/ 8 h 16"/>
                  <a:gd name="T2" fmla="*/ 14 w 33"/>
                  <a:gd name="T3" fmla="*/ 0 h 16"/>
                  <a:gd name="T4" fmla="*/ 1 w 33"/>
                  <a:gd name="T5" fmla="*/ 8 h 16"/>
                  <a:gd name="T6" fmla="*/ 19 w 33"/>
                  <a:gd name="T7" fmla="*/ 16 h 16"/>
                  <a:gd name="T8" fmla="*/ 32 w 33"/>
                  <a:gd name="T9" fmla="*/ 8 h 16"/>
                </a:gdLst>
                <a:ahLst/>
                <a:cxnLst>
                  <a:cxn ang="0">
                    <a:pos x="T0" y="T1"/>
                  </a:cxn>
                  <a:cxn ang="0">
                    <a:pos x="T2" y="T3"/>
                  </a:cxn>
                  <a:cxn ang="0">
                    <a:pos x="T4" y="T5"/>
                  </a:cxn>
                  <a:cxn ang="0">
                    <a:pos x="T6" y="T7"/>
                  </a:cxn>
                  <a:cxn ang="0">
                    <a:pos x="T8" y="T9"/>
                  </a:cxn>
                </a:cxnLst>
                <a:rect l="0" t="0" r="r" b="b"/>
                <a:pathLst>
                  <a:path w="33" h="16">
                    <a:moveTo>
                      <a:pt x="32" y="8"/>
                    </a:moveTo>
                    <a:cubicBezTo>
                      <a:pt x="30" y="4"/>
                      <a:pt x="22" y="0"/>
                      <a:pt x="14" y="0"/>
                    </a:cubicBezTo>
                    <a:cubicBezTo>
                      <a:pt x="6" y="0"/>
                      <a:pt x="0" y="4"/>
                      <a:pt x="1" y="8"/>
                    </a:cubicBezTo>
                    <a:cubicBezTo>
                      <a:pt x="2" y="13"/>
                      <a:pt x="10" y="16"/>
                      <a:pt x="19" y="16"/>
                    </a:cubicBezTo>
                    <a:cubicBezTo>
                      <a:pt x="27" y="16"/>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16" name="Freeform 377"/>
              <p:cNvSpPr>
                <a:spLocks/>
              </p:cNvSpPr>
              <p:nvPr/>
            </p:nvSpPr>
            <p:spPr bwMode="auto">
              <a:xfrm>
                <a:off x="4887" y="2357"/>
                <a:ext cx="68" cy="33"/>
              </a:xfrm>
              <a:custGeom>
                <a:avLst/>
                <a:gdLst>
                  <a:gd name="T0" fmla="*/ 32 w 33"/>
                  <a:gd name="T1" fmla="*/ 8 h 16"/>
                  <a:gd name="T2" fmla="*/ 14 w 33"/>
                  <a:gd name="T3" fmla="*/ 0 h 16"/>
                  <a:gd name="T4" fmla="*/ 1 w 33"/>
                  <a:gd name="T5" fmla="*/ 8 h 16"/>
                  <a:gd name="T6" fmla="*/ 19 w 33"/>
                  <a:gd name="T7" fmla="*/ 16 h 16"/>
                  <a:gd name="T8" fmla="*/ 32 w 33"/>
                  <a:gd name="T9" fmla="*/ 8 h 16"/>
                </a:gdLst>
                <a:ahLst/>
                <a:cxnLst>
                  <a:cxn ang="0">
                    <a:pos x="T0" y="T1"/>
                  </a:cxn>
                  <a:cxn ang="0">
                    <a:pos x="T2" y="T3"/>
                  </a:cxn>
                  <a:cxn ang="0">
                    <a:pos x="T4" y="T5"/>
                  </a:cxn>
                  <a:cxn ang="0">
                    <a:pos x="T6" y="T7"/>
                  </a:cxn>
                  <a:cxn ang="0">
                    <a:pos x="T8" y="T9"/>
                  </a:cxn>
                </a:cxnLst>
                <a:rect l="0" t="0" r="r" b="b"/>
                <a:pathLst>
                  <a:path w="33" h="16">
                    <a:moveTo>
                      <a:pt x="32" y="8"/>
                    </a:moveTo>
                    <a:cubicBezTo>
                      <a:pt x="31" y="4"/>
                      <a:pt x="23" y="0"/>
                      <a:pt x="14" y="0"/>
                    </a:cubicBezTo>
                    <a:cubicBezTo>
                      <a:pt x="6" y="0"/>
                      <a:pt x="0" y="4"/>
                      <a:pt x="1" y="8"/>
                    </a:cubicBezTo>
                    <a:cubicBezTo>
                      <a:pt x="3" y="13"/>
                      <a:pt x="11" y="16"/>
                      <a:pt x="19" y="16"/>
                    </a:cubicBezTo>
                    <a:cubicBezTo>
                      <a:pt x="28" y="16"/>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17" name="Freeform 378"/>
              <p:cNvSpPr>
                <a:spLocks/>
              </p:cNvSpPr>
              <p:nvPr/>
            </p:nvSpPr>
            <p:spPr bwMode="auto">
              <a:xfrm>
                <a:off x="4965" y="2357"/>
                <a:ext cx="68" cy="33"/>
              </a:xfrm>
              <a:custGeom>
                <a:avLst/>
                <a:gdLst>
                  <a:gd name="T0" fmla="*/ 32 w 33"/>
                  <a:gd name="T1" fmla="*/ 8 h 16"/>
                  <a:gd name="T2" fmla="*/ 14 w 33"/>
                  <a:gd name="T3" fmla="*/ 0 h 16"/>
                  <a:gd name="T4" fmla="*/ 1 w 33"/>
                  <a:gd name="T5" fmla="*/ 8 h 16"/>
                  <a:gd name="T6" fmla="*/ 19 w 33"/>
                  <a:gd name="T7" fmla="*/ 16 h 16"/>
                  <a:gd name="T8" fmla="*/ 32 w 33"/>
                  <a:gd name="T9" fmla="*/ 8 h 16"/>
                </a:gdLst>
                <a:ahLst/>
                <a:cxnLst>
                  <a:cxn ang="0">
                    <a:pos x="T0" y="T1"/>
                  </a:cxn>
                  <a:cxn ang="0">
                    <a:pos x="T2" y="T3"/>
                  </a:cxn>
                  <a:cxn ang="0">
                    <a:pos x="T4" y="T5"/>
                  </a:cxn>
                  <a:cxn ang="0">
                    <a:pos x="T6" y="T7"/>
                  </a:cxn>
                  <a:cxn ang="0">
                    <a:pos x="T8" y="T9"/>
                  </a:cxn>
                </a:cxnLst>
                <a:rect l="0" t="0" r="r" b="b"/>
                <a:pathLst>
                  <a:path w="33" h="16">
                    <a:moveTo>
                      <a:pt x="32" y="8"/>
                    </a:moveTo>
                    <a:cubicBezTo>
                      <a:pt x="30" y="4"/>
                      <a:pt x="22" y="0"/>
                      <a:pt x="14" y="0"/>
                    </a:cubicBezTo>
                    <a:cubicBezTo>
                      <a:pt x="5" y="0"/>
                      <a:pt x="0" y="4"/>
                      <a:pt x="1" y="8"/>
                    </a:cubicBezTo>
                    <a:cubicBezTo>
                      <a:pt x="2" y="13"/>
                      <a:pt x="10" y="16"/>
                      <a:pt x="19" y="16"/>
                    </a:cubicBezTo>
                    <a:cubicBezTo>
                      <a:pt x="27" y="16"/>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18" name="Freeform 379"/>
              <p:cNvSpPr>
                <a:spLocks/>
              </p:cNvSpPr>
              <p:nvPr/>
            </p:nvSpPr>
            <p:spPr bwMode="auto">
              <a:xfrm>
                <a:off x="5042" y="2357"/>
                <a:ext cx="70" cy="33"/>
              </a:xfrm>
              <a:custGeom>
                <a:avLst/>
                <a:gdLst>
                  <a:gd name="T0" fmla="*/ 32 w 34"/>
                  <a:gd name="T1" fmla="*/ 8 h 16"/>
                  <a:gd name="T2" fmla="*/ 14 w 34"/>
                  <a:gd name="T3" fmla="*/ 0 h 16"/>
                  <a:gd name="T4" fmla="*/ 1 w 34"/>
                  <a:gd name="T5" fmla="*/ 8 h 16"/>
                  <a:gd name="T6" fmla="*/ 19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0" y="4"/>
                      <a:pt x="22" y="0"/>
                      <a:pt x="14" y="0"/>
                    </a:cubicBezTo>
                    <a:cubicBezTo>
                      <a:pt x="6" y="0"/>
                      <a:pt x="0" y="4"/>
                      <a:pt x="1" y="8"/>
                    </a:cubicBezTo>
                    <a:cubicBezTo>
                      <a:pt x="3" y="13"/>
                      <a:pt x="11" y="16"/>
                      <a:pt x="19" y="16"/>
                    </a:cubicBezTo>
                    <a:cubicBezTo>
                      <a:pt x="28" y="16"/>
                      <a:pt x="34"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19" name="Freeform 380"/>
              <p:cNvSpPr>
                <a:spLocks/>
              </p:cNvSpPr>
              <p:nvPr/>
            </p:nvSpPr>
            <p:spPr bwMode="auto">
              <a:xfrm>
                <a:off x="5118" y="2357"/>
                <a:ext cx="70" cy="33"/>
              </a:xfrm>
              <a:custGeom>
                <a:avLst/>
                <a:gdLst>
                  <a:gd name="T0" fmla="*/ 32 w 34"/>
                  <a:gd name="T1" fmla="*/ 8 h 16"/>
                  <a:gd name="T2" fmla="*/ 14 w 34"/>
                  <a:gd name="T3" fmla="*/ 0 h 16"/>
                  <a:gd name="T4" fmla="*/ 2 w 34"/>
                  <a:gd name="T5" fmla="*/ 8 h 16"/>
                  <a:gd name="T6" fmla="*/ 20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1" y="4"/>
                      <a:pt x="23" y="0"/>
                      <a:pt x="14" y="0"/>
                    </a:cubicBezTo>
                    <a:cubicBezTo>
                      <a:pt x="6" y="0"/>
                      <a:pt x="0" y="4"/>
                      <a:pt x="2" y="8"/>
                    </a:cubicBezTo>
                    <a:cubicBezTo>
                      <a:pt x="3" y="13"/>
                      <a:pt x="12" y="16"/>
                      <a:pt x="20" y="16"/>
                    </a:cubicBezTo>
                    <a:cubicBezTo>
                      <a:pt x="29" y="16"/>
                      <a:pt x="34"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20" name="Freeform 381"/>
              <p:cNvSpPr>
                <a:spLocks/>
              </p:cNvSpPr>
              <p:nvPr/>
            </p:nvSpPr>
            <p:spPr bwMode="auto">
              <a:xfrm>
                <a:off x="5196" y="2357"/>
                <a:ext cx="71" cy="33"/>
              </a:xfrm>
              <a:custGeom>
                <a:avLst/>
                <a:gdLst>
                  <a:gd name="T0" fmla="*/ 32 w 34"/>
                  <a:gd name="T1" fmla="*/ 8 h 16"/>
                  <a:gd name="T2" fmla="*/ 14 w 34"/>
                  <a:gd name="T3" fmla="*/ 0 h 16"/>
                  <a:gd name="T4" fmla="*/ 1 w 34"/>
                  <a:gd name="T5" fmla="*/ 8 h 16"/>
                  <a:gd name="T6" fmla="*/ 20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0" y="4"/>
                      <a:pt x="22" y="0"/>
                      <a:pt x="14" y="0"/>
                    </a:cubicBezTo>
                    <a:cubicBezTo>
                      <a:pt x="5" y="0"/>
                      <a:pt x="0" y="4"/>
                      <a:pt x="1" y="8"/>
                    </a:cubicBezTo>
                    <a:cubicBezTo>
                      <a:pt x="3" y="13"/>
                      <a:pt x="11" y="16"/>
                      <a:pt x="20" y="16"/>
                    </a:cubicBezTo>
                    <a:cubicBezTo>
                      <a:pt x="28" y="16"/>
                      <a:pt x="34"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21" name="Freeform 382"/>
              <p:cNvSpPr>
                <a:spLocks/>
              </p:cNvSpPr>
              <p:nvPr/>
            </p:nvSpPr>
            <p:spPr bwMode="auto">
              <a:xfrm>
                <a:off x="5273" y="2357"/>
                <a:ext cx="70" cy="33"/>
              </a:xfrm>
              <a:custGeom>
                <a:avLst/>
                <a:gdLst>
                  <a:gd name="T0" fmla="*/ 32 w 34"/>
                  <a:gd name="T1" fmla="*/ 8 h 16"/>
                  <a:gd name="T2" fmla="*/ 14 w 34"/>
                  <a:gd name="T3" fmla="*/ 0 h 16"/>
                  <a:gd name="T4" fmla="*/ 2 w 34"/>
                  <a:gd name="T5" fmla="*/ 8 h 16"/>
                  <a:gd name="T6" fmla="*/ 20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0" y="4"/>
                      <a:pt x="22" y="0"/>
                      <a:pt x="14" y="0"/>
                    </a:cubicBezTo>
                    <a:cubicBezTo>
                      <a:pt x="5" y="0"/>
                      <a:pt x="0" y="4"/>
                      <a:pt x="2" y="8"/>
                    </a:cubicBezTo>
                    <a:cubicBezTo>
                      <a:pt x="3" y="13"/>
                      <a:pt x="12" y="16"/>
                      <a:pt x="20" y="16"/>
                    </a:cubicBezTo>
                    <a:cubicBezTo>
                      <a:pt x="29" y="16"/>
                      <a:pt x="34"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22" name="Freeform 383"/>
              <p:cNvSpPr>
                <a:spLocks/>
              </p:cNvSpPr>
              <p:nvPr/>
            </p:nvSpPr>
            <p:spPr bwMode="auto">
              <a:xfrm>
                <a:off x="5349" y="2357"/>
                <a:ext cx="72" cy="33"/>
              </a:xfrm>
              <a:custGeom>
                <a:avLst/>
                <a:gdLst>
                  <a:gd name="T0" fmla="*/ 33 w 35"/>
                  <a:gd name="T1" fmla="*/ 8 h 16"/>
                  <a:gd name="T2" fmla="*/ 14 w 35"/>
                  <a:gd name="T3" fmla="*/ 0 h 16"/>
                  <a:gd name="T4" fmla="*/ 2 w 35"/>
                  <a:gd name="T5" fmla="*/ 8 h 16"/>
                  <a:gd name="T6" fmla="*/ 21 w 35"/>
                  <a:gd name="T7" fmla="*/ 16 h 16"/>
                  <a:gd name="T8" fmla="*/ 33 w 35"/>
                  <a:gd name="T9" fmla="*/ 8 h 16"/>
                </a:gdLst>
                <a:ahLst/>
                <a:cxnLst>
                  <a:cxn ang="0">
                    <a:pos x="T0" y="T1"/>
                  </a:cxn>
                  <a:cxn ang="0">
                    <a:pos x="T2" y="T3"/>
                  </a:cxn>
                  <a:cxn ang="0">
                    <a:pos x="T4" y="T5"/>
                  </a:cxn>
                  <a:cxn ang="0">
                    <a:pos x="T6" y="T7"/>
                  </a:cxn>
                  <a:cxn ang="0">
                    <a:pos x="T8" y="T9"/>
                  </a:cxn>
                </a:cxnLst>
                <a:rect l="0" t="0" r="r" b="b"/>
                <a:pathLst>
                  <a:path w="35" h="16">
                    <a:moveTo>
                      <a:pt x="33" y="8"/>
                    </a:moveTo>
                    <a:cubicBezTo>
                      <a:pt x="31" y="4"/>
                      <a:pt x="23" y="0"/>
                      <a:pt x="14" y="0"/>
                    </a:cubicBezTo>
                    <a:cubicBezTo>
                      <a:pt x="6" y="0"/>
                      <a:pt x="0" y="4"/>
                      <a:pt x="2" y="8"/>
                    </a:cubicBezTo>
                    <a:cubicBezTo>
                      <a:pt x="4" y="13"/>
                      <a:pt x="12" y="16"/>
                      <a:pt x="21" y="16"/>
                    </a:cubicBezTo>
                    <a:cubicBezTo>
                      <a:pt x="29" y="16"/>
                      <a:pt x="35"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23" name="Freeform 384"/>
              <p:cNvSpPr>
                <a:spLocks/>
              </p:cNvSpPr>
              <p:nvPr/>
            </p:nvSpPr>
            <p:spPr bwMode="auto">
              <a:xfrm>
                <a:off x="5428" y="2357"/>
                <a:ext cx="70" cy="33"/>
              </a:xfrm>
              <a:custGeom>
                <a:avLst/>
                <a:gdLst>
                  <a:gd name="T0" fmla="*/ 32 w 34"/>
                  <a:gd name="T1" fmla="*/ 8 h 16"/>
                  <a:gd name="T2" fmla="*/ 13 w 34"/>
                  <a:gd name="T3" fmla="*/ 0 h 16"/>
                  <a:gd name="T4" fmla="*/ 2 w 34"/>
                  <a:gd name="T5" fmla="*/ 8 h 16"/>
                  <a:gd name="T6" fmla="*/ 20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0" y="4"/>
                      <a:pt x="22" y="0"/>
                      <a:pt x="13" y="0"/>
                    </a:cubicBezTo>
                    <a:cubicBezTo>
                      <a:pt x="5" y="0"/>
                      <a:pt x="0" y="4"/>
                      <a:pt x="2" y="8"/>
                    </a:cubicBezTo>
                    <a:cubicBezTo>
                      <a:pt x="4" y="13"/>
                      <a:pt x="12" y="16"/>
                      <a:pt x="20" y="16"/>
                    </a:cubicBezTo>
                    <a:cubicBezTo>
                      <a:pt x="29" y="16"/>
                      <a:pt x="34"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24" name="Freeform 385"/>
              <p:cNvSpPr>
                <a:spLocks/>
              </p:cNvSpPr>
              <p:nvPr/>
            </p:nvSpPr>
            <p:spPr bwMode="auto">
              <a:xfrm>
                <a:off x="5504" y="2357"/>
                <a:ext cx="72" cy="33"/>
              </a:xfrm>
              <a:custGeom>
                <a:avLst/>
                <a:gdLst>
                  <a:gd name="T0" fmla="*/ 33 w 35"/>
                  <a:gd name="T1" fmla="*/ 8 h 16"/>
                  <a:gd name="T2" fmla="*/ 14 w 35"/>
                  <a:gd name="T3" fmla="*/ 0 h 16"/>
                  <a:gd name="T4" fmla="*/ 2 w 35"/>
                  <a:gd name="T5" fmla="*/ 8 h 16"/>
                  <a:gd name="T6" fmla="*/ 21 w 35"/>
                  <a:gd name="T7" fmla="*/ 16 h 16"/>
                  <a:gd name="T8" fmla="*/ 33 w 35"/>
                  <a:gd name="T9" fmla="*/ 8 h 16"/>
                </a:gdLst>
                <a:ahLst/>
                <a:cxnLst>
                  <a:cxn ang="0">
                    <a:pos x="T0" y="T1"/>
                  </a:cxn>
                  <a:cxn ang="0">
                    <a:pos x="T2" y="T3"/>
                  </a:cxn>
                  <a:cxn ang="0">
                    <a:pos x="T4" y="T5"/>
                  </a:cxn>
                  <a:cxn ang="0">
                    <a:pos x="T6" y="T7"/>
                  </a:cxn>
                  <a:cxn ang="0">
                    <a:pos x="T8" y="T9"/>
                  </a:cxn>
                </a:cxnLst>
                <a:rect l="0" t="0" r="r" b="b"/>
                <a:pathLst>
                  <a:path w="35" h="16">
                    <a:moveTo>
                      <a:pt x="33" y="8"/>
                    </a:moveTo>
                    <a:cubicBezTo>
                      <a:pt x="31" y="4"/>
                      <a:pt x="22" y="0"/>
                      <a:pt x="14" y="0"/>
                    </a:cubicBezTo>
                    <a:cubicBezTo>
                      <a:pt x="5" y="0"/>
                      <a:pt x="0" y="4"/>
                      <a:pt x="2" y="8"/>
                    </a:cubicBezTo>
                    <a:cubicBezTo>
                      <a:pt x="4" y="13"/>
                      <a:pt x="13" y="16"/>
                      <a:pt x="21" y="16"/>
                    </a:cubicBezTo>
                    <a:cubicBezTo>
                      <a:pt x="29" y="16"/>
                      <a:pt x="35"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25" name="Freeform 386"/>
              <p:cNvSpPr>
                <a:spLocks/>
              </p:cNvSpPr>
              <p:nvPr/>
            </p:nvSpPr>
            <p:spPr bwMode="auto">
              <a:xfrm>
                <a:off x="5580" y="2357"/>
                <a:ext cx="72" cy="33"/>
              </a:xfrm>
              <a:custGeom>
                <a:avLst/>
                <a:gdLst>
                  <a:gd name="T0" fmla="*/ 33 w 35"/>
                  <a:gd name="T1" fmla="*/ 8 h 16"/>
                  <a:gd name="T2" fmla="*/ 14 w 35"/>
                  <a:gd name="T3" fmla="*/ 0 h 16"/>
                  <a:gd name="T4" fmla="*/ 3 w 35"/>
                  <a:gd name="T5" fmla="*/ 8 h 16"/>
                  <a:gd name="T6" fmla="*/ 22 w 35"/>
                  <a:gd name="T7" fmla="*/ 16 h 16"/>
                  <a:gd name="T8" fmla="*/ 33 w 35"/>
                  <a:gd name="T9" fmla="*/ 8 h 16"/>
                </a:gdLst>
                <a:ahLst/>
                <a:cxnLst>
                  <a:cxn ang="0">
                    <a:pos x="T0" y="T1"/>
                  </a:cxn>
                  <a:cxn ang="0">
                    <a:pos x="T2" y="T3"/>
                  </a:cxn>
                  <a:cxn ang="0">
                    <a:pos x="T4" y="T5"/>
                  </a:cxn>
                  <a:cxn ang="0">
                    <a:pos x="T6" y="T7"/>
                  </a:cxn>
                  <a:cxn ang="0">
                    <a:pos x="T8" y="T9"/>
                  </a:cxn>
                </a:cxnLst>
                <a:rect l="0" t="0" r="r" b="b"/>
                <a:pathLst>
                  <a:path w="35" h="16">
                    <a:moveTo>
                      <a:pt x="33" y="8"/>
                    </a:moveTo>
                    <a:cubicBezTo>
                      <a:pt x="31" y="4"/>
                      <a:pt x="22" y="0"/>
                      <a:pt x="14" y="0"/>
                    </a:cubicBezTo>
                    <a:cubicBezTo>
                      <a:pt x="6" y="0"/>
                      <a:pt x="0" y="4"/>
                      <a:pt x="3" y="8"/>
                    </a:cubicBezTo>
                    <a:cubicBezTo>
                      <a:pt x="5" y="13"/>
                      <a:pt x="13" y="16"/>
                      <a:pt x="22" y="16"/>
                    </a:cubicBezTo>
                    <a:cubicBezTo>
                      <a:pt x="30" y="16"/>
                      <a:pt x="35"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26" name="Freeform 387"/>
              <p:cNvSpPr>
                <a:spLocks/>
              </p:cNvSpPr>
              <p:nvPr/>
            </p:nvSpPr>
            <p:spPr bwMode="auto">
              <a:xfrm>
                <a:off x="5659" y="2357"/>
                <a:ext cx="72" cy="33"/>
              </a:xfrm>
              <a:custGeom>
                <a:avLst/>
                <a:gdLst>
                  <a:gd name="T0" fmla="*/ 33 w 35"/>
                  <a:gd name="T1" fmla="*/ 8 h 16"/>
                  <a:gd name="T2" fmla="*/ 13 w 35"/>
                  <a:gd name="T3" fmla="*/ 0 h 16"/>
                  <a:gd name="T4" fmla="*/ 2 w 35"/>
                  <a:gd name="T5" fmla="*/ 8 h 16"/>
                  <a:gd name="T6" fmla="*/ 21 w 35"/>
                  <a:gd name="T7" fmla="*/ 16 h 16"/>
                  <a:gd name="T8" fmla="*/ 33 w 35"/>
                  <a:gd name="T9" fmla="*/ 8 h 16"/>
                </a:gdLst>
                <a:ahLst/>
                <a:cxnLst>
                  <a:cxn ang="0">
                    <a:pos x="T0" y="T1"/>
                  </a:cxn>
                  <a:cxn ang="0">
                    <a:pos x="T2" y="T3"/>
                  </a:cxn>
                  <a:cxn ang="0">
                    <a:pos x="T4" y="T5"/>
                  </a:cxn>
                  <a:cxn ang="0">
                    <a:pos x="T6" y="T7"/>
                  </a:cxn>
                  <a:cxn ang="0">
                    <a:pos x="T8" y="T9"/>
                  </a:cxn>
                </a:cxnLst>
                <a:rect l="0" t="0" r="r" b="b"/>
                <a:pathLst>
                  <a:path w="35" h="16">
                    <a:moveTo>
                      <a:pt x="33" y="8"/>
                    </a:moveTo>
                    <a:cubicBezTo>
                      <a:pt x="30" y="4"/>
                      <a:pt x="22" y="0"/>
                      <a:pt x="13" y="0"/>
                    </a:cubicBezTo>
                    <a:cubicBezTo>
                      <a:pt x="5" y="0"/>
                      <a:pt x="0" y="4"/>
                      <a:pt x="2" y="8"/>
                    </a:cubicBezTo>
                    <a:cubicBezTo>
                      <a:pt x="4" y="13"/>
                      <a:pt x="13" y="16"/>
                      <a:pt x="21" y="16"/>
                    </a:cubicBezTo>
                    <a:cubicBezTo>
                      <a:pt x="30" y="16"/>
                      <a:pt x="35"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27" name="Freeform 388"/>
              <p:cNvSpPr>
                <a:spLocks/>
              </p:cNvSpPr>
              <p:nvPr/>
            </p:nvSpPr>
            <p:spPr bwMode="auto">
              <a:xfrm>
                <a:off x="5735" y="2357"/>
                <a:ext cx="72" cy="33"/>
              </a:xfrm>
              <a:custGeom>
                <a:avLst/>
                <a:gdLst>
                  <a:gd name="T0" fmla="*/ 33 w 35"/>
                  <a:gd name="T1" fmla="*/ 8 h 16"/>
                  <a:gd name="T2" fmla="*/ 14 w 35"/>
                  <a:gd name="T3" fmla="*/ 0 h 16"/>
                  <a:gd name="T4" fmla="*/ 2 w 35"/>
                  <a:gd name="T5" fmla="*/ 8 h 16"/>
                  <a:gd name="T6" fmla="*/ 22 w 35"/>
                  <a:gd name="T7" fmla="*/ 16 h 16"/>
                  <a:gd name="T8" fmla="*/ 33 w 35"/>
                  <a:gd name="T9" fmla="*/ 8 h 16"/>
                </a:gdLst>
                <a:ahLst/>
                <a:cxnLst>
                  <a:cxn ang="0">
                    <a:pos x="T0" y="T1"/>
                  </a:cxn>
                  <a:cxn ang="0">
                    <a:pos x="T2" y="T3"/>
                  </a:cxn>
                  <a:cxn ang="0">
                    <a:pos x="T4" y="T5"/>
                  </a:cxn>
                  <a:cxn ang="0">
                    <a:pos x="T6" y="T7"/>
                  </a:cxn>
                  <a:cxn ang="0">
                    <a:pos x="T8" y="T9"/>
                  </a:cxn>
                </a:cxnLst>
                <a:rect l="0" t="0" r="r" b="b"/>
                <a:pathLst>
                  <a:path w="35" h="16">
                    <a:moveTo>
                      <a:pt x="33" y="8"/>
                    </a:moveTo>
                    <a:cubicBezTo>
                      <a:pt x="31" y="4"/>
                      <a:pt x="22" y="0"/>
                      <a:pt x="14" y="0"/>
                    </a:cubicBezTo>
                    <a:cubicBezTo>
                      <a:pt x="5" y="0"/>
                      <a:pt x="0" y="4"/>
                      <a:pt x="2" y="8"/>
                    </a:cubicBezTo>
                    <a:cubicBezTo>
                      <a:pt x="5" y="13"/>
                      <a:pt x="13" y="16"/>
                      <a:pt x="22" y="16"/>
                    </a:cubicBezTo>
                    <a:cubicBezTo>
                      <a:pt x="30" y="16"/>
                      <a:pt x="35"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28" name="Freeform 389"/>
              <p:cNvSpPr>
                <a:spLocks/>
              </p:cNvSpPr>
              <p:nvPr/>
            </p:nvSpPr>
            <p:spPr bwMode="auto">
              <a:xfrm>
                <a:off x="5756" y="2398"/>
                <a:ext cx="74" cy="35"/>
              </a:xfrm>
              <a:custGeom>
                <a:avLst/>
                <a:gdLst>
                  <a:gd name="T0" fmla="*/ 33 w 36"/>
                  <a:gd name="T1" fmla="*/ 8 h 17"/>
                  <a:gd name="T2" fmla="*/ 14 w 36"/>
                  <a:gd name="T3" fmla="*/ 0 h 17"/>
                  <a:gd name="T4" fmla="*/ 2 w 36"/>
                  <a:gd name="T5" fmla="*/ 8 h 17"/>
                  <a:gd name="T6" fmla="*/ 22 w 36"/>
                  <a:gd name="T7" fmla="*/ 17 h 17"/>
                  <a:gd name="T8" fmla="*/ 33 w 36"/>
                  <a:gd name="T9" fmla="*/ 8 h 17"/>
                </a:gdLst>
                <a:ahLst/>
                <a:cxnLst>
                  <a:cxn ang="0">
                    <a:pos x="T0" y="T1"/>
                  </a:cxn>
                  <a:cxn ang="0">
                    <a:pos x="T2" y="T3"/>
                  </a:cxn>
                  <a:cxn ang="0">
                    <a:pos x="T4" y="T5"/>
                  </a:cxn>
                  <a:cxn ang="0">
                    <a:pos x="T6" y="T7"/>
                  </a:cxn>
                  <a:cxn ang="0">
                    <a:pos x="T8" y="T9"/>
                  </a:cxn>
                </a:cxnLst>
                <a:rect l="0" t="0" r="r" b="b"/>
                <a:pathLst>
                  <a:path w="36" h="17">
                    <a:moveTo>
                      <a:pt x="33" y="8"/>
                    </a:moveTo>
                    <a:cubicBezTo>
                      <a:pt x="31" y="4"/>
                      <a:pt x="22" y="0"/>
                      <a:pt x="14" y="0"/>
                    </a:cubicBezTo>
                    <a:cubicBezTo>
                      <a:pt x="5" y="0"/>
                      <a:pt x="0" y="4"/>
                      <a:pt x="2" y="8"/>
                    </a:cubicBezTo>
                    <a:cubicBezTo>
                      <a:pt x="5" y="13"/>
                      <a:pt x="13" y="17"/>
                      <a:pt x="22" y="17"/>
                    </a:cubicBezTo>
                    <a:cubicBezTo>
                      <a:pt x="31" y="17"/>
                      <a:pt x="36"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29" name="Freeform 390"/>
              <p:cNvSpPr>
                <a:spLocks/>
              </p:cNvSpPr>
              <p:nvPr/>
            </p:nvSpPr>
            <p:spPr bwMode="auto">
              <a:xfrm>
                <a:off x="4355" y="2398"/>
                <a:ext cx="66" cy="35"/>
              </a:xfrm>
              <a:custGeom>
                <a:avLst/>
                <a:gdLst>
                  <a:gd name="T0" fmla="*/ 32 w 32"/>
                  <a:gd name="T1" fmla="*/ 8 h 17"/>
                  <a:gd name="T2" fmla="*/ 15 w 32"/>
                  <a:gd name="T3" fmla="*/ 0 h 17"/>
                  <a:gd name="T4" fmla="*/ 1 w 32"/>
                  <a:gd name="T5" fmla="*/ 8 h 17"/>
                  <a:gd name="T6" fmla="*/ 18 w 32"/>
                  <a:gd name="T7" fmla="*/ 17 h 17"/>
                  <a:gd name="T8" fmla="*/ 32 w 32"/>
                  <a:gd name="T9" fmla="*/ 8 h 17"/>
                </a:gdLst>
                <a:ahLst/>
                <a:cxnLst>
                  <a:cxn ang="0">
                    <a:pos x="T0" y="T1"/>
                  </a:cxn>
                  <a:cxn ang="0">
                    <a:pos x="T2" y="T3"/>
                  </a:cxn>
                  <a:cxn ang="0">
                    <a:pos x="T4" y="T5"/>
                  </a:cxn>
                  <a:cxn ang="0">
                    <a:pos x="T6" y="T7"/>
                  </a:cxn>
                  <a:cxn ang="0">
                    <a:pos x="T8" y="T9"/>
                  </a:cxn>
                </a:cxnLst>
                <a:rect l="0" t="0" r="r" b="b"/>
                <a:pathLst>
                  <a:path w="32" h="17">
                    <a:moveTo>
                      <a:pt x="32" y="8"/>
                    </a:moveTo>
                    <a:cubicBezTo>
                      <a:pt x="31" y="4"/>
                      <a:pt x="23" y="0"/>
                      <a:pt x="15" y="0"/>
                    </a:cubicBezTo>
                    <a:cubicBezTo>
                      <a:pt x="6" y="0"/>
                      <a:pt x="0" y="4"/>
                      <a:pt x="1" y="8"/>
                    </a:cubicBezTo>
                    <a:cubicBezTo>
                      <a:pt x="1" y="13"/>
                      <a:pt x="9" y="17"/>
                      <a:pt x="18" y="17"/>
                    </a:cubicBezTo>
                    <a:cubicBezTo>
                      <a:pt x="26" y="17"/>
                      <a:pt x="32"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30" name="Freeform 391"/>
              <p:cNvSpPr>
                <a:spLocks/>
              </p:cNvSpPr>
              <p:nvPr/>
            </p:nvSpPr>
            <p:spPr bwMode="auto">
              <a:xfrm>
                <a:off x="4433" y="2398"/>
                <a:ext cx="66" cy="35"/>
              </a:xfrm>
              <a:custGeom>
                <a:avLst/>
                <a:gdLst>
                  <a:gd name="T0" fmla="*/ 31 w 32"/>
                  <a:gd name="T1" fmla="*/ 8 h 17"/>
                  <a:gd name="T2" fmla="*/ 14 w 32"/>
                  <a:gd name="T3" fmla="*/ 0 h 17"/>
                  <a:gd name="T4" fmla="*/ 0 w 32"/>
                  <a:gd name="T5" fmla="*/ 8 h 17"/>
                  <a:gd name="T6" fmla="*/ 18 w 32"/>
                  <a:gd name="T7" fmla="*/ 17 h 17"/>
                  <a:gd name="T8" fmla="*/ 31 w 32"/>
                  <a:gd name="T9" fmla="*/ 8 h 17"/>
                </a:gdLst>
                <a:ahLst/>
                <a:cxnLst>
                  <a:cxn ang="0">
                    <a:pos x="T0" y="T1"/>
                  </a:cxn>
                  <a:cxn ang="0">
                    <a:pos x="T2" y="T3"/>
                  </a:cxn>
                  <a:cxn ang="0">
                    <a:pos x="T4" y="T5"/>
                  </a:cxn>
                  <a:cxn ang="0">
                    <a:pos x="T6" y="T7"/>
                  </a:cxn>
                  <a:cxn ang="0">
                    <a:pos x="T8" y="T9"/>
                  </a:cxn>
                </a:cxnLst>
                <a:rect l="0" t="0" r="r" b="b"/>
                <a:pathLst>
                  <a:path w="32" h="17">
                    <a:moveTo>
                      <a:pt x="31" y="8"/>
                    </a:moveTo>
                    <a:cubicBezTo>
                      <a:pt x="30" y="4"/>
                      <a:pt x="23" y="0"/>
                      <a:pt x="14" y="0"/>
                    </a:cubicBezTo>
                    <a:cubicBezTo>
                      <a:pt x="6" y="0"/>
                      <a:pt x="0" y="4"/>
                      <a:pt x="0" y="8"/>
                    </a:cubicBezTo>
                    <a:cubicBezTo>
                      <a:pt x="1" y="13"/>
                      <a:pt x="9" y="17"/>
                      <a:pt x="18" y="17"/>
                    </a:cubicBezTo>
                    <a:cubicBezTo>
                      <a:pt x="26" y="17"/>
                      <a:pt x="32"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31" name="Freeform 392"/>
              <p:cNvSpPr>
                <a:spLocks/>
              </p:cNvSpPr>
              <p:nvPr/>
            </p:nvSpPr>
            <p:spPr bwMode="auto">
              <a:xfrm>
                <a:off x="4509" y="2398"/>
                <a:ext cx="68" cy="35"/>
              </a:xfrm>
              <a:custGeom>
                <a:avLst/>
                <a:gdLst>
                  <a:gd name="T0" fmla="*/ 32 w 33"/>
                  <a:gd name="T1" fmla="*/ 8 h 17"/>
                  <a:gd name="T2" fmla="*/ 15 w 33"/>
                  <a:gd name="T3" fmla="*/ 0 h 17"/>
                  <a:gd name="T4" fmla="*/ 1 w 33"/>
                  <a:gd name="T5" fmla="*/ 8 h 17"/>
                  <a:gd name="T6" fmla="*/ 19 w 33"/>
                  <a:gd name="T7" fmla="*/ 17 h 17"/>
                  <a:gd name="T8" fmla="*/ 32 w 33"/>
                  <a:gd name="T9" fmla="*/ 8 h 17"/>
                </a:gdLst>
                <a:ahLst/>
                <a:cxnLst>
                  <a:cxn ang="0">
                    <a:pos x="T0" y="T1"/>
                  </a:cxn>
                  <a:cxn ang="0">
                    <a:pos x="T2" y="T3"/>
                  </a:cxn>
                  <a:cxn ang="0">
                    <a:pos x="T4" y="T5"/>
                  </a:cxn>
                  <a:cxn ang="0">
                    <a:pos x="T6" y="T7"/>
                  </a:cxn>
                  <a:cxn ang="0">
                    <a:pos x="T8" y="T9"/>
                  </a:cxn>
                </a:cxnLst>
                <a:rect l="0" t="0" r="r" b="b"/>
                <a:pathLst>
                  <a:path w="33" h="17">
                    <a:moveTo>
                      <a:pt x="32" y="8"/>
                    </a:moveTo>
                    <a:cubicBezTo>
                      <a:pt x="31" y="4"/>
                      <a:pt x="24" y="0"/>
                      <a:pt x="15" y="0"/>
                    </a:cubicBezTo>
                    <a:cubicBezTo>
                      <a:pt x="7" y="0"/>
                      <a:pt x="0" y="4"/>
                      <a:pt x="1" y="8"/>
                    </a:cubicBezTo>
                    <a:cubicBezTo>
                      <a:pt x="2" y="13"/>
                      <a:pt x="10" y="17"/>
                      <a:pt x="19" y="17"/>
                    </a:cubicBezTo>
                    <a:cubicBezTo>
                      <a:pt x="27" y="17"/>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32" name="Freeform 393"/>
              <p:cNvSpPr>
                <a:spLocks/>
              </p:cNvSpPr>
              <p:nvPr/>
            </p:nvSpPr>
            <p:spPr bwMode="auto">
              <a:xfrm>
                <a:off x="4588" y="2398"/>
                <a:ext cx="68" cy="35"/>
              </a:xfrm>
              <a:custGeom>
                <a:avLst/>
                <a:gdLst>
                  <a:gd name="T0" fmla="*/ 32 w 33"/>
                  <a:gd name="T1" fmla="*/ 8 h 17"/>
                  <a:gd name="T2" fmla="*/ 15 w 33"/>
                  <a:gd name="T3" fmla="*/ 0 h 17"/>
                  <a:gd name="T4" fmla="*/ 1 w 33"/>
                  <a:gd name="T5" fmla="*/ 8 h 17"/>
                  <a:gd name="T6" fmla="*/ 18 w 33"/>
                  <a:gd name="T7" fmla="*/ 17 h 17"/>
                  <a:gd name="T8" fmla="*/ 32 w 33"/>
                  <a:gd name="T9" fmla="*/ 8 h 17"/>
                </a:gdLst>
                <a:ahLst/>
                <a:cxnLst>
                  <a:cxn ang="0">
                    <a:pos x="T0" y="T1"/>
                  </a:cxn>
                  <a:cxn ang="0">
                    <a:pos x="T2" y="T3"/>
                  </a:cxn>
                  <a:cxn ang="0">
                    <a:pos x="T4" y="T5"/>
                  </a:cxn>
                  <a:cxn ang="0">
                    <a:pos x="T6" y="T7"/>
                  </a:cxn>
                  <a:cxn ang="0">
                    <a:pos x="T8" y="T9"/>
                  </a:cxn>
                </a:cxnLst>
                <a:rect l="0" t="0" r="r" b="b"/>
                <a:pathLst>
                  <a:path w="33" h="17">
                    <a:moveTo>
                      <a:pt x="32" y="8"/>
                    </a:moveTo>
                    <a:cubicBezTo>
                      <a:pt x="31" y="4"/>
                      <a:pt x="23" y="0"/>
                      <a:pt x="15" y="0"/>
                    </a:cubicBezTo>
                    <a:cubicBezTo>
                      <a:pt x="6" y="0"/>
                      <a:pt x="0" y="4"/>
                      <a:pt x="1" y="8"/>
                    </a:cubicBezTo>
                    <a:cubicBezTo>
                      <a:pt x="2" y="13"/>
                      <a:pt x="10" y="17"/>
                      <a:pt x="18" y="17"/>
                    </a:cubicBezTo>
                    <a:cubicBezTo>
                      <a:pt x="27" y="17"/>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33" name="Freeform 394"/>
              <p:cNvSpPr>
                <a:spLocks/>
              </p:cNvSpPr>
              <p:nvPr/>
            </p:nvSpPr>
            <p:spPr bwMode="auto">
              <a:xfrm>
                <a:off x="4666" y="2398"/>
                <a:ext cx="68" cy="35"/>
              </a:xfrm>
              <a:custGeom>
                <a:avLst/>
                <a:gdLst>
                  <a:gd name="T0" fmla="*/ 32 w 33"/>
                  <a:gd name="T1" fmla="*/ 8 h 17"/>
                  <a:gd name="T2" fmla="*/ 14 w 33"/>
                  <a:gd name="T3" fmla="*/ 0 h 17"/>
                  <a:gd name="T4" fmla="*/ 1 w 33"/>
                  <a:gd name="T5" fmla="*/ 8 h 17"/>
                  <a:gd name="T6" fmla="*/ 18 w 33"/>
                  <a:gd name="T7" fmla="*/ 17 h 17"/>
                  <a:gd name="T8" fmla="*/ 32 w 33"/>
                  <a:gd name="T9" fmla="*/ 8 h 17"/>
                </a:gdLst>
                <a:ahLst/>
                <a:cxnLst>
                  <a:cxn ang="0">
                    <a:pos x="T0" y="T1"/>
                  </a:cxn>
                  <a:cxn ang="0">
                    <a:pos x="T2" y="T3"/>
                  </a:cxn>
                  <a:cxn ang="0">
                    <a:pos x="T4" y="T5"/>
                  </a:cxn>
                  <a:cxn ang="0">
                    <a:pos x="T6" y="T7"/>
                  </a:cxn>
                  <a:cxn ang="0">
                    <a:pos x="T8" y="T9"/>
                  </a:cxn>
                </a:cxnLst>
                <a:rect l="0" t="0" r="r" b="b"/>
                <a:pathLst>
                  <a:path w="33" h="17">
                    <a:moveTo>
                      <a:pt x="32" y="8"/>
                    </a:moveTo>
                    <a:cubicBezTo>
                      <a:pt x="31" y="4"/>
                      <a:pt x="23" y="0"/>
                      <a:pt x="14" y="0"/>
                    </a:cubicBezTo>
                    <a:cubicBezTo>
                      <a:pt x="6" y="0"/>
                      <a:pt x="0" y="4"/>
                      <a:pt x="1" y="8"/>
                    </a:cubicBezTo>
                    <a:cubicBezTo>
                      <a:pt x="2" y="13"/>
                      <a:pt x="10" y="17"/>
                      <a:pt x="18" y="17"/>
                    </a:cubicBezTo>
                    <a:cubicBezTo>
                      <a:pt x="27" y="17"/>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34" name="Freeform 395"/>
              <p:cNvSpPr>
                <a:spLocks/>
              </p:cNvSpPr>
              <p:nvPr/>
            </p:nvSpPr>
            <p:spPr bwMode="auto">
              <a:xfrm>
                <a:off x="4745" y="2398"/>
                <a:ext cx="68" cy="35"/>
              </a:xfrm>
              <a:custGeom>
                <a:avLst/>
                <a:gdLst>
                  <a:gd name="T0" fmla="*/ 32 w 33"/>
                  <a:gd name="T1" fmla="*/ 8 h 17"/>
                  <a:gd name="T2" fmla="*/ 14 w 33"/>
                  <a:gd name="T3" fmla="*/ 0 h 17"/>
                  <a:gd name="T4" fmla="*/ 1 w 33"/>
                  <a:gd name="T5" fmla="*/ 8 h 17"/>
                  <a:gd name="T6" fmla="*/ 18 w 33"/>
                  <a:gd name="T7" fmla="*/ 17 h 17"/>
                  <a:gd name="T8" fmla="*/ 32 w 33"/>
                  <a:gd name="T9" fmla="*/ 8 h 17"/>
                </a:gdLst>
                <a:ahLst/>
                <a:cxnLst>
                  <a:cxn ang="0">
                    <a:pos x="T0" y="T1"/>
                  </a:cxn>
                  <a:cxn ang="0">
                    <a:pos x="T2" y="T3"/>
                  </a:cxn>
                  <a:cxn ang="0">
                    <a:pos x="T4" y="T5"/>
                  </a:cxn>
                  <a:cxn ang="0">
                    <a:pos x="T6" y="T7"/>
                  </a:cxn>
                  <a:cxn ang="0">
                    <a:pos x="T8" y="T9"/>
                  </a:cxn>
                </a:cxnLst>
                <a:rect l="0" t="0" r="r" b="b"/>
                <a:pathLst>
                  <a:path w="33" h="17">
                    <a:moveTo>
                      <a:pt x="32" y="8"/>
                    </a:moveTo>
                    <a:cubicBezTo>
                      <a:pt x="30" y="4"/>
                      <a:pt x="23" y="0"/>
                      <a:pt x="14" y="0"/>
                    </a:cubicBezTo>
                    <a:cubicBezTo>
                      <a:pt x="6" y="0"/>
                      <a:pt x="0" y="4"/>
                      <a:pt x="1" y="8"/>
                    </a:cubicBezTo>
                    <a:cubicBezTo>
                      <a:pt x="2" y="13"/>
                      <a:pt x="10" y="17"/>
                      <a:pt x="18" y="17"/>
                    </a:cubicBezTo>
                    <a:cubicBezTo>
                      <a:pt x="27" y="17"/>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35" name="Freeform 396"/>
              <p:cNvSpPr>
                <a:spLocks/>
              </p:cNvSpPr>
              <p:nvPr/>
            </p:nvSpPr>
            <p:spPr bwMode="auto">
              <a:xfrm>
                <a:off x="4821" y="2398"/>
                <a:ext cx="70" cy="35"/>
              </a:xfrm>
              <a:custGeom>
                <a:avLst/>
                <a:gdLst>
                  <a:gd name="T0" fmla="*/ 32 w 34"/>
                  <a:gd name="T1" fmla="*/ 8 h 17"/>
                  <a:gd name="T2" fmla="*/ 15 w 34"/>
                  <a:gd name="T3" fmla="*/ 0 h 17"/>
                  <a:gd name="T4" fmla="*/ 2 w 34"/>
                  <a:gd name="T5" fmla="*/ 8 h 17"/>
                  <a:gd name="T6" fmla="*/ 19 w 34"/>
                  <a:gd name="T7" fmla="*/ 17 h 17"/>
                  <a:gd name="T8" fmla="*/ 32 w 34"/>
                  <a:gd name="T9" fmla="*/ 8 h 17"/>
                </a:gdLst>
                <a:ahLst/>
                <a:cxnLst>
                  <a:cxn ang="0">
                    <a:pos x="T0" y="T1"/>
                  </a:cxn>
                  <a:cxn ang="0">
                    <a:pos x="T2" y="T3"/>
                  </a:cxn>
                  <a:cxn ang="0">
                    <a:pos x="T4" y="T5"/>
                  </a:cxn>
                  <a:cxn ang="0">
                    <a:pos x="T6" y="T7"/>
                  </a:cxn>
                  <a:cxn ang="0">
                    <a:pos x="T8" y="T9"/>
                  </a:cxn>
                </a:cxnLst>
                <a:rect l="0" t="0" r="r" b="b"/>
                <a:pathLst>
                  <a:path w="34" h="17">
                    <a:moveTo>
                      <a:pt x="32" y="8"/>
                    </a:moveTo>
                    <a:cubicBezTo>
                      <a:pt x="31" y="4"/>
                      <a:pt x="23" y="0"/>
                      <a:pt x="15" y="0"/>
                    </a:cubicBezTo>
                    <a:cubicBezTo>
                      <a:pt x="6" y="0"/>
                      <a:pt x="0" y="4"/>
                      <a:pt x="2" y="8"/>
                    </a:cubicBezTo>
                    <a:cubicBezTo>
                      <a:pt x="3" y="13"/>
                      <a:pt x="11" y="17"/>
                      <a:pt x="19" y="17"/>
                    </a:cubicBezTo>
                    <a:cubicBezTo>
                      <a:pt x="28" y="17"/>
                      <a:pt x="34"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36" name="Freeform 397"/>
              <p:cNvSpPr>
                <a:spLocks/>
              </p:cNvSpPr>
              <p:nvPr/>
            </p:nvSpPr>
            <p:spPr bwMode="auto">
              <a:xfrm>
                <a:off x="4899" y="2398"/>
                <a:ext cx="70" cy="35"/>
              </a:xfrm>
              <a:custGeom>
                <a:avLst/>
                <a:gdLst>
                  <a:gd name="T0" fmla="*/ 32 w 34"/>
                  <a:gd name="T1" fmla="*/ 8 h 17"/>
                  <a:gd name="T2" fmla="*/ 14 w 34"/>
                  <a:gd name="T3" fmla="*/ 0 h 17"/>
                  <a:gd name="T4" fmla="*/ 1 w 34"/>
                  <a:gd name="T5" fmla="*/ 8 h 17"/>
                  <a:gd name="T6" fmla="*/ 19 w 34"/>
                  <a:gd name="T7" fmla="*/ 17 h 17"/>
                  <a:gd name="T8" fmla="*/ 32 w 34"/>
                  <a:gd name="T9" fmla="*/ 8 h 17"/>
                </a:gdLst>
                <a:ahLst/>
                <a:cxnLst>
                  <a:cxn ang="0">
                    <a:pos x="T0" y="T1"/>
                  </a:cxn>
                  <a:cxn ang="0">
                    <a:pos x="T2" y="T3"/>
                  </a:cxn>
                  <a:cxn ang="0">
                    <a:pos x="T4" y="T5"/>
                  </a:cxn>
                  <a:cxn ang="0">
                    <a:pos x="T6" y="T7"/>
                  </a:cxn>
                  <a:cxn ang="0">
                    <a:pos x="T8" y="T9"/>
                  </a:cxn>
                </a:cxnLst>
                <a:rect l="0" t="0" r="r" b="b"/>
                <a:pathLst>
                  <a:path w="34" h="17">
                    <a:moveTo>
                      <a:pt x="32" y="8"/>
                    </a:moveTo>
                    <a:cubicBezTo>
                      <a:pt x="31" y="4"/>
                      <a:pt x="23" y="0"/>
                      <a:pt x="14" y="0"/>
                    </a:cubicBezTo>
                    <a:cubicBezTo>
                      <a:pt x="6" y="0"/>
                      <a:pt x="0" y="4"/>
                      <a:pt x="1" y="8"/>
                    </a:cubicBezTo>
                    <a:cubicBezTo>
                      <a:pt x="3" y="13"/>
                      <a:pt x="11" y="17"/>
                      <a:pt x="19" y="17"/>
                    </a:cubicBezTo>
                    <a:cubicBezTo>
                      <a:pt x="28" y="17"/>
                      <a:pt x="34"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37" name="Freeform 398"/>
              <p:cNvSpPr>
                <a:spLocks/>
              </p:cNvSpPr>
              <p:nvPr/>
            </p:nvSpPr>
            <p:spPr bwMode="auto">
              <a:xfrm>
                <a:off x="4978" y="2398"/>
                <a:ext cx="70" cy="35"/>
              </a:xfrm>
              <a:custGeom>
                <a:avLst/>
                <a:gdLst>
                  <a:gd name="T0" fmla="*/ 32 w 34"/>
                  <a:gd name="T1" fmla="*/ 8 h 17"/>
                  <a:gd name="T2" fmla="*/ 14 w 34"/>
                  <a:gd name="T3" fmla="*/ 0 h 17"/>
                  <a:gd name="T4" fmla="*/ 1 w 34"/>
                  <a:gd name="T5" fmla="*/ 8 h 17"/>
                  <a:gd name="T6" fmla="*/ 19 w 34"/>
                  <a:gd name="T7" fmla="*/ 17 h 17"/>
                  <a:gd name="T8" fmla="*/ 32 w 34"/>
                  <a:gd name="T9" fmla="*/ 8 h 17"/>
                </a:gdLst>
                <a:ahLst/>
                <a:cxnLst>
                  <a:cxn ang="0">
                    <a:pos x="T0" y="T1"/>
                  </a:cxn>
                  <a:cxn ang="0">
                    <a:pos x="T2" y="T3"/>
                  </a:cxn>
                  <a:cxn ang="0">
                    <a:pos x="T4" y="T5"/>
                  </a:cxn>
                  <a:cxn ang="0">
                    <a:pos x="T6" y="T7"/>
                  </a:cxn>
                  <a:cxn ang="0">
                    <a:pos x="T8" y="T9"/>
                  </a:cxn>
                </a:cxnLst>
                <a:rect l="0" t="0" r="r" b="b"/>
                <a:pathLst>
                  <a:path w="34" h="17">
                    <a:moveTo>
                      <a:pt x="32" y="8"/>
                    </a:moveTo>
                    <a:cubicBezTo>
                      <a:pt x="31" y="4"/>
                      <a:pt x="23" y="0"/>
                      <a:pt x="14" y="0"/>
                    </a:cubicBezTo>
                    <a:cubicBezTo>
                      <a:pt x="6" y="0"/>
                      <a:pt x="0" y="4"/>
                      <a:pt x="1" y="8"/>
                    </a:cubicBezTo>
                    <a:cubicBezTo>
                      <a:pt x="3" y="13"/>
                      <a:pt x="11" y="17"/>
                      <a:pt x="19" y="17"/>
                    </a:cubicBezTo>
                    <a:cubicBezTo>
                      <a:pt x="28" y="17"/>
                      <a:pt x="34"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38" name="Freeform 399"/>
              <p:cNvSpPr>
                <a:spLocks/>
              </p:cNvSpPr>
              <p:nvPr/>
            </p:nvSpPr>
            <p:spPr bwMode="auto">
              <a:xfrm>
                <a:off x="5056" y="2398"/>
                <a:ext cx="68" cy="35"/>
              </a:xfrm>
              <a:custGeom>
                <a:avLst/>
                <a:gdLst>
                  <a:gd name="T0" fmla="*/ 32 w 33"/>
                  <a:gd name="T1" fmla="*/ 8 h 17"/>
                  <a:gd name="T2" fmla="*/ 14 w 33"/>
                  <a:gd name="T3" fmla="*/ 0 h 17"/>
                  <a:gd name="T4" fmla="*/ 1 w 33"/>
                  <a:gd name="T5" fmla="*/ 8 h 17"/>
                  <a:gd name="T6" fmla="*/ 19 w 33"/>
                  <a:gd name="T7" fmla="*/ 17 h 17"/>
                  <a:gd name="T8" fmla="*/ 32 w 33"/>
                  <a:gd name="T9" fmla="*/ 8 h 17"/>
                </a:gdLst>
                <a:ahLst/>
                <a:cxnLst>
                  <a:cxn ang="0">
                    <a:pos x="T0" y="T1"/>
                  </a:cxn>
                  <a:cxn ang="0">
                    <a:pos x="T2" y="T3"/>
                  </a:cxn>
                  <a:cxn ang="0">
                    <a:pos x="T4" y="T5"/>
                  </a:cxn>
                  <a:cxn ang="0">
                    <a:pos x="T6" y="T7"/>
                  </a:cxn>
                  <a:cxn ang="0">
                    <a:pos x="T8" y="T9"/>
                  </a:cxn>
                </a:cxnLst>
                <a:rect l="0" t="0" r="r" b="b"/>
                <a:pathLst>
                  <a:path w="33" h="17">
                    <a:moveTo>
                      <a:pt x="32" y="8"/>
                    </a:moveTo>
                    <a:cubicBezTo>
                      <a:pt x="30" y="4"/>
                      <a:pt x="22" y="0"/>
                      <a:pt x="14" y="0"/>
                    </a:cubicBezTo>
                    <a:cubicBezTo>
                      <a:pt x="5" y="0"/>
                      <a:pt x="0" y="4"/>
                      <a:pt x="1" y="8"/>
                    </a:cubicBezTo>
                    <a:cubicBezTo>
                      <a:pt x="3" y="13"/>
                      <a:pt x="11" y="17"/>
                      <a:pt x="19" y="17"/>
                    </a:cubicBezTo>
                    <a:cubicBezTo>
                      <a:pt x="28" y="17"/>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39" name="Freeform 400"/>
              <p:cNvSpPr>
                <a:spLocks/>
              </p:cNvSpPr>
              <p:nvPr/>
            </p:nvSpPr>
            <p:spPr bwMode="auto">
              <a:xfrm>
                <a:off x="5132" y="2398"/>
                <a:ext cx="71" cy="35"/>
              </a:xfrm>
              <a:custGeom>
                <a:avLst/>
                <a:gdLst>
                  <a:gd name="T0" fmla="*/ 33 w 34"/>
                  <a:gd name="T1" fmla="*/ 8 h 17"/>
                  <a:gd name="T2" fmla="*/ 14 w 34"/>
                  <a:gd name="T3" fmla="*/ 0 h 17"/>
                  <a:gd name="T4" fmla="*/ 2 w 34"/>
                  <a:gd name="T5" fmla="*/ 8 h 17"/>
                  <a:gd name="T6" fmla="*/ 20 w 34"/>
                  <a:gd name="T7" fmla="*/ 17 h 17"/>
                  <a:gd name="T8" fmla="*/ 33 w 34"/>
                  <a:gd name="T9" fmla="*/ 8 h 17"/>
                </a:gdLst>
                <a:ahLst/>
                <a:cxnLst>
                  <a:cxn ang="0">
                    <a:pos x="T0" y="T1"/>
                  </a:cxn>
                  <a:cxn ang="0">
                    <a:pos x="T2" y="T3"/>
                  </a:cxn>
                  <a:cxn ang="0">
                    <a:pos x="T4" y="T5"/>
                  </a:cxn>
                  <a:cxn ang="0">
                    <a:pos x="T6" y="T7"/>
                  </a:cxn>
                  <a:cxn ang="0">
                    <a:pos x="T8" y="T9"/>
                  </a:cxn>
                </a:cxnLst>
                <a:rect l="0" t="0" r="r" b="b"/>
                <a:pathLst>
                  <a:path w="34" h="17">
                    <a:moveTo>
                      <a:pt x="33" y="8"/>
                    </a:moveTo>
                    <a:cubicBezTo>
                      <a:pt x="31" y="4"/>
                      <a:pt x="23" y="0"/>
                      <a:pt x="14" y="0"/>
                    </a:cubicBezTo>
                    <a:cubicBezTo>
                      <a:pt x="6" y="0"/>
                      <a:pt x="0" y="4"/>
                      <a:pt x="2" y="8"/>
                    </a:cubicBezTo>
                    <a:cubicBezTo>
                      <a:pt x="3" y="13"/>
                      <a:pt x="12" y="17"/>
                      <a:pt x="20" y="17"/>
                    </a:cubicBezTo>
                    <a:cubicBezTo>
                      <a:pt x="29" y="17"/>
                      <a:pt x="34"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40" name="Freeform 401"/>
              <p:cNvSpPr>
                <a:spLocks/>
              </p:cNvSpPr>
              <p:nvPr/>
            </p:nvSpPr>
            <p:spPr bwMode="auto">
              <a:xfrm>
                <a:off x="5211" y="2398"/>
                <a:ext cx="70" cy="35"/>
              </a:xfrm>
              <a:custGeom>
                <a:avLst/>
                <a:gdLst>
                  <a:gd name="T0" fmla="*/ 33 w 34"/>
                  <a:gd name="T1" fmla="*/ 8 h 17"/>
                  <a:gd name="T2" fmla="*/ 14 w 34"/>
                  <a:gd name="T3" fmla="*/ 0 h 17"/>
                  <a:gd name="T4" fmla="*/ 2 w 34"/>
                  <a:gd name="T5" fmla="*/ 8 h 17"/>
                  <a:gd name="T6" fmla="*/ 20 w 34"/>
                  <a:gd name="T7" fmla="*/ 17 h 17"/>
                  <a:gd name="T8" fmla="*/ 33 w 34"/>
                  <a:gd name="T9" fmla="*/ 8 h 17"/>
                </a:gdLst>
                <a:ahLst/>
                <a:cxnLst>
                  <a:cxn ang="0">
                    <a:pos x="T0" y="T1"/>
                  </a:cxn>
                  <a:cxn ang="0">
                    <a:pos x="T2" y="T3"/>
                  </a:cxn>
                  <a:cxn ang="0">
                    <a:pos x="T4" y="T5"/>
                  </a:cxn>
                  <a:cxn ang="0">
                    <a:pos x="T6" y="T7"/>
                  </a:cxn>
                  <a:cxn ang="0">
                    <a:pos x="T8" y="T9"/>
                  </a:cxn>
                </a:cxnLst>
                <a:rect l="0" t="0" r="r" b="b"/>
                <a:pathLst>
                  <a:path w="34" h="17">
                    <a:moveTo>
                      <a:pt x="33" y="8"/>
                    </a:moveTo>
                    <a:cubicBezTo>
                      <a:pt x="31" y="4"/>
                      <a:pt x="23" y="0"/>
                      <a:pt x="14" y="0"/>
                    </a:cubicBezTo>
                    <a:cubicBezTo>
                      <a:pt x="6" y="0"/>
                      <a:pt x="0" y="4"/>
                      <a:pt x="2" y="8"/>
                    </a:cubicBezTo>
                    <a:cubicBezTo>
                      <a:pt x="3" y="13"/>
                      <a:pt x="12" y="17"/>
                      <a:pt x="20" y="17"/>
                    </a:cubicBezTo>
                    <a:cubicBezTo>
                      <a:pt x="29" y="17"/>
                      <a:pt x="34"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41" name="Freeform 402"/>
              <p:cNvSpPr>
                <a:spLocks/>
              </p:cNvSpPr>
              <p:nvPr/>
            </p:nvSpPr>
            <p:spPr bwMode="auto">
              <a:xfrm>
                <a:off x="5289" y="2398"/>
                <a:ext cx="70" cy="35"/>
              </a:xfrm>
              <a:custGeom>
                <a:avLst/>
                <a:gdLst>
                  <a:gd name="T0" fmla="*/ 32 w 34"/>
                  <a:gd name="T1" fmla="*/ 8 h 17"/>
                  <a:gd name="T2" fmla="*/ 14 w 34"/>
                  <a:gd name="T3" fmla="*/ 0 h 17"/>
                  <a:gd name="T4" fmla="*/ 1 w 34"/>
                  <a:gd name="T5" fmla="*/ 8 h 17"/>
                  <a:gd name="T6" fmla="*/ 20 w 34"/>
                  <a:gd name="T7" fmla="*/ 17 h 17"/>
                  <a:gd name="T8" fmla="*/ 32 w 34"/>
                  <a:gd name="T9" fmla="*/ 8 h 17"/>
                </a:gdLst>
                <a:ahLst/>
                <a:cxnLst>
                  <a:cxn ang="0">
                    <a:pos x="T0" y="T1"/>
                  </a:cxn>
                  <a:cxn ang="0">
                    <a:pos x="T2" y="T3"/>
                  </a:cxn>
                  <a:cxn ang="0">
                    <a:pos x="T4" y="T5"/>
                  </a:cxn>
                  <a:cxn ang="0">
                    <a:pos x="T6" y="T7"/>
                  </a:cxn>
                  <a:cxn ang="0">
                    <a:pos x="T8" y="T9"/>
                  </a:cxn>
                </a:cxnLst>
                <a:rect l="0" t="0" r="r" b="b"/>
                <a:pathLst>
                  <a:path w="34" h="17">
                    <a:moveTo>
                      <a:pt x="32" y="8"/>
                    </a:moveTo>
                    <a:cubicBezTo>
                      <a:pt x="31" y="4"/>
                      <a:pt x="22" y="0"/>
                      <a:pt x="14" y="0"/>
                    </a:cubicBezTo>
                    <a:cubicBezTo>
                      <a:pt x="5" y="0"/>
                      <a:pt x="0" y="4"/>
                      <a:pt x="1" y="8"/>
                    </a:cubicBezTo>
                    <a:cubicBezTo>
                      <a:pt x="3" y="13"/>
                      <a:pt x="12" y="17"/>
                      <a:pt x="20" y="17"/>
                    </a:cubicBezTo>
                    <a:cubicBezTo>
                      <a:pt x="29" y="17"/>
                      <a:pt x="34"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42" name="Freeform 403"/>
              <p:cNvSpPr>
                <a:spLocks/>
              </p:cNvSpPr>
              <p:nvPr/>
            </p:nvSpPr>
            <p:spPr bwMode="auto">
              <a:xfrm>
                <a:off x="5366" y="2398"/>
                <a:ext cx="72" cy="35"/>
              </a:xfrm>
              <a:custGeom>
                <a:avLst/>
                <a:gdLst>
                  <a:gd name="T0" fmla="*/ 33 w 35"/>
                  <a:gd name="T1" fmla="*/ 8 h 17"/>
                  <a:gd name="T2" fmla="*/ 14 w 35"/>
                  <a:gd name="T3" fmla="*/ 0 h 17"/>
                  <a:gd name="T4" fmla="*/ 2 w 35"/>
                  <a:gd name="T5" fmla="*/ 8 h 17"/>
                  <a:gd name="T6" fmla="*/ 21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1" y="4"/>
                      <a:pt x="23" y="0"/>
                      <a:pt x="14" y="0"/>
                    </a:cubicBezTo>
                    <a:cubicBezTo>
                      <a:pt x="6" y="0"/>
                      <a:pt x="0" y="4"/>
                      <a:pt x="2" y="8"/>
                    </a:cubicBezTo>
                    <a:cubicBezTo>
                      <a:pt x="4" y="13"/>
                      <a:pt x="13" y="17"/>
                      <a:pt x="21" y="17"/>
                    </a:cubicBezTo>
                    <a:cubicBezTo>
                      <a:pt x="30" y="17"/>
                      <a:pt x="35"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43" name="Freeform 404"/>
              <p:cNvSpPr>
                <a:spLocks/>
              </p:cNvSpPr>
              <p:nvPr/>
            </p:nvSpPr>
            <p:spPr bwMode="auto">
              <a:xfrm>
                <a:off x="5444" y="2398"/>
                <a:ext cx="72" cy="35"/>
              </a:xfrm>
              <a:custGeom>
                <a:avLst/>
                <a:gdLst>
                  <a:gd name="T0" fmla="*/ 33 w 35"/>
                  <a:gd name="T1" fmla="*/ 8 h 17"/>
                  <a:gd name="T2" fmla="*/ 14 w 35"/>
                  <a:gd name="T3" fmla="*/ 0 h 17"/>
                  <a:gd name="T4" fmla="*/ 2 w 35"/>
                  <a:gd name="T5" fmla="*/ 8 h 17"/>
                  <a:gd name="T6" fmla="*/ 21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1" y="4"/>
                      <a:pt x="22" y="0"/>
                      <a:pt x="14" y="0"/>
                    </a:cubicBezTo>
                    <a:cubicBezTo>
                      <a:pt x="5" y="0"/>
                      <a:pt x="0" y="4"/>
                      <a:pt x="2" y="8"/>
                    </a:cubicBezTo>
                    <a:cubicBezTo>
                      <a:pt x="4" y="13"/>
                      <a:pt x="13" y="17"/>
                      <a:pt x="21" y="17"/>
                    </a:cubicBezTo>
                    <a:cubicBezTo>
                      <a:pt x="30" y="17"/>
                      <a:pt x="35"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44" name="Freeform 405"/>
              <p:cNvSpPr>
                <a:spLocks/>
              </p:cNvSpPr>
              <p:nvPr/>
            </p:nvSpPr>
            <p:spPr bwMode="auto">
              <a:xfrm>
                <a:off x="5522" y="2398"/>
                <a:ext cx="73" cy="35"/>
              </a:xfrm>
              <a:custGeom>
                <a:avLst/>
                <a:gdLst>
                  <a:gd name="T0" fmla="*/ 33 w 35"/>
                  <a:gd name="T1" fmla="*/ 8 h 17"/>
                  <a:gd name="T2" fmla="*/ 14 w 35"/>
                  <a:gd name="T3" fmla="*/ 0 h 17"/>
                  <a:gd name="T4" fmla="*/ 2 w 35"/>
                  <a:gd name="T5" fmla="*/ 8 h 17"/>
                  <a:gd name="T6" fmla="*/ 21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1" y="4"/>
                      <a:pt x="22" y="0"/>
                      <a:pt x="14" y="0"/>
                    </a:cubicBezTo>
                    <a:cubicBezTo>
                      <a:pt x="5" y="0"/>
                      <a:pt x="0" y="4"/>
                      <a:pt x="2" y="8"/>
                    </a:cubicBezTo>
                    <a:cubicBezTo>
                      <a:pt x="4" y="13"/>
                      <a:pt x="13" y="17"/>
                      <a:pt x="21" y="17"/>
                    </a:cubicBezTo>
                    <a:cubicBezTo>
                      <a:pt x="30" y="17"/>
                      <a:pt x="35"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73" name="Group 607"/>
            <p:cNvGrpSpPr>
              <a:grpSpLocks/>
            </p:cNvGrpSpPr>
            <p:nvPr/>
          </p:nvGrpSpPr>
          <p:grpSpPr bwMode="auto">
            <a:xfrm>
              <a:off x="4983163" y="3806826"/>
              <a:ext cx="4179888" cy="1870075"/>
              <a:chOff x="3139" y="2398"/>
              <a:chExt cx="2633" cy="1178"/>
            </a:xfrm>
            <a:grpFill/>
          </p:grpSpPr>
          <p:sp>
            <p:nvSpPr>
              <p:cNvPr id="445" name="Freeform 407"/>
              <p:cNvSpPr>
                <a:spLocks/>
              </p:cNvSpPr>
              <p:nvPr/>
            </p:nvSpPr>
            <p:spPr bwMode="auto">
              <a:xfrm>
                <a:off x="5601" y="2398"/>
                <a:ext cx="72" cy="35"/>
              </a:xfrm>
              <a:custGeom>
                <a:avLst/>
                <a:gdLst>
                  <a:gd name="T0" fmla="*/ 33 w 35"/>
                  <a:gd name="T1" fmla="*/ 8 h 17"/>
                  <a:gd name="T2" fmla="*/ 13 w 35"/>
                  <a:gd name="T3" fmla="*/ 0 h 17"/>
                  <a:gd name="T4" fmla="*/ 2 w 35"/>
                  <a:gd name="T5" fmla="*/ 8 h 17"/>
                  <a:gd name="T6" fmla="*/ 21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0" y="4"/>
                      <a:pt x="22" y="0"/>
                      <a:pt x="13" y="0"/>
                    </a:cubicBezTo>
                    <a:cubicBezTo>
                      <a:pt x="5" y="0"/>
                      <a:pt x="0" y="4"/>
                      <a:pt x="2" y="8"/>
                    </a:cubicBezTo>
                    <a:cubicBezTo>
                      <a:pt x="4" y="13"/>
                      <a:pt x="13" y="17"/>
                      <a:pt x="21" y="17"/>
                    </a:cubicBezTo>
                    <a:cubicBezTo>
                      <a:pt x="30" y="17"/>
                      <a:pt x="35"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46" name="Freeform 408"/>
              <p:cNvSpPr>
                <a:spLocks/>
              </p:cNvSpPr>
              <p:nvPr/>
            </p:nvSpPr>
            <p:spPr bwMode="auto">
              <a:xfrm>
                <a:off x="5677" y="2398"/>
                <a:ext cx="74" cy="35"/>
              </a:xfrm>
              <a:custGeom>
                <a:avLst/>
                <a:gdLst>
                  <a:gd name="T0" fmla="*/ 33 w 36"/>
                  <a:gd name="T1" fmla="*/ 8 h 17"/>
                  <a:gd name="T2" fmla="*/ 14 w 36"/>
                  <a:gd name="T3" fmla="*/ 0 h 17"/>
                  <a:gd name="T4" fmla="*/ 3 w 36"/>
                  <a:gd name="T5" fmla="*/ 8 h 17"/>
                  <a:gd name="T6" fmla="*/ 22 w 36"/>
                  <a:gd name="T7" fmla="*/ 17 h 17"/>
                  <a:gd name="T8" fmla="*/ 33 w 36"/>
                  <a:gd name="T9" fmla="*/ 8 h 17"/>
                </a:gdLst>
                <a:ahLst/>
                <a:cxnLst>
                  <a:cxn ang="0">
                    <a:pos x="T0" y="T1"/>
                  </a:cxn>
                  <a:cxn ang="0">
                    <a:pos x="T2" y="T3"/>
                  </a:cxn>
                  <a:cxn ang="0">
                    <a:pos x="T4" y="T5"/>
                  </a:cxn>
                  <a:cxn ang="0">
                    <a:pos x="T6" y="T7"/>
                  </a:cxn>
                  <a:cxn ang="0">
                    <a:pos x="T8" y="T9"/>
                  </a:cxn>
                </a:cxnLst>
                <a:rect l="0" t="0" r="r" b="b"/>
                <a:pathLst>
                  <a:path w="36" h="17">
                    <a:moveTo>
                      <a:pt x="33" y="8"/>
                    </a:moveTo>
                    <a:cubicBezTo>
                      <a:pt x="31" y="4"/>
                      <a:pt x="22" y="0"/>
                      <a:pt x="14" y="0"/>
                    </a:cubicBezTo>
                    <a:cubicBezTo>
                      <a:pt x="5" y="0"/>
                      <a:pt x="0" y="4"/>
                      <a:pt x="3" y="8"/>
                    </a:cubicBezTo>
                    <a:cubicBezTo>
                      <a:pt x="5" y="13"/>
                      <a:pt x="13" y="17"/>
                      <a:pt x="22" y="17"/>
                    </a:cubicBezTo>
                    <a:cubicBezTo>
                      <a:pt x="31" y="17"/>
                      <a:pt x="36"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47" name="Freeform 409"/>
              <p:cNvSpPr>
                <a:spLocks/>
              </p:cNvSpPr>
              <p:nvPr/>
            </p:nvSpPr>
            <p:spPr bwMode="auto">
              <a:xfrm>
                <a:off x="4361" y="2442"/>
                <a:ext cx="68" cy="35"/>
              </a:xfrm>
              <a:custGeom>
                <a:avLst/>
                <a:gdLst>
                  <a:gd name="T0" fmla="*/ 32 w 33"/>
                  <a:gd name="T1" fmla="*/ 8 h 17"/>
                  <a:gd name="T2" fmla="*/ 15 w 33"/>
                  <a:gd name="T3" fmla="*/ 0 h 17"/>
                  <a:gd name="T4" fmla="*/ 1 w 33"/>
                  <a:gd name="T5" fmla="*/ 8 h 17"/>
                  <a:gd name="T6" fmla="*/ 18 w 33"/>
                  <a:gd name="T7" fmla="*/ 17 h 17"/>
                  <a:gd name="T8" fmla="*/ 32 w 33"/>
                  <a:gd name="T9" fmla="*/ 8 h 17"/>
                </a:gdLst>
                <a:ahLst/>
                <a:cxnLst>
                  <a:cxn ang="0">
                    <a:pos x="T0" y="T1"/>
                  </a:cxn>
                  <a:cxn ang="0">
                    <a:pos x="T2" y="T3"/>
                  </a:cxn>
                  <a:cxn ang="0">
                    <a:pos x="T4" y="T5"/>
                  </a:cxn>
                  <a:cxn ang="0">
                    <a:pos x="T6" y="T7"/>
                  </a:cxn>
                  <a:cxn ang="0">
                    <a:pos x="T8" y="T9"/>
                  </a:cxn>
                </a:cxnLst>
                <a:rect l="0" t="0" r="r" b="b"/>
                <a:pathLst>
                  <a:path w="33" h="17">
                    <a:moveTo>
                      <a:pt x="32" y="8"/>
                    </a:moveTo>
                    <a:cubicBezTo>
                      <a:pt x="31" y="3"/>
                      <a:pt x="24" y="0"/>
                      <a:pt x="15" y="0"/>
                    </a:cubicBezTo>
                    <a:cubicBezTo>
                      <a:pt x="7" y="0"/>
                      <a:pt x="0" y="3"/>
                      <a:pt x="1" y="8"/>
                    </a:cubicBezTo>
                    <a:cubicBezTo>
                      <a:pt x="2" y="13"/>
                      <a:pt x="10" y="17"/>
                      <a:pt x="18" y="17"/>
                    </a:cubicBezTo>
                    <a:cubicBezTo>
                      <a:pt x="27" y="17"/>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48" name="Freeform 410"/>
              <p:cNvSpPr>
                <a:spLocks/>
              </p:cNvSpPr>
              <p:nvPr/>
            </p:nvSpPr>
            <p:spPr bwMode="auto">
              <a:xfrm>
                <a:off x="4439" y="2442"/>
                <a:ext cx="68" cy="35"/>
              </a:xfrm>
              <a:custGeom>
                <a:avLst/>
                <a:gdLst>
                  <a:gd name="T0" fmla="*/ 32 w 33"/>
                  <a:gd name="T1" fmla="*/ 8 h 17"/>
                  <a:gd name="T2" fmla="*/ 15 w 33"/>
                  <a:gd name="T3" fmla="*/ 0 h 17"/>
                  <a:gd name="T4" fmla="*/ 1 w 33"/>
                  <a:gd name="T5" fmla="*/ 8 h 17"/>
                  <a:gd name="T6" fmla="*/ 19 w 33"/>
                  <a:gd name="T7" fmla="*/ 17 h 17"/>
                  <a:gd name="T8" fmla="*/ 32 w 33"/>
                  <a:gd name="T9" fmla="*/ 8 h 17"/>
                </a:gdLst>
                <a:ahLst/>
                <a:cxnLst>
                  <a:cxn ang="0">
                    <a:pos x="T0" y="T1"/>
                  </a:cxn>
                  <a:cxn ang="0">
                    <a:pos x="T2" y="T3"/>
                  </a:cxn>
                  <a:cxn ang="0">
                    <a:pos x="T4" y="T5"/>
                  </a:cxn>
                  <a:cxn ang="0">
                    <a:pos x="T6" y="T7"/>
                  </a:cxn>
                  <a:cxn ang="0">
                    <a:pos x="T8" y="T9"/>
                  </a:cxn>
                </a:cxnLst>
                <a:rect l="0" t="0" r="r" b="b"/>
                <a:pathLst>
                  <a:path w="33" h="17">
                    <a:moveTo>
                      <a:pt x="32" y="8"/>
                    </a:moveTo>
                    <a:cubicBezTo>
                      <a:pt x="32" y="3"/>
                      <a:pt x="24" y="0"/>
                      <a:pt x="15" y="0"/>
                    </a:cubicBezTo>
                    <a:cubicBezTo>
                      <a:pt x="7" y="0"/>
                      <a:pt x="0" y="3"/>
                      <a:pt x="1" y="8"/>
                    </a:cubicBezTo>
                    <a:cubicBezTo>
                      <a:pt x="2" y="13"/>
                      <a:pt x="10" y="17"/>
                      <a:pt x="19" y="17"/>
                    </a:cubicBezTo>
                    <a:cubicBezTo>
                      <a:pt x="27" y="17"/>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49" name="Freeform 411"/>
              <p:cNvSpPr>
                <a:spLocks/>
              </p:cNvSpPr>
              <p:nvPr/>
            </p:nvSpPr>
            <p:spPr bwMode="auto">
              <a:xfrm>
                <a:off x="4520" y="2442"/>
                <a:ext cx="68" cy="35"/>
              </a:xfrm>
              <a:custGeom>
                <a:avLst/>
                <a:gdLst>
                  <a:gd name="T0" fmla="*/ 32 w 33"/>
                  <a:gd name="T1" fmla="*/ 8 h 17"/>
                  <a:gd name="T2" fmla="*/ 14 w 33"/>
                  <a:gd name="T3" fmla="*/ 0 h 17"/>
                  <a:gd name="T4" fmla="*/ 0 w 33"/>
                  <a:gd name="T5" fmla="*/ 8 h 17"/>
                  <a:gd name="T6" fmla="*/ 18 w 33"/>
                  <a:gd name="T7" fmla="*/ 17 h 17"/>
                  <a:gd name="T8" fmla="*/ 32 w 33"/>
                  <a:gd name="T9" fmla="*/ 8 h 17"/>
                </a:gdLst>
                <a:ahLst/>
                <a:cxnLst>
                  <a:cxn ang="0">
                    <a:pos x="T0" y="T1"/>
                  </a:cxn>
                  <a:cxn ang="0">
                    <a:pos x="T2" y="T3"/>
                  </a:cxn>
                  <a:cxn ang="0">
                    <a:pos x="T4" y="T5"/>
                  </a:cxn>
                  <a:cxn ang="0">
                    <a:pos x="T6" y="T7"/>
                  </a:cxn>
                  <a:cxn ang="0">
                    <a:pos x="T8" y="T9"/>
                  </a:cxn>
                </a:cxnLst>
                <a:rect l="0" t="0" r="r" b="b"/>
                <a:pathLst>
                  <a:path w="33" h="17">
                    <a:moveTo>
                      <a:pt x="32" y="8"/>
                    </a:moveTo>
                    <a:cubicBezTo>
                      <a:pt x="31" y="3"/>
                      <a:pt x="23" y="0"/>
                      <a:pt x="14" y="0"/>
                    </a:cubicBezTo>
                    <a:cubicBezTo>
                      <a:pt x="6" y="0"/>
                      <a:pt x="0" y="3"/>
                      <a:pt x="0" y="8"/>
                    </a:cubicBezTo>
                    <a:cubicBezTo>
                      <a:pt x="1" y="13"/>
                      <a:pt x="9" y="17"/>
                      <a:pt x="18" y="17"/>
                    </a:cubicBezTo>
                    <a:cubicBezTo>
                      <a:pt x="26" y="17"/>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50" name="Freeform 412"/>
              <p:cNvSpPr>
                <a:spLocks/>
              </p:cNvSpPr>
              <p:nvPr/>
            </p:nvSpPr>
            <p:spPr bwMode="auto">
              <a:xfrm>
                <a:off x="4598" y="2442"/>
                <a:ext cx="68" cy="35"/>
              </a:xfrm>
              <a:custGeom>
                <a:avLst/>
                <a:gdLst>
                  <a:gd name="T0" fmla="*/ 32 w 33"/>
                  <a:gd name="T1" fmla="*/ 8 h 17"/>
                  <a:gd name="T2" fmla="*/ 14 w 33"/>
                  <a:gd name="T3" fmla="*/ 0 h 17"/>
                  <a:gd name="T4" fmla="*/ 1 w 33"/>
                  <a:gd name="T5" fmla="*/ 8 h 17"/>
                  <a:gd name="T6" fmla="*/ 18 w 33"/>
                  <a:gd name="T7" fmla="*/ 17 h 17"/>
                  <a:gd name="T8" fmla="*/ 32 w 33"/>
                  <a:gd name="T9" fmla="*/ 8 h 17"/>
                </a:gdLst>
                <a:ahLst/>
                <a:cxnLst>
                  <a:cxn ang="0">
                    <a:pos x="T0" y="T1"/>
                  </a:cxn>
                  <a:cxn ang="0">
                    <a:pos x="T2" y="T3"/>
                  </a:cxn>
                  <a:cxn ang="0">
                    <a:pos x="T4" y="T5"/>
                  </a:cxn>
                  <a:cxn ang="0">
                    <a:pos x="T6" y="T7"/>
                  </a:cxn>
                  <a:cxn ang="0">
                    <a:pos x="T8" y="T9"/>
                  </a:cxn>
                </a:cxnLst>
                <a:rect l="0" t="0" r="r" b="b"/>
                <a:pathLst>
                  <a:path w="33" h="17">
                    <a:moveTo>
                      <a:pt x="32" y="8"/>
                    </a:moveTo>
                    <a:cubicBezTo>
                      <a:pt x="31" y="3"/>
                      <a:pt x="23" y="0"/>
                      <a:pt x="14" y="0"/>
                    </a:cubicBezTo>
                    <a:cubicBezTo>
                      <a:pt x="6" y="0"/>
                      <a:pt x="0" y="3"/>
                      <a:pt x="1" y="8"/>
                    </a:cubicBezTo>
                    <a:cubicBezTo>
                      <a:pt x="2" y="13"/>
                      <a:pt x="10" y="17"/>
                      <a:pt x="18" y="17"/>
                    </a:cubicBezTo>
                    <a:cubicBezTo>
                      <a:pt x="27" y="17"/>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51" name="Freeform 413"/>
              <p:cNvSpPr>
                <a:spLocks/>
              </p:cNvSpPr>
              <p:nvPr/>
            </p:nvSpPr>
            <p:spPr bwMode="auto">
              <a:xfrm>
                <a:off x="4677" y="2442"/>
                <a:ext cx="68" cy="35"/>
              </a:xfrm>
              <a:custGeom>
                <a:avLst/>
                <a:gdLst>
                  <a:gd name="T0" fmla="*/ 32 w 33"/>
                  <a:gd name="T1" fmla="*/ 8 h 17"/>
                  <a:gd name="T2" fmla="*/ 14 w 33"/>
                  <a:gd name="T3" fmla="*/ 0 h 17"/>
                  <a:gd name="T4" fmla="*/ 1 w 33"/>
                  <a:gd name="T5" fmla="*/ 8 h 17"/>
                  <a:gd name="T6" fmla="*/ 19 w 33"/>
                  <a:gd name="T7" fmla="*/ 17 h 17"/>
                  <a:gd name="T8" fmla="*/ 32 w 33"/>
                  <a:gd name="T9" fmla="*/ 8 h 17"/>
                </a:gdLst>
                <a:ahLst/>
                <a:cxnLst>
                  <a:cxn ang="0">
                    <a:pos x="T0" y="T1"/>
                  </a:cxn>
                  <a:cxn ang="0">
                    <a:pos x="T2" y="T3"/>
                  </a:cxn>
                  <a:cxn ang="0">
                    <a:pos x="T4" y="T5"/>
                  </a:cxn>
                  <a:cxn ang="0">
                    <a:pos x="T6" y="T7"/>
                  </a:cxn>
                  <a:cxn ang="0">
                    <a:pos x="T8" y="T9"/>
                  </a:cxn>
                </a:cxnLst>
                <a:rect l="0" t="0" r="r" b="b"/>
                <a:pathLst>
                  <a:path w="33" h="17">
                    <a:moveTo>
                      <a:pt x="32" y="8"/>
                    </a:moveTo>
                    <a:cubicBezTo>
                      <a:pt x="31" y="3"/>
                      <a:pt x="23" y="0"/>
                      <a:pt x="14" y="0"/>
                    </a:cubicBezTo>
                    <a:cubicBezTo>
                      <a:pt x="6" y="0"/>
                      <a:pt x="0" y="3"/>
                      <a:pt x="1" y="8"/>
                    </a:cubicBezTo>
                    <a:cubicBezTo>
                      <a:pt x="2" y="13"/>
                      <a:pt x="10" y="17"/>
                      <a:pt x="19" y="17"/>
                    </a:cubicBezTo>
                    <a:cubicBezTo>
                      <a:pt x="27" y="17"/>
                      <a:pt x="33"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52" name="Freeform 414"/>
              <p:cNvSpPr>
                <a:spLocks/>
              </p:cNvSpPr>
              <p:nvPr/>
            </p:nvSpPr>
            <p:spPr bwMode="auto">
              <a:xfrm>
                <a:off x="4755" y="2442"/>
                <a:ext cx="70" cy="35"/>
              </a:xfrm>
              <a:custGeom>
                <a:avLst/>
                <a:gdLst>
                  <a:gd name="T0" fmla="*/ 32 w 34"/>
                  <a:gd name="T1" fmla="*/ 8 h 17"/>
                  <a:gd name="T2" fmla="*/ 14 w 34"/>
                  <a:gd name="T3" fmla="*/ 0 h 17"/>
                  <a:gd name="T4" fmla="*/ 1 w 34"/>
                  <a:gd name="T5" fmla="*/ 8 h 17"/>
                  <a:gd name="T6" fmla="*/ 19 w 34"/>
                  <a:gd name="T7" fmla="*/ 17 h 17"/>
                  <a:gd name="T8" fmla="*/ 32 w 34"/>
                  <a:gd name="T9" fmla="*/ 8 h 17"/>
                </a:gdLst>
                <a:ahLst/>
                <a:cxnLst>
                  <a:cxn ang="0">
                    <a:pos x="T0" y="T1"/>
                  </a:cxn>
                  <a:cxn ang="0">
                    <a:pos x="T2" y="T3"/>
                  </a:cxn>
                  <a:cxn ang="0">
                    <a:pos x="T4" y="T5"/>
                  </a:cxn>
                  <a:cxn ang="0">
                    <a:pos x="T6" y="T7"/>
                  </a:cxn>
                  <a:cxn ang="0">
                    <a:pos x="T8" y="T9"/>
                  </a:cxn>
                </a:cxnLst>
                <a:rect l="0" t="0" r="r" b="b"/>
                <a:pathLst>
                  <a:path w="34" h="17">
                    <a:moveTo>
                      <a:pt x="32" y="8"/>
                    </a:moveTo>
                    <a:cubicBezTo>
                      <a:pt x="31" y="3"/>
                      <a:pt x="23" y="0"/>
                      <a:pt x="14" y="0"/>
                    </a:cubicBezTo>
                    <a:cubicBezTo>
                      <a:pt x="6" y="0"/>
                      <a:pt x="0" y="3"/>
                      <a:pt x="1" y="8"/>
                    </a:cubicBezTo>
                    <a:cubicBezTo>
                      <a:pt x="2" y="13"/>
                      <a:pt x="10" y="17"/>
                      <a:pt x="19" y="17"/>
                    </a:cubicBezTo>
                    <a:cubicBezTo>
                      <a:pt x="28" y="17"/>
                      <a:pt x="34"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53" name="Freeform 415"/>
              <p:cNvSpPr>
                <a:spLocks/>
              </p:cNvSpPr>
              <p:nvPr/>
            </p:nvSpPr>
            <p:spPr bwMode="auto">
              <a:xfrm>
                <a:off x="4833" y="2442"/>
                <a:ext cx="70" cy="35"/>
              </a:xfrm>
              <a:custGeom>
                <a:avLst/>
                <a:gdLst>
                  <a:gd name="T0" fmla="*/ 32 w 34"/>
                  <a:gd name="T1" fmla="*/ 8 h 17"/>
                  <a:gd name="T2" fmla="*/ 14 w 34"/>
                  <a:gd name="T3" fmla="*/ 0 h 17"/>
                  <a:gd name="T4" fmla="*/ 1 w 34"/>
                  <a:gd name="T5" fmla="*/ 8 h 17"/>
                  <a:gd name="T6" fmla="*/ 19 w 34"/>
                  <a:gd name="T7" fmla="*/ 17 h 17"/>
                  <a:gd name="T8" fmla="*/ 32 w 34"/>
                  <a:gd name="T9" fmla="*/ 8 h 17"/>
                </a:gdLst>
                <a:ahLst/>
                <a:cxnLst>
                  <a:cxn ang="0">
                    <a:pos x="T0" y="T1"/>
                  </a:cxn>
                  <a:cxn ang="0">
                    <a:pos x="T2" y="T3"/>
                  </a:cxn>
                  <a:cxn ang="0">
                    <a:pos x="T4" y="T5"/>
                  </a:cxn>
                  <a:cxn ang="0">
                    <a:pos x="T6" y="T7"/>
                  </a:cxn>
                  <a:cxn ang="0">
                    <a:pos x="T8" y="T9"/>
                  </a:cxn>
                </a:cxnLst>
                <a:rect l="0" t="0" r="r" b="b"/>
                <a:pathLst>
                  <a:path w="34" h="17">
                    <a:moveTo>
                      <a:pt x="32" y="8"/>
                    </a:moveTo>
                    <a:cubicBezTo>
                      <a:pt x="31" y="3"/>
                      <a:pt x="23" y="0"/>
                      <a:pt x="14" y="0"/>
                    </a:cubicBezTo>
                    <a:cubicBezTo>
                      <a:pt x="6" y="0"/>
                      <a:pt x="0" y="3"/>
                      <a:pt x="1" y="8"/>
                    </a:cubicBezTo>
                    <a:cubicBezTo>
                      <a:pt x="3" y="13"/>
                      <a:pt x="11" y="17"/>
                      <a:pt x="19" y="17"/>
                    </a:cubicBezTo>
                    <a:cubicBezTo>
                      <a:pt x="28" y="17"/>
                      <a:pt x="34"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54" name="Freeform 416"/>
              <p:cNvSpPr>
                <a:spLocks/>
              </p:cNvSpPr>
              <p:nvPr/>
            </p:nvSpPr>
            <p:spPr bwMode="auto">
              <a:xfrm>
                <a:off x="4912" y="2442"/>
                <a:ext cx="70" cy="35"/>
              </a:xfrm>
              <a:custGeom>
                <a:avLst/>
                <a:gdLst>
                  <a:gd name="T0" fmla="*/ 33 w 34"/>
                  <a:gd name="T1" fmla="*/ 8 h 17"/>
                  <a:gd name="T2" fmla="*/ 14 w 34"/>
                  <a:gd name="T3" fmla="*/ 0 h 17"/>
                  <a:gd name="T4" fmla="*/ 1 w 34"/>
                  <a:gd name="T5" fmla="*/ 8 h 17"/>
                  <a:gd name="T6" fmla="*/ 20 w 34"/>
                  <a:gd name="T7" fmla="*/ 17 h 17"/>
                  <a:gd name="T8" fmla="*/ 33 w 34"/>
                  <a:gd name="T9" fmla="*/ 8 h 17"/>
                </a:gdLst>
                <a:ahLst/>
                <a:cxnLst>
                  <a:cxn ang="0">
                    <a:pos x="T0" y="T1"/>
                  </a:cxn>
                  <a:cxn ang="0">
                    <a:pos x="T2" y="T3"/>
                  </a:cxn>
                  <a:cxn ang="0">
                    <a:pos x="T4" y="T5"/>
                  </a:cxn>
                  <a:cxn ang="0">
                    <a:pos x="T6" y="T7"/>
                  </a:cxn>
                  <a:cxn ang="0">
                    <a:pos x="T8" y="T9"/>
                  </a:cxn>
                </a:cxnLst>
                <a:rect l="0" t="0" r="r" b="b"/>
                <a:pathLst>
                  <a:path w="34" h="17">
                    <a:moveTo>
                      <a:pt x="33" y="8"/>
                    </a:moveTo>
                    <a:cubicBezTo>
                      <a:pt x="31" y="3"/>
                      <a:pt x="23" y="0"/>
                      <a:pt x="14" y="0"/>
                    </a:cubicBezTo>
                    <a:cubicBezTo>
                      <a:pt x="6" y="0"/>
                      <a:pt x="0" y="3"/>
                      <a:pt x="1" y="8"/>
                    </a:cubicBezTo>
                    <a:cubicBezTo>
                      <a:pt x="3" y="13"/>
                      <a:pt x="11" y="17"/>
                      <a:pt x="20" y="17"/>
                    </a:cubicBezTo>
                    <a:cubicBezTo>
                      <a:pt x="28" y="17"/>
                      <a:pt x="34"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55" name="Freeform 417"/>
              <p:cNvSpPr>
                <a:spLocks/>
              </p:cNvSpPr>
              <p:nvPr/>
            </p:nvSpPr>
            <p:spPr bwMode="auto">
              <a:xfrm>
                <a:off x="4990" y="2442"/>
                <a:ext cx="70" cy="35"/>
              </a:xfrm>
              <a:custGeom>
                <a:avLst/>
                <a:gdLst>
                  <a:gd name="T0" fmla="*/ 33 w 34"/>
                  <a:gd name="T1" fmla="*/ 8 h 17"/>
                  <a:gd name="T2" fmla="*/ 15 w 34"/>
                  <a:gd name="T3" fmla="*/ 0 h 17"/>
                  <a:gd name="T4" fmla="*/ 2 w 34"/>
                  <a:gd name="T5" fmla="*/ 8 h 17"/>
                  <a:gd name="T6" fmla="*/ 20 w 34"/>
                  <a:gd name="T7" fmla="*/ 17 h 17"/>
                  <a:gd name="T8" fmla="*/ 33 w 34"/>
                  <a:gd name="T9" fmla="*/ 8 h 17"/>
                </a:gdLst>
                <a:ahLst/>
                <a:cxnLst>
                  <a:cxn ang="0">
                    <a:pos x="T0" y="T1"/>
                  </a:cxn>
                  <a:cxn ang="0">
                    <a:pos x="T2" y="T3"/>
                  </a:cxn>
                  <a:cxn ang="0">
                    <a:pos x="T4" y="T5"/>
                  </a:cxn>
                  <a:cxn ang="0">
                    <a:pos x="T6" y="T7"/>
                  </a:cxn>
                  <a:cxn ang="0">
                    <a:pos x="T8" y="T9"/>
                  </a:cxn>
                </a:cxnLst>
                <a:rect l="0" t="0" r="r" b="b"/>
                <a:pathLst>
                  <a:path w="34" h="17">
                    <a:moveTo>
                      <a:pt x="33" y="8"/>
                    </a:moveTo>
                    <a:cubicBezTo>
                      <a:pt x="31" y="3"/>
                      <a:pt x="23" y="0"/>
                      <a:pt x="15" y="0"/>
                    </a:cubicBezTo>
                    <a:cubicBezTo>
                      <a:pt x="6" y="0"/>
                      <a:pt x="0" y="3"/>
                      <a:pt x="2" y="8"/>
                    </a:cubicBezTo>
                    <a:cubicBezTo>
                      <a:pt x="3" y="13"/>
                      <a:pt x="11" y="17"/>
                      <a:pt x="20" y="17"/>
                    </a:cubicBezTo>
                    <a:cubicBezTo>
                      <a:pt x="29" y="17"/>
                      <a:pt x="34"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56" name="Freeform 418"/>
              <p:cNvSpPr>
                <a:spLocks/>
              </p:cNvSpPr>
              <p:nvPr/>
            </p:nvSpPr>
            <p:spPr bwMode="auto">
              <a:xfrm>
                <a:off x="5069" y="2442"/>
                <a:ext cx="72" cy="35"/>
              </a:xfrm>
              <a:custGeom>
                <a:avLst/>
                <a:gdLst>
                  <a:gd name="T0" fmla="*/ 33 w 35"/>
                  <a:gd name="T1" fmla="*/ 8 h 17"/>
                  <a:gd name="T2" fmla="*/ 15 w 35"/>
                  <a:gd name="T3" fmla="*/ 0 h 17"/>
                  <a:gd name="T4" fmla="*/ 2 w 35"/>
                  <a:gd name="T5" fmla="*/ 8 h 17"/>
                  <a:gd name="T6" fmla="*/ 20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1" y="3"/>
                      <a:pt x="23" y="0"/>
                      <a:pt x="15" y="0"/>
                    </a:cubicBezTo>
                    <a:cubicBezTo>
                      <a:pt x="6" y="0"/>
                      <a:pt x="0" y="3"/>
                      <a:pt x="2" y="8"/>
                    </a:cubicBezTo>
                    <a:cubicBezTo>
                      <a:pt x="3" y="13"/>
                      <a:pt x="12" y="17"/>
                      <a:pt x="20" y="17"/>
                    </a:cubicBezTo>
                    <a:cubicBezTo>
                      <a:pt x="29" y="17"/>
                      <a:pt x="35"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57" name="Freeform 419"/>
              <p:cNvSpPr>
                <a:spLocks/>
              </p:cNvSpPr>
              <p:nvPr/>
            </p:nvSpPr>
            <p:spPr bwMode="auto">
              <a:xfrm>
                <a:off x="5147" y="2442"/>
                <a:ext cx="72" cy="35"/>
              </a:xfrm>
              <a:custGeom>
                <a:avLst/>
                <a:gdLst>
                  <a:gd name="T0" fmla="*/ 33 w 35"/>
                  <a:gd name="T1" fmla="*/ 8 h 17"/>
                  <a:gd name="T2" fmla="*/ 15 w 35"/>
                  <a:gd name="T3" fmla="*/ 0 h 17"/>
                  <a:gd name="T4" fmla="*/ 2 w 35"/>
                  <a:gd name="T5" fmla="*/ 8 h 17"/>
                  <a:gd name="T6" fmla="*/ 21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1" y="3"/>
                      <a:pt x="23" y="0"/>
                      <a:pt x="15" y="0"/>
                    </a:cubicBezTo>
                    <a:cubicBezTo>
                      <a:pt x="6" y="0"/>
                      <a:pt x="0" y="3"/>
                      <a:pt x="2" y="8"/>
                    </a:cubicBezTo>
                    <a:cubicBezTo>
                      <a:pt x="4" y="13"/>
                      <a:pt x="12" y="17"/>
                      <a:pt x="21" y="17"/>
                    </a:cubicBezTo>
                    <a:cubicBezTo>
                      <a:pt x="29" y="17"/>
                      <a:pt x="35"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58" name="Freeform 420"/>
              <p:cNvSpPr>
                <a:spLocks/>
              </p:cNvSpPr>
              <p:nvPr/>
            </p:nvSpPr>
            <p:spPr bwMode="auto">
              <a:xfrm>
                <a:off x="5227" y="2442"/>
                <a:ext cx="71" cy="35"/>
              </a:xfrm>
              <a:custGeom>
                <a:avLst/>
                <a:gdLst>
                  <a:gd name="T0" fmla="*/ 32 w 34"/>
                  <a:gd name="T1" fmla="*/ 8 h 17"/>
                  <a:gd name="T2" fmla="*/ 14 w 34"/>
                  <a:gd name="T3" fmla="*/ 0 h 17"/>
                  <a:gd name="T4" fmla="*/ 1 w 34"/>
                  <a:gd name="T5" fmla="*/ 8 h 17"/>
                  <a:gd name="T6" fmla="*/ 20 w 34"/>
                  <a:gd name="T7" fmla="*/ 17 h 17"/>
                  <a:gd name="T8" fmla="*/ 32 w 34"/>
                  <a:gd name="T9" fmla="*/ 8 h 17"/>
                </a:gdLst>
                <a:ahLst/>
                <a:cxnLst>
                  <a:cxn ang="0">
                    <a:pos x="T0" y="T1"/>
                  </a:cxn>
                  <a:cxn ang="0">
                    <a:pos x="T2" y="T3"/>
                  </a:cxn>
                  <a:cxn ang="0">
                    <a:pos x="T4" y="T5"/>
                  </a:cxn>
                  <a:cxn ang="0">
                    <a:pos x="T6" y="T7"/>
                  </a:cxn>
                  <a:cxn ang="0">
                    <a:pos x="T8" y="T9"/>
                  </a:cxn>
                </a:cxnLst>
                <a:rect l="0" t="0" r="r" b="b"/>
                <a:pathLst>
                  <a:path w="34" h="17">
                    <a:moveTo>
                      <a:pt x="32" y="8"/>
                    </a:moveTo>
                    <a:cubicBezTo>
                      <a:pt x="31" y="3"/>
                      <a:pt x="22" y="0"/>
                      <a:pt x="14" y="0"/>
                    </a:cubicBezTo>
                    <a:cubicBezTo>
                      <a:pt x="5" y="0"/>
                      <a:pt x="0" y="3"/>
                      <a:pt x="1" y="8"/>
                    </a:cubicBezTo>
                    <a:cubicBezTo>
                      <a:pt x="3" y="13"/>
                      <a:pt x="11" y="17"/>
                      <a:pt x="20" y="17"/>
                    </a:cubicBezTo>
                    <a:cubicBezTo>
                      <a:pt x="29" y="17"/>
                      <a:pt x="34"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59" name="Freeform 421"/>
              <p:cNvSpPr>
                <a:spLocks/>
              </p:cNvSpPr>
              <p:nvPr/>
            </p:nvSpPr>
            <p:spPr bwMode="auto">
              <a:xfrm>
                <a:off x="5306" y="2442"/>
                <a:ext cx="70" cy="35"/>
              </a:xfrm>
              <a:custGeom>
                <a:avLst/>
                <a:gdLst>
                  <a:gd name="T0" fmla="*/ 33 w 34"/>
                  <a:gd name="T1" fmla="*/ 8 h 17"/>
                  <a:gd name="T2" fmla="*/ 14 w 34"/>
                  <a:gd name="T3" fmla="*/ 0 h 17"/>
                  <a:gd name="T4" fmla="*/ 1 w 34"/>
                  <a:gd name="T5" fmla="*/ 8 h 17"/>
                  <a:gd name="T6" fmla="*/ 20 w 34"/>
                  <a:gd name="T7" fmla="*/ 17 h 17"/>
                  <a:gd name="T8" fmla="*/ 33 w 34"/>
                  <a:gd name="T9" fmla="*/ 8 h 17"/>
                </a:gdLst>
                <a:ahLst/>
                <a:cxnLst>
                  <a:cxn ang="0">
                    <a:pos x="T0" y="T1"/>
                  </a:cxn>
                  <a:cxn ang="0">
                    <a:pos x="T2" y="T3"/>
                  </a:cxn>
                  <a:cxn ang="0">
                    <a:pos x="T4" y="T5"/>
                  </a:cxn>
                  <a:cxn ang="0">
                    <a:pos x="T6" y="T7"/>
                  </a:cxn>
                  <a:cxn ang="0">
                    <a:pos x="T8" y="T9"/>
                  </a:cxn>
                </a:cxnLst>
                <a:rect l="0" t="0" r="r" b="b"/>
                <a:pathLst>
                  <a:path w="34" h="17">
                    <a:moveTo>
                      <a:pt x="33" y="8"/>
                    </a:moveTo>
                    <a:cubicBezTo>
                      <a:pt x="31" y="3"/>
                      <a:pt x="22" y="0"/>
                      <a:pt x="14" y="0"/>
                    </a:cubicBezTo>
                    <a:cubicBezTo>
                      <a:pt x="5" y="0"/>
                      <a:pt x="0" y="3"/>
                      <a:pt x="1" y="8"/>
                    </a:cubicBezTo>
                    <a:cubicBezTo>
                      <a:pt x="3" y="13"/>
                      <a:pt x="12" y="17"/>
                      <a:pt x="20" y="17"/>
                    </a:cubicBezTo>
                    <a:cubicBezTo>
                      <a:pt x="29" y="17"/>
                      <a:pt x="34"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60" name="Freeform 422"/>
              <p:cNvSpPr>
                <a:spLocks/>
              </p:cNvSpPr>
              <p:nvPr/>
            </p:nvSpPr>
            <p:spPr bwMode="auto">
              <a:xfrm>
                <a:off x="5384" y="2442"/>
                <a:ext cx="72" cy="35"/>
              </a:xfrm>
              <a:custGeom>
                <a:avLst/>
                <a:gdLst>
                  <a:gd name="T0" fmla="*/ 33 w 35"/>
                  <a:gd name="T1" fmla="*/ 8 h 17"/>
                  <a:gd name="T2" fmla="*/ 14 w 35"/>
                  <a:gd name="T3" fmla="*/ 0 h 17"/>
                  <a:gd name="T4" fmla="*/ 2 w 35"/>
                  <a:gd name="T5" fmla="*/ 8 h 17"/>
                  <a:gd name="T6" fmla="*/ 21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1" y="3"/>
                      <a:pt x="22" y="0"/>
                      <a:pt x="14" y="0"/>
                    </a:cubicBezTo>
                    <a:cubicBezTo>
                      <a:pt x="5" y="0"/>
                      <a:pt x="0" y="3"/>
                      <a:pt x="2" y="8"/>
                    </a:cubicBezTo>
                    <a:cubicBezTo>
                      <a:pt x="3" y="13"/>
                      <a:pt x="12" y="17"/>
                      <a:pt x="21" y="17"/>
                    </a:cubicBezTo>
                    <a:cubicBezTo>
                      <a:pt x="29" y="17"/>
                      <a:pt x="35"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61" name="Freeform 423"/>
              <p:cNvSpPr>
                <a:spLocks/>
              </p:cNvSpPr>
              <p:nvPr/>
            </p:nvSpPr>
            <p:spPr bwMode="auto">
              <a:xfrm>
                <a:off x="5463" y="2442"/>
                <a:ext cx="72" cy="35"/>
              </a:xfrm>
              <a:custGeom>
                <a:avLst/>
                <a:gdLst>
                  <a:gd name="T0" fmla="*/ 33 w 35"/>
                  <a:gd name="T1" fmla="*/ 8 h 17"/>
                  <a:gd name="T2" fmla="*/ 14 w 35"/>
                  <a:gd name="T3" fmla="*/ 0 h 17"/>
                  <a:gd name="T4" fmla="*/ 2 w 35"/>
                  <a:gd name="T5" fmla="*/ 8 h 17"/>
                  <a:gd name="T6" fmla="*/ 21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1" y="3"/>
                      <a:pt x="22" y="0"/>
                      <a:pt x="14" y="0"/>
                    </a:cubicBezTo>
                    <a:cubicBezTo>
                      <a:pt x="5" y="0"/>
                      <a:pt x="0" y="3"/>
                      <a:pt x="2" y="8"/>
                    </a:cubicBezTo>
                    <a:cubicBezTo>
                      <a:pt x="4" y="13"/>
                      <a:pt x="12" y="17"/>
                      <a:pt x="21" y="17"/>
                    </a:cubicBezTo>
                    <a:cubicBezTo>
                      <a:pt x="30" y="17"/>
                      <a:pt x="35"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62" name="Freeform 424"/>
              <p:cNvSpPr>
                <a:spLocks/>
              </p:cNvSpPr>
              <p:nvPr/>
            </p:nvSpPr>
            <p:spPr bwMode="auto">
              <a:xfrm>
                <a:off x="5541" y="2442"/>
                <a:ext cx="72" cy="35"/>
              </a:xfrm>
              <a:custGeom>
                <a:avLst/>
                <a:gdLst>
                  <a:gd name="T0" fmla="*/ 33 w 35"/>
                  <a:gd name="T1" fmla="*/ 8 h 17"/>
                  <a:gd name="T2" fmla="*/ 14 w 35"/>
                  <a:gd name="T3" fmla="*/ 0 h 17"/>
                  <a:gd name="T4" fmla="*/ 2 w 35"/>
                  <a:gd name="T5" fmla="*/ 8 h 17"/>
                  <a:gd name="T6" fmla="*/ 21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1" y="3"/>
                      <a:pt x="22" y="0"/>
                      <a:pt x="14" y="0"/>
                    </a:cubicBezTo>
                    <a:cubicBezTo>
                      <a:pt x="5" y="0"/>
                      <a:pt x="0" y="3"/>
                      <a:pt x="2" y="8"/>
                    </a:cubicBezTo>
                    <a:cubicBezTo>
                      <a:pt x="4" y="13"/>
                      <a:pt x="13" y="17"/>
                      <a:pt x="21" y="17"/>
                    </a:cubicBezTo>
                    <a:cubicBezTo>
                      <a:pt x="30" y="17"/>
                      <a:pt x="35"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63" name="Freeform 425"/>
              <p:cNvSpPr>
                <a:spLocks/>
              </p:cNvSpPr>
              <p:nvPr/>
            </p:nvSpPr>
            <p:spPr bwMode="auto">
              <a:xfrm>
                <a:off x="5619" y="2442"/>
                <a:ext cx="75" cy="35"/>
              </a:xfrm>
              <a:custGeom>
                <a:avLst/>
                <a:gdLst>
                  <a:gd name="T0" fmla="*/ 33 w 36"/>
                  <a:gd name="T1" fmla="*/ 8 h 17"/>
                  <a:gd name="T2" fmla="*/ 14 w 36"/>
                  <a:gd name="T3" fmla="*/ 0 h 17"/>
                  <a:gd name="T4" fmla="*/ 2 w 36"/>
                  <a:gd name="T5" fmla="*/ 8 h 17"/>
                  <a:gd name="T6" fmla="*/ 22 w 36"/>
                  <a:gd name="T7" fmla="*/ 17 h 17"/>
                  <a:gd name="T8" fmla="*/ 33 w 36"/>
                  <a:gd name="T9" fmla="*/ 8 h 17"/>
                </a:gdLst>
                <a:ahLst/>
                <a:cxnLst>
                  <a:cxn ang="0">
                    <a:pos x="T0" y="T1"/>
                  </a:cxn>
                  <a:cxn ang="0">
                    <a:pos x="T2" y="T3"/>
                  </a:cxn>
                  <a:cxn ang="0">
                    <a:pos x="T4" y="T5"/>
                  </a:cxn>
                  <a:cxn ang="0">
                    <a:pos x="T6" y="T7"/>
                  </a:cxn>
                  <a:cxn ang="0">
                    <a:pos x="T8" y="T9"/>
                  </a:cxn>
                </a:cxnLst>
                <a:rect l="0" t="0" r="r" b="b"/>
                <a:pathLst>
                  <a:path w="36" h="17">
                    <a:moveTo>
                      <a:pt x="33" y="8"/>
                    </a:moveTo>
                    <a:cubicBezTo>
                      <a:pt x="31" y="3"/>
                      <a:pt x="22" y="0"/>
                      <a:pt x="14" y="0"/>
                    </a:cubicBezTo>
                    <a:cubicBezTo>
                      <a:pt x="5" y="0"/>
                      <a:pt x="0" y="3"/>
                      <a:pt x="2" y="8"/>
                    </a:cubicBezTo>
                    <a:cubicBezTo>
                      <a:pt x="4" y="13"/>
                      <a:pt x="13" y="17"/>
                      <a:pt x="22" y="17"/>
                    </a:cubicBezTo>
                    <a:cubicBezTo>
                      <a:pt x="30" y="17"/>
                      <a:pt x="36"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64" name="Freeform 426"/>
              <p:cNvSpPr>
                <a:spLocks/>
              </p:cNvSpPr>
              <p:nvPr/>
            </p:nvSpPr>
            <p:spPr bwMode="auto">
              <a:xfrm>
                <a:off x="5698" y="2442"/>
                <a:ext cx="74" cy="35"/>
              </a:xfrm>
              <a:custGeom>
                <a:avLst/>
                <a:gdLst>
                  <a:gd name="T0" fmla="*/ 34 w 36"/>
                  <a:gd name="T1" fmla="*/ 8 h 17"/>
                  <a:gd name="T2" fmla="*/ 14 w 36"/>
                  <a:gd name="T3" fmla="*/ 0 h 17"/>
                  <a:gd name="T4" fmla="*/ 2 w 36"/>
                  <a:gd name="T5" fmla="*/ 8 h 17"/>
                  <a:gd name="T6" fmla="*/ 22 w 36"/>
                  <a:gd name="T7" fmla="*/ 17 h 17"/>
                  <a:gd name="T8" fmla="*/ 34 w 36"/>
                  <a:gd name="T9" fmla="*/ 8 h 17"/>
                </a:gdLst>
                <a:ahLst/>
                <a:cxnLst>
                  <a:cxn ang="0">
                    <a:pos x="T0" y="T1"/>
                  </a:cxn>
                  <a:cxn ang="0">
                    <a:pos x="T2" y="T3"/>
                  </a:cxn>
                  <a:cxn ang="0">
                    <a:pos x="T4" y="T5"/>
                  </a:cxn>
                  <a:cxn ang="0">
                    <a:pos x="T6" y="T7"/>
                  </a:cxn>
                  <a:cxn ang="0">
                    <a:pos x="T8" y="T9"/>
                  </a:cxn>
                </a:cxnLst>
                <a:rect l="0" t="0" r="r" b="b"/>
                <a:pathLst>
                  <a:path w="36" h="17">
                    <a:moveTo>
                      <a:pt x="34" y="8"/>
                    </a:moveTo>
                    <a:cubicBezTo>
                      <a:pt x="31" y="3"/>
                      <a:pt x="22" y="0"/>
                      <a:pt x="14" y="0"/>
                    </a:cubicBezTo>
                    <a:cubicBezTo>
                      <a:pt x="5" y="0"/>
                      <a:pt x="0" y="3"/>
                      <a:pt x="2" y="8"/>
                    </a:cubicBezTo>
                    <a:cubicBezTo>
                      <a:pt x="5" y="13"/>
                      <a:pt x="13" y="17"/>
                      <a:pt x="22" y="17"/>
                    </a:cubicBezTo>
                    <a:cubicBezTo>
                      <a:pt x="31" y="17"/>
                      <a:pt x="36" y="13"/>
                      <a:pt x="3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65" name="Freeform 427"/>
              <p:cNvSpPr>
                <a:spLocks/>
              </p:cNvSpPr>
              <p:nvPr/>
            </p:nvSpPr>
            <p:spPr bwMode="auto">
              <a:xfrm>
                <a:off x="5401" y="2485"/>
                <a:ext cx="74" cy="35"/>
              </a:xfrm>
              <a:custGeom>
                <a:avLst/>
                <a:gdLst>
                  <a:gd name="T0" fmla="*/ 34 w 36"/>
                  <a:gd name="T1" fmla="*/ 8 h 17"/>
                  <a:gd name="T2" fmla="*/ 14 w 36"/>
                  <a:gd name="T3" fmla="*/ 0 h 17"/>
                  <a:gd name="T4" fmla="*/ 2 w 36"/>
                  <a:gd name="T5" fmla="*/ 8 h 17"/>
                  <a:gd name="T6" fmla="*/ 21 w 36"/>
                  <a:gd name="T7" fmla="*/ 17 h 17"/>
                  <a:gd name="T8" fmla="*/ 34 w 36"/>
                  <a:gd name="T9" fmla="*/ 8 h 17"/>
                </a:gdLst>
                <a:ahLst/>
                <a:cxnLst>
                  <a:cxn ang="0">
                    <a:pos x="T0" y="T1"/>
                  </a:cxn>
                  <a:cxn ang="0">
                    <a:pos x="T2" y="T3"/>
                  </a:cxn>
                  <a:cxn ang="0">
                    <a:pos x="T4" y="T5"/>
                  </a:cxn>
                  <a:cxn ang="0">
                    <a:pos x="T6" y="T7"/>
                  </a:cxn>
                  <a:cxn ang="0">
                    <a:pos x="T8" y="T9"/>
                  </a:cxn>
                </a:cxnLst>
                <a:rect l="0" t="0" r="r" b="b"/>
                <a:pathLst>
                  <a:path w="36" h="17">
                    <a:moveTo>
                      <a:pt x="34" y="8"/>
                    </a:moveTo>
                    <a:cubicBezTo>
                      <a:pt x="32" y="3"/>
                      <a:pt x="23" y="0"/>
                      <a:pt x="14" y="0"/>
                    </a:cubicBezTo>
                    <a:cubicBezTo>
                      <a:pt x="6" y="0"/>
                      <a:pt x="0" y="3"/>
                      <a:pt x="2" y="8"/>
                    </a:cubicBezTo>
                    <a:cubicBezTo>
                      <a:pt x="4" y="13"/>
                      <a:pt x="13" y="17"/>
                      <a:pt x="21" y="17"/>
                    </a:cubicBezTo>
                    <a:cubicBezTo>
                      <a:pt x="30" y="17"/>
                      <a:pt x="36" y="13"/>
                      <a:pt x="3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66" name="Freeform 428"/>
              <p:cNvSpPr>
                <a:spLocks/>
              </p:cNvSpPr>
              <p:nvPr/>
            </p:nvSpPr>
            <p:spPr bwMode="auto">
              <a:xfrm>
                <a:off x="5481" y="2485"/>
                <a:ext cx="72" cy="35"/>
              </a:xfrm>
              <a:custGeom>
                <a:avLst/>
                <a:gdLst>
                  <a:gd name="T0" fmla="*/ 33 w 35"/>
                  <a:gd name="T1" fmla="*/ 8 h 17"/>
                  <a:gd name="T2" fmla="*/ 14 w 35"/>
                  <a:gd name="T3" fmla="*/ 0 h 17"/>
                  <a:gd name="T4" fmla="*/ 2 w 35"/>
                  <a:gd name="T5" fmla="*/ 8 h 17"/>
                  <a:gd name="T6" fmla="*/ 21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1" y="3"/>
                      <a:pt x="22" y="0"/>
                      <a:pt x="14" y="0"/>
                    </a:cubicBezTo>
                    <a:cubicBezTo>
                      <a:pt x="5" y="0"/>
                      <a:pt x="0" y="3"/>
                      <a:pt x="2" y="8"/>
                    </a:cubicBezTo>
                    <a:cubicBezTo>
                      <a:pt x="4" y="13"/>
                      <a:pt x="12" y="17"/>
                      <a:pt x="21" y="17"/>
                    </a:cubicBezTo>
                    <a:cubicBezTo>
                      <a:pt x="30" y="17"/>
                      <a:pt x="35"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67" name="Freeform 429"/>
              <p:cNvSpPr>
                <a:spLocks/>
              </p:cNvSpPr>
              <p:nvPr/>
            </p:nvSpPr>
            <p:spPr bwMode="auto">
              <a:xfrm>
                <a:off x="5640" y="2485"/>
                <a:ext cx="74" cy="35"/>
              </a:xfrm>
              <a:custGeom>
                <a:avLst/>
                <a:gdLst>
                  <a:gd name="T0" fmla="*/ 33 w 36"/>
                  <a:gd name="T1" fmla="*/ 8 h 17"/>
                  <a:gd name="T2" fmla="*/ 13 w 36"/>
                  <a:gd name="T3" fmla="*/ 0 h 17"/>
                  <a:gd name="T4" fmla="*/ 2 w 36"/>
                  <a:gd name="T5" fmla="*/ 8 h 17"/>
                  <a:gd name="T6" fmla="*/ 22 w 36"/>
                  <a:gd name="T7" fmla="*/ 17 h 17"/>
                  <a:gd name="T8" fmla="*/ 33 w 36"/>
                  <a:gd name="T9" fmla="*/ 8 h 17"/>
                </a:gdLst>
                <a:ahLst/>
                <a:cxnLst>
                  <a:cxn ang="0">
                    <a:pos x="T0" y="T1"/>
                  </a:cxn>
                  <a:cxn ang="0">
                    <a:pos x="T2" y="T3"/>
                  </a:cxn>
                  <a:cxn ang="0">
                    <a:pos x="T4" y="T5"/>
                  </a:cxn>
                  <a:cxn ang="0">
                    <a:pos x="T6" y="T7"/>
                  </a:cxn>
                  <a:cxn ang="0">
                    <a:pos x="T8" y="T9"/>
                  </a:cxn>
                </a:cxnLst>
                <a:rect l="0" t="0" r="r" b="b"/>
                <a:pathLst>
                  <a:path w="36" h="17">
                    <a:moveTo>
                      <a:pt x="33" y="8"/>
                    </a:moveTo>
                    <a:cubicBezTo>
                      <a:pt x="31" y="3"/>
                      <a:pt x="22" y="0"/>
                      <a:pt x="13" y="0"/>
                    </a:cubicBezTo>
                    <a:cubicBezTo>
                      <a:pt x="5" y="0"/>
                      <a:pt x="0" y="3"/>
                      <a:pt x="2" y="8"/>
                    </a:cubicBezTo>
                    <a:cubicBezTo>
                      <a:pt x="4" y="13"/>
                      <a:pt x="13" y="17"/>
                      <a:pt x="22" y="17"/>
                    </a:cubicBezTo>
                    <a:cubicBezTo>
                      <a:pt x="30" y="17"/>
                      <a:pt x="36"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68" name="Freeform 430"/>
              <p:cNvSpPr>
                <a:spLocks/>
              </p:cNvSpPr>
              <p:nvPr/>
            </p:nvSpPr>
            <p:spPr bwMode="auto">
              <a:xfrm>
                <a:off x="5419" y="2528"/>
                <a:ext cx="72" cy="38"/>
              </a:xfrm>
              <a:custGeom>
                <a:avLst/>
                <a:gdLst>
                  <a:gd name="T0" fmla="*/ 33 w 35"/>
                  <a:gd name="T1" fmla="*/ 9 h 18"/>
                  <a:gd name="T2" fmla="*/ 14 w 35"/>
                  <a:gd name="T3" fmla="*/ 0 h 18"/>
                  <a:gd name="T4" fmla="*/ 2 w 35"/>
                  <a:gd name="T5" fmla="*/ 9 h 18"/>
                  <a:gd name="T6" fmla="*/ 21 w 35"/>
                  <a:gd name="T7" fmla="*/ 18 h 18"/>
                  <a:gd name="T8" fmla="*/ 33 w 35"/>
                  <a:gd name="T9" fmla="*/ 9 h 18"/>
                </a:gdLst>
                <a:ahLst/>
                <a:cxnLst>
                  <a:cxn ang="0">
                    <a:pos x="T0" y="T1"/>
                  </a:cxn>
                  <a:cxn ang="0">
                    <a:pos x="T2" y="T3"/>
                  </a:cxn>
                  <a:cxn ang="0">
                    <a:pos x="T4" y="T5"/>
                  </a:cxn>
                  <a:cxn ang="0">
                    <a:pos x="T6" y="T7"/>
                  </a:cxn>
                  <a:cxn ang="0">
                    <a:pos x="T8" y="T9"/>
                  </a:cxn>
                </a:cxnLst>
                <a:rect l="0" t="0" r="r" b="b"/>
                <a:pathLst>
                  <a:path w="35" h="18">
                    <a:moveTo>
                      <a:pt x="33" y="9"/>
                    </a:moveTo>
                    <a:cubicBezTo>
                      <a:pt x="31" y="4"/>
                      <a:pt x="23" y="0"/>
                      <a:pt x="14" y="0"/>
                    </a:cubicBezTo>
                    <a:cubicBezTo>
                      <a:pt x="5" y="0"/>
                      <a:pt x="0" y="4"/>
                      <a:pt x="2" y="9"/>
                    </a:cubicBezTo>
                    <a:cubicBezTo>
                      <a:pt x="4" y="14"/>
                      <a:pt x="12" y="18"/>
                      <a:pt x="21" y="18"/>
                    </a:cubicBezTo>
                    <a:cubicBezTo>
                      <a:pt x="30" y="18"/>
                      <a:pt x="35" y="14"/>
                      <a:pt x="3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69" name="Freeform 431"/>
              <p:cNvSpPr>
                <a:spLocks/>
              </p:cNvSpPr>
              <p:nvPr/>
            </p:nvSpPr>
            <p:spPr bwMode="auto">
              <a:xfrm>
                <a:off x="5500" y="2528"/>
                <a:ext cx="74" cy="38"/>
              </a:xfrm>
              <a:custGeom>
                <a:avLst/>
                <a:gdLst>
                  <a:gd name="T0" fmla="*/ 33 w 36"/>
                  <a:gd name="T1" fmla="*/ 9 h 18"/>
                  <a:gd name="T2" fmla="*/ 14 w 36"/>
                  <a:gd name="T3" fmla="*/ 0 h 18"/>
                  <a:gd name="T4" fmla="*/ 2 w 36"/>
                  <a:gd name="T5" fmla="*/ 9 h 18"/>
                  <a:gd name="T6" fmla="*/ 21 w 36"/>
                  <a:gd name="T7" fmla="*/ 18 h 18"/>
                  <a:gd name="T8" fmla="*/ 33 w 36"/>
                  <a:gd name="T9" fmla="*/ 9 h 18"/>
                </a:gdLst>
                <a:ahLst/>
                <a:cxnLst>
                  <a:cxn ang="0">
                    <a:pos x="T0" y="T1"/>
                  </a:cxn>
                  <a:cxn ang="0">
                    <a:pos x="T2" y="T3"/>
                  </a:cxn>
                  <a:cxn ang="0">
                    <a:pos x="T4" y="T5"/>
                  </a:cxn>
                  <a:cxn ang="0">
                    <a:pos x="T6" y="T7"/>
                  </a:cxn>
                  <a:cxn ang="0">
                    <a:pos x="T8" y="T9"/>
                  </a:cxn>
                </a:cxnLst>
                <a:rect l="0" t="0" r="r" b="b"/>
                <a:pathLst>
                  <a:path w="36" h="18">
                    <a:moveTo>
                      <a:pt x="33" y="9"/>
                    </a:moveTo>
                    <a:cubicBezTo>
                      <a:pt x="31" y="4"/>
                      <a:pt x="22" y="0"/>
                      <a:pt x="14" y="0"/>
                    </a:cubicBezTo>
                    <a:cubicBezTo>
                      <a:pt x="5" y="0"/>
                      <a:pt x="0" y="4"/>
                      <a:pt x="2" y="9"/>
                    </a:cubicBezTo>
                    <a:cubicBezTo>
                      <a:pt x="4" y="14"/>
                      <a:pt x="12" y="18"/>
                      <a:pt x="21" y="18"/>
                    </a:cubicBezTo>
                    <a:cubicBezTo>
                      <a:pt x="30" y="18"/>
                      <a:pt x="36" y="14"/>
                      <a:pt x="3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70" name="Freeform 432"/>
              <p:cNvSpPr>
                <a:spLocks/>
              </p:cNvSpPr>
              <p:nvPr/>
            </p:nvSpPr>
            <p:spPr bwMode="auto">
              <a:xfrm>
                <a:off x="5659" y="2528"/>
                <a:ext cx="76" cy="38"/>
              </a:xfrm>
              <a:custGeom>
                <a:avLst/>
                <a:gdLst>
                  <a:gd name="T0" fmla="*/ 34 w 37"/>
                  <a:gd name="T1" fmla="*/ 9 h 18"/>
                  <a:gd name="T2" fmla="*/ 14 w 37"/>
                  <a:gd name="T3" fmla="*/ 0 h 18"/>
                  <a:gd name="T4" fmla="*/ 3 w 37"/>
                  <a:gd name="T5" fmla="*/ 9 h 18"/>
                  <a:gd name="T6" fmla="*/ 23 w 37"/>
                  <a:gd name="T7" fmla="*/ 18 h 18"/>
                  <a:gd name="T8" fmla="*/ 34 w 37"/>
                  <a:gd name="T9" fmla="*/ 9 h 18"/>
                </a:gdLst>
                <a:ahLst/>
                <a:cxnLst>
                  <a:cxn ang="0">
                    <a:pos x="T0" y="T1"/>
                  </a:cxn>
                  <a:cxn ang="0">
                    <a:pos x="T2" y="T3"/>
                  </a:cxn>
                  <a:cxn ang="0">
                    <a:pos x="T4" y="T5"/>
                  </a:cxn>
                  <a:cxn ang="0">
                    <a:pos x="T6" y="T7"/>
                  </a:cxn>
                  <a:cxn ang="0">
                    <a:pos x="T8" y="T9"/>
                  </a:cxn>
                </a:cxnLst>
                <a:rect l="0" t="0" r="r" b="b"/>
                <a:pathLst>
                  <a:path w="37" h="18">
                    <a:moveTo>
                      <a:pt x="34" y="9"/>
                    </a:moveTo>
                    <a:cubicBezTo>
                      <a:pt x="32" y="4"/>
                      <a:pt x="23" y="0"/>
                      <a:pt x="14" y="0"/>
                    </a:cubicBezTo>
                    <a:cubicBezTo>
                      <a:pt x="6" y="0"/>
                      <a:pt x="0" y="4"/>
                      <a:pt x="3" y="9"/>
                    </a:cubicBezTo>
                    <a:cubicBezTo>
                      <a:pt x="5" y="14"/>
                      <a:pt x="14" y="18"/>
                      <a:pt x="23" y="18"/>
                    </a:cubicBezTo>
                    <a:cubicBezTo>
                      <a:pt x="31" y="18"/>
                      <a:pt x="37" y="14"/>
                      <a:pt x="3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71" name="Freeform 433"/>
              <p:cNvSpPr>
                <a:spLocks/>
              </p:cNvSpPr>
              <p:nvPr/>
            </p:nvSpPr>
            <p:spPr bwMode="auto">
              <a:xfrm>
                <a:off x="5436" y="2574"/>
                <a:ext cx="76" cy="39"/>
              </a:xfrm>
              <a:custGeom>
                <a:avLst/>
                <a:gdLst>
                  <a:gd name="T0" fmla="*/ 35 w 37"/>
                  <a:gd name="T1" fmla="*/ 10 h 19"/>
                  <a:gd name="T2" fmla="*/ 15 w 37"/>
                  <a:gd name="T3" fmla="*/ 0 h 19"/>
                  <a:gd name="T4" fmla="*/ 2 w 37"/>
                  <a:gd name="T5" fmla="*/ 10 h 19"/>
                  <a:gd name="T6" fmla="*/ 22 w 37"/>
                  <a:gd name="T7" fmla="*/ 19 h 19"/>
                  <a:gd name="T8" fmla="*/ 35 w 37"/>
                  <a:gd name="T9" fmla="*/ 10 h 19"/>
                </a:gdLst>
                <a:ahLst/>
                <a:cxnLst>
                  <a:cxn ang="0">
                    <a:pos x="T0" y="T1"/>
                  </a:cxn>
                  <a:cxn ang="0">
                    <a:pos x="T2" y="T3"/>
                  </a:cxn>
                  <a:cxn ang="0">
                    <a:pos x="T4" y="T5"/>
                  </a:cxn>
                  <a:cxn ang="0">
                    <a:pos x="T6" y="T7"/>
                  </a:cxn>
                  <a:cxn ang="0">
                    <a:pos x="T8" y="T9"/>
                  </a:cxn>
                </a:cxnLst>
                <a:rect l="0" t="0" r="r" b="b"/>
                <a:pathLst>
                  <a:path w="37" h="19">
                    <a:moveTo>
                      <a:pt x="35" y="10"/>
                    </a:moveTo>
                    <a:cubicBezTo>
                      <a:pt x="32" y="4"/>
                      <a:pt x="24" y="0"/>
                      <a:pt x="15" y="0"/>
                    </a:cubicBezTo>
                    <a:cubicBezTo>
                      <a:pt x="6" y="0"/>
                      <a:pt x="0" y="4"/>
                      <a:pt x="2" y="10"/>
                    </a:cubicBezTo>
                    <a:cubicBezTo>
                      <a:pt x="4" y="15"/>
                      <a:pt x="13" y="19"/>
                      <a:pt x="22" y="19"/>
                    </a:cubicBezTo>
                    <a:cubicBezTo>
                      <a:pt x="31" y="19"/>
                      <a:pt x="37" y="15"/>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72" name="Freeform 434"/>
              <p:cNvSpPr>
                <a:spLocks/>
              </p:cNvSpPr>
              <p:nvPr/>
            </p:nvSpPr>
            <p:spPr bwMode="auto">
              <a:xfrm>
                <a:off x="5518" y="2574"/>
                <a:ext cx="75" cy="39"/>
              </a:xfrm>
              <a:custGeom>
                <a:avLst/>
                <a:gdLst>
                  <a:gd name="T0" fmla="*/ 34 w 36"/>
                  <a:gd name="T1" fmla="*/ 10 h 19"/>
                  <a:gd name="T2" fmla="*/ 14 w 36"/>
                  <a:gd name="T3" fmla="*/ 0 h 19"/>
                  <a:gd name="T4" fmla="*/ 2 w 36"/>
                  <a:gd name="T5" fmla="*/ 10 h 19"/>
                  <a:gd name="T6" fmla="*/ 22 w 36"/>
                  <a:gd name="T7" fmla="*/ 19 h 19"/>
                  <a:gd name="T8" fmla="*/ 34 w 36"/>
                  <a:gd name="T9" fmla="*/ 10 h 19"/>
                </a:gdLst>
                <a:ahLst/>
                <a:cxnLst>
                  <a:cxn ang="0">
                    <a:pos x="T0" y="T1"/>
                  </a:cxn>
                  <a:cxn ang="0">
                    <a:pos x="T2" y="T3"/>
                  </a:cxn>
                  <a:cxn ang="0">
                    <a:pos x="T4" y="T5"/>
                  </a:cxn>
                  <a:cxn ang="0">
                    <a:pos x="T6" y="T7"/>
                  </a:cxn>
                  <a:cxn ang="0">
                    <a:pos x="T8" y="T9"/>
                  </a:cxn>
                </a:cxnLst>
                <a:rect l="0" t="0" r="r" b="b"/>
                <a:pathLst>
                  <a:path w="36" h="19">
                    <a:moveTo>
                      <a:pt x="34" y="10"/>
                    </a:moveTo>
                    <a:cubicBezTo>
                      <a:pt x="32" y="4"/>
                      <a:pt x="23" y="0"/>
                      <a:pt x="14" y="0"/>
                    </a:cubicBezTo>
                    <a:cubicBezTo>
                      <a:pt x="5" y="0"/>
                      <a:pt x="0" y="4"/>
                      <a:pt x="2" y="10"/>
                    </a:cubicBezTo>
                    <a:cubicBezTo>
                      <a:pt x="4" y="15"/>
                      <a:pt x="13" y="19"/>
                      <a:pt x="22" y="19"/>
                    </a:cubicBezTo>
                    <a:cubicBezTo>
                      <a:pt x="31" y="19"/>
                      <a:pt x="36" y="15"/>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73" name="Freeform 435"/>
              <p:cNvSpPr>
                <a:spLocks/>
              </p:cNvSpPr>
              <p:nvPr/>
            </p:nvSpPr>
            <p:spPr bwMode="auto">
              <a:xfrm>
                <a:off x="5454" y="2621"/>
                <a:ext cx="77" cy="40"/>
              </a:xfrm>
              <a:custGeom>
                <a:avLst/>
                <a:gdLst>
                  <a:gd name="T0" fmla="*/ 35 w 37"/>
                  <a:gd name="T1" fmla="*/ 10 h 19"/>
                  <a:gd name="T2" fmla="*/ 15 w 37"/>
                  <a:gd name="T3" fmla="*/ 0 h 19"/>
                  <a:gd name="T4" fmla="*/ 2 w 37"/>
                  <a:gd name="T5" fmla="*/ 10 h 19"/>
                  <a:gd name="T6" fmla="*/ 22 w 37"/>
                  <a:gd name="T7" fmla="*/ 19 h 19"/>
                  <a:gd name="T8" fmla="*/ 35 w 37"/>
                  <a:gd name="T9" fmla="*/ 10 h 19"/>
                </a:gdLst>
                <a:ahLst/>
                <a:cxnLst>
                  <a:cxn ang="0">
                    <a:pos x="T0" y="T1"/>
                  </a:cxn>
                  <a:cxn ang="0">
                    <a:pos x="T2" y="T3"/>
                  </a:cxn>
                  <a:cxn ang="0">
                    <a:pos x="T4" y="T5"/>
                  </a:cxn>
                  <a:cxn ang="0">
                    <a:pos x="T6" y="T7"/>
                  </a:cxn>
                  <a:cxn ang="0">
                    <a:pos x="T8" y="T9"/>
                  </a:cxn>
                </a:cxnLst>
                <a:rect l="0" t="0" r="r" b="b"/>
                <a:pathLst>
                  <a:path w="37" h="19">
                    <a:moveTo>
                      <a:pt x="35" y="10"/>
                    </a:moveTo>
                    <a:cubicBezTo>
                      <a:pt x="33" y="4"/>
                      <a:pt x="24" y="0"/>
                      <a:pt x="15" y="0"/>
                    </a:cubicBezTo>
                    <a:cubicBezTo>
                      <a:pt x="6" y="0"/>
                      <a:pt x="0" y="4"/>
                      <a:pt x="2" y="10"/>
                    </a:cubicBezTo>
                    <a:cubicBezTo>
                      <a:pt x="4" y="15"/>
                      <a:pt x="13" y="19"/>
                      <a:pt x="22" y="19"/>
                    </a:cubicBezTo>
                    <a:cubicBezTo>
                      <a:pt x="31" y="19"/>
                      <a:pt x="37" y="15"/>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74" name="Freeform 436"/>
              <p:cNvSpPr>
                <a:spLocks/>
              </p:cNvSpPr>
              <p:nvPr/>
            </p:nvSpPr>
            <p:spPr bwMode="auto">
              <a:xfrm>
                <a:off x="5537" y="2621"/>
                <a:ext cx="76" cy="40"/>
              </a:xfrm>
              <a:custGeom>
                <a:avLst/>
                <a:gdLst>
                  <a:gd name="T0" fmla="*/ 35 w 37"/>
                  <a:gd name="T1" fmla="*/ 10 h 19"/>
                  <a:gd name="T2" fmla="*/ 14 w 37"/>
                  <a:gd name="T3" fmla="*/ 0 h 19"/>
                  <a:gd name="T4" fmla="*/ 2 w 37"/>
                  <a:gd name="T5" fmla="*/ 10 h 19"/>
                  <a:gd name="T6" fmla="*/ 22 w 37"/>
                  <a:gd name="T7" fmla="*/ 19 h 19"/>
                  <a:gd name="T8" fmla="*/ 35 w 37"/>
                  <a:gd name="T9" fmla="*/ 10 h 19"/>
                </a:gdLst>
                <a:ahLst/>
                <a:cxnLst>
                  <a:cxn ang="0">
                    <a:pos x="T0" y="T1"/>
                  </a:cxn>
                  <a:cxn ang="0">
                    <a:pos x="T2" y="T3"/>
                  </a:cxn>
                  <a:cxn ang="0">
                    <a:pos x="T4" y="T5"/>
                  </a:cxn>
                  <a:cxn ang="0">
                    <a:pos x="T6" y="T7"/>
                  </a:cxn>
                  <a:cxn ang="0">
                    <a:pos x="T8" y="T9"/>
                  </a:cxn>
                </a:cxnLst>
                <a:rect l="0" t="0" r="r" b="b"/>
                <a:pathLst>
                  <a:path w="37" h="19">
                    <a:moveTo>
                      <a:pt x="35" y="10"/>
                    </a:moveTo>
                    <a:cubicBezTo>
                      <a:pt x="32" y="4"/>
                      <a:pt x="23" y="0"/>
                      <a:pt x="14" y="0"/>
                    </a:cubicBezTo>
                    <a:cubicBezTo>
                      <a:pt x="5" y="0"/>
                      <a:pt x="0" y="4"/>
                      <a:pt x="2" y="10"/>
                    </a:cubicBezTo>
                    <a:cubicBezTo>
                      <a:pt x="4" y="15"/>
                      <a:pt x="13" y="19"/>
                      <a:pt x="22" y="19"/>
                    </a:cubicBezTo>
                    <a:cubicBezTo>
                      <a:pt x="31" y="19"/>
                      <a:pt x="37" y="15"/>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75" name="Freeform 437"/>
              <p:cNvSpPr>
                <a:spLocks/>
              </p:cNvSpPr>
              <p:nvPr/>
            </p:nvSpPr>
            <p:spPr bwMode="auto">
              <a:xfrm>
                <a:off x="5473" y="2669"/>
                <a:ext cx="76" cy="41"/>
              </a:xfrm>
              <a:custGeom>
                <a:avLst/>
                <a:gdLst>
                  <a:gd name="T0" fmla="*/ 35 w 37"/>
                  <a:gd name="T1" fmla="*/ 10 h 20"/>
                  <a:gd name="T2" fmla="*/ 15 w 37"/>
                  <a:gd name="T3" fmla="*/ 0 h 20"/>
                  <a:gd name="T4" fmla="*/ 2 w 37"/>
                  <a:gd name="T5" fmla="*/ 10 h 20"/>
                  <a:gd name="T6" fmla="*/ 23 w 37"/>
                  <a:gd name="T7" fmla="*/ 20 h 20"/>
                  <a:gd name="T8" fmla="*/ 35 w 37"/>
                  <a:gd name="T9" fmla="*/ 10 h 20"/>
                </a:gdLst>
                <a:ahLst/>
                <a:cxnLst>
                  <a:cxn ang="0">
                    <a:pos x="T0" y="T1"/>
                  </a:cxn>
                  <a:cxn ang="0">
                    <a:pos x="T2" y="T3"/>
                  </a:cxn>
                  <a:cxn ang="0">
                    <a:pos x="T4" y="T5"/>
                  </a:cxn>
                  <a:cxn ang="0">
                    <a:pos x="T6" y="T7"/>
                  </a:cxn>
                  <a:cxn ang="0">
                    <a:pos x="T8" y="T9"/>
                  </a:cxn>
                </a:cxnLst>
                <a:rect l="0" t="0" r="r" b="b"/>
                <a:pathLst>
                  <a:path w="37" h="20">
                    <a:moveTo>
                      <a:pt x="35" y="10"/>
                    </a:moveTo>
                    <a:cubicBezTo>
                      <a:pt x="33" y="5"/>
                      <a:pt x="24" y="0"/>
                      <a:pt x="15" y="0"/>
                    </a:cubicBezTo>
                    <a:cubicBezTo>
                      <a:pt x="6" y="0"/>
                      <a:pt x="0" y="5"/>
                      <a:pt x="2" y="10"/>
                    </a:cubicBezTo>
                    <a:cubicBezTo>
                      <a:pt x="4" y="16"/>
                      <a:pt x="14" y="20"/>
                      <a:pt x="23" y="20"/>
                    </a:cubicBezTo>
                    <a:cubicBezTo>
                      <a:pt x="32" y="20"/>
                      <a:pt x="37" y="16"/>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76" name="Freeform 438"/>
              <p:cNvSpPr>
                <a:spLocks/>
              </p:cNvSpPr>
              <p:nvPr/>
            </p:nvSpPr>
            <p:spPr bwMode="auto">
              <a:xfrm>
                <a:off x="4825" y="2719"/>
                <a:ext cx="74" cy="43"/>
              </a:xfrm>
              <a:custGeom>
                <a:avLst/>
                <a:gdLst>
                  <a:gd name="T0" fmla="*/ 34 w 36"/>
                  <a:gd name="T1" fmla="*/ 10 h 21"/>
                  <a:gd name="T2" fmla="*/ 15 w 36"/>
                  <a:gd name="T3" fmla="*/ 0 h 21"/>
                  <a:gd name="T4" fmla="*/ 1 w 36"/>
                  <a:gd name="T5" fmla="*/ 10 h 21"/>
                  <a:gd name="T6" fmla="*/ 20 w 36"/>
                  <a:gd name="T7" fmla="*/ 21 h 21"/>
                  <a:gd name="T8" fmla="*/ 34 w 36"/>
                  <a:gd name="T9" fmla="*/ 10 h 21"/>
                </a:gdLst>
                <a:ahLst/>
                <a:cxnLst>
                  <a:cxn ang="0">
                    <a:pos x="T0" y="T1"/>
                  </a:cxn>
                  <a:cxn ang="0">
                    <a:pos x="T2" y="T3"/>
                  </a:cxn>
                  <a:cxn ang="0">
                    <a:pos x="T4" y="T5"/>
                  </a:cxn>
                  <a:cxn ang="0">
                    <a:pos x="T6" y="T7"/>
                  </a:cxn>
                  <a:cxn ang="0">
                    <a:pos x="T8" y="T9"/>
                  </a:cxn>
                </a:cxnLst>
                <a:rect l="0" t="0" r="r" b="b"/>
                <a:pathLst>
                  <a:path w="36" h="21">
                    <a:moveTo>
                      <a:pt x="34" y="10"/>
                    </a:moveTo>
                    <a:cubicBezTo>
                      <a:pt x="33" y="5"/>
                      <a:pt x="24" y="0"/>
                      <a:pt x="15" y="0"/>
                    </a:cubicBezTo>
                    <a:cubicBezTo>
                      <a:pt x="6" y="0"/>
                      <a:pt x="0" y="5"/>
                      <a:pt x="1" y="10"/>
                    </a:cubicBezTo>
                    <a:cubicBezTo>
                      <a:pt x="2" y="16"/>
                      <a:pt x="11" y="21"/>
                      <a:pt x="20" y="21"/>
                    </a:cubicBezTo>
                    <a:cubicBezTo>
                      <a:pt x="29" y="21"/>
                      <a:pt x="36"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77" name="Freeform 439"/>
              <p:cNvSpPr>
                <a:spLocks/>
              </p:cNvSpPr>
              <p:nvPr/>
            </p:nvSpPr>
            <p:spPr bwMode="auto">
              <a:xfrm>
                <a:off x="4908" y="2719"/>
                <a:ext cx="74" cy="43"/>
              </a:xfrm>
              <a:custGeom>
                <a:avLst/>
                <a:gdLst>
                  <a:gd name="T0" fmla="*/ 35 w 36"/>
                  <a:gd name="T1" fmla="*/ 10 h 21"/>
                  <a:gd name="T2" fmla="*/ 15 w 36"/>
                  <a:gd name="T3" fmla="*/ 0 h 21"/>
                  <a:gd name="T4" fmla="*/ 2 w 36"/>
                  <a:gd name="T5" fmla="*/ 10 h 21"/>
                  <a:gd name="T6" fmla="*/ 21 w 36"/>
                  <a:gd name="T7" fmla="*/ 21 h 21"/>
                  <a:gd name="T8" fmla="*/ 35 w 36"/>
                  <a:gd name="T9" fmla="*/ 10 h 21"/>
                </a:gdLst>
                <a:ahLst/>
                <a:cxnLst>
                  <a:cxn ang="0">
                    <a:pos x="T0" y="T1"/>
                  </a:cxn>
                  <a:cxn ang="0">
                    <a:pos x="T2" y="T3"/>
                  </a:cxn>
                  <a:cxn ang="0">
                    <a:pos x="T4" y="T5"/>
                  </a:cxn>
                  <a:cxn ang="0">
                    <a:pos x="T6" y="T7"/>
                  </a:cxn>
                  <a:cxn ang="0">
                    <a:pos x="T8" y="T9"/>
                  </a:cxn>
                </a:cxnLst>
                <a:rect l="0" t="0" r="r" b="b"/>
                <a:pathLst>
                  <a:path w="36" h="21">
                    <a:moveTo>
                      <a:pt x="35" y="10"/>
                    </a:moveTo>
                    <a:cubicBezTo>
                      <a:pt x="33" y="5"/>
                      <a:pt x="25" y="0"/>
                      <a:pt x="15" y="0"/>
                    </a:cubicBezTo>
                    <a:cubicBezTo>
                      <a:pt x="6" y="0"/>
                      <a:pt x="0" y="5"/>
                      <a:pt x="2" y="10"/>
                    </a:cubicBezTo>
                    <a:cubicBezTo>
                      <a:pt x="3" y="16"/>
                      <a:pt x="12" y="21"/>
                      <a:pt x="21" y="21"/>
                    </a:cubicBezTo>
                    <a:cubicBezTo>
                      <a:pt x="30" y="21"/>
                      <a:pt x="36" y="16"/>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78" name="Freeform 440"/>
              <p:cNvSpPr>
                <a:spLocks/>
              </p:cNvSpPr>
              <p:nvPr/>
            </p:nvSpPr>
            <p:spPr bwMode="auto">
              <a:xfrm>
                <a:off x="4992" y="2719"/>
                <a:ext cx="74" cy="43"/>
              </a:xfrm>
              <a:custGeom>
                <a:avLst/>
                <a:gdLst>
                  <a:gd name="T0" fmla="*/ 34 w 36"/>
                  <a:gd name="T1" fmla="*/ 10 h 21"/>
                  <a:gd name="T2" fmla="*/ 15 w 36"/>
                  <a:gd name="T3" fmla="*/ 0 h 21"/>
                  <a:gd name="T4" fmla="*/ 1 w 36"/>
                  <a:gd name="T5" fmla="*/ 10 h 21"/>
                  <a:gd name="T6" fmla="*/ 21 w 36"/>
                  <a:gd name="T7" fmla="*/ 21 h 21"/>
                  <a:gd name="T8" fmla="*/ 34 w 36"/>
                  <a:gd name="T9" fmla="*/ 10 h 21"/>
                </a:gdLst>
                <a:ahLst/>
                <a:cxnLst>
                  <a:cxn ang="0">
                    <a:pos x="T0" y="T1"/>
                  </a:cxn>
                  <a:cxn ang="0">
                    <a:pos x="T2" y="T3"/>
                  </a:cxn>
                  <a:cxn ang="0">
                    <a:pos x="T4" y="T5"/>
                  </a:cxn>
                  <a:cxn ang="0">
                    <a:pos x="T6" y="T7"/>
                  </a:cxn>
                  <a:cxn ang="0">
                    <a:pos x="T8" y="T9"/>
                  </a:cxn>
                </a:cxnLst>
                <a:rect l="0" t="0" r="r" b="b"/>
                <a:pathLst>
                  <a:path w="36" h="21">
                    <a:moveTo>
                      <a:pt x="34" y="10"/>
                    </a:moveTo>
                    <a:cubicBezTo>
                      <a:pt x="33" y="5"/>
                      <a:pt x="24" y="0"/>
                      <a:pt x="15" y="0"/>
                    </a:cubicBezTo>
                    <a:cubicBezTo>
                      <a:pt x="6" y="0"/>
                      <a:pt x="0" y="5"/>
                      <a:pt x="1" y="10"/>
                    </a:cubicBezTo>
                    <a:cubicBezTo>
                      <a:pt x="3" y="16"/>
                      <a:pt x="11" y="21"/>
                      <a:pt x="21" y="21"/>
                    </a:cubicBezTo>
                    <a:cubicBezTo>
                      <a:pt x="30" y="21"/>
                      <a:pt x="36"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79" name="Freeform 441"/>
              <p:cNvSpPr>
                <a:spLocks/>
              </p:cNvSpPr>
              <p:nvPr/>
            </p:nvSpPr>
            <p:spPr bwMode="auto">
              <a:xfrm>
                <a:off x="5159" y="2719"/>
                <a:ext cx="75" cy="43"/>
              </a:xfrm>
              <a:custGeom>
                <a:avLst/>
                <a:gdLst>
                  <a:gd name="T0" fmla="*/ 34 w 36"/>
                  <a:gd name="T1" fmla="*/ 10 h 21"/>
                  <a:gd name="T2" fmla="*/ 15 w 36"/>
                  <a:gd name="T3" fmla="*/ 0 h 21"/>
                  <a:gd name="T4" fmla="*/ 1 w 36"/>
                  <a:gd name="T5" fmla="*/ 10 h 21"/>
                  <a:gd name="T6" fmla="*/ 21 w 36"/>
                  <a:gd name="T7" fmla="*/ 21 h 21"/>
                  <a:gd name="T8" fmla="*/ 34 w 36"/>
                  <a:gd name="T9" fmla="*/ 10 h 21"/>
                </a:gdLst>
                <a:ahLst/>
                <a:cxnLst>
                  <a:cxn ang="0">
                    <a:pos x="T0" y="T1"/>
                  </a:cxn>
                  <a:cxn ang="0">
                    <a:pos x="T2" y="T3"/>
                  </a:cxn>
                  <a:cxn ang="0">
                    <a:pos x="T4" y="T5"/>
                  </a:cxn>
                  <a:cxn ang="0">
                    <a:pos x="T6" y="T7"/>
                  </a:cxn>
                  <a:cxn ang="0">
                    <a:pos x="T8" y="T9"/>
                  </a:cxn>
                </a:cxnLst>
                <a:rect l="0" t="0" r="r" b="b"/>
                <a:pathLst>
                  <a:path w="36" h="21">
                    <a:moveTo>
                      <a:pt x="34" y="10"/>
                    </a:moveTo>
                    <a:cubicBezTo>
                      <a:pt x="33" y="5"/>
                      <a:pt x="24" y="0"/>
                      <a:pt x="15" y="0"/>
                    </a:cubicBezTo>
                    <a:cubicBezTo>
                      <a:pt x="6" y="0"/>
                      <a:pt x="0" y="5"/>
                      <a:pt x="1" y="10"/>
                    </a:cubicBezTo>
                    <a:cubicBezTo>
                      <a:pt x="3" y="16"/>
                      <a:pt x="12" y="21"/>
                      <a:pt x="21" y="21"/>
                    </a:cubicBezTo>
                    <a:cubicBezTo>
                      <a:pt x="30" y="21"/>
                      <a:pt x="36"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80" name="Freeform 442"/>
              <p:cNvSpPr>
                <a:spLocks/>
              </p:cNvSpPr>
              <p:nvPr/>
            </p:nvSpPr>
            <p:spPr bwMode="auto">
              <a:xfrm>
                <a:off x="5242" y="2719"/>
                <a:ext cx="76" cy="43"/>
              </a:xfrm>
              <a:custGeom>
                <a:avLst/>
                <a:gdLst>
                  <a:gd name="T0" fmla="*/ 35 w 37"/>
                  <a:gd name="T1" fmla="*/ 10 h 21"/>
                  <a:gd name="T2" fmla="*/ 15 w 37"/>
                  <a:gd name="T3" fmla="*/ 0 h 21"/>
                  <a:gd name="T4" fmla="*/ 2 w 37"/>
                  <a:gd name="T5" fmla="*/ 10 h 21"/>
                  <a:gd name="T6" fmla="*/ 22 w 37"/>
                  <a:gd name="T7" fmla="*/ 21 h 21"/>
                  <a:gd name="T8" fmla="*/ 35 w 37"/>
                  <a:gd name="T9" fmla="*/ 10 h 21"/>
                </a:gdLst>
                <a:ahLst/>
                <a:cxnLst>
                  <a:cxn ang="0">
                    <a:pos x="T0" y="T1"/>
                  </a:cxn>
                  <a:cxn ang="0">
                    <a:pos x="T2" y="T3"/>
                  </a:cxn>
                  <a:cxn ang="0">
                    <a:pos x="T4" y="T5"/>
                  </a:cxn>
                  <a:cxn ang="0">
                    <a:pos x="T6" y="T7"/>
                  </a:cxn>
                  <a:cxn ang="0">
                    <a:pos x="T8" y="T9"/>
                  </a:cxn>
                </a:cxnLst>
                <a:rect l="0" t="0" r="r" b="b"/>
                <a:pathLst>
                  <a:path w="37" h="21">
                    <a:moveTo>
                      <a:pt x="35" y="10"/>
                    </a:moveTo>
                    <a:cubicBezTo>
                      <a:pt x="33" y="5"/>
                      <a:pt x="24" y="0"/>
                      <a:pt x="15" y="0"/>
                    </a:cubicBezTo>
                    <a:cubicBezTo>
                      <a:pt x="6" y="0"/>
                      <a:pt x="0" y="5"/>
                      <a:pt x="2" y="10"/>
                    </a:cubicBezTo>
                    <a:cubicBezTo>
                      <a:pt x="4" y="16"/>
                      <a:pt x="13" y="21"/>
                      <a:pt x="22" y="21"/>
                    </a:cubicBezTo>
                    <a:cubicBezTo>
                      <a:pt x="31" y="21"/>
                      <a:pt x="37" y="16"/>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81" name="Freeform 443"/>
              <p:cNvSpPr>
                <a:spLocks/>
              </p:cNvSpPr>
              <p:nvPr/>
            </p:nvSpPr>
            <p:spPr bwMode="auto">
              <a:xfrm>
                <a:off x="5326" y="2719"/>
                <a:ext cx="77" cy="43"/>
              </a:xfrm>
              <a:custGeom>
                <a:avLst/>
                <a:gdLst>
                  <a:gd name="T0" fmla="*/ 35 w 37"/>
                  <a:gd name="T1" fmla="*/ 10 h 21"/>
                  <a:gd name="T2" fmla="*/ 14 w 37"/>
                  <a:gd name="T3" fmla="*/ 0 h 21"/>
                  <a:gd name="T4" fmla="*/ 1 w 37"/>
                  <a:gd name="T5" fmla="*/ 10 h 21"/>
                  <a:gd name="T6" fmla="*/ 22 w 37"/>
                  <a:gd name="T7" fmla="*/ 21 h 21"/>
                  <a:gd name="T8" fmla="*/ 35 w 37"/>
                  <a:gd name="T9" fmla="*/ 10 h 21"/>
                </a:gdLst>
                <a:ahLst/>
                <a:cxnLst>
                  <a:cxn ang="0">
                    <a:pos x="T0" y="T1"/>
                  </a:cxn>
                  <a:cxn ang="0">
                    <a:pos x="T2" y="T3"/>
                  </a:cxn>
                  <a:cxn ang="0">
                    <a:pos x="T4" y="T5"/>
                  </a:cxn>
                  <a:cxn ang="0">
                    <a:pos x="T6" y="T7"/>
                  </a:cxn>
                  <a:cxn ang="0">
                    <a:pos x="T8" y="T9"/>
                  </a:cxn>
                </a:cxnLst>
                <a:rect l="0" t="0" r="r" b="b"/>
                <a:pathLst>
                  <a:path w="37" h="21">
                    <a:moveTo>
                      <a:pt x="35" y="10"/>
                    </a:moveTo>
                    <a:cubicBezTo>
                      <a:pt x="33" y="5"/>
                      <a:pt x="24" y="0"/>
                      <a:pt x="14" y="0"/>
                    </a:cubicBezTo>
                    <a:cubicBezTo>
                      <a:pt x="5" y="0"/>
                      <a:pt x="0" y="5"/>
                      <a:pt x="1" y="10"/>
                    </a:cubicBezTo>
                    <a:cubicBezTo>
                      <a:pt x="3" y="16"/>
                      <a:pt x="12" y="21"/>
                      <a:pt x="22" y="21"/>
                    </a:cubicBezTo>
                    <a:cubicBezTo>
                      <a:pt x="31" y="21"/>
                      <a:pt x="37" y="16"/>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82" name="Freeform 444"/>
              <p:cNvSpPr>
                <a:spLocks/>
              </p:cNvSpPr>
              <p:nvPr/>
            </p:nvSpPr>
            <p:spPr bwMode="auto">
              <a:xfrm>
                <a:off x="4837" y="2770"/>
                <a:ext cx="75" cy="44"/>
              </a:xfrm>
              <a:custGeom>
                <a:avLst/>
                <a:gdLst>
                  <a:gd name="T0" fmla="*/ 34 w 36"/>
                  <a:gd name="T1" fmla="*/ 10 h 21"/>
                  <a:gd name="T2" fmla="*/ 15 w 36"/>
                  <a:gd name="T3" fmla="*/ 0 h 21"/>
                  <a:gd name="T4" fmla="*/ 1 w 36"/>
                  <a:gd name="T5" fmla="*/ 10 h 21"/>
                  <a:gd name="T6" fmla="*/ 20 w 36"/>
                  <a:gd name="T7" fmla="*/ 21 h 21"/>
                  <a:gd name="T8" fmla="*/ 34 w 36"/>
                  <a:gd name="T9" fmla="*/ 10 h 21"/>
                </a:gdLst>
                <a:ahLst/>
                <a:cxnLst>
                  <a:cxn ang="0">
                    <a:pos x="T0" y="T1"/>
                  </a:cxn>
                  <a:cxn ang="0">
                    <a:pos x="T2" y="T3"/>
                  </a:cxn>
                  <a:cxn ang="0">
                    <a:pos x="T4" y="T5"/>
                  </a:cxn>
                  <a:cxn ang="0">
                    <a:pos x="T6" y="T7"/>
                  </a:cxn>
                  <a:cxn ang="0">
                    <a:pos x="T8" y="T9"/>
                  </a:cxn>
                </a:cxnLst>
                <a:rect l="0" t="0" r="r" b="b"/>
                <a:pathLst>
                  <a:path w="36" h="21">
                    <a:moveTo>
                      <a:pt x="34" y="10"/>
                    </a:moveTo>
                    <a:cubicBezTo>
                      <a:pt x="33" y="5"/>
                      <a:pt x="24" y="0"/>
                      <a:pt x="15" y="0"/>
                    </a:cubicBezTo>
                    <a:cubicBezTo>
                      <a:pt x="6" y="0"/>
                      <a:pt x="0" y="5"/>
                      <a:pt x="1" y="10"/>
                    </a:cubicBezTo>
                    <a:cubicBezTo>
                      <a:pt x="2" y="16"/>
                      <a:pt x="11" y="21"/>
                      <a:pt x="20" y="21"/>
                    </a:cubicBezTo>
                    <a:cubicBezTo>
                      <a:pt x="30" y="21"/>
                      <a:pt x="36"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83" name="Freeform 445"/>
              <p:cNvSpPr>
                <a:spLocks/>
              </p:cNvSpPr>
              <p:nvPr/>
            </p:nvSpPr>
            <p:spPr bwMode="auto">
              <a:xfrm>
                <a:off x="4920" y="2770"/>
                <a:ext cx="76" cy="44"/>
              </a:xfrm>
              <a:custGeom>
                <a:avLst/>
                <a:gdLst>
                  <a:gd name="T0" fmla="*/ 35 w 37"/>
                  <a:gd name="T1" fmla="*/ 10 h 21"/>
                  <a:gd name="T2" fmla="*/ 16 w 37"/>
                  <a:gd name="T3" fmla="*/ 0 h 21"/>
                  <a:gd name="T4" fmla="*/ 2 w 37"/>
                  <a:gd name="T5" fmla="*/ 10 h 21"/>
                  <a:gd name="T6" fmla="*/ 21 w 37"/>
                  <a:gd name="T7" fmla="*/ 21 h 21"/>
                  <a:gd name="T8" fmla="*/ 35 w 37"/>
                  <a:gd name="T9" fmla="*/ 10 h 21"/>
                </a:gdLst>
                <a:ahLst/>
                <a:cxnLst>
                  <a:cxn ang="0">
                    <a:pos x="T0" y="T1"/>
                  </a:cxn>
                  <a:cxn ang="0">
                    <a:pos x="T2" y="T3"/>
                  </a:cxn>
                  <a:cxn ang="0">
                    <a:pos x="T4" y="T5"/>
                  </a:cxn>
                  <a:cxn ang="0">
                    <a:pos x="T6" y="T7"/>
                  </a:cxn>
                  <a:cxn ang="0">
                    <a:pos x="T8" y="T9"/>
                  </a:cxn>
                </a:cxnLst>
                <a:rect l="0" t="0" r="r" b="b"/>
                <a:pathLst>
                  <a:path w="37" h="21">
                    <a:moveTo>
                      <a:pt x="35" y="10"/>
                    </a:moveTo>
                    <a:cubicBezTo>
                      <a:pt x="34" y="5"/>
                      <a:pt x="25" y="0"/>
                      <a:pt x="16" y="0"/>
                    </a:cubicBezTo>
                    <a:cubicBezTo>
                      <a:pt x="7" y="0"/>
                      <a:pt x="0" y="5"/>
                      <a:pt x="2" y="10"/>
                    </a:cubicBezTo>
                    <a:cubicBezTo>
                      <a:pt x="3" y="16"/>
                      <a:pt x="12" y="21"/>
                      <a:pt x="21" y="21"/>
                    </a:cubicBezTo>
                    <a:cubicBezTo>
                      <a:pt x="31" y="21"/>
                      <a:pt x="37" y="16"/>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84" name="Freeform 446"/>
              <p:cNvSpPr>
                <a:spLocks/>
              </p:cNvSpPr>
              <p:nvPr/>
            </p:nvSpPr>
            <p:spPr bwMode="auto">
              <a:xfrm>
                <a:off x="5174" y="2770"/>
                <a:ext cx="76" cy="44"/>
              </a:xfrm>
              <a:custGeom>
                <a:avLst/>
                <a:gdLst>
                  <a:gd name="T0" fmla="*/ 36 w 37"/>
                  <a:gd name="T1" fmla="*/ 10 h 21"/>
                  <a:gd name="T2" fmla="*/ 16 w 37"/>
                  <a:gd name="T3" fmla="*/ 0 h 21"/>
                  <a:gd name="T4" fmla="*/ 2 w 37"/>
                  <a:gd name="T5" fmla="*/ 10 h 21"/>
                  <a:gd name="T6" fmla="*/ 22 w 37"/>
                  <a:gd name="T7" fmla="*/ 21 h 21"/>
                  <a:gd name="T8" fmla="*/ 36 w 37"/>
                  <a:gd name="T9" fmla="*/ 10 h 21"/>
                </a:gdLst>
                <a:ahLst/>
                <a:cxnLst>
                  <a:cxn ang="0">
                    <a:pos x="T0" y="T1"/>
                  </a:cxn>
                  <a:cxn ang="0">
                    <a:pos x="T2" y="T3"/>
                  </a:cxn>
                  <a:cxn ang="0">
                    <a:pos x="T4" y="T5"/>
                  </a:cxn>
                  <a:cxn ang="0">
                    <a:pos x="T6" y="T7"/>
                  </a:cxn>
                  <a:cxn ang="0">
                    <a:pos x="T8" y="T9"/>
                  </a:cxn>
                </a:cxnLst>
                <a:rect l="0" t="0" r="r" b="b"/>
                <a:pathLst>
                  <a:path w="37" h="21">
                    <a:moveTo>
                      <a:pt x="36" y="10"/>
                    </a:moveTo>
                    <a:cubicBezTo>
                      <a:pt x="34" y="5"/>
                      <a:pt x="25" y="0"/>
                      <a:pt x="16" y="0"/>
                    </a:cubicBezTo>
                    <a:cubicBezTo>
                      <a:pt x="6" y="0"/>
                      <a:pt x="0" y="5"/>
                      <a:pt x="2" y="10"/>
                    </a:cubicBezTo>
                    <a:cubicBezTo>
                      <a:pt x="4" y="16"/>
                      <a:pt x="13" y="21"/>
                      <a:pt x="22" y="21"/>
                    </a:cubicBezTo>
                    <a:cubicBezTo>
                      <a:pt x="31" y="21"/>
                      <a:pt x="37" y="16"/>
                      <a:pt x="3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85" name="Freeform 447"/>
              <p:cNvSpPr>
                <a:spLocks/>
              </p:cNvSpPr>
              <p:nvPr/>
            </p:nvSpPr>
            <p:spPr bwMode="auto">
              <a:xfrm>
                <a:off x="5258" y="2770"/>
                <a:ext cx="77" cy="44"/>
              </a:xfrm>
              <a:custGeom>
                <a:avLst/>
                <a:gdLst>
                  <a:gd name="T0" fmla="*/ 36 w 37"/>
                  <a:gd name="T1" fmla="*/ 10 h 21"/>
                  <a:gd name="T2" fmla="*/ 15 w 37"/>
                  <a:gd name="T3" fmla="*/ 0 h 21"/>
                  <a:gd name="T4" fmla="*/ 2 w 37"/>
                  <a:gd name="T5" fmla="*/ 10 h 21"/>
                  <a:gd name="T6" fmla="*/ 22 w 37"/>
                  <a:gd name="T7" fmla="*/ 21 h 21"/>
                  <a:gd name="T8" fmla="*/ 36 w 37"/>
                  <a:gd name="T9" fmla="*/ 10 h 21"/>
                </a:gdLst>
                <a:ahLst/>
                <a:cxnLst>
                  <a:cxn ang="0">
                    <a:pos x="T0" y="T1"/>
                  </a:cxn>
                  <a:cxn ang="0">
                    <a:pos x="T2" y="T3"/>
                  </a:cxn>
                  <a:cxn ang="0">
                    <a:pos x="T4" y="T5"/>
                  </a:cxn>
                  <a:cxn ang="0">
                    <a:pos x="T6" y="T7"/>
                  </a:cxn>
                  <a:cxn ang="0">
                    <a:pos x="T8" y="T9"/>
                  </a:cxn>
                </a:cxnLst>
                <a:rect l="0" t="0" r="r" b="b"/>
                <a:pathLst>
                  <a:path w="37" h="21">
                    <a:moveTo>
                      <a:pt x="36" y="10"/>
                    </a:moveTo>
                    <a:cubicBezTo>
                      <a:pt x="34" y="5"/>
                      <a:pt x="25" y="0"/>
                      <a:pt x="15" y="0"/>
                    </a:cubicBezTo>
                    <a:cubicBezTo>
                      <a:pt x="6" y="0"/>
                      <a:pt x="0" y="5"/>
                      <a:pt x="2" y="10"/>
                    </a:cubicBezTo>
                    <a:cubicBezTo>
                      <a:pt x="4" y="16"/>
                      <a:pt x="13" y="21"/>
                      <a:pt x="22" y="21"/>
                    </a:cubicBezTo>
                    <a:cubicBezTo>
                      <a:pt x="32" y="21"/>
                      <a:pt x="37" y="16"/>
                      <a:pt x="3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86" name="Freeform 448"/>
              <p:cNvSpPr>
                <a:spLocks/>
              </p:cNvSpPr>
              <p:nvPr/>
            </p:nvSpPr>
            <p:spPr bwMode="auto">
              <a:xfrm>
                <a:off x="5343" y="2770"/>
                <a:ext cx="78" cy="44"/>
              </a:xfrm>
              <a:custGeom>
                <a:avLst/>
                <a:gdLst>
                  <a:gd name="T0" fmla="*/ 36 w 38"/>
                  <a:gd name="T1" fmla="*/ 10 h 21"/>
                  <a:gd name="T2" fmla="*/ 15 w 38"/>
                  <a:gd name="T3" fmla="*/ 0 h 21"/>
                  <a:gd name="T4" fmla="*/ 2 w 38"/>
                  <a:gd name="T5" fmla="*/ 10 h 21"/>
                  <a:gd name="T6" fmla="*/ 22 w 38"/>
                  <a:gd name="T7" fmla="*/ 21 h 21"/>
                  <a:gd name="T8" fmla="*/ 36 w 38"/>
                  <a:gd name="T9" fmla="*/ 10 h 21"/>
                </a:gdLst>
                <a:ahLst/>
                <a:cxnLst>
                  <a:cxn ang="0">
                    <a:pos x="T0" y="T1"/>
                  </a:cxn>
                  <a:cxn ang="0">
                    <a:pos x="T2" y="T3"/>
                  </a:cxn>
                  <a:cxn ang="0">
                    <a:pos x="T4" y="T5"/>
                  </a:cxn>
                  <a:cxn ang="0">
                    <a:pos x="T6" y="T7"/>
                  </a:cxn>
                  <a:cxn ang="0">
                    <a:pos x="T8" y="T9"/>
                  </a:cxn>
                </a:cxnLst>
                <a:rect l="0" t="0" r="r" b="b"/>
                <a:pathLst>
                  <a:path w="38" h="21">
                    <a:moveTo>
                      <a:pt x="36" y="10"/>
                    </a:moveTo>
                    <a:cubicBezTo>
                      <a:pt x="34" y="5"/>
                      <a:pt x="24" y="0"/>
                      <a:pt x="15" y="0"/>
                    </a:cubicBezTo>
                    <a:cubicBezTo>
                      <a:pt x="6" y="0"/>
                      <a:pt x="0" y="5"/>
                      <a:pt x="2" y="10"/>
                    </a:cubicBezTo>
                    <a:cubicBezTo>
                      <a:pt x="4" y="16"/>
                      <a:pt x="13" y="21"/>
                      <a:pt x="22" y="21"/>
                    </a:cubicBezTo>
                    <a:cubicBezTo>
                      <a:pt x="32" y="21"/>
                      <a:pt x="38" y="16"/>
                      <a:pt x="3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87" name="Freeform 449"/>
              <p:cNvSpPr>
                <a:spLocks/>
              </p:cNvSpPr>
              <p:nvPr/>
            </p:nvSpPr>
            <p:spPr bwMode="auto">
              <a:xfrm>
                <a:off x="5428" y="2770"/>
                <a:ext cx="78" cy="44"/>
              </a:xfrm>
              <a:custGeom>
                <a:avLst/>
                <a:gdLst>
                  <a:gd name="T0" fmla="*/ 36 w 38"/>
                  <a:gd name="T1" fmla="*/ 10 h 21"/>
                  <a:gd name="T2" fmla="*/ 15 w 38"/>
                  <a:gd name="T3" fmla="*/ 0 h 21"/>
                  <a:gd name="T4" fmla="*/ 2 w 38"/>
                  <a:gd name="T5" fmla="*/ 10 h 21"/>
                  <a:gd name="T6" fmla="*/ 23 w 38"/>
                  <a:gd name="T7" fmla="*/ 21 h 21"/>
                  <a:gd name="T8" fmla="*/ 36 w 38"/>
                  <a:gd name="T9" fmla="*/ 10 h 21"/>
                </a:gdLst>
                <a:ahLst/>
                <a:cxnLst>
                  <a:cxn ang="0">
                    <a:pos x="T0" y="T1"/>
                  </a:cxn>
                  <a:cxn ang="0">
                    <a:pos x="T2" y="T3"/>
                  </a:cxn>
                  <a:cxn ang="0">
                    <a:pos x="T4" y="T5"/>
                  </a:cxn>
                  <a:cxn ang="0">
                    <a:pos x="T6" y="T7"/>
                  </a:cxn>
                  <a:cxn ang="0">
                    <a:pos x="T8" y="T9"/>
                  </a:cxn>
                </a:cxnLst>
                <a:rect l="0" t="0" r="r" b="b"/>
                <a:pathLst>
                  <a:path w="38" h="21">
                    <a:moveTo>
                      <a:pt x="36" y="10"/>
                    </a:moveTo>
                    <a:cubicBezTo>
                      <a:pt x="33" y="5"/>
                      <a:pt x="24" y="0"/>
                      <a:pt x="15" y="0"/>
                    </a:cubicBezTo>
                    <a:cubicBezTo>
                      <a:pt x="6" y="0"/>
                      <a:pt x="0" y="5"/>
                      <a:pt x="2" y="10"/>
                    </a:cubicBezTo>
                    <a:cubicBezTo>
                      <a:pt x="4" y="16"/>
                      <a:pt x="13" y="21"/>
                      <a:pt x="23" y="21"/>
                    </a:cubicBezTo>
                    <a:cubicBezTo>
                      <a:pt x="32" y="21"/>
                      <a:pt x="38" y="16"/>
                      <a:pt x="3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88" name="Freeform 450"/>
              <p:cNvSpPr>
                <a:spLocks/>
              </p:cNvSpPr>
              <p:nvPr/>
            </p:nvSpPr>
            <p:spPr bwMode="auto">
              <a:xfrm>
                <a:off x="4850" y="2822"/>
                <a:ext cx="74" cy="45"/>
              </a:xfrm>
              <a:custGeom>
                <a:avLst/>
                <a:gdLst>
                  <a:gd name="T0" fmla="*/ 35 w 36"/>
                  <a:gd name="T1" fmla="*/ 11 h 22"/>
                  <a:gd name="T2" fmla="*/ 15 w 36"/>
                  <a:gd name="T3" fmla="*/ 0 h 22"/>
                  <a:gd name="T4" fmla="*/ 1 w 36"/>
                  <a:gd name="T5" fmla="*/ 11 h 22"/>
                  <a:gd name="T6" fmla="*/ 21 w 36"/>
                  <a:gd name="T7" fmla="*/ 22 h 22"/>
                  <a:gd name="T8" fmla="*/ 35 w 36"/>
                  <a:gd name="T9" fmla="*/ 11 h 22"/>
                </a:gdLst>
                <a:ahLst/>
                <a:cxnLst>
                  <a:cxn ang="0">
                    <a:pos x="T0" y="T1"/>
                  </a:cxn>
                  <a:cxn ang="0">
                    <a:pos x="T2" y="T3"/>
                  </a:cxn>
                  <a:cxn ang="0">
                    <a:pos x="T4" y="T5"/>
                  </a:cxn>
                  <a:cxn ang="0">
                    <a:pos x="T6" y="T7"/>
                  </a:cxn>
                  <a:cxn ang="0">
                    <a:pos x="T8" y="T9"/>
                  </a:cxn>
                </a:cxnLst>
                <a:rect l="0" t="0" r="r" b="b"/>
                <a:pathLst>
                  <a:path w="36" h="22">
                    <a:moveTo>
                      <a:pt x="35" y="11"/>
                    </a:moveTo>
                    <a:cubicBezTo>
                      <a:pt x="33" y="5"/>
                      <a:pt x="25" y="0"/>
                      <a:pt x="15" y="0"/>
                    </a:cubicBezTo>
                    <a:cubicBezTo>
                      <a:pt x="6" y="0"/>
                      <a:pt x="0" y="5"/>
                      <a:pt x="1" y="11"/>
                    </a:cubicBezTo>
                    <a:cubicBezTo>
                      <a:pt x="2" y="17"/>
                      <a:pt x="11" y="22"/>
                      <a:pt x="21" y="22"/>
                    </a:cubicBezTo>
                    <a:cubicBezTo>
                      <a:pt x="30" y="22"/>
                      <a:pt x="36" y="17"/>
                      <a:pt x="3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89" name="Freeform 451"/>
              <p:cNvSpPr>
                <a:spLocks/>
              </p:cNvSpPr>
              <p:nvPr/>
            </p:nvSpPr>
            <p:spPr bwMode="auto">
              <a:xfrm>
                <a:off x="4934" y="2822"/>
                <a:ext cx="77" cy="45"/>
              </a:xfrm>
              <a:custGeom>
                <a:avLst/>
                <a:gdLst>
                  <a:gd name="T0" fmla="*/ 35 w 37"/>
                  <a:gd name="T1" fmla="*/ 11 h 22"/>
                  <a:gd name="T2" fmla="*/ 16 w 37"/>
                  <a:gd name="T3" fmla="*/ 0 h 22"/>
                  <a:gd name="T4" fmla="*/ 2 w 37"/>
                  <a:gd name="T5" fmla="*/ 11 h 22"/>
                  <a:gd name="T6" fmla="*/ 21 w 37"/>
                  <a:gd name="T7" fmla="*/ 22 h 22"/>
                  <a:gd name="T8" fmla="*/ 35 w 37"/>
                  <a:gd name="T9" fmla="*/ 11 h 22"/>
                </a:gdLst>
                <a:ahLst/>
                <a:cxnLst>
                  <a:cxn ang="0">
                    <a:pos x="T0" y="T1"/>
                  </a:cxn>
                  <a:cxn ang="0">
                    <a:pos x="T2" y="T3"/>
                  </a:cxn>
                  <a:cxn ang="0">
                    <a:pos x="T4" y="T5"/>
                  </a:cxn>
                  <a:cxn ang="0">
                    <a:pos x="T6" y="T7"/>
                  </a:cxn>
                  <a:cxn ang="0">
                    <a:pos x="T8" y="T9"/>
                  </a:cxn>
                </a:cxnLst>
                <a:rect l="0" t="0" r="r" b="b"/>
                <a:pathLst>
                  <a:path w="37" h="22">
                    <a:moveTo>
                      <a:pt x="35" y="11"/>
                    </a:moveTo>
                    <a:cubicBezTo>
                      <a:pt x="34" y="5"/>
                      <a:pt x="25" y="0"/>
                      <a:pt x="16" y="0"/>
                    </a:cubicBezTo>
                    <a:cubicBezTo>
                      <a:pt x="6" y="0"/>
                      <a:pt x="0" y="5"/>
                      <a:pt x="2" y="11"/>
                    </a:cubicBezTo>
                    <a:cubicBezTo>
                      <a:pt x="3" y="17"/>
                      <a:pt x="12" y="22"/>
                      <a:pt x="21" y="22"/>
                    </a:cubicBezTo>
                    <a:cubicBezTo>
                      <a:pt x="31" y="22"/>
                      <a:pt x="37" y="17"/>
                      <a:pt x="3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90" name="Freeform 452"/>
              <p:cNvSpPr>
                <a:spLocks/>
              </p:cNvSpPr>
              <p:nvPr/>
            </p:nvSpPr>
            <p:spPr bwMode="auto">
              <a:xfrm>
                <a:off x="5275" y="2822"/>
                <a:ext cx="78" cy="45"/>
              </a:xfrm>
              <a:custGeom>
                <a:avLst/>
                <a:gdLst>
                  <a:gd name="T0" fmla="*/ 36 w 38"/>
                  <a:gd name="T1" fmla="*/ 11 h 22"/>
                  <a:gd name="T2" fmla="*/ 16 w 38"/>
                  <a:gd name="T3" fmla="*/ 0 h 22"/>
                  <a:gd name="T4" fmla="*/ 2 w 38"/>
                  <a:gd name="T5" fmla="*/ 11 h 22"/>
                  <a:gd name="T6" fmla="*/ 23 w 38"/>
                  <a:gd name="T7" fmla="*/ 22 h 22"/>
                  <a:gd name="T8" fmla="*/ 36 w 38"/>
                  <a:gd name="T9" fmla="*/ 11 h 22"/>
                </a:gdLst>
                <a:ahLst/>
                <a:cxnLst>
                  <a:cxn ang="0">
                    <a:pos x="T0" y="T1"/>
                  </a:cxn>
                  <a:cxn ang="0">
                    <a:pos x="T2" y="T3"/>
                  </a:cxn>
                  <a:cxn ang="0">
                    <a:pos x="T4" y="T5"/>
                  </a:cxn>
                  <a:cxn ang="0">
                    <a:pos x="T6" y="T7"/>
                  </a:cxn>
                  <a:cxn ang="0">
                    <a:pos x="T8" y="T9"/>
                  </a:cxn>
                </a:cxnLst>
                <a:rect l="0" t="0" r="r" b="b"/>
                <a:pathLst>
                  <a:path w="38" h="22">
                    <a:moveTo>
                      <a:pt x="36" y="11"/>
                    </a:moveTo>
                    <a:cubicBezTo>
                      <a:pt x="34" y="5"/>
                      <a:pt x="25" y="0"/>
                      <a:pt x="16" y="0"/>
                    </a:cubicBezTo>
                    <a:cubicBezTo>
                      <a:pt x="6" y="0"/>
                      <a:pt x="0" y="5"/>
                      <a:pt x="2" y="11"/>
                    </a:cubicBezTo>
                    <a:cubicBezTo>
                      <a:pt x="4" y="17"/>
                      <a:pt x="13" y="22"/>
                      <a:pt x="23" y="22"/>
                    </a:cubicBezTo>
                    <a:cubicBezTo>
                      <a:pt x="32" y="22"/>
                      <a:pt x="38" y="17"/>
                      <a:pt x="3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91" name="Freeform 453"/>
              <p:cNvSpPr>
                <a:spLocks/>
              </p:cNvSpPr>
              <p:nvPr/>
            </p:nvSpPr>
            <p:spPr bwMode="auto">
              <a:xfrm>
                <a:off x="5361" y="2822"/>
                <a:ext cx="79" cy="45"/>
              </a:xfrm>
              <a:custGeom>
                <a:avLst/>
                <a:gdLst>
                  <a:gd name="T0" fmla="*/ 36 w 38"/>
                  <a:gd name="T1" fmla="*/ 11 h 22"/>
                  <a:gd name="T2" fmla="*/ 15 w 38"/>
                  <a:gd name="T3" fmla="*/ 0 h 22"/>
                  <a:gd name="T4" fmla="*/ 2 w 38"/>
                  <a:gd name="T5" fmla="*/ 11 h 22"/>
                  <a:gd name="T6" fmla="*/ 22 w 38"/>
                  <a:gd name="T7" fmla="*/ 22 h 22"/>
                  <a:gd name="T8" fmla="*/ 36 w 38"/>
                  <a:gd name="T9" fmla="*/ 11 h 22"/>
                </a:gdLst>
                <a:ahLst/>
                <a:cxnLst>
                  <a:cxn ang="0">
                    <a:pos x="T0" y="T1"/>
                  </a:cxn>
                  <a:cxn ang="0">
                    <a:pos x="T2" y="T3"/>
                  </a:cxn>
                  <a:cxn ang="0">
                    <a:pos x="T4" y="T5"/>
                  </a:cxn>
                  <a:cxn ang="0">
                    <a:pos x="T6" y="T7"/>
                  </a:cxn>
                  <a:cxn ang="0">
                    <a:pos x="T8" y="T9"/>
                  </a:cxn>
                </a:cxnLst>
                <a:rect l="0" t="0" r="r" b="b"/>
                <a:pathLst>
                  <a:path w="38" h="22">
                    <a:moveTo>
                      <a:pt x="36" y="11"/>
                    </a:moveTo>
                    <a:cubicBezTo>
                      <a:pt x="34" y="5"/>
                      <a:pt x="24" y="0"/>
                      <a:pt x="15" y="0"/>
                    </a:cubicBezTo>
                    <a:cubicBezTo>
                      <a:pt x="6" y="0"/>
                      <a:pt x="0" y="5"/>
                      <a:pt x="2" y="11"/>
                    </a:cubicBezTo>
                    <a:cubicBezTo>
                      <a:pt x="4" y="17"/>
                      <a:pt x="13" y="22"/>
                      <a:pt x="22" y="22"/>
                    </a:cubicBezTo>
                    <a:cubicBezTo>
                      <a:pt x="32" y="22"/>
                      <a:pt x="38" y="17"/>
                      <a:pt x="3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92" name="Freeform 454"/>
              <p:cNvSpPr>
                <a:spLocks/>
              </p:cNvSpPr>
              <p:nvPr/>
            </p:nvSpPr>
            <p:spPr bwMode="auto">
              <a:xfrm>
                <a:off x="5446" y="2822"/>
                <a:ext cx="78" cy="45"/>
              </a:xfrm>
              <a:custGeom>
                <a:avLst/>
                <a:gdLst>
                  <a:gd name="T0" fmla="*/ 36 w 38"/>
                  <a:gd name="T1" fmla="*/ 11 h 22"/>
                  <a:gd name="T2" fmla="*/ 15 w 38"/>
                  <a:gd name="T3" fmla="*/ 0 h 22"/>
                  <a:gd name="T4" fmla="*/ 2 w 38"/>
                  <a:gd name="T5" fmla="*/ 11 h 22"/>
                  <a:gd name="T6" fmla="*/ 23 w 38"/>
                  <a:gd name="T7" fmla="*/ 22 h 22"/>
                  <a:gd name="T8" fmla="*/ 36 w 38"/>
                  <a:gd name="T9" fmla="*/ 11 h 22"/>
                </a:gdLst>
                <a:ahLst/>
                <a:cxnLst>
                  <a:cxn ang="0">
                    <a:pos x="T0" y="T1"/>
                  </a:cxn>
                  <a:cxn ang="0">
                    <a:pos x="T2" y="T3"/>
                  </a:cxn>
                  <a:cxn ang="0">
                    <a:pos x="T4" y="T5"/>
                  </a:cxn>
                  <a:cxn ang="0">
                    <a:pos x="T6" y="T7"/>
                  </a:cxn>
                  <a:cxn ang="0">
                    <a:pos x="T8" y="T9"/>
                  </a:cxn>
                </a:cxnLst>
                <a:rect l="0" t="0" r="r" b="b"/>
                <a:pathLst>
                  <a:path w="38" h="22">
                    <a:moveTo>
                      <a:pt x="36" y="11"/>
                    </a:moveTo>
                    <a:cubicBezTo>
                      <a:pt x="34" y="5"/>
                      <a:pt x="25" y="0"/>
                      <a:pt x="15" y="0"/>
                    </a:cubicBezTo>
                    <a:cubicBezTo>
                      <a:pt x="6" y="0"/>
                      <a:pt x="0" y="5"/>
                      <a:pt x="2" y="11"/>
                    </a:cubicBezTo>
                    <a:cubicBezTo>
                      <a:pt x="4" y="17"/>
                      <a:pt x="14" y="22"/>
                      <a:pt x="23" y="22"/>
                    </a:cubicBezTo>
                    <a:cubicBezTo>
                      <a:pt x="32" y="22"/>
                      <a:pt x="38" y="17"/>
                      <a:pt x="3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93" name="Freeform 455"/>
              <p:cNvSpPr>
                <a:spLocks/>
              </p:cNvSpPr>
              <p:nvPr/>
            </p:nvSpPr>
            <p:spPr bwMode="auto">
              <a:xfrm>
                <a:off x="4862" y="2878"/>
                <a:ext cx="77" cy="43"/>
              </a:xfrm>
              <a:custGeom>
                <a:avLst/>
                <a:gdLst>
                  <a:gd name="T0" fmla="*/ 36 w 37"/>
                  <a:gd name="T1" fmla="*/ 10 h 21"/>
                  <a:gd name="T2" fmla="*/ 16 w 37"/>
                  <a:gd name="T3" fmla="*/ 0 h 21"/>
                  <a:gd name="T4" fmla="*/ 1 w 37"/>
                  <a:gd name="T5" fmla="*/ 10 h 21"/>
                  <a:gd name="T6" fmla="*/ 21 w 37"/>
                  <a:gd name="T7" fmla="*/ 21 h 21"/>
                  <a:gd name="T8" fmla="*/ 36 w 37"/>
                  <a:gd name="T9" fmla="*/ 10 h 21"/>
                </a:gdLst>
                <a:ahLst/>
                <a:cxnLst>
                  <a:cxn ang="0">
                    <a:pos x="T0" y="T1"/>
                  </a:cxn>
                  <a:cxn ang="0">
                    <a:pos x="T2" y="T3"/>
                  </a:cxn>
                  <a:cxn ang="0">
                    <a:pos x="T4" y="T5"/>
                  </a:cxn>
                  <a:cxn ang="0">
                    <a:pos x="T6" y="T7"/>
                  </a:cxn>
                  <a:cxn ang="0">
                    <a:pos x="T8" y="T9"/>
                  </a:cxn>
                </a:cxnLst>
                <a:rect l="0" t="0" r="r" b="b"/>
                <a:pathLst>
                  <a:path w="37" h="21">
                    <a:moveTo>
                      <a:pt x="36" y="10"/>
                    </a:moveTo>
                    <a:cubicBezTo>
                      <a:pt x="34" y="4"/>
                      <a:pt x="25" y="0"/>
                      <a:pt x="16" y="0"/>
                    </a:cubicBezTo>
                    <a:cubicBezTo>
                      <a:pt x="6" y="0"/>
                      <a:pt x="0" y="4"/>
                      <a:pt x="1" y="10"/>
                    </a:cubicBezTo>
                    <a:cubicBezTo>
                      <a:pt x="3" y="16"/>
                      <a:pt x="12" y="21"/>
                      <a:pt x="21" y="21"/>
                    </a:cubicBezTo>
                    <a:cubicBezTo>
                      <a:pt x="31" y="21"/>
                      <a:pt x="37" y="16"/>
                      <a:pt x="3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94" name="Freeform 456"/>
              <p:cNvSpPr>
                <a:spLocks/>
              </p:cNvSpPr>
              <p:nvPr/>
            </p:nvSpPr>
            <p:spPr bwMode="auto">
              <a:xfrm>
                <a:off x="5293" y="2878"/>
                <a:ext cx="79" cy="43"/>
              </a:xfrm>
              <a:custGeom>
                <a:avLst/>
                <a:gdLst>
                  <a:gd name="T0" fmla="*/ 36 w 38"/>
                  <a:gd name="T1" fmla="*/ 10 h 21"/>
                  <a:gd name="T2" fmla="*/ 15 w 38"/>
                  <a:gd name="T3" fmla="*/ 0 h 21"/>
                  <a:gd name="T4" fmla="*/ 2 w 38"/>
                  <a:gd name="T5" fmla="*/ 10 h 21"/>
                  <a:gd name="T6" fmla="*/ 23 w 38"/>
                  <a:gd name="T7" fmla="*/ 21 h 21"/>
                  <a:gd name="T8" fmla="*/ 36 w 38"/>
                  <a:gd name="T9" fmla="*/ 10 h 21"/>
                </a:gdLst>
                <a:ahLst/>
                <a:cxnLst>
                  <a:cxn ang="0">
                    <a:pos x="T0" y="T1"/>
                  </a:cxn>
                  <a:cxn ang="0">
                    <a:pos x="T2" y="T3"/>
                  </a:cxn>
                  <a:cxn ang="0">
                    <a:pos x="T4" y="T5"/>
                  </a:cxn>
                  <a:cxn ang="0">
                    <a:pos x="T6" y="T7"/>
                  </a:cxn>
                  <a:cxn ang="0">
                    <a:pos x="T8" y="T9"/>
                  </a:cxn>
                </a:cxnLst>
                <a:rect l="0" t="0" r="r" b="b"/>
                <a:pathLst>
                  <a:path w="38" h="21">
                    <a:moveTo>
                      <a:pt x="36" y="10"/>
                    </a:moveTo>
                    <a:cubicBezTo>
                      <a:pt x="34" y="4"/>
                      <a:pt x="25" y="0"/>
                      <a:pt x="15" y="0"/>
                    </a:cubicBezTo>
                    <a:cubicBezTo>
                      <a:pt x="6" y="0"/>
                      <a:pt x="0" y="4"/>
                      <a:pt x="2" y="10"/>
                    </a:cubicBezTo>
                    <a:cubicBezTo>
                      <a:pt x="4" y="16"/>
                      <a:pt x="13" y="21"/>
                      <a:pt x="23" y="21"/>
                    </a:cubicBezTo>
                    <a:cubicBezTo>
                      <a:pt x="32" y="21"/>
                      <a:pt x="38" y="16"/>
                      <a:pt x="3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95" name="Freeform 457"/>
              <p:cNvSpPr>
                <a:spLocks/>
              </p:cNvSpPr>
              <p:nvPr/>
            </p:nvSpPr>
            <p:spPr bwMode="auto">
              <a:xfrm>
                <a:off x="5399" y="2931"/>
                <a:ext cx="80" cy="48"/>
              </a:xfrm>
              <a:custGeom>
                <a:avLst/>
                <a:gdLst>
                  <a:gd name="T0" fmla="*/ 36 w 39"/>
                  <a:gd name="T1" fmla="*/ 12 h 23"/>
                  <a:gd name="T2" fmla="*/ 15 w 39"/>
                  <a:gd name="T3" fmla="*/ 0 h 23"/>
                  <a:gd name="T4" fmla="*/ 2 w 39"/>
                  <a:gd name="T5" fmla="*/ 12 h 23"/>
                  <a:gd name="T6" fmla="*/ 23 w 39"/>
                  <a:gd name="T7" fmla="*/ 23 h 23"/>
                  <a:gd name="T8" fmla="*/ 36 w 39"/>
                  <a:gd name="T9" fmla="*/ 12 h 23"/>
                </a:gdLst>
                <a:ahLst/>
                <a:cxnLst>
                  <a:cxn ang="0">
                    <a:pos x="T0" y="T1"/>
                  </a:cxn>
                  <a:cxn ang="0">
                    <a:pos x="T2" y="T3"/>
                  </a:cxn>
                  <a:cxn ang="0">
                    <a:pos x="T4" y="T5"/>
                  </a:cxn>
                  <a:cxn ang="0">
                    <a:pos x="T6" y="T7"/>
                  </a:cxn>
                  <a:cxn ang="0">
                    <a:pos x="T8" y="T9"/>
                  </a:cxn>
                </a:cxnLst>
                <a:rect l="0" t="0" r="r" b="b"/>
                <a:pathLst>
                  <a:path w="39" h="23">
                    <a:moveTo>
                      <a:pt x="36" y="12"/>
                    </a:moveTo>
                    <a:cubicBezTo>
                      <a:pt x="34" y="5"/>
                      <a:pt x="25" y="0"/>
                      <a:pt x="15" y="0"/>
                    </a:cubicBezTo>
                    <a:cubicBezTo>
                      <a:pt x="6" y="0"/>
                      <a:pt x="0" y="5"/>
                      <a:pt x="2" y="12"/>
                    </a:cubicBezTo>
                    <a:cubicBezTo>
                      <a:pt x="4" y="18"/>
                      <a:pt x="13" y="23"/>
                      <a:pt x="23" y="23"/>
                    </a:cubicBezTo>
                    <a:cubicBezTo>
                      <a:pt x="33" y="23"/>
                      <a:pt x="39" y="18"/>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96" name="Oval 458"/>
              <p:cNvSpPr>
                <a:spLocks noChangeArrowheads="1"/>
              </p:cNvSpPr>
              <p:nvPr/>
            </p:nvSpPr>
            <p:spPr bwMode="auto">
              <a:xfrm>
                <a:off x="3736" y="2574"/>
                <a:ext cx="66" cy="3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97" name="Freeform 459"/>
              <p:cNvSpPr>
                <a:spLocks/>
              </p:cNvSpPr>
              <p:nvPr/>
            </p:nvSpPr>
            <p:spPr bwMode="auto">
              <a:xfrm>
                <a:off x="3816" y="2574"/>
                <a:ext cx="68" cy="39"/>
              </a:xfrm>
              <a:custGeom>
                <a:avLst/>
                <a:gdLst>
                  <a:gd name="T0" fmla="*/ 32 w 33"/>
                  <a:gd name="T1" fmla="*/ 10 h 19"/>
                  <a:gd name="T2" fmla="*/ 16 w 33"/>
                  <a:gd name="T3" fmla="*/ 0 h 19"/>
                  <a:gd name="T4" fmla="*/ 0 w 33"/>
                  <a:gd name="T5" fmla="*/ 10 h 19"/>
                  <a:gd name="T6" fmla="*/ 17 w 33"/>
                  <a:gd name="T7" fmla="*/ 19 h 19"/>
                  <a:gd name="T8" fmla="*/ 32 w 33"/>
                  <a:gd name="T9" fmla="*/ 10 h 19"/>
                </a:gdLst>
                <a:ahLst/>
                <a:cxnLst>
                  <a:cxn ang="0">
                    <a:pos x="T0" y="T1"/>
                  </a:cxn>
                  <a:cxn ang="0">
                    <a:pos x="T2" y="T3"/>
                  </a:cxn>
                  <a:cxn ang="0">
                    <a:pos x="T4" y="T5"/>
                  </a:cxn>
                  <a:cxn ang="0">
                    <a:pos x="T6" y="T7"/>
                  </a:cxn>
                  <a:cxn ang="0">
                    <a:pos x="T8" y="T9"/>
                  </a:cxn>
                </a:cxnLst>
                <a:rect l="0" t="0" r="r" b="b"/>
                <a:pathLst>
                  <a:path w="33" h="19">
                    <a:moveTo>
                      <a:pt x="32" y="10"/>
                    </a:moveTo>
                    <a:cubicBezTo>
                      <a:pt x="32" y="4"/>
                      <a:pt x="25" y="0"/>
                      <a:pt x="16" y="0"/>
                    </a:cubicBezTo>
                    <a:cubicBezTo>
                      <a:pt x="7" y="0"/>
                      <a:pt x="0" y="4"/>
                      <a:pt x="0" y="10"/>
                    </a:cubicBezTo>
                    <a:cubicBezTo>
                      <a:pt x="0" y="15"/>
                      <a:pt x="8" y="19"/>
                      <a:pt x="17" y="19"/>
                    </a:cubicBezTo>
                    <a:cubicBezTo>
                      <a:pt x="26" y="19"/>
                      <a:pt x="33" y="15"/>
                      <a:pt x="3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98" name="Freeform 460"/>
              <p:cNvSpPr>
                <a:spLocks/>
              </p:cNvSpPr>
              <p:nvPr/>
            </p:nvSpPr>
            <p:spPr bwMode="auto">
              <a:xfrm>
                <a:off x="3897" y="2574"/>
                <a:ext cx="68" cy="39"/>
              </a:xfrm>
              <a:custGeom>
                <a:avLst/>
                <a:gdLst>
                  <a:gd name="T0" fmla="*/ 33 w 33"/>
                  <a:gd name="T1" fmla="*/ 10 h 19"/>
                  <a:gd name="T2" fmla="*/ 16 w 33"/>
                  <a:gd name="T3" fmla="*/ 0 h 19"/>
                  <a:gd name="T4" fmla="*/ 1 w 33"/>
                  <a:gd name="T5" fmla="*/ 10 h 19"/>
                  <a:gd name="T6" fmla="*/ 17 w 33"/>
                  <a:gd name="T7" fmla="*/ 19 h 19"/>
                  <a:gd name="T8" fmla="*/ 33 w 33"/>
                  <a:gd name="T9" fmla="*/ 10 h 19"/>
                </a:gdLst>
                <a:ahLst/>
                <a:cxnLst>
                  <a:cxn ang="0">
                    <a:pos x="T0" y="T1"/>
                  </a:cxn>
                  <a:cxn ang="0">
                    <a:pos x="T2" y="T3"/>
                  </a:cxn>
                  <a:cxn ang="0">
                    <a:pos x="T4" y="T5"/>
                  </a:cxn>
                  <a:cxn ang="0">
                    <a:pos x="T6" y="T7"/>
                  </a:cxn>
                  <a:cxn ang="0">
                    <a:pos x="T8" y="T9"/>
                  </a:cxn>
                </a:cxnLst>
                <a:rect l="0" t="0" r="r" b="b"/>
                <a:pathLst>
                  <a:path w="33" h="19">
                    <a:moveTo>
                      <a:pt x="33" y="10"/>
                    </a:moveTo>
                    <a:cubicBezTo>
                      <a:pt x="32" y="4"/>
                      <a:pt x="25" y="0"/>
                      <a:pt x="16" y="0"/>
                    </a:cubicBezTo>
                    <a:cubicBezTo>
                      <a:pt x="7" y="0"/>
                      <a:pt x="0" y="4"/>
                      <a:pt x="1" y="10"/>
                    </a:cubicBezTo>
                    <a:cubicBezTo>
                      <a:pt x="1" y="15"/>
                      <a:pt x="8" y="19"/>
                      <a:pt x="17" y="19"/>
                    </a:cubicBezTo>
                    <a:cubicBezTo>
                      <a:pt x="26" y="19"/>
                      <a:pt x="33" y="15"/>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99" name="Freeform 461"/>
              <p:cNvSpPr>
                <a:spLocks/>
              </p:cNvSpPr>
              <p:nvPr/>
            </p:nvSpPr>
            <p:spPr bwMode="auto">
              <a:xfrm>
                <a:off x="3979" y="2574"/>
                <a:ext cx="66" cy="39"/>
              </a:xfrm>
              <a:custGeom>
                <a:avLst/>
                <a:gdLst>
                  <a:gd name="T0" fmla="*/ 32 w 32"/>
                  <a:gd name="T1" fmla="*/ 10 h 19"/>
                  <a:gd name="T2" fmla="*/ 15 w 32"/>
                  <a:gd name="T3" fmla="*/ 0 h 19"/>
                  <a:gd name="T4" fmla="*/ 0 w 32"/>
                  <a:gd name="T5" fmla="*/ 10 h 19"/>
                  <a:gd name="T6" fmla="*/ 17 w 32"/>
                  <a:gd name="T7" fmla="*/ 19 h 19"/>
                  <a:gd name="T8" fmla="*/ 32 w 32"/>
                  <a:gd name="T9" fmla="*/ 10 h 19"/>
                </a:gdLst>
                <a:ahLst/>
                <a:cxnLst>
                  <a:cxn ang="0">
                    <a:pos x="T0" y="T1"/>
                  </a:cxn>
                  <a:cxn ang="0">
                    <a:pos x="T2" y="T3"/>
                  </a:cxn>
                  <a:cxn ang="0">
                    <a:pos x="T4" y="T5"/>
                  </a:cxn>
                  <a:cxn ang="0">
                    <a:pos x="T6" y="T7"/>
                  </a:cxn>
                  <a:cxn ang="0">
                    <a:pos x="T8" y="T9"/>
                  </a:cxn>
                </a:cxnLst>
                <a:rect l="0" t="0" r="r" b="b"/>
                <a:pathLst>
                  <a:path w="32" h="19">
                    <a:moveTo>
                      <a:pt x="32" y="10"/>
                    </a:moveTo>
                    <a:cubicBezTo>
                      <a:pt x="32" y="4"/>
                      <a:pt x="24" y="0"/>
                      <a:pt x="15" y="0"/>
                    </a:cubicBezTo>
                    <a:cubicBezTo>
                      <a:pt x="6" y="0"/>
                      <a:pt x="0" y="4"/>
                      <a:pt x="0" y="10"/>
                    </a:cubicBezTo>
                    <a:cubicBezTo>
                      <a:pt x="0" y="15"/>
                      <a:pt x="8" y="19"/>
                      <a:pt x="17" y="19"/>
                    </a:cubicBezTo>
                    <a:cubicBezTo>
                      <a:pt x="26" y="19"/>
                      <a:pt x="32" y="15"/>
                      <a:pt x="3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00" name="Freeform 462"/>
              <p:cNvSpPr>
                <a:spLocks/>
              </p:cNvSpPr>
              <p:nvPr/>
            </p:nvSpPr>
            <p:spPr bwMode="auto">
              <a:xfrm>
                <a:off x="4392" y="3235"/>
                <a:ext cx="80" cy="54"/>
              </a:xfrm>
              <a:custGeom>
                <a:avLst/>
                <a:gdLst>
                  <a:gd name="T0" fmla="*/ 38 w 39"/>
                  <a:gd name="T1" fmla="*/ 13 h 26"/>
                  <a:gd name="T2" fmla="*/ 18 w 39"/>
                  <a:gd name="T3" fmla="*/ 0 h 26"/>
                  <a:gd name="T4" fmla="*/ 1 w 39"/>
                  <a:gd name="T5" fmla="*/ 13 h 26"/>
                  <a:gd name="T6" fmla="*/ 21 w 39"/>
                  <a:gd name="T7" fmla="*/ 26 h 26"/>
                  <a:gd name="T8" fmla="*/ 38 w 39"/>
                  <a:gd name="T9" fmla="*/ 13 h 26"/>
                </a:gdLst>
                <a:ahLst/>
                <a:cxnLst>
                  <a:cxn ang="0">
                    <a:pos x="T0" y="T1"/>
                  </a:cxn>
                  <a:cxn ang="0">
                    <a:pos x="T2" y="T3"/>
                  </a:cxn>
                  <a:cxn ang="0">
                    <a:pos x="T4" y="T5"/>
                  </a:cxn>
                  <a:cxn ang="0">
                    <a:pos x="T6" y="T7"/>
                  </a:cxn>
                  <a:cxn ang="0">
                    <a:pos x="T8" y="T9"/>
                  </a:cxn>
                </a:cxnLst>
                <a:rect l="0" t="0" r="r" b="b"/>
                <a:pathLst>
                  <a:path w="39" h="26">
                    <a:moveTo>
                      <a:pt x="38" y="13"/>
                    </a:moveTo>
                    <a:cubicBezTo>
                      <a:pt x="37" y="6"/>
                      <a:pt x="28" y="0"/>
                      <a:pt x="18" y="0"/>
                    </a:cubicBezTo>
                    <a:cubicBezTo>
                      <a:pt x="8" y="0"/>
                      <a:pt x="0" y="6"/>
                      <a:pt x="1" y="13"/>
                    </a:cubicBezTo>
                    <a:cubicBezTo>
                      <a:pt x="2" y="20"/>
                      <a:pt x="11" y="26"/>
                      <a:pt x="21" y="26"/>
                    </a:cubicBezTo>
                    <a:cubicBezTo>
                      <a:pt x="31" y="26"/>
                      <a:pt x="39" y="20"/>
                      <a:pt x="38"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01" name="Freeform 463"/>
              <p:cNvSpPr>
                <a:spLocks/>
              </p:cNvSpPr>
              <p:nvPr/>
            </p:nvSpPr>
            <p:spPr bwMode="auto">
              <a:xfrm>
                <a:off x="4307" y="3301"/>
                <a:ext cx="81" cy="56"/>
              </a:xfrm>
              <a:custGeom>
                <a:avLst/>
                <a:gdLst>
                  <a:gd name="T0" fmla="*/ 38 w 39"/>
                  <a:gd name="T1" fmla="*/ 14 h 27"/>
                  <a:gd name="T2" fmla="*/ 18 w 39"/>
                  <a:gd name="T3" fmla="*/ 0 h 27"/>
                  <a:gd name="T4" fmla="*/ 1 w 39"/>
                  <a:gd name="T5" fmla="*/ 14 h 27"/>
                  <a:gd name="T6" fmla="*/ 21 w 39"/>
                  <a:gd name="T7" fmla="*/ 27 h 27"/>
                  <a:gd name="T8" fmla="*/ 38 w 39"/>
                  <a:gd name="T9" fmla="*/ 14 h 27"/>
                </a:gdLst>
                <a:ahLst/>
                <a:cxnLst>
                  <a:cxn ang="0">
                    <a:pos x="T0" y="T1"/>
                  </a:cxn>
                  <a:cxn ang="0">
                    <a:pos x="T2" y="T3"/>
                  </a:cxn>
                  <a:cxn ang="0">
                    <a:pos x="T4" y="T5"/>
                  </a:cxn>
                  <a:cxn ang="0">
                    <a:pos x="T6" y="T7"/>
                  </a:cxn>
                  <a:cxn ang="0">
                    <a:pos x="T8" y="T9"/>
                  </a:cxn>
                </a:cxnLst>
                <a:rect l="0" t="0" r="r" b="b"/>
                <a:pathLst>
                  <a:path w="39" h="27">
                    <a:moveTo>
                      <a:pt x="38" y="14"/>
                    </a:moveTo>
                    <a:cubicBezTo>
                      <a:pt x="37" y="6"/>
                      <a:pt x="28" y="0"/>
                      <a:pt x="18" y="0"/>
                    </a:cubicBezTo>
                    <a:cubicBezTo>
                      <a:pt x="8" y="0"/>
                      <a:pt x="0" y="6"/>
                      <a:pt x="1" y="14"/>
                    </a:cubicBezTo>
                    <a:cubicBezTo>
                      <a:pt x="2" y="21"/>
                      <a:pt x="11" y="27"/>
                      <a:pt x="21" y="27"/>
                    </a:cubicBezTo>
                    <a:cubicBezTo>
                      <a:pt x="31" y="27"/>
                      <a:pt x="39" y="21"/>
                      <a:pt x="38"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02" name="Freeform 464"/>
              <p:cNvSpPr>
                <a:spLocks/>
              </p:cNvSpPr>
              <p:nvPr/>
            </p:nvSpPr>
            <p:spPr bwMode="auto">
              <a:xfrm>
                <a:off x="4400" y="3301"/>
                <a:ext cx="81" cy="56"/>
              </a:xfrm>
              <a:custGeom>
                <a:avLst/>
                <a:gdLst>
                  <a:gd name="T0" fmla="*/ 38 w 39"/>
                  <a:gd name="T1" fmla="*/ 14 h 27"/>
                  <a:gd name="T2" fmla="*/ 18 w 39"/>
                  <a:gd name="T3" fmla="*/ 0 h 27"/>
                  <a:gd name="T4" fmla="*/ 1 w 39"/>
                  <a:gd name="T5" fmla="*/ 14 h 27"/>
                  <a:gd name="T6" fmla="*/ 22 w 39"/>
                  <a:gd name="T7" fmla="*/ 27 h 27"/>
                  <a:gd name="T8" fmla="*/ 38 w 39"/>
                  <a:gd name="T9" fmla="*/ 14 h 27"/>
                </a:gdLst>
                <a:ahLst/>
                <a:cxnLst>
                  <a:cxn ang="0">
                    <a:pos x="T0" y="T1"/>
                  </a:cxn>
                  <a:cxn ang="0">
                    <a:pos x="T2" y="T3"/>
                  </a:cxn>
                  <a:cxn ang="0">
                    <a:pos x="T4" y="T5"/>
                  </a:cxn>
                  <a:cxn ang="0">
                    <a:pos x="T6" y="T7"/>
                  </a:cxn>
                  <a:cxn ang="0">
                    <a:pos x="T8" y="T9"/>
                  </a:cxn>
                </a:cxnLst>
                <a:rect l="0" t="0" r="r" b="b"/>
                <a:pathLst>
                  <a:path w="39" h="27">
                    <a:moveTo>
                      <a:pt x="38" y="14"/>
                    </a:moveTo>
                    <a:cubicBezTo>
                      <a:pt x="37" y="6"/>
                      <a:pt x="28" y="0"/>
                      <a:pt x="18" y="0"/>
                    </a:cubicBezTo>
                    <a:cubicBezTo>
                      <a:pt x="8" y="0"/>
                      <a:pt x="0" y="6"/>
                      <a:pt x="1" y="14"/>
                    </a:cubicBezTo>
                    <a:cubicBezTo>
                      <a:pt x="2" y="21"/>
                      <a:pt x="11" y="27"/>
                      <a:pt x="22" y="27"/>
                    </a:cubicBezTo>
                    <a:cubicBezTo>
                      <a:pt x="32" y="27"/>
                      <a:pt x="39" y="21"/>
                      <a:pt x="38"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03" name="Freeform 465"/>
              <p:cNvSpPr>
                <a:spLocks/>
              </p:cNvSpPr>
              <p:nvPr/>
            </p:nvSpPr>
            <p:spPr bwMode="auto">
              <a:xfrm>
                <a:off x="4315" y="3370"/>
                <a:ext cx="81" cy="58"/>
              </a:xfrm>
              <a:custGeom>
                <a:avLst/>
                <a:gdLst>
                  <a:gd name="T0" fmla="*/ 38 w 39"/>
                  <a:gd name="T1" fmla="*/ 14 h 28"/>
                  <a:gd name="T2" fmla="*/ 18 w 39"/>
                  <a:gd name="T3" fmla="*/ 0 h 28"/>
                  <a:gd name="T4" fmla="*/ 1 w 39"/>
                  <a:gd name="T5" fmla="*/ 14 h 28"/>
                  <a:gd name="T6" fmla="*/ 21 w 39"/>
                  <a:gd name="T7" fmla="*/ 28 h 28"/>
                  <a:gd name="T8" fmla="*/ 38 w 39"/>
                  <a:gd name="T9" fmla="*/ 14 h 28"/>
                </a:gdLst>
                <a:ahLst/>
                <a:cxnLst>
                  <a:cxn ang="0">
                    <a:pos x="T0" y="T1"/>
                  </a:cxn>
                  <a:cxn ang="0">
                    <a:pos x="T2" y="T3"/>
                  </a:cxn>
                  <a:cxn ang="0">
                    <a:pos x="T4" y="T5"/>
                  </a:cxn>
                  <a:cxn ang="0">
                    <a:pos x="T6" y="T7"/>
                  </a:cxn>
                  <a:cxn ang="0">
                    <a:pos x="T8" y="T9"/>
                  </a:cxn>
                </a:cxnLst>
                <a:rect l="0" t="0" r="r" b="b"/>
                <a:pathLst>
                  <a:path w="39" h="28">
                    <a:moveTo>
                      <a:pt x="38" y="14"/>
                    </a:moveTo>
                    <a:cubicBezTo>
                      <a:pt x="37" y="7"/>
                      <a:pt x="28" y="0"/>
                      <a:pt x="18" y="0"/>
                    </a:cubicBezTo>
                    <a:cubicBezTo>
                      <a:pt x="8" y="0"/>
                      <a:pt x="0" y="7"/>
                      <a:pt x="1" y="14"/>
                    </a:cubicBezTo>
                    <a:cubicBezTo>
                      <a:pt x="2" y="22"/>
                      <a:pt x="11" y="28"/>
                      <a:pt x="21" y="28"/>
                    </a:cubicBezTo>
                    <a:cubicBezTo>
                      <a:pt x="31" y="28"/>
                      <a:pt x="39" y="22"/>
                      <a:pt x="38"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04" name="Freeform 466"/>
              <p:cNvSpPr>
                <a:spLocks/>
              </p:cNvSpPr>
              <p:nvPr/>
            </p:nvSpPr>
            <p:spPr bwMode="auto">
              <a:xfrm>
                <a:off x="4338" y="2822"/>
                <a:ext cx="72" cy="45"/>
              </a:xfrm>
              <a:custGeom>
                <a:avLst/>
                <a:gdLst>
                  <a:gd name="T0" fmla="*/ 34 w 35"/>
                  <a:gd name="T1" fmla="*/ 11 h 22"/>
                  <a:gd name="T2" fmla="*/ 16 w 35"/>
                  <a:gd name="T3" fmla="*/ 0 h 22"/>
                  <a:gd name="T4" fmla="*/ 0 w 35"/>
                  <a:gd name="T5" fmla="*/ 11 h 22"/>
                  <a:gd name="T6" fmla="*/ 19 w 35"/>
                  <a:gd name="T7" fmla="*/ 22 h 22"/>
                  <a:gd name="T8" fmla="*/ 34 w 35"/>
                  <a:gd name="T9" fmla="*/ 11 h 22"/>
                </a:gdLst>
                <a:ahLst/>
                <a:cxnLst>
                  <a:cxn ang="0">
                    <a:pos x="T0" y="T1"/>
                  </a:cxn>
                  <a:cxn ang="0">
                    <a:pos x="T2" y="T3"/>
                  </a:cxn>
                  <a:cxn ang="0">
                    <a:pos x="T4" y="T5"/>
                  </a:cxn>
                  <a:cxn ang="0">
                    <a:pos x="T6" y="T7"/>
                  </a:cxn>
                  <a:cxn ang="0">
                    <a:pos x="T8" y="T9"/>
                  </a:cxn>
                </a:cxnLst>
                <a:rect l="0" t="0" r="r" b="b"/>
                <a:pathLst>
                  <a:path w="35" h="22">
                    <a:moveTo>
                      <a:pt x="34" y="11"/>
                    </a:moveTo>
                    <a:cubicBezTo>
                      <a:pt x="33" y="5"/>
                      <a:pt x="25" y="0"/>
                      <a:pt x="16" y="0"/>
                    </a:cubicBezTo>
                    <a:cubicBezTo>
                      <a:pt x="6" y="0"/>
                      <a:pt x="0" y="5"/>
                      <a:pt x="0" y="11"/>
                    </a:cubicBezTo>
                    <a:cubicBezTo>
                      <a:pt x="1" y="17"/>
                      <a:pt x="9" y="22"/>
                      <a:pt x="19" y="22"/>
                    </a:cubicBezTo>
                    <a:cubicBezTo>
                      <a:pt x="28" y="22"/>
                      <a:pt x="35" y="17"/>
                      <a:pt x="3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05" name="Freeform 467"/>
              <p:cNvSpPr>
                <a:spLocks/>
              </p:cNvSpPr>
              <p:nvPr/>
            </p:nvSpPr>
            <p:spPr bwMode="auto">
              <a:xfrm>
                <a:off x="3412" y="2528"/>
                <a:ext cx="68" cy="38"/>
              </a:xfrm>
              <a:custGeom>
                <a:avLst/>
                <a:gdLst>
                  <a:gd name="T0" fmla="*/ 32 w 33"/>
                  <a:gd name="T1" fmla="*/ 9 h 18"/>
                  <a:gd name="T2" fmla="*/ 17 w 33"/>
                  <a:gd name="T3" fmla="*/ 0 h 18"/>
                  <a:gd name="T4" fmla="*/ 1 w 33"/>
                  <a:gd name="T5" fmla="*/ 9 h 18"/>
                  <a:gd name="T6" fmla="*/ 16 w 33"/>
                  <a:gd name="T7" fmla="*/ 18 h 18"/>
                  <a:gd name="T8" fmla="*/ 32 w 33"/>
                  <a:gd name="T9" fmla="*/ 9 h 18"/>
                </a:gdLst>
                <a:ahLst/>
                <a:cxnLst>
                  <a:cxn ang="0">
                    <a:pos x="T0" y="T1"/>
                  </a:cxn>
                  <a:cxn ang="0">
                    <a:pos x="T2" y="T3"/>
                  </a:cxn>
                  <a:cxn ang="0">
                    <a:pos x="T4" y="T5"/>
                  </a:cxn>
                  <a:cxn ang="0">
                    <a:pos x="T6" y="T7"/>
                  </a:cxn>
                  <a:cxn ang="0">
                    <a:pos x="T8" y="T9"/>
                  </a:cxn>
                </a:cxnLst>
                <a:rect l="0" t="0" r="r" b="b"/>
                <a:pathLst>
                  <a:path w="33" h="18">
                    <a:moveTo>
                      <a:pt x="32" y="9"/>
                    </a:moveTo>
                    <a:cubicBezTo>
                      <a:pt x="33" y="4"/>
                      <a:pt x="26" y="0"/>
                      <a:pt x="17" y="0"/>
                    </a:cubicBezTo>
                    <a:cubicBezTo>
                      <a:pt x="8" y="0"/>
                      <a:pt x="1" y="4"/>
                      <a:pt x="1" y="9"/>
                    </a:cubicBezTo>
                    <a:cubicBezTo>
                      <a:pt x="0" y="14"/>
                      <a:pt x="7" y="18"/>
                      <a:pt x="16" y="18"/>
                    </a:cubicBezTo>
                    <a:cubicBezTo>
                      <a:pt x="25" y="18"/>
                      <a:pt x="32" y="14"/>
                      <a:pt x="3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06" name="Freeform 468"/>
              <p:cNvSpPr>
                <a:spLocks/>
              </p:cNvSpPr>
              <p:nvPr/>
            </p:nvSpPr>
            <p:spPr bwMode="auto">
              <a:xfrm>
                <a:off x="3492" y="2528"/>
                <a:ext cx="66" cy="38"/>
              </a:xfrm>
              <a:custGeom>
                <a:avLst/>
                <a:gdLst>
                  <a:gd name="T0" fmla="*/ 32 w 32"/>
                  <a:gd name="T1" fmla="*/ 9 h 18"/>
                  <a:gd name="T2" fmla="*/ 17 w 32"/>
                  <a:gd name="T3" fmla="*/ 0 h 18"/>
                  <a:gd name="T4" fmla="*/ 1 w 32"/>
                  <a:gd name="T5" fmla="*/ 9 h 18"/>
                  <a:gd name="T6" fmla="*/ 16 w 32"/>
                  <a:gd name="T7" fmla="*/ 18 h 18"/>
                  <a:gd name="T8" fmla="*/ 32 w 32"/>
                  <a:gd name="T9" fmla="*/ 9 h 18"/>
                </a:gdLst>
                <a:ahLst/>
                <a:cxnLst>
                  <a:cxn ang="0">
                    <a:pos x="T0" y="T1"/>
                  </a:cxn>
                  <a:cxn ang="0">
                    <a:pos x="T2" y="T3"/>
                  </a:cxn>
                  <a:cxn ang="0">
                    <a:pos x="T4" y="T5"/>
                  </a:cxn>
                  <a:cxn ang="0">
                    <a:pos x="T6" y="T7"/>
                  </a:cxn>
                  <a:cxn ang="0">
                    <a:pos x="T8" y="T9"/>
                  </a:cxn>
                </a:cxnLst>
                <a:rect l="0" t="0" r="r" b="b"/>
                <a:pathLst>
                  <a:path w="32" h="18">
                    <a:moveTo>
                      <a:pt x="32" y="9"/>
                    </a:moveTo>
                    <a:cubicBezTo>
                      <a:pt x="32" y="4"/>
                      <a:pt x="25" y="0"/>
                      <a:pt x="17" y="0"/>
                    </a:cubicBezTo>
                    <a:cubicBezTo>
                      <a:pt x="8" y="0"/>
                      <a:pt x="1" y="4"/>
                      <a:pt x="1" y="9"/>
                    </a:cubicBezTo>
                    <a:cubicBezTo>
                      <a:pt x="0" y="14"/>
                      <a:pt x="7" y="18"/>
                      <a:pt x="16" y="18"/>
                    </a:cubicBezTo>
                    <a:cubicBezTo>
                      <a:pt x="25" y="18"/>
                      <a:pt x="32" y="14"/>
                      <a:pt x="3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07" name="Freeform 469"/>
              <p:cNvSpPr>
                <a:spLocks/>
              </p:cNvSpPr>
              <p:nvPr/>
            </p:nvSpPr>
            <p:spPr bwMode="auto">
              <a:xfrm>
                <a:off x="3573" y="2528"/>
                <a:ext cx="66" cy="38"/>
              </a:xfrm>
              <a:custGeom>
                <a:avLst/>
                <a:gdLst>
                  <a:gd name="T0" fmla="*/ 32 w 32"/>
                  <a:gd name="T1" fmla="*/ 9 h 18"/>
                  <a:gd name="T2" fmla="*/ 16 w 32"/>
                  <a:gd name="T3" fmla="*/ 0 h 18"/>
                  <a:gd name="T4" fmla="*/ 1 w 32"/>
                  <a:gd name="T5" fmla="*/ 9 h 18"/>
                  <a:gd name="T6" fmla="*/ 16 w 32"/>
                  <a:gd name="T7" fmla="*/ 18 h 18"/>
                  <a:gd name="T8" fmla="*/ 32 w 32"/>
                  <a:gd name="T9" fmla="*/ 9 h 18"/>
                </a:gdLst>
                <a:ahLst/>
                <a:cxnLst>
                  <a:cxn ang="0">
                    <a:pos x="T0" y="T1"/>
                  </a:cxn>
                  <a:cxn ang="0">
                    <a:pos x="T2" y="T3"/>
                  </a:cxn>
                  <a:cxn ang="0">
                    <a:pos x="T4" y="T5"/>
                  </a:cxn>
                  <a:cxn ang="0">
                    <a:pos x="T6" y="T7"/>
                  </a:cxn>
                  <a:cxn ang="0">
                    <a:pos x="T8" y="T9"/>
                  </a:cxn>
                </a:cxnLst>
                <a:rect l="0" t="0" r="r" b="b"/>
                <a:pathLst>
                  <a:path w="32" h="18">
                    <a:moveTo>
                      <a:pt x="32" y="9"/>
                    </a:moveTo>
                    <a:cubicBezTo>
                      <a:pt x="32" y="4"/>
                      <a:pt x="25" y="0"/>
                      <a:pt x="16" y="0"/>
                    </a:cubicBezTo>
                    <a:cubicBezTo>
                      <a:pt x="8" y="0"/>
                      <a:pt x="1" y="4"/>
                      <a:pt x="1" y="9"/>
                    </a:cubicBezTo>
                    <a:cubicBezTo>
                      <a:pt x="0" y="14"/>
                      <a:pt x="8" y="18"/>
                      <a:pt x="16" y="18"/>
                    </a:cubicBezTo>
                    <a:cubicBezTo>
                      <a:pt x="25" y="18"/>
                      <a:pt x="32" y="14"/>
                      <a:pt x="3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08" name="Freeform 470"/>
              <p:cNvSpPr>
                <a:spLocks/>
              </p:cNvSpPr>
              <p:nvPr/>
            </p:nvSpPr>
            <p:spPr bwMode="auto">
              <a:xfrm>
                <a:off x="3329" y="2574"/>
                <a:ext cx="66" cy="39"/>
              </a:xfrm>
              <a:custGeom>
                <a:avLst/>
                <a:gdLst>
                  <a:gd name="T0" fmla="*/ 32 w 32"/>
                  <a:gd name="T1" fmla="*/ 10 h 19"/>
                  <a:gd name="T2" fmla="*/ 17 w 32"/>
                  <a:gd name="T3" fmla="*/ 0 h 19"/>
                  <a:gd name="T4" fmla="*/ 0 w 32"/>
                  <a:gd name="T5" fmla="*/ 10 h 19"/>
                  <a:gd name="T6" fmla="*/ 16 w 32"/>
                  <a:gd name="T7" fmla="*/ 19 h 19"/>
                  <a:gd name="T8" fmla="*/ 32 w 32"/>
                  <a:gd name="T9" fmla="*/ 10 h 19"/>
                </a:gdLst>
                <a:ahLst/>
                <a:cxnLst>
                  <a:cxn ang="0">
                    <a:pos x="T0" y="T1"/>
                  </a:cxn>
                  <a:cxn ang="0">
                    <a:pos x="T2" y="T3"/>
                  </a:cxn>
                  <a:cxn ang="0">
                    <a:pos x="T4" y="T5"/>
                  </a:cxn>
                  <a:cxn ang="0">
                    <a:pos x="T6" y="T7"/>
                  </a:cxn>
                  <a:cxn ang="0">
                    <a:pos x="T8" y="T9"/>
                  </a:cxn>
                </a:cxnLst>
                <a:rect l="0" t="0" r="r" b="b"/>
                <a:pathLst>
                  <a:path w="32" h="19">
                    <a:moveTo>
                      <a:pt x="32" y="10"/>
                    </a:moveTo>
                    <a:cubicBezTo>
                      <a:pt x="32" y="4"/>
                      <a:pt x="26" y="0"/>
                      <a:pt x="17" y="0"/>
                    </a:cubicBezTo>
                    <a:cubicBezTo>
                      <a:pt x="8" y="0"/>
                      <a:pt x="0" y="4"/>
                      <a:pt x="0" y="10"/>
                    </a:cubicBezTo>
                    <a:cubicBezTo>
                      <a:pt x="0" y="15"/>
                      <a:pt x="7" y="19"/>
                      <a:pt x="16" y="19"/>
                    </a:cubicBezTo>
                    <a:cubicBezTo>
                      <a:pt x="24" y="19"/>
                      <a:pt x="32" y="15"/>
                      <a:pt x="3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09" name="Freeform 471"/>
              <p:cNvSpPr>
                <a:spLocks/>
              </p:cNvSpPr>
              <p:nvPr/>
            </p:nvSpPr>
            <p:spPr bwMode="auto">
              <a:xfrm>
                <a:off x="3410" y="2574"/>
                <a:ext cx="68" cy="39"/>
              </a:xfrm>
              <a:custGeom>
                <a:avLst/>
                <a:gdLst>
                  <a:gd name="T0" fmla="*/ 33 w 33"/>
                  <a:gd name="T1" fmla="*/ 10 h 19"/>
                  <a:gd name="T2" fmla="*/ 17 w 33"/>
                  <a:gd name="T3" fmla="*/ 0 h 19"/>
                  <a:gd name="T4" fmla="*/ 0 w 33"/>
                  <a:gd name="T5" fmla="*/ 10 h 19"/>
                  <a:gd name="T6" fmla="*/ 16 w 33"/>
                  <a:gd name="T7" fmla="*/ 19 h 19"/>
                  <a:gd name="T8" fmla="*/ 33 w 33"/>
                  <a:gd name="T9" fmla="*/ 10 h 19"/>
                </a:gdLst>
                <a:ahLst/>
                <a:cxnLst>
                  <a:cxn ang="0">
                    <a:pos x="T0" y="T1"/>
                  </a:cxn>
                  <a:cxn ang="0">
                    <a:pos x="T2" y="T3"/>
                  </a:cxn>
                  <a:cxn ang="0">
                    <a:pos x="T4" y="T5"/>
                  </a:cxn>
                  <a:cxn ang="0">
                    <a:pos x="T6" y="T7"/>
                  </a:cxn>
                  <a:cxn ang="0">
                    <a:pos x="T8" y="T9"/>
                  </a:cxn>
                </a:cxnLst>
                <a:rect l="0" t="0" r="r" b="b"/>
                <a:pathLst>
                  <a:path w="33" h="19">
                    <a:moveTo>
                      <a:pt x="33" y="10"/>
                    </a:moveTo>
                    <a:cubicBezTo>
                      <a:pt x="33" y="4"/>
                      <a:pt x="26" y="0"/>
                      <a:pt x="17" y="0"/>
                    </a:cubicBezTo>
                    <a:cubicBezTo>
                      <a:pt x="8" y="0"/>
                      <a:pt x="1" y="4"/>
                      <a:pt x="0" y="10"/>
                    </a:cubicBezTo>
                    <a:cubicBezTo>
                      <a:pt x="0" y="15"/>
                      <a:pt x="7" y="19"/>
                      <a:pt x="16" y="19"/>
                    </a:cubicBezTo>
                    <a:cubicBezTo>
                      <a:pt x="25" y="19"/>
                      <a:pt x="32" y="15"/>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10" name="Oval 472"/>
              <p:cNvSpPr>
                <a:spLocks noChangeArrowheads="1"/>
              </p:cNvSpPr>
              <p:nvPr/>
            </p:nvSpPr>
            <p:spPr bwMode="auto">
              <a:xfrm>
                <a:off x="3492" y="2574"/>
                <a:ext cx="66" cy="3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11" name="Oval 473"/>
              <p:cNvSpPr>
                <a:spLocks noChangeArrowheads="1"/>
              </p:cNvSpPr>
              <p:nvPr/>
            </p:nvSpPr>
            <p:spPr bwMode="auto">
              <a:xfrm>
                <a:off x="3573" y="2574"/>
                <a:ext cx="66" cy="3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12" name="Freeform 474"/>
              <p:cNvSpPr>
                <a:spLocks/>
              </p:cNvSpPr>
              <p:nvPr/>
            </p:nvSpPr>
            <p:spPr bwMode="auto">
              <a:xfrm>
                <a:off x="3653" y="2574"/>
                <a:ext cx="68" cy="39"/>
              </a:xfrm>
              <a:custGeom>
                <a:avLst/>
                <a:gdLst>
                  <a:gd name="T0" fmla="*/ 33 w 33"/>
                  <a:gd name="T1" fmla="*/ 10 h 19"/>
                  <a:gd name="T2" fmla="*/ 16 w 33"/>
                  <a:gd name="T3" fmla="*/ 0 h 19"/>
                  <a:gd name="T4" fmla="*/ 0 w 33"/>
                  <a:gd name="T5" fmla="*/ 10 h 19"/>
                  <a:gd name="T6" fmla="*/ 17 w 33"/>
                  <a:gd name="T7" fmla="*/ 19 h 19"/>
                  <a:gd name="T8" fmla="*/ 33 w 33"/>
                  <a:gd name="T9" fmla="*/ 10 h 19"/>
                </a:gdLst>
                <a:ahLst/>
                <a:cxnLst>
                  <a:cxn ang="0">
                    <a:pos x="T0" y="T1"/>
                  </a:cxn>
                  <a:cxn ang="0">
                    <a:pos x="T2" y="T3"/>
                  </a:cxn>
                  <a:cxn ang="0">
                    <a:pos x="T4" y="T5"/>
                  </a:cxn>
                  <a:cxn ang="0">
                    <a:pos x="T6" y="T7"/>
                  </a:cxn>
                  <a:cxn ang="0">
                    <a:pos x="T8" y="T9"/>
                  </a:cxn>
                </a:cxnLst>
                <a:rect l="0" t="0" r="r" b="b"/>
                <a:pathLst>
                  <a:path w="33" h="19">
                    <a:moveTo>
                      <a:pt x="33" y="10"/>
                    </a:moveTo>
                    <a:cubicBezTo>
                      <a:pt x="33" y="4"/>
                      <a:pt x="25" y="0"/>
                      <a:pt x="16" y="0"/>
                    </a:cubicBezTo>
                    <a:cubicBezTo>
                      <a:pt x="8" y="0"/>
                      <a:pt x="0" y="4"/>
                      <a:pt x="0" y="10"/>
                    </a:cubicBezTo>
                    <a:cubicBezTo>
                      <a:pt x="1" y="15"/>
                      <a:pt x="8" y="19"/>
                      <a:pt x="17" y="19"/>
                    </a:cubicBezTo>
                    <a:cubicBezTo>
                      <a:pt x="26" y="19"/>
                      <a:pt x="33" y="15"/>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13" name="Freeform 475"/>
              <p:cNvSpPr>
                <a:spLocks/>
              </p:cNvSpPr>
              <p:nvPr/>
            </p:nvSpPr>
            <p:spPr bwMode="auto">
              <a:xfrm>
                <a:off x="3243" y="2621"/>
                <a:ext cx="70" cy="40"/>
              </a:xfrm>
              <a:custGeom>
                <a:avLst/>
                <a:gdLst>
                  <a:gd name="T0" fmla="*/ 33 w 34"/>
                  <a:gd name="T1" fmla="*/ 10 h 19"/>
                  <a:gd name="T2" fmla="*/ 18 w 34"/>
                  <a:gd name="T3" fmla="*/ 0 h 19"/>
                  <a:gd name="T4" fmla="*/ 1 w 34"/>
                  <a:gd name="T5" fmla="*/ 10 h 19"/>
                  <a:gd name="T6" fmla="*/ 16 w 34"/>
                  <a:gd name="T7" fmla="*/ 19 h 19"/>
                  <a:gd name="T8" fmla="*/ 33 w 34"/>
                  <a:gd name="T9" fmla="*/ 10 h 19"/>
                </a:gdLst>
                <a:ahLst/>
                <a:cxnLst>
                  <a:cxn ang="0">
                    <a:pos x="T0" y="T1"/>
                  </a:cxn>
                  <a:cxn ang="0">
                    <a:pos x="T2" y="T3"/>
                  </a:cxn>
                  <a:cxn ang="0">
                    <a:pos x="T4" y="T5"/>
                  </a:cxn>
                  <a:cxn ang="0">
                    <a:pos x="T6" y="T7"/>
                  </a:cxn>
                  <a:cxn ang="0">
                    <a:pos x="T8" y="T9"/>
                  </a:cxn>
                </a:cxnLst>
                <a:rect l="0" t="0" r="r" b="b"/>
                <a:pathLst>
                  <a:path w="34" h="19">
                    <a:moveTo>
                      <a:pt x="33" y="10"/>
                    </a:moveTo>
                    <a:cubicBezTo>
                      <a:pt x="34" y="4"/>
                      <a:pt x="27" y="0"/>
                      <a:pt x="18" y="0"/>
                    </a:cubicBezTo>
                    <a:cubicBezTo>
                      <a:pt x="9" y="0"/>
                      <a:pt x="1" y="4"/>
                      <a:pt x="1" y="10"/>
                    </a:cubicBezTo>
                    <a:cubicBezTo>
                      <a:pt x="0" y="15"/>
                      <a:pt x="7" y="19"/>
                      <a:pt x="16" y="19"/>
                    </a:cubicBezTo>
                    <a:cubicBezTo>
                      <a:pt x="25" y="19"/>
                      <a:pt x="33" y="15"/>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14" name="Freeform 476"/>
              <p:cNvSpPr>
                <a:spLocks/>
              </p:cNvSpPr>
              <p:nvPr/>
            </p:nvSpPr>
            <p:spPr bwMode="auto">
              <a:xfrm>
                <a:off x="3325" y="2621"/>
                <a:ext cx="68" cy="40"/>
              </a:xfrm>
              <a:custGeom>
                <a:avLst/>
                <a:gdLst>
                  <a:gd name="T0" fmla="*/ 33 w 33"/>
                  <a:gd name="T1" fmla="*/ 10 h 19"/>
                  <a:gd name="T2" fmla="*/ 17 w 33"/>
                  <a:gd name="T3" fmla="*/ 0 h 19"/>
                  <a:gd name="T4" fmla="*/ 0 w 33"/>
                  <a:gd name="T5" fmla="*/ 10 h 19"/>
                  <a:gd name="T6" fmla="*/ 16 w 33"/>
                  <a:gd name="T7" fmla="*/ 19 h 19"/>
                  <a:gd name="T8" fmla="*/ 33 w 33"/>
                  <a:gd name="T9" fmla="*/ 10 h 19"/>
                </a:gdLst>
                <a:ahLst/>
                <a:cxnLst>
                  <a:cxn ang="0">
                    <a:pos x="T0" y="T1"/>
                  </a:cxn>
                  <a:cxn ang="0">
                    <a:pos x="T2" y="T3"/>
                  </a:cxn>
                  <a:cxn ang="0">
                    <a:pos x="T4" y="T5"/>
                  </a:cxn>
                  <a:cxn ang="0">
                    <a:pos x="T6" y="T7"/>
                  </a:cxn>
                  <a:cxn ang="0">
                    <a:pos x="T8" y="T9"/>
                  </a:cxn>
                </a:cxnLst>
                <a:rect l="0" t="0" r="r" b="b"/>
                <a:pathLst>
                  <a:path w="33" h="19">
                    <a:moveTo>
                      <a:pt x="33" y="10"/>
                    </a:moveTo>
                    <a:cubicBezTo>
                      <a:pt x="33" y="4"/>
                      <a:pt x="26" y="0"/>
                      <a:pt x="17" y="0"/>
                    </a:cubicBezTo>
                    <a:cubicBezTo>
                      <a:pt x="8" y="0"/>
                      <a:pt x="1" y="4"/>
                      <a:pt x="0" y="10"/>
                    </a:cubicBezTo>
                    <a:cubicBezTo>
                      <a:pt x="0" y="15"/>
                      <a:pt x="7" y="19"/>
                      <a:pt x="16" y="19"/>
                    </a:cubicBezTo>
                    <a:cubicBezTo>
                      <a:pt x="25" y="19"/>
                      <a:pt x="33" y="15"/>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15" name="Freeform 477"/>
              <p:cNvSpPr>
                <a:spLocks/>
              </p:cNvSpPr>
              <p:nvPr/>
            </p:nvSpPr>
            <p:spPr bwMode="auto">
              <a:xfrm>
                <a:off x="3408" y="2621"/>
                <a:ext cx="68" cy="40"/>
              </a:xfrm>
              <a:custGeom>
                <a:avLst/>
                <a:gdLst>
                  <a:gd name="T0" fmla="*/ 33 w 33"/>
                  <a:gd name="T1" fmla="*/ 10 h 19"/>
                  <a:gd name="T2" fmla="*/ 17 w 33"/>
                  <a:gd name="T3" fmla="*/ 0 h 19"/>
                  <a:gd name="T4" fmla="*/ 0 w 33"/>
                  <a:gd name="T5" fmla="*/ 10 h 19"/>
                  <a:gd name="T6" fmla="*/ 16 w 33"/>
                  <a:gd name="T7" fmla="*/ 19 h 19"/>
                  <a:gd name="T8" fmla="*/ 33 w 33"/>
                  <a:gd name="T9" fmla="*/ 10 h 19"/>
                </a:gdLst>
                <a:ahLst/>
                <a:cxnLst>
                  <a:cxn ang="0">
                    <a:pos x="T0" y="T1"/>
                  </a:cxn>
                  <a:cxn ang="0">
                    <a:pos x="T2" y="T3"/>
                  </a:cxn>
                  <a:cxn ang="0">
                    <a:pos x="T4" y="T5"/>
                  </a:cxn>
                  <a:cxn ang="0">
                    <a:pos x="T6" y="T7"/>
                  </a:cxn>
                  <a:cxn ang="0">
                    <a:pos x="T8" y="T9"/>
                  </a:cxn>
                </a:cxnLst>
                <a:rect l="0" t="0" r="r" b="b"/>
                <a:pathLst>
                  <a:path w="33" h="19">
                    <a:moveTo>
                      <a:pt x="33" y="10"/>
                    </a:moveTo>
                    <a:cubicBezTo>
                      <a:pt x="33" y="4"/>
                      <a:pt x="26" y="0"/>
                      <a:pt x="17" y="0"/>
                    </a:cubicBezTo>
                    <a:cubicBezTo>
                      <a:pt x="8" y="0"/>
                      <a:pt x="1" y="4"/>
                      <a:pt x="0" y="10"/>
                    </a:cubicBezTo>
                    <a:cubicBezTo>
                      <a:pt x="0" y="15"/>
                      <a:pt x="7" y="19"/>
                      <a:pt x="16" y="19"/>
                    </a:cubicBezTo>
                    <a:cubicBezTo>
                      <a:pt x="25" y="19"/>
                      <a:pt x="33" y="15"/>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16" name="Freeform 478"/>
              <p:cNvSpPr>
                <a:spLocks/>
              </p:cNvSpPr>
              <p:nvPr/>
            </p:nvSpPr>
            <p:spPr bwMode="auto">
              <a:xfrm>
                <a:off x="3490" y="2621"/>
                <a:ext cx="68" cy="40"/>
              </a:xfrm>
              <a:custGeom>
                <a:avLst/>
                <a:gdLst>
                  <a:gd name="T0" fmla="*/ 32 w 33"/>
                  <a:gd name="T1" fmla="*/ 10 h 19"/>
                  <a:gd name="T2" fmla="*/ 16 w 33"/>
                  <a:gd name="T3" fmla="*/ 0 h 19"/>
                  <a:gd name="T4" fmla="*/ 0 w 33"/>
                  <a:gd name="T5" fmla="*/ 10 h 19"/>
                  <a:gd name="T6" fmla="*/ 16 w 33"/>
                  <a:gd name="T7" fmla="*/ 19 h 19"/>
                  <a:gd name="T8" fmla="*/ 32 w 33"/>
                  <a:gd name="T9" fmla="*/ 10 h 19"/>
                </a:gdLst>
                <a:ahLst/>
                <a:cxnLst>
                  <a:cxn ang="0">
                    <a:pos x="T0" y="T1"/>
                  </a:cxn>
                  <a:cxn ang="0">
                    <a:pos x="T2" y="T3"/>
                  </a:cxn>
                  <a:cxn ang="0">
                    <a:pos x="T4" y="T5"/>
                  </a:cxn>
                  <a:cxn ang="0">
                    <a:pos x="T6" y="T7"/>
                  </a:cxn>
                  <a:cxn ang="0">
                    <a:pos x="T8" y="T9"/>
                  </a:cxn>
                </a:cxnLst>
                <a:rect l="0" t="0" r="r" b="b"/>
                <a:pathLst>
                  <a:path w="33" h="19">
                    <a:moveTo>
                      <a:pt x="32" y="10"/>
                    </a:moveTo>
                    <a:cubicBezTo>
                      <a:pt x="33" y="4"/>
                      <a:pt x="25" y="0"/>
                      <a:pt x="16" y="0"/>
                    </a:cubicBezTo>
                    <a:cubicBezTo>
                      <a:pt x="8" y="0"/>
                      <a:pt x="0" y="4"/>
                      <a:pt x="0" y="10"/>
                    </a:cubicBezTo>
                    <a:cubicBezTo>
                      <a:pt x="0" y="15"/>
                      <a:pt x="7" y="19"/>
                      <a:pt x="16" y="19"/>
                    </a:cubicBezTo>
                    <a:cubicBezTo>
                      <a:pt x="25" y="19"/>
                      <a:pt x="32" y="15"/>
                      <a:pt x="3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17" name="Oval 479"/>
              <p:cNvSpPr>
                <a:spLocks noChangeArrowheads="1"/>
              </p:cNvSpPr>
              <p:nvPr/>
            </p:nvSpPr>
            <p:spPr bwMode="auto">
              <a:xfrm>
                <a:off x="3573" y="2621"/>
                <a:ext cx="66" cy="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18" name="Oval 480"/>
              <p:cNvSpPr>
                <a:spLocks noChangeArrowheads="1"/>
              </p:cNvSpPr>
              <p:nvPr/>
            </p:nvSpPr>
            <p:spPr bwMode="auto">
              <a:xfrm>
                <a:off x="3655" y="2621"/>
                <a:ext cx="66" cy="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19" name="Freeform 481"/>
              <p:cNvSpPr>
                <a:spLocks/>
              </p:cNvSpPr>
              <p:nvPr/>
            </p:nvSpPr>
            <p:spPr bwMode="auto">
              <a:xfrm>
                <a:off x="3736" y="2621"/>
                <a:ext cx="68" cy="40"/>
              </a:xfrm>
              <a:custGeom>
                <a:avLst/>
                <a:gdLst>
                  <a:gd name="T0" fmla="*/ 33 w 33"/>
                  <a:gd name="T1" fmla="*/ 10 h 19"/>
                  <a:gd name="T2" fmla="*/ 16 w 33"/>
                  <a:gd name="T3" fmla="*/ 0 h 19"/>
                  <a:gd name="T4" fmla="*/ 0 w 33"/>
                  <a:gd name="T5" fmla="*/ 10 h 19"/>
                  <a:gd name="T6" fmla="*/ 17 w 33"/>
                  <a:gd name="T7" fmla="*/ 19 h 19"/>
                  <a:gd name="T8" fmla="*/ 33 w 33"/>
                  <a:gd name="T9" fmla="*/ 10 h 19"/>
                </a:gdLst>
                <a:ahLst/>
                <a:cxnLst>
                  <a:cxn ang="0">
                    <a:pos x="T0" y="T1"/>
                  </a:cxn>
                  <a:cxn ang="0">
                    <a:pos x="T2" y="T3"/>
                  </a:cxn>
                  <a:cxn ang="0">
                    <a:pos x="T4" y="T5"/>
                  </a:cxn>
                  <a:cxn ang="0">
                    <a:pos x="T6" y="T7"/>
                  </a:cxn>
                  <a:cxn ang="0">
                    <a:pos x="T8" y="T9"/>
                  </a:cxn>
                </a:cxnLst>
                <a:rect l="0" t="0" r="r" b="b"/>
                <a:pathLst>
                  <a:path w="33" h="19">
                    <a:moveTo>
                      <a:pt x="33" y="10"/>
                    </a:moveTo>
                    <a:cubicBezTo>
                      <a:pt x="33" y="4"/>
                      <a:pt x="25" y="0"/>
                      <a:pt x="16" y="0"/>
                    </a:cubicBezTo>
                    <a:cubicBezTo>
                      <a:pt x="7" y="0"/>
                      <a:pt x="0" y="4"/>
                      <a:pt x="0" y="10"/>
                    </a:cubicBezTo>
                    <a:cubicBezTo>
                      <a:pt x="0" y="15"/>
                      <a:pt x="8" y="19"/>
                      <a:pt x="17" y="19"/>
                    </a:cubicBezTo>
                    <a:cubicBezTo>
                      <a:pt x="26" y="19"/>
                      <a:pt x="33" y="15"/>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20" name="Freeform 482"/>
              <p:cNvSpPr>
                <a:spLocks/>
              </p:cNvSpPr>
              <p:nvPr/>
            </p:nvSpPr>
            <p:spPr bwMode="auto">
              <a:xfrm>
                <a:off x="3818" y="2621"/>
                <a:ext cx="68" cy="40"/>
              </a:xfrm>
              <a:custGeom>
                <a:avLst/>
                <a:gdLst>
                  <a:gd name="T0" fmla="*/ 32 w 33"/>
                  <a:gd name="T1" fmla="*/ 10 h 19"/>
                  <a:gd name="T2" fmla="*/ 16 w 33"/>
                  <a:gd name="T3" fmla="*/ 0 h 19"/>
                  <a:gd name="T4" fmla="*/ 0 w 33"/>
                  <a:gd name="T5" fmla="*/ 10 h 19"/>
                  <a:gd name="T6" fmla="*/ 17 w 33"/>
                  <a:gd name="T7" fmla="*/ 19 h 19"/>
                  <a:gd name="T8" fmla="*/ 32 w 33"/>
                  <a:gd name="T9" fmla="*/ 10 h 19"/>
                </a:gdLst>
                <a:ahLst/>
                <a:cxnLst>
                  <a:cxn ang="0">
                    <a:pos x="T0" y="T1"/>
                  </a:cxn>
                  <a:cxn ang="0">
                    <a:pos x="T2" y="T3"/>
                  </a:cxn>
                  <a:cxn ang="0">
                    <a:pos x="T4" y="T5"/>
                  </a:cxn>
                  <a:cxn ang="0">
                    <a:pos x="T6" y="T7"/>
                  </a:cxn>
                  <a:cxn ang="0">
                    <a:pos x="T8" y="T9"/>
                  </a:cxn>
                </a:cxnLst>
                <a:rect l="0" t="0" r="r" b="b"/>
                <a:pathLst>
                  <a:path w="33" h="19">
                    <a:moveTo>
                      <a:pt x="32" y="10"/>
                    </a:moveTo>
                    <a:cubicBezTo>
                      <a:pt x="32" y="4"/>
                      <a:pt x="25" y="0"/>
                      <a:pt x="16" y="0"/>
                    </a:cubicBezTo>
                    <a:cubicBezTo>
                      <a:pt x="7" y="0"/>
                      <a:pt x="0" y="4"/>
                      <a:pt x="0" y="10"/>
                    </a:cubicBezTo>
                    <a:cubicBezTo>
                      <a:pt x="0" y="15"/>
                      <a:pt x="8" y="19"/>
                      <a:pt x="17" y="19"/>
                    </a:cubicBezTo>
                    <a:cubicBezTo>
                      <a:pt x="26" y="19"/>
                      <a:pt x="33" y="15"/>
                      <a:pt x="3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21" name="Freeform 483"/>
              <p:cNvSpPr>
                <a:spLocks/>
              </p:cNvSpPr>
              <p:nvPr/>
            </p:nvSpPr>
            <p:spPr bwMode="auto">
              <a:xfrm>
                <a:off x="3901" y="2621"/>
                <a:ext cx="68" cy="40"/>
              </a:xfrm>
              <a:custGeom>
                <a:avLst/>
                <a:gdLst>
                  <a:gd name="T0" fmla="*/ 32 w 33"/>
                  <a:gd name="T1" fmla="*/ 10 h 19"/>
                  <a:gd name="T2" fmla="*/ 15 w 33"/>
                  <a:gd name="T3" fmla="*/ 0 h 19"/>
                  <a:gd name="T4" fmla="*/ 0 w 33"/>
                  <a:gd name="T5" fmla="*/ 10 h 19"/>
                  <a:gd name="T6" fmla="*/ 17 w 33"/>
                  <a:gd name="T7" fmla="*/ 19 h 19"/>
                  <a:gd name="T8" fmla="*/ 32 w 33"/>
                  <a:gd name="T9" fmla="*/ 10 h 19"/>
                </a:gdLst>
                <a:ahLst/>
                <a:cxnLst>
                  <a:cxn ang="0">
                    <a:pos x="T0" y="T1"/>
                  </a:cxn>
                  <a:cxn ang="0">
                    <a:pos x="T2" y="T3"/>
                  </a:cxn>
                  <a:cxn ang="0">
                    <a:pos x="T4" y="T5"/>
                  </a:cxn>
                  <a:cxn ang="0">
                    <a:pos x="T6" y="T7"/>
                  </a:cxn>
                  <a:cxn ang="0">
                    <a:pos x="T8" y="T9"/>
                  </a:cxn>
                </a:cxnLst>
                <a:rect l="0" t="0" r="r" b="b"/>
                <a:pathLst>
                  <a:path w="33" h="19">
                    <a:moveTo>
                      <a:pt x="32" y="10"/>
                    </a:moveTo>
                    <a:cubicBezTo>
                      <a:pt x="32" y="4"/>
                      <a:pt x="24" y="0"/>
                      <a:pt x="15" y="0"/>
                    </a:cubicBezTo>
                    <a:cubicBezTo>
                      <a:pt x="7" y="0"/>
                      <a:pt x="0" y="4"/>
                      <a:pt x="0" y="10"/>
                    </a:cubicBezTo>
                    <a:cubicBezTo>
                      <a:pt x="0" y="15"/>
                      <a:pt x="8" y="19"/>
                      <a:pt x="17" y="19"/>
                    </a:cubicBezTo>
                    <a:cubicBezTo>
                      <a:pt x="26" y="19"/>
                      <a:pt x="33" y="15"/>
                      <a:pt x="3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22" name="Freeform 484"/>
              <p:cNvSpPr>
                <a:spLocks/>
              </p:cNvSpPr>
              <p:nvPr/>
            </p:nvSpPr>
            <p:spPr bwMode="auto">
              <a:xfrm>
                <a:off x="3981" y="2621"/>
                <a:ext cx="68" cy="40"/>
              </a:xfrm>
              <a:custGeom>
                <a:avLst/>
                <a:gdLst>
                  <a:gd name="T0" fmla="*/ 33 w 33"/>
                  <a:gd name="T1" fmla="*/ 10 h 19"/>
                  <a:gd name="T2" fmla="*/ 16 w 33"/>
                  <a:gd name="T3" fmla="*/ 0 h 19"/>
                  <a:gd name="T4" fmla="*/ 1 w 33"/>
                  <a:gd name="T5" fmla="*/ 10 h 19"/>
                  <a:gd name="T6" fmla="*/ 18 w 33"/>
                  <a:gd name="T7" fmla="*/ 19 h 19"/>
                  <a:gd name="T8" fmla="*/ 33 w 33"/>
                  <a:gd name="T9" fmla="*/ 10 h 19"/>
                </a:gdLst>
                <a:ahLst/>
                <a:cxnLst>
                  <a:cxn ang="0">
                    <a:pos x="T0" y="T1"/>
                  </a:cxn>
                  <a:cxn ang="0">
                    <a:pos x="T2" y="T3"/>
                  </a:cxn>
                  <a:cxn ang="0">
                    <a:pos x="T4" y="T5"/>
                  </a:cxn>
                  <a:cxn ang="0">
                    <a:pos x="T6" y="T7"/>
                  </a:cxn>
                  <a:cxn ang="0">
                    <a:pos x="T8" y="T9"/>
                  </a:cxn>
                </a:cxnLst>
                <a:rect l="0" t="0" r="r" b="b"/>
                <a:pathLst>
                  <a:path w="33" h="19">
                    <a:moveTo>
                      <a:pt x="33" y="10"/>
                    </a:moveTo>
                    <a:cubicBezTo>
                      <a:pt x="33" y="4"/>
                      <a:pt x="25" y="0"/>
                      <a:pt x="16" y="0"/>
                    </a:cubicBezTo>
                    <a:cubicBezTo>
                      <a:pt x="7" y="0"/>
                      <a:pt x="0" y="4"/>
                      <a:pt x="1" y="10"/>
                    </a:cubicBezTo>
                    <a:cubicBezTo>
                      <a:pt x="1" y="15"/>
                      <a:pt x="9" y="19"/>
                      <a:pt x="18" y="19"/>
                    </a:cubicBezTo>
                    <a:cubicBezTo>
                      <a:pt x="27" y="19"/>
                      <a:pt x="33" y="15"/>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23" name="Freeform 485"/>
              <p:cNvSpPr>
                <a:spLocks/>
              </p:cNvSpPr>
              <p:nvPr/>
            </p:nvSpPr>
            <p:spPr bwMode="auto">
              <a:xfrm>
                <a:off x="4064" y="2621"/>
                <a:ext cx="68" cy="40"/>
              </a:xfrm>
              <a:custGeom>
                <a:avLst/>
                <a:gdLst>
                  <a:gd name="T0" fmla="*/ 33 w 33"/>
                  <a:gd name="T1" fmla="*/ 10 h 19"/>
                  <a:gd name="T2" fmla="*/ 16 w 33"/>
                  <a:gd name="T3" fmla="*/ 0 h 19"/>
                  <a:gd name="T4" fmla="*/ 0 w 33"/>
                  <a:gd name="T5" fmla="*/ 10 h 19"/>
                  <a:gd name="T6" fmla="*/ 17 w 33"/>
                  <a:gd name="T7" fmla="*/ 19 h 19"/>
                  <a:gd name="T8" fmla="*/ 33 w 33"/>
                  <a:gd name="T9" fmla="*/ 10 h 19"/>
                </a:gdLst>
                <a:ahLst/>
                <a:cxnLst>
                  <a:cxn ang="0">
                    <a:pos x="T0" y="T1"/>
                  </a:cxn>
                  <a:cxn ang="0">
                    <a:pos x="T2" y="T3"/>
                  </a:cxn>
                  <a:cxn ang="0">
                    <a:pos x="T4" y="T5"/>
                  </a:cxn>
                  <a:cxn ang="0">
                    <a:pos x="T6" y="T7"/>
                  </a:cxn>
                  <a:cxn ang="0">
                    <a:pos x="T8" y="T9"/>
                  </a:cxn>
                </a:cxnLst>
                <a:rect l="0" t="0" r="r" b="b"/>
                <a:pathLst>
                  <a:path w="33" h="19">
                    <a:moveTo>
                      <a:pt x="33" y="10"/>
                    </a:moveTo>
                    <a:cubicBezTo>
                      <a:pt x="32" y="4"/>
                      <a:pt x="25" y="0"/>
                      <a:pt x="16" y="0"/>
                    </a:cubicBezTo>
                    <a:cubicBezTo>
                      <a:pt x="7" y="0"/>
                      <a:pt x="0" y="4"/>
                      <a:pt x="0" y="10"/>
                    </a:cubicBezTo>
                    <a:cubicBezTo>
                      <a:pt x="1" y="15"/>
                      <a:pt x="8" y="19"/>
                      <a:pt x="17" y="19"/>
                    </a:cubicBezTo>
                    <a:cubicBezTo>
                      <a:pt x="26" y="19"/>
                      <a:pt x="33" y="15"/>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24" name="Freeform 486"/>
              <p:cNvSpPr>
                <a:spLocks/>
              </p:cNvSpPr>
              <p:nvPr/>
            </p:nvSpPr>
            <p:spPr bwMode="auto">
              <a:xfrm>
                <a:off x="3156" y="2669"/>
                <a:ext cx="70" cy="41"/>
              </a:xfrm>
              <a:custGeom>
                <a:avLst/>
                <a:gdLst>
                  <a:gd name="T0" fmla="*/ 33 w 34"/>
                  <a:gd name="T1" fmla="*/ 10 h 20"/>
                  <a:gd name="T2" fmla="*/ 18 w 34"/>
                  <a:gd name="T3" fmla="*/ 0 h 20"/>
                  <a:gd name="T4" fmla="*/ 1 w 34"/>
                  <a:gd name="T5" fmla="*/ 10 h 20"/>
                  <a:gd name="T6" fmla="*/ 16 w 34"/>
                  <a:gd name="T7" fmla="*/ 20 h 20"/>
                  <a:gd name="T8" fmla="*/ 33 w 34"/>
                  <a:gd name="T9" fmla="*/ 10 h 20"/>
                </a:gdLst>
                <a:ahLst/>
                <a:cxnLst>
                  <a:cxn ang="0">
                    <a:pos x="T0" y="T1"/>
                  </a:cxn>
                  <a:cxn ang="0">
                    <a:pos x="T2" y="T3"/>
                  </a:cxn>
                  <a:cxn ang="0">
                    <a:pos x="T4" y="T5"/>
                  </a:cxn>
                  <a:cxn ang="0">
                    <a:pos x="T6" y="T7"/>
                  </a:cxn>
                  <a:cxn ang="0">
                    <a:pos x="T8" y="T9"/>
                  </a:cxn>
                </a:cxnLst>
                <a:rect l="0" t="0" r="r" b="b"/>
                <a:pathLst>
                  <a:path w="34" h="20">
                    <a:moveTo>
                      <a:pt x="33" y="10"/>
                    </a:moveTo>
                    <a:cubicBezTo>
                      <a:pt x="34" y="5"/>
                      <a:pt x="27" y="0"/>
                      <a:pt x="18" y="0"/>
                    </a:cubicBezTo>
                    <a:cubicBezTo>
                      <a:pt x="9" y="0"/>
                      <a:pt x="1" y="5"/>
                      <a:pt x="1" y="10"/>
                    </a:cubicBezTo>
                    <a:cubicBezTo>
                      <a:pt x="0" y="16"/>
                      <a:pt x="7" y="20"/>
                      <a:pt x="16" y="20"/>
                    </a:cubicBezTo>
                    <a:cubicBezTo>
                      <a:pt x="25" y="20"/>
                      <a:pt x="33" y="16"/>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25" name="Freeform 487"/>
              <p:cNvSpPr>
                <a:spLocks/>
              </p:cNvSpPr>
              <p:nvPr/>
            </p:nvSpPr>
            <p:spPr bwMode="auto">
              <a:xfrm>
                <a:off x="3239" y="2669"/>
                <a:ext cx="70" cy="41"/>
              </a:xfrm>
              <a:custGeom>
                <a:avLst/>
                <a:gdLst>
                  <a:gd name="T0" fmla="*/ 34 w 34"/>
                  <a:gd name="T1" fmla="*/ 10 h 20"/>
                  <a:gd name="T2" fmla="*/ 18 w 34"/>
                  <a:gd name="T3" fmla="*/ 0 h 20"/>
                  <a:gd name="T4" fmla="*/ 1 w 34"/>
                  <a:gd name="T5" fmla="*/ 10 h 20"/>
                  <a:gd name="T6" fmla="*/ 16 w 34"/>
                  <a:gd name="T7" fmla="*/ 20 h 20"/>
                  <a:gd name="T8" fmla="*/ 34 w 34"/>
                  <a:gd name="T9" fmla="*/ 10 h 20"/>
                </a:gdLst>
                <a:ahLst/>
                <a:cxnLst>
                  <a:cxn ang="0">
                    <a:pos x="T0" y="T1"/>
                  </a:cxn>
                  <a:cxn ang="0">
                    <a:pos x="T2" y="T3"/>
                  </a:cxn>
                  <a:cxn ang="0">
                    <a:pos x="T4" y="T5"/>
                  </a:cxn>
                  <a:cxn ang="0">
                    <a:pos x="T6" y="T7"/>
                  </a:cxn>
                  <a:cxn ang="0">
                    <a:pos x="T8" y="T9"/>
                  </a:cxn>
                </a:cxnLst>
                <a:rect l="0" t="0" r="r" b="b"/>
                <a:pathLst>
                  <a:path w="34" h="20">
                    <a:moveTo>
                      <a:pt x="34" y="10"/>
                    </a:moveTo>
                    <a:cubicBezTo>
                      <a:pt x="34" y="5"/>
                      <a:pt x="27" y="0"/>
                      <a:pt x="18" y="0"/>
                    </a:cubicBezTo>
                    <a:cubicBezTo>
                      <a:pt x="9" y="0"/>
                      <a:pt x="1" y="5"/>
                      <a:pt x="1" y="10"/>
                    </a:cubicBezTo>
                    <a:cubicBezTo>
                      <a:pt x="0" y="16"/>
                      <a:pt x="7" y="20"/>
                      <a:pt x="16" y="20"/>
                    </a:cubicBezTo>
                    <a:cubicBezTo>
                      <a:pt x="25" y="20"/>
                      <a:pt x="33"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26" name="Freeform 488"/>
              <p:cNvSpPr>
                <a:spLocks/>
              </p:cNvSpPr>
              <p:nvPr/>
            </p:nvSpPr>
            <p:spPr bwMode="auto">
              <a:xfrm>
                <a:off x="3323" y="2669"/>
                <a:ext cx="68" cy="41"/>
              </a:xfrm>
              <a:custGeom>
                <a:avLst/>
                <a:gdLst>
                  <a:gd name="T0" fmla="*/ 33 w 33"/>
                  <a:gd name="T1" fmla="*/ 10 h 20"/>
                  <a:gd name="T2" fmla="*/ 17 w 33"/>
                  <a:gd name="T3" fmla="*/ 0 h 20"/>
                  <a:gd name="T4" fmla="*/ 0 w 33"/>
                  <a:gd name="T5" fmla="*/ 10 h 20"/>
                  <a:gd name="T6" fmla="*/ 16 w 33"/>
                  <a:gd name="T7" fmla="*/ 20 h 20"/>
                  <a:gd name="T8" fmla="*/ 33 w 33"/>
                  <a:gd name="T9" fmla="*/ 10 h 20"/>
                </a:gdLst>
                <a:ahLst/>
                <a:cxnLst>
                  <a:cxn ang="0">
                    <a:pos x="T0" y="T1"/>
                  </a:cxn>
                  <a:cxn ang="0">
                    <a:pos x="T2" y="T3"/>
                  </a:cxn>
                  <a:cxn ang="0">
                    <a:pos x="T4" y="T5"/>
                  </a:cxn>
                  <a:cxn ang="0">
                    <a:pos x="T6" y="T7"/>
                  </a:cxn>
                  <a:cxn ang="0">
                    <a:pos x="T8" y="T9"/>
                  </a:cxn>
                </a:cxnLst>
                <a:rect l="0" t="0" r="r" b="b"/>
                <a:pathLst>
                  <a:path w="33" h="20">
                    <a:moveTo>
                      <a:pt x="33" y="10"/>
                    </a:moveTo>
                    <a:cubicBezTo>
                      <a:pt x="33" y="5"/>
                      <a:pt x="26" y="0"/>
                      <a:pt x="17" y="0"/>
                    </a:cubicBezTo>
                    <a:cubicBezTo>
                      <a:pt x="8" y="0"/>
                      <a:pt x="0" y="5"/>
                      <a:pt x="0" y="10"/>
                    </a:cubicBezTo>
                    <a:cubicBezTo>
                      <a:pt x="0" y="16"/>
                      <a:pt x="7" y="20"/>
                      <a:pt x="16" y="20"/>
                    </a:cubicBezTo>
                    <a:cubicBezTo>
                      <a:pt x="25" y="20"/>
                      <a:pt x="32" y="16"/>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27" name="Freeform 489"/>
              <p:cNvSpPr>
                <a:spLocks/>
              </p:cNvSpPr>
              <p:nvPr/>
            </p:nvSpPr>
            <p:spPr bwMode="auto">
              <a:xfrm>
                <a:off x="3406" y="2669"/>
                <a:ext cx="68" cy="41"/>
              </a:xfrm>
              <a:custGeom>
                <a:avLst/>
                <a:gdLst>
                  <a:gd name="T0" fmla="*/ 33 w 33"/>
                  <a:gd name="T1" fmla="*/ 10 h 20"/>
                  <a:gd name="T2" fmla="*/ 17 w 33"/>
                  <a:gd name="T3" fmla="*/ 0 h 20"/>
                  <a:gd name="T4" fmla="*/ 0 w 33"/>
                  <a:gd name="T5" fmla="*/ 10 h 20"/>
                  <a:gd name="T6" fmla="*/ 16 w 33"/>
                  <a:gd name="T7" fmla="*/ 20 h 20"/>
                  <a:gd name="T8" fmla="*/ 33 w 33"/>
                  <a:gd name="T9" fmla="*/ 10 h 20"/>
                </a:gdLst>
                <a:ahLst/>
                <a:cxnLst>
                  <a:cxn ang="0">
                    <a:pos x="T0" y="T1"/>
                  </a:cxn>
                  <a:cxn ang="0">
                    <a:pos x="T2" y="T3"/>
                  </a:cxn>
                  <a:cxn ang="0">
                    <a:pos x="T4" y="T5"/>
                  </a:cxn>
                  <a:cxn ang="0">
                    <a:pos x="T6" y="T7"/>
                  </a:cxn>
                  <a:cxn ang="0">
                    <a:pos x="T8" y="T9"/>
                  </a:cxn>
                </a:cxnLst>
                <a:rect l="0" t="0" r="r" b="b"/>
                <a:pathLst>
                  <a:path w="33" h="20">
                    <a:moveTo>
                      <a:pt x="33" y="10"/>
                    </a:moveTo>
                    <a:cubicBezTo>
                      <a:pt x="33" y="5"/>
                      <a:pt x="26" y="0"/>
                      <a:pt x="17" y="0"/>
                    </a:cubicBezTo>
                    <a:cubicBezTo>
                      <a:pt x="8" y="0"/>
                      <a:pt x="0" y="5"/>
                      <a:pt x="0" y="10"/>
                    </a:cubicBezTo>
                    <a:cubicBezTo>
                      <a:pt x="0" y="16"/>
                      <a:pt x="7" y="20"/>
                      <a:pt x="16" y="20"/>
                    </a:cubicBezTo>
                    <a:cubicBezTo>
                      <a:pt x="25" y="20"/>
                      <a:pt x="33" y="16"/>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28" name="Freeform 490"/>
              <p:cNvSpPr>
                <a:spLocks/>
              </p:cNvSpPr>
              <p:nvPr/>
            </p:nvSpPr>
            <p:spPr bwMode="auto">
              <a:xfrm>
                <a:off x="3488" y="2669"/>
                <a:ext cx="68" cy="41"/>
              </a:xfrm>
              <a:custGeom>
                <a:avLst/>
                <a:gdLst>
                  <a:gd name="T0" fmla="*/ 33 w 33"/>
                  <a:gd name="T1" fmla="*/ 10 h 20"/>
                  <a:gd name="T2" fmla="*/ 17 w 33"/>
                  <a:gd name="T3" fmla="*/ 0 h 20"/>
                  <a:gd name="T4" fmla="*/ 0 w 33"/>
                  <a:gd name="T5" fmla="*/ 10 h 20"/>
                  <a:gd name="T6" fmla="*/ 16 w 33"/>
                  <a:gd name="T7" fmla="*/ 20 h 20"/>
                  <a:gd name="T8" fmla="*/ 33 w 33"/>
                  <a:gd name="T9" fmla="*/ 10 h 20"/>
                </a:gdLst>
                <a:ahLst/>
                <a:cxnLst>
                  <a:cxn ang="0">
                    <a:pos x="T0" y="T1"/>
                  </a:cxn>
                  <a:cxn ang="0">
                    <a:pos x="T2" y="T3"/>
                  </a:cxn>
                  <a:cxn ang="0">
                    <a:pos x="T4" y="T5"/>
                  </a:cxn>
                  <a:cxn ang="0">
                    <a:pos x="T6" y="T7"/>
                  </a:cxn>
                  <a:cxn ang="0">
                    <a:pos x="T8" y="T9"/>
                  </a:cxn>
                </a:cxnLst>
                <a:rect l="0" t="0" r="r" b="b"/>
                <a:pathLst>
                  <a:path w="33" h="20">
                    <a:moveTo>
                      <a:pt x="33" y="10"/>
                    </a:moveTo>
                    <a:cubicBezTo>
                      <a:pt x="33" y="5"/>
                      <a:pt x="26" y="0"/>
                      <a:pt x="17" y="0"/>
                    </a:cubicBezTo>
                    <a:cubicBezTo>
                      <a:pt x="8" y="0"/>
                      <a:pt x="0" y="5"/>
                      <a:pt x="0" y="10"/>
                    </a:cubicBezTo>
                    <a:cubicBezTo>
                      <a:pt x="0" y="16"/>
                      <a:pt x="7" y="20"/>
                      <a:pt x="16" y="20"/>
                    </a:cubicBezTo>
                    <a:cubicBezTo>
                      <a:pt x="25" y="20"/>
                      <a:pt x="33" y="16"/>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29" name="Oval 491"/>
              <p:cNvSpPr>
                <a:spLocks noChangeArrowheads="1"/>
              </p:cNvSpPr>
              <p:nvPr/>
            </p:nvSpPr>
            <p:spPr bwMode="auto">
              <a:xfrm>
                <a:off x="3571" y="2669"/>
                <a:ext cx="68" cy="4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30" name="Oval 492"/>
              <p:cNvSpPr>
                <a:spLocks noChangeArrowheads="1"/>
              </p:cNvSpPr>
              <p:nvPr/>
            </p:nvSpPr>
            <p:spPr bwMode="auto">
              <a:xfrm>
                <a:off x="3655" y="2669"/>
                <a:ext cx="66" cy="4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31" name="Freeform 493"/>
              <p:cNvSpPr>
                <a:spLocks/>
              </p:cNvSpPr>
              <p:nvPr/>
            </p:nvSpPr>
            <p:spPr bwMode="auto">
              <a:xfrm>
                <a:off x="3738" y="2669"/>
                <a:ext cx="68" cy="41"/>
              </a:xfrm>
              <a:custGeom>
                <a:avLst/>
                <a:gdLst>
                  <a:gd name="T0" fmla="*/ 33 w 33"/>
                  <a:gd name="T1" fmla="*/ 10 h 20"/>
                  <a:gd name="T2" fmla="*/ 16 w 33"/>
                  <a:gd name="T3" fmla="*/ 0 h 20"/>
                  <a:gd name="T4" fmla="*/ 0 w 33"/>
                  <a:gd name="T5" fmla="*/ 10 h 20"/>
                  <a:gd name="T6" fmla="*/ 16 w 33"/>
                  <a:gd name="T7" fmla="*/ 20 h 20"/>
                  <a:gd name="T8" fmla="*/ 33 w 33"/>
                  <a:gd name="T9" fmla="*/ 10 h 20"/>
                </a:gdLst>
                <a:ahLst/>
                <a:cxnLst>
                  <a:cxn ang="0">
                    <a:pos x="T0" y="T1"/>
                  </a:cxn>
                  <a:cxn ang="0">
                    <a:pos x="T2" y="T3"/>
                  </a:cxn>
                  <a:cxn ang="0">
                    <a:pos x="T4" y="T5"/>
                  </a:cxn>
                  <a:cxn ang="0">
                    <a:pos x="T6" y="T7"/>
                  </a:cxn>
                  <a:cxn ang="0">
                    <a:pos x="T8" y="T9"/>
                  </a:cxn>
                </a:cxnLst>
                <a:rect l="0" t="0" r="r" b="b"/>
                <a:pathLst>
                  <a:path w="33" h="20">
                    <a:moveTo>
                      <a:pt x="33" y="10"/>
                    </a:moveTo>
                    <a:cubicBezTo>
                      <a:pt x="32" y="5"/>
                      <a:pt x="25" y="0"/>
                      <a:pt x="16" y="0"/>
                    </a:cubicBezTo>
                    <a:cubicBezTo>
                      <a:pt x="7" y="0"/>
                      <a:pt x="0" y="5"/>
                      <a:pt x="0" y="10"/>
                    </a:cubicBezTo>
                    <a:cubicBezTo>
                      <a:pt x="0" y="16"/>
                      <a:pt x="7" y="20"/>
                      <a:pt x="16" y="20"/>
                    </a:cubicBezTo>
                    <a:cubicBezTo>
                      <a:pt x="26" y="20"/>
                      <a:pt x="33" y="16"/>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32" name="Freeform 494"/>
              <p:cNvSpPr>
                <a:spLocks/>
              </p:cNvSpPr>
              <p:nvPr/>
            </p:nvSpPr>
            <p:spPr bwMode="auto">
              <a:xfrm>
                <a:off x="3820" y="2669"/>
                <a:ext cx="68" cy="41"/>
              </a:xfrm>
              <a:custGeom>
                <a:avLst/>
                <a:gdLst>
                  <a:gd name="T0" fmla="*/ 33 w 33"/>
                  <a:gd name="T1" fmla="*/ 10 h 20"/>
                  <a:gd name="T2" fmla="*/ 16 w 33"/>
                  <a:gd name="T3" fmla="*/ 0 h 20"/>
                  <a:gd name="T4" fmla="*/ 0 w 33"/>
                  <a:gd name="T5" fmla="*/ 10 h 20"/>
                  <a:gd name="T6" fmla="*/ 17 w 33"/>
                  <a:gd name="T7" fmla="*/ 20 h 20"/>
                  <a:gd name="T8" fmla="*/ 33 w 33"/>
                  <a:gd name="T9" fmla="*/ 10 h 20"/>
                </a:gdLst>
                <a:ahLst/>
                <a:cxnLst>
                  <a:cxn ang="0">
                    <a:pos x="T0" y="T1"/>
                  </a:cxn>
                  <a:cxn ang="0">
                    <a:pos x="T2" y="T3"/>
                  </a:cxn>
                  <a:cxn ang="0">
                    <a:pos x="T4" y="T5"/>
                  </a:cxn>
                  <a:cxn ang="0">
                    <a:pos x="T6" y="T7"/>
                  </a:cxn>
                  <a:cxn ang="0">
                    <a:pos x="T8" y="T9"/>
                  </a:cxn>
                </a:cxnLst>
                <a:rect l="0" t="0" r="r" b="b"/>
                <a:pathLst>
                  <a:path w="33" h="20">
                    <a:moveTo>
                      <a:pt x="33" y="10"/>
                    </a:moveTo>
                    <a:cubicBezTo>
                      <a:pt x="32" y="5"/>
                      <a:pt x="25" y="0"/>
                      <a:pt x="16" y="0"/>
                    </a:cubicBezTo>
                    <a:cubicBezTo>
                      <a:pt x="7" y="0"/>
                      <a:pt x="0" y="5"/>
                      <a:pt x="0" y="10"/>
                    </a:cubicBezTo>
                    <a:cubicBezTo>
                      <a:pt x="0" y="16"/>
                      <a:pt x="8" y="20"/>
                      <a:pt x="17" y="20"/>
                    </a:cubicBezTo>
                    <a:cubicBezTo>
                      <a:pt x="26" y="20"/>
                      <a:pt x="33" y="16"/>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33" name="Freeform 495"/>
              <p:cNvSpPr>
                <a:spLocks/>
              </p:cNvSpPr>
              <p:nvPr/>
            </p:nvSpPr>
            <p:spPr bwMode="auto">
              <a:xfrm>
                <a:off x="3903" y="2669"/>
                <a:ext cx="68" cy="41"/>
              </a:xfrm>
              <a:custGeom>
                <a:avLst/>
                <a:gdLst>
                  <a:gd name="T0" fmla="*/ 33 w 33"/>
                  <a:gd name="T1" fmla="*/ 10 h 20"/>
                  <a:gd name="T2" fmla="*/ 16 w 33"/>
                  <a:gd name="T3" fmla="*/ 0 h 20"/>
                  <a:gd name="T4" fmla="*/ 0 w 33"/>
                  <a:gd name="T5" fmla="*/ 10 h 20"/>
                  <a:gd name="T6" fmla="*/ 17 w 33"/>
                  <a:gd name="T7" fmla="*/ 20 h 20"/>
                  <a:gd name="T8" fmla="*/ 33 w 33"/>
                  <a:gd name="T9" fmla="*/ 10 h 20"/>
                </a:gdLst>
                <a:ahLst/>
                <a:cxnLst>
                  <a:cxn ang="0">
                    <a:pos x="T0" y="T1"/>
                  </a:cxn>
                  <a:cxn ang="0">
                    <a:pos x="T2" y="T3"/>
                  </a:cxn>
                  <a:cxn ang="0">
                    <a:pos x="T4" y="T5"/>
                  </a:cxn>
                  <a:cxn ang="0">
                    <a:pos x="T6" y="T7"/>
                  </a:cxn>
                  <a:cxn ang="0">
                    <a:pos x="T8" y="T9"/>
                  </a:cxn>
                </a:cxnLst>
                <a:rect l="0" t="0" r="r" b="b"/>
                <a:pathLst>
                  <a:path w="33" h="20">
                    <a:moveTo>
                      <a:pt x="33" y="10"/>
                    </a:moveTo>
                    <a:cubicBezTo>
                      <a:pt x="33" y="5"/>
                      <a:pt x="25" y="0"/>
                      <a:pt x="16" y="0"/>
                    </a:cubicBezTo>
                    <a:cubicBezTo>
                      <a:pt x="7" y="0"/>
                      <a:pt x="0" y="5"/>
                      <a:pt x="0" y="10"/>
                    </a:cubicBezTo>
                    <a:cubicBezTo>
                      <a:pt x="0" y="16"/>
                      <a:pt x="8" y="20"/>
                      <a:pt x="17" y="20"/>
                    </a:cubicBezTo>
                    <a:cubicBezTo>
                      <a:pt x="26" y="20"/>
                      <a:pt x="33" y="16"/>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34" name="Freeform 496"/>
              <p:cNvSpPr>
                <a:spLocks/>
              </p:cNvSpPr>
              <p:nvPr/>
            </p:nvSpPr>
            <p:spPr bwMode="auto">
              <a:xfrm>
                <a:off x="3985" y="2669"/>
                <a:ext cx="71" cy="41"/>
              </a:xfrm>
              <a:custGeom>
                <a:avLst/>
                <a:gdLst>
                  <a:gd name="T0" fmla="*/ 33 w 34"/>
                  <a:gd name="T1" fmla="*/ 10 h 20"/>
                  <a:gd name="T2" fmla="*/ 16 w 34"/>
                  <a:gd name="T3" fmla="*/ 0 h 20"/>
                  <a:gd name="T4" fmla="*/ 0 w 34"/>
                  <a:gd name="T5" fmla="*/ 10 h 20"/>
                  <a:gd name="T6" fmla="*/ 17 w 34"/>
                  <a:gd name="T7" fmla="*/ 20 h 20"/>
                  <a:gd name="T8" fmla="*/ 33 w 34"/>
                  <a:gd name="T9" fmla="*/ 10 h 20"/>
                </a:gdLst>
                <a:ahLst/>
                <a:cxnLst>
                  <a:cxn ang="0">
                    <a:pos x="T0" y="T1"/>
                  </a:cxn>
                  <a:cxn ang="0">
                    <a:pos x="T2" y="T3"/>
                  </a:cxn>
                  <a:cxn ang="0">
                    <a:pos x="T4" y="T5"/>
                  </a:cxn>
                  <a:cxn ang="0">
                    <a:pos x="T6" y="T7"/>
                  </a:cxn>
                  <a:cxn ang="0">
                    <a:pos x="T8" y="T9"/>
                  </a:cxn>
                </a:cxnLst>
                <a:rect l="0" t="0" r="r" b="b"/>
                <a:pathLst>
                  <a:path w="34" h="20">
                    <a:moveTo>
                      <a:pt x="33" y="10"/>
                    </a:moveTo>
                    <a:cubicBezTo>
                      <a:pt x="33" y="5"/>
                      <a:pt x="25" y="0"/>
                      <a:pt x="16" y="0"/>
                    </a:cubicBezTo>
                    <a:cubicBezTo>
                      <a:pt x="7" y="0"/>
                      <a:pt x="0" y="5"/>
                      <a:pt x="0" y="10"/>
                    </a:cubicBezTo>
                    <a:cubicBezTo>
                      <a:pt x="1" y="16"/>
                      <a:pt x="8" y="20"/>
                      <a:pt x="17" y="20"/>
                    </a:cubicBezTo>
                    <a:cubicBezTo>
                      <a:pt x="27" y="20"/>
                      <a:pt x="34" y="16"/>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35" name="Freeform 497"/>
              <p:cNvSpPr>
                <a:spLocks/>
              </p:cNvSpPr>
              <p:nvPr/>
            </p:nvSpPr>
            <p:spPr bwMode="auto">
              <a:xfrm>
                <a:off x="4068" y="2669"/>
                <a:ext cx="70" cy="41"/>
              </a:xfrm>
              <a:custGeom>
                <a:avLst/>
                <a:gdLst>
                  <a:gd name="T0" fmla="*/ 33 w 34"/>
                  <a:gd name="T1" fmla="*/ 10 h 20"/>
                  <a:gd name="T2" fmla="*/ 16 w 34"/>
                  <a:gd name="T3" fmla="*/ 0 h 20"/>
                  <a:gd name="T4" fmla="*/ 0 w 34"/>
                  <a:gd name="T5" fmla="*/ 10 h 20"/>
                  <a:gd name="T6" fmla="*/ 18 w 34"/>
                  <a:gd name="T7" fmla="*/ 20 h 20"/>
                  <a:gd name="T8" fmla="*/ 33 w 34"/>
                  <a:gd name="T9" fmla="*/ 10 h 20"/>
                </a:gdLst>
                <a:ahLst/>
                <a:cxnLst>
                  <a:cxn ang="0">
                    <a:pos x="T0" y="T1"/>
                  </a:cxn>
                  <a:cxn ang="0">
                    <a:pos x="T2" y="T3"/>
                  </a:cxn>
                  <a:cxn ang="0">
                    <a:pos x="T4" y="T5"/>
                  </a:cxn>
                  <a:cxn ang="0">
                    <a:pos x="T6" y="T7"/>
                  </a:cxn>
                  <a:cxn ang="0">
                    <a:pos x="T8" y="T9"/>
                  </a:cxn>
                </a:cxnLst>
                <a:rect l="0" t="0" r="r" b="b"/>
                <a:pathLst>
                  <a:path w="34" h="20">
                    <a:moveTo>
                      <a:pt x="33" y="10"/>
                    </a:moveTo>
                    <a:cubicBezTo>
                      <a:pt x="33" y="5"/>
                      <a:pt x="25" y="0"/>
                      <a:pt x="16" y="0"/>
                    </a:cubicBezTo>
                    <a:cubicBezTo>
                      <a:pt x="7" y="0"/>
                      <a:pt x="0" y="5"/>
                      <a:pt x="0" y="10"/>
                    </a:cubicBezTo>
                    <a:cubicBezTo>
                      <a:pt x="1" y="16"/>
                      <a:pt x="9" y="20"/>
                      <a:pt x="18" y="20"/>
                    </a:cubicBezTo>
                    <a:cubicBezTo>
                      <a:pt x="27" y="20"/>
                      <a:pt x="34" y="16"/>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36" name="Freeform 498"/>
              <p:cNvSpPr>
                <a:spLocks/>
              </p:cNvSpPr>
              <p:nvPr/>
            </p:nvSpPr>
            <p:spPr bwMode="auto">
              <a:xfrm>
                <a:off x="3150" y="2719"/>
                <a:ext cx="72" cy="43"/>
              </a:xfrm>
              <a:custGeom>
                <a:avLst/>
                <a:gdLst>
                  <a:gd name="T0" fmla="*/ 34 w 35"/>
                  <a:gd name="T1" fmla="*/ 10 h 21"/>
                  <a:gd name="T2" fmla="*/ 19 w 35"/>
                  <a:gd name="T3" fmla="*/ 0 h 21"/>
                  <a:gd name="T4" fmla="*/ 1 w 35"/>
                  <a:gd name="T5" fmla="*/ 10 h 21"/>
                  <a:gd name="T6" fmla="*/ 17 w 35"/>
                  <a:gd name="T7" fmla="*/ 21 h 21"/>
                  <a:gd name="T8" fmla="*/ 34 w 35"/>
                  <a:gd name="T9" fmla="*/ 10 h 21"/>
                </a:gdLst>
                <a:ahLst/>
                <a:cxnLst>
                  <a:cxn ang="0">
                    <a:pos x="T0" y="T1"/>
                  </a:cxn>
                  <a:cxn ang="0">
                    <a:pos x="T2" y="T3"/>
                  </a:cxn>
                  <a:cxn ang="0">
                    <a:pos x="T4" y="T5"/>
                  </a:cxn>
                  <a:cxn ang="0">
                    <a:pos x="T6" y="T7"/>
                  </a:cxn>
                  <a:cxn ang="0">
                    <a:pos x="T8" y="T9"/>
                  </a:cxn>
                </a:cxnLst>
                <a:rect l="0" t="0" r="r" b="b"/>
                <a:pathLst>
                  <a:path w="35" h="21">
                    <a:moveTo>
                      <a:pt x="34" y="10"/>
                    </a:moveTo>
                    <a:cubicBezTo>
                      <a:pt x="35" y="5"/>
                      <a:pt x="28" y="0"/>
                      <a:pt x="19" y="0"/>
                    </a:cubicBezTo>
                    <a:cubicBezTo>
                      <a:pt x="9" y="0"/>
                      <a:pt x="2" y="5"/>
                      <a:pt x="1" y="10"/>
                    </a:cubicBezTo>
                    <a:cubicBezTo>
                      <a:pt x="0" y="16"/>
                      <a:pt x="8" y="21"/>
                      <a:pt x="17" y="21"/>
                    </a:cubicBezTo>
                    <a:cubicBezTo>
                      <a:pt x="26" y="21"/>
                      <a:pt x="34"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37" name="Freeform 499"/>
              <p:cNvSpPr>
                <a:spLocks/>
              </p:cNvSpPr>
              <p:nvPr/>
            </p:nvSpPr>
            <p:spPr bwMode="auto">
              <a:xfrm>
                <a:off x="3234" y="2719"/>
                <a:ext cx="71" cy="43"/>
              </a:xfrm>
              <a:custGeom>
                <a:avLst/>
                <a:gdLst>
                  <a:gd name="T0" fmla="*/ 34 w 34"/>
                  <a:gd name="T1" fmla="*/ 10 h 21"/>
                  <a:gd name="T2" fmla="*/ 18 w 34"/>
                  <a:gd name="T3" fmla="*/ 0 h 21"/>
                  <a:gd name="T4" fmla="*/ 1 w 34"/>
                  <a:gd name="T5" fmla="*/ 10 h 21"/>
                  <a:gd name="T6" fmla="*/ 16 w 34"/>
                  <a:gd name="T7" fmla="*/ 21 h 21"/>
                  <a:gd name="T8" fmla="*/ 34 w 34"/>
                  <a:gd name="T9" fmla="*/ 10 h 21"/>
                </a:gdLst>
                <a:ahLst/>
                <a:cxnLst>
                  <a:cxn ang="0">
                    <a:pos x="T0" y="T1"/>
                  </a:cxn>
                  <a:cxn ang="0">
                    <a:pos x="T2" y="T3"/>
                  </a:cxn>
                  <a:cxn ang="0">
                    <a:pos x="T4" y="T5"/>
                  </a:cxn>
                  <a:cxn ang="0">
                    <a:pos x="T6" y="T7"/>
                  </a:cxn>
                  <a:cxn ang="0">
                    <a:pos x="T8" y="T9"/>
                  </a:cxn>
                </a:cxnLst>
                <a:rect l="0" t="0" r="r" b="b"/>
                <a:pathLst>
                  <a:path w="34" h="21">
                    <a:moveTo>
                      <a:pt x="34" y="10"/>
                    </a:moveTo>
                    <a:cubicBezTo>
                      <a:pt x="34" y="5"/>
                      <a:pt x="27" y="0"/>
                      <a:pt x="18" y="0"/>
                    </a:cubicBezTo>
                    <a:cubicBezTo>
                      <a:pt x="9" y="0"/>
                      <a:pt x="1" y="5"/>
                      <a:pt x="1" y="10"/>
                    </a:cubicBezTo>
                    <a:cubicBezTo>
                      <a:pt x="0" y="16"/>
                      <a:pt x="7" y="21"/>
                      <a:pt x="16" y="21"/>
                    </a:cubicBezTo>
                    <a:cubicBezTo>
                      <a:pt x="26" y="21"/>
                      <a:pt x="33"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38" name="Freeform 500"/>
              <p:cNvSpPr>
                <a:spLocks/>
              </p:cNvSpPr>
              <p:nvPr/>
            </p:nvSpPr>
            <p:spPr bwMode="auto">
              <a:xfrm>
                <a:off x="3319" y="2719"/>
                <a:ext cx="70" cy="43"/>
              </a:xfrm>
              <a:custGeom>
                <a:avLst/>
                <a:gdLst>
                  <a:gd name="T0" fmla="*/ 33 w 34"/>
                  <a:gd name="T1" fmla="*/ 10 h 21"/>
                  <a:gd name="T2" fmla="*/ 17 w 34"/>
                  <a:gd name="T3" fmla="*/ 0 h 21"/>
                  <a:gd name="T4" fmla="*/ 0 w 34"/>
                  <a:gd name="T5" fmla="*/ 10 h 21"/>
                  <a:gd name="T6" fmla="*/ 16 w 34"/>
                  <a:gd name="T7" fmla="*/ 21 h 21"/>
                  <a:gd name="T8" fmla="*/ 33 w 34"/>
                  <a:gd name="T9" fmla="*/ 10 h 21"/>
                </a:gdLst>
                <a:ahLst/>
                <a:cxnLst>
                  <a:cxn ang="0">
                    <a:pos x="T0" y="T1"/>
                  </a:cxn>
                  <a:cxn ang="0">
                    <a:pos x="T2" y="T3"/>
                  </a:cxn>
                  <a:cxn ang="0">
                    <a:pos x="T4" y="T5"/>
                  </a:cxn>
                  <a:cxn ang="0">
                    <a:pos x="T6" y="T7"/>
                  </a:cxn>
                  <a:cxn ang="0">
                    <a:pos x="T8" y="T9"/>
                  </a:cxn>
                </a:cxnLst>
                <a:rect l="0" t="0" r="r" b="b"/>
                <a:pathLst>
                  <a:path w="34" h="21">
                    <a:moveTo>
                      <a:pt x="33" y="10"/>
                    </a:moveTo>
                    <a:cubicBezTo>
                      <a:pt x="34" y="5"/>
                      <a:pt x="27" y="0"/>
                      <a:pt x="17" y="0"/>
                    </a:cubicBezTo>
                    <a:cubicBezTo>
                      <a:pt x="8" y="0"/>
                      <a:pt x="1" y="5"/>
                      <a:pt x="0" y="10"/>
                    </a:cubicBezTo>
                    <a:cubicBezTo>
                      <a:pt x="0" y="16"/>
                      <a:pt x="7" y="21"/>
                      <a:pt x="16" y="21"/>
                    </a:cubicBezTo>
                    <a:cubicBezTo>
                      <a:pt x="25" y="21"/>
                      <a:pt x="33" y="16"/>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39" name="Freeform 501"/>
              <p:cNvSpPr>
                <a:spLocks/>
              </p:cNvSpPr>
              <p:nvPr/>
            </p:nvSpPr>
            <p:spPr bwMode="auto">
              <a:xfrm>
                <a:off x="3404" y="2719"/>
                <a:ext cx="68" cy="43"/>
              </a:xfrm>
              <a:custGeom>
                <a:avLst/>
                <a:gdLst>
                  <a:gd name="T0" fmla="*/ 33 w 33"/>
                  <a:gd name="T1" fmla="*/ 10 h 21"/>
                  <a:gd name="T2" fmla="*/ 17 w 33"/>
                  <a:gd name="T3" fmla="*/ 0 h 21"/>
                  <a:gd name="T4" fmla="*/ 0 w 33"/>
                  <a:gd name="T5" fmla="*/ 10 h 21"/>
                  <a:gd name="T6" fmla="*/ 16 w 33"/>
                  <a:gd name="T7" fmla="*/ 21 h 21"/>
                  <a:gd name="T8" fmla="*/ 33 w 33"/>
                  <a:gd name="T9" fmla="*/ 10 h 21"/>
                </a:gdLst>
                <a:ahLst/>
                <a:cxnLst>
                  <a:cxn ang="0">
                    <a:pos x="T0" y="T1"/>
                  </a:cxn>
                  <a:cxn ang="0">
                    <a:pos x="T2" y="T3"/>
                  </a:cxn>
                  <a:cxn ang="0">
                    <a:pos x="T4" y="T5"/>
                  </a:cxn>
                  <a:cxn ang="0">
                    <a:pos x="T6" y="T7"/>
                  </a:cxn>
                  <a:cxn ang="0">
                    <a:pos x="T8" y="T9"/>
                  </a:cxn>
                </a:cxnLst>
                <a:rect l="0" t="0" r="r" b="b"/>
                <a:pathLst>
                  <a:path w="33" h="21">
                    <a:moveTo>
                      <a:pt x="33" y="10"/>
                    </a:moveTo>
                    <a:cubicBezTo>
                      <a:pt x="33" y="5"/>
                      <a:pt x="26" y="0"/>
                      <a:pt x="17" y="0"/>
                    </a:cubicBezTo>
                    <a:cubicBezTo>
                      <a:pt x="8" y="0"/>
                      <a:pt x="0" y="5"/>
                      <a:pt x="0" y="10"/>
                    </a:cubicBezTo>
                    <a:cubicBezTo>
                      <a:pt x="0" y="16"/>
                      <a:pt x="7" y="21"/>
                      <a:pt x="16" y="21"/>
                    </a:cubicBezTo>
                    <a:cubicBezTo>
                      <a:pt x="25" y="21"/>
                      <a:pt x="33" y="16"/>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40" name="Freeform 502"/>
              <p:cNvSpPr>
                <a:spLocks/>
              </p:cNvSpPr>
              <p:nvPr/>
            </p:nvSpPr>
            <p:spPr bwMode="auto">
              <a:xfrm>
                <a:off x="3486" y="2719"/>
                <a:ext cx="70" cy="43"/>
              </a:xfrm>
              <a:custGeom>
                <a:avLst/>
                <a:gdLst>
                  <a:gd name="T0" fmla="*/ 34 w 34"/>
                  <a:gd name="T1" fmla="*/ 10 h 21"/>
                  <a:gd name="T2" fmla="*/ 17 w 34"/>
                  <a:gd name="T3" fmla="*/ 0 h 21"/>
                  <a:gd name="T4" fmla="*/ 0 w 34"/>
                  <a:gd name="T5" fmla="*/ 10 h 21"/>
                  <a:gd name="T6" fmla="*/ 17 w 34"/>
                  <a:gd name="T7" fmla="*/ 21 h 21"/>
                  <a:gd name="T8" fmla="*/ 34 w 34"/>
                  <a:gd name="T9" fmla="*/ 10 h 21"/>
                </a:gdLst>
                <a:ahLst/>
                <a:cxnLst>
                  <a:cxn ang="0">
                    <a:pos x="T0" y="T1"/>
                  </a:cxn>
                  <a:cxn ang="0">
                    <a:pos x="T2" y="T3"/>
                  </a:cxn>
                  <a:cxn ang="0">
                    <a:pos x="T4" y="T5"/>
                  </a:cxn>
                  <a:cxn ang="0">
                    <a:pos x="T6" y="T7"/>
                  </a:cxn>
                  <a:cxn ang="0">
                    <a:pos x="T8" y="T9"/>
                  </a:cxn>
                </a:cxnLst>
                <a:rect l="0" t="0" r="r" b="b"/>
                <a:pathLst>
                  <a:path w="34" h="21">
                    <a:moveTo>
                      <a:pt x="34" y="10"/>
                    </a:moveTo>
                    <a:cubicBezTo>
                      <a:pt x="34" y="5"/>
                      <a:pt x="26" y="0"/>
                      <a:pt x="17" y="0"/>
                    </a:cubicBezTo>
                    <a:cubicBezTo>
                      <a:pt x="8" y="0"/>
                      <a:pt x="1" y="5"/>
                      <a:pt x="0" y="10"/>
                    </a:cubicBezTo>
                    <a:cubicBezTo>
                      <a:pt x="0" y="16"/>
                      <a:pt x="8" y="21"/>
                      <a:pt x="17" y="21"/>
                    </a:cubicBezTo>
                    <a:cubicBezTo>
                      <a:pt x="26" y="21"/>
                      <a:pt x="33"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41" name="Freeform 503"/>
              <p:cNvSpPr>
                <a:spLocks/>
              </p:cNvSpPr>
              <p:nvPr/>
            </p:nvSpPr>
            <p:spPr bwMode="auto">
              <a:xfrm>
                <a:off x="3571" y="2719"/>
                <a:ext cx="68" cy="43"/>
              </a:xfrm>
              <a:custGeom>
                <a:avLst/>
                <a:gdLst>
                  <a:gd name="T0" fmla="*/ 33 w 33"/>
                  <a:gd name="T1" fmla="*/ 10 h 21"/>
                  <a:gd name="T2" fmla="*/ 17 w 33"/>
                  <a:gd name="T3" fmla="*/ 0 h 21"/>
                  <a:gd name="T4" fmla="*/ 0 w 33"/>
                  <a:gd name="T5" fmla="*/ 10 h 21"/>
                  <a:gd name="T6" fmla="*/ 17 w 33"/>
                  <a:gd name="T7" fmla="*/ 21 h 21"/>
                  <a:gd name="T8" fmla="*/ 33 w 33"/>
                  <a:gd name="T9" fmla="*/ 10 h 21"/>
                </a:gdLst>
                <a:ahLst/>
                <a:cxnLst>
                  <a:cxn ang="0">
                    <a:pos x="T0" y="T1"/>
                  </a:cxn>
                  <a:cxn ang="0">
                    <a:pos x="T2" y="T3"/>
                  </a:cxn>
                  <a:cxn ang="0">
                    <a:pos x="T4" y="T5"/>
                  </a:cxn>
                  <a:cxn ang="0">
                    <a:pos x="T6" y="T7"/>
                  </a:cxn>
                  <a:cxn ang="0">
                    <a:pos x="T8" y="T9"/>
                  </a:cxn>
                </a:cxnLst>
                <a:rect l="0" t="0" r="r" b="b"/>
                <a:pathLst>
                  <a:path w="33" h="21">
                    <a:moveTo>
                      <a:pt x="33" y="10"/>
                    </a:moveTo>
                    <a:cubicBezTo>
                      <a:pt x="33" y="5"/>
                      <a:pt x="26" y="0"/>
                      <a:pt x="17" y="0"/>
                    </a:cubicBezTo>
                    <a:cubicBezTo>
                      <a:pt x="8" y="0"/>
                      <a:pt x="0" y="5"/>
                      <a:pt x="0" y="10"/>
                    </a:cubicBezTo>
                    <a:cubicBezTo>
                      <a:pt x="0" y="16"/>
                      <a:pt x="7" y="21"/>
                      <a:pt x="17" y="21"/>
                    </a:cubicBezTo>
                    <a:cubicBezTo>
                      <a:pt x="26" y="21"/>
                      <a:pt x="33" y="16"/>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42" name="Oval 504"/>
              <p:cNvSpPr>
                <a:spLocks noChangeArrowheads="1"/>
              </p:cNvSpPr>
              <p:nvPr/>
            </p:nvSpPr>
            <p:spPr bwMode="auto">
              <a:xfrm>
                <a:off x="3655" y="2719"/>
                <a:ext cx="68" cy="4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43" name="Freeform 505"/>
              <p:cNvSpPr>
                <a:spLocks/>
              </p:cNvSpPr>
              <p:nvPr/>
            </p:nvSpPr>
            <p:spPr bwMode="auto">
              <a:xfrm>
                <a:off x="3738" y="2719"/>
                <a:ext cx="70" cy="43"/>
              </a:xfrm>
              <a:custGeom>
                <a:avLst/>
                <a:gdLst>
                  <a:gd name="T0" fmla="*/ 33 w 34"/>
                  <a:gd name="T1" fmla="*/ 10 h 21"/>
                  <a:gd name="T2" fmla="*/ 17 w 34"/>
                  <a:gd name="T3" fmla="*/ 0 h 21"/>
                  <a:gd name="T4" fmla="*/ 0 w 34"/>
                  <a:gd name="T5" fmla="*/ 10 h 21"/>
                  <a:gd name="T6" fmla="*/ 17 w 34"/>
                  <a:gd name="T7" fmla="*/ 21 h 21"/>
                  <a:gd name="T8" fmla="*/ 33 w 34"/>
                  <a:gd name="T9" fmla="*/ 10 h 21"/>
                </a:gdLst>
                <a:ahLst/>
                <a:cxnLst>
                  <a:cxn ang="0">
                    <a:pos x="T0" y="T1"/>
                  </a:cxn>
                  <a:cxn ang="0">
                    <a:pos x="T2" y="T3"/>
                  </a:cxn>
                  <a:cxn ang="0">
                    <a:pos x="T4" y="T5"/>
                  </a:cxn>
                  <a:cxn ang="0">
                    <a:pos x="T6" y="T7"/>
                  </a:cxn>
                  <a:cxn ang="0">
                    <a:pos x="T8" y="T9"/>
                  </a:cxn>
                </a:cxnLst>
                <a:rect l="0" t="0" r="r" b="b"/>
                <a:pathLst>
                  <a:path w="34" h="21">
                    <a:moveTo>
                      <a:pt x="33" y="10"/>
                    </a:moveTo>
                    <a:cubicBezTo>
                      <a:pt x="33" y="5"/>
                      <a:pt x="26" y="0"/>
                      <a:pt x="17" y="0"/>
                    </a:cubicBezTo>
                    <a:cubicBezTo>
                      <a:pt x="7" y="0"/>
                      <a:pt x="0" y="5"/>
                      <a:pt x="0" y="10"/>
                    </a:cubicBezTo>
                    <a:cubicBezTo>
                      <a:pt x="0" y="16"/>
                      <a:pt x="8" y="21"/>
                      <a:pt x="17" y="21"/>
                    </a:cubicBezTo>
                    <a:cubicBezTo>
                      <a:pt x="26" y="21"/>
                      <a:pt x="34" y="16"/>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44" name="Freeform 506"/>
              <p:cNvSpPr>
                <a:spLocks/>
              </p:cNvSpPr>
              <p:nvPr/>
            </p:nvSpPr>
            <p:spPr bwMode="auto">
              <a:xfrm>
                <a:off x="3822" y="2719"/>
                <a:ext cx="68" cy="43"/>
              </a:xfrm>
              <a:custGeom>
                <a:avLst/>
                <a:gdLst>
                  <a:gd name="T0" fmla="*/ 33 w 33"/>
                  <a:gd name="T1" fmla="*/ 10 h 21"/>
                  <a:gd name="T2" fmla="*/ 16 w 33"/>
                  <a:gd name="T3" fmla="*/ 0 h 21"/>
                  <a:gd name="T4" fmla="*/ 0 w 33"/>
                  <a:gd name="T5" fmla="*/ 10 h 21"/>
                  <a:gd name="T6" fmla="*/ 17 w 33"/>
                  <a:gd name="T7" fmla="*/ 21 h 21"/>
                  <a:gd name="T8" fmla="*/ 33 w 33"/>
                  <a:gd name="T9" fmla="*/ 10 h 21"/>
                </a:gdLst>
                <a:ahLst/>
                <a:cxnLst>
                  <a:cxn ang="0">
                    <a:pos x="T0" y="T1"/>
                  </a:cxn>
                  <a:cxn ang="0">
                    <a:pos x="T2" y="T3"/>
                  </a:cxn>
                  <a:cxn ang="0">
                    <a:pos x="T4" y="T5"/>
                  </a:cxn>
                  <a:cxn ang="0">
                    <a:pos x="T6" y="T7"/>
                  </a:cxn>
                  <a:cxn ang="0">
                    <a:pos x="T8" y="T9"/>
                  </a:cxn>
                </a:cxnLst>
                <a:rect l="0" t="0" r="r" b="b"/>
                <a:pathLst>
                  <a:path w="33" h="21">
                    <a:moveTo>
                      <a:pt x="33" y="10"/>
                    </a:moveTo>
                    <a:cubicBezTo>
                      <a:pt x="33" y="5"/>
                      <a:pt x="25" y="0"/>
                      <a:pt x="16" y="0"/>
                    </a:cubicBezTo>
                    <a:cubicBezTo>
                      <a:pt x="7" y="0"/>
                      <a:pt x="0" y="5"/>
                      <a:pt x="0" y="10"/>
                    </a:cubicBezTo>
                    <a:cubicBezTo>
                      <a:pt x="0" y="16"/>
                      <a:pt x="8" y="21"/>
                      <a:pt x="17" y="21"/>
                    </a:cubicBezTo>
                    <a:cubicBezTo>
                      <a:pt x="26" y="21"/>
                      <a:pt x="33" y="16"/>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45" name="Freeform 507"/>
              <p:cNvSpPr>
                <a:spLocks/>
              </p:cNvSpPr>
              <p:nvPr/>
            </p:nvSpPr>
            <p:spPr bwMode="auto">
              <a:xfrm>
                <a:off x="3905" y="2719"/>
                <a:ext cx="70" cy="43"/>
              </a:xfrm>
              <a:custGeom>
                <a:avLst/>
                <a:gdLst>
                  <a:gd name="T0" fmla="*/ 34 w 34"/>
                  <a:gd name="T1" fmla="*/ 10 h 21"/>
                  <a:gd name="T2" fmla="*/ 16 w 34"/>
                  <a:gd name="T3" fmla="*/ 0 h 21"/>
                  <a:gd name="T4" fmla="*/ 0 w 34"/>
                  <a:gd name="T5" fmla="*/ 10 h 21"/>
                  <a:gd name="T6" fmla="*/ 18 w 34"/>
                  <a:gd name="T7" fmla="*/ 21 h 21"/>
                  <a:gd name="T8" fmla="*/ 34 w 34"/>
                  <a:gd name="T9" fmla="*/ 10 h 21"/>
                </a:gdLst>
                <a:ahLst/>
                <a:cxnLst>
                  <a:cxn ang="0">
                    <a:pos x="T0" y="T1"/>
                  </a:cxn>
                  <a:cxn ang="0">
                    <a:pos x="T2" y="T3"/>
                  </a:cxn>
                  <a:cxn ang="0">
                    <a:pos x="T4" y="T5"/>
                  </a:cxn>
                  <a:cxn ang="0">
                    <a:pos x="T6" y="T7"/>
                  </a:cxn>
                  <a:cxn ang="0">
                    <a:pos x="T8" y="T9"/>
                  </a:cxn>
                </a:cxnLst>
                <a:rect l="0" t="0" r="r" b="b"/>
                <a:pathLst>
                  <a:path w="34" h="21">
                    <a:moveTo>
                      <a:pt x="34" y="10"/>
                    </a:moveTo>
                    <a:cubicBezTo>
                      <a:pt x="33" y="5"/>
                      <a:pt x="25" y="0"/>
                      <a:pt x="16" y="0"/>
                    </a:cubicBezTo>
                    <a:cubicBezTo>
                      <a:pt x="7" y="0"/>
                      <a:pt x="0" y="5"/>
                      <a:pt x="0" y="10"/>
                    </a:cubicBezTo>
                    <a:cubicBezTo>
                      <a:pt x="1" y="16"/>
                      <a:pt x="8" y="21"/>
                      <a:pt x="18" y="21"/>
                    </a:cubicBezTo>
                    <a:cubicBezTo>
                      <a:pt x="27" y="21"/>
                      <a:pt x="34"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46" name="Freeform 508"/>
              <p:cNvSpPr>
                <a:spLocks/>
              </p:cNvSpPr>
              <p:nvPr/>
            </p:nvSpPr>
            <p:spPr bwMode="auto">
              <a:xfrm>
                <a:off x="3990" y="2719"/>
                <a:ext cx="70" cy="43"/>
              </a:xfrm>
              <a:custGeom>
                <a:avLst/>
                <a:gdLst>
                  <a:gd name="T0" fmla="*/ 33 w 34"/>
                  <a:gd name="T1" fmla="*/ 10 h 21"/>
                  <a:gd name="T2" fmla="*/ 16 w 34"/>
                  <a:gd name="T3" fmla="*/ 0 h 21"/>
                  <a:gd name="T4" fmla="*/ 0 w 34"/>
                  <a:gd name="T5" fmla="*/ 10 h 21"/>
                  <a:gd name="T6" fmla="*/ 17 w 34"/>
                  <a:gd name="T7" fmla="*/ 21 h 21"/>
                  <a:gd name="T8" fmla="*/ 33 w 34"/>
                  <a:gd name="T9" fmla="*/ 10 h 21"/>
                </a:gdLst>
                <a:ahLst/>
                <a:cxnLst>
                  <a:cxn ang="0">
                    <a:pos x="T0" y="T1"/>
                  </a:cxn>
                  <a:cxn ang="0">
                    <a:pos x="T2" y="T3"/>
                  </a:cxn>
                  <a:cxn ang="0">
                    <a:pos x="T4" y="T5"/>
                  </a:cxn>
                  <a:cxn ang="0">
                    <a:pos x="T6" y="T7"/>
                  </a:cxn>
                  <a:cxn ang="0">
                    <a:pos x="T8" y="T9"/>
                  </a:cxn>
                </a:cxnLst>
                <a:rect l="0" t="0" r="r" b="b"/>
                <a:pathLst>
                  <a:path w="34" h="21">
                    <a:moveTo>
                      <a:pt x="33" y="10"/>
                    </a:moveTo>
                    <a:cubicBezTo>
                      <a:pt x="33" y="5"/>
                      <a:pt x="25" y="0"/>
                      <a:pt x="16" y="0"/>
                    </a:cubicBezTo>
                    <a:cubicBezTo>
                      <a:pt x="7" y="0"/>
                      <a:pt x="0" y="5"/>
                      <a:pt x="0" y="10"/>
                    </a:cubicBezTo>
                    <a:cubicBezTo>
                      <a:pt x="0" y="16"/>
                      <a:pt x="8" y="21"/>
                      <a:pt x="17" y="21"/>
                    </a:cubicBezTo>
                    <a:cubicBezTo>
                      <a:pt x="27" y="21"/>
                      <a:pt x="34" y="16"/>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47" name="Freeform 509"/>
              <p:cNvSpPr>
                <a:spLocks/>
              </p:cNvSpPr>
              <p:nvPr/>
            </p:nvSpPr>
            <p:spPr bwMode="auto">
              <a:xfrm>
                <a:off x="4072" y="2719"/>
                <a:ext cx="70" cy="43"/>
              </a:xfrm>
              <a:custGeom>
                <a:avLst/>
                <a:gdLst>
                  <a:gd name="T0" fmla="*/ 34 w 34"/>
                  <a:gd name="T1" fmla="*/ 10 h 21"/>
                  <a:gd name="T2" fmla="*/ 16 w 34"/>
                  <a:gd name="T3" fmla="*/ 0 h 21"/>
                  <a:gd name="T4" fmla="*/ 1 w 34"/>
                  <a:gd name="T5" fmla="*/ 10 h 21"/>
                  <a:gd name="T6" fmla="*/ 18 w 34"/>
                  <a:gd name="T7" fmla="*/ 21 h 21"/>
                  <a:gd name="T8" fmla="*/ 34 w 34"/>
                  <a:gd name="T9" fmla="*/ 10 h 21"/>
                </a:gdLst>
                <a:ahLst/>
                <a:cxnLst>
                  <a:cxn ang="0">
                    <a:pos x="T0" y="T1"/>
                  </a:cxn>
                  <a:cxn ang="0">
                    <a:pos x="T2" y="T3"/>
                  </a:cxn>
                  <a:cxn ang="0">
                    <a:pos x="T4" y="T5"/>
                  </a:cxn>
                  <a:cxn ang="0">
                    <a:pos x="T6" y="T7"/>
                  </a:cxn>
                  <a:cxn ang="0">
                    <a:pos x="T8" y="T9"/>
                  </a:cxn>
                </a:cxnLst>
                <a:rect l="0" t="0" r="r" b="b"/>
                <a:pathLst>
                  <a:path w="34" h="21">
                    <a:moveTo>
                      <a:pt x="34" y="10"/>
                    </a:moveTo>
                    <a:cubicBezTo>
                      <a:pt x="33" y="5"/>
                      <a:pt x="25" y="0"/>
                      <a:pt x="16" y="0"/>
                    </a:cubicBezTo>
                    <a:cubicBezTo>
                      <a:pt x="7" y="0"/>
                      <a:pt x="0" y="5"/>
                      <a:pt x="1" y="10"/>
                    </a:cubicBezTo>
                    <a:cubicBezTo>
                      <a:pt x="1" y="16"/>
                      <a:pt x="9" y="21"/>
                      <a:pt x="18" y="21"/>
                    </a:cubicBezTo>
                    <a:cubicBezTo>
                      <a:pt x="27" y="21"/>
                      <a:pt x="34"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48" name="Freeform 510"/>
              <p:cNvSpPr>
                <a:spLocks/>
              </p:cNvSpPr>
              <p:nvPr/>
            </p:nvSpPr>
            <p:spPr bwMode="auto">
              <a:xfrm>
                <a:off x="3146" y="2770"/>
                <a:ext cx="72" cy="44"/>
              </a:xfrm>
              <a:custGeom>
                <a:avLst/>
                <a:gdLst>
                  <a:gd name="T0" fmla="*/ 34 w 35"/>
                  <a:gd name="T1" fmla="*/ 10 h 21"/>
                  <a:gd name="T2" fmla="*/ 18 w 35"/>
                  <a:gd name="T3" fmla="*/ 0 h 21"/>
                  <a:gd name="T4" fmla="*/ 1 w 35"/>
                  <a:gd name="T5" fmla="*/ 10 h 21"/>
                  <a:gd name="T6" fmla="*/ 16 w 35"/>
                  <a:gd name="T7" fmla="*/ 21 h 21"/>
                  <a:gd name="T8" fmla="*/ 34 w 35"/>
                  <a:gd name="T9" fmla="*/ 10 h 21"/>
                </a:gdLst>
                <a:ahLst/>
                <a:cxnLst>
                  <a:cxn ang="0">
                    <a:pos x="T0" y="T1"/>
                  </a:cxn>
                  <a:cxn ang="0">
                    <a:pos x="T2" y="T3"/>
                  </a:cxn>
                  <a:cxn ang="0">
                    <a:pos x="T4" y="T5"/>
                  </a:cxn>
                  <a:cxn ang="0">
                    <a:pos x="T6" y="T7"/>
                  </a:cxn>
                  <a:cxn ang="0">
                    <a:pos x="T8" y="T9"/>
                  </a:cxn>
                </a:cxnLst>
                <a:rect l="0" t="0" r="r" b="b"/>
                <a:pathLst>
                  <a:path w="35" h="21">
                    <a:moveTo>
                      <a:pt x="34" y="10"/>
                    </a:moveTo>
                    <a:cubicBezTo>
                      <a:pt x="35" y="5"/>
                      <a:pt x="27" y="0"/>
                      <a:pt x="18" y="0"/>
                    </a:cubicBezTo>
                    <a:cubicBezTo>
                      <a:pt x="9" y="0"/>
                      <a:pt x="1" y="5"/>
                      <a:pt x="1" y="10"/>
                    </a:cubicBezTo>
                    <a:cubicBezTo>
                      <a:pt x="0" y="16"/>
                      <a:pt x="7" y="21"/>
                      <a:pt x="16" y="21"/>
                    </a:cubicBezTo>
                    <a:cubicBezTo>
                      <a:pt x="26" y="21"/>
                      <a:pt x="34"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49" name="Freeform 511"/>
              <p:cNvSpPr>
                <a:spLocks/>
              </p:cNvSpPr>
              <p:nvPr/>
            </p:nvSpPr>
            <p:spPr bwMode="auto">
              <a:xfrm>
                <a:off x="3230" y="2770"/>
                <a:ext cx="70" cy="44"/>
              </a:xfrm>
              <a:custGeom>
                <a:avLst/>
                <a:gdLst>
                  <a:gd name="T0" fmla="*/ 34 w 34"/>
                  <a:gd name="T1" fmla="*/ 10 h 21"/>
                  <a:gd name="T2" fmla="*/ 18 w 34"/>
                  <a:gd name="T3" fmla="*/ 0 h 21"/>
                  <a:gd name="T4" fmla="*/ 1 w 34"/>
                  <a:gd name="T5" fmla="*/ 10 h 21"/>
                  <a:gd name="T6" fmla="*/ 17 w 34"/>
                  <a:gd name="T7" fmla="*/ 21 h 21"/>
                  <a:gd name="T8" fmla="*/ 34 w 34"/>
                  <a:gd name="T9" fmla="*/ 10 h 21"/>
                </a:gdLst>
                <a:ahLst/>
                <a:cxnLst>
                  <a:cxn ang="0">
                    <a:pos x="T0" y="T1"/>
                  </a:cxn>
                  <a:cxn ang="0">
                    <a:pos x="T2" y="T3"/>
                  </a:cxn>
                  <a:cxn ang="0">
                    <a:pos x="T4" y="T5"/>
                  </a:cxn>
                  <a:cxn ang="0">
                    <a:pos x="T6" y="T7"/>
                  </a:cxn>
                  <a:cxn ang="0">
                    <a:pos x="T8" y="T9"/>
                  </a:cxn>
                </a:cxnLst>
                <a:rect l="0" t="0" r="r" b="b"/>
                <a:pathLst>
                  <a:path w="34" h="21">
                    <a:moveTo>
                      <a:pt x="34" y="10"/>
                    </a:moveTo>
                    <a:cubicBezTo>
                      <a:pt x="34" y="5"/>
                      <a:pt x="27" y="0"/>
                      <a:pt x="18" y="0"/>
                    </a:cubicBezTo>
                    <a:cubicBezTo>
                      <a:pt x="9" y="0"/>
                      <a:pt x="1" y="5"/>
                      <a:pt x="1" y="10"/>
                    </a:cubicBezTo>
                    <a:cubicBezTo>
                      <a:pt x="0" y="16"/>
                      <a:pt x="7" y="21"/>
                      <a:pt x="17" y="21"/>
                    </a:cubicBezTo>
                    <a:cubicBezTo>
                      <a:pt x="26" y="21"/>
                      <a:pt x="34"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50" name="Freeform 512"/>
              <p:cNvSpPr>
                <a:spLocks/>
              </p:cNvSpPr>
              <p:nvPr/>
            </p:nvSpPr>
            <p:spPr bwMode="auto">
              <a:xfrm>
                <a:off x="3315" y="2770"/>
                <a:ext cx="70" cy="44"/>
              </a:xfrm>
              <a:custGeom>
                <a:avLst/>
                <a:gdLst>
                  <a:gd name="T0" fmla="*/ 34 w 34"/>
                  <a:gd name="T1" fmla="*/ 10 h 21"/>
                  <a:gd name="T2" fmla="*/ 18 w 34"/>
                  <a:gd name="T3" fmla="*/ 0 h 21"/>
                  <a:gd name="T4" fmla="*/ 1 w 34"/>
                  <a:gd name="T5" fmla="*/ 10 h 21"/>
                  <a:gd name="T6" fmla="*/ 17 w 34"/>
                  <a:gd name="T7" fmla="*/ 21 h 21"/>
                  <a:gd name="T8" fmla="*/ 34 w 34"/>
                  <a:gd name="T9" fmla="*/ 10 h 21"/>
                </a:gdLst>
                <a:ahLst/>
                <a:cxnLst>
                  <a:cxn ang="0">
                    <a:pos x="T0" y="T1"/>
                  </a:cxn>
                  <a:cxn ang="0">
                    <a:pos x="T2" y="T3"/>
                  </a:cxn>
                  <a:cxn ang="0">
                    <a:pos x="T4" y="T5"/>
                  </a:cxn>
                  <a:cxn ang="0">
                    <a:pos x="T6" y="T7"/>
                  </a:cxn>
                  <a:cxn ang="0">
                    <a:pos x="T8" y="T9"/>
                  </a:cxn>
                </a:cxnLst>
                <a:rect l="0" t="0" r="r" b="b"/>
                <a:pathLst>
                  <a:path w="34" h="21">
                    <a:moveTo>
                      <a:pt x="34" y="10"/>
                    </a:moveTo>
                    <a:cubicBezTo>
                      <a:pt x="34" y="5"/>
                      <a:pt x="27" y="0"/>
                      <a:pt x="18" y="0"/>
                    </a:cubicBezTo>
                    <a:cubicBezTo>
                      <a:pt x="9" y="0"/>
                      <a:pt x="1" y="5"/>
                      <a:pt x="1" y="10"/>
                    </a:cubicBezTo>
                    <a:cubicBezTo>
                      <a:pt x="0" y="16"/>
                      <a:pt x="7" y="21"/>
                      <a:pt x="17" y="21"/>
                    </a:cubicBezTo>
                    <a:cubicBezTo>
                      <a:pt x="26" y="21"/>
                      <a:pt x="34"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51" name="Freeform 513"/>
              <p:cNvSpPr>
                <a:spLocks/>
              </p:cNvSpPr>
              <p:nvPr/>
            </p:nvSpPr>
            <p:spPr bwMode="auto">
              <a:xfrm>
                <a:off x="3399" y="2770"/>
                <a:ext cx="71" cy="44"/>
              </a:xfrm>
              <a:custGeom>
                <a:avLst/>
                <a:gdLst>
                  <a:gd name="T0" fmla="*/ 34 w 34"/>
                  <a:gd name="T1" fmla="*/ 10 h 21"/>
                  <a:gd name="T2" fmla="*/ 18 w 34"/>
                  <a:gd name="T3" fmla="*/ 0 h 21"/>
                  <a:gd name="T4" fmla="*/ 1 w 34"/>
                  <a:gd name="T5" fmla="*/ 10 h 21"/>
                  <a:gd name="T6" fmla="*/ 17 w 34"/>
                  <a:gd name="T7" fmla="*/ 21 h 21"/>
                  <a:gd name="T8" fmla="*/ 34 w 34"/>
                  <a:gd name="T9" fmla="*/ 10 h 21"/>
                </a:gdLst>
                <a:ahLst/>
                <a:cxnLst>
                  <a:cxn ang="0">
                    <a:pos x="T0" y="T1"/>
                  </a:cxn>
                  <a:cxn ang="0">
                    <a:pos x="T2" y="T3"/>
                  </a:cxn>
                  <a:cxn ang="0">
                    <a:pos x="T4" y="T5"/>
                  </a:cxn>
                  <a:cxn ang="0">
                    <a:pos x="T6" y="T7"/>
                  </a:cxn>
                  <a:cxn ang="0">
                    <a:pos x="T8" y="T9"/>
                  </a:cxn>
                </a:cxnLst>
                <a:rect l="0" t="0" r="r" b="b"/>
                <a:pathLst>
                  <a:path w="34" h="21">
                    <a:moveTo>
                      <a:pt x="34" y="10"/>
                    </a:moveTo>
                    <a:cubicBezTo>
                      <a:pt x="34" y="5"/>
                      <a:pt x="27" y="0"/>
                      <a:pt x="18" y="0"/>
                    </a:cubicBezTo>
                    <a:cubicBezTo>
                      <a:pt x="9" y="0"/>
                      <a:pt x="1" y="5"/>
                      <a:pt x="1" y="10"/>
                    </a:cubicBezTo>
                    <a:cubicBezTo>
                      <a:pt x="0" y="16"/>
                      <a:pt x="8" y="21"/>
                      <a:pt x="17" y="21"/>
                    </a:cubicBezTo>
                    <a:cubicBezTo>
                      <a:pt x="26" y="21"/>
                      <a:pt x="34"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52" name="Freeform 514"/>
              <p:cNvSpPr>
                <a:spLocks/>
              </p:cNvSpPr>
              <p:nvPr/>
            </p:nvSpPr>
            <p:spPr bwMode="auto">
              <a:xfrm>
                <a:off x="3484" y="2770"/>
                <a:ext cx="70" cy="44"/>
              </a:xfrm>
              <a:custGeom>
                <a:avLst/>
                <a:gdLst>
                  <a:gd name="T0" fmla="*/ 34 w 34"/>
                  <a:gd name="T1" fmla="*/ 10 h 21"/>
                  <a:gd name="T2" fmla="*/ 18 w 34"/>
                  <a:gd name="T3" fmla="*/ 0 h 21"/>
                  <a:gd name="T4" fmla="*/ 1 w 34"/>
                  <a:gd name="T5" fmla="*/ 10 h 21"/>
                  <a:gd name="T6" fmla="*/ 17 w 34"/>
                  <a:gd name="T7" fmla="*/ 21 h 21"/>
                  <a:gd name="T8" fmla="*/ 34 w 34"/>
                  <a:gd name="T9" fmla="*/ 10 h 21"/>
                </a:gdLst>
                <a:ahLst/>
                <a:cxnLst>
                  <a:cxn ang="0">
                    <a:pos x="T0" y="T1"/>
                  </a:cxn>
                  <a:cxn ang="0">
                    <a:pos x="T2" y="T3"/>
                  </a:cxn>
                  <a:cxn ang="0">
                    <a:pos x="T4" y="T5"/>
                  </a:cxn>
                  <a:cxn ang="0">
                    <a:pos x="T6" y="T7"/>
                  </a:cxn>
                  <a:cxn ang="0">
                    <a:pos x="T8" y="T9"/>
                  </a:cxn>
                </a:cxnLst>
                <a:rect l="0" t="0" r="r" b="b"/>
                <a:pathLst>
                  <a:path w="34" h="21">
                    <a:moveTo>
                      <a:pt x="34" y="10"/>
                    </a:moveTo>
                    <a:cubicBezTo>
                      <a:pt x="34" y="5"/>
                      <a:pt x="27" y="0"/>
                      <a:pt x="18" y="0"/>
                    </a:cubicBezTo>
                    <a:cubicBezTo>
                      <a:pt x="8" y="0"/>
                      <a:pt x="1" y="5"/>
                      <a:pt x="1" y="10"/>
                    </a:cubicBezTo>
                    <a:cubicBezTo>
                      <a:pt x="0" y="16"/>
                      <a:pt x="8" y="21"/>
                      <a:pt x="17" y="21"/>
                    </a:cubicBezTo>
                    <a:cubicBezTo>
                      <a:pt x="26" y="21"/>
                      <a:pt x="34"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53" name="Oval 515"/>
              <p:cNvSpPr>
                <a:spLocks noChangeArrowheads="1"/>
              </p:cNvSpPr>
              <p:nvPr/>
            </p:nvSpPr>
            <p:spPr bwMode="auto">
              <a:xfrm>
                <a:off x="3571" y="2770"/>
                <a:ext cx="68" cy="4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54" name="Oval 516"/>
              <p:cNvSpPr>
                <a:spLocks noChangeArrowheads="1"/>
              </p:cNvSpPr>
              <p:nvPr/>
            </p:nvSpPr>
            <p:spPr bwMode="auto">
              <a:xfrm>
                <a:off x="3655" y="2770"/>
                <a:ext cx="68" cy="4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55" name="Freeform 517"/>
              <p:cNvSpPr>
                <a:spLocks/>
              </p:cNvSpPr>
              <p:nvPr/>
            </p:nvSpPr>
            <p:spPr bwMode="auto">
              <a:xfrm>
                <a:off x="3740" y="2770"/>
                <a:ext cx="68" cy="44"/>
              </a:xfrm>
              <a:custGeom>
                <a:avLst/>
                <a:gdLst>
                  <a:gd name="T0" fmla="*/ 33 w 33"/>
                  <a:gd name="T1" fmla="*/ 10 h 21"/>
                  <a:gd name="T2" fmla="*/ 16 w 33"/>
                  <a:gd name="T3" fmla="*/ 0 h 21"/>
                  <a:gd name="T4" fmla="*/ 0 w 33"/>
                  <a:gd name="T5" fmla="*/ 10 h 21"/>
                  <a:gd name="T6" fmla="*/ 17 w 33"/>
                  <a:gd name="T7" fmla="*/ 21 h 21"/>
                  <a:gd name="T8" fmla="*/ 33 w 33"/>
                  <a:gd name="T9" fmla="*/ 10 h 21"/>
                </a:gdLst>
                <a:ahLst/>
                <a:cxnLst>
                  <a:cxn ang="0">
                    <a:pos x="T0" y="T1"/>
                  </a:cxn>
                  <a:cxn ang="0">
                    <a:pos x="T2" y="T3"/>
                  </a:cxn>
                  <a:cxn ang="0">
                    <a:pos x="T4" y="T5"/>
                  </a:cxn>
                  <a:cxn ang="0">
                    <a:pos x="T6" y="T7"/>
                  </a:cxn>
                  <a:cxn ang="0">
                    <a:pos x="T8" y="T9"/>
                  </a:cxn>
                </a:cxnLst>
                <a:rect l="0" t="0" r="r" b="b"/>
                <a:pathLst>
                  <a:path w="33" h="21">
                    <a:moveTo>
                      <a:pt x="33" y="10"/>
                    </a:moveTo>
                    <a:cubicBezTo>
                      <a:pt x="33" y="5"/>
                      <a:pt x="25" y="0"/>
                      <a:pt x="16" y="0"/>
                    </a:cubicBezTo>
                    <a:cubicBezTo>
                      <a:pt x="7" y="0"/>
                      <a:pt x="0" y="5"/>
                      <a:pt x="0" y="10"/>
                    </a:cubicBezTo>
                    <a:cubicBezTo>
                      <a:pt x="0" y="16"/>
                      <a:pt x="7" y="21"/>
                      <a:pt x="17" y="21"/>
                    </a:cubicBezTo>
                    <a:cubicBezTo>
                      <a:pt x="26" y="21"/>
                      <a:pt x="33" y="16"/>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56" name="Freeform 518"/>
              <p:cNvSpPr>
                <a:spLocks/>
              </p:cNvSpPr>
              <p:nvPr/>
            </p:nvSpPr>
            <p:spPr bwMode="auto">
              <a:xfrm>
                <a:off x="3824" y="2770"/>
                <a:ext cx="69" cy="44"/>
              </a:xfrm>
              <a:custGeom>
                <a:avLst/>
                <a:gdLst>
                  <a:gd name="T0" fmla="*/ 33 w 33"/>
                  <a:gd name="T1" fmla="*/ 10 h 21"/>
                  <a:gd name="T2" fmla="*/ 16 w 33"/>
                  <a:gd name="T3" fmla="*/ 0 h 21"/>
                  <a:gd name="T4" fmla="*/ 0 w 33"/>
                  <a:gd name="T5" fmla="*/ 10 h 21"/>
                  <a:gd name="T6" fmla="*/ 17 w 33"/>
                  <a:gd name="T7" fmla="*/ 21 h 21"/>
                  <a:gd name="T8" fmla="*/ 33 w 33"/>
                  <a:gd name="T9" fmla="*/ 10 h 21"/>
                </a:gdLst>
                <a:ahLst/>
                <a:cxnLst>
                  <a:cxn ang="0">
                    <a:pos x="T0" y="T1"/>
                  </a:cxn>
                  <a:cxn ang="0">
                    <a:pos x="T2" y="T3"/>
                  </a:cxn>
                  <a:cxn ang="0">
                    <a:pos x="T4" y="T5"/>
                  </a:cxn>
                  <a:cxn ang="0">
                    <a:pos x="T6" y="T7"/>
                  </a:cxn>
                  <a:cxn ang="0">
                    <a:pos x="T8" y="T9"/>
                  </a:cxn>
                </a:cxnLst>
                <a:rect l="0" t="0" r="r" b="b"/>
                <a:pathLst>
                  <a:path w="33" h="21">
                    <a:moveTo>
                      <a:pt x="33" y="10"/>
                    </a:moveTo>
                    <a:cubicBezTo>
                      <a:pt x="33" y="5"/>
                      <a:pt x="25" y="0"/>
                      <a:pt x="16" y="0"/>
                    </a:cubicBezTo>
                    <a:cubicBezTo>
                      <a:pt x="7" y="0"/>
                      <a:pt x="0" y="5"/>
                      <a:pt x="0" y="10"/>
                    </a:cubicBezTo>
                    <a:cubicBezTo>
                      <a:pt x="0" y="16"/>
                      <a:pt x="8" y="21"/>
                      <a:pt x="17" y="21"/>
                    </a:cubicBezTo>
                    <a:cubicBezTo>
                      <a:pt x="26" y="21"/>
                      <a:pt x="33" y="16"/>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57" name="Freeform 519"/>
              <p:cNvSpPr>
                <a:spLocks/>
              </p:cNvSpPr>
              <p:nvPr/>
            </p:nvSpPr>
            <p:spPr bwMode="auto">
              <a:xfrm>
                <a:off x="3907" y="2770"/>
                <a:ext cx="72" cy="44"/>
              </a:xfrm>
              <a:custGeom>
                <a:avLst/>
                <a:gdLst>
                  <a:gd name="T0" fmla="*/ 34 w 35"/>
                  <a:gd name="T1" fmla="*/ 10 h 21"/>
                  <a:gd name="T2" fmla="*/ 17 w 35"/>
                  <a:gd name="T3" fmla="*/ 0 h 21"/>
                  <a:gd name="T4" fmla="*/ 1 w 35"/>
                  <a:gd name="T5" fmla="*/ 10 h 21"/>
                  <a:gd name="T6" fmla="*/ 18 w 35"/>
                  <a:gd name="T7" fmla="*/ 21 h 21"/>
                  <a:gd name="T8" fmla="*/ 34 w 35"/>
                  <a:gd name="T9" fmla="*/ 10 h 21"/>
                </a:gdLst>
                <a:ahLst/>
                <a:cxnLst>
                  <a:cxn ang="0">
                    <a:pos x="T0" y="T1"/>
                  </a:cxn>
                  <a:cxn ang="0">
                    <a:pos x="T2" y="T3"/>
                  </a:cxn>
                  <a:cxn ang="0">
                    <a:pos x="T4" y="T5"/>
                  </a:cxn>
                  <a:cxn ang="0">
                    <a:pos x="T6" y="T7"/>
                  </a:cxn>
                  <a:cxn ang="0">
                    <a:pos x="T8" y="T9"/>
                  </a:cxn>
                </a:cxnLst>
                <a:rect l="0" t="0" r="r" b="b"/>
                <a:pathLst>
                  <a:path w="35" h="21">
                    <a:moveTo>
                      <a:pt x="34" y="10"/>
                    </a:moveTo>
                    <a:cubicBezTo>
                      <a:pt x="34" y="5"/>
                      <a:pt x="26" y="0"/>
                      <a:pt x="17" y="0"/>
                    </a:cubicBezTo>
                    <a:cubicBezTo>
                      <a:pt x="8" y="0"/>
                      <a:pt x="0" y="5"/>
                      <a:pt x="1" y="10"/>
                    </a:cubicBezTo>
                    <a:cubicBezTo>
                      <a:pt x="1" y="16"/>
                      <a:pt x="9" y="21"/>
                      <a:pt x="18" y="21"/>
                    </a:cubicBezTo>
                    <a:cubicBezTo>
                      <a:pt x="27" y="21"/>
                      <a:pt x="35"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58" name="Freeform 520"/>
              <p:cNvSpPr>
                <a:spLocks/>
              </p:cNvSpPr>
              <p:nvPr/>
            </p:nvSpPr>
            <p:spPr bwMode="auto">
              <a:xfrm>
                <a:off x="3992" y="2770"/>
                <a:ext cx="72" cy="44"/>
              </a:xfrm>
              <a:custGeom>
                <a:avLst/>
                <a:gdLst>
                  <a:gd name="T0" fmla="*/ 34 w 35"/>
                  <a:gd name="T1" fmla="*/ 10 h 21"/>
                  <a:gd name="T2" fmla="*/ 17 w 35"/>
                  <a:gd name="T3" fmla="*/ 0 h 21"/>
                  <a:gd name="T4" fmla="*/ 1 w 35"/>
                  <a:gd name="T5" fmla="*/ 10 h 21"/>
                  <a:gd name="T6" fmla="*/ 18 w 35"/>
                  <a:gd name="T7" fmla="*/ 21 h 21"/>
                  <a:gd name="T8" fmla="*/ 34 w 35"/>
                  <a:gd name="T9" fmla="*/ 10 h 21"/>
                </a:gdLst>
                <a:ahLst/>
                <a:cxnLst>
                  <a:cxn ang="0">
                    <a:pos x="T0" y="T1"/>
                  </a:cxn>
                  <a:cxn ang="0">
                    <a:pos x="T2" y="T3"/>
                  </a:cxn>
                  <a:cxn ang="0">
                    <a:pos x="T4" y="T5"/>
                  </a:cxn>
                  <a:cxn ang="0">
                    <a:pos x="T6" y="T7"/>
                  </a:cxn>
                  <a:cxn ang="0">
                    <a:pos x="T8" y="T9"/>
                  </a:cxn>
                </a:cxnLst>
                <a:rect l="0" t="0" r="r" b="b"/>
                <a:pathLst>
                  <a:path w="35" h="21">
                    <a:moveTo>
                      <a:pt x="34" y="10"/>
                    </a:moveTo>
                    <a:cubicBezTo>
                      <a:pt x="34" y="5"/>
                      <a:pt x="26" y="0"/>
                      <a:pt x="17" y="0"/>
                    </a:cubicBezTo>
                    <a:cubicBezTo>
                      <a:pt x="7" y="0"/>
                      <a:pt x="0" y="5"/>
                      <a:pt x="1" y="10"/>
                    </a:cubicBezTo>
                    <a:cubicBezTo>
                      <a:pt x="1" y="16"/>
                      <a:pt x="9" y="21"/>
                      <a:pt x="18" y="21"/>
                    </a:cubicBezTo>
                    <a:cubicBezTo>
                      <a:pt x="28" y="21"/>
                      <a:pt x="35"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59" name="Freeform 521"/>
              <p:cNvSpPr>
                <a:spLocks/>
              </p:cNvSpPr>
              <p:nvPr/>
            </p:nvSpPr>
            <p:spPr bwMode="auto">
              <a:xfrm>
                <a:off x="4076" y="2770"/>
                <a:ext cx="72" cy="44"/>
              </a:xfrm>
              <a:custGeom>
                <a:avLst/>
                <a:gdLst>
                  <a:gd name="T0" fmla="*/ 34 w 35"/>
                  <a:gd name="T1" fmla="*/ 10 h 21"/>
                  <a:gd name="T2" fmla="*/ 17 w 35"/>
                  <a:gd name="T3" fmla="*/ 0 h 21"/>
                  <a:gd name="T4" fmla="*/ 1 w 35"/>
                  <a:gd name="T5" fmla="*/ 10 h 21"/>
                  <a:gd name="T6" fmla="*/ 18 w 35"/>
                  <a:gd name="T7" fmla="*/ 21 h 21"/>
                  <a:gd name="T8" fmla="*/ 34 w 35"/>
                  <a:gd name="T9" fmla="*/ 10 h 21"/>
                </a:gdLst>
                <a:ahLst/>
                <a:cxnLst>
                  <a:cxn ang="0">
                    <a:pos x="T0" y="T1"/>
                  </a:cxn>
                  <a:cxn ang="0">
                    <a:pos x="T2" y="T3"/>
                  </a:cxn>
                  <a:cxn ang="0">
                    <a:pos x="T4" y="T5"/>
                  </a:cxn>
                  <a:cxn ang="0">
                    <a:pos x="T6" y="T7"/>
                  </a:cxn>
                  <a:cxn ang="0">
                    <a:pos x="T8" y="T9"/>
                  </a:cxn>
                </a:cxnLst>
                <a:rect l="0" t="0" r="r" b="b"/>
                <a:pathLst>
                  <a:path w="35" h="21">
                    <a:moveTo>
                      <a:pt x="34" y="10"/>
                    </a:moveTo>
                    <a:cubicBezTo>
                      <a:pt x="34" y="5"/>
                      <a:pt x="26" y="0"/>
                      <a:pt x="17" y="0"/>
                    </a:cubicBezTo>
                    <a:cubicBezTo>
                      <a:pt x="7" y="0"/>
                      <a:pt x="0" y="5"/>
                      <a:pt x="1" y="10"/>
                    </a:cubicBezTo>
                    <a:cubicBezTo>
                      <a:pt x="1" y="16"/>
                      <a:pt x="9" y="21"/>
                      <a:pt x="18" y="21"/>
                    </a:cubicBezTo>
                    <a:cubicBezTo>
                      <a:pt x="28" y="21"/>
                      <a:pt x="35"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60" name="Freeform 522"/>
              <p:cNvSpPr>
                <a:spLocks/>
              </p:cNvSpPr>
              <p:nvPr/>
            </p:nvSpPr>
            <p:spPr bwMode="auto">
              <a:xfrm>
                <a:off x="4161" y="2770"/>
                <a:ext cx="72" cy="44"/>
              </a:xfrm>
              <a:custGeom>
                <a:avLst/>
                <a:gdLst>
                  <a:gd name="T0" fmla="*/ 34 w 35"/>
                  <a:gd name="T1" fmla="*/ 10 h 21"/>
                  <a:gd name="T2" fmla="*/ 16 w 35"/>
                  <a:gd name="T3" fmla="*/ 0 h 21"/>
                  <a:gd name="T4" fmla="*/ 1 w 35"/>
                  <a:gd name="T5" fmla="*/ 10 h 21"/>
                  <a:gd name="T6" fmla="*/ 19 w 35"/>
                  <a:gd name="T7" fmla="*/ 21 h 21"/>
                  <a:gd name="T8" fmla="*/ 34 w 35"/>
                  <a:gd name="T9" fmla="*/ 10 h 21"/>
                </a:gdLst>
                <a:ahLst/>
                <a:cxnLst>
                  <a:cxn ang="0">
                    <a:pos x="T0" y="T1"/>
                  </a:cxn>
                  <a:cxn ang="0">
                    <a:pos x="T2" y="T3"/>
                  </a:cxn>
                  <a:cxn ang="0">
                    <a:pos x="T4" y="T5"/>
                  </a:cxn>
                  <a:cxn ang="0">
                    <a:pos x="T6" y="T7"/>
                  </a:cxn>
                  <a:cxn ang="0">
                    <a:pos x="T8" y="T9"/>
                  </a:cxn>
                </a:cxnLst>
                <a:rect l="0" t="0" r="r" b="b"/>
                <a:pathLst>
                  <a:path w="35" h="21">
                    <a:moveTo>
                      <a:pt x="34" y="10"/>
                    </a:moveTo>
                    <a:cubicBezTo>
                      <a:pt x="34" y="5"/>
                      <a:pt x="26" y="0"/>
                      <a:pt x="16" y="0"/>
                    </a:cubicBezTo>
                    <a:cubicBezTo>
                      <a:pt x="7" y="0"/>
                      <a:pt x="0" y="5"/>
                      <a:pt x="1" y="10"/>
                    </a:cubicBezTo>
                    <a:cubicBezTo>
                      <a:pt x="1" y="16"/>
                      <a:pt x="9" y="21"/>
                      <a:pt x="19" y="21"/>
                    </a:cubicBezTo>
                    <a:cubicBezTo>
                      <a:pt x="28" y="21"/>
                      <a:pt x="35"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61" name="Freeform 523"/>
              <p:cNvSpPr>
                <a:spLocks/>
              </p:cNvSpPr>
              <p:nvPr/>
            </p:nvSpPr>
            <p:spPr bwMode="auto">
              <a:xfrm>
                <a:off x="3139" y="2822"/>
                <a:ext cx="73" cy="45"/>
              </a:xfrm>
              <a:custGeom>
                <a:avLst/>
                <a:gdLst>
                  <a:gd name="T0" fmla="*/ 35 w 35"/>
                  <a:gd name="T1" fmla="*/ 11 h 22"/>
                  <a:gd name="T2" fmla="*/ 19 w 35"/>
                  <a:gd name="T3" fmla="*/ 0 h 22"/>
                  <a:gd name="T4" fmla="*/ 1 w 35"/>
                  <a:gd name="T5" fmla="*/ 11 h 22"/>
                  <a:gd name="T6" fmla="*/ 17 w 35"/>
                  <a:gd name="T7" fmla="*/ 22 h 22"/>
                  <a:gd name="T8" fmla="*/ 35 w 35"/>
                  <a:gd name="T9" fmla="*/ 11 h 22"/>
                </a:gdLst>
                <a:ahLst/>
                <a:cxnLst>
                  <a:cxn ang="0">
                    <a:pos x="T0" y="T1"/>
                  </a:cxn>
                  <a:cxn ang="0">
                    <a:pos x="T2" y="T3"/>
                  </a:cxn>
                  <a:cxn ang="0">
                    <a:pos x="T4" y="T5"/>
                  </a:cxn>
                  <a:cxn ang="0">
                    <a:pos x="T6" y="T7"/>
                  </a:cxn>
                  <a:cxn ang="0">
                    <a:pos x="T8" y="T9"/>
                  </a:cxn>
                </a:cxnLst>
                <a:rect l="0" t="0" r="r" b="b"/>
                <a:pathLst>
                  <a:path w="35" h="22">
                    <a:moveTo>
                      <a:pt x="35" y="11"/>
                    </a:moveTo>
                    <a:cubicBezTo>
                      <a:pt x="35" y="5"/>
                      <a:pt x="28" y="0"/>
                      <a:pt x="19" y="0"/>
                    </a:cubicBezTo>
                    <a:cubicBezTo>
                      <a:pt x="10" y="0"/>
                      <a:pt x="2" y="5"/>
                      <a:pt x="1" y="11"/>
                    </a:cubicBezTo>
                    <a:cubicBezTo>
                      <a:pt x="0" y="17"/>
                      <a:pt x="8" y="22"/>
                      <a:pt x="17" y="22"/>
                    </a:cubicBezTo>
                    <a:cubicBezTo>
                      <a:pt x="26" y="22"/>
                      <a:pt x="34" y="17"/>
                      <a:pt x="3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62" name="Freeform 524"/>
              <p:cNvSpPr>
                <a:spLocks/>
              </p:cNvSpPr>
              <p:nvPr/>
            </p:nvSpPr>
            <p:spPr bwMode="auto">
              <a:xfrm>
                <a:off x="3226" y="2822"/>
                <a:ext cx="72" cy="45"/>
              </a:xfrm>
              <a:custGeom>
                <a:avLst/>
                <a:gdLst>
                  <a:gd name="T0" fmla="*/ 34 w 35"/>
                  <a:gd name="T1" fmla="*/ 11 h 22"/>
                  <a:gd name="T2" fmla="*/ 18 w 35"/>
                  <a:gd name="T3" fmla="*/ 0 h 22"/>
                  <a:gd name="T4" fmla="*/ 0 w 35"/>
                  <a:gd name="T5" fmla="*/ 11 h 22"/>
                  <a:gd name="T6" fmla="*/ 17 w 35"/>
                  <a:gd name="T7" fmla="*/ 22 h 22"/>
                  <a:gd name="T8" fmla="*/ 34 w 35"/>
                  <a:gd name="T9" fmla="*/ 11 h 22"/>
                </a:gdLst>
                <a:ahLst/>
                <a:cxnLst>
                  <a:cxn ang="0">
                    <a:pos x="T0" y="T1"/>
                  </a:cxn>
                  <a:cxn ang="0">
                    <a:pos x="T2" y="T3"/>
                  </a:cxn>
                  <a:cxn ang="0">
                    <a:pos x="T4" y="T5"/>
                  </a:cxn>
                  <a:cxn ang="0">
                    <a:pos x="T6" y="T7"/>
                  </a:cxn>
                  <a:cxn ang="0">
                    <a:pos x="T8" y="T9"/>
                  </a:cxn>
                </a:cxnLst>
                <a:rect l="0" t="0" r="r" b="b"/>
                <a:pathLst>
                  <a:path w="35" h="22">
                    <a:moveTo>
                      <a:pt x="34" y="11"/>
                    </a:moveTo>
                    <a:cubicBezTo>
                      <a:pt x="35" y="5"/>
                      <a:pt x="27" y="0"/>
                      <a:pt x="18" y="0"/>
                    </a:cubicBezTo>
                    <a:cubicBezTo>
                      <a:pt x="9" y="0"/>
                      <a:pt x="1" y="5"/>
                      <a:pt x="0" y="11"/>
                    </a:cubicBezTo>
                    <a:cubicBezTo>
                      <a:pt x="0" y="17"/>
                      <a:pt x="7" y="22"/>
                      <a:pt x="17" y="22"/>
                    </a:cubicBezTo>
                    <a:cubicBezTo>
                      <a:pt x="26" y="22"/>
                      <a:pt x="34" y="17"/>
                      <a:pt x="3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63" name="Freeform 525"/>
              <p:cNvSpPr>
                <a:spLocks/>
              </p:cNvSpPr>
              <p:nvPr/>
            </p:nvSpPr>
            <p:spPr bwMode="auto">
              <a:xfrm>
                <a:off x="3313" y="2822"/>
                <a:ext cx="70" cy="45"/>
              </a:xfrm>
              <a:custGeom>
                <a:avLst/>
                <a:gdLst>
                  <a:gd name="T0" fmla="*/ 34 w 34"/>
                  <a:gd name="T1" fmla="*/ 11 h 22"/>
                  <a:gd name="T2" fmla="*/ 17 w 34"/>
                  <a:gd name="T3" fmla="*/ 0 h 22"/>
                  <a:gd name="T4" fmla="*/ 0 w 34"/>
                  <a:gd name="T5" fmla="*/ 11 h 22"/>
                  <a:gd name="T6" fmla="*/ 16 w 34"/>
                  <a:gd name="T7" fmla="*/ 22 h 22"/>
                  <a:gd name="T8" fmla="*/ 34 w 34"/>
                  <a:gd name="T9" fmla="*/ 11 h 22"/>
                </a:gdLst>
                <a:ahLst/>
                <a:cxnLst>
                  <a:cxn ang="0">
                    <a:pos x="T0" y="T1"/>
                  </a:cxn>
                  <a:cxn ang="0">
                    <a:pos x="T2" y="T3"/>
                  </a:cxn>
                  <a:cxn ang="0">
                    <a:pos x="T4" y="T5"/>
                  </a:cxn>
                  <a:cxn ang="0">
                    <a:pos x="T6" y="T7"/>
                  </a:cxn>
                  <a:cxn ang="0">
                    <a:pos x="T8" y="T9"/>
                  </a:cxn>
                </a:cxnLst>
                <a:rect l="0" t="0" r="r" b="b"/>
                <a:pathLst>
                  <a:path w="34" h="22">
                    <a:moveTo>
                      <a:pt x="34" y="11"/>
                    </a:moveTo>
                    <a:cubicBezTo>
                      <a:pt x="34" y="5"/>
                      <a:pt x="27" y="0"/>
                      <a:pt x="17" y="0"/>
                    </a:cubicBezTo>
                    <a:cubicBezTo>
                      <a:pt x="8" y="0"/>
                      <a:pt x="0" y="5"/>
                      <a:pt x="0" y="11"/>
                    </a:cubicBezTo>
                    <a:cubicBezTo>
                      <a:pt x="0" y="17"/>
                      <a:pt x="7" y="22"/>
                      <a:pt x="16" y="22"/>
                    </a:cubicBezTo>
                    <a:cubicBezTo>
                      <a:pt x="26" y="22"/>
                      <a:pt x="33" y="17"/>
                      <a:pt x="3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64" name="Freeform 526"/>
              <p:cNvSpPr>
                <a:spLocks/>
              </p:cNvSpPr>
              <p:nvPr/>
            </p:nvSpPr>
            <p:spPr bwMode="auto">
              <a:xfrm>
                <a:off x="3397" y="2822"/>
                <a:ext cx="71" cy="45"/>
              </a:xfrm>
              <a:custGeom>
                <a:avLst/>
                <a:gdLst>
                  <a:gd name="T0" fmla="*/ 34 w 34"/>
                  <a:gd name="T1" fmla="*/ 11 h 22"/>
                  <a:gd name="T2" fmla="*/ 18 w 34"/>
                  <a:gd name="T3" fmla="*/ 0 h 22"/>
                  <a:gd name="T4" fmla="*/ 0 w 34"/>
                  <a:gd name="T5" fmla="*/ 11 h 22"/>
                  <a:gd name="T6" fmla="*/ 17 w 34"/>
                  <a:gd name="T7" fmla="*/ 22 h 22"/>
                  <a:gd name="T8" fmla="*/ 34 w 34"/>
                  <a:gd name="T9" fmla="*/ 11 h 22"/>
                </a:gdLst>
                <a:ahLst/>
                <a:cxnLst>
                  <a:cxn ang="0">
                    <a:pos x="T0" y="T1"/>
                  </a:cxn>
                  <a:cxn ang="0">
                    <a:pos x="T2" y="T3"/>
                  </a:cxn>
                  <a:cxn ang="0">
                    <a:pos x="T4" y="T5"/>
                  </a:cxn>
                  <a:cxn ang="0">
                    <a:pos x="T6" y="T7"/>
                  </a:cxn>
                  <a:cxn ang="0">
                    <a:pos x="T8" y="T9"/>
                  </a:cxn>
                </a:cxnLst>
                <a:rect l="0" t="0" r="r" b="b"/>
                <a:pathLst>
                  <a:path w="34" h="22">
                    <a:moveTo>
                      <a:pt x="34" y="11"/>
                    </a:moveTo>
                    <a:cubicBezTo>
                      <a:pt x="34" y="5"/>
                      <a:pt x="27" y="0"/>
                      <a:pt x="18" y="0"/>
                    </a:cubicBezTo>
                    <a:cubicBezTo>
                      <a:pt x="8" y="0"/>
                      <a:pt x="1" y="5"/>
                      <a:pt x="0" y="11"/>
                    </a:cubicBezTo>
                    <a:cubicBezTo>
                      <a:pt x="0" y="17"/>
                      <a:pt x="7" y="22"/>
                      <a:pt x="17" y="22"/>
                    </a:cubicBezTo>
                    <a:cubicBezTo>
                      <a:pt x="26" y="22"/>
                      <a:pt x="34" y="17"/>
                      <a:pt x="3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65" name="Freeform 527"/>
              <p:cNvSpPr>
                <a:spLocks/>
              </p:cNvSpPr>
              <p:nvPr/>
            </p:nvSpPr>
            <p:spPr bwMode="auto">
              <a:xfrm>
                <a:off x="3484" y="2822"/>
                <a:ext cx="70" cy="45"/>
              </a:xfrm>
              <a:custGeom>
                <a:avLst/>
                <a:gdLst>
                  <a:gd name="T0" fmla="*/ 34 w 34"/>
                  <a:gd name="T1" fmla="*/ 11 h 22"/>
                  <a:gd name="T2" fmla="*/ 17 w 34"/>
                  <a:gd name="T3" fmla="*/ 0 h 22"/>
                  <a:gd name="T4" fmla="*/ 0 w 34"/>
                  <a:gd name="T5" fmla="*/ 11 h 22"/>
                  <a:gd name="T6" fmla="*/ 16 w 34"/>
                  <a:gd name="T7" fmla="*/ 22 h 22"/>
                  <a:gd name="T8" fmla="*/ 34 w 34"/>
                  <a:gd name="T9" fmla="*/ 11 h 22"/>
                </a:gdLst>
                <a:ahLst/>
                <a:cxnLst>
                  <a:cxn ang="0">
                    <a:pos x="T0" y="T1"/>
                  </a:cxn>
                  <a:cxn ang="0">
                    <a:pos x="T2" y="T3"/>
                  </a:cxn>
                  <a:cxn ang="0">
                    <a:pos x="T4" y="T5"/>
                  </a:cxn>
                  <a:cxn ang="0">
                    <a:pos x="T6" y="T7"/>
                  </a:cxn>
                  <a:cxn ang="0">
                    <a:pos x="T8" y="T9"/>
                  </a:cxn>
                </a:cxnLst>
                <a:rect l="0" t="0" r="r" b="b"/>
                <a:pathLst>
                  <a:path w="34" h="22">
                    <a:moveTo>
                      <a:pt x="34" y="11"/>
                    </a:moveTo>
                    <a:cubicBezTo>
                      <a:pt x="34" y="5"/>
                      <a:pt x="26" y="0"/>
                      <a:pt x="17" y="0"/>
                    </a:cubicBezTo>
                    <a:cubicBezTo>
                      <a:pt x="8" y="0"/>
                      <a:pt x="0" y="5"/>
                      <a:pt x="0" y="11"/>
                    </a:cubicBezTo>
                    <a:cubicBezTo>
                      <a:pt x="0" y="17"/>
                      <a:pt x="7" y="22"/>
                      <a:pt x="16" y="22"/>
                    </a:cubicBezTo>
                    <a:cubicBezTo>
                      <a:pt x="26" y="22"/>
                      <a:pt x="34" y="17"/>
                      <a:pt x="3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66" name="Freeform 528"/>
              <p:cNvSpPr>
                <a:spLocks/>
              </p:cNvSpPr>
              <p:nvPr/>
            </p:nvSpPr>
            <p:spPr bwMode="auto">
              <a:xfrm>
                <a:off x="3569" y="2822"/>
                <a:ext cx="70" cy="45"/>
              </a:xfrm>
              <a:custGeom>
                <a:avLst/>
                <a:gdLst>
                  <a:gd name="T0" fmla="*/ 34 w 34"/>
                  <a:gd name="T1" fmla="*/ 11 h 22"/>
                  <a:gd name="T2" fmla="*/ 17 w 34"/>
                  <a:gd name="T3" fmla="*/ 0 h 22"/>
                  <a:gd name="T4" fmla="*/ 0 w 34"/>
                  <a:gd name="T5" fmla="*/ 11 h 22"/>
                  <a:gd name="T6" fmla="*/ 17 w 34"/>
                  <a:gd name="T7" fmla="*/ 22 h 22"/>
                  <a:gd name="T8" fmla="*/ 34 w 34"/>
                  <a:gd name="T9" fmla="*/ 11 h 22"/>
                </a:gdLst>
                <a:ahLst/>
                <a:cxnLst>
                  <a:cxn ang="0">
                    <a:pos x="T0" y="T1"/>
                  </a:cxn>
                  <a:cxn ang="0">
                    <a:pos x="T2" y="T3"/>
                  </a:cxn>
                  <a:cxn ang="0">
                    <a:pos x="T4" y="T5"/>
                  </a:cxn>
                  <a:cxn ang="0">
                    <a:pos x="T6" y="T7"/>
                  </a:cxn>
                  <a:cxn ang="0">
                    <a:pos x="T8" y="T9"/>
                  </a:cxn>
                </a:cxnLst>
                <a:rect l="0" t="0" r="r" b="b"/>
                <a:pathLst>
                  <a:path w="34" h="22">
                    <a:moveTo>
                      <a:pt x="34" y="11"/>
                    </a:moveTo>
                    <a:cubicBezTo>
                      <a:pt x="34" y="5"/>
                      <a:pt x="27" y="0"/>
                      <a:pt x="17" y="0"/>
                    </a:cubicBezTo>
                    <a:cubicBezTo>
                      <a:pt x="8" y="0"/>
                      <a:pt x="0" y="5"/>
                      <a:pt x="0" y="11"/>
                    </a:cubicBezTo>
                    <a:cubicBezTo>
                      <a:pt x="0" y="17"/>
                      <a:pt x="8" y="22"/>
                      <a:pt x="17" y="22"/>
                    </a:cubicBezTo>
                    <a:cubicBezTo>
                      <a:pt x="26" y="22"/>
                      <a:pt x="34" y="17"/>
                      <a:pt x="3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67" name="Freeform 529"/>
              <p:cNvSpPr>
                <a:spLocks/>
              </p:cNvSpPr>
              <p:nvPr/>
            </p:nvSpPr>
            <p:spPr bwMode="auto">
              <a:xfrm>
                <a:off x="3655" y="2822"/>
                <a:ext cx="70" cy="45"/>
              </a:xfrm>
              <a:custGeom>
                <a:avLst/>
                <a:gdLst>
                  <a:gd name="T0" fmla="*/ 34 w 34"/>
                  <a:gd name="T1" fmla="*/ 11 h 22"/>
                  <a:gd name="T2" fmla="*/ 17 w 34"/>
                  <a:gd name="T3" fmla="*/ 0 h 22"/>
                  <a:gd name="T4" fmla="*/ 0 w 34"/>
                  <a:gd name="T5" fmla="*/ 11 h 22"/>
                  <a:gd name="T6" fmla="*/ 17 w 34"/>
                  <a:gd name="T7" fmla="*/ 22 h 22"/>
                  <a:gd name="T8" fmla="*/ 34 w 34"/>
                  <a:gd name="T9" fmla="*/ 11 h 22"/>
                </a:gdLst>
                <a:ahLst/>
                <a:cxnLst>
                  <a:cxn ang="0">
                    <a:pos x="T0" y="T1"/>
                  </a:cxn>
                  <a:cxn ang="0">
                    <a:pos x="T2" y="T3"/>
                  </a:cxn>
                  <a:cxn ang="0">
                    <a:pos x="T4" y="T5"/>
                  </a:cxn>
                  <a:cxn ang="0">
                    <a:pos x="T6" y="T7"/>
                  </a:cxn>
                  <a:cxn ang="0">
                    <a:pos x="T8" y="T9"/>
                  </a:cxn>
                </a:cxnLst>
                <a:rect l="0" t="0" r="r" b="b"/>
                <a:pathLst>
                  <a:path w="34" h="22">
                    <a:moveTo>
                      <a:pt x="34" y="11"/>
                    </a:moveTo>
                    <a:cubicBezTo>
                      <a:pt x="33" y="5"/>
                      <a:pt x="26" y="0"/>
                      <a:pt x="17" y="0"/>
                    </a:cubicBezTo>
                    <a:cubicBezTo>
                      <a:pt x="7" y="0"/>
                      <a:pt x="0" y="5"/>
                      <a:pt x="0" y="11"/>
                    </a:cubicBezTo>
                    <a:cubicBezTo>
                      <a:pt x="0" y="17"/>
                      <a:pt x="7" y="22"/>
                      <a:pt x="17" y="22"/>
                    </a:cubicBezTo>
                    <a:cubicBezTo>
                      <a:pt x="26" y="22"/>
                      <a:pt x="34" y="17"/>
                      <a:pt x="3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68" name="Freeform 530"/>
              <p:cNvSpPr>
                <a:spLocks/>
              </p:cNvSpPr>
              <p:nvPr/>
            </p:nvSpPr>
            <p:spPr bwMode="auto">
              <a:xfrm>
                <a:off x="3740" y="2822"/>
                <a:ext cx="70" cy="45"/>
              </a:xfrm>
              <a:custGeom>
                <a:avLst/>
                <a:gdLst>
                  <a:gd name="T0" fmla="*/ 34 w 34"/>
                  <a:gd name="T1" fmla="*/ 11 h 22"/>
                  <a:gd name="T2" fmla="*/ 17 w 34"/>
                  <a:gd name="T3" fmla="*/ 0 h 22"/>
                  <a:gd name="T4" fmla="*/ 0 w 34"/>
                  <a:gd name="T5" fmla="*/ 11 h 22"/>
                  <a:gd name="T6" fmla="*/ 17 w 34"/>
                  <a:gd name="T7" fmla="*/ 22 h 22"/>
                  <a:gd name="T8" fmla="*/ 34 w 34"/>
                  <a:gd name="T9" fmla="*/ 11 h 22"/>
                </a:gdLst>
                <a:ahLst/>
                <a:cxnLst>
                  <a:cxn ang="0">
                    <a:pos x="T0" y="T1"/>
                  </a:cxn>
                  <a:cxn ang="0">
                    <a:pos x="T2" y="T3"/>
                  </a:cxn>
                  <a:cxn ang="0">
                    <a:pos x="T4" y="T5"/>
                  </a:cxn>
                  <a:cxn ang="0">
                    <a:pos x="T6" y="T7"/>
                  </a:cxn>
                  <a:cxn ang="0">
                    <a:pos x="T8" y="T9"/>
                  </a:cxn>
                </a:cxnLst>
                <a:rect l="0" t="0" r="r" b="b"/>
                <a:pathLst>
                  <a:path w="34" h="22">
                    <a:moveTo>
                      <a:pt x="34" y="11"/>
                    </a:moveTo>
                    <a:cubicBezTo>
                      <a:pt x="34" y="5"/>
                      <a:pt x="26" y="0"/>
                      <a:pt x="17" y="0"/>
                    </a:cubicBezTo>
                    <a:cubicBezTo>
                      <a:pt x="8" y="0"/>
                      <a:pt x="0" y="5"/>
                      <a:pt x="0" y="11"/>
                    </a:cubicBezTo>
                    <a:cubicBezTo>
                      <a:pt x="0" y="17"/>
                      <a:pt x="8" y="22"/>
                      <a:pt x="17" y="22"/>
                    </a:cubicBezTo>
                    <a:cubicBezTo>
                      <a:pt x="27" y="22"/>
                      <a:pt x="34" y="17"/>
                      <a:pt x="3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69" name="Freeform 531"/>
              <p:cNvSpPr>
                <a:spLocks/>
              </p:cNvSpPr>
              <p:nvPr/>
            </p:nvSpPr>
            <p:spPr bwMode="auto">
              <a:xfrm>
                <a:off x="3824" y="2822"/>
                <a:ext cx="73" cy="45"/>
              </a:xfrm>
              <a:custGeom>
                <a:avLst/>
                <a:gdLst>
                  <a:gd name="T0" fmla="*/ 34 w 35"/>
                  <a:gd name="T1" fmla="*/ 11 h 22"/>
                  <a:gd name="T2" fmla="*/ 17 w 35"/>
                  <a:gd name="T3" fmla="*/ 0 h 22"/>
                  <a:gd name="T4" fmla="*/ 1 w 35"/>
                  <a:gd name="T5" fmla="*/ 11 h 22"/>
                  <a:gd name="T6" fmla="*/ 18 w 35"/>
                  <a:gd name="T7" fmla="*/ 22 h 22"/>
                  <a:gd name="T8" fmla="*/ 34 w 35"/>
                  <a:gd name="T9" fmla="*/ 11 h 22"/>
                </a:gdLst>
                <a:ahLst/>
                <a:cxnLst>
                  <a:cxn ang="0">
                    <a:pos x="T0" y="T1"/>
                  </a:cxn>
                  <a:cxn ang="0">
                    <a:pos x="T2" y="T3"/>
                  </a:cxn>
                  <a:cxn ang="0">
                    <a:pos x="T4" y="T5"/>
                  </a:cxn>
                  <a:cxn ang="0">
                    <a:pos x="T6" y="T7"/>
                  </a:cxn>
                  <a:cxn ang="0">
                    <a:pos x="T8" y="T9"/>
                  </a:cxn>
                </a:cxnLst>
                <a:rect l="0" t="0" r="r" b="b"/>
                <a:pathLst>
                  <a:path w="35" h="22">
                    <a:moveTo>
                      <a:pt x="34" y="11"/>
                    </a:moveTo>
                    <a:cubicBezTo>
                      <a:pt x="34" y="5"/>
                      <a:pt x="26" y="0"/>
                      <a:pt x="17" y="0"/>
                    </a:cubicBezTo>
                    <a:cubicBezTo>
                      <a:pt x="8" y="0"/>
                      <a:pt x="0" y="5"/>
                      <a:pt x="1" y="11"/>
                    </a:cubicBezTo>
                    <a:cubicBezTo>
                      <a:pt x="1" y="17"/>
                      <a:pt x="9" y="22"/>
                      <a:pt x="18" y="22"/>
                    </a:cubicBezTo>
                    <a:cubicBezTo>
                      <a:pt x="27" y="22"/>
                      <a:pt x="35" y="17"/>
                      <a:pt x="3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70" name="Freeform 532"/>
              <p:cNvSpPr>
                <a:spLocks/>
              </p:cNvSpPr>
              <p:nvPr/>
            </p:nvSpPr>
            <p:spPr bwMode="auto">
              <a:xfrm>
                <a:off x="3911" y="2822"/>
                <a:ext cx="70" cy="45"/>
              </a:xfrm>
              <a:custGeom>
                <a:avLst/>
                <a:gdLst>
                  <a:gd name="T0" fmla="*/ 34 w 34"/>
                  <a:gd name="T1" fmla="*/ 11 h 22"/>
                  <a:gd name="T2" fmla="*/ 16 w 34"/>
                  <a:gd name="T3" fmla="*/ 0 h 22"/>
                  <a:gd name="T4" fmla="*/ 0 w 34"/>
                  <a:gd name="T5" fmla="*/ 11 h 22"/>
                  <a:gd name="T6" fmla="*/ 18 w 34"/>
                  <a:gd name="T7" fmla="*/ 22 h 22"/>
                  <a:gd name="T8" fmla="*/ 34 w 34"/>
                  <a:gd name="T9" fmla="*/ 11 h 22"/>
                </a:gdLst>
                <a:ahLst/>
                <a:cxnLst>
                  <a:cxn ang="0">
                    <a:pos x="T0" y="T1"/>
                  </a:cxn>
                  <a:cxn ang="0">
                    <a:pos x="T2" y="T3"/>
                  </a:cxn>
                  <a:cxn ang="0">
                    <a:pos x="T4" y="T5"/>
                  </a:cxn>
                  <a:cxn ang="0">
                    <a:pos x="T6" y="T7"/>
                  </a:cxn>
                  <a:cxn ang="0">
                    <a:pos x="T8" y="T9"/>
                  </a:cxn>
                </a:cxnLst>
                <a:rect l="0" t="0" r="r" b="b"/>
                <a:pathLst>
                  <a:path w="34" h="22">
                    <a:moveTo>
                      <a:pt x="34" y="11"/>
                    </a:moveTo>
                    <a:cubicBezTo>
                      <a:pt x="34" y="5"/>
                      <a:pt x="26" y="0"/>
                      <a:pt x="16" y="0"/>
                    </a:cubicBezTo>
                    <a:cubicBezTo>
                      <a:pt x="7" y="0"/>
                      <a:pt x="0" y="5"/>
                      <a:pt x="0" y="11"/>
                    </a:cubicBezTo>
                    <a:cubicBezTo>
                      <a:pt x="0" y="17"/>
                      <a:pt x="8" y="22"/>
                      <a:pt x="18" y="22"/>
                    </a:cubicBezTo>
                    <a:cubicBezTo>
                      <a:pt x="27" y="22"/>
                      <a:pt x="34" y="17"/>
                      <a:pt x="3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71" name="Freeform 533"/>
              <p:cNvSpPr>
                <a:spLocks/>
              </p:cNvSpPr>
              <p:nvPr/>
            </p:nvSpPr>
            <p:spPr bwMode="auto">
              <a:xfrm>
                <a:off x="3996" y="2822"/>
                <a:ext cx="72" cy="45"/>
              </a:xfrm>
              <a:custGeom>
                <a:avLst/>
                <a:gdLst>
                  <a:gd name="T0" fmla="*/ 34 w 35"/>
                  <a:gd name="T1" fmla="*/ 11 h 22"/>
                  <a:gd name="T2" fmla="*/ 17 w 35"/>
                  <a:gd name="T3" fmla="*/ 0 h 22"/>
                  <a:gd name="T4" fmla="*/ 1 w 35"/>
                  <a:gd name="T5" fmla="*/ 11 h 22"/>
                  <a:gd name="T6" fmla="*/ 18 w 35"/>
                  <a:gd name="T7" fmla="*/ 22 h 22"/>
                  <a:gd name="T8" fmla="*/ 34 w 35"/>
                  <a:gd name="T9" fmla="*/ 11 h 22"/>
                </a:gdLst>
                <a:ahLst/>
                <a:cxnLst>
                  <a:cxn ang="0">
                    <a:pos x="T0" y="T1"/>
                  </a:cxn>
                  <a:cxn ang="0">
                    <a:pos x="T2" y="T3"/>
                  </a:cxn>
                  <a:cxn ang="0">
                    <a:pos x="T4" y="T5"/>
                  </a:cxn>
                  <a:cxn ang="0">
                    <a:pos x="T6" y="T7"/>
                  </a:cxn>
                  <a:cxn ang="0">
                    <a:pos x="T8" y="T9"/>
                  </a:cxn>
                </a:cxnLst>
                <a:rect l="0" t="0" r="r" b="b"/>
                <a:pathLst>
                  <a:path w="35" h="22">
                    <a:moveTo>
                      <a:pt x="34" y="11"/>
                    </a:moveTo>
                    <a:cubicBezTo>
                      <a:pt x="34" y="5"/>
                      <a:pt x="26" y="0"/>
                      <a:pt x="17" y="0"/>
                    </a:cubicBezTo>
                    <a:cubicBezTo>
                      <a:pt x="7" y="0"/>
                      <a:pt x="0" y="5"/>
                      <a:pt x="1" y="11"/>
                    </a:cubicBezTo>
                    <a:cubicBezTo>
                      <a:pt x="1" y="17"/>
                      <a:pt x="9" y="22"/>
                      <a:pt x="18" y="22"/>
                    </a:cubicBezTo>
                    <a:cubicBezTo>
                      <a:pt x="28" y="22"/>
                      <a:pt x="35" y="17"/>
                      <a:pt x="3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72" name="Freeform 534"/>
              <p:cNvSpPr>
                <a:spLocks/>
              </p:cNvSpPr>
              <p:nvPr/>
            </p:nvSpPr>
            <p:spPr bwMode="auto">
              <a:xfrm>
                <a:off x="4080" y="2822"/>
                <a:ext cx="72" cy="45"/>
              </a:xfrm>
              <a:custGeom>
                <a:avLst/>
                <a:gdLst>
                  <a:gd name="T0" fmla="*/ 35 w 35"/>
                  <a:gd name="T1" fmla="*/ 11 h 22"/>
                  <a:gd name="T2" fmla="*/ 17 w 35"/>
                  <a:gd name="T3" fmla="*/ 0 h 22"/>
                  <a:gd name="T4" fmla="*/ 1 w 35"/>
                  <a:gd name="T5" fmla="*/ 11 h 22"/>
                  <a:gd name="T6" fmla="*/ 19 w 35"/>
                  <a:gd name="T7" fmla="*/ 22 h 22"/>
                  <a:gd name="T8" fmla="*/ 35 w 35"/>
                  <a:gd name="T9" fmla="*/ 11 h 22"/>
                </a:gdLst>
                <a:ahLst/>
                <a:cxnLst>
                  <a:cxn ang="0">
                    <a:pos x="T0" y="T1"/>
                  </a:cxn>
                  <a:cxn ang="0">
                    <a:pos x="T2" y="T3"/>
                  </a:cxn>
                  <a:cxn ang="0">
                    <a:pos x="T4" y="T5"/>
                  </a:cxn>
                  <a:cxn ang="0">
                    <a:pos x="T6" y="T7"/>
                  </a:cxn>
                  <a:cxn ang="0">
                    <a:pos x="T8" y="T9"/>
                  </a:cxn>
                </a:cxnLst>
                <a:rect l="0" t="0" r="r" b="b"/>
                <a:pathLst>
                  <a:path w="35" h="22">
                    <a:moveTo>
                      <a:pt x="35" y="11"/>
                    </a:moveTo>
                    <a:cubicBezTo>
                      <a:pt x="34" y="5"/>
                      <a:pt x="26" y="0"/>
                      <a:pt x="17" y="0"/>
                    </a:cubicBezTo>
                    <a:cubicBezTo>
                      <a:pt x="8" y="0"/>
                      <a:pt x="0" y="5"/>
                      <a:pt x="1" y="11"/>
                    </a:cubicBezTo>
                    <a:cubicBezTo>
                      <a:pt x="2" y="17"/>
                      <a:pt x="10" y="22"/>
                      <a:pt x="19" y="22"/>
                    </a:cubicBezTo>
                    <a:cubicBezTo>
                      <a:pt x="28" y="22"/>
                      <a:pt x="35" y="17"/>
                      <a:pt x="3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73" name="Freeform 535"/>
              <p:cNvSpPr>
                <a:spLocks/>
              </p:cNvSpPr>
              <p:nvPr/>
            </p:nvSpPr>
            <p:spPr bwMode="auto">
              <a:xfrm>
                <a:off x="4167" y="2822"/>
                <a:ext cx="72" cy="45"/>
              </a:xfrm>
              <a:custGeom>
                <a:avLst/>
                <a:gdLst>
                  <a:gd name="T0" fmla="*/ 34 w 35"/>
                  <a:gd name="T1" fmla="*/ 11 h 22"/>
                  <a:gd name="T2" fmla="*/ 16 w 35"/>
                  <a:gd name="T3" fmla="*/ 0 h 22"/>
                  <a:gd name="T4" fmla="*/ 0 w 35"/>
                  <a:gd name="T5" fmla="*/ 11 h 22"/>
                  <a:gd name="T6" fmla="*/ 19 w 35"/>
                  <a:gd name="T7" fmla="*/ 22 h 22"/>
                  <a:gd name="T8" fmla="*/ 34 w 35"/>
                  <a:gd name="T9" fmla="*/ 11 h 22"/>
                </a:gdLst>
                <a:ahLst/>
                <a:cxnLst>
                  <a:cxn ang="0">
                    <a:pos x="T0" y="T1"/>
                  </a:cxn>
                  <a:cxn ang="0">
                    <a:pos x="T2" y="T3"/>
                  </a:cxn>
                  <a:cxn ang="0">
                    <a:pos x="T4" y="T5"/>
                  </a:cxn>
                  <a:cxn ang="0">
                    <a:pos x="T6" y="T7"/>
                  </a:cxn>
                  <a:cxn ang="0">
                    <a:pos x="T8" y="T9"/>
                  </a:cxn>
                </a:cxnLst>
                <a:rect l="0" t="0" r="r" b="b"/>
                <a:pathLst>
                  <a:path w="35" h="22">
                    <a:moveTo>
                      <a:pt x="34" y="11"/>
                    </a:moveTo>
                    <a:cubicBezTo>
                      <a:pt x="34" y="5"/>
                      <a:pt x="25" y="0"/>
                      <a:pt x="16" y="0"/>
                    </a:cubicBezTo>
                    <a:cubicBezTo>
                      <a:pt x="7" y="0"/>
                      <a:pt x="0" y="5"/>
                      <a:pt x="0" y="11"/>
                    </a:cubicBezTo>
                    <a:cubicBezTo>
                      <a:pt x="1" y="17"/>
                      <a:pt x="9" y="22"/>
                      <a:pt x="19" y="22"/>
                    </a:cubicBezTo>
                    <a:cubicBezTo>
                      <a:pt x="28" y="22"/>
                      <a:pt x="35" y="17"/>
                      <a:pt x="3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74" name="Freeform 536"/>
              <p:cNvSpPr>
                <a:spLocks/>
              </p:cNvSpPr>
              <p:nvPr/>
            </p:nvSpPr>
            <p:spPr bwMode="auto">
              <a:xfrm>
                <a:off x="4252" y="2822"/>
                <a:ext cx="74" cy="45"/>
              </a:xfrm>
              <a:custGeom>
                <a:avLst/>
                <a:gdLst>
                  <a:gd name="T0" fmla="*/ 35 w 36"/>
                  <a:gd name="T1" fmla="*/ 11 h 22"/>
                  <a:gd name="T2" fmla="*/ 16 w 36"/>
                  <a:gd name="T3" fmla="*/ 0 h 22"/>
                  <a:gd name="T4" fmla="*/ 1 w 36"/>
                  <a:gd name="T5" fmla="*/ 11 h 22"/>
                  <a:gd name="T6" fmla="*/ 19 w 36"/>
                  <a:gd name="T7" fmla="*/ 22 h 22"/>
                  <a:gd name="T8" fmla="*/ 35 w 36"/>
                  <a:gd name="T9" fmla="*/ 11 h 22"/>
                </a:gdLst>
                <a:ahLst/>
                <a:cxnLst>
                  <a:cxn ang="0">
                    <a:pos x="T0" y="T1"/>
                  </a:cxn>
                  <a:cxn ang="0">
                    <a:pos x="T2" y="T3"/>
                  </a:cxn>
                  <a:cxn ang="0">
                    <a:pos x="T4" y="T5"/>
                  </a:cxn>
                  <a:cxn ang="0">
                    <a:pos x="T6" y="T7"/>
                  </a:cxn>
                  <a:cxn ang="0">
                    <a:pos x="T8" y="T9"/>
                  </a:cxn>
                </a:cxnLst>
                <a:rect l="0" t="0" r="r" b="b"/>
                <a:pathLst>
                  <a:path w="36" h="22">
                    <a:moveTo>
                      <a:pt x="35" y="11"/>
                    </a:moveTo>
                    <a:cubicBezTo>
                      <a:pt x="34" y="5"/>
                      <a:pt x="26" y="0"/>
                      <a:pt x="16" y="0"/>
                    </a:cubicBezTo>
                    <a:cubicBezTo>
                      <a:pt x="7" y="0"/>
                      <a:pt x="0" y="5"/>
                      <a:pt x="1" y="11"/>
                    </a:cubicBezTo>
                    <a:cubicBezTo>
                      <a:pt x="2" y="17"/>
                      <a:pt x="10" y="22"/>
                      <a:pt x="19" y="22"/>
                    </a:cubicBezTo>
                    <a:cubicBezTo>
                      <a:pt x="29" y="22"/>
                      <a:pt x="36" y="17"/>
                      <a:pt x="3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75" name="Freeform 537"/>
              <p:cNvSpPr>
                <a:spLocks/>
              </p:cNvSpPr>
              <p:nvPr/>
            </p:nvSpPr>
            <p:spPr bwMode="auto">
              <a:xfrm>
                <a:off x="3222" y="2878"/>
                <a:ext cx="72" cy="43"/>
              </a:xfrm>
              <a:custGeom>
                <a:avLst/>
                <a:gdLst>
                  <a:gd name="T0" fmla="*/ 34 w 35"/>
                  <a:gd name="T1" fmla="*/ 10 h 21"/>
                  <a:gd name="T2" fmla="*/ 18 w 35"/>
                  <a:gd name="T3" fmla="*/ 0 h 21"/>
                  <a:gd name="T4" fmla="*/ 0 w 35"/>
                  <a:gd name="T5" fmla="*/ 10 h 21"/>
                  <a:gd name="T6" fmla="*/ 17 w 35"/>
                  <a:gd name="T7" fmla="*/ 21 h 21"/>
                  <a:gd name="T8" fmla="*/ 34 w 35"/>
                  <a:gd name="T9" fmla="*/ 10 h 21"/>
                </a:gdLst>
                <a:ahLst/>
                <a:cxnLst>
                  <a:cxn ang="0">
                    <a:pos x="T0" y="T1"/>
                  </a:cxn>
                  <a:cxn ang="0">
                    <a:pos x="T2" y="T3"/>
                  </a:cxn>
                  <a:cxn ang="0">
                    <a:pos x="T4" y="T5"/>
                  </a:cxn>
                  <a:cxn ang="0">
                    <a:pos x="T6" y="T7"/>
                  </a:cxn>
                  <a:cxn ang="0">
                    <a:pos x="T8" y="T9"/>
                  </a:cxn>
                </a:cxnLst>
                <a:rect l="0" t="0" r="r" b="b"/>
                <a:pathLst>
                  <a:path w="35" h="21">
                    <a:moveTo>
                      <a:pt x="34" y="10"/>
                    </a:moveTo>
                    <a:cubicBezTo>
                      <a:pt x="35" y="4"/>
                      <a:pt x="28" y="0"/>
                      <a:pt x="18" y="0"/>
                    </a:cubicBezTo>
                    <a:cubicBezTo>
                      <a:pt x="9" y="0"/>
                      <a:pt x="1" y="4"/>
                      <a:pt x="0" y="10"/>
                    </a:cubicBezTo>
                    <a:cubicBezTo>
                      <a:pt x="0" y="16"/>
                      <a:pt x="7" y="21"/>
                      <a:pt x="17" y="21"/>
                    </a:cubicBezTo>
                    <a:cubicBezTo>
                      <a:pt x="26" y="21"/>
                      <a:pt x="34"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76" name="Freeform 538"/>
              <p:cNvSpPr>
                <a:spLocks/>
              </p:cNvSpPr>
              <p:nvPr/>
            </p:nvSpPr>
            <p:spPr bwMode="auto">
              <a:xfrm>
                <a:off x="3309" y="2878"/>
                <a:ext cx="72" cy="43"/>
              </a:xfrm>
              <a:custGeom>
                <a:avLst/>
                <a:gdLst>
                  <a:gd name="T0" fmla="*/ 34 w 35"/>
                  <a:gd name="T1" fmla="*/ 10 h 21"/>
                  <a:gd name="T2" fmla="*/ 18 w 35"/>
                  <a:gd name="T3" fmla="*/ 0 h 21"/>
                  <a:gd name="T4" fmla="*/ 0 w 35"/>
                  <a:gd name="T5" fmla="*/ 10 h 21"/>
                  <a:gd name="T6" fmla="*/ 17 w 35"/>
                  <a:gd name="T7" fmla="*/ 21 h 21"/>
                  <a:gd name="T8" fmla="*/ 34 w 35"/>
                  <a:gd name="T9" fmla="*/ 10 h 21"/>
                </a:gdLst>
                <a:ahLst/>
                <a:cxnLst>
                  <a:cxn ang="0">
                    <a:pos x="T0" y="T1"/>
                  </a:cxn>
                  <a:cxn ang="0">
                    <a:pos x="T2" y="T3"/>
                  </a:cxn>
                  <a:cxn ang="0">
                    <a:pos x="T4" y="T5"/>
                  </a:cxn>
                  <a:cxn ang="0">
                    <a:pos x="T6" y="T7"/>
                  </a:cxn>
                  <a:cxn ang="0">
                    <a:pos x="T8" y="T9"/>
                  </a:cxn>
                </a:cxnLst>
                <a:rect l="0" t="0" r="r" b="b"/>
                <a:pathLst>
                  <a:path w="35" h="21">
                    <a:moveTo>
                      <a:pt x="34" y="10"/>
                    </a:moveTo>
                    <a:cubicBezTo>
                      <a:pt x="35" y="4"/>
                      <a:pt x="27" y="0"/>
                      <a:pt x="18" y="0"/>
                    </a:cubicBezTo>
                    <a:cubicBezTo>
                      <a:pt x="9" y="0"/>
                      <a:pt x="1" y="4"/>
                      <a:pt x="0" y="10"/>
                    </a:cubicBezTo>
                    <a:cubicBezTo>
                      <a:pt x="0" y="16"/>
                      <a:pt x="7" y="21"/>
                      <a:pt x="17" y="21"/>
                    </a:cubicBezTo>
                    <a:cubicBezTo>
                      <a:pt x="26" y="21"/>
                      <a:pt x="34"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77" name="Freeform 539"/>
              <p:cNvSpPr>
                <a:spLocks/>
              </p:cNvSpPr>
              <p:nvPr/>
            </p:nvSpPr>
            <p:spPr bwMode="auto">
              <a:xfrm>
                <a:off x="3395" y="2878"/>
                <a:ext cx="70" cy="43"/>
              </a:xfrm>
              <a:custGeom>
                <a:avLst/>
                <a:gdLst>
                  <a:gd name="T0" fmla="*/ 34 w 34"/>
                  <a:gd name="T1" fmla="*/ 10 h 21"/>
                  <a:gd name="T2" fmla="*/ 18 w 34"/>
                  <a:gd name="T3" fmla="*/ 0 h 21"/>
                  <a:gd name="T4" fmla="*/ 0 w 34"/>
                  <a:gd name="T5" fmla="*/ 10 h 21"/>
                  <a:gd name="T6" fmla="*/ 17 w 34"/>
                  <a:gd name="T7" fmla="*/ 21 h 21"/>
                  <a:gd name="T8" fmla="*/ 34 w 34"/>
                  <a:gd name="T9" fmla="*/ 10 h 21"/>
                </a:gdLst>
                <a:ahLst/>
                <a:cxnLst>
                  <a:cxn ang="0">
                    <a:pos x="T0" y="T1"/>
                  </a:cxn>
                  <a:cxn ang="0">
                    <a:pos x="T2" y="T3"/>
                  </a:cxn>
                  <a:cxn ang="0">
                    <a:pos x="T4" y="T5"/>
                  </a:cxn>
                  <a:cxn ang="0">
                    <a:pos x="T6" y="T7"/>
                  </a:cxn>
                  <a:cxn ang="0">
                    <a:pos x="T8" y="T9"/>
                  </a:cxn>
                </a:cxnLst>
                <a:rect l="0" t="0" r="r" b="b"/>
                <a:pathLst>
                  <a:path w="34" h="21">
                    <a:moveTo>
                      <a:pt x="34" y="10"/>
                    </a:moveTo>
                    <a:cubicBezTo>
                      <a:pt x="34" y="4"/>
                      <a:pt x="27" y="0"/>
                      <a:pt x="18" y="0"/>
                    </a:cubicBezTo>
                    <a:cubicBezTo>
                      <a:pt x="8" y="0"/>
                      <a:pt x="0" y="4"/>
                      <a:pt x="0" y="10"/>
                    </a:cubicBezTo>
                    <a:cubicBezTo>
                      <a:pt x="0" y="16"/>
                      <a:pt x="7" y="21"/>
                      <a:pt x="17" y="21"/>
                    </a:cubicBezTo>
                    <a:cubicBezTo>
                      <a:pt x="26" y="21"/>
                      <a:pt x="34"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78" name="Freeform 540"/>
              <p:cNvSpPr>
                <a:spLocks/>
              </p:cNvSpPr>
              <p:nvPr/>
            </p:nvSpPr>
            <p:spPr bwMode="auto">
              <a:xfrm>
                <a:off x="3482" y="2878"/>
                <a:ext cx="70" cy="43"/>
              </a:xfrm>
              <a:custGeom>
                <a:avLst/>
                <a:gdLst>
                  <a:gd name="T0" fmla="*/ 34 w 34"/>
                  <a:gd name="T1" fmla="*/ 10 h 21"/>
                  <a:gd name="T2" fmla="*/ 17 w 34"/>
                  <a:gd name="T3" fmla="*/ 0 h 21"/>
                  <a:gd name="T4" fmla="*/ 0 w 34"/>
                  <a:gd name="T5" fmla="*/ 10 h 21"/>
                  <a:gd name="T6" fmla="*/ 17 w 34"/>
                  <a:gd name="T7" fmla="*/ 21 h 21"/>
                  <a:gd name="T8" fmla="*/ 34 w 34"/>
                  <a:gd name="T9" fmla="*/ 10 h 21"/>
                </a:gdLst>
                <a:ahLst/>
                <a:cxnLst>
                  <a:cxn ang="0">
                    <a:pos x="T0" y="T1"/>
                  </a:cxn>
                  <a:cxn ang="0">
                    <a:pos x="T2" y="T3"/>
                  </a:cxn>
                  <a:cxn ang="0">
                    <a:pos x="T4" y="T5"/>
                  </a:cxn>
                  <a:cxn ang="0">
                    <a:pos x="T6" y="T7"/>
                  </a:cxn>
                  <a:cxn ang="0">
                    <a:pos x="T8" y="T9"/>
                  </a:cxn>
                </a:cxnLst>
                <a:rect l="0" t="0" r="r" b="b"/>
                <a:pathLst>
                  <a:path w="34" h="21">
                    <a:moveTo>
                      <a:pt x="34" y="10"/>
                    </a:moveTo>
                    <a:cubicBezTo>
                      <a:pt x="34" y="4"/>
                      <a:pt x="27" y="0"/>
                      <a:pt x="17" y="0"/>
                    </a:cubicBezTo>
                    <a:cubicBezTo>
                      <a:pt x="8" y="0"/>
                      <a:pt x="0" y="4"/>
                      <a:pt x="0" y="10"/>
                    </a:cubicBezTo>
                    <a:cubicBezTo>
                      <a:pt x="0" y="16"/>
                      <a:pt x="7" y="21"/>
                      <a:pt x="17" y="21"/>
                    </a:cubicBezTo>
                    <a:cubicBezTo>
                      <a:pt x="26" y="21"/>
                      <a:pt x="34"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79" name="Freeform 541"/>
              <p:cNvSpPr>
                <a:spLocks/>
              </p:cNvSpPr>
              <p:nvPr/>
            </p:nvSpPr>
            <p:spPr bwMode="auto">
              <a:xfrm>
                <a:off x="3569" y="2878"/>
                <a:ext cx="70" cy="43"/>
              </a:xfrm>
              <a:custGeom>
                <a:avLst/>
                <a:gdLst>
                  <a:gd name="T0" fmla="*/ 34 w 34"/>
                  <a:gd name="T1" fmla="*/ 10 h 21"/>
                  <a:gd name="T2" fmla="*/ 17 w 34"/>
                  <a:gd name="T3" fmla="*/ 0 h 21"/>
                  <a:gd name="T4" fmla="*/ 0 w 34"/>
                  <a:gd name="T5" fmla="*/ 10 h 21"/>
                  <a:gd name="T6" fmla="*/ 17 w 34"/>
                  <a:gd name="T7" fmla="*/ 21 h 21"/>
                  <a:gd name="T8" fmla="*/ 34 w 34"/>
                  <a:gd name="T9" fmla="*/ 10 h 21"/>
                </a:gdLst>
                <a:ahLst/>
                <a:cxnLst>
                  <a:cxn ang="0">
                    <a:pos x="T0" y="T1"/>
                  </a:cxn>
                  <a:cxn ang="0">
                    <a:pos x="T2" y="T3"/>
                  </a:cxn>
                  <a:cxn ang="0">
                    <a:pos x="T4" y="T5"/>
                  </a:cxn>
                  <a:cxn ang="0">
                    <a:pos x="T6" y="T7"/>
                  </a:cxn>
                  <a:cxn ang="0">
                    <a:pos x="T8" y="T9"/>
                  </a:cxn>
                </a:cxnLst>
                <a:rect l="0" t="0" r="r" b="b"/>
                <a:pathLst>
                  <a:path w="34" h="21">
                    <a:moveTo>
                      <a:pt x="34" y="10"/>
                    </a:moveTo>
                    <a:cubicBezTo>
                      <a:pt x="34" y="4"/>
                      <a:pt x="26" y="0"/>
                      <a:pt x="17" y="0"/>
                    </a:cubicBezTo>
                    <a:cubicBezTo>
                      <a:pt x="8" y="0"/>
                      <a:pt x="0" y="4"/>
                      <a:pt x="0" y="10"/>
                    </a:cubicBezTo>
                    <a:cubicBezTo>
                      <a:pt x="0" y="16"/>
                      <a:pt x="7" y="21"/>
                      <a:pt x="17" y="21"/>
                    </a:cubicBezTo>
                    <a:cubicBezTo>
                      <a:pt x="26" y="21"/>
                      <a:pt x="34"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0" name="Oval 542"/>
              <p:cNvSpPr>
                <a:spLocks noChangeArrowheads="1"/>
              </p:cNvSpPr>
              <p:nvPr/>
            </p:nvSpPr>
            <p:spPr bwMode="auto">
              <a:xfrm>
                <a:off x="3655" y="2878"/>
                <a:ext cx="70" cy="4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1" name="Freeform 543"/>
              <p:cNvSpPr>
                <a:spLocks/>
              </p:cNvSpPr>
              <p:nvPr/>
            </p:nvSpPr>
            <p:spPr bwMode="auto">
              <a:xfrm>
                <a:off x="3742" y="2878"/>
                <a:ext cx="70" cy="43"/>
              </a:xfrm>
              <a:custGeom>
                <a:avLst/>
                <a:gdLst>
                  <a:gd name="T0" fmla="*/ 34 w 34"/>
                  <a:gd name="T1" fmla="*/ 10 h 21"/>
                  <a:gd name="T2" fmla="*/ 16 w 34"/>
                  <a:gd name="T3" fmla="*/ 0 h 21"/>
                  <a:gd name="T4" fmla="*/ 0 w 34"/>
                  <a:gd name="T5" fmla="*/ 10 h 21"/>
                  <a:gd name="T6" fmla="*/ 17 w 34"/>
                  <a:gd name="T7" fmla="*/ 21 h 21"/>
                  <a:gd name="T8" fmla="*/ 34 w 34"/>
                  <a:gd name="T9" fmla="*/ 10 h 21"/>
                </a:gdLst>
                <a:ahLst/>
                <a:cxnLst>
                  <a:cxn ang="0">
                    <a:pos x="T0" y="T1"/>
                  </a:cxn>
                  <a:cxn ang="0">
                    <a:pos x="T2" y="T3"/>
                  </a:cxn>
                  <a:cxn ang="0">
                    <a:pos x="T4" y="T5"/>
                  </a:cxn>
                  <a:cxn ang="0">
                    <a:pos x="T6" y="T7"/>
                  </a:cxn>
                  <a:cxn ang="0">
                    <a:pos x="T8" y="T9"/>
                  </a:cxn>
                </a:cxnLst>
                <a:rect l="0" t="0" r="r" b="b"/>
                <a:pathLst>
                  <a:path w="34" h="21">
                    <a:moveTo>
                      <a:pt x="34" y="10"/>
                    </a:moveTo>
                    <a:cubicBezTo>
                      <a:pt x="34" y="4"/>
                      <a:pt x="26" y="0"/>
                      <a:pt x="16" y="0"/>
                    </a:cubicBezTo>
                    <a:cubicBezTo>
                      <a:pt x="7" y="0"/>
                      <a:pt x="0" y="4"/>
                      <a:pt x="0" y="10"/>
                    </a:cubicBezTo>
                    <a:cubicBezTo>
                      <a:pt x="0" y="16"/>
                      <a:pt x="8" y="21"/>
                      <a:pt x="17" y="21"/>
                    </a:cubicBezTo>
                    <a:cubicBezTo>
                      <a:pt x="27" y="21"/>
                      <a:pt x="34"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2" name="Freeform 544"/>
              <p:cNvSpPr>
                <a:spLocks/>
              </p:cNvSpPr>
              <p:nvPr/>
            </p:nvSpPr>
            <p:spPr bwMode="auto">
              <a:xfrm>
                <a:off x="3827" y="2878"/>
                <a:ext cx="72" cy="43"/>
              </a:xfrm>
              <a:custGeom>
                <a:avLst/>
                <a:gdLst>
                  <a:gd name="T0" fmla="*/ 35 w 35"/>
                  <a:gd name="T1" fmla="*/ 10 h 21"/>
                  <a:gd name="T2" fmla="*/ 17 w 35"/>
                  <a:gd name="T3" fmla="*/ 0 h 21"/>
                  <a:gd name="T4" fmla="*/ 1 w 35"/>
                  <a:gd name="T5" fmla="*/ 10 h 21"/>
                  <a:gd name="T6" fmla="*/ 18 w 35"/>
                  <a:gd name="T7" fmla="*/ 21 h 21"/>
                  <a:gd name="T8" fmla="*/ 35 w 35"/>
                  <a:gd name="T9" fmla="*/ 10 h 21"/>
                </a:gdLst>
                <a:ahLst/>
                <a:cxnLst>
                  <a:cxn ang="0">
                    <a:pos x="T0" y="T1"/>
                  </a:cxn>
                  <a:cxn ang="0">
                    <a:pos x="T2" y="T3"/>
                  </a:cxn>
                  <a:cxn ang="0">
                    <a:pos x="T4" y="T5"/>
                  </a:cxn>
                  <a:cxn ang="0">
                    <a:pos x="T6" y="T7"/>
                  </a:cxn>
                  <a:cxn ang="0">
                    <a:pos x="T8" y="T9"/>
                  </a:cxn>
                </a:cxnLst>
                <a:rect l="0" t="0" r="r" b="b"/>
                <a:pathLst>
                  <a:path w="35" h="21">
                    <a:moveTo>
                      <a:pt x="35" y="10"/>
                    </a:moveTo>
                    <a:cubicBezTo>
                      <a:pt x="34" y="4"/>
                      <a:pt x="27" y="0"/>
                      <a:pt x="17" y="0"/>
                    </a:cubicBezTo>
                    <a:cubicBezTo>
                      <a:pt x="8" y="0"/>
                      <a:pt x="0" y="4"/>
                      <a:pt x="1" y="10"/>
                    </a:cubicBezTo>
                    <a:cubicBezTo>
                      <a:pt x="1" y="16"/>
                      <a:pt x="9" y="21"/>
                      <a:pt x="18" y="21"/>
                    </a:cubicBezTo>
                    <a:cubicBezTo>
                      <a:pt x="28" y="21"/>
                      <a:pt x="35" y="16"/>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3" name="Freeform 545"/>
              <p:cNvSpPr>
                <a:spLocks/>
              </p:cNvSpPr>
              <p:nvPr/>
            </p:nvSpPr>
            <p:spPr bwMode="auto">
              <a:xfrm>
                <a:off x="3913" y="2878"/>
                <a:ext cx="72" cy="43"/>
              </a:xfrm>
              <a:custGeom>
                <a:avLst/>
                <a:gdLst>
                  <a:gd name="T0" fmla="*/ 35 w 35"/>
                  <a:gd name="T1" fmla="*/ 10 h 21"/>
                  <a:gd name="T2" fmla="*/ 17 w 35"/>
                  <a:gd name="T3" fmla="*/ 0 h 21"/>
                  <a:gd name="T4" fmla="*/ 0 w 35"/>
                  <a:gd name="T5" fmla="*/ 10 h 21"/>
                  <a:gd name="T6" fmla="*/ 18 w 35"/>
                  <a:gd name="T7" fmla="*/ 21 h 21"/>
                  <a:gd name="T8" fmla="*/ 35 w 35"/>
                  <a:gd name="T9" fmla="*/ 10 h 21"/>
                </a:gdLst>
                <a:ahLst/>
                <a:cxnLst>
                  <a:cxn ang="0">
                    <a:pos x="T0" y="T1"/>
                  </a:cxn>
                  <a:cxn ang="0">
                    <a:pos x="T2" y="T3"/>
                  </a:cxn>
                  <a:cxn ang="0">
                    <a:pos x="T4" y="T5"/>
                  </a:cxn>
                  <a:cxn ang="0">
                    <a:pos x="T6" y="T7"/>
                  </a:cxn>
                  <a:cxn ang="0">
                    <a:pos x="T8" y="T9"/>
                  </a:cxn>
                </a:cxnLst>
                <a:rect l="0" t="0" r="r" b="b"/>
                <a:pathLst>
                  <a:path w="35" h="21">
                    <a:moveTo>
                      <a:pt x="35" y="10"/>
                    </a:moveTo>
                    <a:cubicBezTo>
                      <a:pt x="34" y="4"/>
                      <a:pt x="26" y="0"/>
                      <a:pt x="17" y="0"/>
                    </a:cubicBezTo>
                    <a:cubicBezTo>
                      <a:pt x="8" y="0"/>
                      <a:pt x="0" y="4"/>
                      <a:pt x="0" y="10"/>
                    </a:cubicBezTo>
                    <a:cubicBezTo>
                      <a:pt x="1" y="16"/>
                      <a:pt x="9" y="21"/>
                      <a:pt x="18" y="21"/>
                    </a:cubicBezTo>
                    <a:cubicBezTo>
                      <a:pt x="28" y="21"/>
                      <a:pt x="35" y="16"/>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4" name="Freeform 546"/>
              <p:cNvSpPr>
                <a:spLocks/>
              </p:cNvSpPr>
              <p:nvPr/>
            </p:nvSpPr>
            <p:spPr bwMode="auto">
              <a:xfrm>
                <a:off x="4000" y="2878"/>
                <a:ext cx="72" cy="43"/>
              </a:xfrm>
              <a:custGeom>
                <a:avLst/>
                <a:gdLst>
                  <a:gd name="T0" fmla="*/ 35 w 35"/>
                  <a:gd name="T1" fmla="*/ 10 h 21"/>
                  <a:gd name="T2" fmla="*/ 17 w 35"/>
                  <a:gd name="T3" fmla="*/ 0 h 21"/>
                  <a:gd name="T4" fmla="*/ 0 w 35"/>
                  <a:gd name="T5" fmla="*/ 10 h 21"/>
                  <a:gd name="T6" fmla="*/ 18 w 35"/>
                  <a:gd name="T7" fmla="*/ 21 h 21"/>
                  <a:gd name="T8" fmla="*/ 35 w 35"/>
                  <a:gd name="T9" fmla="*/ 10 h 21"/>
                </a:gdLst>
                <a:ahLst/>
                <a:cxnLst>
                  <a:cxn ang="0">
                    <a:pos x="T0" y="T1"/>
                  </a:cxn>
                  <a:cxn ang="0">
                    <a:pos x="T2" y="T3"/>
                  </a:cxn>
                  <a:cxn ang="0">
                    <a:pos x="T4" y="T5"/>
                  </a:cxn>
                  <a:cxn ang="0">
                    <a:pos x="T6" y="T7"/>
                  </a:cxn>
                  <a:cxn ang="0">
                    <a:pos x="T8" y="T9"/>
                  </a:cxn>
                </a:cxnLst>
                <a:rect l="0" t="0" r="r" b="b"/>
                <a:pathLst>
                  <a:path w="35" h="21">
                    <a:moveTo>
                      <a:pt x="35" y="10"/>
                    </a:moveTo>
                    <a:cubicBezTo>
                      <a:pt x="34" y="4"/>
                      <a:pt x="26" y="0"/>
                      <a:pt x="17" y="0"/>
                    </a:cubicBezTo>
                    <a:cubicBezTo>
                      <a:pt x="7" y="0"/>
                      <a:pt x="0" y="4"/>
                      <a:pt x="0" y="10"/>
                    </a:cubicBezTo>
                    <a:cubicBezTo>
                      <a:pt x="1" y="16"/>
                      <a:pt x="9" y="21"/>
                      <a:pt x="18" y="21"/>
                    </a:cubicBezTo>
                    <a:cubicBezTo>
                      <a:pt x="28" y="21"/>
                      <a:pt x="35" y="16"/>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5" name="Freeform 547"/>
              <p:cNvSpPr>
                <a:spLocks/>
              </p:cNvSpPr>
              <p:nvPr/>
            </p:nvSpPr>
            <p:spPr bwMode="auto">
              <a:xfrm>
                <a:off x="4086" y="2878"/>
                <a:ext cx="73" cy="43"/>
              </a:xfrm>
              <a:custGeom>
                <a:avLst/>
                <a:gdLst>
                  <a:gd name="T0" fmla="*/ 34 w 35"/>
                  <a:gd name="T1" fmla="*/ 10 h 21"/>
                  <a:gd name="T2" fmla="*/ 16 w 35"/>
                  <a:gd name="T3" fmla="*/ 0 h 21"/>
                  <a:gd name="T4" fmla="*/ 0 w 35"/>
                  <a:gd name="T5" fmla="*/ 10 h 21"/>
                  <a:gd name="T6" fmla="*/ 18 w 35"/>
                  <a:gd name="T7" fmla="*/ 21 h 21"/>
                  <a:gd name="T8" fmla="*/ 34 w 35"/>
                  <a:gd name="T9" fmla="*/ 10 h 21"/>
                </a:gdLst>
                <a:ahLst/>
                <a:cxnLst>
                  <a:cxn ang="0">
                    <a:pos x="T0" y="T1"/>
                  </a:cxn>
                  <a:cxn ang="0">
                    <a:pos x="T2" y="T3"/>
                  </a:cxn>
                  <a:cxn ang="0">
                    <a:pos x="T4" y="T5"/>
                  </a:cxn>
                  <a:cxn ang="0">
                    <a:pos x="T6" y="T7"/>
                  </a:cxn>
                  <a:cxn ang="0">
                    <a:pos x="T8" y="T9"/>
                  </a:cxn>
                </a:cxnLst>
                <a:rect l="0" t="0" r="r" b="b"/>
                <a:pathLst>
                  <a:path w="35" h="21">
                    <a:moveTo>
                      <a:pt x="34" y="10"/>
                    </a:moveTo>
                    <a:cubicBezTo>
                      <a:pt x="34" y="4"/>
                      <a:pt x="26" y="0"/>
                      <a:pt x="16" y="0"/>
                    </a:cubicBezTo>
                    <a:cubicBezTo>
                      <a:pt x="7" y="0"/>
                      <a:pt x="0" y="4"/>
                      <a:pt x="0" y="10"/>
                    </a:cubicBezTo>
                    <a:cubicBezTo>
                      <a:pt x="1" y="16"/>
                      <a:pt x="9" y="21"/>
                      <a:pt x="18" y="21"/>
                    </a:cubicBezTo>
                    <a:cubicBezTo>
                      <a:pt x="28" y="21"/>
                      <a:pt x="35"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6" name="Freeform 548"/>
              <p:cNvSpPr>
                <a:spLocks/>
              </p:cNvSpPr>
              <p:nvPr/>
            </p:nvSpPr>
            <p:spPr bwMode="auto">
              <a:xfrm>
                <a:off x="4173" y="2878"/>
                <a:ext cx="72" cy="43"/>
              </a:xfrm>
              <a:custGeom>
                <a:avLst/>
                <a:gdLst>
                  <a:gd name="T0" fmla="*/ 34 w 35"/>
                  <a:gd name="T1" fmla="*/ 10 h 21"/>
                  <a:gd name="T2" fmla="*/ 16 w 35"/>
                  <a:gd name="T3" fmla="*/ 0 h 21"/>
                  <a:gd name="T4" fmla="*/ 0 w 35"/>
                  <a:gd name="T5" fmla="*/ 10 h 21"/>
                  <a:gd name="T6" fmla="*/ 18 w 35"/>
                  <a:gd name="T7" fmla="*/ 21 h 21"/>
                  <a:gd name="T8" fmla="*/ 34 w 35"/>
                  <a:gd name="T9" fmla="*/ 10 h 21"/>
                </a:gdLst>
                <a:ahLst/>
                <a:cxnLst>
                  <a:cxn ang="0">
                    <a:pos x="T0" y="T1"/>
                  </a:cxn>
                  <a:cxn ang="0">
                    <a:pos x="T2" y="T3"/>
                  </a:cxn>
                  <a:cxn ang="0">
                    <a:pos x="T4" y="T5"/>
                  </a:cxn>
                  <a:cxn ang="0">
                    <a:pos x="T6" y="T7"/>
                  </a:cxn>
                  <a:cxn ang="0">
                    <a:pos x="T8" y="T9"/>
                  </a:cxn>
                </a:cxnLst>
                <a:rect l="0" t="0" r="r" b="b"/>
                <a:pathLst>
                  <a:path w="35" h="21">
                    <a:moveTo>
                      <a:pt x="34" y="10"/>
                    </a:moveTo>
                    <a:cubicBezTo>
                      <a:pt x="34" y="4"/>
                      <a:pt x="25" y="0"/>
                      <a:pt x="16" y="0"/>
                    </a:cubicBezTo>
                    <a:cubicBezTo>
                      <a:pt x="7" y="0"/>
                      <a:pt x="0" y="4"/>
                      <a:pt x="0" y="10"/>
                    </a:cubicBezTo>
                    <a:cubicBezTo>
                      <a:pt x="1" y="16"/>
                      <a:pt x="9" y="21"/>
                      <a:pt x="18" y="21"/>
                    </a:cubicBezTo>
                    <a:cubicBezTo>
                      <a:pt x="28" y="21"/>
                      <a:pt x="35"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7" name="Freeform 549"/>
              <p:cNvSpPr>
                <a:spLocks/>
              </p:cNvSpPr>
              <p:nvPr/>
            </p:nvSpPr>
            <p:spPr bwMode="auto">
              <a:xfrm>
                <a:off x="4258" y="2878"/>
                <a:ext cx="74" cy="43"/>
              </a:xfrm>
              <a:custGeom>
                <a:avLst/>
                <a:gdLst>
                  <a:gd name="T0" fmla="*/ 35 w 36"/>
                  <a:gd name="T1" fmla="*/ 10 h 21"/>
                  <a:gd name="T2" fmla="*/ 17 w 36"/>
                  <a:gd name="T3" fmla="*/ 0 h 21"/>
                  <a:gd name="T4" fmla="*/ 1 w 36"/>
                  <a:gd name="T5" fmla="*/ 10 h 21"/>
                  <a:gd name="T6" fmla="*/ 20 w 36"/>
                  <a:gd name="T7" fmla="*/ 21 h 21"/>
                  <a:gd name="T8" fmla="*/ 35 w 36"/>
                  <a:gd name="T9" fmla="*/ 10 h 21"/>
                </a:gdLst>
                <a:ahLst/>
                <a:cxnLst>
                  <a:cxn ang="0">
                    <a:pos x="T0" y="T1"/>
                  </a:cxn>
                  <a:cxn ang="0">
                    <a:pos x="T2" y="T3"/>
                  </a:cxn>
                  <a:cxn ang="0">
                    <a:pos x="T4" y="T5"/>
                  </a:cxn>
                  <a:cxn ang="0">
                    <a:pos x="T6" y="T7"/>
                  </a:cxn>
                  <a:cxn ang="0">
                    <a:pos x="T8" y="T9"/>
                  </a:cxn>
                </a:cxnLst>
                <a:rect l="0" t="0" r="r" b="b"/>
                <a:pathLst>
                  <a:path w="36" h="21">
                    <a:moveTo>
                      <a:pt x="35" y="10"/>
                    </a:moveTo>
                    <a:cubicBezTo>
                      <a:pt x="34" y="4"/>
                      <a:pt x="26" y="0"/>
                      <a:pt x="17" y="0"/>
                    </a:cubicBezTo>
                    <a:cubicBezTo>
                      <a:pt x="7" y="0"/>
                      <a:pt x="0" y="4"/>
                      <a:pt x="1" y="10"/>
                    </a:cubicBezTo>
                    <a:cubicBezTo>
                      <a:pt x="2" y="16"/>
                      <a:pt x="10" y="21"/>
                      <a:pt x="20" y="21"/>
                    </a:cubicBezTo>
                    <a:cubicBezTo>
                      <a:pt x="29" y="21"/>
                      <a:pt x="36" y="16"/>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8" name="Freeform 550"/>
              <p:cNvSpPr>
                <a:spLocks/>
              </p:cNvSpPr>
              <p:nvPr/>
            </p:nvSpPr>
            <p:spPr bwMode="auto">
              <a:xfrm>
                <a:off x="4344" y="2878"/>
                <a:ext cx="75" cy="43"/>
              </a:xfrm>
              <a:custGeom>
                <a:avLst/>
                <a:gdLst>
                  <a:gd name="T0" fmla="*/ 35 w 36"/>
                  <a:gd name="T1" fmla="*/ 10 h 21"/>
                  <a:gd name="T2" fmla="*/ 17 w 36"/>
                  <a:gd name="T3" fmla="*/ 0 h 21"/>
                  <a:gd name="T4" fmla="*/ 1 w 36"/>
                  <a:gd name="T5" fmla="*/ 10 h 21"/>
                  <a:gd name="T6" fmla="*/ 20 w 36"/>
                  <a:gd name="T7" fmla="*/ 21 h 21"/>
                  <a:gd name="T8" fmla="*/ 35 w 36"/>
                  <a:gd name="T9" fmla="*/ 10 h 21"/>
                </a:gdLst>
                <a:ahLst/>
                <a:cxnLst>
                  <a:cxn ang="0">
                    <a:pos x="T0" y="T1"/>
                  </a:cxn>
                  <a:cxn ang="0">
                    <a:pos x="T2" y="T3"/>
                  </a:cxn>
                  <a:cxn ang="0">
                    <a:pos x="T4" y="T5"/>
                  </a:cxn>
                  <a:cxn ang="0">
                    <a:pos x="T6" y="T7"/>
                  </a:cxn>
                  <a:cxn ang="0">
                    <a:pos x="T8" y="T9"/>
                  </a:cxn>
                </a:cxnLst>
                <a:rect l="0" t="0" r="r" b="b"/>
                <a:pathLst>
                  <a:path w="36" h="21">
                    <a:moveTo>
                      <a:pt x="35" y="10"/>
                    </a:moveTo>
                    <a:cubicBezTo>
                      <a:pt x="34" y="4"/>
                      <a:pt x="26" y="0"/>
                      <a:pt x="17" y="0"/>
                    </a:cubicBezTo>
                    <a:cubicBezTo>
                      <a:pt x="7" y="0"/>
                      <a:pt x="0" y="4"/>
                      <a:pt x="1" y="10"/>
                    </a:cubicBezTo>
                    <a:cubicBezTo>
                      <a:pt x="2" y="16"/>
                      <a:pt x="10" y="21"/>
                      <a:pt x="20" y="21"/>
                    </a:cubicBezTo>
                    <a:cubicBezTo>
                      <a:pt x="29" y="21"/>
                      <a:pt x="36" y="16"/>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9" name="Freeform 551"/>
              <p:cNvSpPr>
                <a:spLocks/>
              </p:cNvSpPr>
              <p:nvPr/>
            </p:nvSpPr>
            <p:spPr bwMode="auto">
              <a:xfrm>
                <a:off x="3655" y="2931"/>
                <a:ext cx="70" cy="48"/>
              </a:xfrm>
              <a:custGeom>
                <a:avLst/>
                <a:gdLst>
                  <a:gd name="T0" fmla="*/ 34 w 34"/>
                  <a:gd name="T1" fmla="*/ 12 h 23"/>
                  <a:gd name="T2" fmla="*/ 17 w 34"/>
                  <a:gd name="T3" fmla="*/ 0 h 23"/>
                  <a:gd name="T4" fmla="*/ 0 w 34"/>
                  <a:gd name="T5" fmla="*/ 12 h 23"/>
                  <a:gd name="T6" fmla="*/ 17 w 34"/>
                  <a:gd name="T7" fmla="*/ 23 h 23"/>
                  <a:gd name="T8" fmla="*/ 34 w 34"/>
                  <a:gd name="T9" fmla="*/ 12 h 23"/>
                </a:gdLst>
                <a:ahLst/>
                <a:cxnLst>
                  <a:cxn ang="0">
                    <a:pos x="T0" y="T1"/>
                  </a:cxn>
                  <a:cxn ang="0">
                    <a:pos x="T2" y="T3"/>
                  </a:cxn>
                  <a:cxn ang="0">
                    <a:pos x="T4" y="T5"/>
                  </a:cxn>
                  <a:cxn ang="0">
                    <a:pos x="T6" y="T7"/>
                  </a:cxn>
                  <a:cxn ang="0">
                    <a:pos x="T8" y="T9"/>
                  </a:cxn>
                </a:cxnLst>
                <a:rect l="0" t="0" r="r" b="b"/>
                <a:pathLst>
                  <a:path w="34" h="23">
                    <a:moveTo>
                      <a:pt x="34" y="12"/>
                    </a:moveTo>
                    <a:cubicBezTo>
                      <a:pt x="34" y="5"/>
                      <a:pt x="27" y="0"/>
                      <a:pt x="17" y="0"/>
                    </a:cubicBezTo>
                    <a:cubicBezTo>
                      <a:pt x="7" y="0"/>
                      <a:pt x="0" y="5"/>
                      <a:pt x="0" y="12"/>
                    </a:cubicBezTo>
                    <a:cubicBezTo>
                      <a:pt x="0" y="18"/>
                      <a:pt x="8" y="23"/>
                      <a:pt x="17" y="23"/>
                    </a:cubicBezTo>
                    <a:cubicBezTo>
                      <a:pt x="27" y="23"/>
                      <a:pt x="34" y="18"/>
                      <a:pt x="3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90" name="Freeform 552"/>
              <p:cNvSpPr>
                <a:spLocks/>
              </p:cNvSpPr>
              <p:nvPr/>
            </p:nvSpPr>
            <p:spPr bwMode="auto">
              <a:xfrm>
                <a:off x="3742" y="2931"/>
                <a:ext cx="72" cy="48"/>
              </a:xfrm>
              <a:custGeom>
                <a:avLst/>
                <a:gdLst>
                  <a:gd name="T0" fmla="*/ 35 w 35"/>
                  <a:gd name="T1" fmla="*/ 12 h 23"/>
                  <a:gd name="T2" fmla="*/ 17 w 35"/>
                  <a:gd name="T3" fmla="*/ 0 h 23"/>
                  <a:gd name="T4" fmla="*/ 0 w 35"/>
                  <a:gd name="T5" fmla="*/ 12 h 23"/>
                  <a:gd name="T6" fmla="*/ 18 w 35"/>
                  <a:gd name="T7" fmla="*/ 23 h 23"/>
                  <a:gd name="T8" fmla="*/ 35 w 35"/>
                  <a:gd name="T9" fmla="*/ 12 h 23"/>
                </a:gdLst>
                <a:ahLst/>
                <a:cxnLst>
                  <a:cxn ang="0">
                    <a:pos x="T0" y="T1"/>
                  </a:cxn>
                  <a:cxn ang="0">
                    <a:pos x="T2" y="T3"/>
                  </a:cxn>
                  <a:cxn ang="0">
                    <a:pos x="T4" y="T5"/>
                  </a:cxn>
                  <a:cxn ang="0">
                    <a:pos x="T6" y="T7"/>
                  </a:cxn>
                  <a:cxn ang="0">
                    <a:pos x="T8" y="T9"/>
                  </a:cxn>
                </a:cxnLst>
                <a:rect l="0" t="0" r="r" b="b"/>
                <a:pathLst>
                  <a:path w="35" h="23">
                    <a:moveTo>
                      <a:pt x="35" y="12"/>
                    </a:moveTo>
                    <a:cubicBezTo>
                      <a:pt x="35" y="5"/>
                      <a:pt x="27" y="0"/>
                      <a:pt x="17" y="0"/>
                    </a:cubicBezTo>
                    <a:cubicBezTo>
                      <a:pt x="8" y="0"/>
                      <a:pt x="0" y="5"/>
                      <a:pt x="0" y="12"/>
                    </a:cubicBezTo>
                    <a:cubicBezTo>
                      <a:pt x="0" y="18"/>
                      <a:pt x="8" y="23"/>
                      <a:pt x="18" y="23"/>
                    </a:cubicBezTo>
                    <a:cubicBezTo>
                      <a:pt x="27" y="23"/>
                      <a:pt x="35" y="18"/>
                      <a:pt x="3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91" name="Freeform 553"/>
              <p:cNvSpPr>
                <a:spLocks/>
              </p:cNvSpPr>
              <p:nvPr/>
            </p:nvSpPr>
            <p:spPr bwMode="auto">
              <a:xfrm>
                <a:off x="3829" y="2931"/>
                <a:ext cx="72" cy="48"/>
              </a:xfrm>
              <a:custGeom>
                <a:avLst/>
                <a:gdLst>
                  <a:gd name="T0" fmla="*/ 35 w 35"/>
                  <a:gd name="T1" fmla="*/ 12 h 23"/>
                  <a:gd name="T2" fmla="*/ 17 w 35"/>
                  <a:gd name="T3" fmla="*/ 0 h 23"/>
                  <a:gd name="T4" fmla="*/ 1 w 35"/>
                  <a:gd name="T5" fmla="*/ 12 h 23"/>
                  <a:gd name="T6" fmla="*/ 18 w 35"/>
                  <a:gd name="T7" fmla="*/ 23 h 23"/>
                  <a:gd name="T8" fmla="*/ 35 w 35"/>
                  <a:gd name="T9" fmla="*/ 12 h 23"/>
                </a:gdLst>
                <a:ahLst/>
                <a:cxnLst>
                  <a:cxn ang="0">
                    <a:pos x="T0" y="T1"/>
                  </a:cxn>
                  <a:cxn ang="0">
                    <a:pos x="T2" y="T3"/>
                  </a:cxn>
                  <a:cxn ang="0">
                    <a:pos x="T4" y="T5"/>
                  </a:cxn>
                  <a:cxn ang="0">
                    <a:pos x="T6" y="T7"/>
                  </a:cxn>
                  <a:cxn ang="0">
                    <a:pos x="T8" y="T9"/>
                  </a:cxn>
                </a:cxnLst>
                <a:rect l="0" t="0" r="r" b="b"/>
                <a:pathLst>
                  <a:path w="35" h="23">
                    <a:moveTo>
                      <a:pt x="35" y="12"/>
                    </a:moveTo>
                    <a:cubicBezTo>
                      <a:pt x="35" y="5"/>
                      <a:pt x="27" y="0"/>
                      <a:pt x="17" y="0"/>
                    </a:cubicBezTo>
                    <a:cubicBezTo>
                      <a:pt x="8" y="0"/>
                      <a:pt x="0" y="5"/>
                      <a:pt x="1" y="12"/>
                    </a:cubicBezTo>
                    <a:cubicBezTo>
                      <a:pt x="1" y="18"/>
                      <a:pt x="9" y="23"/>
                      <a:pt x="18" y="23"/>
                    </a:cubicBezTo>
                    <a:cubicBezTo>
                      <a:pt x="28" y="23"/>
                      <a:pt x="35" y="18"/>
                      <a:pt x="3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92" name="Freeform 554"/>
              <p:cNvSpPr>
                <a:spLocks/>
              </p:cNvSpPr>
              <p:nvPr/>
            </p:nvSpPr>
            <p:spPr bwMode="auto">
              <a:xfrm>
                <a:off x="3917" y="2931"/>
                <a:ext cx="73" cy="48"/>
              </a:xfrm>
              <a:custGeom>
                <a:avLst/>
                <a:gdLst>
                  <a:gd name="T0" fmla="*/ 34 w 35"/>
                  <a:gd name="T1" fmla="*/ 12 h 23"/>
                  <a:gd name="T2" fmla="*/ 16 w 35"/>
                  <a:gd name="T3" fmla="*/ 0 h 23"/>
                  <a:gd name="T4" fmla="*/ 0 w 35"/>
                  <a:gd name="T5" fmla="*/ 12 h 23"/>
                  <a:gd name="T6" fmla="*/ 18 w 35"/>
                  <a:gd name="T7" fmla="*/ 23 h 23"/>
                  <a:gd name="T8" fmla="*/ 34 w 35"/>
                  <a:gd name="T9" fmla="*/ 12 h 23"/>
                </a:gdLst>
                <a:ahLst/>
                <a:cxnLst>
                  <a:cxn ang="0">
                    <a:pos x="T0" y="T1"/>
                  </a:cxn>
                  <a:cxn ang="0">
                    <a:pos x="T2" y="T3"/>
                  </a:cxn>
                  <a:cxn ang="0">
                    <a:pos x="T4" y="T5"/>
                  </a:cxn>
                  <a:cxn ang="0">
                    <a:pos x="T6" y="T7"/>
                  </a:cxn>
                  <a:cxn ang="0">
                    <a:pos x="T8" y="T9"/>
                  </a:cxn>
                </a:cxnLst>
                <a:rect l="0" t="0" r="r" b="b"/>
                <a:pathLst>
                  <a:path w="35" h="23">
                    <a:moveTo>
                      <a:pt x="34" y="12"/>
                    </a:moveTo>
                    <a:cubicBezTo>
                      <a:pt x="34" y="5"/>
                      <a:pt x="26" y="0"/>
                      <a:pt x="16" y="0"/>
                    </a:cubicBezTo>
                    <a:cubicBezTo>
                      <a:pt x="7" y="0"/>
                      <a:pt x="0" y="5"/>
                      <a:pt x="0" y="12"/>
                    </a:cubicBezTo>
                    <a:cubicBezTo>
                      <a:pt x="0" y="18"/>
                      <a:pt x="8" y="23"/>
                      <a:pt x="18" y="23"/>
                    </a:cubicBezTo>
                    <a:cubicBezTo>
                      <a:pt x="27" y="23"/>
                      <a:pt x="35" y="18"/>
                      <a:pt x="3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93" name="Freeform 555"/>
              <p:cNvSpPr>
                <a:spLocks/>
              </p:cNvSpPr>
              <p:nvPr/>
            </p:nvSpPr>
            <p:spPr bwMode="auto">
              <a:xfrm>
                <a:off x="4004" y="2931"/>
                <a:ext cx="72" cy="48"/>
              </a:xfrm>
              <a:custGeom>
                <a:avLst/>
                <a:gdLst>
                  <a:gd name="T0" fmla="*/ 35 w 35"/>
                  <a:gd name="T1" fmla="*/ 12 h 23"/>
                  <a:gd name="T2" fmla="*/ 17 w 35"/>
                  <a:gd name="T3" fmla="*/ 0 h 23"/>
                  <a:gd name="T4" fmla="*/ 0 w 35"/>
                  <a:gd name="T5" fmla="*/ 12 h 23"/>
                  <a:gd name="T6" fmla="*/ 18 w 35"/>
                  <a:gd name="T7" fmla="*/ 23 h 23"/>
                  <a:gd name="T8" fmla="*/ 35 w 35"/>
                  <a:gd name="T9" fmla="*/ 12 h 23"/>
                </a:gdLst>
                <a:ahLst/>
                <a:cxnLst>
                  <a:cxn ang="0">
                    <a:pos x="T0" y="T1"/>
                  </a:cxn>
                  <a:cxn ang="0">
                    <a:pos x="T2" y="T3"/>
                  </a:cxn>
                  <a:cxn ang="0">
                    <a:pos x="T4" y="T5"/>
                  </a:cxn>
                  <a:cxn ang="0">
                    <a:pos x="T6" y="T7"/>
                  </a:cxn>
                  <a:cxn ang="0">
                    <a:pos x="T8" y="T9"/>
                  </a:cxn>
                </a:cxnLst>
                <a:rect l="0" t="0" r="r" b="b"/>
                <a:pathLst>
                  <a:path w="35" h="23">
                    <a:moveTo>
                      <a:pt x="35" y="12"/>
                    </a:moveTo>
                    <a:cubicBezTo>
                      <a:pt x="34" y="5"/>
                      <a:pt x="26" y="0"/>
                      <a:pt x="17" y="0"/>
                    </a:cubicBezTo>
                    <a:cubicBezTo>
                      <a:pt x="7" y="0"/>
                      <a:pt x="0" y="5"/>
                      <a:pt x="0" y="12"/>
                    </a:cubicBezTo>
                    <a:cubicBezTo>
                      <a:pt x="1" y="18"/>
                      <a:pt x="9" y="23"/>
                      <a:pt x="18" y="23"/>
                    </a:cubicBezTo>
                    <a:cubicBezTo>
                      <a:pt x="28" y="23"/>
                      <a:pt x="35" y="18"/>
                      <a:pt x="3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94" name="Freeform 556"/>
              <p:cNvSpPr>
                <a:spLocks/>
              </p:cNvSpPr>
              <p:nvPr/>
            </p:nvSpPr>
            <p:spPr bwMode="auto">
              <a:xfrm>
                <a:off x="4091" y="2931"/>
                <a:ext cx="74" cy="48"/>
              </a:xfrm>
              <a:custGeom>
                <a:avLst/>
                <a:gdLst>
                  <a:gd name="T0" fmla="*/ 35 w 36"/>
                  <a:gd name="T1" fmla="*/ 12 h 23"/>
                  <a:gd name="T2" fmla="*/ 17 w 36"/>
                  <a:gd name="T3" fmla="*/ 0 h 23"/>
                  <a:gd name="T4" fmla="*/ 1 w 36"/>
                  <a:gd name="T5" fmla="*/ 12 h 23"/>
                  <a:gd name="T6" fmla="*/ 19 w 36"/>
                  <a:gd name="T7" fmla="*/ 23 h 23"/>
                  <a:gd name="T8" fmla="*/ 35 w 36"/>
                  <a:gd name="T9" fmla="*/ 12 h 23"/>
                </a:gdLst>
                <a:ahLst/>
                <a:cxnLst>
                  <a:cxn ang="0">
                    <a:pos x="T0" y="T1"/>
                  </a:cxn>
                  <a:cxn ang="0">
                    <a:pos x="T2" y="T3"/>
                  </a:cxn>
                  <a:cxn ang="0">
                    <a:pos x="T4" y="T5"/>
                  </a:cxn>
                  <a:cxn ang="0">
                    <a:pos x="T6" y="T7"/>
                  </a:cxn>
                  <a:cxn ang="0">
                    <a:pos x="T8" y="T9"/>
                  </a:cxn>
                </a:cxnLst>
                <a:rect l="0" t="0" r="r" b="b"/>
                <a:pathLst>
                  <a:path w="36" h="23">
                    <a:moveTo>
                      <a:pt x="35" y="12"/>
                    </a:moveTo>
                    <a:cubicBezTo>
                      <a:pt x="35" y="5"/>
                      <a:pt x="26" y="0"/>
                      <a:pt x="17" y="0"/>
                    </a:cubicBezTo>
                    <a:cubicBezTo>
                      <a:pt x="7" y="0"/>
                      <a:pt x="0" y="5"/>
                      <a:pt x="1" y="12"/>
                    </a:cubicBezTo>
                    <a:cubicBezTo>
                      <a:pt x="1" y="18"/>
                      <a:pt x="9" y="23"/>
                      <a:pt x="19" y="23"/>
                    </a:cubicBezTo>
                    <a:cubicBezTo>
                      <a:pt x="28" y="23"/>
                      <a:pt x="36" y="18"/>
                      <a:pt x="3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95" name="Freeform 557"/>
              <p:cNvSpPr>
                <a:spLocks/>
              </p:cNvSpPr>
              <p:nvPr/>
            </p:nvSpPr>
            <p:spPr bwMode="auto">
              <a:xfrm>
                <a:off x="4177" y="2931"/>
                <a:ext cx="75" cy="48"/>
              </a:xfrm>
              <a:custGeom>
                <a:avLst/>
                <a:gdLst>
                  <a:gd name="T0" fmla="*/ 35 w 36"/>
                  <a:gd name="T1" fmla="*/ 12 h 23"/>
                  <a:gd name="T2" fmla="*/ 17 w 36"/>
                  <a:gd name="T3" fmla="*/ 0 h 23"/>
                  <a:gd name="T4" fmla="*/ 1 w 36"/>
                  <a:gd name="T5" fmla="*/ 12 h 23"/>
                  <a:gd name="T6" fmla="*/ 19 w 36"/>
                  <a:gd name="T7" fmla="*/ 23 h 23"/>
                  <a:gd name="T8" fmla="*/ 35 w 36"/>
                  <a:gd name="T9" fmla="*/ 12 h 23"/>
                </a:gdLst>
                <a:ahLst/>
                <a:cxnLst>
                  <a:cxn ang="0">
                    <a:pos x="T0" y="T1"/>
                  </a:cxn>
                  <a:cxn ang="0">
                    <a:pos x="T2" y="T3"/>
                  </a:cxn>
                  <a:cxn ang="0">
                    <a:pos x="T4" y="T5"/>
                  </a:cxn>
                  <a:cxn ang="0">
                    <a:pos x="T6" y="T7"/>
                  </a:cxn>
                  <a:cxn ang="0">
                    <a:pos x="T8" y="T9"/>
                  </a:cxn>
                </a:cxnLst>
                <a:rect l="0" t="0" r="r" b="b"/>
                <a:pathLst>
                  <a:path w="36" h="23">
                    <a:moveTo>
                      <a:pt x="35" y="12"/>
                    </a:moveTo>
                    <a:cubicBezTo>
                      <a:pt x="35" y="5"/>
                      <a:pt x="26" y="0"/>
                      <a:pt x="17" y="0"/>
                    </a:cubicBezTo>
                    <a:cubicBezTo>
                      <a:pt x="7" y="0"/>
                      <a:pt x="0" y="5"/>
                      <a:pt x="1" y="12"/>
                    </a:cubicBezTo>
                    <a:cubicBezTo>
                      <a:pt x="2" y="18"/>
                      <a:pt x="10" y="23"/>
                      <a:pt x="19" y="23"/>
                    </a:cubicBezTo>
                    <a:cubicBezTo>
                      <a:pt x="29" y="23"/>
                      <a:pt x="36" y="18"/>
                      <a:pt x="3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96" name="Freeform 558"/>
              <p:cNvSpPr>
                <a:spLocks/>
              </p:cNvSpPr>
              <p:nvPr/>
            </p:nvSpPr>
            <p:spPr bwMode="auto">
              <a:xfrm>
                <a:off x="4266" y="2931"/>
                <a:ext cx="74" cy="48"/>
              </a:xfrm>
              <a:custGeom>
                <a:avLst/>
                <a:gdLst>
                  <a:gd name="T0" fmla="*/ 35 w 36"/>
                  <a:gd name="T1" fmla="*/ 12 h 23"/>
                  <a:gd name="T2" fmla="*/ 16 w 36"/>
                  <a:gd name="T3" fmla="*/ 0 h 23"/>
                  <a:gd name="T4" fmla="*/ 0 w 36"/>
                  <a:gd name="T5" fmla="*/ 12 h 23"/>
                  <a:gd name="T6" fmla="*/ 19 w 36"/>
                  <a:gd name="T7" fmla="*/ 23 h 23"/>
                  <a:gd name="T8" fmla="*/ 35 w 36"/>
                  <a:gd name="T9" fmla="*/ 12 h 23"/>
                </a:gdLst>
                <a:ahLst/>
                <a:cxnLst>
                  <a:cxn ang="0">
                    <a:pos x="T0" y="T1"/>
                  </a:cxn>
                  <a:cxn ang="0">
                    <a:pos x="T2" y="T3"/>
                  </a:cxn>
                  <a:cxn ang="0">
                    <a:pos x="T4" y="T5"/>
                  </a:cxn>
                  <a:cxn ang="0">
                    <a:pos x="T6" y="T7"/>
                  </a:cxn>
                  <a:cxn ang="0">
                    <a:pos x="T8" y="T9"/>
                  </a:cxn>
                </a:cxnLst>
                <a:rect l="0" t="0" r="r" b="b"/>
                <a:pathLst>
                  <a:path w="36" h="23">
                    <a:moveTo>
                      <a:pt x="35" y="12"/>
                    </a:moveTo>
                    <a:cubicBezTo>
                      <a:pt x="34" y="5"/>
                      <a:pt x="26" y="0"/>
                      <a:pt x="16" y="0"/>
                    </a:cubicBezTo>
                    <a:cubicBezTo>
                      <a:pt x="7" y="0"/>
                      <a:pt x="0" y="5"/>
                      <a:pt x="0" y="12"/>
                    </a:cubicBezTo>
                    <a:cubicBezTo>
                      <a:pt x="1" y="18"/>
                      <a:pt x="9" y="23"/>
                      <a:pt x="19" y="23"/>
                    </a:cubicBezTo>
                    <a:cubicBezTo>
                      <a:pt x="29" y="23"/>
                      <a:pt x="36" y="18"/>
                      <a:pt x="3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97" name="Oval 559"/>
              <p:cNvSpPr>
                <a:spLocks noChangeArrowheads="1"/>
              </p:cNvSpPr>
              <p:nvPr/>
            </p:nvSpPr>
            <p:spPr bwMode="auto">
              <a:xfrm>
                <a:off x="3655" y="2989"/>
                <a:ext cx="72" cy="4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98" name="Freeform 560"/>
              <p:cNvSpPr>
                <a:spLocks/>
              </p:cNvSpPr>
              <p:nvPr/>
            </p:nvSpPr>
            <p:spPr bwMode="auto">
              <a:xfrm>
                <a:off x="3744" y="2989"/>
                <a:ext cx="72" cy="48"/>
              </a:xfrm>
              <a:custGeom>
                <a:avLst/>
                <a:gdLst>
                  <a:gd name="T0" fmla="*/ 35 w 35"/>
                  <a:gd name="T1" fmla="*/ 12 h 23"/>
                  <a:gd name="T2" fmla="*/ 17 w 35"/>
                  <a:gd name="T3" fmla="*/ 0 h 23"/>
                  <a:gd name="T4" fmla="*/ 0 w 35"/>
                  <a:gd name="T5" fmla="*/ 12 h 23"/>
                  <a:gd name="T6" fmla="*/ 17 w 35"/>
                  <a:gd name="T7" fmla="*/ 23 h 23"/>
                  <a:gd name="T8" fmla="*/ 35 w 35"/>
                  <a:gd name="T9" fmla="*/ 12 h 23"/>
                </a:gdLst>
                <a:ahLst/>
                <a:cxnLst>
                  <a:cxn ang="0">
                    <a:pos x="T0" y="T1"/>
                  </a:cxn>
                  <a:cxn ang="0">
                    <a:pos x="T2" y="T3"/>
                  </a:cxn>
                  <a:cxn ang="0">
                    <a:pos x="T4" y="T5"/>
                  </a:cxn>
                  <a:cxn ang="0">
                    <a:pos x="T6" y="T7"/>
                  </a:cxn>
                  <a:cxn ang="0">
                    <a:pos x="T8" y="T9"/>
                  </a:cxn>
                </a:cxnLst>
                <a:rect l="0" t="0" r="r" b="b"/>
                <a:pathLst>
                  <a:path w="35" h="23">
                    <a:moveTo>
                      <a:pt x="35" y="12"/>
                    </a:moveTo>
                    <a:cubicBezTo>
                      <a:pt x="34" y="5"/>
                      <a:pt x="26" y="0"/>
                      <a:pt x="17" y="0"/>
                    </a:cubicBezTo>
                    <a:cubicBezTo>
                      <a:pt x="7" y="0"/>
                      <a:pt x="0" y="5"/>
                      <a:pt x="0" y="12"/>
                    </a:cubicBezTo>
                    <a:cubicBezTo>
                      <a:pt x="0" y="18"/>
                      <a:pt x="8" y="23"/>
                      <a:pt x="17" y="23"/>
                    </a:cubicBezTo>
                    <a:cubicBezTo>
                      <a:pt x="27" y="23"/>
                      <a:pt x="35" y="18"/>
                      <a:pt x="3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99" name="Freeform 561"/>
              <p:cNvSpPr>
                <a:spLocks/>
              </p:cNvSpPr>
              <p:nvPr/>
            </p:nvSpPr>
            <p:spPr bwMode="auto">
              <a:xfrm>
                <a:off x="3831" y="2989"/>
                <a:ext cx="74" cy="48"/>
              </a:xfrm>
              <a:custGeom>
                <a:avLst/>
                <a:gdLst>
                  <a:gd name="T0" fmla="*/ 35 w 36"/>
                  <a:gd name="T1" fmla="*/ 12 h 23"/>
                  <a:gd name="T2" fmla="*/ 18 w 36"/>
                  <a:gd name="T3" fmla="*/ 0 h 23"/>
                  <a:gd name="T4" fmla="*/ 1 w 36"/>
                  <a:gd name="T5" fmla="*/ 12 h 23"/>
                  <a:gd name="T6" fmla="*/ 18 w 36"/>
                  <a:gd name="T7" fmla="*/ 23 h 23"/>
                  <a:gd name="T8" fmla="*/ 35 w 36"/>
                  <a:gd name="T9" fmla="*/ 12 h 23"/>
                </a:gdLst>
                <a:ahLst/>
                <a:cxnLst>
                  <a:cxn ang="0">
                    <a:pos x="T0" y="T1"/>
                  </a:cxn>
                  <a:cxn ang="0">
                    <a:pos x="T2" y="T3"/>
                  </a:cxn>
                  <a:cxn ang="0">
                    <a:pos x="T4" y="T5"/>
                  </a:cxn>
                  <a:cxn ang="0">
                    <a:pos x="T6" y="T7"/>
                  </a:cxn>
                  <a:cxn ang="0">
                    <a:pos x="T8" y="T9"/>
                  </a:cxn>
                </a:cxnLst>
                <a:rect l="0" t="0" r="r" b="b"/>
                <a:pathLst>
                  <a:path w="36" h="23">
                    <a:moveTo>
                      <a:pt x="35" y="12"/>
                    </a:moveTo>
                    <a:cubicBezTo>
                      <a:pt x="35" y="5"/>
                      <a:pt x="27" y="0"/>
                      <a:pt x="18" y="0"/>
                    </a:cubicBezTo>
                    <a:cubicBezTo>
                      <a:pt x="8" y="0"/>
                      <a:pt x="0" y="5"/>
                      <a:pt x="1" y="12"/>
                    </a:cubicBezTo>
                    <a:cubicBezTo>
                      <a:pt x="1" y="18"/>
                      <a:pt x="9" y="23"/>
                      <a:pt x="18" y="23"/>
                    </a:cubicBezTo>
                    <a:cubicBezTo>
                      <a:pt x="28" y="23"/>
                      <a:pt x="36" y="18"/>
                      <a:pt x="3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00" name="Freeform 562"/>
              <p:cNvSpPr>
                <a:spLocks/>
              </p:cNvSpPr>
              <p:nvPr/>
            </p:nvSpPr>
            <p:spPr bwMode="auto">
              <a:xfrm>
                <a:off x="3919" y="2989"/>
                <a:ext cx="75" cy="48"/>
              </a:xfrm>
              <a:custGeom>
                <a:avLst/>
                <a:gdLst>
                  <a:gd name="T0" fmla="*/ 35 w 36"/>
                  <a:gd name="T1" fmla="*/ 12 h 23"/>
                  <a:gd name="T2" fmla="*/ 17 w 36"/>
                  <a:gd name="T3" fmla="*/ 0 h 23"/>
                  <a:gd name="T4" fmla="*/ 0 w 36"/>
                  <a:gd name="T5" fmla="*/ 12 h 23"/>
                  <a:gd name="T6" fmla="*/ 18 w 36"/>
                  <a:gd name="T7" fmla="*/ 23 h 23"/>
                  <a:gd name="T8" fmla="*/ 35 w 36"/>
                  <a:gd name="T9" fmla="*/ 12 h 23"/>
                </a:gdLst>
                <a:ahLst/>
                <a:cxnLst>
                  <a:cxn ang="0">
                    <a:pos x="T0" y="T1"/>
                  </a:cxn>
                  <a:cxn ang="0">
                    <a:pos x="T2" y="T3"/>
                  </a:cxn>
                  <a:cxn ang="0">
                    <a:pos x="T4" y="T5"/>
                  </a:cxn>
                  <a:cxn ang="0">
                    <a:pos x="T6" y="T7"/>
                  </a:cxn>
                  <a:cxn ang="0">
                    <a:pos x="T8" y="T9"/>
                  </a:cxn>
                </a:cxnLst>
                <a:rect l="0" t="0" r="r" b="b"/>
                <a:pathLst>
                  <a:path w="36" h="23">
                    <a:moveTo>
                      <a:pt x="35" y="12"/>
                    </a:moveTo>
                    <a:cubicBezTo>
                      <a:pt x="35" y="5"/>
                      <a:pt x="27" y="0"/>
                      <a:pt x="17" y="0"/>
                    </a:cubicBezTo>
                    <a:cubicBezTo>
                      <a:pt x="8" y="0"/>
                      <a:pt x="0" y="5"/>
                      <a:pt x="0" y="12"/>
                    </a:cubicBezTo>
                    <a:cubicBezTo>
                      <a:pt x="1" y="18"/>
                      <a:pt x="9" y="23"/>
                      <a:pt x="18" y="23"/>
                    </a:cubicBezTo>
                    <a:cubicBezTo>
                      <a:pt x="28" y="23"/>
                      <a:pt x="36" y="18"/>
                      <a:pt x="3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01" name="Freeform 563"/>
              <p:cNvSpPr>
                <a:spLocks/>
              </p:cNvSpPr>
              <p:nvPr/>
            </p:nvSpPr>
            <p:spPr bwMode="auto">
              <a:xfrm>
                <a:off x="4008" y="2989"/>
                <a:ext cx="74" cy="48"/>
              </a:xfrm>
              <a:custGeom>
                <a:avLst/>
                <a:gdLst>
                  <a:gd name="T0" fmla="*/ 35 w 36"/>
                  <a:gd name="T1" fmla="*/ 12 h 23"/>
                  <a:gd name="T2" fmla="*/ 17 w 36"/>
                  <a:gd name="T3" fmla="*/ 0 h 23"/>
                  <a:gd name="T4" fmla="*/ 0 w 36"/>
                  <a:gd name="T5" fmla="*/ 12 h 23"/>
                  <a:gd name="T6" fmla="*/ 18 w 36"/>
                  <a:gd name="T7" fmla="*/ 23 h 23"/>
                  <a:gd name="T8" fmla="*/ 35 w 36"/>
                  <a:gd name="T9" fmla="*/ 12 h 23"/>
                </a:gdLst>
                <a:ahLst/>
                <a:cxnLst>
                  <a:cxn ang="0">
                    <a:pos x="T0" y="T1"/>
                  </a:cxn>
                  <a:cxn ang="0">
                    <a:pos x="T2" y="T3"/>
                  </a:cxn>
                  <a:cxn ang="0">
                    <a:pos x="T4" y="T5"/>
                  </a:cxn>
                  <a:cxn ang="0">
                    <a:pos x="T6" y="T7"/>
                  </a:cxn>
                  <a:cxn ang="0">
                    <a:pos x="T8" y="T9"/>
                  </a:cxn>
                </a:cxnLst>
                <a:rect l="0" t="0" r="r" b="b"/>
                <a:pathLst>
                  <a:path w="36" h="23">
                    <a:moveTo>
                      <a:pt x="35" y="12"/>
                    </a:moveTo>
                    <a:cubicBezTo>
                      <a:pt x="35" y="5"/>
                      <a:pt x="26" y="0"/>
                      <a:pt x="17" y="0"/>
                    </a:cubicBezTo>
                    <a:cubicBezTo>
                      <a:pt x="7" y="0"/>
                      <a:pt x="0" y="5"/>
                      <a:pt x="0" y="12"/>
                    </a:cubicBezTo>
                    <a:cubicBezTo>
                      <a:pt x="1" y="18"/>
                      <a:pt x="9" y="23"/>
                      <a:pt x="18" y="23"/>
                    </a:cubicBezTo>
                    <a:cubicBezTo>
                      <a:pt x="28" y="23"/>
                      <a:pt x="36" y="18"/>
                      <a:pt x="3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02" name="Freeform 564"/>
              <p:cNvSpPr>
                <a:spLocks/>
              </p:cNvSpPr>
              <p:nvPr/>
            </p:nvSpPr>
            <p:spPr bwMode="auto">
              <a:xfrm>
                <a:off x="4095" y="2989"/>
                <a:ext cx="76" cy="48"/>
              </a:xfrm>
              <a:custGeom>
                <a:avLst/>
                <a:gdLst>
                  <a:gd name="T0" fmla="*/ 36 w 37"/>
                  <a:gd name="T1" fmla="*/ 12 h 23"/>
                  <a:gd name="T2" fmla="*/ 17 w 37"/>
                  <a:gd name="T3" fmla="*/ 0 h 23"/>
                  <a:gd name="T4" fmla="*/ 1 w 37"/>
                  <a:gd name="T5" fmla="*/ 12 h 23"/>
                  <a:gd name="T6" fmla="*/ 19 w 37"/>
                  <a:gd name="T7" fmla="*/ 23 h 23"/>
                  <a:gd name="T8" fmla="*/ 36 w 37"/>
                  <a:gd name="T9" fmla="*/ 12 h 23"/>
                </a:gdLst>
                <a:ahLst/>
                <a:cxnLst>
                  <a:cxn ang="0">
                    <a:pos x="T0" y="T1"/>
                  </a:cxn>
                  <a:cxn ang="0">
                    <a:pos x="T2" y="T3"/>
                  </a:cxn>
                  <a:cxn ang="0">
                    <a:pos x="T4" y="T5"/>
                  </a:cxn>
                  <a:cxn ang="0">
                    <a:pos x="T6" y="T7"/>
                  </a:cxn>
                  <a:cxn ang="0">
                    <a:pos x="T8" y="T9"/>
                  </a:cxn>
                </a:cxnLst>
                <a:rect l="0" t="0" r="r" b="b"/>
                <a:pathLst>
                  <a:path w="37" h="23">
                    <a:moveTo>
                      <a:pt x="36" y="12"/>
                    </a:moveTo>
                    <a:cubicBezTo>
                      <a:pt x="35" y="5"/>
                      <a:pt x="27" y="0"/>
                      <a:pt x="17" y="0"/>
                    </a:cubicBezTo>
                    <a:cubicBezTo>
                      <a:pt x="8" y="0"/>
                      <a:pt x="0" y="5"/>
                      <a:pt x="1" y="12"/>
                    </a:cubicBezTo>
                    <a:cubicBezTo>
                      <a:pt x="1" y="18"/>
                      <a:pt x="10" y="23"/>
                      <a:pt x="19" y="23"/>
                    </a:cubicBezTo>
                    <a:cubicBezTo>
                      <a:pt x="29" y="23"/>
                      <a:pt x="37" y="18"/>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03" name="Freeform 565"/>
              <p:cNvSpPr>
                <a:spLocks/>
              </p:cNvSpPr>
              <p:nvPr/>
            </p:nvSpPr>
            <p:spPr bwMode="auto">
              <a:xfrm>
                <a:off x="4183" y="2989"/>
                <a:ext cx="75" cy="48"/>
              </a:xfrm>
              <a:custGeom>
                <a:avLst/>
                <a:gdLst>
                  <a:gd name="T0" fmla="*/ 36 w 36"/>
                  <a:gd name="T1" fmla="*/ 12 h 23"/>
                  <a:gd name="T2" fmla="*/ 17 w 36"/>
                  <a:gd name="T3" fmla="*/ 0 h 23"/>
                  <a:gd name="T4" fmla="*/ 1 w 36"/>
                  <a:gd name="T5" fmla="*/ 12 h 23"/>
                  <a:gd name="T6" fmla="*/ 19 w 36"/>
                  <a:gd name="T7" fmla="*/ 23 h 23"/>
                  <a:gd name="T8" fmla="*/ 36 w 36"/>
                  <a:gd name="T9" fmla="*/ 12 h 23"/>
                </a:gdLst>
                <a:ahLst/>
                <a:cxnLst>
                  <a:cxn ang="0">
                    <a:pos x="T0" y="T1"/>
                  </a:cxn>
                  <a:cxn ang="0">
                    <a:pos x="T2" y="T3"/>
                  </a:cxn>
                  <a:cxn ang="0">
                    <a:pos x="T4" y="T5"/>
                  </a:cxn>
                  <a:cxn ang="0">
                    <a:pos x="T6" y="T7"/>
                  </a:cxn>
                  <a:cxn ang="0">
                    <a:pos x="T8" y="T9"/>
                  </a:cxn>
                </a:cxnLst>
                <a:rect l="0" t="0" r="r" b="b"/>
                <a:pathLst>
                  <a:path w="36" h="23">
                    <a:moveTo>
                      <a:pt x="36" y="12"/>
                    </a:moveTo>
                    <a:cubicBezTo>
                      <a:pt x="35" y="5"/>
                      <a:pt x="27" y="0"/>
                      <a:pt x="17" y="0"/>
                    </a:cubicBezTo>
                    <a:cubicBezTo>
                      <a:pt x="7" y="0"/>
                      <a:pt x="0" y="5"/>
                      <a:pt x="1" y="12"/>
                    </a:cubicBezTo>
                    <a:cubicBezTo>
                      <a:pt x="1" y="18"/>
                      <a:pt x="10" y="23"/>
                      <a:pt x="19" y="23"/>
                    </a:cubicBezTo>
                    <a:cubicBezTo>
                      <a:pt x="29" y="23"/>
                      <a:pt x="36" y="18"/>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04" name="Freeform 566"/>
              <p:cNvSpPr>
                <a:spLocks/>
              </p:cNvSpPr>
              <p:nvPr/>
            </p:nvSpPr>
            <p:spPr bwMode="auto">
              <a:xfrm>
                <a:off x="3655" y="3047"/>
                <a:ext cx="72" cy="50"/>
              </a:xfrm>
              <a:custGeom>
                <a:avLst/>
                <a:gdLst>
                  <a:gd name="T0" fmla="*/ 35 w 35"/>
                  <a:gd name="T1" fmla="*/ 12 h 24"/>
                  <a:gd name="T2" fmla="*/ 17 w 35"/>
                  <a:gd name="T3" fmla="*/ 0 h 24"/>
                  <a:gd name="T4" fmla="*/ 0 w 35"/>
                  <a:gd name="T5" fmla="*/ 12 h 24"/>
                  <a:gd name="T6" fmla="*/ 18 w 35"/>
                  <a:gd name="T7" fmla="*/ 24 h 24"/>
                  <a:gd name="T8" fmla="*/ 35 w 35"/>
                  <a:gd name="T9" fmla="*/ 12 h 24"/>
                </a:gdLst>
                <a:ahLst/>
                <a:cxnLst>
                  <a:cxn ang="0">
                    <a:pos x="T0" y="T1"/>
                  </a:cxn>
                  <a:cxn ang="0">
                    <a:pos x="T2" y="T3"/>
                  </a:cxn>
                  <a:cxn ang="0">
                    <a:pos x="T4" y="T5"/>
                  </a:cxn>
                  <a:cxn ang="0">
                    <a:pos x="T6" y="T7"/>
                  </a:cxn>
                  <a:cxn ang="0">
                    <a:pos x="T8" y="T9"/>
                  </a:cxn>
                </a:cxnLst>
                <a:rect l="0" t="0" r="r" b="b"/>
                <a:pathLst>
                  <a:path w="35" h="24">
                    <a:moveTo>
                      <a:pt x="35" y="12"/>
                    </a:moveTo>
                    <a:cubicBezTo>
                      <a:pt x="35" y="6"/>
                      <a:pt x="27" y="0"/>
                      <a:pt x="17" y="0"/>
                    </a:cubicBezTo>
                    <a:cubicBezTo>
                      <a:pt x="8" y="0"/>
                      <a:pt x="0" y="6"/>
                      <a:pt x="0" y="12"/>
                    </a:cubicBezTo>
                    <a:cubicBezTo>
                      <a:pt x="0" y="19"/>
                      <a:pt x="8" y="24"/>
                      <a:pt x="18" y="24"/>
                    </a:cubicBezTo>
                    <a:cubicBezTo>
                      <a:pt x="28" y="24"/>
                      <a:pt x="35" y="19"/>
                      <a:pt x="3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05" name="Freeform 567"/>
              <p:cNvSpPr>
                <a:spLocks/>
              </p:cNvSpPr>
              <p:nvPr/>
            </p:nvSpPr>
            <p:spPr bwMode="auto">
              <a:xfrm>
                <a:off x="3744" y="3047"/>
                <a:ext cx="74" cy="50"/>
              </a:xfrm>
              <a:custGeom>
                <a:avLst/>
                <a:gdLst>
                  <a:gd name="T0" fmla="*/ 36 w 36"/>
                  <a:gd name="T1" fmla="*/ 12 h 24"/>
                  <a:gd name="T2" fmla="*/ 18 w 36"/>
                  <a:gd name="T3" fmla="*/ 0 h 24"/>
                  <a:gd name="T4" fmla="*/ 0 w 36"/>
                  <a:gd name="T5" fmla="*/ 12 h 24"/>
                  <a:gd name="T6" fmla="*/ 18 w 36"/>
                  <a:gd name="T7" fmla="*/ 24 h 24"/>
                  <a:gd name="T8" fmla="*/ 36 w 36"/>
                  <a:gd name="T9" fmla="*/ 12 h 24"/>
                </a:gdLst>
                <a:ahLst/>
                <a:cxnLst>
                  <a:cxn ang="0">
                    <a:pos x="T0" y="T1"/>
                  </a:cxn>
                  <a:cxn ang="0">
                    <a:pos x="T2" y="T3"/>
                  </a:cxn>
                  <a:cxn ang="0">
                    <a:pos x="T4" y="T5"/>
                  </a:cxn>
                  <a:cxn ang="0">
                    <a:pos x="T6" y="T7"/>
                  </a:cxn>
                  <a:cxn ang="0">
                    <a:pos x="T8" y="T9"/>
                  </a:cxn>
                </a:cxnLst>
                <a:rect l="0" t="0" r="r" b="b"/>
                <a:pathLst>
                  <a:path w="36" h="24">
                    <a:moveTo>
                      <a:pt x="36" y="12"/>
                    </a:moveTo>
                    <a:cubicBezTo>
                      <a:pt x="35" y="6"/>
                      <a:pt x="27" y="0"/>
                      <a:pt x="18" y="0"/>
                    </a:cubicBezTo>
                    <a:cubicBezTo>
                      <a:pt x="8" y="0"/>
                      <a:pt x="0" y="6"/>
                      <a:pt x="0" y="12"/>
                    </a:cubicBezTo>
                    <a:cubicBezTo>
                      <a:pt x="0" y="19"/>
                      <a:pt x="8" y="24"/>
                      <a:pt x="18" y="24"/>
                    </a:cubicBezTo>
                    <a:cubicBezTo>
                      <a:pt x="28" y="24"/>
                      <a:pt x="36" y="19"/>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06" name="Freeform 568"/>
              <p:cNvSpPr>
                <a:spLocks/>
              </p:cNvSpPr>
              <p:nvPr/>
            </p:nvSpPr>
            <p:spPr bwMode="auto">
              <a:xfrm>
                <a:off x="3833" y="3047"/>
                <a:ext cx="74" cy="50"/>
              </a:xfrm>
              <a:custGeom>
                <a:avLst/>
                <a:gdLst>
                  <a:gd name="T0" fmla="*/ 36 w 36"/>
                  <a:gd name="T1" fmla="*/ 12 h 24"/>
                  <a:gd name="T2" fmla="*/ 18 w 36"/>
                  <a:gd name="T3" fmla="*/ 0 h 24"/>
                  <a:gd name="T4" fmla="*/ 1 w 36"/>
                  <a:gd name="T5" fmla="*/ 12 h 24"/>
                  <a:gd name="T6" fmla="*/ 19 w 36"/>
                  <a:gd name="T7" fmla="*/ 24 h 24"/>
                  <a:gd name="T8" fmla="*/ 36 w 36"/>
                  <a:gd name="T9" fmla="*/ 12 h 24"/>
                </a:gdLst>
                <a:ahLst/>
                <a:cxnLst>
                  <a:cxn ang="0">
                    <a:pos x="T0" y="T1"/>
                  </a:cxn>
                  <a:cxn ang="0">
                    <a:pos x="T2" y="T3"/>
                  </a:cxn>
                  <a:cxn ang="0">
                    <a:pos x="T4" y="T5"/>
                  </a:cxn>
                  <a:cxn ang="0">
                    <a:pos x="T6" y="T7"/>
                  </a:cxn>
                  <a:cxn ang="0">
                    <a:pos x="T8" y="T9"/>
                  </a:cxn>
                </a:cxnLst>
                <a:rect l="0" t="0" r="r" b="b"/>
                <a:pathLst>
                  <a:path w="36" h="24">
                    <a:moveTo>
                      <a:pt x="36" y="12"/>
                    </a:moveTo>
                    <a:cubicBezTo>
                      <a:pt x="36" y="6"/>
                      <a:pt x="27" y="0"/>
                      <a:pt x="18" y="0"/>
                    </a:cubicBezTo>
                    <a:cubicBezTo>
                      <a:pt x="8" y="0"/>
                      <a:pt x="0" y="6"/>
                      <a:pt x="1" y="12"/>
                    </a:cubicBezTo>
                    <a:cubicBezTo>
                      <a:pt x="1" y="19"/>
                      <a:pt x="9" y="24"/>
                      <a:pt x="19" y="24"/>
                    </a:cubicBezTo>
                    <a:cubicBezTo>
                      <a:pt x="28" y="24"/>
                      <a:pt x="36" y="19"/>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07" name="Freeform 569"/>
              <p:cNvSpPr>
                <a:spLocks/>
              </p:cNvSpPr>
              <p:nvPr/>
            </p:nvSpPr>
            <p:spPr bwMode="auto">
              <a:xfrm>
                <a:off x="3921" y="3047"/>
                <a:ext cx="77" cy="50"/>
              </a:xfrm>
              <a:custGeom>
                <a:avLst/>
                <a:gdLst>
                  <a:gd name="T0" fmla="*/ 36 w 37"/>
                  <a:gd name="T1" fmla="*/ 12 h 24"/>
                  <a:gd name="T2" fmla="*/ 18 w 37"/>
                  <a:gd name="T3" fmla="*/ 0 h 24"/>
                  <a:gd name="T4" fmla="*/ 1 w 37"/>
                  <a:gd name="T5" fmla="*/ 12 h 24"/>
                  <a:gd name="T6" fmla="*/ 19 w 37"/>
                  <a:gd name="T7" fmla="*/ 24 h 24"/>
                  <a:gd name="T8" fmla="*/ 36 w 37"/>
                  <a:gd name="T9" fmla="*/ 12 h 24"/>
                </a:gdLst>
                <a:ahLst/>
                <a:cxnLst>
                  <a:cxn ang="0">
                    <a:pos x="T0" y="T1"/>
                  </a:cxn>
                  <a:cxn ang="0">
                    <a:pos x="T2" y="T3"/>
                  </a:cxn>
                  <a:cxn ang="0">
                    <a:pos x="T4" y="T5"/>
                  </a:cxn>
                  <a:cxn ang="0">
                    <a:pos x="T6" y="T7"/>
                  </a:cxn>
                  <a:cxn ang="0">
                    <a:pos x="T8" y="T9"/>
                  </a:cxn>
                </a:cxnLst>
                <a:rect l="0" t="0" r="r" b="b"/>
                <a:pathLst>
                  <a:path w="37" h="24">
                    <a:moveTo>
                      <a:pt x="36" y="12"/>
                    </a:moveTo>
                    <a:cubicBezTo>
                      <a:pt x="36" y="6"/>
                      <a:pt x="27" y="0"/>
                      <a:pt x="18" y="0"/>
                    </a:cubicBezTo>
                    <a:cubicBezTo>
                      <a:pt x="8" y="0"/>
                      <a:pt x="0" y="6"/>
                      <a:pt x="1" y="12"/>
                    </a:cubicBezTo>
                    <a:cubicBezTo>
                      <a:pt x="1" y="19"/>
                      <a:pt x="9" y="24"/>
                      <a:pt x="19" y="24"/>
                    </a:cubicBezTo>
                    <a:cubicBezTo>
                      <a:pt x="29" y="24"/>
                      <a:pt x="37" y="19"/>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08" name="Freeform 570"/>
              <p:cNvSpPr>
                <a:spLocks/>
              </p:cNvSpPr>
              <p:nvPr/>
            </p:nvSpPr>
            <p:spPr bwMode="auto">
              <a:xfrm>
                <a:off x="4012" y="3047"/>
                <a:ext cx="74" cy="50"/>
              </a:xfrm>
              <a:custGeom>
                <a:avLst/>
                <a:gdLst>
                  <a:gd name="T0" fmla="*/ 35 w 36"/>
                  <a:gd name="T1" fmla="*/ 12 h 24"/>
                  <a:gd name="T2" fmla="*/ 17 w 36"/>
                  <a:gd name="T3" fmla="*/ 0 h 24"/>
                  <a:gd name="T4" fmla="*/ 0 w 36"/>
                  <a:gd name="T5" fmla="*/ 12 h 24"/>
                  <a:gd name="T6" fmla="*/ 19 w 36"/>
                  <a:gd name="T7" fmla="*/ 24 h 24"/>
                  <a:gd name="T8" fmla="*/ 35 w 36"/>
                  <a:gd name="T9" fmla="*/ 12 h 24"/>
                </a:gdLst>
                <a:ahLst/>
                <a:cxnLst>
                  <a:cxn ang="0">
                    <a:pos x="T0" y="T1"/>
                  </a:cxn>
                  <a:cxn ang="0">
                    <a:pos x="T2" y="T3"/>
                  </a:cxn>
                  <a:cxn ang="0">
                    <a:pos x="T4" y="T5"/>
                  </a:cxn>
                  <a:cxn ang="0">
                    <a:pos x="T6" y="T7"/>
                  </a:cxn>
                  <a:cxn ang="0">
                    <a:pos x="T8" y="T9"/>
                  </a:cxn>
                </a:cxnLst>
                <a:rect l="0" t="0" r="r" b="b"/>
                <a:pathLst>
                  <a:path w="36" h="24">
                    <a:moveTo>
                      <a:pt x="35" y="12"/>
                    </a:moveTo>
                    <a:cubicBezTo>
                      <a:pt x="35" y="6"/>
                      <a:pt x="27" y="0"/>
                      <a:pt x="17" y="0"/>
                    </a:cubicBezTo>
                    <a:cubicBezTo>
                      <a:pt x="7" y="0"/>
                      <a:pt x="0" y="6"/>
                      <a:pt x="0" y="12"/>
                    </a:cubicBezTo>
                    <a:cubicBezTo>
                      <a:pt x="1" y="19"/>
                      <a:pt x="9" y="24"/>
                      <a:pt x="19" y="24"/>
                    </a:cubicBezTo>
                    <a:cubicBezTo>
                      <a:pt x="28" y="24"/>
                      <a:pt x="36" y="19"/>
                      <a:pt x="3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09" name="Freeform 571"/>
              <p:cNvSpPr>
                <a:spLocks/>
              </p:cNvSpPr>
              <p:nvPr/>
            </p:nvSpPr>
            <p:spPr bwMode="auto">
              <a:xfrm>
                <a:off x="4101" y="3047"/>
                <a:ext cx="74" cy="50"/>
              </a:xfrm>
              <a:custGeom>
                <a:avLst/>
                <a:gdLst>
                  <a:gd name="T0" fmla="*/ 36 w 36"/>
                  <a:gd name="T1" fmla="*/ 12 h 24"/>
                  <a:gd name="T2" fmla="*/ 17 w 36"/>
                  <a:gd name="T3" fmla="*/ 0 h 24"/>
                  <a:gd name="T4" fmla="*/ 0 w 36"/>
                  <a:gd name="T5" fmla="*/ 12 h 24"/>
                  <a:gd name="T6" fmla="*/ 19 w 36"/>
                  <a:gd name="T7" fmla="*/ 24 h 24"/>
                  <a:gd name="T8" fmla="*/ 36 w 36"/>
                  <a:gd name="T9" fmla="*/ 12 h 24"/>
                </a:gdLst>
                <a:ahLst/>
                <a:cxnLst>
                  <a:cxn ang="0">
                    <a:pos x="T0" y="T1"/>
                  </a:cxn>
                  <a:cxn ang="0">
                    <a:pos x="T2" y="T3"/>
                  </a:cxn>
                  <a:cxn ang="0">
                    <a:pos x="T4" y="T5"/>
                  </a:cxn>
                  <a:cxn ang="0">
                    <a:pos x="T6" y="T7"/>
                  </a:cxn>
                  <a:cxn ang="0">
                    <a:pos x="T8" y="T9"/>
                  </a:cxn>
                </a:cxnLst>
                <a:rect l="0" t="0" r="r" b="b"/>
                <a:pathLst>
                  <a:path w="36" h="24">
                    <a:moveTo>
                      <a:pt x="36" y="12"/>
                    </a:moveTo>
                    <a:cubicBezTo>
                      <a:pt x="35" y="6"/>
                      <a:pt x="27" y="0"/>
                      <a:pt x="17" y="0"/>
                    </a:cubicBezTo>
                    <a:cubicBezTo>
                      <a:pt x="7" y="0"/>
                      <a:pt x="0" y="6"/>
                      <a:pt x="0" y="12"/>
                    </a:cubicBezTo>
                    <a:cubicBezTo>
                      <a:pt x="1" y="19"/>
                      <a:pt x="9" y="24"/>
                      <a:pt x="19" y="24"/>
                    </a:cubicBezTo>
                    <a:cubicBezTo>
                      <a:pt x="29" y="24"/>
                      <a:pt x="36" y="19"/>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10" name="Freeform 572"/>
              <p:cNvSpPr>
                <a:spLocks/>
              </p:cNvSpPr>
              <p:nvPr/>
            </p:nvSpPr>
            <p:spPr bwMode="auto">
              <a:xfrm>
                <a:off x="4190" y="3047"/>
                <a:ext cx="76" cy="50"/>
              </a:xfrm>
              <a:custGeom>
                <a:avLst/>
                <a:gdLst>
                  <a:gd name="T0" fmla="*/ 36 w 37"/>
                  <a:gd name="T1" fmla="*/ 12 h 24"/>
                  <a:gd name="T2" fmla="*/ 17 w 37"/>
                  <a:gd name="T3" fmla="*/ 0 h 24"/>
                  <a:gd name="T4" fmla="*/ 1 w 37"/>
                  <a:gd name="T5" fmla="*/ 12 h 24"/>
                  <a:gd name="T6" fmla="*/ 20 w 37"/>
                  <a:gd name="T7" fmla="*/ 24 h 24"/>
                  <a:gd name="T8" fmla="*/ 36 w 37"/>
                  <a:gd name="T9" fmla="*/ 12 h 24"/>
                </a:gdLst>
                <a:ahLst/>
                <a:cxnLst>
                  <a:cxn ang="0">
                    <a:pos x="T0" y="T1"/>
                  </a:cxn>
                  <a:cxn ang="0">
                    <a:pos x="T2" y="T3"/>
                  </a:cxn>
                  <a:cxn ang="0">
                    <a:pos x="T4" y="T5"/>
                  </a:cxn>
                  <a:cxn ang="0">
                    <a:pos x="T6" y="T7"/>
                  </a:cxn>
                  <a:cxn ang="0">
                    <a:pos x="T8" y="T9"/>
                  </a:cxn>
                </a:cxnLst>
                <a:rect l="0" t="0" r="r" b="b"/>
                <a:pathLst>
                  <a:path w="37" h="24">
                    <a:moveTo>
                      <a:pt x="36" y="12"/>
                    </a:moveTo>
                    <a:cubicBezTo>
                      <a:pt x="35" y="6"/>
                      <a:pt x="27" y="0"/>
                      <a:pt x="17" y="0"/>
                    </a:cubicBezTo>
                    <a:cubicBezTo>
                      <a:pt x="7" y="0"/>
                      <a:pt x="0" y="6"/>
                      <a:pt x="1" y="12"/>
                    </a:cubicBezTo>
                    <a:cubicBezTo>
                      <a:pt x="1" y="19"/>
                      <a:pt x="10" y="24"/>
                      <a:pt x="20" y="24"/>
                    </a:cubicBezTo>
                    <a:cubicBezTo>
                      <a:pt x="29" y="24"/>
                      <a:pt x="37" y="19"/>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11" name="Freeform 573"/>
              <p:cNvSpPr>
                <a:spLocks/>
              </p:cNvSpPr>
              <p:nvPr/>
            </p:nvSpPr>
            <p:spPr bwMode="auto">
              <a:xfrm>
                <a:off x="3746" y="3109"/>
                <a:ext cx="74" cy="50"/>
              </a:xfrm>
              <a:custGeom>
                <a:avLst/>
                <a:gdLst>
                  <a:gd name="T0" fmla="*/ 35 w 36"/>
                  <a:gd name="T1" fmla="*/ 12 h 24"/>
                  <a:gd name="T2" fmla="*/ 17 w 36"/>
                  <a:gd name="T3" fmla="*/ 0 h 24"/>
                  <a:gd name="T4" fmla="*/ 0 w 36"/>
                  <a:gd name="T5" fmla="*/ 12 h 24"/>
                  <a:gd name="T6" fmla="*/ 18 w 36"/>
                  <a:gd name="T7" fmla="*/ 24 h 24"/>
                  <a:gd name="T8" fmla="*/ 35 w 36"/>
                  <a:gd name="T9" fmla="*/ 12 h 24"/>
                </a:gdLst>
                <a:ahLst/>
                <a:cxnLst>
                  <a:cxn ang="0">
                    <a:pos x="T0" y="T1"/>
                  </a:cxn>
                  <a:cxn ang="0">
                    <a:pos x="T2" y="T3"/>
                  </a:cxn>
                  <a:cxn ang="0">
                    <a:pos x="T4" y="T5"/>
                  </a:cxn>
                  <a:cxn ang="0">
                    <a:pos x="T6" y="T7"/>
                  </a:cxn>
                  <a:cxn ang="0">
                    <a:pos x="T8" y="T9"/>
                  </a:cxn>
                </a:cxnLst>
                <a:rect l="0" t="0" r="r" b="b"/>
                <a:pathLst>
                  <a:path w="36" h="24">
                    <a:moveTo>
                      <a:pt x="35" y="12"/>
                    </a:moveTo>
                    <a:cubicBezTo>
                      <a:pt x="35" y="5"/>
                      <a:pt x="27" y="0"/>
                      <a:pt x="17" y="0"/>
                    </a:cubicBezTo>
                    <a:cubicBezTo>
                      <a:pt x="8" y="0"/>
                      <a:pt x="0" y="5"/>
                      <a:pt x="0" y="12"/>
                    </a:cubicBezTo>
                    <a:cubicBezTo>
                      <a:pt x="0" y="19"/>
                      <a:pt x="8" y="24"/>
                      <a:pt x="18" y="24"/>
                    </a:cubicBezTo>
                    <a:cubicBezTo>
                      <a:pt x="28" y="24"/>
                      <a:pt x="36" y="19"/>
                      <a:pt x="3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12" name="Freeform 574"/>
              <p:cNvSpPr>
                <a:spLocks/>
              </p:cNvSpPr>
              <p:nvPr/>
            </p:nvSpPr>
            <p:spPr bwMode="auto">
              <a:xfrm>
                <a:off x="3835" y="3109"/>
                <a:ext cx="76" cy="50"/>
              </a:xfrm>
              <a:custGeom>
                <a:avLst/>
                <a:gdLst>
                  <a:gd name="T0" fmla="*/ 36 w 37"/>
                  <a:gd name="T1" fmla="*/ 12 h 24"/>
                  <a:gd name="T2" fmla="*/ 18 w 37"/>
                  <a:gd name="T3" fmla="*/ 0 h 24"/>
                  <a:gd name="T4" fmla="*/ 1 w 37"/>
                  <a:gd name="T5" fmla="*/ 12 h 24"/>
                  <a:gd name="T6" fmla="*/ 19 w 37"/>
                  <a:gd name="T7" fmla="*/ 24 h 24"/>
                  <a:gd name="T8" fmla="*/ 36 w 37"/>
                  <a:gd name="T9" fmla="*/ 12 h 24"/>
                </a:gdLst>
                <a:ahLst/>
                <a:cxnLst>
                  <a:cxn ang="0">
                    <a:pos x="T0" y="T1"/>
                  </a:cxn>
                  <a:cxn ang="0">
                    <a:pos x="T2" y="T3"/>
                  </a:cxn>
                  <a:cxn ang="0">
                    <a:pos x="T4" y="T5"/>
                  </a:cxn>
                  <a:cxn ang="0">
                    <a:pos x="T6" y="T7"/>
                  </a:cxn>
                  <a:cxn ang="0">
                    <a:pos x="T8" y="T9"/>
                  </a:cxn>
                </a:cxnLst>
                <a:rect l="0" t="0" r="r" b="b"/>
                <a:pathLst>
                  <a:path w="37" h="24">
                    <a:moveTo>
                      <a:pt x="36" y="12"/>
                    </a:moveTo>
                    <a:cubicBezTo>
                      <a:pt x="36" y="5"/>
                      <a:pt x="28" y="0"/>
                      <a:pt x="18" y="0"/>
                    </a:cubicBezTo>
                    <a:cubicBezTo>
                      <a:pt x="8" y="0"/>
                      <a:pt x="0" y="5"/>
                      <a:pt x="1" y="12"/>
                    </a:cubicBezTo>
                    <a:cubicBezTo>
                      <a:pt x="1" y="19"/>
                      <a:pt x="9" y="24"/>
                      <a:pt x="19" y="24"/>
                    </a:cubicBezTo>
                    <a:cubicBezTo>
                      <a:pt x="29" y="24"/>
                      <a:pt x="37" y="19"/>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13" name="Freeform 575"/>
              <p:cNvSpPr>
                <a:spLocks/>
              </p:cNvSpPr>
              <p:nvPr/>
            </p:nvSpPr>
            <p:spPr bwMode="auto">
              <a:xfrm>
                <a:off x="3926" y="3109"/>
                <a:ext cx="74" cy="50"/>
              </a:xfrm>
              <a:custGeom>
                <a:avLst/>
                <a:gdLst>
                  <a:gd name="T0" fmla="*/ 36 w 36"/>
                  <a:gd name="T1" fmla="*/ 12 h 24"/>
                  <a:gd name="T2" fmla="*/ 17 w 36"/>
                  <a:gd name="T3" fmla="*/ 0 h 24"/>
                  <a:gd name="T4" fmla="*/ 0 w 36"/>
                  <a:gd name="T5" fmla="*/ 12 h 24"/>
                  <a:gd name="T6" fmla="*/ 19 w 36"/>
                  <a:gd name="T7" fmla="*/ 24 h 24"/>
                  <a:gd name="T8" fmla="*/ 36 w 36"/>
                  <a:gd name="T9" fmla="*/ 12 h 24"/>
                </a:gdLst>
                <a:ahLst/>
                <a:cxnLst>
                  <a:cxn ang="0">
                    <a:pos x="T0" y="T1"/>
                  </a:cxn>
                  <a:cxn ang="0">
                    <a:pos x="T2" y="T3"/>
                  </a:cxn>
                  <a:cxn ang="0">
                    <a:pos x="T4" y="T5"/>
                  </a:cxn>
                  <a:cxn ang="0">
                    <a:pos x="T6" y="T7"/>
                  </a:cxn>
                  <a:cxn ang="0">
                    <a:pos x="T8" y="T9"/>
                  </a:cxn>
                </a:cxnLst>
                <a:rect l="0" t="0" r="r" b="b"/>
                <a:pathLst>
                  <a:path w="36" h="24">
                    <a:moveTo>
                      <a:pt x="36" y="12"/>
                    </a:moveTo>
                    <a:cubicBezTo>
                      <a:pt x="36" y="5"/>
                      <a:pt x="27" y="0"/>
                      <a:pt x="17" y="0"/>
                    </a:cubicBezTo>
                    <a:cubicBezTo>
                      <a:pt x="8" y="0"/>
                      <a:pt x="0" y="5"/>
                      <a:pt x="0" y="12"/>
                    </a:cubicBezTo>
                    <a:cubicBezTo>
                      <a:pt x="1" y="19"/>
                      <a:pt x="9" y="24"/>
                      <a:pt x="19" y="24"/>
                    </a:cubicBezTo>
                    <a:cubicBezTo>
                      <a:pt x="29" y="24"/>
                      <a:pt x="36" y="19"/>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14" name="Freeform 576"/>
              <p:cNvSpPr>
                <a:spLocks/>
              </p:cNvSpPr>
              <p:nvPr/>
            </p:nvSpPr>
            <p:spPr bwMode="auto">
              <a:xfrm>
                <a:off x="4016" y="3109"/>
                <a:ext cx="75" cy="50"/>
              </a:xfrm>
              <a:custGeom>
                <a:avLst/>
                <a:gdLst>
                  <a:gd name="T0" fmla="*/ 36 w 36"/>
                  <a:gd name="T1" fmla="*/ 12 h 24"/>
                  <a:gd name="T2" fmla="*/ 17 w 36"/>
                  <a:gd name="T3" fmla="*/ 0 h 24"/>
                  <a:gd name="T4" fmla="*/ 0 w 36"/>
                  <a:gd name="T5" fmla="*/ 12 h 24"/>
                  <a:gd name="T6" fmla="*/ 19 w 36"/>
                  <a:gd name="T7" fmla="*/ 24 h 24"/>
                  <a:gd name="T8" fmla="*/ 36 w 36"/>
                  <a:gd name="T9" fmla="*/ 12 h 24"/>
                </a:gdLst>
                <a:ahLst/>
                <a:cxnLst>
                  <a:cxn ang="0">
                    <a:pos x="T0" y="T1"/>
                  </a:cxn>
                  <a:cxn ang="0">
                    <a:pos x="T2" y="T3"/>
                  </a:cxn>
                  <a:cxn ang="0">
                    <a:pos x="T4" y="T5"/>
                  </a:cxn>
                  <a:cxn ang="0">
                    <a:pos x="T6" y="T7"/>
                  </a:cxn>
                  <a:cxn ang="0">
                    <a:pos x="T8" y="T9"/>
                  </a:cxn>
                </a:cxnLst>
                <a:rect l="0" t="0" r="r" b="b"/>
                <a:pathLst>
                  <a:path w="36" h="24">
                    <a:moveTo>
                      <a:pt x="36" y="12"/>
                    </a:moveTo>
                    <a:cubicBezTo>
                      <a:pt x="35" y="5"/>
                      <a:pt x="27" y="0"/>
                      <a:pt x="17" y="0"/>
                    </a:cubicBezTo>
                    <a:cubicBezTo>
                      <a:pt x="7" y="0"/>
                      <a:pt x="0" y="5"/>
                      <a:pt x="0" y="12"/>
                    </a:cubicBezTo>
                    <a:cubicBezTo>
                      <a:pt x="0" y="19"/>
                      <a:pt x="9" y="24"/>
                      <a:pt x="19" y="24"/>
                    </a:cubicBezTo>
                    <a:cubicBezTo>
                      <a:pt x="29" y="24"/>
                      <a:pt x="36" y="19"/>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15" name="Freeform 577"/>
              <p:cNvSpPr>
                <a:spLocks/>
              </p:cNvSpPr>
              <p:nvPr/>
            </p:nvSpPr>
            <p:spPr bwMode="auto">
              <a:xfrm>
                <a:off x="4105" y="3109"/>
                <a:ext cx="76" cy="50"/>
              </a:xfrm>
              <a:custGeom>
                <a:avLst/>
                <a:gdLst>
                  <a:gd name="T0" fmla="*/ 37 w 37"/>
                  <a:gd name="T1" fmla="*/ 12 h 24"/>
                  <a:gd name="T2" fmla="*/ 18 w 37"/>
                  <a:gd name="T3" fmla="*/ 0 h 24"/>
                  <a:gd name="T4" fmla="*/ 1 w 37"/>
                  <a:gd name="T5" fmla="*/ 12 h 24"/>
                  <a:gd name="T6" fmla="*/ 20 w 37"/>
                  <a:gd name="T7" fmla="*/ 24 h 24"/>
                  <a:gd name="T8" fmla="*/ 37 w 37"/>
                  <a:gd name="T9" fmla="*/ 12 h 24"/>
                </a:gdLst>
                <a:ahLst/>
                <a:cxnLst>
                  <a:cxn ang="0">
                    <a:pos x="T0" y="T1"/>
                  </a:cxn>
                  <a:cxn ang="0">
                    <a:pos x="T2" y="T3"/>
                  </a:cxn>
                  <a:cxn ang="0">
                    <a:pos x="T4" y="T5"/>
                  </a:cxn>
                  <a:cxn ang="0">
                    <a:pos x="T6" y="T7"/>
                  </a:cxn>
                  <a:cxn ang="0">
                    <a:pos x="T8" y="T9"/>
                  </a:cxn>
                </a:cxnLst>
                <a:rect l="0" t="0" r="r" b="b"/>
                <a:pathLst>
                  <a:path w="37" h="24">
                    <a:moveTo>
                      <a:pt x="37" y="12"/>
                    </a:moveTo>
                    <a:cubicBezTo>
                      <a:pt x="36" y="5"/>
                      <a:pt x="27" y="0"/>
                      <a:pt x="18" y="0"/>
                    </a:cubicBezTo>
                    <a:cubicBezTo>
                      <a:pt x="8" y="0"/>
                      <a:pt x="0" y="5"/>
                      <a:pt x="1" y="12"/>
                    </a:cubicBezTo>
                    <a:cubicBezTo>
                      <a:pt x="1" y="19"/>
                      <a:pt x="10" y="24"/>
                      <a:pt x="20" y="24"/>
                    </a:cubicBezTo>
                    <a:cubicBezTo>
                      <a:pt x="30" y="24"/>
                      <a:pt x="37" y="19"/>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16" name="Freeform 578"/>
              <p:cNvSpPr>
                <a:spLocks/>
              </p:cNvSpPr>
              <p:nvPr/>
            </p:nvSpPr>
            <p:spPr bwMode="auto">
              <a:xfrm>
                <a:off x="4196" y="3109"/>
                <a:ext cx="76" cy="50"/>
              </a:xfrm>
              <a:custGeom>
                <a:avLst/>
                <a:gdLst>
                  <a:gd name="T0" fmla="*/ 36 w 37"/>
                  <a:gd name="T1" fmla="*/ 12 h 24"/>
                  <a:gd name="T2" fmla="*/ 17 w 37"/>
                  <a:gd name="T3" fmla="*/ 0 h 24"/>
                  <a:gd name="T4" fmla="*/ 1 w 37"/>
                  <a:gd name="T5" fmla="*/ 12 h 24"/>
                  <a:gd name="T6" fmla="*/ 20 w 37"/>
                  <a:gd name="T7" fmla="*/ 24 h 24"/>
                  <a:gd name="T8" fmla="*/ 36 w 37"/>
                  <a:gd name="T9" fmla="*/ 12 h 24"/>
                </a:gdLst>
                <a:ahLst/>
                <a:cxnLst>
                  <a:cxn ang="0">
                    <a:pos x="T0" y="T1"/>
                  </a:cxn>
                  <a:cxn ang="0">
                    <a:pos x="T2" y="T3"/>
                  </a:cxn>
                  <a:cxn ang="0">
                    <a:pos x="T4" y="T5"/>
                  </a:cxn>
                  <a:cxn ang="0">
                    <a:pos x="T6" y="T7"/>
                  </a:cxn>
                  <a:cxn ang="0">
                    <a:pos x="T8" y="T9"/>
                  </a:cxn>
                </a:cxnLst>
                <a:rect l="0" t="0" r="r" b="b"/>
                <a:pathLst>
                  <a:path w="37" h="24">
                    <a:moveTo>
                      <a:pt x="36" y="12"/>
                    </a:moveTo>
                    <a:cubicBezTo>
                      <a:pt x="36" y="5"/>
                      <a:pt x="27" y="0"/>
                      <a:pt x="17" y="0"/>
                    </a:cubicBezTo>
                    <a:cubicBezTo>
                      <a:pt x="7" y="0"/>
                      <a:pt x="0" y="5"/>
                      <a:pt x="1" y="12"/>
                    </a:cubicBezTo>
                    <a:cubicBezTo>
                      <a:pt x="1" y="19"/>
                      <a:pt x="10" y="24"/>
                      <a:pt x="20" y="24"/>
                    </a:cubicBezTo>
                    <a:cubicBezTo>
                      <a:pt x="30" y="24"/>
                      <a:pt x="37" y="19"/>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17" name="Freeform 579"/>
              <p:cNvSpPr>
                <a:spLocks/>
              </p:cNvSpPr>
              <p:nvPr/>
            </p:nvSpPr>
            <p:spPr bwMode="auto">
              <a:xfrm>
                <a:off x="3746" y="3171"/>
                <a:ext cx="76" cy="52"/>
              </a:xfrm>
              <a:custGeom>
                <a:avLst/>
                <a:gdLst>
                  <a:gd name="T0" fmla="*/ 36 w 37"/>
                  <a:gd name="T1" fmla="*/ 13 h 25"/>
                  <a:gd name="T2" fmla="*/ 18 w 37"/>
                  <a:gd name="T3" fmla="*/ 0 h 25"/>
                  <a:gd name="T4" fmla="*/ 0 w 37"/>
                  <a:gd name="T5" fmla="*/ 13 h 25"/>
                  <a:gd name="T6" fmla="*/ 19 w 37"/>
                  <a:gd name="T7" fmla="*/ 25 h 25"/>
                  <a:gd name="T8" fmla="*/ 36 w 37"/>
                  <a:gd name="T9" fmla="*/ 13 h 25"/>
                </a:gdLst>
                <a:ahLst/>
                <a:cxnLst>
                  <a:cxn ang="0">
                    <a:pos x="T0" y="T1"/>
                  </a:cxn>
                  <a:cxn ang="0">
                    <a:pos x="T2" y="T3"/>
                  </a:cxn>
                  <a:cxn ang="0">
                    <a:pos x="T4" y="T5"/>
                  </a:cxn>
                  <a:cxn ang="0">
                    <a:pos x="T6" y="T7"/>
                  </a:cxn>
                  <a:cxn ang="0">
                    <a:pos x="T8" y="T9"/>
                  </a:cxn>
                </a:cxnLst>
                <a:rect l="0" t="0" r="r" b="b"/>
                <a:pathLst>
                  <a:path w="37" h="25">
                    <a:moveTo>
                      <a:pt x="36" y="13"/>
                    </a:moveTo>
                    <a:cubicBezTo>
                      <a:pt x="36" y="6"/>
                      <a:pt x="28" y="0"/>
                      <a:pt x="18" y="0"/>
                    </a:cubicBezTo>
                    <a:cubicBezTo>
                      <a:pt x="8" y="0"/>
                      <a:pt x="0" y="6"/>
                      <a:pt x="0" y="13"/>
                    </a:cubicBezTo>
                    <a:cubicBezTo>
                      <a:pt x="0" y="20"/>
                      <a:pt x="9" y="25"/>
                      <a:pt x="19" y="25"/>
                    </a:cubicBezTo>
                    <a:cubicBezTo>
                      <a:pt x="29" y="25"/>
                      <a:pt x="37" y="20"/>
                      <a:pt x="3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18" name="Freeform 580"/>
              <p:cNvSpPr>
                <a:spLocks/>
              </p:cNvSpPr>
              <p:nvPr/>
            </p:nvSpPr>
            <p:spPr bwMode="auto">
              <a:xfrm>
                <a:off x="3837" y="3171"/>
                <a:ext cx="76" cy="52"/>
              </a:xfrm>
              <a:custGeom>
                <a:avLst/>
                <a:gdLst>
                  <a:gd name="T0" fmla="*/ 37 w 37"/>
                  <a:gd name="T1" fmla="*/ 13 h 25"/>
                  <a:gd name="T2" fmla="*/ 18 w 37"/>
                  <a:gd name="T3" fmla="*/ 0 h 25"/>
                  <a:gd name="T4" fmla="*/ 1 w 37"/>
                  <a:gd name="T5" fmla="*/ 13 h 25"/>
                  <a:gd name="T6" fmla="*/ 19 w 37"/>
                  <a:gd name="T7" fmla="*/ 25 h 25"/>
                  <a:gd name="T8" fmla="*/ 37 w 37"/>
                  <a:gd name="T9" fmla="*/ 13 h 25"/>
                </a:gdLst>
                <a:ahLst/>
                <a:cxnLst>
                  <a:cxn ang="0">
                    <a:pos x="T0" y="T1"/>
                  </a:cxn>
                  <a:cxn ang="0">
                    <a:pos x="T2" y="T3"/>
                  </a:cxn>
                  <a:cxn ang="0">
                    <a:pos x="T4" y="T5"/>
                  </a:cxn>
                  <a:cxn ang="0">
                    <a:pos x="T6" y="T7"/>
                  </a:cxn>
                  <a:cxn ang="0">
                    <a:pos x="T8" y="T9"/>
                  </a:cxn>
                </a:cxnLst>
                <a:rect l="0" t="0" r="r" b="b"/>
                <a:pathLst>
                  <a:path w="37" h="25">
                    <a:moveTo>
                      <a:pt x="37" y="13"/>
                    </a:moveTo>
                    <a:cubicBezTo>
                      <a:pt x="36" y="6"/>
                      <a:pt x="28" y="0"/>
                      <a:pt x="18" y="0"/>
                    </a:cubicBezTo>
                    <a:cubicBezTo>
                      <a:pt x="8" y="0"/>
                      <a:pt x="0" y="6"/>
                      <a:pt x="1" y="13"/>
                    </a:cubicBezTo>
                    <a:cubicBezTo>
                      <a:pt x="1" y="20"/>
                      <a:pt x="9" y="25"/>
                      <a:pt x="19" y="25"/>
                    </a:cubicBezTo>
                    <a:cubicBezTo>
                      <a:pt x="29" y="25"/>
                      <a:pt x="37" y="20"/>
                      <a:pt x="3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19" name="Freeform 581"/>
              <p:cNvSpPr>
                <a:spLocks/>
              </p:cNvSpPr>
              <p:nvPr/>
            </p:nvSpPr>
            <p:spPr bwMode="auto">
              <a:xfrm>
                <a:off x="3928" y="3171"/>
                <a:ext cx="76" cy="52"/>
              </a:xfrm>
              <a:custGeom>
                <a:avLst/>
                <a:gdLst>
                  <a:gd name="T0" fmla="*/ 37 w 37"/>
                  <a:gd name="T1" fmla="*/ 13 h 25"/>
                  <a:gd name="T2" fmla="*/ 18 w 37"/>
                  <a:gd name="T3" fmla="*/ 0 h 25"/>
                  <a:gd name="T4" fmla="*/ 1 w 37"/>
                  <a:gd name="T5" fmla="*/ 13 h 25"/>
                  <a:gd name="T6" fmla="*/ 20 w 37"/>
                  <a:gd name="T7" fmla="*/ 25 h 25"/>
                  <a:gd name="T8" fmla="*/ 37 w 37"/>
                  <a:gd name="T9" fmla="*/ 13 h 25"/>
                </a:gdLst>
                <a:ahLst/>
                <a:cxnLst>
                  <a:cxn ang="0">
                    <a:pos x="T0" y="T1"/>
                  </a:cxn>
                  <a:cxn ang="0">
                    <a:pos x="T2" y="T3"/>
                  </a:cxn>
                  <a:cxn ang="0">
                    <a:pos x="T4" y="T5"/>
                  </a:cxn>
                  <a:cxn ang="0">
                    <a:pos x="T6" y="T7"/>
                  </a:cxn>
                  <a:cxn ang="0">
                    <a:pos x="T8" y="T9"/>
                  </a:cxn>
                </a:cxnLst>
                <a:rect l="0" t="0" r="r" b="b"/>
                <a:pathLst>
                  <a:path w="37" h="25">
                    <a:moveTo>
                      <a:pt x="37" y="13"/>
                    </a:moveTo>
                    <a:cubicBezTo>
                      <a:pt x="36" y="6"/>
                      <a:pt x="28" y="0"/>
                      <a:pt x="18" y="0"/>
                    </a:cubicBezTo>
                    <a:cubicBezTo>
                      <a:pt x="8" y="0"/>
                      <a:pt x="0" y="6"/>
                      <a:pt x="1" y="13"/>
                    </a:cubicBezTo>
                    <a:cubicBezTo>
                      <a:pt x="1" y="20"/>
                      <a:pt x="10" y="25"/>
                      <a:pt x="20" y="25"/>
                    </a:cubicBezTo>
                    <a:cubicBezTo>
                      <a:pt x="30" y="25"/>
                      <a:pt x="37" y="20"/>
                      <a:pt x="3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20" name="Freeform 582"/>
              <p:cNvSpPr>
                <a:spLocks/>
              </p:cNvSpPr>
              <p:nvPr/>
            </p:nvSpPr>
            <p:spPr bwMode="auto">
              <a:xfrm>
                <a:off x="4020" y="3171"/>
                <a:ext cx="77" cy="52"/>
              </a:xfrm>
              <a:custGeom>
                <a:avLst/>
                <a:gdLst>
                  <a:gd name="T0" fmla="*/ 36 w 37"/>
                  <a:gd name="T1" fmla="*/ 13 h 25"/>
                  <a:gd name="T2" fmla="*/ 17 w 37"/>
                  <a:gd name="T3" fmla="*/ 0 h 25"/>
                  <a:gd name="T4" fmla="*/ 0 w 37"/>
                  <a:gd name="T5" fmla="*/ 13 h 25"/>
                  <a:gd name="T6" fmla="*/ 19 w 37"/>
                  <a:gd name="T7" fmla="*/ 25 h 25"/>
                  <a:gd name="T8" fmla="*/ 36 w 37"/>
                  <a:gd name="T9" fmla="*/ 13 h 25"/>
                </a:gdLst>
                <a:ahLst/>
                <a:cxnLst>
                  <a:cxn ang="0">
                    <a:pos x="T0" y="T1"/>
                  </a:cxn>
                  <a:cxn ang="0">
                    <a:pos x="T2" y="T3"/>
                  </a:cxn>
                  <a:cxn ang="0">
                    <a:pos x="T4" y="T5"/>
                  </a:cxn>
                  <a:cxn ang="0">
                    <a:pos x="T6" y="T7"/>
                  </a:cxn>
                  <a:cxn ang="0">
                    <a:pos x="T8" y="T9"/>
                  </a:cxn>
                </a:cxnLst>
                <a:rect l="0" t="0" r="r" b="b"/>
                <a:pathLst>
                  <a:path w="37" h="25">
                    <a:moveTo>
                      <a:pt x="36" y="13"/>
                    </a:moveTo>
                    <a:cubicBezTo>
                      <a:pt x="36" y="6"/>
                      <a:pt x="27" y="0"/>
                      <a:pt x="17" y="0"/>
                    </a:cubicBezTo>
                    <a:cubicBezTo>
                      <a:pt x="7" y="0"/>
                      <a:pt x="0" y="6"/>
                      <a:pt x="0" y="13"/>
                    </a:cubicBezTo>
                    <a:cubicBezTo>
                      <a:pt x="1" y="20"/>
                      <a:pt x="9" y="25"/>
                      <a:pt x="19" y="25"/>
                    </a:cubicBezTo>
                    <a:cubicBezTo>
                      <a:pt x="29" y="25"/>
                      <a:pt x="37" y="20"/>
                      <a:pt x="3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21" name="Freeform 583"/>
              <p:cNvSpPr>
                <a:spLocks/>
              </p:cNvSpPr>
              <p:nvPr/>
            </p:nvSpPr>
            <p:spPr bwMode="auto">
              <a:xfrm>
                <a:off x="4111" y="3171"/>
                <a:ext cx="77" cy="52"/>
              </a:xfrm>
              <a:custGeom>
                <a:avLst/>
                <a:gdLst>
                  <a:gd name="T0" fmla="*/ 36 w 37"/>
                  <a:gd name="T1" fmla="*/ 13 h 25"/>
                  <a:gd name="T2" fmla="*/ 17 w 37"/>
                  <a:gd name="T3" fmla="*/ 0 h 25"/>
                  <a:gd name="T4" fmla="*/ 0 w 37"/>
                  <a:gd name="T5" fmla="*/ 13 h 25"/>
                  <a:gd name="T6" fmla="*/ 19 w 37"/>
                  <a:gd name="T7" fmla="*/ 25 h 25"/>
                  <a:gd name="T8" fmla="*/ 36 w 37"/>
                  <a:gd name="T9" fmla="*/ 13 h 25"/>
                </a:gdLst>
                <a:ahLst/>
                <a:cxnLst>
                  <a:cxn ang="0">
                    <a:pos x="T0" y="T1"/>
                  </a:cxn>
                  <a:cxn ang="0">
                    <a:pos x="T2" y="T3"/>
                  </a:cxn>
                  <a:cxn ang="0">
                    <a:pos x="T4" y="T5"/>
                  </a:cxn>
                  <a:cxn ang="0">
                    <a:pos x="T6" y="T7"/>
                  </a:cxn>
                  <a:cxn ang="0">
                    <a:pos x="T8" y="T9"/>
                  </a:cxn>
                </a:cxnLst>
                <a:rect l="0" t="0" r="r" b="b"/>
                <a:pathLst>
                  <a:path w="37" h="25">
                    <a:moveTo>
                      <a:pt x="36" y="13"/>
                    </a:moveTo>
                    <a:cubicBezTo>
                      <a:pt x="36" y="6"/>
                      <a:pt x="27" y="0"/>
                      <a:pt x="17" y="0"/>
                    </a:cubicBezTo>
                    <a:cubicBezTo>
                      <a:pt x="7" y="0"/>
                      <a:pt x="0" y="6"/>
                      <a:pt x="0" y="13"/>
                    </a:cubicBezTo>
                    <a:cubicBezTo>
                      <a:pt x="1" y="20"/>
                      <a:pt x="9" y="25"/>
                      <a:pt x="19" y="25"/>
                    </a:cubicBezTo>
                    <a:cubicBezTo>
                      <a:pt x="30" y="25"/>
                      <a:pt x="37" y="20"/>
                      <a:pt x="3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22" name="Freeform 584"/>
              <p:cNvSpPr>
                <a:spLocks/>
              </p:cNvSpPr>
              <p:nvPr/>
            </p:nvSpPr>
            <p:spPr bwMode="auto">
              <a:xfrm>
                <a:off x="4202" y="3171"/>
                <a:ext cx="76" cy="52"/>
              </a:xfrm>
              <a:custGeom>
                <a:avLst/>
                <a:gdLst>
                  <a:gd name="T0" fmla="*/ 37 w 37"/>
                  <a:gd name="T1" fmla="*/ 13 h 25"/>
                  <a:gd name="T2" fmla="*/ 17 w 37"/>
                  <a:gd name="T3" fmla="*/ 0 h 25"/>
                  <a:gd name="T4" fmla="*/ 1 w 37"/>
                  <a:gd name="T5" fmla="*/ 13 h 25"/>
                  <a:gd name="T6" fmla="*/ 20 w 37"/>
                  <a:gd name="T7" fmla="*/ 25 h 25"/>
                  <a:gd name="T8" fmla="*/ 37 w 37"/>
                  <a:gd name="T9" fmla="*/ 13 h 25"/>
                </a:gdLst>
                <a:ahLst/>
                <a:cxnLst>
                  <a:cxn ang="0">
                    <a:pos x="T0" y="T1"/>
                  </a:cxn>
                  <a:cxn ang="0">
                    <a:pos x="T2" y="T3"/>
                  </a:cxn>
                  <a:cxn ang="0">
                    <a:pos x="T4" y="T5"/>
                  </a:cxn>
                  <a:cxn ang="0">
                    <a:pos x="T6" y="T7"/>
                  </a:cxn>
                  <a:cxn ang="0">
                    <a:pos x="T8" y="T9"/>
                  </a:cxn>
                </a:cxnLst>
                <a:rect l="0" t="0" r="r" b="b"/>
                <a:pathLst>
                  <a:path w="37" h="25">
                    <a:moveTo>
                      <a:pt x="37" y="13"/>
                    </a:moveTo>
                    <a:cubicBezTo>
                      <a:pt x="36" y="6"/>
                      <a:pt x="27" y="0"/>
                      <a:pt x="17" y="0"/>
                    </a:cubicBezTo>
                    <a:cubicBezTo>
                      <a:pt x="7" y="0"/>
                      <a:pt x="0" y="6"/>
                      <a:pt x="1" y="13"/>
                    </a:cubicBezTo>
                    <a:cubicBezTo>
                      <a:pt x="1" y="20"/>
                      <a:pt x="10" y="25"/>
                      <a:pt x="20" y="25"/>
                    </a:cubicBezTo>
                    <a:cubicBezTo>
                      <a:pt x="30" y="25"/>
                      <a:pt x="37" y="20"/>
                      <a:pt x="3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23" name="Freeform 585"/>
              <p:cNvSpPr>
                <a:spLocks/>
              </p:cNvSpPr>
              <p:nvPr/>
            </p:nvSpPr>
            <p:spPr bwMode="auto">
              <a:xfrm>
                <a:off x="3655" y="3235"/>
                <a:ext cx="77" cy="54"/>
              </a:xfrm>
              <a:custGeom>
                <a:avLst/>
                <a:gdLst>
                  <a:gd name="T0" fmla="*/ 37 w 37"/>
                  <a:gd name="T1" fmla="*/ 13 h 26"/>
                  <a:gd name="T2" fmla="*/ 18 w 37"/>
                  <a:gd name="T3" fmla="*/ 0 h 26"/>
                  <a:gd name="T4" fmla="*/ 0 w 37"/>
                  <a:gd name="T5" fmla="*/ 13 h 26"/>
                  <a:gd name="T6" fmla="*/ 19 w 37"/>
                  <a:gd name="T7" fmla="*/ 26 h 26"/>
                  <a:gd name="T8" fmla="*/ 37 w 37"/>
                  <a:gd name="T9" fmla="*/ 13 h 26"/>
                </a:gdLst>
                <a:ahLst/>
                <a:cxnLst>
                  <a:cxn ang="0">
                    <a:pos x="T0" y="T1"/>
                  </a:cxn>
                  <a:cxn ang="0">
                    <a:pos x="T2" y="T3"/>
                  </a:cxn>
                  <a:cxn ang="0">
                    <a:pos x="T4" y="T5"/>
                  </a:cxn>
                  <a:cxn ang="0">
                    <a:pos x="T6" y="T7"/>
                  </a:cxn>
                  <a:cxn ang="0">
                    <a:pos x="T8" y="T9"/>
                  </a:cxn>
                </a:cxnLst>
                <a:rect l="0" t="0" r="r" b="b"/>
                <a:pathLst>
                  <a:path w="37" h="26">
                    <a:moveTo>
                      <a:pt x="37" y="13"/>
                    </a:moveTo>
                    <a:cubicBezTo>
                      <a:pt x="37" y="6"/>
                      <a:pt x="28" y="0"/>
                      <a:pt x="18" y="0"/>
                    </a:cubicBezTo>
                    <a:cubicBezTo>
                      <a:pt x="8" y="0"/>
                      <a:pt x="0" y="6"/>
                      <a:pt x="0" y="13"/>
                    </a:cubicBezTo>
                    <a:cubicBezTo>
                      <a:pt x="0" y="20"/>
                      <a:pt x="8" y="26"/>
                      <a:pt x="19" y="26"/>
                    </a:cubicBezTo>
                    <a:cubicBezTo>
                      <a:pt x="29" y="26"/>
                      <a:pt x="37" y="20"/>
                      <a:pt x="3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24" name="Freeform 586"/>
              <p:cNvSpPr>
                <a:spLocks/>
              </p:cNvSpPr>
              <p:nvPr/>
            </p:nvSpPr>
            <p:spPr bwMode="auto">
              <a:xfrm>
                <a:off x="3748" y="3235"/>
                <a:ext cx="76" cy="54"/>
              </a:xfrm>
              <a:custGeom>
                <a:avLst/>
                <a:gdLst>
                  <a:gd name="T0" fmla="*/ 36 w 37"/>
                  <a:gd name="T1" fmla="*/ 13 h 26"/>
                  <a:gd name="T2" fmla="*/ 18 w 37"/>
                  <a:gd name="T3" fmla="*/ 0 h 26"/>
                  <a:gd name="T4" fmla="*/ 0 w 37"/>
                  <a:gd name="T5" fmla="*/ 13 h 26"/>
                  <a:gd name="T6" fmla="*/ 18 w 37"/>
                  <a:gd name="T7" fmla="*/ 26 h 26"/>
                  <a:gd name="T8" fmla="*/ 36 w 37"/>
                  <a:gd name="T9" fmla="*/ 13 h 26"/>
                </a:gdLst>
                <a:ahLst/>
                <a:cxnLst>
                  <a:cxn ang="0">
                    <a:pos x="T0" y="T1"/>
                  </a:cxn>
                  <a:cxn ang="0">
                    <a:pos x="T2" y="T3"/>
                  </a:cxn>
                  <a:cxn ang="0">
                    <a:pos x="T4" y="T5"/>
                  </a:cxn>
                  <a:cxn ang="0">
                    <a:pos x="T6" y="T7"/>
                  </a:cxn>
                  <a:cxn ang="0">
                    <a:pos x="T8" y="T9"/>
                  </a:cxn>
                </a:cxnLst>
                <a:rect l="0" t="0" r="r" b="b"/>
                <a:pathLst>
                  <a:path w="37" h="26">
                    <a:moveTo>
                      <a:pt x="36" y="13"/>
                    </a:moveTo>
                    <a:cubicBezTo>
                      <a:pt x="36" y="6"/>
                      <a:pt x="28" y="0"/>
                      <a:pt x="18" y="0"/>
                    </a:cubicBezTo>
                    <a:cubicBezTo>
                      <a:pt x="8" y="0"/>
                      <a:pt x="0" y="6"/>
                      <a:pt x="0" y="13"/>
                    </a:cubicBezTo>
                    <a:cubicBezTo>
                      <a:pt x="0" y="20"/>
                      <a:pt x="8" y="26"/>
                      <a:pt x="18" y="26"/>
                    </a:cubicBezTo>
                    <a:cubicBezTo>
                      <a:pt x="29" y="26"/>
                      <a:pt x="37" y="20"/>
                      <a:pt x="3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25" name="Freeform 587"/>
              <p:cNvSpPr>
                <a:spLocks/>
              </p:cNvSpPr>
              <p:nvPr/>
            </p:nvSpPr>
            <p:spPr bwMode="auto">
              <a:xfrm>
                <a:off x="3839" y="3235"/>
                <a:ext cx="76" cy="54"/>
              </a:xfrm>
              <a:custGeom>
                <a:avLst/>
                <a:gdLst>
                  <a:gd name="T0" fmla="*/ 37 w 37"/>
                  <a:gd name="T1" fmla="*/ 13 h 26"/>
                  <a:gd name="T2" fmla="*/ 18 w 37"/>
                  <a:gd name="T3" fmla="*/ 0 h 26"/>
                  <a:gd name="T4" fmla="*/ 1 w 37"/>
                  <a:gd name="T5" fmla="*/ 13 h 26"/>
                  <a:gd name="T6" fmla="*/ 19 w 37"/>
                  <a:gd name="T7" fmla="*/ 26 h 26"/>
                  <a:gd name="T8" fmla="*/ 37 w 37"/>
                  <a:gd name="T9" fmla="*/ 13 h 26"/>
                </a:gdLst>
                <a:ahLst/>
                <a:cxnLst>
                  <a:cxn ang="0">
                    <a:pos x="T0" y="T1"/>
                  </a:cxn>
                  <a:cxn ang="0">
                    <a:pos x="T2" y="T3"/>
                  </a:cxn>
                  <a:cxn ang="0">
                    <a:pos x="T4" y="T5"/>
                  </a:cxn>
                  <a:cxn ang="0">
                    <a:pos x="T6" y="T7"/>
                  </a:cxn>
                  <a:cxn ang="0">
                    <a:pos x="T8" y="T9"/>
                  </a:cxn>
                </a:cxnLst>
                <a:rect l="0" t="0" r="r" b="b"/>
                <a:pathLst>
                  <a:path w="37" h="26">
                    <a:moveTo>
                      <a:pt x="37" y="13"/>
                    </a:moveTo>
                    <a:cubicBezTo>
                      <a:pt x="37" y="6"/>
                      <a:pt x="28" y="0"/>
                      <a:pt x="18" y="0"/>
                    </a:cubicBezTo>
                    <a:cubicBezTo>
                      <a:pt x="8" y="0"/>
                      <a:pt x="0" y="6"/>
                      <a:pt x="1" y="13"/>
                    </a:cubicBezTo>
                    <a:cubicBezTo>
                      <a:pt x="1" y="20"/>
                      <a:pt x="9" y="26"/>
                      <a:pt x="19" y="26"/>
                    </a:cubicBezTo>
                    <a:cubicBezTo>
                      <a:pt x="30" y="26"/>
                      <a:pt x="37" y="20"/>
                      <a:pt x="3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26" name="Freeform 588"/>
              <p:cNvSpPr>
                <a:spLocks/>
              </p:cNvSpPr>
              <p:nvPr/>
            </p:nvSpPr>
            <p:spPr bwMode="auto">
              <a:xfrm>
                <a:off x="3932" y="3235"/>
                <a:ext cx="76" cy="54"/>
              </a:xfrm>
              <a:custGeom>
                <a:avLst/>
                <a:gdLst>
                  <a:gd name="T0" fmla="*/ 37 w 37"/>
                  <a:gd name="T1" fmla="*/ 13 h 26"/>
                  <a:gd name="T2" fmla="*/ 18 w 37"/>
                  <a:gd name="T3" fmla="*/ 0 h 26"/>
                  <a:gd name="T4" fmla="*/ 0 w 37"/>
                  <a:gd name="T5" fmla="*/ 13 h 26"/>
                  <a:gd name="T6" fmla="*/ 19 w 37"/>
                  <a:gd name="T7" fmla="*/ 26 h 26"/>
                  <a:gd name="T8" fmla="*/ 37 w 37"/>
                  <a:gd name="T9" fmla="*/ 13 h 26"/>
                </a:gdLst>
                <a:ahLst/>
                <a:cxnLst>
                  <a:cxn ang="0">
                    <a:pos x="T0" y="T1"/>
                  </a:cxn>
                  <a:cxn ang="0">
                    <a:pos x="T2" y="T3"/>
                  </a:cxn>
                  <a:cxn ang="0">
                    <a:pos x="T4" y="T5"/>
                  </a:cxn>
                  <a:cxn ang="0">
                    <a:pos x="T6" y="T7"/>
                  </a:cxn>
                  <a:cxn ang="0">
                    <a:pos x="T8" y="T9"/>
                  </a:cxn>
                </a:cxnLst>
                <a:rect l="0" t="0" r="r" b="b"/>
                <a:pathLst>
                  <a:path w="37" h="26">
                    <a:moveTo>
                      <a:pt x="37" y="13"/>
                    </a:moveTo>
                    <a:cubicBezTo>
                      <a:pt x="36" y="6"/>
                      <a:pt x="28" y="0"/>
                      <a:pt x="18" y="0"/>
                    </a:cubicBezTo>
                    <a:cubicBezTo>
                      <a:pt x="8" y="0"/>
                      <a:pt x="0" y="6"/>
                      <a:pt x="0" y="13"/>
                    </a:cubicBezTo>
                    <a:cubicBezTo>
                      <a:pt x="1" y="20"/>
                      <a:pt x="9" y="26"/>
                      <a:pt x="19" y="26"/>
                    </a:cubicBezTo>
                    <a:cubicBezTo>
                      <a:pt x="30" y="26"/>
                      <a:pt x="37" y="20"/>
                      <a:pt x="3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27" name="Freeform 589"/>
              <p:cNvSpPr>
                <a:spLocks/>
              </p:cNvSpPr>
              <p:nvPr/>
            </p:nvSpPr>
            <p:spPr bwMode="auto">
              <a:xfrm>
                <a:off x="4025" y="3235"/>
                <a:ext cx="76" cy="54"/>
              </a:xfrm>
              <a:custGeom>
                <a:avLst/>
                <a:gdLst>
                  <a:gd name="T0" fmla="*/ 37 w 37"/>
                  <a:gd name="T1" fmla="*/ 13 h 26"/>
                  <a:gd name="T2" fmla="*/ 17 w 37"/>
                  <a:gd name="T3" fmla="*/ 0 h 26"/>
                  <a:gd name="T4" fmla="*/ 0 w 37"/>
                  <a:gd name="T5" fmla="*/ 13 h 26"/>
                  <a:gd name="T6" fmla="*/ 19 w 37"/>
                  <a:gd name="T7" fmla="*/ 26 h 26"/>
                  <a:gd name="T8" fmla="*/ 37 w 37"/>
                  <a:gd name="T9" fmla="*/ 13 h 26"/>
                </a:gdLst>
                <a:ahLst/>
                <a:cxnLst>
                  <a:cxn ang="0">
                    <a:pos x="T0" y="T1"/>
                  </a:cxn>
                  <a:cxn ang="0">
                    <a:pos x="T2" y="T3"/>
                  </a:cxn>
                  <a:cxn ang="0">
                    <a:pos x="T4" y="T5"/>
                  </a:cxn>
                  <a:cxn ang="0">
                    <a:pos x="T6" y="T7"/>
                  </a:cxn>
                  <a:cxn ang="0">
                    <a:pos x="T8" y="T9"/>
                  </a:cxn>
                </a:cxnLst>
                <a:rect l="0" t="0" r="r" b="b"/>
                <a:pathLst>
                  <a:path w="37" h="26">
                    <a:moveTo>
                      <a:pt x="37" y="13"/>
                    </a:moveTo>
                    <a:cubicBezTo>
                      <a:pt x="36" y="6"/>
                      <a:pt x="27" y="0"/>
                      <a:pt x="17" y="0"/>
                    </a:cubicBezTo>
                    <a:cubicBezTo>
                      <a:pt x="7" y="0"/>
                      <a:pt x="0" y="6"/>
                      <a:pt x="0" y="13"/>
                    </a:cubicBezTo>
                    <a:cubicBezTo>
                      <a:pt x="1" y="20"/>
                      <a:pt x="9" y="26"/>
                      <a:pt x="19" y="26"/>
                    </a:cubicBezTo>
                    <a:cubicBezTo>
                      <a:pt x="29" y="26"/>
                      <a:pt x="37" y="20"/>
                      <a:pt x="3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28" name="Freeform 590"/>
              <p:cNvSpPr>
                <a:spLocks/>
              </p:cNvSpPr>
              <p:nvPr/>
            </p:nvSpPr>
            <p:spPr bwMode="auto">
              <a:xfrm>
                <a:off x="4115" y="3235"/>
                <a:ext cx="79" cy="54"/>
              </a:xfrm>
              <a:custGeom>
                <a:avLst/>
                <a:gdLst>
                  <a:gd name="T0" fmla="*/ 37 w 38"/>
                  <a:gd name="T1" fmla="*/ 13 h 26"/>
                  <a:gd name="T2" fmla="*/ 18 w 38"/>
                  <a:gd name="T3" fmla="*/ 0 h 26"/>
                  <a:gd name="T4" fmla="*/ 1 w 38"/>
                  <a:gd name="T5" fmla="*/ 13 h 26"/>
                  <a:gd name="T6" fmla="*/ 20 w 38"/>
                  <a:gd name="T7" fmla="*/ 26 h 26"/>
                  <a:gd name="T8" fmla="*/ 37 w 38"/>
                  <a:gd name="T9" fmla="*/ 13 h 26"/>
                </a:gdLst>
                <a:ahLst/>
                <a:cxnLst>
                  <a:cxn ang="0">
                    <a:pos x="T0" y="T1"/>
                  </a:cxn>
                  <a:cxn ang="0">
                    <a:pos x="T2" y="T3"/>
                  </a:cxn>
                  <a:cxn ang="0">
                    <a:pos x="T4" y="T5"/>
                  </a:cxn>
                  <a:cxn ang="0">
                    <a:pos x="T6" y="T7"/>
                  </a:cxn>
                  <a:cxn ang="0">
                    <a:pos x="T8" y="T9"/>
                  </a:cxn>
                </a:cxnLst>
                <a:rect l="0" t="0" r="r" b="b"/>
                <a:pathLst>
                  <a:path w="38" h="26">
                    <a:moveTo>
                      <a:pt x="37" y="13"/>
                    </a:moveTo>
                    <a:cubicBezTo>
                      <a:pt x="37" y="6"/>
                      <a:pt x="28" y="0"/>
                      <a:pt x="18" y="0"/>
                    </a:cubicBezTo>
                    <a:cubicBezTo>
                      <a:pt x="8" y="0"/>
                      <a:pt x="0" y="6"/>
                      <a:pt x="1" y="13"/>
                    </a:cubicBezTo>
                    <a:cubicBezTo>
                      <a:pt x="1" y="20"/>
                      <a:pt x="10" y="26"/>
                      <a:pt x="20" y="26"/>
                    </a:cubicBezTo>
                    <a:cubicBezTo>
                      <a:pt x="30" y="26"/>
                      <a:pt x="38" y="20"/>
                      <a:pt x="3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29" name="Freeform 591"/>
              <p:cNvSpPr>
                <a:spLocks/>
              </p:cNvSpPr>
              <p:nvPr/>
            </p:nvSpPr>
            <p:spPr bwMode="auto">
              <a:xfrm>
                <a:off x="4208" y="3235"/>
                <a:ext cx="79" cy="54"/>
              </a:xfrm>
              <a:custGeom>
                <a:avLst/>
                <a:gdLst>
                  <a:gd name="T0" fmla="*/ 37 w 38"/>
                  <a:gd name="T1" fmla="*/ 13 h 26"/>
                  <a:gd name="T2" fmla="*/ 18 w 38"/>
                  <a:gd name="T3" fmla="*/ 0 h 26"/>
                  <a:gd name="T4" fmla="*/ 1 w 38"/>
                  <a:gd name="T5" fmla="*/ 13 h 26"/>
                  <a:gd name="T6" fmla="*/ 20 w 38"/>
                  <a:gd name="T7" fmla="*/ 26 h 26"/>
                  <a:gd name="T8" fmla="*/ 37 w 38"/>
                  <a:gd name="T9" fmla="*/ 13 h 26"/>
                </a:gdLst>
                <a:ahLst/>
                <a:cxnLst>
                  <a:cxn ang="0">
                    <a:pos x="T0" y="T1"/>
                  </a:cxn>
                  <a:cxn ang="0">
                    <a:pos x="T2" y="T3"/>
                  </a:cxn>
                  <a:cxn ang="0">
                    <a:pos x="T4" y="T5"/>
                  </a:cxn>
                  <a:cxn ang="0">
                    <a:pos x="T6" y="T7"/>
                  </a:cxn>
                  <a:cxn ang="0">
                    <a:pos x="T8" y="T9"/>
                  </a:cxn>
                </a:cxnLst>
                <a:rect l="0" t="0" r="r" b="b"/>
                <a:pathLst>
                  <a:path w="38" h="26">
                    <a:moveTo>
                      <a:pt x="37" y="13"/>
                    </a:moveTo>
                    <a:cubicBezTo>
                      <a:pt x="36" y="6"/>
                      <a:pt x="28" y="0"/>
                      <a:pt x="18" y="0"/>
                    </a:cubicBezTo>
                    <a:cubicBezTo>
                      <a:pt x="8" y="0"/>
                      <a:pt x="0" y="6"/>
                      <a:pt x="1" y="13"/>
                    </a:cubicBezTo>
                    <a:cubicBezTo>
                      <a:pt x="1" y="20"/>
                      <a:pt x="10" y="26"/>
                      <a:pt x="20" y="26"/>
                    </a:cubicBezTo>
                    <a:cubicBezTo>
                      <a:pt x="30" y="26"/>
                      <a:pt x="38" y="20"/>
                      <a:pt x="3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30" name="Freeform 592"/>
              <p:cNvSpPr>
                <a:spLocks/>
              </p:cNvSpPr>
              <p:nvPr/>
            </p:nvSpPr>
            <p:spPr bwMode="auto">
              <a:xfrm>
                <a:off x="3748" y="3301"/>
                <a:ext cx="79" cy="56"/>
              </a:xfrm>
              <a:custGeom>
                <a:avLst/>
                <a:gdLst>
                  <a:gd name="T0" fmla="*/ 37 w 38"/>
                  <a:gd name="T1" fmla="*/ 14 h 27"/>
                  <a:gd name="T2" fmla="*/ 19 w 38"/>
                  <a:gd name="T3" fmla="*/ 0 h 27"/>
                  <a:gd name="T4" fmla="*/ 1 w 38"/>
                  <a:gd name="T5" fmla="*/ 14 h 27"/>
                  <a:gd name="T6" fmla="*/ 19 w 38"/>
                  <a:gd name="T7" fmla="*/ 27 h 27"/>
                  <a:gd name="T8" fmla="*/ 37 w 38"/>
                  <a:gd name="T9" fmla="*/ 14 h 27"/>
                </a:gdLst>
                <a:ahLst/>
                <a:cxnLst>
                  <a:cxn ang="0">
                    <a:pos x="T0" y="T1"/>
                  </a:cxn>
                  <a:cxn ang="0">
                    <a:pos x="T2" y="T3"/>
                  </a:cxn>
                  <a:cxn ang="0">
                    <a:pos x="T4" y="T5"/>
                  </a:cxn>
                  <a:cxn ang="0">
                    <a:pos x="T6" y="T7"/>
                  </a:cxn>
                  <a:cxn ang="0">
                    <a:pos x="T8" y="T9"/>
                  </a:cxn>
                </a:cxnLst>
                <a:rect l="0" t="0" r="r" b="b"/>
                <a:pathLst>
                  <a:path w="38" h="27">
                    <a:moveTo>
                      <a:pt x="37" y="14"/>
                    </a:moveTo>
                    <a:cubicBezTo>
                      <a:pt x="37" y="6"/>
                      <a:pt x="29" y="0"/>
                      <a:pt x="19" y="0"/>
                    </a:cubicBezTo>
                    <a:cubicBezTo>
                      <a:pt x="9" y="0"/>
                      <a:pt x="0" y="6"/>
                      <a:pt x="1" y="14"/>
                    </a:cubicBezTo>
                    <a:cubicBezTo>
                      <a:pt x="1" y="21"/>
                      <a:pt x="9" y="27"/>
                      <a:pt x="19" y="27"/>
                    </a:cubicBezTo>
                    <a:cubicBezTo>
                      <a:pt x="30" y="27"/>
                      <a:pt x="38" y="21"/>
                      <a:pt x="37"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31" name="Freeform 593"/>
              <p:cNvSpPr>
                <a:spLocks/>
              </p:cNvSpPr>
              <p:nvPr/>
            </p:nvSpPr>
            <p:spPr bwMode="auto">
              <a:xfrm>
                <a:off x="3843" y="3301"/>
                <a:ext cx="76" cy="56"/>
              </a:xfrm>
              <a:custGeom>
                <a:avLst/>
                <a:gdLst>
                  <a:gd name="T0" fmla="*/ 37 w 37"/>
                  <a:gd name="T1" fmla="*/ 14 h 27"/>
                  <a:gd name="T2" fmla="*/ 18 w 37"/>
                  <a:gd name="T3" fmla="*/ 0 h 27"/>
                  <a:gd name="T4" fmla="*/ 0 w 37"/>
                  <a:gd name="T5" fmla="*/ 14 h 27"/>
                  <a:gd name="T6" fmla="*/ 19 w 37"/>
                  <a:gd name="T7" fmla="*/ 27 h 27"/>
                  <a:gd name="T8" fmla="*/ 37 w 37"/>
                  <a:gd name="T9" fmla="*/ 14 h 27"/>
                </a:gdLst>
                <a:ahLst/>
                <a:cxnLst>
                  <a:cxn ang="0">
                    <a:pos x="T0" y="T1"/>
                  </a:cxn>
                  <a:cxn ang="0">
                    <a:pos x="T2" y="T3"/>
                  </a:cxn>
                  <a:cxn ang="0">
                    <a:pos x="T4" y="T5"/>
                  </a:cxn>
                  <a:cxn ang="0">
                    <a:pos x="T6" y="T7"/>
                  </a:cxn>
                  <a:cxn ang="0">
                    <a:pos x="T8" y="T9"/>
                  </a:cxn>
                </a:cxnLst>
                <a:rect l="0" t="0" r="r" b="b"/>
                <a:pathLst>
                  <a:path w="37" h="27">
                    <a:moveTo>
                      <a:pt x="37" y="14"/>
                    </a:moveTo>
                    <a:cubicBezTo>
                      <a:pt x="36" y="6"/>
                      <a:pt x="28" y="0"/>
                      <a:pt x="18" y="0"/>
                    </a:cubicBezTo>
                    <a:cubicBezTo>
                      <a:pt x="8" y="0"/>
                      <a:pt x="0" y="6"/>
                      <a:pt x="0" y="14"/>
                    </a:cubicBezTo>
                    <a:cubicBezTo>
                      <a:pt x="0" y="21"/>
                      <a:pt x="9" y="27"/>
                      <a:pt x="19" y="27"/>
                    </a:cubicBezTo>
                    <a:cubicBezTo>
                      <a:pt x="29" y="27"/>
                      <a:pt x="37" y="21"/>
                      <a:pt x="37"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32" name="Freeform 594"/>
              <p:cNvSpPr>
                <a:spLocks/>
              </p:cNvSpPr>
              <p:nvPr/>
            </p:nvSpPr>
            <p:spPr bwMode="auto">
              <a:xfrm>
                <a:off x="3936" y="3301"/>
                <a:ext cx="76" cy="56"/>
              </a:xfrm>
              <a:custGeom>
                <a:avLst/>
                <a:gdLst>
                  <a:gd name="T0" fmla="*/ 37 w 37"/>
                  <a:gd name="T1" fmla="*/ 14 h 27"/>
                  <a:gd name="T2" fmla="*/ 18 w 37"/>
                  <a:gd name="T3" fmla="*/ 0 h 27"/>
                  <a:gd name="T4" fmla="*/ 0 w 37"/>
                  <a:gd name="T5" fmla="*/ 14 h 27"/>
                  <a:gd name="T6" fmla="*/ 19 w 37"/>
                  <a:gd name="T7" fmla="*/ 27 h 27"/>
                  <a:gd name="T8" fmla="*/ 37 w 37"/>
                  <a:gd name="T9" fmla="*/ 14 h 27"/>
                </a:gdLst>
                <a:ahLst/>
                <a:cxnLst>
                  <a:cxn ang="0">
                    <a:pos x="T0" y="T1"/>
                  </a:cxn>
                  <a:cxn ang="0">
                    <a:pos x="T2" y="T3"/>
                  </a:cxn>
                  <a:cxn ang="0">
                    <a:pos x="T4" y="T5"/>
                  </a:cxn>
                  <a:cxn ang="0">
                    <a:pos x="T6" y="T7"/>
                  </a:cxn>
                  <a:cxn ang="0">
                    <a:pos x="T8" y="T9"/>
                  </a:cxn>
                </a:cxnLst>
                <a:rect l="0" t="0" r="r" b="b"/>
                <a:pathLst>
                  <a:path w="37" h="27">
                    <a:moveTo>
                      <a:pt x="37" y="14"/>
                    </a:moveTo>
                    <a:cubicBezTo>
                      <a:pt x="36" y="6"/>
                      <a:pt x="28" y="0"/>
                      <a:pt x="18" y="0"/>
                    </a:cubicBezTo>
                    <a:cubicBezTo>
                      <a:pt x="8" y="0"/>
                      <a:pt x="0" y="6"/>
                      <a:pt x="0" y="14"/>
                    </a:cubicBezTo>
                    <a:cubicBezTo>
                      <a:pt x="0" y="21"/>
                      <a:pt x="9" y="27"/>
                      <a:pt x="19" y="27"/>
                    </a:cubicBezTo>
                    <a:cubicBezTo>
                      <a:pt x="29" y="27"/>
                      <a:pt x="37" y="21"/>
                      <a:pt x="37"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33" name="Freeform 595"/>
              <p:cNvSpPr>
                <a:spLocks/>
              </p:cNvSpPr>
              <p:nvPr/>
            </p:nvSpPr>
            <p:spPr bwMode="auto">
              <a:xfrm>
                <a:off x="4029" y="3301"/>
                <a:ext cx="78" cy="56"/>
              </a:xfrm>
              <a:custGeom>
                <a:avLst/>
                <a:gdLst>
                  <a:gd name="T0" fmla="*/ 37 w 38"/>
                  <a:gd name="T1" fmla="*/ 14 h 27"/>
                  <a:gd name="T2" fmla="*/ 18 w 38"/>
                  <a:gd name="T3" fmla="*/ 0 h 27"/>
                  <a:gd name="T4" fmla="*/ 0 w 38"/>
                  <a:gd name="T5" fmla="*/ 14 h 27"/>
                  <a:gd name="T6" fmla="*/ 20 w 38"/>
                  <a:gd name="T7" fmla="*/ 27 h 27"/>
                  <a:gd name="T8" fmla="*/ 37 w 38"/>
                  <a:gd name="T9" fmla="*/ 14 h 27"/>
                </a:gdLst>
                <a:ahLst/>
                <a:cxnLst>
                  <a:cxn ang="0">
                    <a:pos x="T0" y="T1"/>
                  </a:cxn>
                  <a:cxn ang="0">
                    <a:pos x="T2" y="T3"/>
                  </a:cxn>
                  <a:cxn ang="0">
                    <a:pos x="T4" y="T5"/>
                  </a:cxn>
                  <a:cxn ang="0">
                    <a:pos x="T6" y="T7"/>
                  </a:cxn>
                  <a:cxn ang="0">
                    <a:pos x="T8" y="T9"/>
                  </a:cxn>
                </a:cxnLst>
                <a:rect l="0" t="0" r="r" b="b"/>
                <a:pathLst>
                  <a:path w="38" h="27">
                    <a:moveTo>
                      <a:pt x="37" y="14"/>
                    </a:moveTo>
                    <a:cubicBezTo>
                      <a:pt x="37" y="6"/>
                      <a:pt x="28" y="0"/>
                      <a:pt x="18" y="0"/>
                    </a:cubicBezTo>
                    <a:cubicBezTo>
                      <a:pt x="8" y="0"/>
                      <a:pt x="0" y="6"/>
                      <a:pt x="0" y="14"/>
                    </a:cubicBezTo>
                    <a:cubicBezTo>
                      <a:pt x="1" y="21"/>
                      <a:pt x="9" y="27"/>
                      <a:pt x="20" y="27"/>
                    </a:cubicBezTo>
                    <a:cubicBezTo>
                      <a:pt x="30" y="27"/>
                      <a:pt x="38" y="21"/>
                      <a:pt x="37"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34" name="Freeform 596"/>
              <p:cNvSpPr>
                <a:spLocks/>
              </p:cNvSpPr>
              <p:nvPr/>
            </p:nvSpPr>
            <p:spPr bwMode="auto">
              <a:xfrm>
                <a:off x="4122" y="3301"/>
                <a:ext cx="78" cy="56"/>
              </a:xfrm>
              <a:custGeom>
                <a:avLst/>
                <a:gdLst>
                  <a:gd name="T0" fmla="*/ 37 w 38"/>
                  <a:gd name="T1" fmla="*/ 14 h 27"/>
                  <a:gd name="T2" fmla="*/ 18 w 38"/>
                  <a:gd name="T3" fmla="*/ 0 h 27"/>
                  <a:gd name="T4" fmla="*/ 0 w 38"/>
                  <a:gd name="T5" fmla="*/ 14 h 27"/>
                  <a:gd name="T6" fmla="*/ 20 w 38"/>
                  <a:gd name="T7" fmla="*/ 27 h 27"/>
                  <a:gd name="T8" fmla="*/ 37 w 38"/>
                  <a:gd name="T9" fmla="*/ 14 h 27"/>
                </a:gdLst>
                <a:ahLst/>
                <a:cxnLst>
                  <a:cxn ang="0">
                    <a:pos x="T0" y="T1"/>
                  </a:cxn>
                  <a:cxn ang="0">
                    <a:pos x="T2" y="T3"/>
                  </a:cxn>
                  <a:cxn ang="0">
                    <a:pos x="T4" y="T5"/>
                  </a:cxn>
                  <a:cxn ang="0">
                    <a:pos x="T6" y="T7"/>
                  </a:cxn>
                  <a:cxn ang="0">
                    <a:pos x="T8" y="T9"/>
                  </a:cxn>
                </a:cxnLst>
                <a:rect l="0" t="0" r="r" b="b"/>
                <a:pathLst>
                  <a:path w="38" h="27">
                    <a:moveTo>
                      <a:pt x="37" y="14"/>
                    </a:moveTo>
                    <a:cubicBezTo>
                      <a:pt x="37" y="6"/>
                      <a:pt x="28" y="0"/>
                      <a:pt x="18" y="0"/>
                    </a:cubicBezTo>
                    <a:cubicBezTo>
                      <a:pt x="8" y="0"/>
                      <a:pt x="0" y="6"/>
                      <a:pt x="0" y="14"/>
                    </a:cubicBezTo>
                    <a:cubicBezTo>
                      <a:pt x="1" y="21"/>
                      <a:pt x="10" y="27"/>
                      <a:pt x="20" y="27"/>
                    </a:cubicBezTo>
                    <a:cubicBezTo>
                      <a:pt x="30" y="27"/>
                      <a:pt x="38" y="21"/>
                      <a:pt x="37"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35" name="Freeform 597"/>
              <p:cNvSpPr>
                <a:spLocks/>
              </p:cNvSpPr>
              <p:nvPr/>
            </p:nvSpPr>
            <p:spPr bwMode="auto">
              <a:xfrm>
                <a:off x="3750" y="3370"/>
                <a:ext cx="79" cy="58"/>
              </a:xfrm>
              <a:custGeom>
                <a:avLst/>
                <a:gdLst>
                  <a:gd name="T0" fmla="*/ 37 w 38"/>
                  <a:gd name="T1" fmla="*/ 14 h 28"/>
                  <a:gd name="T2" fmla="*/ 18 w 38"/>
                  <a:gd name="T3" fmla="*/ 0 h 28"/>
                  <a:gd name="T4" fmla="*/ 0 w 38"/>
                  <a:gd name="T5" fmla="*/ 14 h 28"/>
                  <a:gd name="T6" fmla="*/ 19 w 38"/>
                  <a:gd name="T7" fmla="*/ 28 h 28"/>
                  <a:gd name="T8" fmla="*/ 37 w 38"/>
                  <a:gd name="T9" fmla="*/ 14 h 28"/>
                </a:gdLst>
                <a:ahLst/>
                <a:cxnLst>
                  <a:cxn ang="0">
                    <a:pos x="T0" y="T1"/>
                  </a:cxn>
                  <a:cxn ang="0">
                    <a:pos x="T2" y="T3"/>
                  </a:cxn>
                  <a:cxn ang="0">
                    <a:pos x="T4" y="T5"/>
                  </a:cxn>
                  <a:cxn ang="0">
                    <a:pos x="T6" y="T7"/>
                  </a:cxn>
                  <a:cxn ang="0">
                    <a:pos x="T8" y="T9"/>
                  </a:cxn>
                </a:cxnLst>
                <a:rect l="0" t="0" r="r" b="b"/>
                <a:pathLst>
                  <a:path w="38" h="28">
                    <a:moveTo>
                      <a:pt x="37" y="14"/>
                    </a:moveTo>
                    <a:cubicBezTo>
                      <a:pt x="37" y="7"/>
                      <a:pt x="29" y="0"/>
                      <a:pt x="18" y="0"/>
                    </a:cubicBezTo>
                    <a:cubicBezTo>
                      <a:pt x="8" y="0"/>
                      <a:pt x="0" y="7"/>
                      <a:pt x="0" y="14"/>
                    </a:cubicBezTo>
                    <a:cubicBezTo>
                      <a:pt x="0" y="22"/>
                      <a:pt x="9" y="28"/>
                      <a:pt x="19" y="28"/>
                    </a:cubicBezTo>
                    <a:cubicBezTo>
                      <a:pt x="29" y="28"/>
                      <a:pt x="38" y="22"/>
                      <a:pt x="37"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36" name="Freeform 598"/>
              <p:cNvSpPr>
                <a:spLocks/>
              </p:cNvSpPr>
              <p:nvPr/>
            </p:nvSpPr>
            <p:spPr bwMode="auto">
              <a:xfrm>
                <a:off x="3845" y="3370"/>
                <a:ext cx="78" cy="58"/>
              </a:xfrm>
              <a:custGeom>
                <a:avLst/>
                <a:gdLst>
                  <a:gd name="T0" fmla="*/ 37 w 38"/>
                  <a:gd name="T1" fmla="*/ 14 h 28"/>
                  <a:gd name="T2" fmla="*/ 18 w 38"/>
                  <a:gd name="T3" fmla="*/ 0 h 28"/>
                  <a:gd name="T4" fmla="*/ 0 w 38"/>
                  <a:gd name="T5" fmla="*/ 14 h 28"/>
                  <a:gd name="T6" fmla="*/ 19 w 38"/>
                  <a:gd name="T7" fmla="*/ 28 h 28"/>
                  <a:gd name="T8" fmla="*/ 37 w 38"/>
                  <a:gd name="T9" fmla="*/ 14 h 28"/>
                </a:gdLst>
                <a:ahLst/>
                <a:cxnLst>
                  <a:cxn ang="0">
                    <a:pos x="T0" y="T1"/>
                  </a:cxn>
                  <a:cxn ang="0">
                    <a:pos x="T2" y="T3"/>
                  </a:cxn>
                  <a:cxn ang="0">
                    <a:pos x="T4" y="T5"/>
                  </a:cxn>
                  <a:cxn ang="0">
                    <a:pos x="T6" y="T7"/>
                  </a:cxn>
                  <a:cxn ang="0">
                    <a:pos x="T8" y="T9"/>
                  </a:cxn>
                </a:cxnLst>
                <a:rect l="0" t="0" r="r" b="b"/>
                <a:pathLst>
                  <a:path w="38" h="28">
                    <a:moveTo>
                      <a:pt x="37" y="14"/>
                    </a:moveTo>
                    <a:cubicBezTo>
                      <a:pt x="37" y="7"/>
                      <a:pt x="28" y="0"/>
                      <a:pt x="18" y="0"/>
                    </a:cubicBezTo>
                    <a:cubicBezTo>
                      <a:pt x="8" y="0"/>
                      <a:pt x="0" y="7"/>
                      <a:pt x="0" y="14"/>
                    </a:cubicBezTo>
                    <a:cubicBezTo>
                      <a:pt x="0" y="22"/>
                      <a:pt x="9" y="28"/>
                      <a:pt x="19" y="28"/>
                    </a:cubicBezTo>
                    <a:cubicBezTo>
                      <a:pt x="29" y="28"/>
                      <a:pt x="38" y="22"/>
                      <a:pt x="37"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37" name="Freeform 599"/>
              <p:cNvSpPr>
                <a:spLocks/>
              </p:cNvSpPr>
              <p:nvPr/>
            </p:nvSpPr>
            <p:spPr bwMode="auto">
              <a:xfrm>
                <a:off x="3938" y="3370"/>
                <a:ext cx="78" cy="58"/>
              </a:xfrm>
              <a:custGeom>
                <a:avLst/>
                <a:gdLst>
                  <a:gd name="T0" fmla="*/ 38 w 38"/>
                  <a:gd name="T1" fmla="*/ 14 h 28"/>
                  <a:gd name="T2" fmla="*/ 19 w 38"/>
                  <a:gd name="T3" fmla="*/ 0 h 28"/>
                  <a:gd name="T4" fmla="*/ 1 w 38"/>
                  <a:gd name="T5" fmla="*/ 14 h 28"/>
                  <a:gd name="T6" fmla="*/ 20 w 38"/>
                  <a:gd name="T7" fmla="*/ 28 h 28"/>
                  <a:gd name="T8" fmla="*/ 38 w 38"/>
                  <a:gd name="T9" fmla="*/ 14 h 28"/>
                </a:gdLst>
                <a:ahLst/>
                <a:cxnLst>
                  <a:cxn ang="0">
                    <a:pos x="T0" y="T1"/>
                  </a:cxn>
                  <a:cxn ang="0">
                    <a:pos x="T2" y="T3"/>
                  </a:cxn>
                  <a:cxn ang="0">
                    <a:pos x="T4" y="T5"/>
                  </a:cxn>
                  <a:cxn ang="0">
                    <a:pos x="T6" y="T7"/>
                  </a:cxn>
                  <a:cxn ang="0">
                    <a:pos x="T8" y="T9"/>
                  </a:cxn>
                </a:cxnLst>
                <a:rect l="0" t="0" r="r" b="b"/>
                <a:pathLst>
                  <a:path w="38" h="28">
                    <a:moveTo>
                      <a:pt x="38" y="14"/>
                    </a:moveTo>
                    <a:cubicBezTo>
                      <a:pt x="38" y="7"/>
                      <a:pt x="29" y="0"/>
                      <a:pt x="19" y="0"/>
                    </a:cubicBezTo>
                    <a:cubicBezTo>
                      <a:pt x="8" y="0"/>
                      <a:pt x="0" y="7"/>
                      <a:pt x="1" y="14"/>
                    </a:cubicBezTo>
                    <a:cubicBezTo>
                      <a:pt x="1" y="22"/>
                      <a:pt x="10" y="28"/>
                      <a:pt x="20" y="28"/>
                    </a:cubicBezTo>
                    <a:cubicBezTo>
                      <a:pt x="30" y="28"/>
                      <a:pt x="38" y="22"/>
                      <a:pt x="38"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38" name="Freeform 600"/>
              <p:cNvSpPr>
                <a:spLocks/>
              </p:cNvSpPr>
              <p:nvPr/>
            </p:nvSpPr>
            <p:spPr bwMode="auto">
              <a:xfrm>
                <a:off x="4033" y="3370"/>
                <a:ext cx="78" cy="58"/>
              </a:xfrm>
              <a:custGeom>
                <a:avLst/>
                <a:gdLst>
                  <a:gd name="T0" fmla="*/ 38 w 38"/>
                  <a:gd name="T1" fmla="*/ 14 h 28"/>
                  <a:gd name="T2" fmla="*/ 18 w 38"/>
                  <a:gd name="T3" fmla="*/ 0 h 28"/>
                  <a:gd name="T4" fmla="*/ 0 w 38"/>
                  <a:gd name="T5" fmla="*/ 14 h 28"/>
                  <a:gd name="T6" fmla="*/ 20 w 38"/>
                  <a:gd name="T7" fmla="*/ 28 h 28"/>
                  <a:gd name="T8" fmla="*/ 38 w 38"/>
                  <a:gd name="T9" fmla="*/ 14 h 28"/>
                </a:gdLst>
                <a:ahLst/>
                <a:cxnLst>
                  <a:cxn ang="0">
                    <a:pos x="T0" y="T1"/>
                  </a:cxn>
                  <a:cxn ang="0">
                    <a:pos x="T2" y="T3"/>
                  </a:cxn>
                  <a:cxn ang="0">
                    <a:pos x="T4" y="T5"/>
                  </a:cxn>
                  <a:cxn ang="0">
                    <a:pos x="T6" y="T7"/>
                  </a:cxn>
                  <a:cxn ang="0">
                    <a:pos x="T8" y="T9"/>
                  </a:cxn>
                </a:cxnLst>
                <a:rect l="0" t="0" r="r" b="b"/>
                <a:pathLst>
                  <a:path w="38" h="28">
                    <a:moveTo>
                      <a:pt x="38" y="14"/>
                    </a:moveTo>
                    <a:cubicBezTo>
                      <a:pt x="37" y="7"/>
                      <a:pt x="28" y="0"/>
                      <a:pt x="18" y="0"/>
                    </a:cubicBezTo>
                    <a:cubicBezTo>
                      <a:pt x="8" y="0"/>
                      <a:pt x="0" y="7"/>
                      <a:pt x="0" y="14"/>
                    </a:cubicBezTo>
                    <a:cubicBezTo>
                      <a:pt x="1" y="22"/>
                      <a:pt x="10" y="28"/>
                      <a:pt x="20" y="28"/>
                    </a:cubicBezTo>
                    <a:cubicBezTo>
                      <a:pt x="30" y="28"/>
                      <a:pt x="38" y="22"/>
                      <a:pt x="38"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39" name="Freeform 601"/>
              <p:cNvSpPr>
                <a:spLocks/>
              </p:cNvSpPr>
              <p:nvPr/>
            </p:nvSpPr>
            <p:spPr bwMode="auto">
              <a:xfrm>
                <a:off x="3752" y="3442"/>
                <a:ext cx="79" cy="60"/>
              </a:xfrm>
              <a:custGeom>
                <a:avLst/>
                <a:gdLst>
                  <a:gd name="T0" fmla="*/ 38 w 38"/>
                  <a:gd name="T1" fmla="*/ 14 h 29"/>
                  <a:gd name="T2" fmla="*/ 18 w 38"/>
                  <a:gd name="T3" fmla="*/ 0 h 29"/>
                  <a:gd name="T4" fmla="*/ 0 w 38"/>
                  <a:gd name="T5" fmla="*/ 14 h 29"/>
                  <a:gd name="T6" fmla="*/ 19 w 38"/>
                  <a:gd name="T7" fmla="*/ 29 h 29"/>
                  <a:gd name="T8" fmla="*/ 38 w 38"/>
                  <a:gd name="T9" fmla="*/ 14 h 29"/>
                </a:gdLst>
                <a:ahLst/>
                <a:cxnLst>
                  <a:cxn ang="0">
                    <a:pos x="T0" y="T1"/>
                  </a:cxn>
                  <a:cxn ang="0">
                    <a:pos x="T2" y="T3"/>
                  </a:cxn>
                  <a:cxn ang="0">
                    <a:pos x="T4" y="T5"/>
                  </a:cxn>
                  <a:cxn ang="0">
                    <a:pos x="T6" y="T7"/>
                  </a:cxn>
                  <a:cxn ang="0">
                    <a:pos x="T8" y="T9"/>
                  </a:cxn>
                </a:cxnLst>
                <a:rect l="0" t="0" r="r" b="b"/>
                <a:pathLst>
                  <a:path w="38" h="29">
                    <a:moveTo>
                      <a:pt x="38" y="14"/>
                    </a:moveTo>
                    <a:cubicBezTo>
                      <a:pt x="37" y="6"/>
                      <a:pt x="29" y="0"/>
                      <a:pt x="18" y="0"/>
                    </a:cubicBezTo>
                    <a:cubicBezTo>
                      <a:pt x="8" y="0"/>
                      <a:pt x="0" y="6"/>
                      <a:pt x="0" y="14"/>
                    </a:cubicBezTo>
                    <a:cubicBezTo>
                      <a:pt x="0" y="22"/>
                      <a:pt x="9" y="29"/>
                      <a:pt x="19" y="29"/>
                    </a:cubicBezTo>
                    <a:cubicBezTo>
                      <a:pt x="29" y="29"/>
                      <a:pt x="38" y="22"/>
                      <a:pt x="38"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40" name="Freeform 602"/>
              <p:cNvSpPr>
                <a:spLocks/>
              </p:cNvSpPr>
              <p:nvPr/>
            </p:nvSpPr>
            <p:spPr bwMode="auto">
              <a:xfrm>
                <a:off x="3847" y="3442"/>
                <a:ext cx="79" cy="60"/>
              </a:xfrm>
              <a:custGeom>
                <a:avLst/>
                <a:gdLst>
                  <a:gd name="T0" fmla="*/ 38 w 38"/>
                  <a:gd name="T1" fmla="*/ 14 h 29"/>
                  <a:gd name="T2" fmla="*/ 18 w 38"/>
                  <a:gd name="T3" fmla="*/ 0 h 29"/>
                  <a:gd name="T4" fmla="*/ 0 w 38"/>
                  <a:gd name="T5" fmla="*/ 14 h 29"/>
                  <a:gd name="T6" fmla="*/ 19 w 38"/>
                  <a:gd name="T7" fmla="*/ 29 h 29"/>
                  <a:gd name="T8" fmla="*/ 38 w 38"/>
                  <a:gd name="T9" fmla="*/ 14 h 29"/>
                </a:gdLst>
                <a:ahLst/>
                <a:cxnLst>
                  <a:cxn ang="0">
                    <a:pos x="T0" y="T1"/>
                  </a:cxn>
                  <a:cxn ang="0">
                    <a:pos x="T2" y="T3"/>
                  </a:cxn>
                  <a:cxn ang="0">
                    <a:pos x="T4" y="T5"/>
                  </a:cxn>
                  <a:cxn ang="0">
                    <a:pos x="T6" y="T7"/>
                  </a:cxn>
                  <a:cxn ang="0">
                    <a:pos x="T8" y="T9"/>
                  </a:cxn>
                </a:cxnLst>
                <a:rect l="0" t="0" r="r" b="b"/>
                <a:pathLst>
                  <a:path w="38" h="29">
                    <a:moveTo>
                      <a:pt x="38" y="14"/>
                    </a:moveTo>
                    <a:cubicBezTo>
                      <a:pt x="37" y="6"/>
                      <a:pt x="29" y="0"/>
                      <a:pt x="18" y="0"/>
                    </a:cubicBezTo>
                    <a:cubicBezTo>
                      <a:pt x="8" y="0"/>
                      <a:pt x="0" y="6"/>
                      <a:pt x="0" y="14"/>
                    </a:cubicBezTo>
                    <a:cubicBezTo>
                      <a:pt x="0" y="22"/>
                      <a:pt x="9" y="29"/>
                      <a:pt x="19" y="29"/>
                    </a:cubicBezTo>
                    <a:cubicBezTo>
                      <a:pt x="30" y="29"/>
                      <a:pt x="38" y="22"/>
                      <a:pt x="38"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41" name="Freeform 603"/>
              <p:cNvSpPr>
                <a:spLocks/>
              </p:cNvSpPr>
              <p:nvPr/>
            </p:nvSpPr>
            <p:spPr bwMode="auto">
              <a:xfrm>
                <a:off x="3942" y="3442"/>
                <a:ext cx="81" cy="60"/>
              </a:xfrm>
              <a:custGeom>
                <a:avLst/>
                <a:gdLst>
                  <a:gd name="T0" fmla="*/ 38 w 39"/>
                  <a:gd name="T1" fmla="*/ 14 h 29"/>
                  <a:gd name="T2" fmla="*/ 18 w 39"/>
                  <a:gd name="T3" fmla="*/ 0 h 29"/>
                  <a:gd name="T4" fmla="*/ 0 w 39"/>
                  <a:gd name="T5" fmla="*/ 14 h 29"/>
                  <a:gd name="T6" fmla="*/ 20 w 39"/>
                  <a:gd name="T7" fmla="*/ 29 h 29"/>
                  <a:gd name="T8" fmla="*/ 38 w 39"/>
                  <a:gd name="T9" fmla="*/ 14 h 29"/>
                </a:gdLst>
                <a:ahLst/>
                <a:cxnLst>
                  <a:cxn ang="0">
                    <a:pos x="T0" y="T1"/>
                  </a:cxn>
                  <a:cxn ang="0">
                    <a:pos x="T2" y="T3"/>
                  </a:cxn>
                  <a:cxn ang="0">
                    <a:pos x="T4" y="T5"/>
                  </a:cxn>
                  <a:cxn ang="0">
                    <a:pos x="T6" y="T7"/>
                  </a:cxn>
                  <a:cxn ang="0">
                    <a:pos x="T8" y="T9"/>
                  </a:cxn>
                </a:cxnLst>
                <a:rect l="0" t="0" r="r" b="b"/>
                <a:pathLst>
                  <a:path w="39" h="29">
                    <a:moveTo>
                      <a:pt x="38" y="14"/>
                    </a:moveTo>
                    <a:cubicBezTo>
                      <a:pt x="38" y="6"/>
                      <a:pt x="29" y="0"/>
                      <a:pt x="18" y="0"/>
                    </a:cubicBezTo>
                    <a:cubicBezTo>
                      <a:pt x="8" y="0"/>
                      <a:pt x="0" y="6"/>
                      <a:pt x="0" y="14"/>
                    </a:cubicBezTo>
                    <a:cubicBezTo>
                      <a:pt x="1" y="22"/>
                      <a:pt x="10" y="29"/>
                      <a:pt x="20" y="29"/>
                    </a:cubicBezTo>
                    <a:cubicBezTo>
                      <a:pt x="30" y="29"/>
                      <a:pt x="39" y="22"/>
                      <a:pt x="38"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42" name="Freeform 604"/>
              <p:cNvSpPr>
                <a:spLocks/>
              </p:cNvSpPr>
              <p:nvPr/>
            </p:nvSpPr>
            <p:spPr bwMode="auto">
              <a:xfrm>
                <a:off x="4037" y="3442"/>
                <a:ext cx="80" cy="60"/>
              </a:xfrm>
              <a:custGeom>
                <a:avLst/>
                <a:gdLst>
                  <a:gd name="T0" fmla="*/ 38 w 39"/>
                  <a:gd name="T1" fmla="*/ 14 h 29"/>
                  <a:gd name="T2" fmla="*/ 18 w 39"/>
                  <a:gd name="T3" fmla="*/ 0 h 29"/>
                  <a:gd name="T4" fmla="*/ 1 w 39"/>
                  <a:gd name="T5" fmla="*/ 14 h 29"/>
                  <a:gd name="T6" fmla="*/ 20 w 39"/>
                  <a:gd name="T7" fmla="*/ 29 h 29"/>
                  <a:gd name="T8" fmla="*/ 38 w 39"/>
                  <a:gd name="T9" fmla="*/ 14 h 29"/>
                </a:gdLst>
                <a:ahLst/>
                <a:cxnLst>
                  <a:cxn ang="0">
                    <a:pos x="T0" y="T1"/>
                  </a:cxn>
                  <a:cxn ang="0">
                    <a:pos x="T2" y="T3"/>
                  </a:cxn>
                  <a:cxn ang="0">
                    <a:pos x="T4" y="T5"/>
                  </a:cxn>
                  <a:cxn ang="0">
                    <a:pos x="T6" y="T7"/>
                  </a:cxn>
                  <a:cxn ang="0">
                    <a:pos x="T8" y="T9"/>
                  </a:cxn>
                </a:cxnLst>
                <a:rect l="0" t="0" r="r" b="b"/>
                <a:pathLst>
                  <a:path w="39" h="29">
                    <a:moveTo>
                      <a:pt x="38" y="14"/>
                    </a:moveTo>
                    <a:cubicBezTo>
                      <a:pt x="38" y="6"/>
                      <a:pt x="29" y="0"/>
                      <a:pt x="18" y="0"/>
                    </a:cubicBezTo>
                    <a:cubicBezTo>
                      <a:pt x="8" y="0"/>
                      <a:pt x="0" y="6"/>
                      <a:pt x="1" y="14"/>
                    </a:cubicBezTo>
                    <a:cubicBezTo>
                      <a:pt x="1" y="22"/>
                      <a:pt x="10" y="29"/>
                      <a:pt x="20" y="29"/>
                    </a:cubicBezTo>
                    <a:cubicBezTo>
                      <a:pt x="31" y="29"/>
                      <a:pt x="39" y="22"/>
                      <a:pt x="38"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43" name="Freeform 605"/>
              <p:cNvSpPr>
                <a:spLocks/>
              </p:cNvSpPr>
              <p:nvPr/>
            </p:nvSpPr>
            <p:spPr bwMode="auto">
              <a:xfrm>
                <a:off x="3849" y="3514"/>
                <a:ext cx="81" cy="62"/>
              </a:xfrm>
              <a:custGeom>
                <a:avLst/>
                <a:gdLst>
                  <a:gd name="T0" fmla="*/ 38 w 39"/>
                  <a:gd name="T1" fmla="*/ 15 h 30"/>
                  <a:gd name="T2" fmla="*/ 19 w 39"/>
                  <a:gd name="T3" fmla="*/ 0 h 30"/>
                  <a:gd name="T4" fmla="*/ 0 w 39"/>
                  <a:gd name="T5" fmla="*/ 15 h 30"/>
                  <a:gd name="T6" fmla="*/ 20 w 39"/>
                  <a:gd name="T7" fmla="*/ 30 h 30"/>
                  <a:gd name="T8" fmla="*/ 38 w 39"/>
                  <a:gd name="T9" fmla="*/ 15 h 30"/>
                </a:gdLst>
                <a:ahLst/>
                <a:cxnLst>
                  <a:cxn ang="0">
                    <a:pos x="T0" y="T1"/>
                  </a:cxn>
                  <a:cxn ang="0">
                    <a:pos x="T2" y="T3"/>
                  </a:cxn>
                  <a:cxn ang="0">
                    <a:pos x="T4" y="T5"/>
                  </a:cxn>
                  <a:cxn ang="0">
                    <a:pos x="T6" y="T7"/>
                  </a:cxn>
                  <a:cxn ang="0">
                    <a:pos x="T8" y="T9"/>
                  </a:cxn>
                </a:cxnLst>
                <a:rect l="0" t="0" r="r" b="b"/>
                <a:pathLst>
                  <a:path w="39" h="30">
                    <a:moveTo>
                      <a:pt x="38" y="15"/>
                    </a:moveTo>
                    <a:cubicBezTo>
                      <a:pt x="38" y="7"/>
                      <a:pt x="29" y="0"/>
                      <a:pt x="19" y="0"/>
                    </a:cubicBezTo>
                    <a:cubicBezTo>
                      <a:pt x="8" y="0"/>
                      <a:pt x="0" y="7"/>
                      <a:pt x="0" y="15"/>
                    </a:cubicBezTo>
                    <a:cubicBezTo>
                      <a:pt x="0" y="23"/>
                      <a:pt x="9" y="30"/>
                      <a:pt x="20" y="30"/>
                    </a:cubicBezTo>
                    <a:cubicBezTo>
                      <a:pt x="30" y="30"/>
                      <a:pt x="39" y="23"/>
                      <a:pt x="3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44" name="Freeform 606"/>
              <p:cNvSpPr>
                <a:spLocks/>
              </p:cNvSpPr>
              <p:nvPr/>
            </p:nvSpPr>
            <p:spPr bwMode="auto">
              <a:xfrm>
                <a:off x="3946" y="3514"/>
                <a:ext cx="81" cy="62"/>
              </a:xfrm>
              <a:custGeom>
                <a:avLst/>
                <a:gdLst>
                  <a:gd name="T0" fmla="*/ 38 w 39"/>
                  <a:gd name="T1" fmla="*/ 15 h 30"/>
                  <a:gd name="T2" fmla="*/ 18 w 39"/>
                  <a:gd name="T3" fmla="*/ 0 h 30"/>
                  <a:gd name="T4" fmla="*/ 0 w 39"/>
                  <a:gd name="T5" fmla="*/ 15 h 30"/>
                  <a:gd name="T6" fmla="*/ 20 w 39"/>
                  <a:gd name="T7" fmla="*/ 30 h 30"/>
                  <a:gd name="T8" fmla="*/ 38 w 39"/>
                  <a:gd name="T9" fmla="*/ 15 h 30"/>
                </a:gdLst>
                <a:ahLst/>
                <a:cxnLst>
                  <a:cxn ang="0">
                    <a:pos x="T0" y="T1"/>
                  </a:cxn>
                  <a:cxn ang="0">
                    <a:pos x="T2" y="T3"/>
                  </a:cxn>
                  <a:cxn ang="0">
                    <a:pos x="T4" y="T5"/>
                  </a:cxn>
                  <a:cxn ang="0">
                    <a:pos x="T6" y="T7"/>
                  </a:cxn>
                  <a:cxn ang="0">
                    <a:pos x="T8" y="T9"/>
                  </a:cxn>
                </a:cxnLst>
                <a:rect l="0" t="0" r="r" b="b"/>
                <a:pathLst>
                  <a:path w="39" h="30">
                    <a:moveTo>
                      <a:pt x="38" y="15"/>
                    </a:moveTo>
                    <a:cubicBezTo>
                      <a:pt x="38" y="7"/>
                      <a:pt x="29" y="0"/>
                      <a:pt x="18" y="0"/>
                    </a:cubicBezTo>
                    <a:cubicBezTo>
                      <a:pt x="8" y="0"/>
                      <a:pt x="0" y="7"/>
                      <a:pt x="0" y="15"/>
                    </a:cubicBezTo>
                    <a:cubicBezTo>
                      <a:pt x="0" y="23"/>
                      <a:pt x="9" y="30"/>
                      <a:pt x="20" y="30"/>
                    </a:cubicBezTo>
                    <a:cubicBezTo>
                      <a:pt x="31" y="30"/>
                      <a:pt x="39" y="23"/>
                      <a:pt x="3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74" name="Group 808"/>
            <p:cNvGrpSpPr>
              <a:grpSpLocks/>
            </p:cNvGrpSpPr>
            <p:nvPr/>
          </p:nvGrpSpPr>
          <p:grpSpPr bwMode="auto">
            <a:xfrm>
              <a:off x="1941513" y="3324226"/>
              <a:ext cx="8885238" cy="2736850"/>
              <a:chOff x="1223" y="2094"/>
              <a:chExt cx="5597" cy="1724"/>
            </a:xfrm>
            <a:grpFill/>
          </p:grpSpPr>
          <p:sp>
            <p:nvSpPr>
              <p:cNvPr id="245" name="Freeform 608"/>
              <p:cNvSpPr>
                <a:spLocks/>
              </p:cNvSpPr>
              <p:nvPr/>
            </p:nvSpPr>
            <p:spPr bwMode="auto">
              <a:xfrm>
                <a:off x="5789" y="2822"/>
                <a:ext cx="80" cy="45"/>
              </a:xfrm>
              <a:custGeom>
                <a:avLst/>
                <a:gdLst>
                  <a:gd name="T0" fmla="*/ 36 w 39"/>
                  <a:gd name="T1" fmla="*/ 11 h 22"/>
                  <a:gd name="T2" fmla="*/ 14 w 39"/>
                  <a:gd name="T3" fmla="*/ 0 h 22"/>
                  <a:gd name="T4" fmla="*/ 2 w 39"/>
                  <a:gd name="T5" fmla="*/ 11 h 22"/>
                  <a:gd name="T6" fmla="*/ 24 w 39"/>
                  <a:gd name="T7" fmla="*/ 22 h 22"/>
                  <a:gd name="T8" fmla="*/ 36 w 39"/>
                  <a:gd name="T9" fmla="*/ 11 h 22"/>
                </a:gdLst>
                <a:ahLst/>
                <a:cxnLst>
                  <a:cxn ang="0">
                    <a:pos x="T0" y="T1"/>
                  </a:cxn>
                  <a:cxn ang="0">
                    <a:pos x="T2" y="T3"/>
                  </a:cxn>
                  <a:cxn ang="0">
                    <a:pos x="T4" y="T5"/>
                  </a:cxn>
                  <a:cxn ang="0">
                    <a:pos x="T6" y="T7"/>
                  </a:cxn>
                  <a:cxn ang="0">
                    <a:pos x="T8" y="T9"/>
                  </a:cxn>
                </a:cxnLst>
                <a:rect l="0" t="0" r="r" b="b"/>
                <a:pathLst>
                  <a:path w="39" h="22">
                    <a:moveTo>
                      <a:pt x="36" y="11"/>
                    </a:moveTo>
                    <a:cubicBezTo>
                      <a:pt x="33" y="5"/>
                      <a:pt x="24" y="0"/>
                      <a:pt x="14" y="0"/>
                    </a:cubicBezTo>
                    <a:cubicBezTo>
                      <a:pt x="5" y="0"/>
                      <a:pt x="0" y="5"/>
                      <a:pt x="2" y="11"/>
                    </a:cubicBezTo>
                    <a:cubicBezTo>
                      <a:pt x="5" y="17"/>
                      <a:pt x="14" y="22"/>
                      <a:pt x="24" y="22"/>
                    </a:cubicBezTo>
                    <a:cubicBezTo>
                      <a:pt x="33" y="22"/>
                      <a:pt x="39" y="17"/>
                      <a:pt x="3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46" name="Freeform 609"/>
              <p:cNvSpPr>
                <a:spLocks/>
              </p:cNvSpPr>
              <p:nvPr/>
            </p:nvSpPr>
            <p:spPr bwMode="auto">
              <a:xfrm>
                <a:off x="5811" y="2878"/>
                <a:ext cx="81" cy="43"/>
              </a:xfrm>
              <a:custGeom>
                <a:avLst/>
                <a:gdLst>
                  <a:gd name="T0" fmla="*/ 36 w 39"/>
                  <a:gd name="T1" fmla="*/ 10 h 21"/>
                  <a:gd name="T2" fmla="*/ 15 w 39"/>
                  <a:gd name="T3" fmla="*/ 0 h 21"/>
                  <a:gd name="T4" fmla="*/ 2 w 39"/>
                  <a:gd name="T5" fmla="*/ 10 h 21"/>
                  <a:gd name="T6" fmla="*/ 24 w 39"/>
                  <a:gd name="T7" fmla="*/ 21 h 21"/>
                  <a:gd name="T8" fmla="*/ 36 w 39"/>
                  <a:gd name="T9" fmla="*/ 10 h 21"/>
                </a:gdLst>
                <a:ahLst/>
                <a:cxnLst>
                  <a:cxn ang="0">
                    <a:pos x="T0" y="T1"/>
                  </a:cxn>
                  <a:cxn ang="0">
                    <a:pos x="T2" y="T3"/>
                  </a:cxn>
                  <a:cxn ang="0">
                    <a:pos x="T4" y="T5"/>
                  </a:cxn>
                  <a:cxn ang="0">
                    <a:pos x="T6" y="T7"/>
                  </a:cxn>
                  <a:cxn ang="0">
                    <a:pos x="T8" y="T9"/>
                  </a:cxn>
                </a:cxnLst>
                <a:rect l="0" t="0" r="r" b="b"/>
                <a:pathLst>
                  <a:path w="39" h="21">
                    <a:moveTo>
                      <a:pt x="36" y="10"/>
                    </a:moveTo>
                    <a:cubicBezTo>
                      <a:pt x="34" y="4"/>
                      <a:pt x="24" y="0"/>
                      <a:pt x="15" y="0"/>
                    </a:cubicBezTo>
                    <a:cubicBezTo>
                      <a:pt x="5" y="0"/>
                      <a:pt x="0" y="4"/>
                      <a:pt x="2" y="10"/>
                    </a:cubicBezTo>
                    <a:cubicBezTo>
                      <a:pt x="5" y="16"/>
                      <a:pt x="15" y="21"/>
                      <a:pt x="24" y="21"/>
                    </a:cubicBezTo>
                    <a:cubicBezTo>
                      <a:pt x="34" y="21"/>
                      <a:pt x="39" y="16"/>
                      <a:pt x="3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47" name="Freeform 610"/>
              <p:cNvSpPr>
                <a:spLocks/>
              </p:cNvSpPr>
              <p:nvPr/>
            </p:nvSpPr>
            <p:spPr bwMode="auto">
              <a:xfrm>
                <a:off x="5770" y="2989"/>
                <a:ext cx="83" cy="48"/>
              </a:xfrm>
              <a:custGeom>
                <a:avLst/>
                <a:gdLst>
                  <a:gd name="T0" fmla="*/ 37 w 40"/>
                  <a:gd name="T1" fmla="*/ 12 h 23"/>
                  <a:gd name="T2" fmla="*/ 15 w 40"/>
                  <a:gd name="T3" fmla="*/ 0 h 23"/>
                  <a:gd name="T4" fmla="*/ 2 w 40"/>
                  <a:gd name="T5" fmla="*/ 12 h 23"/>
                  <a:gd name="T6" fmla="*/ 25 w 40"/>
                  <a:gd name="T7" fmla="*/ 23 h 23"/>
                  <a:gd name="T8" fmla="*/ 37 w 40"/>
                  <a:gd name="T9" fmla="*/ 12 h 23"/>
                </a:gdLst>
                <a:ahLst/>
                <a:cxnLst>
                  <a:cxn ang="0">
                    <a:pos x="T0" y="T1"/>
                  </a:cxn>
                  <a:cxn ang="0">
                    <a:pos x="T2" y="T3"/>
                  </a:cxn>
                  <a:cxn ang="0">
                    <a:pos x="T4" y="T5"/>
                  </a:cxn>
                  <a:cxn ang="0">
                    <a:pos x="T6" y="T7"/>
                  </a:cxn>
                  <a:cxn ang="0">
                    <a:pos x="T8" y="T9"/>
                  </a:cxn>
                </a:cxnLst>
                <a:rect l="0" t="0" r="r" b="b"/>
                <a:pathLst>
                  <a:path w="40" h="23">
                    <a:moveTo>
                      <a:pt x="37" y="12"/>
                    </a:moveTo>
                    <a:cubicBezTo>
                      <a:pt x="35" y="5"/>
                      <a:pt x="25" y="0"/>
                      <a:pt x="15" y="0"/>
                    </a:cubicBezTo>
                    <a:cubicBezTo>
                      <a:pt x="6" y="0"/>
                      <a:pt x="0" y="5"/>
                      <a:pt x="2" y="12"/>
                    </a:cubicBezTo>
                    <a:cubicBezTo>
                      <a:pt x="5" y="18"/>
                      <a:pt x="15" y="23"/>
                      <a:pt x="25" y="23"/>
                    </a:cubicBezTo>
                    <a:cubicBezTo>
                      <a:pt x="34" y="23"/>
                      <a:pt x="40" y="18"/>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48" name="Freeform 611"/>
              <p:cNvSpPr>
                <a:spLocks/>
              </p:cNvSpPr>
              <p:nvPr/>
            </p:nvSpPr>
            <p:spPr bwMode="auto">
              <a:xfrm>
                <a:off x="5727" y="3109"/>
                <a:ext cx="84" cy="50"/>
              </a:xfrm>
              <a:custGeom>
                <a:avLst/>
                <a:gdLst>
                  <a:gd name="T0" fmla="*/ 38 w 41"/>
                  <a:gd name="T1" fmla="*/ 12 h 24"/>
                  <a:gd name="T2" fmla="*/ 16 w 41"/>
                  <a:gd name="T3" fmla="*/ 0 h 24"/>
                  <a:gd name="T4" fmla="*/ 2 w 41"/>
                  <a:gd name="T5" fmla="*/ 12 h 24"/>
                  <a:gd name="T6" fmla="*/ 25 w 41"/>
                  <a:gd name="T7" fmla="*/ 24 h 24"/>
                  <a:gd name="T8" fmla="*/ 38 w 41"/>
                  <a:gd name="T9" fmla="*/ 12 h 24"/>
                </a:gdLst>
                <a:ahLst/>
                <a:cxnLst>
                  <a:cxn ang="0">
                    <a:pos x="T0" y="T1"/>
                  </a:cxn>
                  <a:cxn ang="0">
                    <a:pos x="T2" y="T3"/>
                  </a:cxn>
                  <a:cxn ang="0">
                    <a:pos x="T4" y="T5"/>
                  </a:cxn>
                  <a:cxn ang="0">
                    <a:pos x="T6" y="T7"/>
                  </a:cxn>
                  <a:cxn ang="0">
                    <a:pos x="T8" y="T9"/>
                  </a:cxn>
                </a:cxnLst>
                <a:rect l="0" t="0" r="r" b="b"/>
                <a:pathLst>
                  <a:path w="41" h="24">
                    <a:moveTo>
                      <a:pt x="38" y="12"/>
                    </a:moveTo>
                    <a:cubicBezTo>
                      <a:pt x="36" y="5"/>
                      <a:pt x="25" y="0"/>
                      <a:pt x="16" y="0"/>
                    </a:cubicBezTo>
                    <a:cubicBezTo>
                      <a:pt x="6" y="0"/>
                      <a:pt x="0" y="5"/>
                      <a:pt x="2" y="12"/>
                    </a:cubicBezTo>
                    <a:cubicBezTo>
                      <a:pt x="5" y="19"/>
                      <a:pt x="15" y="24"/>
                      <a:pt x="25" y="24"/>
                    </a:cubicBezTo>
                    <a:cubicBezTo>
                      <a:pt x="35" y="24"/>
                      <a:pt x="41" y="19"/>
                      <a:pt x="3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49" name="Freeform 612"/>
              <p:cNvSpPr>
                <a:spLocks/>
              </p:cNvSpPr>
              <p:nvPr/>
            </p:nvSpPr>
            <p:spPr bwMode="auto">
              <a:xfrm>
                <a:off x="5906" y="3109"/>
                <a:ext cx="87" cy="50"/>
              </a:xfrm>
              <a:custGeom>
                <a:avLst/>
                <a:gdLst>
                  <a:gd name="T0" fmla="*/ 39 w 42"/>
                  <a:gd name="T1" fmla="*/ 12 h 24"/>
                  <a:gd name="T2" fmla="*/ 16 w 42"/>
                  <a:gd name="T3" fmla="*/ 0 h 24"/>
                  <a:gd name="T4" fmla="*/ 3 w 42"/>
                  <a:gd name="T5" fmla="*/ 12 h 24"/>
                  <a:gd name="T6" fmla="*/ 26 w 42"/>
                  <a:gd name="T7" fmla="*/ 24 h 24"/>
                  <a:gd name="T8" fmla="*/ 39 w 42"/>
                  <a:gd name="T9" fmla="*/ 12 h 24"/>
                </a:gdLst>
                <a:ahLst/>
                <a:cxnLst>
                  <a:cxn ang="0">
                    <a:pos x="T0" y="T1"/>
                  </a:cxn>
                  <a:cxn ang="0">
                    <a:pos x="T2" y="T3"/>
                  </a:cxn>
                  <a:cxn ang="0">
                    <a:pos x="T4" y="T5"/>
                  </a:cxn>
                  <a:cxn ang="0">
                    <a:pos x="T6" y="T7"/>
                  </a:cxn>
                  <a:cxn ang="0">
                    <a:pos x="T8" y="T9"/>
                  </a:cxn>
                </a:cxnLst>
                <a:rect l="0" t="0" r="r" b="b"/>
                <a:pathLst>
                  <a:path w="42" h="24">
                    <a:moveTo>
                      <a:pt x="39" y="12"/>
                    </a:moveTo>
                    <a:cubicBezTo>
                      <a:pt x="36" y="5"/>
                      <a:pt x="26" y="0"/>
                      <a:pt x="16" y="0"/>
                    </a:cubicBezTo>
                    <a:cubicBezTo>
                      <a:pt x="6" y="0"/>
                      <a:pt x="0" y="5"/>
                      <a:pt x="3" y="12"/>
                    </a:cubicBezTo>
                    <a:cubicBezTo>
                      <a:pt x="6" y="19"/>
                      <a:pt x="16" y="24"/>
                      <a:pt x="26" y="24"/>
                    </a:cubicBezTo>
                    <a:cubicBezTo>
                      <a:pt x="36" y="24"/>
                      <a:pt x="42" y="19"/>
                      <a:pt x="3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50" name="Freeform 613"/>
              <p:cNvSpPr>
                <a:spLocks/>
              </p:cNvSpPr>
              <p:nvPr/>
            </p:nvSpPr>
            <p:spPr bwMode="auto">
              <a:xfrm>
                <a:off x="6088" y="3109"/>
                <a:ext cx="84" cy="50"/>
              </a:xfrm>
              <a:custGeom>
                <a:avLst/>
                <a:gdLst>
                  <a:gd name="T0" fmla="*/ 38 w 41"/>
                  <a:gd name="T1" fmla="*/ 12 h 24"/>
                  <a:gd name="T2" fmla="*/ 15 w 41"/>
                  <a:gd name="T3" fmla="*/ 0 h 24"/>
                  <a:gd name="T4" fmla="*/ 3 w 41"/>
                  <a:gd name="T5" fmla="*/ 12 h 24"/>
                  <a:gd name="T6" fmla="*/ 26 w 41"/>
                  <a:gd name="T7" fmla="*/ 24 h 24"/>
                  <a:gd name="T8" fmla="*/ 38 w 41"/>
                  <a:gd name="T9" fmla="*/ 12 h 24"/>
                </a:gdLst>
                <a:ahLst/>
                <a:cxnLst>
                  <a:cxn ang="0">
                    <a:pos x="T0" y="T1"/>
                  </a:cxn>
                  <a:cxn ang="0">
                    <a:pos x="T2" y="T3"/>
                  </a:cxn>
                  <a:cxn ang="0">
                    <a:pos x="T4" y="T5"/>
                  </a:cxn>
                  <a:cxn ang="0">
                    <a:pos x="T6" y="T7"/>
                  </a:cxn>
                  <a:cxn ang="0">
                    <a:pos x="T8" y="T9"/>
                  </a:cxn>
                </a:cxnLst>
                <a:rect l="0" t="0" r="r" b="b"/>
                <a:pathLst>
                  <a:path w="41" h="24">
                    <a:moveTo>
                      <a:pt x="38" y="12"/>
                    </a:moveTo>
                    <a:cubicBezTo>
                      <a:pt x="35" y="5"/>
                      <a:pt x="25" y="0"/>
                      <a:pt x="15" y="0"/>
                    </a:cubicBezTo>
                    <a:cubicBezTo>
                      <a:pt x="5" y="0"/>
                      <a:pt x="0" y="5"/>
                      <a:pt x="3" y="12"/>
                    </a:cubicBezTo>
                    <a:cubicBezTo>
                      <a:pt x="6" y="19"/>
                      <a:pt x="16" y="24"/>
                      <a:pt x="26" y="24"/>
                    </a:cubicBezTo>
                    <a:cubicBezTo>
                      <a:pt x="36" y="24"/>
                      <a:pt x="41" y="19"/>
                      <a:pt x="3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51" name="Freeform 614"/>
              <p:cNvSpPr>
                <a:spLocks/>
              </p:cNvSpPr>
              <p:nvPr/>
            </p:nvSpPr>
            <p:spPr bwMode="auto">
              <a:xfrm>
                <a:off x="5223" y="2931"/>
                <a:ext cx="81" cy="48"/>
              </a:xfrm>
              <a:custGeom>
                <a:avLst/>
                <a:gdLst>
                  <a:gd name="T0" fmla="*/ 37 w 39"/>
                  <a:gd name="T1" fmla="*/ 12 h 23"/>
                  <a:gd name="T2" fmla="*/ 16 w 39"/>
                  <a:gd name="T3" fmla="*/ 0 h 23"/>
                  <a:gd name="T4" fmla="*/ 2 w 39"/>
                  <a:gd name="T5" fmla="*/ 12 h 23"/>
                  <a:gd name="T6" fmla="*/ 23 w 39"/>
                  <a:gd name="T7" fmla="*/ 23 h 23"/>
                  <a:gd name="T8" fmla="*/ 37 w 39"/>
                  <a:gd name="T9" fmla="*/ 12 h 23"/>
                </a:gdLst>
                <a:ahLst/>
                <a:cxnLst>
                  <a:cxn ang="0">
                    <a:pos x="T0" y="T1"/>
                  </a:cxn>
                  <a:cxn ang="0">
                    <a:pos x="T2" y="T3"/>
                  </a:cxn>
                  <a:cxn ang="0">
                    <a:pos x="T4" y="T5"/>
                  </a:cxn>
                  <a:cxn ang="0">
                    <a:pos x="T6" y="T7"/>
                  </a:cxn>
                  <a:cxn ang="0">
                    <a:pos x="T8" y="T9"/>
                  </a:cxn>
                </a:cxnLst>
                <a:rect l="0" t="0" r="r" b="b"/>
                <a:pathLst>
                  <a:path w="39" h="23">
                    <a:moveTo>
                      <a:pt x="37" y="12"/>
                    </a:moveTo>
                    <a:cubicBezTo>
                      <a:pt x="35" y="5"/>
                      <a:pt x="25" y="0"/>
                      <a:pt x="16" y="0"/>
                    </a:cubicBezTo>
                    <a:cubicBezTo>
                      <a:pt x="6" y="0"/>
                      <a:pt x="0" y="5"/>
                      <a:pt x="2" y="12"/>
                    </a:cubicBezTo>
                    <a:cubicBezTo>
                      <a:pt x="4" y="18"/>
                      <a:pt x="13" y="23"/>
                      <a:pt x="23" y="23"/>
                    </a:cubicBezTo>
                    <a:cubicBezTo>
                      <a:pt x="32" y="23"/>
                      <a:pt x="39" y="18"/>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52" name="Freeform 615"/>
              <p:cNvSpPr>
                <a:spLocks/>
              </p:cNvSpPr>
              <p:nvPr/>
            </p:nvSpPr>
            <p:spPr bwMode="auto">
              <a:xfrm>
                <a:off x="5572" y="2931"/>
                <a:ext cx="80" cy="48"/>
              </a:xfrm>
              <a:custGeom>
                <a:avLst/>
                <a:gdLst>
                  <a:gd name="T0" fmla="*/ 37 w 39"/>
                  <a:gd name="T1" fmla="*/ 12 h 23"/>
                  <a:gd name="T2" fmla="*/ 16 w 39"/>
                  <a:gd name="T3" fmla="*/ 0 h 23"/>
                  <a:gd name="T4" fmla="*/ 3 w 39"/>
                  <a:gd name="T5" fmla="*/ 12 h 23"/>
                  <a:gd name="T6" fmla="*/ 24 w 39"/>
                  <a:gd name="T7" fmla="*/ 23 h 23"/>
                  <a:gd name="T8" fmla="*/ 37 w 39"/>
                  <a:gd name="T9" fmla="*/ 12 h 23"/>
                </a:gdLst>
                <a:ahLst/>
                <a:cxnLst>
                  <a:cxn ang="0">
                    <a:pos x="T0" y="T1"/>
                  </a:cxn>
                  <a:cxn ang="0">
                    <a:pos x="T2" y="T3"/>
                  </a:cxn>
                  <a:cxn ang="0">
                    <a:pos x="T4" y="T5"/>
                  </a:cxn>
                  <a:cxn ang="0">
                    <a:pos x="T6" y="T7"/>
                  </a:cxn>
                  <a:cxn ang="0">
                    <a:pos x="T8" y="T9"/>
                  </a:cxn>
                </a:cxnLst>
                <a:rect l="0" t="0" r="r" b="b"/>
                <a:pathLst>
                  <a:path w="39" h="23">
                    <a:moveTo>
                      <a:pt x="37" y="12"/>
                    </a:moveTo>
                    <a:cubicBezTo>
                      <a:pt x="35" y="5"/>
                      <a:pt x="25" y="0"/>
                      <a:pt x="16" y="0"/>
                    </a:cubicBezTo>
                    <a:cubicBezTo>
                      <a:pt x="6" y="0"/>
                      <a:pt x="0" y="5"/>
                      <a:pt x="3" y="12"/>
                    </a:cubicBezTo>
                    <a:cubicBezTo>
                      <a:pt x="5" y="18"/>
                      <a:pt x="14" y="23"/>
                      <a:pt x="24" y="23"/>
                    </a:cubicBezTo>
                    <a:cubicBezTo>
                      <a:pt x="34" y="23"/>
                      <a:pt x="39" y="18"/>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53" name="Freeform 616"/>
              <p:cNvSpPr>
                <a:spLocks/>
              </p:cNvSpPr>
              <p:nvPr/>
            </p:nvSpPr>
            <p:spPr bwMode="auto">
              <a:xfrm>
                <a:off x="5661" y="2931"/>
                <a:ext cx="80" cy="48"/>
              </a:xfrm>
              <a:custGeom>
                <a:avLst/>
                <a:gdLst>
                  <a:gd name="T0" fmla="*/ 36 w 39"/>
                  <a:gd name="T1" fmla="*/ 12 h 23"/>
                  <a:gd name="T2" fmla="*/ 15 w 39"/>
                  <a:gd name="T3" fmla="*/ 0 h 23"/>
                  <a:gd name="T4" fmla="*/ 2 w 39"/>
                  <a:gd name="T5" fmla="*/ 12 h 23"/>
                  <a:gd name="T6" fmla="*/ 24 w 39"/>
                  <a:gd name="T7" fmla="*/ 23 h 23"/>
                  <a:gd name="T8" fmla="*/ 36 w 39"/>
                  <a:gd name="T9" fmla="*/ 12 h 23"/>
                </a:gdLst>
                <a:ahLst/>
                <a:cxnLst>
                  <a:cxn ang="0">
                    <a:pos x="T0" y="T1"/>
                  </a:cxn>
                  <a:cxn ang="0">
                    <a:pos x="T2" y="T3"/>
                  </a:cxn>
                  <a:cxn ang="0">
                    <a:pos x="T4" y="T5"/>
                  </a:cxn>
                  <a:cxn ang="0">
                    <a:pos x="T6" y="T7"/>
                  </a:cxn>
                  <a:cxn ang="0">
                    <a:pos x="T8" y="T9"/>
                  </a:cxn>
                </a:cxnLst>
                <a:rect l="0" t="0" r="r" b="b"/>
                <a:pathLst>
                  <a:path w="39" h="23">
                    <a:moveTo>
                      <a:pt x="36" y="12"/>
                    </a:moveTo>
                    <a:cubicBezTo>
                      <a:pt x="34" y="5"/>
                      <a:pt x="24" y="0"/>
                      <a:pt x="15" y="0"/>
                    </a:cubicBezTo>
                    <a:cubicBezTo>
                      <a:pt x="5" y="0"/>
                      <a:pt x="0" y="5"/>
                      <a:pt x="2" y="12"/>
                    </a:cubicBezTo>
                    <a:cubicBezTo>
                      <a:pt x="4" y="18"/>
                      <a:pt x="14" y="23"/>
                      <a:pt x="24" y="23"/>
                    </a:cubicBezTo>
                    <a:cubicBezTo>
                      <a:pt x="33" y="23"/>
                      <a:pt x="39" y="18"/>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54" name="Freeform 617"/>
              <p:cNvSpPr>
                <a:spLocks/>
              </p:cNvSpPr>
              <p:nvPr/>
            </p:nvSpPr>
            <p:spPr bwMode="auto">
              <a:xfrm>
                <a:off x="5328" y="2989"/>
                <a:ext cx="81" cy="48"/>
              </a:xfrm>
              <a:custGeom>
                <a:avLst/>
                <a:gdLst>
                  <a:gd name="T0" fmla="*/ 37 w 39"/>
                  <a:gd name="T1" fmla="*/ 12 h 23"/>
                  <a:gd name="T2" fmla="*/ 16 w 39"/>
                  <a:gd name="T3" fmla="*/ 0 h 23"/>
                  <a:gd name="T4" fmla="*/ 2 w 39"/>
                  <a:gd name="T5" fmla="*/ 12 h 23"/>
                  <a:gd name="T6" fmla="*/ 23 w 39"/>
                  <a:gd name="T7" fmla="*/ 23 h 23"/>
                  <a:gd name="T8" fmla="*/ 37 w 39"/>
                  <a:gd name="T9" fmla="*/ 12 h 23"/>
                </a:gdLst>
                <a:ahLst/>
                <a:cxnLst>
                  <a:cxn ang="0">
                    <a:pos x="T0" y="T1"/>
                  </a:cxn>
                  <a:cxn ang="0">
                    <a:pos x="T2" y="T3"/>
                  </a:cxn>
                  <a:cxn ang="0">
                    <a:pos x="T4" y="T5"/>
                  </a:cxn>
                  <a:cxn ang="0">
                    <a:pos x="T6" y="T7"/>
                  </a:cxn>
                  <a:cxn ang="0">
                    <a:pos x="T8" y="T9"/>
                  </a:cxn>
                </a:cxnLst>
                <a:rect l="0" t="0" r="r" b="b"/>
                <a:pathLst>
                  <a:path w="39" h="23">
                    <a:moveTo>
                      <a:pt x="37" y="12"/>
                    </a:moveTo>
                    <a:cubicBezTo>
                      <a:pt x="35" y="5"/>
                      <a:pt x="26" y="0"/>
                      <a:pt x="16" y="0"/>
                    </a:cubicBezTo>
                    <a:cubicBezTo>
                      <a:pt x="6" y="0"/>
                      <a:pt x="0" y="5"/>
                      <a:pt x="2" y="12"/>
                    </a:cubicBezTo>
                    <a:cubicBezTo>
                      <a:pt x="4" y="18"/>
                      <a:pt x="14" y="23"/>
                      <a:pt x="23" y="23"/>
                    </a:cubicBezTo>
                    <a:cubicBezTo>
                      <a:pt x="33" y="23"/>
                      <a:pt x="39" y="18"/>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55" name="Freeform 618"/>
              <p:cNvSpPr>
                <a:spLocks/>
              </p:cNvSpPr>
              <p:nvPr/>
            </p:nvSpPr>
            <p:spPr bwMode="auto">
              <a:xfrm>
                <a:off x="5417" y="2989"/>
                <a:ext cx="81" cy="48"/>
              </a:xfrm>
              <a:custGeom>
                <a:avLst/>
                <a:gdLst>
                  <a:gd name="T0" fmla="*/ 37 w 39"/>
                  <a:gd name="T1" fmla="*/ 12 h 23"/>
                  <a:gd name="T2" fmla="*/ 16 w 39"/>
                  <a:gd name="T3" fmla="*/ 0 h 23"/>
                  <a:gd name="T4" fmla="*/ 2 w 39"/>
                  <a:gd name="T5" fmla="*/ 12 h 23"/>
                  <a:gd name="T6" fmla="*/ 24 w 39"/>
                  <a:gd name="T7" fmla="*/ 23 h 23"/>
                  <a:gd name="T8" fmla="*/ 37 w 39"/>
                  <a:gd name="T9" fmla="*/ 12 h 23"/>
                </a:gdLst>
                <a:ahLst/>
                <a:cxnLst>
                  <a:cxn ang="0">
                    <a:pos x="T0" y="T1"/>
                  </a:cxn>
                  <a:cxn ang="0">
                    <a:pos x="T2" y="T3"/>
                  </a:cxn>
                  <a:cxn ang="0">
                    <a:pos x="T4" y="T5"/>
                  </a:cxn>
                  <a:cxn ang="0">
                    <a:pos x="T6" y="T7"/>
                  </a:cxn>
                  <a:cxn ang="0">
                    <a:pos x="T8" y="T9"/>
                  </a:cxn>
                </a:cxnLst>
                <a:rect l="0" t="0" r="r" b="b"/>
                <a:pathLst>
                  <a:path w="39" h="23">
                    <a:moveTo>
                      <a:pt x="37" y="12"/>
                    </a:moveTo>
                    <a:cubicBezTo>
                      <a:pt x="35" y="5"/>
                      <a:pt x="25" y="0"/>
                      <a:pt x="16" y="0"/>
                    </a:cubicBezTo>
                    <a:cubicBezTo>
                      <a:pt x="6" y="0"/>
                      <a:pt x="0" y="5"/>
                      <a:pt x="2" y="12"/>
                    </a:cubicBezTo>
                    <a:cubicBezTo>
                      <a:pt x="4" y="18"/>
                      <a:pt x="14" y="23"/>
                      <a:pt x="24" y="23"/>
                    </a:cubicBezTo>
                    <a:cubicBezTo>
                      <a:pt x="33" y="23"/>
                      <a:pt x="39" y="18"/>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56" name="Freeform 619"/>
              <p:cNvSpPr>
                <a:spLocks/>
              </p:cNvSpPr>
              <p:nvPr/>
            </p:nvSpPr>
            <p:spPr bwMode="auto">
              <a:xfrm>
                <a:off x="5506" y="2989"/>
                <a:ext cx="80" cy="48"/>
              </a:xfrm>
              <a:custGeom>
                <a:avLst/>
                <a:gdLst>
                  <a:gd name="T0" fmla="*/ 37 w 39"/>
                  <a:gd name="T1" fmla="*/ 12 h 23"/>
                  <a:gd name="T2" fmla="*/ 15 w 39"/>
                  <a:gd name="T3" fmla="*/ 0 h 23"/>
                  <a:gd name="T4" fmla="*/ 2 w 39"/>
                  <a:gd name="T5" fmla="*/ 12 h 23"/>
                  <a:gd name="T6" fmla="*/ 23 w 39"/>
                  <a:gd name="T7" fmla="*/ 23 h 23"/>
                  <a:gd name="T8" fmla="*/ 37 w 39"/>
                  <a:gd name="T9" fmla="*/ 12 h 23"/>
                </a:gdLst>
                <a:ahLst/>
                <a:cxnLst>
                  <a:cxn ang="0">
                    <a:pos x="T0" y="T1"/>
                  </a:cxn>
                  <a:cxn ang="0">
                    <a:pos x="T2" y="T3"/>
                  </a:cxn>
                  <a:cxn ang="0">
                    <a:pos x="T4" y="T5"/>
                  </a:cxn>
                  <a:cxn ang="0">
                    <a:pos x="T6" y="T7"/>
                  </a:cxn>
                  <a:cxn ang="0">
                    <a:pos x="T8" y="T9"/>
                  </a:cxn>
                </a:cxnLst>
                <a:rect l="0" t="0" r="r" b="b"/>
                <a:pathLst>
                  <a:path w="39" h="23">
                    <a:moveTo>
                      <a:pt x="37" y="12"/>
                    </a:moveTo>
                    <a:cubicBezTo>
                      <a:pt x="35" y="5"/>
                      <a:pt x="25" y="0"/>
                      <a:pt x="15" y="0"/>
                    </a:cubicBezTo>
                    <a:cubicBezTo>
                      <a:pt x="6" y="0"/>
                      <a:pt x="0" y="5"/>
                      <a:pt x="2" y="12"/>
                    </a:cubicBezTo>
                    <a:cubicBezTo>
                      <a:pt x="4" y="18"/>
                      <a:pt x="14" y="23"/>
                      <a:pt x="23" y="23"/>
                    </a:cubicBezTo>
                    <a:cubicBezTo>
                      <a:pt x="33" y="23"/>
                      <a:pt x="39" y="18"/>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57" name="Freeform 620"/>
              <p:cNvSpPr>
                <a:spLocks/>
              </p:cNvSpPr>
              <p:nvPr/>
            </p:nvSpPr>
            <p:spPr bwMode="auto">
              <a:xfrm>
                <a:off x="5593" y="2989"/>
                <a:ext cx="82" cy="48"/>
              </a:xfrm>
              <a:custGeom>
                <a:avLst/>
                <a:gdLst>
                  <a:gd name="T0" fmla="*/ 38 w 40"/>
                  <a:gd name="T1" fmla="*/ 12 h 23"/>
                  <a:gd name="T2" fmla="*/ 16 w 40"/>
                  <a:gd name="T3" fmla="*/ 0 h 23"/>
                  <a:gd name="T4" fmla="*/ 3 w 40"/>
                  <a:gd name="T5" fmla="*/ 12 h 23"/>
                  <a:gd name="T6" fmla="*/ 25 w 40"/>
                  <a:gd name="T7" fmla="*/ 23 h 23"/>
                  <a:gd name="T8" fmla="*/ 38 w 40"/>
                  <a:gd name="T9" fmla="*/ 12 h 23"/>
                </a:gdLst>
                <a:ahLst/>
                <a:cxnLst>
                  <a:cxn ang="0">
                    <a:pos x="T0" y="T1"/>
                  </a:cxn>
                  <a:cxn ang="0">
                    <a:pos x="T2" y="T3"/>
                  </a:cxn>
                  <a:cxn ang="0">
                    <a:pos x="T4" y="T5"/>
                  </a:cxn>
                  <a:cxn ang="0">
                    <a:pos x="T6" y="T7"/>
                  </a:cxn>
                  <a:cxn ang="0">
                    <a:pos x="T8" y="T9"/>
                  </a:cxn>
                </a:cxnLst>
                <a:rect l="0" t="0" r="r" b="b"/>
                <a:pathLst>
                  <a:path w="40" h="23">
                    <a:moveTo>
                      <a:pt x="38" y="12"/>
                    </a:moveTo>
                    <a:cubicBezTo>
                      <a:pt x="35" y="5"/>
                      <a:pt x="26" y="0"/>
                      <a:pt x="16" y="0"/>
                    </a:cubicBezTo>
                    <a:cubicBezTo>
                      <a:pt x="6" y="0"/>
                      <a:pt x="0" y="5"/>
                      <a:pt x="3" y="12"/>
                    </a:cubicBezTo>
                    <a:cubicBezTo>
                      <a:pt x="5" y="18"/>
                      <a:pt x="15" y="23"/>
                      <a:pt x="25" y="23"/>
                    </a:cubicBezTo>
                    <a:cubicBezTo>
                      <a:pt x="34" y="23"/>
                      <a:pt x="40" y="18"/>
                      <a:pt x="3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58" name="Freeform 621"/>
              <p:cNvSpPr>
                <a:spLocks/>
              </p:cNvSpPr>
              <p:nvPr/>
            </p:nvSpPr>
            <p:spPr bwMode="auto">
              <a:xfrm>
                <a:off x="5681" y="2989"/>
                <a:ext cx="83" cy="48"/>
              </a:xfrm>
              <a:custGeom>
                <a:avLst/>
                <a:gdLst>
                  <a:gd name="T0" fmla="*/ 37 w 40"/>
                  <a:gd name="T1" fmla="*/ 12 h 23"/>
                  <a:gd name="T2" fmla="*/ 16 w 40"/>
                  <a:gd name="T3" fmla="*/ 0 h 23"/>
                  <a:gd name="T4" fmla="*/ 3 w 40"/>
                  <a:gd name="T5" fmla="*/ 12 h 23"/>
                  <a:gd name="T6" fmla="*/ 25 w 40"/>
                  <a:gd name="T7" fmla="*/ 23 h 23"/>
                  <a:gd name="T8" fmla="*/ 37 w 40"/>
                  <a:gd name="T9" fmla="*/ 12 h 23"/>
                </a:gdLst>
                <a:ahLst/>
                <a:cxnLst>
                  <a:cxn ang="0">
                    <a:pos x="T0" y="T1"/>
                  </a:cxn>
                  <a:cxn ang="0">
                    <a:pos x="T2" y="T3"/>
                  </a:cxn>
                  <a:cxn ang="0">
                    <a:pos x="T4" y="T5"/>
                  </a:cxn>
                  <a:cxn ang="0">
                    <a:pos x="T6" y="T7"/>
                  </a:cxn>
                  <a:cxn ang="0">
                    <a:pos x="T8" y="T9"/>
                  </a:cxn>
                </a:cxnLst>
                <a:rect l="0" t="0" r="r" b="b"/>
                <a:pathLst>
                  <a:path w="40" h="23">
                    <a:moveTo>
                      <a:pt x="37" y="12"/>
                    </a:moveTo>
                    <a:cubicBezTo>
                      <a:pt x="35" y="5"/>
                      <a:pt x="25" y="0"/>
                      <a:pt x="16" y="0"/>
                    </a:cubicBezTo>
                    <a:cubicBezTo>
                      <a:pt x="6" y="0"/>
                      <a:pt x="0" y="5"/>
                      <a:pt x="3" y="12"/>
                    </a:cubicBezTo>
                    <a:cubicBezTo>
                      <a:pt x="5" y="18"/>
                      <a:pt x="15" y="23"/>
                      <a:pt x="25" y="23"/>
                    </a:cubicBezTo>
                    <a:cubicBezTo>
                      <a:pt x="34" y="23"/>
                      <a:pt x="40" y="18"/>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59" name="Freeform 622"/>
              <p:cNvSpPr>
                <a:spLocks/>
              </p:cNvSpPr>
              <p:nvPr/>
            </p:nvSpPr>
            <p:spPr bwMode="auto">
              <a:xfrm>
                <a:off x="5945" y="2989"/>
                <a:ext cx="85" cy="48"/>
              </a:xfrm>
              <a:custGeom>
                <a:avLst/>
                <a:gdLst>
                  <a:gd name="T0" fmla="*/ 38 w 41"/>
                  <a:gd name="T1" fmla="*/ 12 h 23"/>
                  <a:gd name="T2" fmla="*/ 15 w 41"/>
                  <a:gd name="T3" fmla="*/ 0 h 23"/>
                  <a:gd name="T4" fmla="*/ 3 w 41"/>
                  <a:gd name="T5" fmla="*/ 12 h 23"/>
                  <a:gd name="T6" fmla="*/ 26 w 41"/>
                  <a:gd name="T7" fmla="*/ 23 h 23"/>
                  <a:gd name="T8" fmla="*/ 38 w 41"/>
                  <a:gd name="T9" fmla="*/ 12 h 23"/>
                </a:gdLst>
                <a:ahLst/>
                <a:cxnLst>
                  <a:cxn ang="0">
                    <a:pos x="T0" y="T1"/>
                  </a:cxn>
                  <a:cxn ang="0">
                    <a:pos x="T2" y="T3"/>
                  </a:cxn>
                  <a:cxn ang="0">
                    <a:pos x="T4" y="T5"/>
                  </a:cxn>
                  <a:cxn ang="0">
                    <a:pos x="T6" y="T7"/>
                  </a:cxn>
                  <a:cxn ang="0">
                    <a:pos x="T8" y="T9"/>
                  </a:cxn>
                </a:cxnLst>
                <a:rect l="0" t="0" r="r" b="b"/>
                <a:pathLst>
                  <a:path w="41" h="23">
                    <a:moveTo>
                      <a:pt x="38" y="12"/>
                    </a:moveTo>
                    <a:cubicBezTo>
                      <a:pt x="35" y="5"/>
                      <a:pt x="25" y="0"/>
                      <a:pt x="15" y="0"/>
                    </a:cubicBezTo>
                    <a:cubicBezTo>
                      <a:pt x="6" y="0"/>
                      <a:pt x="0" y="5"/>
                      <a:pt x="3" y="12"/>
                    </a:cubicBezTo>
                    <a:cubicBezTo>
                      <a:pt x="6" y="18"/>
                      <a:pt x="16" y="23"/>
                      <a:pt x="26" y="23"/>
                    </a:cubicBezTo>
                    <a:cubicBezTo>
                      <a:pt x="35" y="23"/>
                      <a:pt x="41" y="18"/>
                      <a:pt x="3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60" name="Freeform 623"/>
              <p:cNvSpPr>
                <a:spLocks/>
              </p:cNvSpPr>
              <p:nvPr/>
            </p:nvSpPr>
            <p:spPr bwMode="auto">
              <a:xfrm>
                <a:off x="6034" y="2989"/>
                <a:ext cx="85" cy="48"/>
              </a:xfrm>
              <a:custGeom>
                <a:avLst/>
                <a:gdLst>
                  <a:gd name="T0" fmla="*/ 38 w 41"/>
                  <a:gd name="T1" fmla="*/ 12 h 23"/>
                  <a:gd name="T2" fmla="*/ 15 w 41"/>
                  <a:gd name="T3" fmla="*/ 0 h 23"/>
                  <a:gd name="T4" fmla="*/ 3 w 41"/>
                  <a:gd name="T5" fmla="*/ 12 h 23"/>
                  <a:gd name="T6" fmla="*/ 26 w 41"/>
                  <a:gd name="T7" fmla="*/ 23 h 23"/>
                  <a:gd name="T8" fmla="*/ 38 w 41"/>
                  <a:gd name="T9" fmla="*/ 12 h 23"/>
                </a:gdLst>
                <a:ahLst/>
                <a:cxnLst>
                  <a:cxn ang="0">
                    <a:pos x="T0" y="T1"/>
                  </a:cxn>
                  <a:cxn ang="0">
                    <a:pos x="T2" y="T3"/>
                  </a:cxn>
                  <a:cxn ang="0">
                    <a:pos x="T4" y="T5"/>
                  </a:cxn>
                  <a:cxn ang="0">
                    <a:pos x="T6" y="T7"/>
                  </a:cxn>
                  <a:cxn ang="0">
                    <a:pos x="T8" y="T9"/>
                  </a:cxn>
                </a:cxnLst>
                <a:rect l="0" t="0" r="r" b="b"/>
                <a:pathLst>
                  <a:path w="41" h="23">
                    <a:moveTo>
                      <a:pt x="38" y="12"/>
                    </a:moveTo>
                    <a:cubicBezTo>
                      <a:pt x="35" y="5"/>
                      <a:pt x="25" y="0"/>
                      <a:pt x="15" y="0"/>
                    </a:cubicBezTo>
                    <a:cubicBezTo>
                      <a:pt x="5" y="0"/>
                      <a:pt x="0" y="5"/>
                      <a:pt x="3" y="12"/>
                    </a:cubicBezTo>
                    <a:cubicBezTo>
                      <a:pt x="6" y="18"/>
                      <a:pt x="16" y="23"/>
                      <a:pt x="26" y="23"/>
                    </a:cubicBezTo>
                    <a:cubicBezTo>
                      <a:pt x="35" y="23"/>
                      <a:pt x="41" y="18"/>
                      <a:pt x="3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61" name="Freeform 624"/>
              <p:cNvSpPr>
                <a:spLocks/>
              </p:cNvSpPr>
              <p:nvPr/>
            </p:nvSpPr>
            <p:spPr bwMode="auto">
              <a:xfrm>
                <a:off x="5347" y="3047"/>
                <a:ext cx="83" cy="50"/>
              </a:xfrm>
              <a:custGeom>
                <a:avLst/>
                <a:gdLst>
                  <a:gd name="T0" fmla="*/ 38 w 40"/>
                  <a:gd name="T1" fmla="*/ 12 h 24"/>
                  <a:gd name="T2" fmla="*/ 16 w 40"/>
                  <a:gd name="T3" fmla="*/ 0 h 24"/>
                  <a:gd name="T4" fmla="*/ 2 w 40"/>
                  <a:gd name="T5" fmla="*/ 12 h 24"/>
                  <a:gd name="T6" fmla="*/ 24 w 40"/>
                  <a:gd name="T7" fmla="*/ 24 h 24"/>
                  <a:gd name="T8" fmla="*/ 38 w 40"/>
                  <a:gd name="T9" fmla="*/ 12 h 24"/>
                </a:gdLst>
                <a:ahLst/>
                <a:cxnLst>
                  <a:cxn ang="0">
                    <a:pos x="T0" y="T1"/>
                  </a:cxn>
                  <a:cxn ang="0">
                    <a:pos x="T2" y="T3"/>
                  </a:cxn>
                  <a:cxn ang="0">
                    <a:pos x="T4" y="T5"/>
                  </a:cxn>
                  <a:cxn ang="0">
                    <a:pos x="T6" y="T7"/>
                  </a:cxn>
                  <a:cxn ang="0">
                    <a:pos x="T8" y="T9"/>
                  </a:cxn>
                </a:cxnLst>
                <a:rect l="0" t="0" r="r" b="b"/>
                <a:pathLst>
                  <a:path w="40" h="24">
                    <a:moveTo>
                      <a:pt x="38" y="12"/>
                    </a:moveTo>
                    <a:cubicBezTo>
                      <a:pt x="35" y="6"/>
                      <a:pt x="26" y="0"/>
                      <a:pt x="16" y="0"/>
                    </a:cubicBezTo>
                    <a:cubicBezTo>
                      <a:pt x="6" y="0"/>
                      <a:pt x="0" y="6"/>
                      <a:pt x="2" y="12"/>
                    </a:cubicBezTo>
                    <a:cubicBezTo>
                      <a:pt x="4" y="19"/>
                      <a:pt x="14" y="24"/>
                      <a:pt x="24" y="24"/>
                    </a:cubicBezTo>
                    <a:cubicBezTo>
                      <a:pt x="34" y="24"/>
                      <a:pt x="40" y="19"/>
                      <a:pt x="3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62" name="Freeform 625"/>
              <p:cNvSpPr>
                <a:spLocks/>
              </p:cNvSpPr>
              <p:nvPr/>
            </p:nvSpPr>
            <p:spPr bwMode="auto">
              <a:xfrm>
                <a:off x="5436" y="3047"/>
                <a:ext cx="82" cy="50"/>
              </a:xfrm>
              <a:custGeom>
                <a:avLst/>
                <a:gdLst>
                  <a:gd name="T0" fmla="*/ 38 w 40"/>
                  <a:gd name="T1" fmla="*/ 12 h 24"/>
                  <a:gd name="T2" fmla="*/ 16 w 40"/>
                  <a:gd name="T3" fmla="*/ 0 h 24"/>
                  <a:gd name="T4" fmla="*/ 3 w 40"/>
                  <a:gd name="T5" fmla="*/ 12 h 24"/>
                  <a:gd name="T6" fmla="*/ 24 w 40"/>
                  <a:gd name="T7" fmla="*/ 24 h 24"/>
                  <a:gd name="T8" fmla="*/ 38 w 40"/>
                  <a:gd name="T9" fmla="*/ 12 h 24"/>
                </a:gdLst>
                <a:ahLst/>
                <a:cxnLst>
                  <a:cxn ang="0">
                    <a:pos x="T0" y="T1"/>
                  </a:cxn>
                  <a:cxn ang="0">
                    <a:pos x="T2" y="T3"/>
                  </a:cxn>
                  <a:cxn ang="0">
                    <a:pos x="T4" y="T5"/>
                  </a:cxn>
                  <a:cxn ang="0">
                    <a:pos x="T6" y="T7"/>
                  </a:cxn>
                  <a:cxn ang="0">
                    <a:pos x="T8" y="T9"/>
                  </a:cxn>
                </a:cxnLst>
                <a:rect l="0" t="0" r="r" b="b"/>
                <a:pathLst>
                  <a:path w="40" h="24">
                    <a:moveTo>
                      <a:pt x="38" y="12"/>
                    </a:moveTo>
                    <a:cubicBezTo>
                      <a:pt x="36" y="6"/>
                      <a:pt x="26" y="0"/>
                      <a:pt x="16" y="0"/>
                    </a:cubicBezTo>
                    <a:cubicBezTo>
                      <a:pt x="7" y="0"/>
                      <a:pt x="0" y="6"/>
                      <a:pt x="3" y="12"/>
                    </a:cubicBezTo>
                    <a:cubicBezTo>
                      <a:pt x="5" y="19"/>
                      <a:pt x="14" y="24"/>
                      <a:pt x="24" y="24"/>
                    </a:cubicBezTo>
                    <a:cubicBezTo>
                      <a:pt x="34" y="24"/>
                      <a:pt x="40" y="19"/>
                      <a:pt x="3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63" name="Freeform 626"/>
              <p:cNvSpPr>
                <a:spLocks/>
              </p:cNvSpPr>
              <p:nvPr/>
            </p:nvSpPr>
            <p:spPr bwMode="auto">
              <a:xfrm>
                <a:off x="5793" y="3047"/>
                <a:ext cx="84" cy="50"/>
              </a:xfrm>
              <a:custGeom>
                <a:avLst/>
                <a:gdLst>
                  <a:gd name="T0" fmla="*/ 38 w 41"/>
                  <a:gd name="T1" fmla="*/ 12 h 24"/>
                  <a:gd name="T2" fmla="*/ 16 w 41"/>
                  <a:gd name="T3" fmla="*/ 0 h 24"/>
                  <a:gd name="T4" fmla="*/ 3 w 41"/>
                  <a:gd name="T5" fmla="*/ 12 h 24"/>
                  <a:gd name="T6" fmla="*/ 25 w 41"/>
                  <a:gd name="T7" fmla="*/ 24 h 24"/>
                  <a:gd name="T8" fmla="*/ 38 w 41"/>
                  <a:gd name="T9" fmla="*/ 12 h 24"/>
                </a:gdLst>
                <a:ahLst/>
                <a:cxnLst>
                  <a:cxn ang="0">
                    <a:pos x="T0" y="T1"/>
                  </a:cxn>
                  <a:cxn ang="0">
                    <a:pos x="T2" y="T3"/>
                  </a:cxn>
                  <a:cxn ang="0">
                    <a:pos x="T4" y="T5"/>
                  </a:cxn>
                  <a:cxn ang="0">
                    <a:pos x="T6" y="T7"/>
                  </a:cxn>
                  <a:cxn ang="0">
                    <a:pos x="T8" y="T9"/>
                  </a:cxn>
                </a:cxnLst>
                <a:rect l="0" t="0" r="r" b="b"/>
                <a:pathLst>
                  <a:path w="41" h="24">
                    <a:moveTo>
                      <a:pt x="38" y="12"/>
                    </a:moveTo>
                    <a:cubicBezTo>
                      <a:pt x="35" y="6"/>
                      <a:pt x="25" y="0"/>
                      <a:pt x="16" y="0"/>
                    </a:cubicBezTo>
                    <a:cubicBezTo>
                      <a:pt x="6" y="0"/>
                      <a:pt x="0" y="6"/>
                      <a:pt x="3" y="12"/>
                    </a:cubicBezTo>
                    <a:cubicBezTo>
                      <a:pt x="5" y="19"/>
                      <a:pt x="15" y="24"/>
                      <a:pt x="25" y="24"/>
                    </a:cubicBezTo>
                    <a:cubicBezTo>
                      <a:pt x="35" y="24"/>
                      <a:pt x="41" y="19"/>
                      <a:pt x="3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64" name="Freeform 627"/>
              <p:cNvSpPr>
                <a:spLocks/>
              </p:cNvSpPr>
              <p:nvPr/>
            </p:nvSpPr>
            <p:spPr bwMode="auto">
              <a:xfrm>
                <a:off x="6061" y="3047"/>
                <a:ext cx="84" cy="50"/>
              </a:xfrm>
              <a:custGeom>
                <a:avLst/>
                <a:gdLst>
                  <a:gd name="T0" fmla="*/ 38 w 41"/>
                  <a:gd name="T1" fmla="*/ 12 h 24"/>
                  <a:gd name="T2" fmla="*/ 15 w 41"/>
                  <a:gd name="T3" fmla="*/ 0 h 24"/>
                  <a:gd name="T4" fmla="*/ 3 w 41"/>
                  <a:gd name="T5" fmla="*/ 12 h 24"/>
                  <a:gd name="T6" fmla="*/ 26 w 41"/>
                  <a:gd name="T7" fmla="*/ 24 h 24"/>
                  <a:gd name="T8" fmla="*/ 38 w 41"/>
                  <a:gd name="T9" fmla="*/ 12 h 24"/>
                </a:gdLst>
                <a:ahLst/>
                <a:cxnLst>
                  <a:cxn ang="0">
                    <a:pos x="T0" y="T1"/>
                  </a:cxn>
                  <a:cxn ang="0">
                    <a:pos x="T2" y="T3"/>
                  </a:cxn>
                  <a:cxn ang="0">
                    <a:pos x="T4" y="T5"/>
                  </a:cxn>
                  <a:cxn ang="0">
                    <a:pos x="T6" y="T7"/>
                  </a:cxn>
                  <a:cxn ang="0">
                    <a:pos x="T8" y="T9"/>
                  </a:cxn>
                </a:cxnLst>
                <a:rect l="0" t="0" r="r" b="b"/>
                <a:pathLst>
                  <a:path w="41" h="24">
                    <a:moveTo>
                      <a:pt x="38" y="12"/>
                    </a:moveTo>
                    <a:cubicBezTo>
                      <a:pt x="35" y="6"/>
                      <a:pt x="25" y="0"/>
                      <a:pt x="15" y="0"/>
                    </a:cubicBezTo>
                    <a:cubicBezTo>
                      <a:pt x="5" y="0"/>
                      <a:pt x="0" y="6"/>
                      <a:pt x="3" y="12"/>
                    </a:cubicBezTo>
                    <a:cubicBezTo>
                      <a:pt x="5" y="19"/>
                      <a:pt x="16" y="24"/>
                      <a:pt x="26" y="24"/>
                    </a:cubicBezTo>
                    <a:cubicBezTo>
                      <a:pt x="35" y="24"/>
                      <a:pt x="41" y="19"/>
                      <a:pt x="3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65" name="Freeform 628"/>
              <p:cNvSpPr>
                <a:spLocks/>
              </p:cNvSpPr>
              <p:nvPr/>
            </p:nvSpPr>
            <p:spPr bwMode="auto">
              <a:xfrm>
                <a:off x="6150" y="3047"/>
                <a:ext cx="84" cy="50"/>
              </a:xfrm>
              <a:custGeom>
                <a:avLst/>
                <a:gdLst>
                  <a:gd name="T0" fmla="*/ 38 w 41"/>
                  <a:gd name="T1" fmla="*/ 12 h 24"/>
                  <a:gd name="T2" fmla="*/ 15 w 41"/>
                  <a:gd name="T3" fmla="*/ 0 h 24"/>
                  <a:gd name="T4" fmla="*/ 3 w 41"/>
                  <a:gd name="T5" fmla="*/ 12 h 24"/>
                  <a:gd name="T6" fmla="*/ 26 w 41"/>
                  <a:gd name="T7" fmla="*/ 24 h 24"/>
                  <a:gd name="T8" fmla="*/ 38 w 41"/>
                  <a:gd name="T9" fmla="*/ 12 h 24"/>
                </a:gdLst>
                <a:ahLst/>
                <a:cxnLst>
                  <a:cxn ang="0">
                    <a:pos x="T0" y="T1"/>
                  </a:cxn>
                  <a:cxn ang="0">
                    <a:pos x="T2" y="T3"/>
                  </a:cxn>
                  <a:cxn ang="0">
                    <a:pos x="T4" y="T5"/>
                  </a:cxn>
                  <a:cxn ang="0">
                    <a:pos x="T6" y="T7"/>
                  </a:cxn>
                  <a:cxn ang="0">
                    <a:pos x="T8" y="T9"/>
                  </a:cxn>
                </a:cxnLst>
                <a:rect l="0" t="0" r="r" b="b"/>
                <a:pathLst>
                  <a:path w="41" h="24">
                    <a:moveTo>
                      <a:pt x="38" y="12"/>
                    </a:moveTo>
                    <a:cubicBezTo>
                      <a:pt x="35" y="6"/>
                      <a:pt x="25" y="0"/>
                      <a:pt x="15" y="0"/>
                    </a:cubicBezTo>
                    <a:cubicBezTo>
                      <a:pt x="5" y="0"/>
                      <a:pt x="0" y="6"/>
                      <a:pt x="3" y="12"/>
                    </a:cubicBezTo>
                    <a:cubicBezTo>
                      <a:pt x="6" y="19"/>
                      <a:pt x="16" y="24"/>
                      <a:pt x="26" y="24"/>
                    </a:cubicBezTo>
                    <a:cubicBezTo>
                      <a:pt x="36" y="24"/>
                      <a:pt x="41" y="19"/>
                      <a:pt x="3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66" name="Freeform 629"/>
              <p:cNvSpPr>
                <a:spLocks/>
              </p:cNvSpPr>
              <p:nvPr/>
            </p:nvSpPr>
            <p:spPr bwMode="auto">
              <a:xfrm>
                <a:off x="6238" y="3047"/>
                <a:ext cx="87" cy="50"/>
              </a:xfrm>
              <a:custGeom>
                <a:avLst/>
                <a:gdLst>
                  <a:gd name="T0" fmla="*/ 38 w 42"/>
                  <a:gd name="T1" fmla="*/ 12 h 24"/>
                  <a:gd name="T2" fmla="*/ 15 w 42"/>
                  <a:gd name="T3" fmla="*/ 0 h 24"/>
                  <a:gd name="T4" fmla="*/ 3 w 42"/>
                  <a:gd name="T5" fmla="*/ 12 h 24"/>
                  <a:gd name="T6" fmla="*/ 26 w 42"/>
                  <a:gd name="T7" fmla="*/ 24 h 24"/>
                  <a:gd name="T8" fmla="*/ 38 w 42"/>
                  <a:gd name="T9" fmla="*/ 12 h 24"/>
                </a:gdLst>
                <a:ahLst/>
                <a:cxnLst>
                  <a:cxn ang="0">
                    <a:pos x="T0" y="T1"/>
                  </a:cxn>
                  <a:cxn ang="0">
                    <a:pos x="T2" y="T3"/>
                  </a:cxn>
                  <a:cxn ang="0">
                    <a:pos x="T4" y="T5"/>
                  </a:cxn>
                  <a:cxn ang="0">
                    <a:pos x="T6" y="T7"/>
                  </a:cxn>
                  <a:cxn ang="0">
                    <a:pos x="T8" y="T9"/>
                  </a:cxn>
                </a:cxnLst>
                <a:rect l="0" t="0" r="r" b="b"/>
                <a:pathLst>
                  <a:path w="42" h="24">
                    <a:moveTo>
                      <a:pt x="38" y="12"/>
                    </a:moveTo>
                    <a:cubicBezTo>
                      <a:pt x="35" y="6"/>
                      <a:pt x="25" y="0"/>
                      <a:pt x="15" y="0"/>
                    </a:cubicBezTo>
                    <a:cubicBezTo>
                      <a:pt x="5" y="0"/>
                      <a:pt x="0" y="6"/>
                      <a:pt x="3" y="12"/>
                    </a:cubicBezTo>
                    <a:cubicBezTo>
                      <a:pt x="6" y="19"/>
                      <a:pt x="17" y="24"/>
                      <a:pt x="26" y="24"/>
                    </a:cubicBezTo>
                    <a:cubicBezTo>
                      <a:pt x="36" y="24"/>
                      <a:pt x="42" y="19"/>
                      <a:pt x="3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67" name="Freeform 630"/>
              <p:cNvSpPr>
                <a:spLocks/>
              </p:cNvSpPr>
              <p:nvPr/>
            </p:nvSpPr>
            <p:spPr bwMode="auto">
              <a:xfrm>
                <a:off x="5547" y="3109"/>
                <a:ext cx="83" cy="50"/>
              </a:xfrm>
              <a:custGeom>
                <a:avLst/>
                <a:gdLst>
                  <a:gd name="T0" fmla="*/ 38 w 40"/>
                  <a:gd name="T1" fmla="*/ 12 h 24"/>
                  <a:gd name="T2" fmla="*/ 16 w 40"/>
                  <a:gd name="T3" fmla="*/ 0 h 24"/>
                  <a:gd name="T4" fmla="*/ 2 w 40"/>
                  <a:gd name="T5" fmla="*/ 12 h 24"/>
                  <a:gd name="T6" fmla="*/ 24 w 40"/>
                  <a:gd name="T7" fmla="*/ 24 h 24"/>
                  <a:gd name="T8" fmla="*/ 38 w 40"/>
                  <a:gd name="T9" fmla="*/ 12 h 24"/>
                </a:gdLst>
                <a:ahLst/>
                <a:cxnLst>
                  <a:cxn ang="0">
                    <a:pos x="T0" y="T1"/>
                  </a:cxn>
                  <a:cxn ang="0">
                    <a:pos x="T2" y="T3"/>
                  </a:cxn>
                  <a:cxn ang="0">
                    <a:pos x="T4" y="T5"/>
                  </a:cxn>
                  <a:cxn ang="0">
                    <a:pos x="T6" y="T7"/>
                  </a:cxn>
                  <a:cxn ang="0">
                    <a:pos x="T8" y="T9"/>
                  </a:cxn>
                </a:cxnLst>
                <a:rect l="0" t="0" r="r" b="b"/>
                <a:pathLst>
                  <a:path w="40" h="24">
                    <a:moveTo>
                      <a:pt x="38" y="12"/>
                    </a:moveTo>
                    <a:cubicBezTo>
                      <a:pt x="35" y="5"/>
                      <a:pt x="25" y="0"/>
                      <a:pt x="16" y="0"/>
                    </a:cubicBezTo>
                    <a:cubicBezTo>
                      <a:pt x="6" y="0"/>
                      <a:pt x="0" y="5"/>
                      <a:pt x="2" y="12"/>
                    </a:cubicBezTo>
                    <a:cubicBezTo>
                      <a:pt x="4" y="19"/>
                      <a:pt x="14" y="24"/>
                      <a:pt x="24" y="24"/>
                    </a:cubicBezTo>
                    <a:cubicBezTo>
                      <a:pt x="34" y="24"/>
                      <a:pt x="40" y="19"/>
                      <a:pt x="3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68" name="Freeform 631"/>
              <p:cNvSpPr>
                <a:spLocks/>
              </p:cNvSpPr>
              <p:nvPr/>
            </p:nvSpPr>
            <p:spPr bwMode="auto">
              <a:xfrm>
                <a:off x="5636" y="3109"/>
                <a:ext cx="84" cy="50"/>
              </a:xfrm>
              <a:custGeom>
                <a:avLst/>
                <a:gdLst>
                  <a:gd name="T0" fmla="*/ 38 w 41"/>
                  <a:gd name="T1" fmla="*/ 12 h 24"/>
                  <a:gd name="T2" fmla="*/ 16 w 41"/>
                  <a:gd name="T3" fmla="*/ 0 h 24"/>
                  <a:gd name="T4" fmla="*/ 3 w 41"/>
                  <a:gd name="T5" fmla="*/ 12 h 24"/>
                  <a:gd name="T6" fmla="*/ 25 w 41"/>
                  <a:gd name="T7" fmla="*/ 24 h 24"/>
                  <a:gd name="T8" fmla="*/ 38 w 41"/>
                  <a:gd name="T9" fmla="*/ 12 h 24"/>
                </a:gdLst>
                <a:ahLst/>
                <a:cxnLst>
                  <a:cxn ang="0">
                    <a:pos x="T0" y="T1"/>
                  </a:cxn>
                  <a:cxn ang="0">
                    <a:pos x="T2" y="T3"/>
                  </a:cxn>
                  <a:cxn ang="0">
                    <a:pos x="T4" y="T5"/>
                  </a:cxn>
                  <a:cxn ang="0">
                    <a:pos x="T6" y="T7"/>
                  </a:cxn>
                  <a:cxn ang="0">
                    <a:pos x="T8" y="T9"/>
                  </a:cxn>
                </a:cxnLst>
                <a:rect l="0" t="0" r="r" b="b"/>
                <a:pathLst>
                  <a:path w="41" h="24">
                    <a:moveTo>
                      <a:pt x="38" y="12"/>
                    </a:moveTo>
                    <a:cubicBezTo>
                      <a:pt x="36" y="5"/>
                      <a:pt x="26" y="0"/>
                      <a:pt x="16" y="0"/>
                    </a:cubicBezTo>
                    <a:cubicBezTo>
                      <a:pt x="6" y="0"/>
                      <a:pt x="0" y="5"/>
                      <a:pt x="3" y="12"/>
                    </a:cubicBezTo>
                    <a:cubicBezTo>
                      <a:pt x="5" y="19"/>
                      <a:pt x="15" y="24"/>
                      <a:pt x="25" y="24"/>
                    </a:cubicBezTo>
                    <a:cubicBezTo>
                      <a:pt x="35" y="24"/>
                      <a:pt x="41" y="19"/>
                      <a:pt x="3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69" name="Freeform 632"/>
              <p:cNvSpPr>
                <a:spLocks/>
              </p:cNvSpPr>
              <p:nvPr/>
            </p:nvSpPr>
            <p:spPr bwMode="auto">
              <a:xfrm>
                <a:off x="6176" y="3109"/>
                <a:ext cx="87" cy="50"/>
              </a:xfrm>
              <a:custGeom>
                <a:avLst/>
                <a:gdLst>
                  <a:gd name="T0" fmla="*/ 39 w 42"/>
                  <a:gd name="T1" fmla="*/ 12 h 24"/>
                  <a:gd name="T2" fmla="*/ 15 w 42"/>
                  <a:gd name="T3" fmla="*/ 0 h 24"/>
                  <a:gd name="T4" fmla="*/ 3 w 42"/>
                  <a:gd name="T5" fmla="*/ 12 h 24"/>
                  <a:gd name="T6" fmla="*/ 27 w 42"/>
                  <a:gd name="T7" fmla="*/ 24 h 24"/>
                  <a:gd name="T8" fmla="*/ 39 w 42"/>
                  <a:gd name="T9" fmla="*/ 12 h 24"/>
                </a:gdLst>
                <a:ahLst/>
                <a:cxnLst>
                  <a:cxn ang="0">
                    <a:pos x="T0" y="T1"/>
                  </a:cxn>
                  <a:cxn ang="0">
                    <a:pos x="T2" y="T3"/>
                  </a:cxn>
                  <a:cxn ang="0">
                    <a:pos x="T4" y="T5"/>
                  </a:cxn>
                  <a:cxn ang="0">
                    <a:pos x="T6" y="T7"/>
                  </a:cxn>
                  <a:cxn ang="0">
                    <a:pos x="T8" y="T9"/>
                  </a:cxn>
                </a:cxnLst>
                <a:rect l="0" t="0" r="r" b="b"/>
                <a:pathLst>
                  <a:path w="42" h="24">
                    <a:moveTo>
                      <a:pt x="39" y="12"/>
                    </a:moveTo>
                    <a:cubicBezTo>
                      <a:pt x="36" y="5"/>
                      <a:pt x="25" y="0"/>
                      <a:pt x="15" y="0"/>
                    </a:cubicBezTo>
                    <a:cubicBezTo>
                      <a:pt x="6" y="0"/>
                      <a:pt x="0" y="5"/>
                      <a:pt x="3" y="12"/>
                    </a:cubicBezTo>
                    <a:cubicBezTo>
                      <a:pt x="6" y="19"/>
                      <a:pt x="17" y="24"/>
                      <a:pt x="27" y="24"/>
                    </a:cubicBezTo>
                    <a:cubicBezTo>
                      <a:pt x="37" y="24"/>
                      <a:pt x="42" y="19"/>
                      <a:pt x="3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70" name="Freeform 633"/>
              <p:cNvSpPr>
                <a:spLocks/>
              </p:cNvSpPr>
              <p:nvPr/>
            </p:nvSpPr>
            <p:spPr bwMode="auto">
              <a:xfrm>
                <a:off x="6267" y="3109"/>
                <a:ext cx="87" cy="50"/>
              </a:xfrm>
              <a:custGeom>
                <a:avLst/>
                <a:gdLst>
                  <a:gd name="T0" fmla="*/ 39 w 42"/>
                  <a:gd name="T1" fmla="*/ 12 h 24"/>
                  <a:gd name="T2" fmla="*/ 15 w 42"/>
                  <a:gd name="T3" fmla="*/ 0 h 24"/>
                  <a:gd name="T4" fmla="*/ 3 w 42"/>
                  <a:gd name="T5" fmla="*/ 12 h 24"/>
                  <a:gd name="T6" fmla="*/ 27 w 42"/>
                  <a:gd name="T7" fmla="*/ 24 h 24"/>
                  <a:gd name="T8" fmla="*/ 39 w 42"/>
                  <a:gd name="T9" fmla="*/ 12 h 24"/>
                </a:gdLst>
                <a:ahLst/>
                <a:cxnLst>
                  <a:cxn ang="0">
                    <a:pos x="T0" y="T1"/>
                  </a:cxn>
                  <a:cxn ang="0">
                    <a:pos x="T2" y="T3"/>
                  </a:cxn>
                  <a:cxn ang="0">
                    <a:pos x="T4" y="T5"/>
                  </a:cxn>
                  <a:cxn ang="0">
                    <a:pos x="T6" y="T7"/>
                  </a:cxn>
                  <a:cxn ang="0">
                    <a:pos x="T8" y="T9"/>
                  </a:cxn>
                </a:cxnLst>
                <a:rect l="0" t="0" r="r" b="b"/>
                <a:pathLst>
                  <a:path w="42" h="24">
                    <a:moveTo>
                      <a:pt x="39" y="12"/>
                    </a:moveTo>
                    <a:cubicBezTo>
                      <a:pt x="35" y="5"/>
                      <a:pt x="25" y="0"/>
                      <a:pt x="15" y="0"/>
                    </a:cubicBezTo>
                    <a:cubicBezTo>
                      <a:pt x="5" y="0"/>
                      <a:pt x="0" y="5"/>
                      <a:pt x="3" y="12"/>
                    </a:cubicBezTo>
                    <a:cubicBezTo>
                      <a:pt x="6" y="19"/>
                      <a:pt x="17" y="24"/>
                      <a:pt x="27" y="24"/>
                    </a:cubicBezTo>
                    <a:cubicBezTo>
                      <a:pt x="37" y="24"/>
                      <a:pt x="42" y="19"/>
                      <a:pt x="3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71" name="Freeform 634"/>
              <p:cNvSpPr>
                <a:spLocks/>
              </p:cNvSpPr>
              <p:nvPr/>
            </p:nvSpPr>
            <p:spPr bwMode="auto">
              <a:xfrm>
                <a:off x="6729" y="3301"/>
                <a:ext cx="91" cy="56"/>
              </a:xfrm>
              <a:custGeom>
                <a:avLst/>
                <a:gdLst>
                  <a:gd name="T0" fmla="*/ 40 w 44"/>
                  <a:gd name="T1" fmla="*/ 14 h 27"/>
                  <a:gd name="T2" fmla="*/ 15 w 44"/>
                  <a:gd name="T3" fmla="*/ 0 h 27"/>
                  <a:gd name="T4" fmla="*/ 3 w 44"/>
                  <a:gd name="T5" fmla="*/ 14 h 27"/>
                  <a:gd name="T6" fmla="*/ 29 w 44"/>
                  <a:gd name="T7" fmla="*/ 27 h 27"/>
                  <a:gd name="T8" fmla="*/ 40 w 44"/>
                  <a:gd name="T9" fmla="*/ 14 h 27"/>
                </a:gdLst>
                <a:ahLst/>
                <a:cxnLst>
                  <a:cxn ang="0">
                    <a:pos x="T0" y="T1"/>
                  </a:cxn>
                  <a:cxn ang="0">
                    <a:pos x="T2" y="T3"/>
                  </a:cxn>
                  <a:cxn ang="0">
                    <a:pos x="T4" y="T5"/>
                  </a:cxn>
                  <a:cxn ang="0">
                    <a:pos x="T6" y="T7"/>
                  </a:cxn>
                  <a:cxn ang="0">
                    <a:pos x="T8" y="T9"/>
                  </a:cxn>
                </a:cxnLst>
                <a:rect l="0" t="0" r="r" b="b"/>
                <a:pathLst>
                  <a:path w="44" h="27">
                    <a:moveTo>
                      <a:pt x="40" y="14"/>
                    </a:moveTo>
                    <a:cubicBezTo>
                      <a:pt x="36" y="6"/>
                      <a:pt x="25" y="0"/>
                      <a:pt x="15" y="0"/>
                    </a:cubicBezTo>
                    <a:cubicBezTo>
                      <a:pt x="5" y="0"/>
                      <a:pt x="0" y="6"/>
                      <a:pt x="3" y="14"/>
                    </a:cubicBezTo>
                    <a:cubicBezTo>
                      <a:pt x="7" y="21"/>
                      <a:pt x="19" y="27"/>
                      <a:pt x="29" y="27"/>
                    </a:cubicBezTo>
                    <a:cubicBezTo>
                      <a:pt x="39" y="27"/>
                      <a:pt x="44" y="21"/>
                      <a:pt x="4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72" name="Freeform 635"/>
              <p:cNvSpPr>
                <a:spLocks/>
              </p:cNvSpPr>
              <p:nvPr/>
            </p:nvSpPr>
            <p:spPr bwMode="auto">
              <a:xfrm>
                <a:off x="6024" y="3171"/>
                <a:ext cx="86" cy="52"/>
              </a:xfrm>
              <a:custGeom>
                <a:avLst/>
                <a:gdLst>
                  <a:gd name="T0" fmla="*/ 39 w 42"/>
                  <a:gd name="T1" fmla="*/ 13 h 25"/>
                  <a:gd name="T2" fmla="*/ 15 w 42"/>
                  <a:gd name="T3" fmla="*/ 0 h 25"/>
                  <a:gd name="T4" fmla="*/ 3 w 42"/>
                  <a:gd name="T5" fmla="*/ 13 h 25"/>
                  <a:gd name="T6" fmla="*/ 26 w 42"/>
                  <a:gd name="T7" fmla="*/ 25 h 25"/>
                  <a:gd name="T8" fmla="*/ 39 w 42"/>
                  <a:gd name="T9" fmla="*/ 13 h 25"/>
                </a:gdLst>
                <a:ahLst/>
                <a:cxnLst>
                  <a:cxn ang="0">
                    <a:pos x="T0" y="T1"/>
                  </a:cxn>
                  <a:cxn ang="0">
                    <a:pos x="T2" y="T3"/>
                  </a:cxn>
                  <a:cxn ang="0">
                    <a:pos x="T4" y="T5"/>
                  </a:cxn>
                  <a:cxn ang="0">
                    <a:pos x="T6" y="T7"/>
                  </a:cxn>
                  <a:cxn ang="0">
                    <a:pos x="T8" y="T9"/>
                  </a:cxn>
                </a:cxnLst>
                <a:rect l="0" t="0" r="r" b="b"/>
                <a:pathLst>
                  <a:path w="42" h="25">
                    <a:moveTo>
                      <a:pt x="39" y="13"/>
                    </a:moveTo>
                    <a:cubicBezTo>
                      <a:pt x="36" y="6"/>
                      <a:pt x="25" y="0"/>
                      <a:pt x="15" y="0"/>
                    </a:cubicBezTo>
                    <a:cubicBezTo>
                      <a:pt x="5" y="0"/>
                      <a:pt x="0" y="6"/>
                      <a:pt x="3" y="13"/>
                    </a:cubicBezTo>
                    <a:cubicBezTo>
                      <a:pt x="5" y="20"/>
                      <a:pt x="16" y="25"/>
                      <a:pt x="26" y="25"/>
                    </a:cubicBezTo>
                    <a:cubicBezTo>
                      <a:pt x="36" y="25"/>
                      <a:pt x="42" y="20"/>
                      <a:pt x="3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73" name="Freeform 636"/>
              <p:cNvSpPr>
                <a:spLocks/>
              </p:cNvSpPr>
              <p:nvPr/>
            </p:nvSpPr>
            <p:spPr bwMode="auto">
              <a:xfrm>
                <a:off x="6205" y="3171"/>
                <a:ext cx="87" cy="52"/>
              </a:xfrm>
              <a:custGeom>
                <a:avLst/>
                <a:gdLst>
                  <a:gd name="T0" fmla="*/ 39 w 42"/>
                  <a:gd name="T1" fmla="*/ 13 h 25"/>
                  <a:gd name="T2" fmla="*/ 15 w 42"/>
                  <a:gd name="T3" fmla="*/ 0 h 25"/>
                  <a:gd name="T4" fmla="*/ 3 w 42"/>
                  <a:gd name="T5" fmla="*/ 13 h 25"/>
                  <a:gd name="T6" fmla="*/ 27 w 42"/>
                  <a:gd name="T7" fmla="*/ 25 h 25"/>
                  <a:gd name="T8" fmla="*/ 39 w 42"/>
                  <a:gd name="T9" fmla="*/ 13 h 25"/>
                </a:gdLst>
                <a:ahLst/>
                <a:cxnLst>
                  <a:cxn ang="0">
                    <a:pos x="T0" y="T1"/>
                  </a:cxn>
                  <a:cxn ang="0">
                    <a:pos x="T2" y="T3"/>
                  </a:cxn>
                  <a:cxn ang="0">
                    <a:pos x="T4" y="T5"/>
                  </a:cxn>
                  <a:cxn ang="0">
                    <a:pos x="T6" y="T7"/>
                  </a:cxn>
                  <a:cxn ang="0">
                    <a:pos x="T8" y="T9"/>
                  </a:cxn>
                </a:cxnLst>
                <a:rect l="0" t="0" r="r" b="b"/>
                <a:pathLst>
                  <a:path w="42" h="25">
                    <a:moveTo>
                      <a:pt x="39" y="13"/>
                    </a:moveTo>
                    <a:cubicBezTo>
                      <a:pt x="36" y="6"/>
                      <a:pt x="25" y="0"/>
                      <a:pt x="15" y="0"/>
                    </a:cubicBezTo>
                    <a:cubicBezTo>
                      <a:pt x="5" y="0"/>
                      <a:pt x="0" y="6"/>
                      <a:pt x="3" y="13"/>
                    </a:cubicBezTo>
                    <a:cubicBezTo>
                      <a:pt x="6" y="20"/>
                      <a:pt x="17" y="25"/>
                      <a:pt x="27" y="25"/>
                    </a:cubicBezTo>
                    <a:cubicBezTo>
                      <a:pt x="37" y="25"/>
                      <a:pt x="42" y="20"/>
                      <a:pt x="3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74" name="Freeform 637"/>
              <p:cNvSpPr>
                <a:spLocks/>
              </p:cNvSpPr>
              <p:nvPr/>
            </p:nvSpPr>
            <p:spPr bwMode="auto">
              <a:xfrm>
                <a:off x="5865" y="3235"/>
                <a:ext cx="87" cy="54"/>
              </a:xfrm>
              <a:custGeom>
                <a:avLst/>
                <a:gdLst>
                  <a:gd name="T0" fmla="*/ 40 w 42"/>
                  <a:gd name="T1" fmla="*/ 13 h 26"/>
                  <a:gd name="T2" fmla="*/ 16 w 42"/>
                  <a:gd name="T3" fmla="*/ 0 h 26"/>
                  <a:gd name="T4" fmla="*/ 3 w 42"/>
                  <a:gd name="T5" fmla="*/ 13 h 26"/>
                  <a:gd name="T6" fmla="*/ 26 w 42"/>
                  <a:gd name="T7" fmla="*/ 26 h 26"/>
                  <a:gd name="T8" fmla="*/ 40 w 42"/>
                  <a:gd name="T9" fmla="*/ 13 h 26"/>
                </a:gdLst>
                <a:ahLst/>
                <a:cxnLst>
                  <a:cxn ang="0">
                    <a:pos x="T0" y="T1"/>
                  </a:cxn>
                  <a:cxn ang="0">
                    <a:pos x="T2" y="T3"/>
                  </a:cxn>
                  <a:cxn ang="0">
                    <a:pos x="T4" y="T5"/>
                  </a:cxn>
                  <a:cxn ang="0">
                    <a:pos x="T6" y="T7"/>
                  </a:cxn>
                  <a:cxn ang="0">
                    <a:pos x="T8" y="T9"/>
                  </a:cxn>
                </a:cxnLst>
                <a:rect l="0" t="0" r="r" b="b"/>
                <a:pathLst>
                  <a:path w="42" h="26">
                    <a:moveTo>
                      <a:pt x="40" y="13"/>
                    </a:moveTo>
                    <a:cubicBezTo>
                      <a:pt x="37" y="6"/>
                      <a:pt x="26" y="0"/>
                      <a:pt x="16" y="0"/>
                    </a:cubicBezTo>
                    <a:cubicBezTo>
                      <a:pt x="6" y="0"/>
                      <a:pt x="0" y="6"/>
                      <a:pt x="3" y="13"/>
                    </a:cubicBezTo>
                    <a:cubicBezTo>
                      <a:pt x="6" y="20"/>
                      <a:pt x="16" y="26"/>
                      <a:pt x="26" y="26"/>
                    </a:cubicBezTo>
                    <a:cubicBezTo>
                      <a:pt x="36" y="26"/>
                      <a:pt x="42" y="20"/>
                      <a:pt x="4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75" name="Freeform 638"/>
              <p:cNvSpPr>
                <a:spLocks/>
              </p:cNvSpPr>
              <p:nvPr/>
            </p:nvSpPr>
            <p:spPr bwMode="auto">
              <a:xfrm>
                <a:off x="5958" y="3235"/>
                <a:ext cx="86" cy="54"/>
              </a:xfrm>
              <a:custGeom>
                <a:avLst/>
                <a:gdLst>
                  <a:gd name="T0" fmla="*/ 39 w 42"/>
                  <a:gd name="T1" fmla="*/ 13 h 26"/>
                  <a:gd name="T2" fmla="*/ 16 w 42"/>
                  <a:gd name="T3" fmla="*/ 0 h 26"/>
                  <a:gd name="T4" fmla="*/ 3 w 42"/>
                  <a:gd name="T5" fmla="*/ 13 h 26"/>
                  <a:gd name="T6" fmla="*/ 26 w 42"/>
                  <a:gd name="T7" fmla="*/ 26 h 26"/>
                  <a:gd name="T8" fmla="*/ 39 w 42"/>
                  <a:gd name="T9" fmla="*/ 13 h 26"/>
                </a:gdLst>
                <a:ahLst/>
                <a:cxnLst>
                  <a:cxn ang="0">
                    <a:pos x="T0" y="T1"/>
                  </a:cxn>
                  <a:cxn ang="0">
                    <a:pos x="T2" y="T3"/>
                  </a:cxn>
                  <a:cxn ang="0">
                    <a:pos x="T4" y="T5"/>
                  </a:cxn>
                  <a:cxn ang="0">
                    <a:pos x="T6" y="T7"/>
                  </a:cxn>
                  <a:cxn ang="0">
                    <a:pos x="T8" y="T9"/>
                  </a:cxn>
                </a:cxnLst>
                <a:rect l="0" t="0" r="r" b="b"/>
                <a:pathLst>
                  <a:path w="42" h="26">
                    <a:moveTo>
                      <a:pt x="39" y="13"/>
                    </a:moveTo>
                    <a:cubicBezTo>
                      <a:pt x="36" y="6"/>
                      <a:pt x="26" y="0"/>
                      <a:pt x="16" y="0"/>
                    </a:cubicBezTo>
                    <a:cubicBezTo>
                      <a:pt x="6" y="0"/>
                      <a:pt x="0" y="6"/>
                      <a:pt x="3" y="13"/>
                    </a:cubicBezTo>
                    <a:cubicBezTo>
                      <a:pt x="6" y="20"/>
                      <a:pt x="16" y="26"/>
                      <a:pt x="26" y="26"/>
                    </a:cubicBezTo>
                    <a:cubicBezTo>
                      <a:pt x="36" y="26"/>
                      <a:pt x="42" y="20"/>
                      <a:pt x="3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76" name="Freeform 639"/>
              <p:cNvSpPr>
                <a:spLocks/>
              </p:cNvSpPr>
              <p:nvPr/>
            </p:nvSpPr>
            <p:spPr bwMode="auto">
              <a:xfrm>
                <a:off x="6051" y="3235"/>
                <a:ext cx="86" cy="54"/>
              </a:xfrm>
              <a:custGeom>
                <a:avLst/>
                <a:gdLst>
                  <a:gd name="T0" fmla="*/ 39 w 42"/>
                  <a:gd name="T1" fmla="*/ 13 h 26"/>
                  <a:gd name="T2" fmla="*/ 15 w 42"/>
                  <a:gd name="T3" fmla="*/ 0 h 26"/>
                  <a:gd name="T4" fmla="*/ 2 w 42"/>
                  <a:gd name="T5" fmla="*/ 13 h 26"/>
                  <a:gd name="T6" fmla="*/ 26 w 42"/>
                  <a:gd name="T7" fmla="*/ 26 h 26"/>
                  <a:gd name="T8" fmla="*/ 39 w 42"/>
                  <a:gd name="T9" fmla="*/ 13 h 26"/>
                </a:gdLst>
                <a:ahLst/>
                <a:cxnLst>
                  <a:cxn ang="0">
                    <a:pos x="T0" y="T1"/>
                  </a:cxn>
                  <a:cxn ang="0">
                    <a:pos x="T2" y="T3"/>
                  </a:cxn>
                  <a:cxn ang="0">
                    <a:pos x="T4" y="T5"/>
                  </a:cxn>
                  <a:cxn ang="0">
                    <a:pos x="T6" y="T7"/>
                  </a:cxn>
                  <a:cxn ang="0">
                    <a:pos x="T8" y="T9"/>
                  </a:cxn>
                </a:cxnLst>
                <a:rect l="0" t="0" r="r" b="b"/>
                <a:pathLst>
                  <a:path w="42" h="26">
                    <a:moveTo>
                      <a:pt x="39" y="13"/>
                    </a:moveTo>
                    <a:cubicBezTo>
                      <a:pt x="36" y="6"/>
                      <a:pt x="25" y="0"/>
                      <a:pt x="15" y="0"/>
                    </a:cubicBezTo>
                    <a:cubicBezTo>
                      <a:pt x="5" y="0"/>
                      <a:pt x="0" y="6"/>
                      <a:pt x="2" y="13"/>
                    </a:cubicBezTo>
                    <a:cubicBezTo>
                      <a:pt x="5" y="20"/>
                      <a:pt x="16" y="26"/>
                      <a:pt x="26" y="26"/>
                    </a:cubicBezTo>
                    <a:cubicBezTo>
                      <a:pt x="36" y="26"/>
                      <a:pt x="42" y="20"/>
                      <a:pt x="3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77" name="Freeform 640"/>
              <p:cNvSpPr>
                <a:spLocks/>
              </p:cNvSpPr>
              <p:nvPr/>
            </p:nvSpPr>
            <p:spPr bwMode="auto">
              <a:xfrm>
                <a:off x="6141" y="3235"/>
                <a:ext cx="89" cy="54"/>
              </a:xfrm>
              <a:custGeom>
                <a:avLst/>
                <a:gdLst>
                  <a:gd name="T0" fmla="*/ 40 w 43"/>
                  <a:gd name="T1" fmla="*/ 13 h 26"/>
                  <a:gd name="T2" fmla="*/ 16 w 43"/>
                  <a:gd name="T3" fmla="*/ 0 h 26"/>
                  <a:gd name="T4" fmla="*/ 3 w 43"/>
                  <a:gd name="T5" fmla="*/ 13 h 26"/>
                  <a:gd name="T6" fmla="*/ 27 w 43"/>
                  <a:gd name="T7" fmla="*/ 26 h 26"/>
                  <a:gd name="T8" fmla="*/ 40 w 43"/>
                  <a:gd name="T9" fmla="*/ 13 h 26"/>
                </a:gdLst>
                <a:ahLst/>
                <a:cxnLst>
                  <a:cxn ang="0">
                    <a:pos x="T0" y="T1"/>
                  </a:cxn>
                  <a:cxn ang="0">
                    <a:pos x="T2" y="T3"/>
                  </a:cxn>
                  <a:cxn ang="0">
                    <a:pos x="T4" y="T5"/>
                  </a:cxn>
                  <a:cxn ang="0">
                    <a:pos x="T6" y="T7"/>
                  </a:cxn>
                  <a:cxn ang="0">
                    <a:pos x="T8" y="T9"/>
                  </a:cxn>
                </a:cxnLst>
                <a:rect l="0" t="0" r="r" b="b"/>
                <a:pathLst>
                  <a:path w="43" h="26">
                    <a:moveTo>
                      <a:pt x="40" y="13"/>
                    </a:moveTo>
                    <a:cubicBezTo>
                      <a:pt x="37" y="6"/>
                      <a:pt x="26" y="0"/>
                      <a:pt x="16" y="0"/>
                    </a:cubicBezTo>
                    <a:cubicBezTo>
                      <a:pt x="6" y="0"/>
                      <a:pt x="0" y="6"/>
                      <a:pt x="3" y="13"/>
                    </a:cubicBezTo>
                    <a:cubicBezTo>
                      <a:pt x="6" y="20"/>
                      <a:pt x="17" y="26"/>
                      <a:pt x="27" y="26"/>
                    </a:cubicBezTo>
                    <a:cubicBezTo>
                      <a:pt x="37" y="26"/>
                      <a:pt x="43" y="20"/>
                      <a:pt x="4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78" name="Freeform 641"/>
              <p:cNvSpPr>
                <a:spLocks/>
              </p:cNvSpPr>
              <p:nvPr/>
            </p:nvSpPr>
            <p:spPr bwMode="auto">
              <a:xfrm>
                <a:off x="6234" y="3235"/>
                <a:ext cx="89" cy="54"/>
              </a:xfrm>
              <a:custGeom>
                <a:avLst/>
                <a:gdLst>
                  <a:gd name="T0" fmla="*/ 39 w 43"/>
                  <a:gd name="T1" fmla="*/ 13 h 26"/>
                  <a:gd name="T2" fmla="*/ 15 w 43"/>
                  <a:gd name="T3" fmla="*/ 0 h 26"/>
                  <a:gd name="T4" fmla="*/ 3 w 43"/>
                  <a:gd name="T5" fmla="*/ 13 h 26"/>
                  <a:gd name="T6" fmla="*/ 27 w 43"/>
                  <a:gd name="T7" fmla="*/ 26 h 26"/>
                  <a:gd name="T8" fmla="*/ 39 w 43"/>
                  <a:gd name="T9" fmla="*/ 13 h 26"/>
                </a:gdLst>
                <a:ahLst/>
                <a:cxnLst>
                  <a:cxn ang="0">
                    <a:pos x="T0" y="T1"/>
                  </a:cxn>
                  <a:cxn ang="0">
                    <a:pos x="T2" y="T3"/>
                  </a:cxn>
                  <a:cxn ang="0">
                    <a:pos x="T4" y="T5"/>
                  </a:cxn>
                  <a:cxn ang="0">
                    <a:pos x="T6" y="T7"/>
                  </a:cxn>
                  <a:cxn ang="0">
                    <a:pos x="T8" y="T9"/>
                  </a:cxn>
                </a:cxnLst>
                <a:rect l="0" t="0" r="r" b="b"/>
                <a:pathLst>
                  <a:path w="43" h="26">
                    <a:moveTo>
                      <a:pt x="39" y="13"/>
                    </a:moveTo>
                    <a:cubicBezTo>
                      <a:pt x="36" y="6"/>
                      <a:pt x="25" y="0"/>
                      <a:pt x="15" y="0"/>
                    </a:cubicBezTo>
                    <a:cubicBezTo>
                      <a:pt x="5" y="0"/>
                      <a:pt x="0" y="6"/>
                      <a:pt x="3" y="13"/>
                    </a:cubicBezTo>
                    <a:cubicBezTo>
                      <a:pt x="6" y="20"/>
                      <a:pt x="17" y="26"/>
                      <a:pt x="27" y="26"/>
                    </a:cubicBezTo>
                    <a:cubicBezTo>
                      <a:pt x="37" y="26"/>
                      <a:pt x="43" y="20"/>
                      <a:pt x="3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79" name="Freeform 642"/>
              <p:cNvSpPr>
                <a:spLocks/>
              </p:cNvSpPr>
              <p:nvPr/>
            </p:nvSpPr>
            <p:spPr bwMode="auto">
              <a:xfrm>
                <a:off x="6325" y="3235"/>
                <a:ext cx="91" cy="54"/>
              </a:xfrm>
              <a:custGeom>
                <a:avLst/>
                <a:gdLst>
                  <a:gd name="T0" fmla="*/ 40 w 44"/>
                  <a:gd name="T1" fmla="*/ 13 h 26"/>
                  <a:gd name="T2" fmla="*/ 16 w 44"/>
                  <a:gd name="T3" fmla="*/ 0 h 26"/>
                  <a:gd name="T4" fmla="*/ 4 w 44"/>
                  <a:gd name="T5" fmla="*/ 13 h 26"/>
                  <a:gd name="T6" fmla="*/ 28 w 44"/>
                  <a:gd name="T7" fmla="*/ 26 h 26"/>
                  <a:gd name="T8" fmla="*/ 40 w 44"/>
                  <a:gd name="T9" fmla="*/ 13 h 26"/>
                </a:gdLst>
                <a:ahLst/>
                <a:cxnLst>
                  <a:cxn ang="0">
                    <a:pos x="T0" y="T1"/>
                  </a:cxn>
                  <a:cxn ang="0">
                    <a:pos x="T2" y="T3"/>
                  </a:cxn>
                  <a:cxn ang="0">
                    <a:pos x="T4" y="T5"/>
                  </a:cxn>
                  <a:cxn ang="0">
                    <a:pos x="T6" y="T7"/>
                  </a:cxn>
                  <a:cxn ang="0">
                    <a:pos x="T8" y="T9"/>
                  </a:cxn>
                </a:cxnLst>
                <a:rect l="0" t="0" r="r" b="b"/>
                <a:pathLst>
                  <a:path w="44" h="26">
                    <a:moveTo>
                      <a:pt x="40" y="13"/>
                    </a:moveTo>
                    <a:cubicBezTo>
                      <a:pt x="37" y="6"/>
                      <a:pt x="26" y="0"/>
                      <a:pt x="16" y="0"/>
                    </a:cubicBezTo>
                    <a:cubicBezTo>
                      <a:pt x="6" y="0"/>
                      <a:pt x="0" y="6"/>
                      <a:pt x="4" y="13"/>
                    </a:cubicBezTo>
                    <a:cubicBezTo>
                      <a:pt x="7" y="20"/>
                      <a:pt x="18" y="26"/>
                      <a:pt x="28" y="26"/>
                    </a:cubicBezTo>
                    <a:cubicBezTo>
                      <a:pt x="38" y="26"/>
                      <a:pt x="44" y="20"/>
                      <a:pt x="4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80" name="Freeform 643"/>
              <p:cNvSpPr>
                <a:spLocks/>
              </p:cNvSpPr>
              <p:nvPr/>
            </p:nvSpPr>
            <p:spPr bwMode="auto">
              <a:xfrm>
                <a:off x="5797" y="3301"/>
                <a:ext cx="89" cy="56"/>
              </a:xfrm>
              <a:custGeom>
                <a:avLst/>
                <a:gdLst>
                  <a:gd name="T0" fmla="*/ 40 w 43"/>
                  <a:gd name="T1" fmla="*/ 14 h 27"/>
                  <a:gd name="T2" fmla="*/ 17 w 43"/>
                  <a:gd name="T3" fmla="*/ 0 h 27"/>
                  <a:gd name="T4" fmla="*/ 3 w 43"/>
                  <a:gd name="T5" fmla="*/ 14 h 27"/>
                  <a:gd name="T6" fmla="*/ 26 w 43"/>
                  <a:gd name="T7" fmla="*/ 27 h 27"/>
                  <a:gd name="T8" fmla="*/ 40 w 43"/>
                  <a:gd name="T9" fmla="*/ 14 h 27"/>
                </a:gdLst>
                <a:ahLst/>
                <a:cxnLst>
                  <a:cxn ang="0">
                    <a:pos x="T0" y="T1"/>
                  </a:cxn>
                  <a:cxn ang="0">
                    <a:pos x="T2" y="T3"/>
                  </a:cxn>
                  <a:cxn ang="0">
                    <a:pos x="T4" y="T5"/>
                  </a:cxn>
                  <a:cxn ang="0">
                    <a:pos x="T6" y="T7"/>
                  </a:cxn>
                  <a:cxn ang="0">
                    <a:pos x="T8" y="T9"/>
                  </a:cxn>
                </a:cxnLst>
                <a:rect l="0" t="0" r="r" b="b"/>
                <a:pathLst>
                  <a:path w="43" h="27">
                    <a:moveTo>
                      <a:pt x="40" y="14"/>
                    </a:moveTo>
                    <a:cubicBezTo>
                      <a:pt x="37" y="6"/>
                      <a:pt x="27" y="0"/>
                      <a:pt x="17" y="0"/>
                    </a:cubicBezTo>
                    <a:cubicBezTo>
                      <a:pt x="6" y="0"/>
                      <a:pt x="0" y="6"/>
                      <a:pt x="3" y="14"/>
                    </a:cubicBezTo>
                    <a:cubicBezTo>
                      <a:pt x="6" y="21"/>
                      <a:pt x="16" y="27"/>
                      <a:pt x="26" y="27"/>
                    </a:cubicBezTo>
                    <a:cubicBezTo>
                      <a:pt x="37" y="27"/>
                      <a:pt x="43" y="21"/>
                      <a:pt x="4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81" name="Freeform 644"/>
              <p:cNvSpPr>
                <a:spLocks/>
              </p:cNvSpPr>
              <p:nvPr/>
            </p:nvSpPr>
            <p:spPr bwMode="auto">
              <a:xfrm>
                <a:off x="5890" y="3301"/>
                <a:ext cx="88" cy="56"/>
              </a:xfrm>
              <a:custGeom>
                <a:avLst/>
                <a:gdLst>
                  <a:gd name="T0" fmla="*/ 40 w 43"/>
                  <a:gd name="T1" fmla="*/ 14 h 27"/>
                  <a:gd name="T2" fmla="*/ 17 w 43"/>
                  <a:gd name="T3" fmla="*/ 0 h 27"/>
                  <a:gd name="T4" fmla="*/ 3 w 43"/>
                  <a:gd name="T5" fmla="*/ 14 h 27"/>
                  <a:gd name="T6" fmla="*/ 27 w 43"/>
                  <a:gd name="T7" fmla="*/ 27 h 27"/>
                  <a:gd name="T8" fmla="*/ 40 w 43"/>
                  <a:gd name="T9" fmla="*/ 14 h 27"/>
                </a:gdLst>
                <a:ahLst/>
                <a:cxnLst>
                  <a:cxn ang="0">
                    <a:pos x="T0" y="T1"/>
                  </a:cxn>
                  <a:cxn ang="0">
                    <a:pos x="T2" y="T3"/>
                  </a:cxn>
                  <a:cxn ang="0">
                    <a:pos x="T4" y="T5"/>
                  </a:cxn>
                  <a:cxn ang="0">
                    <a:pos x="T6" y="T7"/>
                  </a:cxn>
                  <a:cxn ang="0">
                    <a:pos x="T8" y="T9"/>
                  </a:cxn>
                </a:cxnLst>
                <a:rect l="0" t="0" r="r" b="b"/>
                <a:pathLst>
                  <a:path w="43" h="27">
                    <a:moveTo>
                      <a:pt x="40" y="14"/>
                    </a:moveTo>
                    <a:cubicBezTo>
                      <a:pt x="37" y="6"/>
                      <a:pt x="27" y="0"/>
                      <a:pt x="17" y="0"/>
                    </a:cubicBezTo>
                    <a:cubicBezTo>
                      <a:pt x="6" y="0"/>
                      <a:pt x="0" y="6"/>
                      <a:pt x="3" y="14"/>
                    </a:cubicBezTo>
                    <a:cubicBezTo>
                      <a:pt x="6" y="21"/>
                      <a:pt x="17" y="27"/>
                      <a:pt x="27" y="27"/>
                    </a:cubicBezTo>
                    <a:cubicBezTo>
                      <a:pt x="37" y="27"/>
                      <a:pt x="43" y="21"/>
                      <a:pt x="4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82" name="Freeform 645"/>
              <p:cNvSpPr>
                <a:spLocks/>
              </p:cNvSpPr>
              <p:nvPr/>
            </p:nvSpPr>
            <p:spPr bwMode="auto">
              <a:xfrm>
                <a:off x="5985" y="3301"/>
                <a:ext cx="86" cy="56"/>
              </a:xfrm>
              <a:custGeom>
                <a:avLst/>
                <a:gdLst>
                  <a:gd name="T0" fmla="*/ 39 w 42"/>
                  <a:gd name="T1" fmla="*/ 14 h 27"/>
                  <a:gd name="T2" fmla="*/ 16 w 42"/>
                  <a:gd name="T3" fmla="*/ 0 h 27"/>
                  <a:gd name="T4" fmla="*/ 2 w 42"/>
                  <a:gd name="T5" fmla="*/ 14 h 27"/>
                  <a:gd name="T6" fmla="*/ 26 w 42"/>
                  <a:gd name="T7" fmla="*/ 27 h 27"/>
                  <a:gd name="T8" fmla="*/ 39 w 42"/>
                  <a:gd name="T9" fmla="*/ 14 h 27"/>
                </a:gdLst>
                <a:ahLst/>
                <a:cxnLst>
                  <a:cxn ang="0">
                    <a:pos x="T0" y="T1"/>
                  </a:cxn>
                  <a:cxn ang="0">
                    <a:pos x="T2" y="T3"/>
                  </a:cxn>
                  <a:cxn ang="0">
                    <a:pos x="T4" y="T5"/>
                  </a:cxn>
                  <a:cxn ang="0">
                    <a:pos x="T6" y="T7"/>
                  </a:cxn>
                  <a:cxn ang="0">
                    <a:pos x="T8" y="T9"/>
                  </a:cxn>
                </a:cxnLst>
                <a:rect l="0" t="0" r="r" b="b"/>
                <a:pathLst>
                  <a:path w="42" h="27">
                    <a:moveTo>
                      <a:pt x="39" y="14"/>
                    </a:moveTo>
                    <a:cubicBezTo>
                      <a:pt x="36" y="6"/>
                      <a:pt x="26" y="0"/>
                      <a:pt x="16" y="0"/>
                    </a:cubicBezTo>
                    <a:cubicBezTo>
                      <a:pt x="5" y="0"/>
                      <a:pt x="0" y="6"/>
                      <a:pt x="2" y="14"/>
                    </a:cubicBezTo>
                    <a:cubicBezTo>
                      <a:pt x="5" y="21"/>
                      <a:pt x="16" y="27"/>
                      <a:pt x="26" y="27"/>
                    </a:cubicBezTo>
                    <a:cubicBezTo>
                      <a:pt x="37" y="27"/>
                      <a:pt x="42" y="21"/>
                      <a:pt x="39"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83" name="Freeform 646"/>
              <p:cNvSpPr>
                <a:spLocks/>
              </p:cNvSpPr>
              <p:nvPr/>
            </p:nvSpPr>
            <p:spPr bwMode="auto">
              <a:xfrm>
                <a:off x="6077" y="3301"/>
                <a:ext cx="89" cy="56"/>
              </a:xfrm>
              <a:custGeom>
                <a:avLst/>
                <a:gdLst>
                  <a:gd name="T0" fmla="*/ 40 w 43"/>
                  <a:gd name="T1" fmla="*/ 14 h 27"/>
                  <a:gd name="T2" fmla="*/ 16 w 43"/>
                  <a:gd name="T3" fmla="*/ 0 h 27"/>
                  <a:gd name="T4" fmla="*/ 3 w 43"/>
                  <a:gd name="T5" fmla="*/ 14 h 27"/>
                  <a:gd name="T6" fmla="*/ 27 w 43"/>
                  <a:gd name="T7" fmla="*/ 27 h 27"/>
                  <a:gd name="T8" fmla="*/ 40 w 43"/>
                  <a:gd name="T9" fmla="*/ 14 h 27"/>
                </a:gdLst>
                <a:ahLst/>
                <a:cxnLst>
                  <a:cxn ang="0">
                    <a:pos x="T0" y="T1"/>
                  </a:cxn>
                  <a:cxn ang="0">
                    <a:pos x="T2" y="T3"/>
                  </a:cxn>
                  <a:cxn ang="0">
                    <a:pos x="T4" y="T5"/>
                  </a:cxn>
                  <a:cxn ang="0">
                    <a:pos x="T6" y="T7"/>
                  </a:cxn>
                  <a:cxn ang="0">
                    <a:pos x="T8" y="T9"/>
                  </a:cxn>
                </a:cxnLst>
                <a:rect l="0" t="0" r="r" b="b"/>
                <a:pathLst>
                  <a:path w="43" h="27">
                    <a:moveTo>
                      <a:pt x="40" y="14"/>
                    </a:moveTo>
                    <a:cubicBezTo>
                      <a:pt x="37" y="6"/>
                      <a:pt x="26" y="0"/>
                      <a:pt x="16" y="0"/>
                    </a:cubicBezTo>
                    <a:cubicBezTo>
                      <a:pt x="5" y="0"/>
                      <a:pt x="0" y="6"/>
                      <a:pt x="3" y="14"/>
                    </a:cubicBezTo>
                    <a:cubicBezTo>
                      <a:pt x="6" y="21"/>
                      <a:pt x="17" y="27"/>
                      <a:pt x="27" y="27"/>
                    </a:cubicBezTo>
                    <a:cubicBezTo>
                      <a:pt x="37" y="27"/>
                      <a:pt x="43" y="21"/>
                      <a:pt x="4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84" name="Freeform 647"/>
              <p:cNvSpPr>
                <a:spLocks/>
              </p:cNvSpPr>
              <p:nvPr/>
            </p:nvSpPr>
            <p:spPr bwMode="auto">
              <a:xfrm>
                <a:off x="6170" y="3301"/>
                <a:ext cx="89" cy="56"/>
              </a:xfrm>
              <a:custGeom>
                <a:avLst/>
                <a:gdLst>
                  <a:gd name="T0" fmla="*/ 40 w 43"/>
                  <a:gd name="T1" fmla="*/ 14 h 27"/>
                  <a:gd name="T2" fmla="*/ 16 w 43"/>
                  <a:gd name="T3" fmla="*/ 0 h 27"/>
                  <a:gd name="T4" fmla="*/ 3 w 43"/>
                  <a:gd name="T5" fmla="*/ 14 h 27"/>
                  <a:gd name="T6" fmla="*/ 27 w 43"/>
                  <a:gd name="T7" fmla="*/ 27 h 27"/>
                  <a:gd name="T8" fmla="*/ 40 w 43"/>
                  <a:gd name="T9" fmla="*/ 14 h 27"/>
                </a:gdLst>
                <a:ahLst/>
                <a:cxnLst>
                  <a:cxn ang="0">
                    <a:pos x="T0" y="T1"/>
                  </a:cxn>
                  <a:cxn ang="0">
                    <a:pos x="T2" y="T3"/>
                  </a:cxn>
                  <a:cxn ang="0">
                    <a:pos x="T4" y="T5"/>
                  </a:cxn>
                  <a:cxn ang="0">
                    <a:pos x="T6" y="T7"/>
                  </a:cxn>
                  <a:cxn ang="0">
                    <a:pos x="T8" y="T9"/>
                  </a:cxn>
                </a:cxnLst>
                <a:rect l="0" t="0" r="r" b="b"/>
                <a:pathLst>
                  <a:path w="43" h="27">
                    <a:moveTo>
                      <a:pt x="40" y="14"/>
                    </a:moveTo>
                    <a:cubicBezTo>
                      <a:pt x="37" y="6"/>
                      <a:pt x="26" y="0"/>
                      <a:pt x="16" y="0"/>
                    </a:cubicBezTo>
                    <a:cubicBezTo>
                      <a:pt x="6" y="0"/>
                      <a:pt x="0" y="6"/>
                      <a:pt x="3" y="14"/>
                    </a:cubicBezTo>
                    <a:cubicBezTo>
                      <a:pt x="6" y="21"/>
                      <a:pt x="17" y="27"/>
                      <a:pt x="27" y="27"/>
                    </a:cubicBezTo>
                    <a:cubicBezTo>
                      <a:pt x="37" y="27"/>
                      <a:pt x="43" y="21"/>
                      <a:pt x="4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85" name="Freeform 648"/>
              <p:cNvSpPr>
                <a:spLocks/>
              </p:cNvSpPr>
              <p:nvPr/>
            </p:nvSpPr>
            <p:spPr bwMode="auto">
              <a:xfrm>
                <a:off x="6263" y="3301"/>
                <a:ext cx="91" cy="56"/>
              </a:xfrm>
              <a:custGeom>
                <a:avLst/>
                <a:gdLst>
                  <a:gd name="T0" fmla="*/ 40 w 44"/>
                  <a:gd name="T1" fmla="*/ 14 h 27"/>
                  <a:gd name="T2" fmla="*/ 16 w 44"/>
                  <a:gd name="T3" fmla="*/ 0 h 27"/>
                  <a:gd name="T4" fmla="*/ 3 w 44"/>
                  <a:gd name="T5" fmla="*/ 14 h 27"/>
                  <a:gd name="T6" fmla="*/ 28 w 44"/>
                  <a:gd name="T7" fmla="*/ 27 h 27"/>
                  <a:gd name="T8" fmla="*/ 40 w 44"/>
                  <a:gd name="T9" fmla="*/ 14 h 27"/>
                </a:gdLst>
                <a:ahLst/>
                <a:cxnLst>
                  <a:cxn ang="0">
                    <a:pos x="T0" y="T1"/>
                  </a:cxn>
                  <a:cxn ang="0">
                    <a:pos x="T2" y="T3"/>
                  </a:cxn>
                  <a:cxn ang="0">
                    <a:pos x="T4" y="T5"/>
                  </a:cxn>
                  <a:cxn ang="0">
                    <a:pos x="T6" y="T7"/>
                  </a:cxn>
                  <a:cxn ang="0">
                    <a:pos x="T8" y="T9"/>
                  </a:cxn>
                </a:cxnLst>
                <a:rect l="0" t="0" r="r" b="b"/>
                <a:pathLst>
                  <a:path w="44" h="27">
                    <a:moveTo>
                      <a:pt x="40" y="14"/>
                    </a:moveTo>
                    <a:cubicBezTo>
                      <a:pt x="37" y="6"/>
                      <a:pt x="26" y="0"/>
                      <a:pt x="16" y="0"/>
                    </a:cubicBezTo>
                    <a:cubicBezTo>
                      <a:pt x="6" y="0"/>
                      <a:pt x="0" y="6"/>
                      <a:pt x="3" y="14"/>
                    </a:cubicBezTo>
                    <a:cubicBezTo>
                      <a:pt x="6" y="21"/>
                      <a:pt x="17" y="27"/>
                      <a:pt x="28" y="27"/>
                    </a:cubicBezTo>
                    <a:cubicBezTo>
                      <a:pt x="38" y="27"/>
                      <a:pt x="44" y="21"/>
                      <a:pt x="4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86" name="Freeform 649"/>
              <p:cNvSpPr>
                <a:spLocks/>
              </p:cNvSpPr>
              <p:nvPr/>
            </p:nvSpPr>
            <p:spPr bwMode="auto">
              <a:xfrm>
                <a:off x="6356" y="3301"/>
                <a:ext cx="91" cy="56"/>
              </a:xfrm>
              <a:custGeom>
                <a:avLst/>
                <a:gdLst>
                  <a:gd name="T0" fmla="*/ 40 w 44"/>
                  <a:gd name="T1" fmla="*/ 14 h 27"/>
                  <a:gd name="T2" fmla="*/ 16 w 44"/>
                  <a:gd name="T3" fmla="*/ 0 h 27"/>
                  <a:gd name="T4" fmla="*/ 3 w 44"/>
                  <a:gd name="T5" fmla="*/ 14 h 27"/>
                  <a:gd name="T6" fmla="*/ 28 w 44"/>
                  <a:gd name="T7" fmla="*/ 27 h 27"/>
                  <a:gd name="T8" fmla="*/ 40 w 44"/>
                  <a:gd name="T9" fmla="*/ 14 h 27"/>
                </a:gdLst>
                <a:ahLst/>
                <a:cxnLst>
                  <a:cxn ang="0">
                    <a:pos x="T0" y="T1"/>
                  </a:cxn>
                  <a:cxn ang="0">
                    <a:pos x="T2" y="T3"/>
                  </a:cxn>
                  <a:cxn ang="0">
                    <a:pos x="T4" y="T5"/>
                  </a:cxn>
                  <a:cxn ang="0">
                    <a:pos x="T6" y="T7"/>
                  </a:cxn>
                  <a:cxn ang="0">
                    <a:pos x="T8" y="T9"/>
                  </a:cxn>
                </a:cxnLst>
                <a:rect l="0" t="0" r="r" b="b"/>
                <a:pathLst>
                  <a:path w="44" h="27">
                    <a:moveTo>
                      <a:pt x="40" y="14"/>
                    </a:moveTo>
                    <a:cubicBezTo>
                      <a:pt x="37" y="6"/>
                      <a:pt x="26" y="0"/>
                      <a:pt x="16" y="0"/>
                    </a:cubicBezTo>
                    <a:cubicBezTo>
                      <a:pt x="6" y="0"/>
                      <a:pt x="0" y="6"/>
                      <a:pt x="3" y="14"/>
                    </a:cubicBezTo>
                    <a:cubicBezTo>
                      <a:pt x="7" y="21"/>
                      <a:pt x="18" y="27"/>
                      <a:pt x="28" y="27"/>
                    </a:cubicBezTo>
                    <a:cubicBezTo>
                      <a:pt x="38" y="27"/>
                      <a:pt x="44" y="21"/>
                      <a:pt x="4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87" name="Freeform 650"/>
              <p:cNvSpPr>
                <a:spLocks/>
              </p:cNvSpPr>
              <p:nvPr/>
            </p:nvSpPr>
            <p:spPr bwMode="auto">
              <a:xfrm>
                <a:off x="5729" y="3370"/>
                <a:ext cx="86" cy="58"/>
              </a:xfrm>
              <a:custGeom>
                <a:avLst/>
                <a:gdLst>
                  <a:gd name="T0" fmla="*/ 40 w 42"/>
                  <a:gd name="T1" fmla="*/ 14 h 28"/>
                  <a:gd name="T2" fmla="*/ 16 w 42"/>
                  <a:gd name="T3" fmla="*/ 0 h 28"/>
                  <a:gd name="T4" fmla="*/ 2 w 42"/>
                  <a:gd name="T5" fmla="*/ 14 h 28"/>
                  <a:gd name="T6" fmla="*/ 26 w 42"/>
                  <a:gd name="T7" fmla="*/ 28 h 28"/>
                  <a:gd name="T8" fmla="*/ 40 w 42"/>
                  <a:gd name="T9" fmla="*/ 14 h 28"/>
                </a:gdLst>
                <a:ahLst/>
                <a:cxnLst>
                  <a:cxn ang="0">
                    <a:pos x="T0" y="T1"/>
                  </a:cxn>
                  <a:cxn ang="0">
                    <a:pos x="T2" y="T3"/>
                  </a:cxn>
                  <a:cxn ang="0">
                    <a:pos x="T4" y="T5"/>
                  </a:cxn>
                  <a:cxn ang="0">
                    <a:pos x="T6" y="T7"/>
                  </a:cxn>
                  <a:cxn ang="0">
                    <a:pos x="T8" y="T9"/>
                  </a:cxn>
                </a:cxnLst>
                <a:rect l="0" t="0" r="r" b="b"/>
                <a:pathLst>
                  <a:path w="42" h="28">
                    <a:moveTo>
                      <a:pt x="40" y="14"/>
                    </a:moveTo>
                    <a:cubicBezTo>
                      <a:pt x="37" y="7"/>
                      <a:pt x="26" y="0"/>
                      <a:pt x="16" y="0"/>
                    </a:cubicBezTo>
                    <a:cubicBezTo>
                      <a:pt x="6" y="0"/>
                      <a:pt x="0" y="7"/>
                      <a:pt x="2" y="14"/>
                    </a:cubicBezTo>
                    <a:cubicBezTo>
                      <a:pt x="5" y="22"/>
                      <a:pt x="15" y="28"/>
                      <a:pt x="26" y="28"/>
                    </a:cubicBezTo>
                    <a:cubicBezTo>
                      <a:pt x="36" y="28"/>
                      <a:pt x="42" y="22"/>
                      <a:pt x="4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88" name="Freeform 651"/>
              <p:cNvSpPr>
                <a:spLocks/>
              </p:cNvSpPr>
              <p:nvPr/>
            </p:nvSpPr>
            <p:spPr bwMode="auto">
              <a:xfrm>
                <a:off x="5822" y="3370"/>
                <a:ext cx="88" cy="58"/>
              </a:xfrm>
              <a:custGeom>
                <a:avLst/>
                <a:gdLst>
                  <a:gd name="T0" fmla="*/ 40 w 43"/>
                  <a:gd name="T1" fmla="*/ 14 h 28"/>
                  <a:gd name="T2" fmla="*/ 17 w 43"/>
                  <a:gd name="T3" fmla="*/ 0 h 28"/>
                  <a:gd name="T4" fmla="*/ 3 w 43"/>
                  <a:gd name="T5" fmla="*/ 14 h 28"/>
                  <a:gd name="T6" fmla="*/ 27 w 43"/>
                  <a:gd name="T7" fmla="*/ 28 h 28"/>
                  <a:gd name="T8" fmla="*/ 40 w 43"/>
                  <a:gd name="T9" fmla="*/ 14 h 28"/>
                </a:gdLst>
                <a:ahLst/>
                <a:cxnLst>
                  <a:cxn ang="0">
                    <a:pos x="T0" y="T1"/>
                  </a:cxn>
                  <a:cxn ang="0">
                    <a:pos x="T2" y="T3"/>
                  </a:cxn>
                  <a:cxn ang="0">
                    <a:pos x="T4" y="T5"/>
                  </a:cxn>
                  <a:cxn ang="0">
                    <a:pos x="T6" y="T7"/>
                  </a:cxn>
                  <a:cxn ang="0">
                    <a:pos x="T8" y="T9"/>
                  </a:cxn>
                </a:cxnLst>
                <a:rect l="0" t="0" r="r" b="b"/>
                <a:pathLst>
                  <a:path w="43" h="28">
                    <a:moveTo>
                      <a:pt x="40" y="14"/>
                    </a:moveTo>
                    <a:cubicBezTo>
                      <a:pt x="37" y="7"/>
                      <a:pt x="27" y="0"/>
                      <a:pt x="17" y="0"/>
                    </a:cubicBezTo>
                    <a:cubicBezTo>
                      <a:pt x="6" y="0"/>
                      <a:pt x="0" y="7"/>
                      <a:pt x="3" y="14"/>
                    </a:cubicBezTo>
                    <a:cubicBezTo>
                      <a:pt x="6" y="22"/>
                      <a:pt x="16" y="28"/>
                      <a:pt x="27" y="28"/>
                    </a:cubicBezTo>
                    <a:cubicBezTo>
                      <a:pt x="37" y="28"/>
                      <a:pt x="43" y="22"/>
                      <a:pt x="4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89" name="Freeform 652"/>
              <p:cNvSpPr>
                <a:spLocks/>
              </p:cNvSpPr>
              <p:nvPr/>
            </p:nvSpPr>
            <p:spPr bwMode="auto">
              <a:xfrm>
                <a:off x="5916" y="3370"/>
                <a:ext cx="89" cy="58"/>
              </a:xfrm>
              <a:custGeom>
                <a:avLst/>
                <a:gdLst>
                  <a:gd name="T0" fmla="*/ 40 w 43"/>
                  <a:gd name="T1" fmla="*/ 14 h 28"/>
                  <a:gd name="T2" fmla="*/ 16 w 43"/>
                  <a:gd name="T3" fmla="*/ 0 h 28"/>
                  <a:gd name="T4" fmla="*/ 3 w 43"/>
                  <a:gd name="T5" fmla="*/ 14 h 28"/>
                  <a:gd name="T6" fmla="*/ 27 w 43"/>
                  <a:gd name="T7" fmla="*/ 28 h 28"/>
                  <a:gd name="T8" fmla="*/ 40 w 43"/>
                  <a:gd name="T9" fmla="*/ 14 h 28"/>
                </a:gdLst>
                <a:ahLst/>
                <a:cxnLst>
                  <a:cxn ang="0">
                    <a:pos x="T0" y="T1"/>
                  </a:cxn>
                  <a:cxn ang="0">
                    <a:pos x="T2" y="T3"/>
                  </a:cxn>
                  <a:cxn ang="0">
                    <a:pos x="T4" y="T5"/>
                  </a:cxn>
                  <a:cxn ang="0">
                    <a:pos x="T6" y="T7"/>
                  </a:cxn>
                  <a:cxn ang="0">
                    <a:pos x="T8" y="T9"/>
                  </a:cxn>
                </a:cxnLst>
                <a:rect l="0" t="0" r="r" b="b"/>
                <a:pathLst>
                  <a:path w="43" h="28">
                    <a:moveTo>
                      <a:pt x="40" y="14"/>
                    </a:moveTo>
                    <a:cubicBezTo>
                      <a:pt x="37" y="7"/>
                      <a:pt x="26" y="0"/>
                      <a:pt x="16" y="0"/>
                    </a:cubicBezTo>
                    <a:cubicBezTo>
                      <a:pt x="6" y="0"/>
                      <a:pt x="0" y="7"/>
                      <a:pt x="3" y="14"/>
                    </a:cubicBezTo>
                    <a:cubicBezTo>
                      <a:pt x="6" y="22"/>
                      <a:pt x="16" y="28"/>
                      <a:pt x="27" y="28"/>
                    </a:cubicBezTo>
                    <a:cubicBezTo>
                      <a:pt x="37" y="28"/>
                      <a:pt x="43" y="22"/>
                      <a:pt x="4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90" name="Freeform 653"/>
              <p:cNvSpPr>
                <a:spLocks/>
              </p:cNvSpPr>
              <p:nvPr/>
            </p:nvSpPr>
            <p:spPr bwMode="auto">
              <a:xfrm>
                <a:off x="6011" y="3370"/>
                <a:ext cx="89" cy="58"/>
              </a:xfrm>
              <a:custGeom>
                <a:avLst/>
                <a:gdLst>
                  <a:gd name="T0" fmla="*/ 40 w 43"/>
                  <a:gd name="T1" fmla="*/ 14 h 28"/>
                  <a:gd name="T2" fmla="*/ 16 w 43"/>
                  <a:gd name="T3" fmla="*/ 0 h 28"/>
                  <a:gd name="T4" fmla="*/ 2 w 43"/>
                  <a:gd name="T5" fmla="*/ 14 h 28"/>
                  <a:gd name="T6" fmla="*/ 27 w 43"/>
                  <a:gd name="T7" fmla="*/ 28 h 28"/>
                  <a:gd name="T8" fmla="*/ 40 w 43"/>
                  <a:gd name="T9" fmla="*/ 14 h 28"/>
                </a:gdLst>
                <a:ahLst/>
                <a:cxnLst>
                  <a:cxn ang="0">
                    <a:pos x="T0" y="T1"/>
                  </a:cxn>
                  <a:cxn ang="0">
                    <a:pos x="T2" y="T3"/>
                  </a:cxn>
                  <a:cxn ang="0">
                    <a:pos x="T4" y="T5"/>
                  </a:cxn>
                  <a:cxn ang="0">
                    <a:pos x="T6" y="T7"/>
                  </a:cxn>
                  <a:cxn ang="0">
                    <a:pos x="T8" y="T9"/>
                  </a:cxn>
                </a:cxnLst>
                <a:rect l="0" t="0" r="r" b="b"/>
                <a:pathLst>
                  <a:path w="43" h="28">
                    <a:moveTo>
                      <a:pt x="40" y="14"/>
                    </a:moveTo>
                    <a:cubicBezTo>
                      <a:pt x="37" y="7"/>
                      <a:pt x="26" y="0"/>
                      <a:pt x="16" y="0"/>
                    </a:cubicBezTo>
                    <a:cubicBezTo>
                      <a:pt x="5" y="0"/>
                      <a:pt x="0" y="7"/>
                      <a:pt x="2" y="14"/>
                    </a:cubicBezTo>
                    <a:cubicBezTo>
                      <a:pt x="5" y="22"/>
                      <a:pt x="16" y="28"/>
                      <a:pt x="27" y="28"/>
                    </a:cubicBezTo>
                    <a:cubicBezTo>
                      <a:pt x="37" y="28"/>
                      <a:pt x="43" y="22"/>
                      <a:pt x="4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91" name="Freeform 654"/>
              <p:cNvSpPr>
                <a:spLocks/>
              </p:cNvSpPr>
              <p:nvPr/>
            </p:nvSpPr>
            <p:spPr bwMode="auto">
              <a:xfrm>
                <a:off x="6104" y="3370"/>
                <a:ext cx="91" cy="58"/>
              </a:xfrm>
              <a:custGeom>
                <a:avLst/>
                <a:gdLst>
                  <a:gd name="T0" fmla="*/ 41 w 44"/>
                  <a:gd name="T1" fmla="*/ 14 h 28"/>
                  <a:gd name="T2" fmla="*/ 16 w 44"/>
                  <a:gd name="T3" fmla="*/ 0 h 28"/>
                  <a:gd name="T4" fmla="*/ 3 w 44"/>
                  <a:gd name="T5" fmla="*/ 14 h 28"/>
                  <a:gd name="T6" fmla="*/ 28 w 44"/>
                  <a:gd name="T7" fmla="*/ 28 h 28"/>
                  <a:gd name="T8" fmla="*/ 41 w 44"/>
                  <a:gd name="T9" fmla="*/ 14 h 28"/>
                </a:gdLst>
                <a:ahLst/>
                <a:cxnLst>
                  <a:cxn ang="0">
                    <a:pos x="T0" y="T1"/>
                  </a:cxn>
                  <a:cxn ang="0">
                    <a:pos x="T2" y="T3"/>
                  </a:cxn>
                  <a:cxn ang="0">
                    <a:pos x="T4" y="T5"/>
                  </a:cxn>
                  <a:cxn ang="0">
                    <a:pos x="T6" y="T7"/>
                  </a:cxn>
                  <a:cxn ang="0">
                    <a:pos x="T8" y="T9"/>
                  </a:cxn>
                </a:cxnLst>
                <a:rect l="0" t="0" r="r" b="b"/>
                <a:pathLst>
                  <a:path w="44" h="28">
                    <a:moveTo>
                      <a:pt x="41" y="14"/>
                    </a:moveTo>
                    <a:cubicBezTo>
                      <a:pt x="37" y="7"/>
                      <a:pt x="27" y="0"/>
                      <a:pt x="16" y="0"/>
                    </a:cubicBezTo>
                    <a:cubicBezTo>
                      <a:pt x="6" y="0"/>
                      <a:pt x="0" y="7"/>
                      <a:pt x="3" y="14"/>
                    </a:cubicBezTo>
                    <a:cubicBezTo>
                      <a:pt x="6" y="22"/>
                      <a:pt x="17" y="28"/>
                      <a:pt x="28" y="28"/>
                    </a:cubicBezTo>
                    <a:cubicBezTo>
                      <a:pt x="38" y="28"/>
                      <a:pt x="44" y="22"/>
                      <a:pt x="4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92" name="Freeform 655"/>
              <p:cNvSpPr>
                <a:spLocks/>
              </p:cNvSpPr>
              <p:nvPr/>
            </p:nvSpPr>
            <p:spPr bwMode="auto">
              <a:xfrm>
                <a:off x="6199" y="3370"/>
                <a:ext cx="91" cy="58"/>
              </a:xfrm>
              <a:custGeom>
                <a:avLst/>
                <a:gdLst>
                  <a:gd name="T0" fmla="*/ 40 w 44"/>
                  <a:gd name="T1" fmla="*/ 14 h 28"/>
                  <a:gd name="T2" fmla="*/ 16 w 44"/>
                  <a:gd name="T3" fmla="*/ 0 h 28"/>
                  <a:gd name="T4" fmla="*/ 3 w 44"/>
                  <a:gd name="T5" fmla="*/ 14 h 28"/>
                  <a:gd name="T6" fmla="*/ 28 w 44"/>
                  <a:gd name="T7" fmla="*/ 28 h 28"/>
                  <a:gd name="T8" fmla="*/ 40 w 44"/>
                  <a:gd name="T9" fmla="*/ 14 h 28"/>
                </a:gdLst>
                <a:ahLst/>
                <a:cxnLst>
                  <a:cxn ang="0">
                    <a:pos x="T0" y="T1"/>
                  </a:cxn>
                  <a:cxn ang="0">
                    <a:pos x="T2" y="T3"/>
                  </a:cxn>
                  <a:cxn ang="0">
                    <a:pos x="T4" y="T5"/>
                  </a:cxn>
                  <a:cxn ang="0">
                    <a:pos x="T6" y="T7"/>
                  </a:cxn>
                  <a:cxn ang="0">
                    <a:pos x="T8" y="T9"/>
                  </a:cxn>
                </a:cxnLst>
                <a:rect l="0" t="0" r="r" b="b"/>
                <a:pathLst>
                  <a:path w="44" h="28">
                    <a:moveTo>
                      <a:pt x="40" y="14"/>
                    </a:moveTo>
                    <a:cubicBezTo>
                      <a:pt x="37" y="7"/>
                      <a:pt x="26" y="0"/>
                      <a:pt x="16" y="0"/>
                    </a:cubicBezTo>
                    <a:cubicBezTo>
                      <a:pt x="6" y="0"/>
                      <a:pt x="0" y="7"/>
                      <a:pt x="3" y="14"/>
                    </a:cubicBezTo>
                    <a:cubicBezTo>
                      <a:pt x="6" y="22"/>
                      <a:pt x="17" y="28"/>
                      <a:pt x="28" y="28"/>
                    </a:cubicBezTo>
                    <a:cubicBezTo>
                      <a:pt x="38" y="28"/>
                      <a:pt x="44" y="22"/>
                      <a:pt x="4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93" name="Freeform 656"/>
              <p:cNvSpPr>
                <a:spLocks/>
              </p:cNvSpPr>
              <p:nvPr/>
            </p:nvSpPr>
            <p:spPr bwMode="auto">
              <a:xfrm>
                <a:off x="6292" y="3370"/>
                <a:ext cx="93" cy="58"/>
              </a:xfrm>
              <a:custGeom>
                <a:avLst/>
                <a:gdLst>
                  <a:gd name="T0" fmla="*/ 41 w 45"/>
                  <a:gd name="T1" fmla="*/ 14 h 28"/>
                  <a:gd name="T2" fmla="*/ 16 w 45"/>
                  <a:gd name="T3" fmla="*/ 0 h 28"/>
                  <a:gd name="T4" fmla="*/ 4 w 45"/>
                  <a:gd name="T5" fmla="*/ 14 h 28"/>
                  <a:gd name="T6" fmla="*/ 29 w 45"/>
                  <a:gd name="T7" fmla="*/ 28 h 28"/>
                  <a:gd name="T8" fmla="*/ 41 w 45"/>
                  <a:gd name="T9" fmla="*/ 14 h 28"/>
                </a:gdLst>
                <a:ahLst/>
                <a:cxnLst>
                  <a:cxn ang="0">
                    <a:pos x="T0" y="T1"/>
                  </a:cxn>
                  <a:cxn ang="0">
                    <a:pos x="T2" y="T3"/>
                  </a:cxn>
                  <a:cxn ang="0">
                    <a:pos x="T4" y="T5"/>
                  </a:cxn>
                  <a:cxn ang="0">
                    <a:pos x="T6" y="T7"/>
                  </a:cxn>
                  <a:cxn ang="0">
                    <a:pos x="T8" y="T9"/>
                  </a:cxn>
                </a:cxnLst>
                <a:rect l="0" t="0" r="r" b="b"/>
                <a:pathLst>
                  <a:path w="45" h="28">
                    <a:moveTo>
                      <a:pt x="41" y="14"/>
                    </a:moveTo>
                    <a:cubicBezTo>
                      <a:pt x="38" y="7"/>
                      <a:pt x="27" y="0"/>
                      <a:pt x="16" y="0"/>
                    </a:cubicBezTo>
                    <a:cubicBezTo>
                      <a:pt x="6" y="0"/>
                      <a:pt x="0" y="7"/>
                      <a:pt x="4" y="14"/>
                    </a:cubicBezTo>
                    <a:cubicBezTo>
                      <a:pt x="7" y="22"/>
                      <a:pt x="18" y="28"/>
                      <a:pt x="29" y="28"/>
                    </a:cubicBezTo>
                    <a:cubicBezTo>
                      <a:pt x="39" y="28"/>
                      <a:pt x="45" y="22"/>
                      <a:pt x="4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94" name="Freeform 657"/>
              <p:cNvSpPr>
                <a:spLocks/>
              </p:cNvSpPr>
              <p:nvPr/>
            </p:nvSpPr>
            <p:spPr bwMode="auto">
              <a:xfrm>
                <a:off x="6387" y="3370"/>
                <a:ext cx="91" cy="58"/>
              </a:xfrm>
              <a:custGeom>
                <a:avLst/>
                <a:gdLst>
                  <a:gd name="T0" fmla="*/ 41 w 44"/>
                  <a:gd name="T1" fmla="*/ 14 h 28"/>
                  <a:gd name="T2" fmla="*/ 16 w 44"/>
                  <a:gd name="T3" fmla="*/ 0 h 28"/>
                  <a:gd name="T4" fmla="*/ 4 w 44"/>
                  <a:gd name="T5" fmla="*/ 14 h 28"/>
                  <a:gd name="T6" fmla="*/ 29 w 44"/>
                  <a:gd name="T7" fmla="*/ 28 h 28"/>
                  <a:gd name="T8" fmla="*/ 41 w 44"/>
                  <a:gd name="T9" fmla="*/ 14 h 28"/>
                </a:gdLst>
                <a:ahLst/>
                <a:cxnLst>
                  <a:cxn ang="0">
                    <a:pos x="T0" y="T1"/>
                  </a:cxn>
                  <a:cxn ang="0">
                    <a:pos x="T2" y="T3"/>
                  </a:cxn>
                  <a:cxn ang="0">
                    <a:pos x="T4" y="T5"/>
                  </a:cxn>
                  <a:cxn ang="0">
                    <a:pos x="T6" y="T7"/>
                  </a:cxn>
                  <a:cxn ang="0">
                    <a:pos x="T8" y="T9"/>
                  </a:cxn>
                </a:cxnLst>
                <a:rect l="0" t="0" r="r" b="b"/>
                <a:pathLst>
                  <a:path w="44" h="28">
                    <a:moveTo>
                      <a:pt x="41" y="14"/>
                    </a:moveTo>
                    <a:cubicBezTo>
                      <a:pt x="37" y="7"/>
                      <a:pt x="26" y="0"/>
                      <a:pt x="16" y="0"/>
                    </a:cubicBezTo>
                    <a:cubicBezTo>
                      <a:pt x="6" y="0"/>
                      <a:pt x="0" y="7"/>
                      <a:pt x="4" y="14"/>
                    </a:cubicBezTo>
                    <a:cubicBezTo>
                      <a:pt x="7" y="22"/>
                      <a:pt x="18" y="28"/>
                      <a:pt x="29" y="28"/>
                    </a:cubicBezTo>
                    <a:cubicBezTo>
                      <a:pt x="39" y="28"/>
                      <a:pt x="44" y="22"/>
                      <a:pt x="4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95" name="Freeform 658"/>
              <p:cNvSpPr>
                <a:spLocks/>
              </p:cNvSpPr>
              <p:nvPr/>
            </p:nvSpPr>
            <p:spPr bwMode="auto">
              <a:xfrm>
                <a:off x="6482" y="3370"/>
                <a:ext cx="91" cy="58"/>
              </a:xfrm>
              <a:custGeom>
                <a:avLst/>
                <a:gdLst>
                  <a:gd name="T0" fmla="*/ 41 w 44"/>
                  <a:gd name="T1" fmla="*/ 14 h 28"/>
                  <a:gd name="T2" fmla="*/ 15 w 44"/>
                  <a:gd name="T3" fmla="*/ 0 h 28"/>
                  <a:gd name="T4" fmla="*/ 3 w 44"/>
                  <a:gd name="T5" fmla="*/ 14 h 28"/>
                  <a:gd name="T6" fmla="*/ 28 w 44"/>
                  <a:gd name="T7" fmla="*/ 28 h 28"/>
                  <a:gd name="T8" fmla="*/ 41 w 44"/>
                  <a:gd name="T9" fmla="*/ 14 h 28"/>
                </a:gdLst>
                <a:ahLst/>
                <a:cxnLst>
                  <a:cxn ang="0">
                    <a:pos x="T0" y="T1"/>
                  </a:cxn>
                  <a:cxn ang="0">
                    <a:pos x="T2" y="T3"/>
                  </a:cxn>
                  <a:cxn ang="0">
                    <a:pos x="T4" y="T5"/>
                  </a:cxn>
                  <a:cxn ang="0">
                    <a:pos x="T6" y="T7"/>
                  </a:cxn>
                  <a:cxn ang="0">
                    <a:pos x="T8" y="T9"/>
                  </a:cxn>
                </a:cxnLst>
                <a:rect l="0" t="0" r="r" b="b"/>
                <a:pathLst>
                  <a:path w="44" h="28">
                    <a:moveTo>
                      <a:pt x="41" y="14"/>
                    </a:moveTo>
                    <a:cubicBezTo>
                      <a:pt x="37" y="7"/>
                      <a:pt x="26" y="0"/>
                      <a:pt x="15" y="0"/>
                    </a:cubicBezTo>
                    <a:cubicBezTo>
                      <a:pt x="5" y="0"/>
                      <a:pt x="0" y="7"/>
                      <a:pt x="3" y="14"/>
                    </a:cubicBezTo>
                    <a:cubicBezTo>
                      <a:pt x="7" y="22"/>
                      <a:pt x="18" y="28"/>
                      <a:pt x="28" y="28"/>
                    </a:cubicBezTo>
                    <a:cubicBezTo>
                      <a:pt x="39" y="28"/>
                      <a:pt x="44" y="22"/>
                      <a:pt x="4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96" name="Freeform 659"/>
              <p:cNvSpPr>
                <a:spLocks/>
              </p:cNvSpPr>
              <p:nvPr/>
            </p:nvSpPr>
            <p:spPr bwMode="auto">
              <a:xfrm>
                <a:off x="5846" y="3442"/>
                <a:ext cx="91" cy="60"/>
              </a:xfrm>
              <a:custGeom>
                <a:avLst/>
                <a:gdLst>
                  <a:gd name="T0" fmla="*/ 41 w 44"/>
                  <a:gd name="T1" fmla="*/ 14 h 29"/>
                  <a:gd name="T2" fmla="*/ 17 w 44"/>
                  <a:gd name="T3" fmla="*/ 0 h 29"/>
                  <a:gd name="T4" fmla="*/ 3 w 44"/>
                  <a:gd name="T5" fmla="*/ 14 h 29"/>
                  <a:gd name="T6" fmla="*/ 27 w 44"/>
                  <a:gd name="T7" fmla="*/ 29 h 29"/>
                  <a:gd name="T8" fmla="*/ 41 w 44"/>
                  <a:gd name="T9" fmla="*/ 14 h 29"/>
                </a:gdLst>
                <a:ahLst/>
                <a:cxnLst>
                  <a:cxn ang="0">
                    <a:pos x="T0" y="T1"/>
                  </a:cxn>
                  <a:cxn ang="0">
                    <a:pos x="T2" y="T3"/>
                  </a:cxn>
                  <a:cxn ang="0">
                    <a:pos x="T4" y="T5"/>
                  </a:cxn>
                  <a:cxn ang="0">
                    <a:pos x="T6" y="T7"/>
                  </a:cxn>
                  <a:cxn ang="0">
                    <a:pos x="T8" y="T9"/>
                  </a:cxn>
                </a:cxnLst>
                <a:rect l="0" t="0" r="r" b="b"/>
                <a:pathLst>
                  <a:path w="44" h="29">
                    <a:moveTo>
                      <a:pt x="41" y="14"/>
                    </a:moveTo>
                    <a:cubicBezTo>
                      <a:pt x="38" y="6"/>
                      <a:pt x="27" y="0"/>
                      <a:pt x="17" y="0"/>
                    </a:cubicBezTo>
                    <a:cubicBezTo>
                      <a:pt x="6" y="0"/>
                      <a:pt x="0" y="6"/>
                      <a:pt x="3" y="14"/>
                    </a:cubicBezTo>
                    <a:cubicBezTo>
                      <a:pt x="6" y="22"/>
                      <a:pt x="17" y="29"/>
                      <a:pt x="27" y="29"/>
                    </a:cubicBezTo>
                    <a:cubicBezTo>
                      <a:pt x="38" y="29"/>
                      <a:pt x="44" y="22"/>
                      <a:pt x="4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97" name="Freeform 660"/>
              <p:cNvSpPr>
                <a:spLocks/>
              </p:cNvSpPr>
              <p:nvPr/>
            </p:nvSpPr>
            <p:spPr bwMode="auto">
              <a:xfrm>
                <a:off x="5943" y="3442"/>
                <a:ext cx="89" cy="60"/>
              </a:xfrm>
              <a:custGeom>
                <a:avLst/>
                <a:gdLst>
                  <a:gd name="T0" fmla="*/ 40 w 43"/>
                  <a:gd name="T1" fmla="*/ 14 h 29"/>
                  <a:gd name="T2" fmla="*/ 16 w 43"/>
                  <a:gd name="T3" fmla="*/ 0 h 29"/>
                  <a:gd name="T4" fmla="*/ 2 w 43"/>
                  <a:gd name="T5" fmla="*/ 14 h 29"/>
                  <a:gd name="T6" fmla="*/ 27 w 43"/>
                  <a:gd name="T7" fmla="*/ 29 h 29"/>
                  <a:gd name="T8" fmla="*/ 40 w 43"/>
                  <a:gd name="T9" fmla="*/ 14 h 29"/>
                </a:gdLst>
                <a:ahLst/>
                <a:cxnLst>
                  <a:cxn ang="0">
                    <a:pos x="T0" y="T1"/>
                  </a:cxn>
                  <a:cxn ang="0">
                    <a:pos x="T2" y="T3"/>
                  </a:cxn>
                  <a:cxn ang="0">
                    <a:pos x="T4" y="T5"/>
                  </a:cxn>
                  <a:cxn ang="0">
                    <a:pos x="T6" y="T7"/>
                  </a:cxn>
                  <a:cxn ang="0">
                    <a:pos x="T8" y="T9"/>
                  </a:cxn>
                </a:cxnLst>
                <a:rect l="0" t="0" r="r" b="b"/>
                <a:pathLst>
                  <a:path w="43" h="29">
                    <a:moveTo>
                      <a:pt x="40" y="14"/>
                    </a:moveTo>
                    <a:cubicBezTo>
                      <a:pt x="37" y="6"/>
                      <a:pt x="26" y="0"/>
                      <a:pt x="16" y="0"/>
                    </a:cubicBezTo>
                    <a:cubicBezTo>
                      <a:pt x="6" y="0"/>
                      <a:pt x="0" y="6"/>
                      <a:pt x="2" y="14"/>
                    </a:cubicBezTo>
                    <a:cubicBezTo>
                      <a:pt x="5" y="22"/>
                      <a:pt x="16" y="29"/>
                      <a:pt x="27" y="29"/>
                    </a:cubicBezTo>
                    <a:cubicBezTo>
                      <a:pt x="37" y="29"/>
                      <a:pt x="43" y="22"/>
                      <a:pt x="4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98" name="Freeform 661"/>
              <p:cNvSpPr>
                <a:spLocks/>
              </p:cNvSpPr>
              <p:nvPr/>
            </p:nvSpPr>
            <p:spPr bwMode="auto">
              <a:xfrm>
                <a:off x="6038" y="3442"/>
                <a:ext cx="91" cy="60"/>
              </a:xfrm>
              <a:custGeom>
                <a:avLst/>
                <a:gdLst>
                  <a:gd name="T0" fmla="*/ 40 w 44"/>
                  <a:gd name="T1" fmla="*/ 14 h 29"/>
                  <a:gd name="T2" fmla="*/ 16 w 44"/>
                  <a:gd name="T3" fmla="*/ 0 h 29"/>
                  <a:gd name="T4" fmla="*/ 3 w 44"/>
                  <a:gd name="T5" fmla="*/ 14 h 29"/>
                  <a:gd name="T6" fmla="*/ 27 w 44"/>
                  <a:gd name="T7" fmla="*/ 29 h 29"/>
                  <a:gd name="T8" fmla="*/ 40 w 44"/>
                  <a:gd name="T9" fmla="*/ 14 h 29"/>
                </a:gdLst>
                <a:ahLst/>
                <a:cxnLst>
                  <a:cxn ang="0">
                    <a:pos x="T0" y="T1"/>
                  </a:cxn>
                  <a:cxn ang="0">
                    <a:pos x="T2" y="T3"/>
                  </a:cxn>
                  <a:cxn ang="0">
                    <a:pos x="T4" y="T5"/>
                  </a:cxn>
                  <a:cxn ang="0">
                    <a:pos x="T6" y="T7"/>
                  </a:cxn>
                  <a:cxn ang="0">
                    <a:pos x="T8" y="T9"/>
                  </a:cxn>
                </a:cxnLst>
                <a:rect l="0" t="0" r="r" b="b"/>
                <a:pathLst>
                  <a:path w="44" h="29">
                    <a:moveTo>
                      <a:pt x="40" y="14"/>
                    </a:moveTo>
                    <a:cubicBezTo>
                      <a:pt x="37" y="6"/>
                      <a:pt x="26" y="0"/>
                      <a:pt x="16" y="0"/>
                    </a:cubicBezTo>
                    <a:cubicBezTo>
                      <a:pt x="6" y="0"/>
                      <a:pt x="0" y="6"/>
                      <a:pt x="3" y="14"/>
                    </a:cubicBezTo>
                    <a:cubicBezTo>
                      <a:pt x="6" y="22"/>
                      <a:pt x="17" y="29"/>
                      <a:pt x="27" y="29"/>
                    </a:cubicBezTo>
                    <a:cubicBezTo>
                      <a:pt x="38" y="29"/>
                      <a:pt x="44" y="22"/>
                      <a:pt x="4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99" name="Freeform 662"/>
              <p:cNvSpPr>
                <a:spLocks/>
              </p:cNvSpPr>
              <p:nvPr/>
            </p:nvSpPr>
            <p:spPr bwMode="auto">
              <a:xfrm>
                <a:off x="6133" y="3442"/>
                <a:ext cx="91" cy="60"/>
              </a:xfrm>
              <a:custGeom>
                <a:avLst/>
                <a:gdLst>
                  <a:gd name="T0" fmla="*/ 41 w 44"/>
                  <a:gd name="T1" fmla="*/ 14 h 29"/>
                  <a:gd name="T2" fmla="*/ 16 w 44"/>
                  <a:gd name="T3" fmla="*/ 0 h 29"/>
                  <a:gd name="T4" fmla="*/ 3 w 44"/>
                  <a:gd name="T5" fmla="*/ 14 h 29"/>
                  <a:gd name="T6" fmla="*/ 28 w 44"/>
                  <a:gd name="T7" fmla="*/ 29 h 29"/>
                  <a:gd name="T8" fmla="*/ 41 w 44"/>
                  <a:gd name="T9" fmla="*/ 14 h 29"/>
                </a:gdLst>
                <a:ahLst/>
                <a:cxnLst>
                  <a:cxn ang="0">
                    <a:pos x="T0" y="T1"/>
                  </a:cxn>
                  <a:cxn ang="0">
                    <a:pos x="T2" y="T3"/>
                  </a:cxn>
                  <a:cxn ang="0">
                    <a:pos x="T4" y="T5"/>
                  </a:cxn>
                  <a:cxn ang="0">
                    <a:pos x="T6" y="T7"/>
                  </a:cxn>
                  <a:cxn ang="0">
                    <a:pos x="T8" y="T9"/>
                  </a:cxn>
                </a:cxnLst>
                <a:rect l="0" t="0" r="r" b="b"/>
                <a:pathLst>
                  <a:path w="44" h="29">
                    <a:moveTo>
                      <a:pt x="41" y="14"/>
                    </a:moveTo>
                    <a:cubicBezTo>
                      <a:pt x="38" y="6"/>
                      <a:pt x="27" y="0"/>
                      <a:pt x="16" y="0"/>
                    </a:cubicBezTo>
                    <a:cubicBezTo>
                      <a:pt x="6" y="0"/>
                      <a:pt x="0" y="6"/>
                      <a:pt x="3" y="14"/>
                    </a:cubicBezTo>
                    <a:cubicBezTo>
                      <a:pt x="6" y="22"/>
                      <a:pt x="17" y="29"/>
                      <a:pt x="28" y="29"/>
                    </a:cubicBezTo>
                    <a:cubicBezTo>
                      <a:pt x="38" y="29"/>
                      <a:pt x="44" y="22"/>
                      <a:pt x="4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00" name="Freeform 663"/>
              <p:cNvSpPr>
                <a:spLocks/>
              </p:cNvSpPr>
              <p:nvPr/>
            </p:nvSpPr>
            <p:spPr bwMode="auto">
              <a:xfrm>
                <a:off x="6228" y="3442"/>
                <a:ext cx="91" cy="60"/>
              </a:xfrm>
              <a:custGeom>
                <a:avLst/>
                <a:gdLst>
                  <a:gd name="T0" fmla="*/ 41 w 44"/>
                  <a:gd name="T1" fmla="*/ 14 h 29"/>
                  <a:gd name="T2" fmla="*/ 16 w 44"/>
                  <a:gd name="T3" fmla="*/ 0 h 29"/>
                  <a:gd name="T4" fmla="*/ 3 w 44"/>
                  <a:gd name="T5" fmla="*/ 14 h 29"/>
                  <a:gd name="T6" fmla="*/ 28 w 44"/>
                  <a:gd name="T7" fmla="*/ 29 h 29"/>
                  <a:gd name="T8" fmla="*/ 41 w 44"/>
                  <a:gd name="T9" fmla="*/ 14 h 29"/>
                </a:gdLst>
                <a:ahLst/>
                <a:cxnLst>
                  <a:cxn ang="0">
                    <a:pos x="T0" y="T1"/>
                  </a:cxn>
                  <a:cxn ang="0">
                    <a:pos x="T2" y="T3"/>
                  </a:cxn>
                  <a:cxn ang="0">
                    <a:pos x="T4" y="T5"/>
                  </a:cxn>
                  <a:cxn ang="0">
                    <a:pos x="T6" y="T7"/>
                  </a:cxn>
                  <a:cxn ang="0">
                    <a:pos x="T8" y="T9"/>
                  </a:cxn>
                </a:cxnLst>
                <a:rect l="0" t="0" r="r" b="b"/>
                <a:pathLst>
                  <a:path w="44" h="29">
                    <a:moveTo>
                      <a:pt x="41" y="14"/>
                    </a:moveTo>
                    <a:cubicBezTo>
                      <a:pt x="38" y="6"/>
                      <a:pt x="27" y="0"/>
                      <a:pt x="16" y="0"/>
                    </a:cubicBezTo>
                    <a:cubicBezTo>
                      <a:pt x="6" y="0"/>
                      <a:pt x="0" y="6"/>
                      <a:pt x="3" y="14"/>
                    </a:cubicBezTo>
                    <a:cubicBezTo>
                      <a:pt x="7" y="22"/>
                      <a:pt x="18" y="29"/>
                      <a:pt x="28" y="29"/>
                    </a:cubicBezTo>
                    <a:cubicBezTo>
                      <a:pt x="39" y="29"/>
                      <a:pt x="44" y="22"/>
                      <a:pt x="4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01" name="Freeform 664"/>
              <p:cNvSpPr>
                <a:spLocks/>
              </p:cNvSpPr>
              <p:nvPr/>
            </p:nvSpPr>
            <p:spPr bwMode="auto">
              <a:xfrm>
                <a:off x="6323" y="3442"/>
                <a:ext cx="93" cy="60"/>
              </a:xfrm>
              <a:custGeom>
                <a:avLst/>
                <a:gdLst>
                  <a:gd name="T0" fmla="*/ 41 w 45"/>
                  <a:gd name="T1" fmla="*/ 14 h 29"/>
                  <a:gd name="T2" fmla="*/ 16 w 45"/>
                  <a:gd name="T3" fmla="*/ 0 h 29"/>
                  <a:gd name="T4" fmla="*/ 4 w 45"/>
                  <a:gd name="T5" fmla="*/ 14 h 29"/>
                  <a:gd name="T6" fmla="*/ 29 w 45"/>
                  <a:gd name="T7" fmla="*/ 29 h 29"/>
                  <a:gd name="T8" fmla="*/ 41 w 45"/>
                  <a:gd name="T9" fmla="*/ 14 h 29"/>
                </a:gdLst>
                <a:ahLst/>
                <a:cxnLst>
                  <a:cxn ang="0">
                    <a:pos x="T0" y="T1"/>
                  </a:cxn>
                  <a:cxn ang="0">
                    <a:pos x="T2" y="T3"/>
                  </a:cxn>
                  <a:cxn ang="0">
                    <a:pos x="T4" y="T5"/>
                  </a:cxn>
                  <a:cxn ang="0">
                    <a:pos x="T6" y="T7"/>
                  </a:cxn>
                  <a:cxn ang="0">
                    <a:pos x="T8" y="T9"/>
                  </a:cxn>
                </a:cxnLst>
                <a:rect l="0" t="0" r="r" b="b"/>
                <a:pathLst>
                  <a:path w="45" h="29">
                    <a:moveTo>
                      <a:pt x="41" y="14"/>
                    </a:moveTo>
                    <a:cubicBezTo>
                      <a:pt x="38" y="6"/>
                      <a:pt x="27" y="0"/>
                      <a:pt x="16" y="0"/>
                    </a:cubicBezTo>
                    <a:cubicBezTo>
                      <a:pt x="6" y="0"/>
                      <a:pt x="0" y="6"/>
                      <a:pt x="4" y="14"/>
                    </a:cubicBezTo>
                    <a:cubicBezTo>
                      <a:pt x="7" y="22"/>
                      <a:pt x="18" y="29"/>
                      <a:pt x="29" y="29"/>
                    </a:cubicBezTo>
                    <a:cubicBezTo>
                      <a:pt x="39" y="29"/>
                      <a:pt x="45" y="22"/>
                      <a:pt x="4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02" name="Freeform 665"/>
              <p:cNvSpPr>
                <a:spLocks/>
              </p:cNvSpPr>
              <p:nvPr/>
            </p:nvSpPr>
            <p:spPr bwMode="auto">
              <a:xfrm>
                <a:off x="6418" y="3442"/>
                <a:ext cx="93" cy="60"/>
              </a:xfrm>
              <a:custGeom>
                <a:avLst/>
                <a:gdLst>
                  <a:gd name="T0" fmla="*/ 42 w 45"/>
                  <a:gd name="T1" fmla="*/ 14 h 29"/>
                  <a:gd name="T2" fmla="*/ 16 w 45"/>
                  <a:gd name="T3" fmla="*/ 0 h 29"/>
                  <a:gd name="T4" fmla="*/ 4 w 45"/>
                  <a:gd name="T5" fmla="*/ 14 h 29"/>
                  <a:gd name="T6" fmla="*/ 29 w 45"/>
                  <a:gd name="T7" fmla="*/ 29 h 29"/>
                  <a:gd name="T8" fmla="*/ 42 w 45"/>
                  <a:gd name="T9" fmla="*/ 14 h 29"/>
                </a:gdLst>
                <a:ahLst/>
                <a:cxnLst>
                  <a:cxn ang="0">
                    <a:pos x="T0" y="T1"/>
                  </a:cxn>
                  <a:cxn ang="0">
                    <a:pos x="T2" y="T3"/>
                  </a:cxn>
                  <a:cxn ang="0">
                    <a:pos x="T4" y="T5"/>
                  </a:cxn>
                  <a:cxn ang="0">
                    <a:pos x="T6" y="T7"/>
                  </a:cxn>
                  <a:cxn ang="0">
                    <a:pos x="T8" y="T9"/>
                  </a:cxn>
                </a:cxnLst>
                <a:rect l="0" t="0" r="r" b="b"/>
                <a:pathLst>
                  <a:path w="45" h="29">
                    <a:moveTo>
                      <a:pt x="42" y="14"/>
                    </a:moveTo>
                    <a:cubicBezTo>
                      <a:pt x="38" y="6"/>
                      <a:pt x="27" y="0"/>
                      <a:pt x="16" y="0"/>
                    </a:cubicBezTo>
                    <a:cubicBezTo>
                      <a:pt x="6" y="0"/>
                      <a:pt x="0" y="6"/>
                      <a:pt x="4" y="14"/>
                    </a:cubicBezTo>
                    <a:cubicBezTo>
                      <a:pt x="7" y="22"/>
                      <a:pt x="19" y="29"/>
                      <a:pt x="29" y="29"/>
                    </a:cubicBezTo>
                    <a:cubicBezTo>
                      <a:pt x="40" y="29"/>
                      <a:pt x="45" y="22"/>
                      <a:pt x="42"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03" name="Freeform 666"/>
              <p:cNvSpPr>
                <a:spLocks/>
              </p:cNvSpPr>
              <p:nvPr/>
            </p:nvSpPr>
            <p:spPr bwMode="auto">
              <a:xfrm>
                <a:off x="6515" y="3442"/>
                <a:ext cx="93" cy="60"/>
              </a:xfrm>
              <a:custGeom>
                <a:avLst/>
                <a:gdLst>
                  <a:gd name="T0" fmla="*/ 41 w 45"/>
                  <a:gd name="T1" fmla="*/ 14 h 29"/>
                  <a:gd name="T2" fmla="*/ 15 w 45"/>
                  <a:gd name="T3" fmla="*/ 0 h 29"/>
                  <a:gd name="T4" fmla="*/ 3 w 45"/>
                  <a:gd name="T5" fmla="*/ 14 h 29"/>
                  <a:gd name="T6" fmla="*/ 29 w 45"/>
                  <a:gd name="T7" fmla="*/ 29 h 29"/>
                  <a:gd name="T8" fmla="*/ 41 w 45"/>
                  <a:gd name="T9" fmla="*/ 14 h 29"/>
                </a:gdLst>
                <a:ahLst/>
                <a:cxnLst>
                  <a:cxn ang="0">
                    <a:pos x="T0" y="T1"/>
                  </a:cxn>
                  <a:cxn ang="0">
                    <a:pos x="T2" y="T3"/>
                  </a:cxn>
                  <a:cxn ang="0">
                    <a:pos x="T4" y="T5"/>
                  </a:cxn>
                  <a:cxn ang="0">
                    <a:pos x="T6" y="T7"/>
                  </a:cxn>
                  <a:cxn ang="0">
                    <a:pos x="T8" y="T9"/>
                  </a:cxn>
                </a:cxnLst>
                <a:rect l="0" t="0" r="r" b="b"/>
                <a:pathLst>
                  <a:path w="45" h="29">
                    <a:moveTo>
                      <a:pt x="41" y="14"/>
                    </a:moveTo>
                    <a:cubicBezTo>
                      <a:pt x="37" y="6"/>
                      <a:pt x="26" y="0"/>
                      <a:pt x="15" y="0"/>
                    </a:cubicBezTo>
                    <a:cubicBezTo>
                      <a:pt x="5" y="0"/>
                      <a:pt x="0" y="6"/>
                      <a:pt x="3" y="14"/>
                    </a:cubicBezTo>
                    <a:cubicBezTo>
                      <a:pt x="7" y="22"/>
                      <a:pt x="18" y="29"/>
                      <a:pt x="29" y="29"/>
                    </a:cubicBezTo>
                    <a:cubicBezTo>
                      <a:pt x="39" y="29"/>
                      <a:pt x="45" y="22"/>
                      <a:pt x="4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04" name="Freeform 667"/>
              <p:cNvSpPr>
                <a:spLocks/>
              </p:cNvSpPr>
              <p:nvPr/>
            </p:nvSpPr>
            <p:spPr bwMode="auto">
              <a:xfrm>
                <a:off x="6610" y="3442"/>
                <a:ext cx="93" cy="60"/>
              </a:xfrm>
              <a:custGeom>
                <a:avLst/>
                <a:gdLst>
                  <a:gd name="T0" fmla="*/ 41 w 45"/>
                  <a:gd name="T1" fmla="*/ 14 h 29"/>
                  <a:gd name="T2" fmla="*/ 15 w 45"/>
                  <a:gd name="T3" fmla="*/ 0 h 29"/>
                  <a:gd name="T4" fmla="*/ 3 w 45"/>
                  <a:gd name="T5" fmla="*/ 14 h 29"/>
                  <a:gd name="T6" fmla="*/ 29 w 45"/>
                  <a:gd name="T7" fmla="*/ 29 h 29"/>
                  <a:gd name="T8" fmla="*/ 41 w 45"/>
                  <a:gd name="T9" fmla="*/ 14 h 29"/>
                </a:gdLst>
                <a:ahLst/>
                <a:cxnLst>
                  <a:cxn ang="0">
                    <a:pos x="T0" y="T1"/>
                  </a:cxn>
                  <a:cxn ang="0">
                    <a:pos x="T2" y="T3"/>
                  </a:cxn>
                  <a:cxn ang="0">
                    <a:pos x="T4" y="T5"/>
                  </a:cxn>
                  <a:cxn ang="0">
                    <a:pos x="T6" y="T7"/>
                  </a:cxn>
                  <a:cxn ang="0">
                    <a:pos x="T8" y="T9"/>
                  </a:cxn>
                </a:cxnLst>
                <a:rect l="0" t="0" r="r" b="b"/>
                <a:pathLst>
                  <a:path w="45" h="29">
                    <a:moveTo>
                      <a:pt x="41" y="14"/>
                    </a:moveTo>
                    <a:cubicBezTo>
                      <a:pt x="37" y="6"/>
                      <a:pt x="26" y="0"/>
                      <a:pt x="15" y="0"/>
                    </a:cubicBezTo>
                    <a:cubicBezTo>
                      <a:pt x="5" y="0"/>
                      <a:pt x="0" y="6"/>
                      <a:pt x="3" y="14"/>
                    </a:cubicBezTo>
                    <a:cubicBezTo>
                      <a:pt x="7" y="22"/>
                      <a:pt x="19" y="29"/>
                      <a:pt x="29" y="29"/>
                    </a:cubicBezTo>
                    <a:cubicBezTo>
                      <a:pt x="40" y="29"/>
                      <a:pt x="45" y="22"/>
                      <a:pt x="4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05" name="Freeform 668"/>
              <p:cNvSpPr>
                <a:spLocks/>
              </p:cNvSpPr>
              <p:nvPr/>
            </p:nvSpPr>
            <p:spPr bwMode="auto">
              <a:xfrm>
                <a:off x="5873" y="3514"/>
                <a:ext cx="91" cy="62"/>
              </a:xfrm>
              <a:custGeom>
                <a:avLst/>
                <a:gdLst>
                  <a:gd name="T0" fmla="*/ 41 w 44"/>
                  <a:gd name="T1" fmla="*/ 15 h 30"/>
                  <a:gd name="T2" fmla="*/ 16 w 44"/>
                  <a:gd name="T3" fmla="*/ 0 h 30"/>
                  <a:gd name="T4" fmla="*/ 3 w 44"/>
                  <a:gd name="T5" fmla="*/ 15 h 30"/>
                  <a:gd name="T6" fmla="*/ 27 w 44"/>
                  <a:gd name="T7" fmla="*/ 30 h 30"/>
                  <a:gd name="T8" fmla="*/ 41 w 44"/>
                  <a:gd name="T9" fmla="*/ 15 h 30"/>
                </a:gdLst>
                <a:ahLst/>
                <a:cxnLst>
                  <a:cxn ang="0">
                    <a:pos x="T0" y="T1"/>
                  </a:cxn>
                  <a:cxn ang="0">
                    <a:pos x="T2" y="T3"/>
                  </a:cxn>
                  <a:cxn ang="0">
                    <a:pos x="T4" y="T5"/>
                  </a:cxn>
                  <a:cxn ang="0">
                    <a:pos x="T6" y="T7"/>
                  </a:cxn>
                  <a:cxn ang="0">
                    <a:pos x="T8" y="T9"/>
                  </a:cxn>
                </a:cxnLst>
                <a:rect l="0" t="0" r="r" b="b"/>
                <a:pathLst>
                  <a:path w="44" h="30">
                    <a:moveTo>
                      <a:pt x="41" y="15"/>
                    </a:moveTo>
                    <a:cubicBezTo>
                      <a:pt x="38" y="7"/>
                      <a:pt x="27" y="0"/>
                      <a:pt x="16" y="0"/>
                    </a:cubicBezTo>
                    <a:cubicBezTo>
                      <a:pt x="6" y="0"/>
                      <a:pt x="0" y="7"/>
                      <a:pt x="3" y="15"/>
                    </a:cubicBezTo>
                    <a:cubicBezTo>
                      <a:pt x="5" y="23"/>
                      <a:pt x="16" y="30"/>
                      <a:pt x="27" y="30"/>
                    </a:cubicBezTo>
                    <a:cubicBezTo>
                      <a:pt x="37" y="30"/>
                      <a:pt x="44" y="23"/>
                      <a:pt x="4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06" name="Freeform 669"/>
              <p:cNvSpPr>
                <a:spLocks/>
              </p:cNvSpPr>
              <p:nvPr/>
            </p:nvSpPr>
            <p:spPr bwMode="auto">
              <a:xfrm>
                <a:off x="5968" y="3514"/>
                <a:ext cx="93" cy="62"/>
              </a:xfrm>
              <a:custGeom>
                <a:avLst/>
                <a:gdLst>
                  <a:gd name="T0" fmla="*/ 42 w 45"/>
                  <a:gd name="T1" fmla="*/ 15 h 30"/>
                  <a:gd name="T2" fmla="*/ 17 w 45"/>
                  <a:gd name="T3" fmla="*/ 0 h 30"/>
                  <a:gd name="T4" fmla="*/ 3 w 45"/>
                  <a:gd name="T5" fmla="*/ 15 h 30"/>
                  <a:gd name="T6" fmla="*/ 28 w 45"/>
                  <a:gd name="T7" fmla="*/ 30 h 30"/>
                  <a:gd name="T8" fmla="*/ 42 w 45"/>
                  <a:gd name="T9" fmla="*/ 15 h 30"/>
                </a:gdLst>
                <a:ahLst/>
                <a:cxnLst>
                  <a:cxn ang="0">
                    <a:pos x="T0" y="T1"/>
                  </a:cxn>
                  <a:cxn ang="0">
                    <a:pos x="T2" y="T3"/>
                  </a:cxn>
                  <a:cxn ang="0">
                    <a:pos x="T4" y="T5"/>
                  </a:cxn>
                  <a:cxn ang="0">
                    <a:pos x="T6" y="T7"/>
                  </a:cxn>
                  <a:cxn ang="0">
                    <a:pos x="T8" y="T9"/>
                  </a:cxn>
                </a:cxnLst>
                <a:rect l="0" t="0" r="r" b="b"/>
                <a:pathLst>
                  <a:path w="45" h="30">
                    <a:moveTo>
                      <a:pt x="42" y="15"/>
                    </a:moveTo>
                    <a:cubicBezTo>
                      <a:pt x="39" y="7"/>
                      <a:pt x="28" y="0"/>
                      <a:pt x="17" y="0"/>
                    </a:cubicBezTo>
                    <a:cubicBezTo>
                      <a:pt x="7" y="0"/>
                      <a:pt x="0" y="7"/>
                      <a:pt x="3" y="15"/>
                    </a:cubicBezTo>
                    <a:cubicBezTo>
                      <a:pt x="6" y="23"/>
                      <a:pt x="17" y="30"/>
                      <a:pt x="28" y="30"/>
                    </a:cubicBezTo>
                    <a:cubicBezTo>
                      <a:pt x="39" y="30"/>
                      <a:pt x="45" y="23"/>
                      <a:pt x="42"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07" name="Freeform 670"/>
              <p:cNvSpPr>
                <a:spLocks/>
              </p:cNvSpPr>
              <p:nvPr/>
            </p:nvSpPr>
            <p:spPr bwMode="auto">
              <a:xfrm>
                <a:off x="6065" y="3514"/>
                <a:ext cx="93" cy="62"/>
              </a:xfrm>
              <a:custGeom>
                <a:avLst/>
                <a:gdLst>
                  <a:gd name="T0" fmla="*/ 41 w 45"/>
                  <a:gd name="T1" fmla="*/ 15 h 30"/>
                  <a:gd name="T2" fmla="*/ 17 w 45"/>
                  <a:gd name="T3" fmla="*/ 0 h 30"/>
                  <a:gd name="T4" fmla="*/ 3 w 45"/>
                  <a:gd name="T5" fmla="*/ 15 h 30"/>
                  <a:gd name="T6" fmla="*/ 28 w 45"/>
                  <a:gd name="T7" fmla="*/ 30 h 30"/>
                  <a:gd name="T8" fmla="*/ 41 w 45"/>
                  <a:gd name="T9" fmla="*/ 15 h 30"/>
                </a:gdLst>
                <a:ahLst/>
                <a:cxnLst>
                  <a:cxn ang="0">
                    <a:pos x="T0" y="T1"/>
                  </a:cxn>
                  <a:cxn ang="0">
                    <a:pos x="T2" y="T3"/>
                  </a:cxn>
                  <a:cxn ang="0">
                    <a:pos x="T4" y="T5"/>
                  </a:cxn>
                  <a:cxn ang="0">
                    <a:pos x="T6" y="T7"/>
                  </a:cxn>
                  <a:cxn ang="0">
                    <a:pos x="T8" y="T9"/>
                  </a:cxn>
                </a:cxnLst>
                <a:rect l="0" t="0" r="r" b="b"/>
                <a:pathLst>
                  <a:path w="45" h="30">
                    <a:moveTo>
                      <a:pt x="41" y="15"/>
                    </a:moveTo>
                    <a:cubicBezTo>
                      <a:pt x="38" y="7"/>
                      <a:pt x="27" y="0"/>
                      <a:pt x="17" y="0"/>
                    </a:cubicBezTo>
                    <a:cubicBezTo>
                      <a:pt x="6" y="0"/>
                      <a:pt x="0" y="7"/>
                      <a:pt x="3" y="15"/>
                    </a:cubicBezTo>
                    <a:cubicBezTo>
                      <a:pt x="6" y="23"/>
                      <a:pt x="17" y="30"/>
                      <a:pt x="28" y="30"/>
                    </a:cubicBezTo>
                    <a:cubicBezTo>
                      <a:pt x="39" y="30"/>
                      <a:pt x="45" y="23"/>
                      <a:pt x="4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08" name="Freeform 671"/>
              <p:cNvSpPr>
                <a:spLocks/>
              </p:cNvSpPr>
              <p:nvPr/>
            </p:nvSpPr>
            <p:spPr bwMode="auto">
              <a:xfrm>
                <a:off x="6162" y="3514"/>
                <a:ext cx="93" cy="62"/>
              </a:xfrm>
              <a:custGeom>
                <a:avLst/>
                <a:gdLst>
                  <a:gd name="T0" fmla="*/ 41 w 45"/>
                  <a:gd name="T1" fmla="*/ 15 h 30"/>
                  <a:gd name="T2" fmla="*/ 16 w 45"/>
                  <a:gd name="T3" fmla="*/ 0 h 30"/>
                  <a:gd name="T4" fmla="*/ 3 w 45"/>
                  <a:gd name="T5" fmla="*/ 15 h 30"/>
                  <a:gd name="T6" fmla="*/ 28 w 45"/>
                  <a:gd name="T7" fmla="*/ 30 h 30"/>
                  <a:gd name="T8" fmla="*/ 41 w 45"/>
                  <a:gd name="T9" fmla="*/ 15 h 30"/>
                </a:gdLst>
                <a:ahLst/>
                <a:cxnLst>
                  <a:cxn ang="0">
                    <a:pos x="T0" y="T1"/>
                  </a:cxn>
                  <a:cxn ang="0">
                    <a:pos x="T2" y="T3"/>
                  </a:cxn>
                  <a:cxn ang="0">
                    <a:pos x="T4" y="T5"/>
                  </a:cxn>
                  <a:cxn ang="0">
                    <a:pos x="T6" y="T7"/>
                  </a:cxn>
                  <a:cxn ang="0">
                    <a:pos x="T8" y="T9"/>
                  </a:cxn>
                </a:cxnLst>
                <a:rect l="0" t="0" r="r" b="b"/>
                <a:pathLst>
                  <a:path w="45" h="30">
                    <a:moveTo>
                      <a:pt x="41" y="15"/>
                    </a:moveTo>
                    <a:cubicBezTo>
                      <a:pt x="38" y="7"/>
                      <a:pt x="27" y="0"/>
                      <a:pt x="16" y="0"/>
                    </a:cubicBezTo>
                    <a:cubicBezTo>
                      <a:pt x="6" y="0"/>
                      <a:pt x="0" y="7"/>
                      <a:pt x="3" y="15"/>
                    </a:cubicBezTo>
                    <a:cubicBezTo>
                      <a:pt x="6" y="23"/>
                      <a:pt x="17" y="30"/>
                      <a:pt x="28" y="30"/>
                    </a:cubicBezTo>
                    <a:cubicBezTo>
                      <a:pt x="39" y="30"/>
                      <a:pt x="45" y="23"/>
                      <a:pt x="4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09" name="Freeform 672"/>
              <p:cNvSpPr>
                <a:spLocks/>
              </p:cNvSpPr>
              <p:nvPr/>
            </p:nvSpPr>
            <p:spPr bwMode="auto">
              <a:xfrm>
                <a:off x="6259" y="3514"/>
                <a:ext cx="91" cy="62"/>
              </a:xfrm>
              <a:custGeom>
                <a:avLst/>
                <a:gdLst>
                  <a:gd name="T0" fmla="*/ 41 w 44"/>
                  <a:gd name="T1" fmla="*/ 15 h 30"/>
                  <a:gd name="T2" fmla="*/ 16 w 44"/>
                  <a:gd name="T3" fmla="*/ 0 h 30"/>
                  <a:gd name="T4" fmla="*/ 3 w 44"/>
                  <a:gd name="T5" fmla="*/ 15 h 30"/>
                  <a:gd name="T6" fmla="*/ 28 w 44"/>
                  <a:gd name="T7" fmla="*/ 30 h 30"/>
                  <a:gd name="T8" fmla="*/ 41 w 44"/>
                  <a:gd name="T9" fmla="*/ 15 h 30"/>
                </a:gdLst>
                <a:ahLst/>
                <a:cxnLst>
                  <a:cxn ang="0">
                    <a:pos x="T0" y="T1"/>
                  </a:cxn>
                  <a:cxn ang="0">
                    <a:pos x="T2" y="T3"/>
                  </a:cxn>
                  <a:cxn ang="0">
                    <a:pos x="T4" y="T5"/>
                  </a:cxn>
                  <a:cxn ang="0">
                    <a:pos x="T6" y="T7"/>
                  </a:cxn>
                  <a:cxn ang="0">
                    <a:pos x="T8" y="T9"/>
                  </a:cxn>
                </a:cxnLst>
                <a:rect l="0" t="0" r="r" b="b"/>
                <a:pathLst>
                  <a:path w="44" h="30">
                    <a:moveTo>
                      <a:pt x="41" y="15"/>
                    </a:moveTo>
                    <a:cubicBezTo>
                      <a:pt x="38" y="7"/>
                      <a:pt x="26" y="0"/>
                      <a:pt x="16" y="0"/>
                    </a:cubicBezTo>
                    <a:cubicBezTo>
                      <a:pt x="5" y="0"/>
                      <a:pt x="0" y="7"/>
                      <a:pt x="3" y="15"/>
                    </a:cubicBezTo>
                    <a:cubicBezTo>
                      <a:pt x="6" y="23"/>
                      <a:pt x="17" y="30"/>
                      <a:pt x="28" y="30"/>
                    </a:cubicBezTo>
                    <a:cubicBezTo>
                      <a:pt x="39" y="30"/>
                      <a:pt x="44" y="23"/>
                      <a:pt x="4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10" name="Freeform 673"/>
              <p:cNvSpPr>
                <a:spLocks/>
              </p:cNvSpPr>
              <p:nvPr/>
            </p:nvSpPr>
            <p:spPr bwMode="auto">
              <a:xfrm>
                <a:off x="6354" y="3514"/>
                <a:ext cx="93" cy="62"/>
              </a:xfrm>
              <a:custGeom>
                <a:avLst/>
                <a:gdLst>
                  <a:gd name="T0" fmla="*/ 42 w 45"/>
                  <a:gd name="T1" fmla="*/ 15 h 30"/>
                  <a:gd name="T2" fmla="*/ 16 w 45"/>
                  <a:gd name="T3" fmla="*/ 0 h 30"/>
                  <a:gd name="T4" fmla="*/ 4 w 45"/>
                  <a:gd name="T5" fmla="*/ 15 h 30"/>
                  <a:gd name="T6" fmla="*/ 29 w 45"/>
                  <a:gd name="T7" fmla="*/ 30 h 30"/>
                  <a:gd name="T8" fmla="*/ 42 w 45"/>
                  <a:gd name="T9" fmla="*/ 15 h 30"/>
                </a:gdLst>
                <a:ahLst/>
                <a:cxnLst>
                  <a:cxn ang="0">
                    <a:pos x="T0" y="T1"/>
                  </a:cxn>
                  <a:cxn ang="0">
                    <a:pos x="T2" y="T3"/>
                  </a:cxn>
                  <a:cxn ang="0">
                    <a:pos x="T4" y="T5"/>
                  </a:cxn>
                  <a:cxn ang="0">
                    <a:pos x="T6" y="T7"/>
                  </a:cxn>
                  <a:cxn ang="0">
                    <a:pos x="T8" y="T9"/>
                  </a:cxn>
                </a:cxnLst>
                <a:rect l="0" t="0" r="r" b="b"/>
                <a:pathLst>
                  <a:path w="45" h="30">
                    <a:moveTo>
                      <a:pt x="42" y="15"/>
                    </a:moveTo>
                    <a:cubicBezTo>
                      <a:pt x="38" y="7"/>
                      <a:pt x="27" y="0"/>
                      <a:pt x="16" y="0"/>
                    </a:cubicBezTo>
                    <a:cubicBezTo>
                      <a:pt x="6" y="0"/>
                      <a:pt x="0" y="7"/>
                      <a:pt x="4" y="15"/>
                    </a:cubicBezTo>
                    <a:cubicBezTo>
                      <a:pt x="7" y="23"/>
                      <a:pt x="19" y="30"/>
                      <a:pt x="29" y="30"/>
                    </a:cubicBezTo>
                    <a:cubicBezTo>
                      <a:pt x="40" y="30"/>
                      <a:pt x="45" y="23"/>
                      <a:pt x="42"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11" name="Freeform 674"/>
              <p:cNvSpPr>
                <a:spLocks/>
              </p:cNvSpPr>
              <p:nvPr/>
            </p:nvSpPr>
            <p:spPr bwMode="auto">
              <a:xfrm>
                <a:off x="6451" y="3514"/>
                <a:ext cx="93" cy="62"/>
              </a:xfrm>
              <a:custGeom>
                <a:avLst/>
                <a:gdLst>
                  <a:gd name="T0" fmla="*/ 42 w 45"/>
                  <a:gd name="T1" fmla="*/ 15 h 30"/>
                  <a:gd name="T2" fmla="*/ 16 w 45"/>
                  <a:gd name="T3" fmla="*/ 0 h 30"/>
                  <a:gd name="T4" fmla="*/ 3 w 45"/>
                  <a:gd name="T5" fmla="*/ 15 h 30"/>
                  <a:gd name="T6" fmla="*/ 29 w 45"/>
                  <a:gd name="T7" fmla="*/ 30 h 30"/>
                  <a:gd name="T8" fmla="*/ 42 w 45"/>
                  <a:gd name="T9" fmla="*/ 15 h 30"/>
                </a:gdLst>
                <a:ahLst/>
                <a:cxnLst>
                  <a:cxn ang="0">
                    <a:pos x="T0" y="T1"/>
                  </a:cxn>
                  <a:cxn ang="0">
                    <a:pos x="T2" y="T3"/>
                  </a:cxn>
                  <a:cxn ang="0">
                    <a:pos x="T4" y="T5"/>
                  </a:cxn>
                  <a:cxn ang="0">
                    <a:pos x="T6" y="T7"/>
                  </a:cxn>
                  <a:cxn ang="0">
                    <a:pos x="T8" y="T9"/>
                  </a:cxn>
                </a:cxnLst>
                <a:rect l="0" t="0" r="r" b="b"/>
                <a:pathLst>
                  <a:path w="45" h="30">
                    <a:moveTo>
                      <a:pt x="42" y="15"/>
                    </a:moveTo>
                    <a:cubicBezTo>
                      <a:pt x="38" y="7"/>
                      <a:pt x="27" y="0"/>
                      <a:pt x="16" y="0"/>
                    </a:cubicBezTo>
                    <a:cubicBezTo>
                      <a:pt x="6" y="0"/>
                      <a:pt x="0" y="7"/>
                      <a:pt x="3" y="15"/>
                    </a:cubicBezTo>
                    <a:cubicBezTo>
                      <a:pt x="7" y="23"/>
                      <a:pt x="19" y="30"/>
                      <a:pt x="29" y="30"/>
                    </a:cubicBezTo>
                    <a:cubicBezTo>
                      <a:pt x="40" y="30"/>
                      <a:pt x="45" y="23"/>
                      <a:pt x="42"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12" name="Freeform 675"/>
              <p:cNvSpPr>
                <a:spLocks/>
              </p:cNvSpPr>
              <p:nvPr/>
            </p:nvSpPr>
            <p:spPr bwMode="auto">
              <a:xfrm>
                <a:off x="6548" y="3514"/>
                <a:ext cx="93" cy="62"/>
              </a:xfrm>
              <a:custGeom>
                <a:avLst/>
                <a:gdLst>
                  <a:gd name="T0" fmla="*/ 42 w 45"/>
                  <a:gd name="T1" fmla="*/ 15 h 30"/>
                  <a:gd name="T2" fmla="*/ 16 w 45"/>
                  <a:gd name="T3" fmla="*/ 0 h 30"/>
                  <a:gd name="T4" fmla="*/ 3 w 45"/>
                  <a:gd name="T5" fmla="*/ 15 h 30"/>
                  <a:gd name="T6" fmla="*/ 29 w 45"/>
                  <a:gd name="T7" fmla="*/ 30 h 30"/>
                  <a:gd name="T8" fmla="*/ 42 w 45"/>
                  <a:gd name="T9" fmla="*/ 15 h 30"/>
                </a:gdLst>
                <a:ahLst/>
                <a:cxnLst>
                  <a:cxn ang="0">
                    <a:pos x="T0" y="T1"/>
                  </a:cxn>
                  <a:cxn ang="0">
                    <a:pos x="T2" y="T3"/>
                  </a:cxn>
                  <a:cxn ang="0">
                    <a:pos x="T4" y="T5"/>
                  </a:cxn>
                  <a:cxn ang="0">
                    <a:pos x="T6" y="T7"/>
                  </a:cxn>
                  <a:cxn ang="0">
                    <a:pos x="T8" y="T9"/>
                  </a:cxn>
                </a:cxnLst>
                <a:rect l="0" t="0" r="r" b="b"/>
                <a:pathLst>
                  <a:path w="45" h="30">
                    <a:moveTo>
                      <a:pt x="42" y="15"/>
                    </a:moveTo>
                    <a:cubicBezTo>
                      <a:pt x="38" y="7"/>
                      <a:pt x="26" y="0"/>
                      <a:pt x="16" y="0"/>
                    </a:cubicBezTo>
                    <a:cubicBezTo>
                      <a:pt x="5" y="0"/>
                      <a:pt x="0" y="7"/>
                      <a:pt x="3" y="15"/>
                    </a:cubicBezTo>
                    <a:cubicBezTo>
                      <a:pt x="7" y="23"/>
                      <a:pt x="19" y="30"/>
                      <a:pt x="29" y="30"/>
                    </a:cubicBezTo>
                    <a:cubicBezTo>
                      <a:pt x="40" y="30"/>
                      <a:pt x="45" y="23"/>
                      <a:pt x="42"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13" name="Freeform 676"/>
              <p:cNvSpPr>
                <a:spLocks/>
              </p:cNvSpPr>
              <p:nvPr/>
            </p:nvSpPr>
            <p:spPr bwMode="auto">
              <a:xfrm>
                <a:off x="5898" y="3591"/>
                <a:ext cx="93" cy="64"/>
              </a:xfrm>
              <a:custGeom>
                <a:avLst/>
                <a:gdLst>
                  <a:gd name="T0" fmla="*/ 42 w 45"/>
                  <a:gd name="T1" fmla="*/ 15 h 31"/>
                  <a:gd name="T2" fmla="*/ 17 w 45"/>
                  <a:gd name="T3" fmla="*/ 0 h 31"/>
                  <a:gd name="T4" fmla="*/ 3 w 45"/>
                  <a:gd name="T5" fmla="*/ 15 h 31"/>
                  <a:gd name="T6" fmla="*/ 28 w 45"/>
                  <a:gd name="T7" fmla="*/ 31 h 31"/>
                  <a:gd name="T8" fmla="*/ 42 w 45"/>
                  <a:gd name="T9" fmla="*/ 15 h 31"/>
                </a:gdLst>
                <a:ahLst/>
                <a:cxnLst>
                  <a:cxn ang="0">
                    <a:pos x="T0" y="T1"/>
                  </a:cxn>
                  <a:cxn ang="0">
                    <a:pos x="T2" y="T3"/>
                  </a:cxn>
                  <a:cxn ang="0">
                    <a:pos x="T4" y="T5"/>
                  </a:cxn>
                  <a:cxn ang="0">
                    <a:pos x="T6" y="T7"/>
                  </a:cxn>
                  <a:cxn ang="0">
                    <a:pos x="T8" y="T9"/>
                  </a:cxn>
                </a:cxnLst>
                <a:rect l="0" t="0" r="r" b="b"/>
                <a:pathLst>
                  <a:path w="45" h="31">
                    <a:moveTo>
                      <a:pt x="42" y="15"/>
                    </a:moveTo>
                    <a:cubicBezTo>
                      <a:pt x="39" y="6"/>
                      <a:pt x="28" y="0"/>
                      <a:pt x="17" y="0"/>
                    </a:cubicBezTo>
                    <a:cubicBezTo>
                      <a:pt x="7" y="0"/>
                      <a:pt x="0" y="6"/>
                      <a:pt x="3" y="15"/>
                    </a:cubicBezTo>
                    <a:cubicBezTo>
                      <a:pt x="6" y="24"/>
                      <a:pt x="17" y="31"/>
                      <a:pt x="28" y="31"/>
                    </a:cubicBezTo>
                    <a:cubicBezTo>
                      <a:pt x="39" y="31"/>
                      <a:pt x="45" y="24"/>
                      <a:pt x="42"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14" name="Freeform 677"/>
              <p:cNvSpPr>
                <a:spLocks/>
              </p:cNvSpPr>
              <p:nvPr/>
            </p:nvSpPr>
            <p:spPr bwMode="auto">
              <a:xfrm>
                <a:off x="6387" y="3591"/>
                <a:ext cx="93" cy="64"/>
              </a:xfrm>
              <a:custGeom>
                <a:avLst/>
                <a:gdLst>
                  <a:gd name="T0" fmla="*/ 42 w 45"/>
                  <a:gd name="T1" fmla="*/ 15 h 31"/>
                  <a:gd name="T2" fmla="*/ 16 w 45"/>
                  <a:gd name="T3" fmla="*/ 0 h 31"/>
                  <a:gd name="T4" fmla="*/ 3 w 45"/>
                  <a:gd name="T5" fmla="*/ 15 h 31"/>
                  <a:gd name="T6" fmla="*/ 29 w 45"/>
                  <a:gd name="T7" fmla="*/ 31 h 31"/>
                  <a:gd name="T8" fmla="*/ 42 w 45"/>
                  <a:gd name="T9" fmla="*/ 15 h 31"/>
                </a:gdLst>
                <a:ahLst/>
                <a:cxnLst>
                  <a:cxn ang="0">
                    <a:pos x="T0" y="T1"/>
                  </a:cxn>
                  <a:cxn ang="0">
                    <a:pos x="T2" y="T3"/>
                  </a:cxn>
                  <a:cxn ang="0">
                    <a:pos x="T4" y="T5"/>
                  </a:cxn>
                  <a:cxn ang="0">
                    <a:pos x="T6" y="T7"/>
                  </a:cxn>
                  <a:cxn ang="0">
                    <a:pos x="T8" y="T9"/>
                  </a:cxn>
                </a:cxnLst>
                <a:rect l="0" t="0" r="r" b="b"/>
                <a:pathLst>
                  <a:path w="45" h="31">
                    <a:moveTo>
                      <a:pt x="42" y="15"/>
                    </a:moveTo>
                    <a:cubicBezTo>
                      <a:pt x="38" y="6"/>
                      <a:pt x="27" y="0"/>
                      <a:pt x="16" y="0"/>
                    </a:cubicBezTo>
                    <a:cubicBezTo>
                      <a:pt x="5" y="0"/>
                      <a:pt x="0" y="6"/>
                      <a:pt x="3" y="15"/>
                    </a:cubicBezTo>
                    <a:cubicBezTo>
                      <a:pt x="7" y="24"/>
                      <a:pt x="18" y="31"/>
                      <a:pt x="29" y="31"/>
                    </a:cubicBezTo>
                    <a:cubicBezTo>
                      <a:pt x="40" y="31"/>
                      <a:pt x="45" y="24"/>
                      <a:pt x="42"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15" name="Freeform 678"/>
              <p:cNvSpPr>
                <a:spLocks/>
              </p:cNvSpPr>
              <p:nvPr/>
            </p:nvSpPr>
            <p:spPr bwMode="auto">
              <a:xfrm>
                <a:off x="6484" y="3591"/>
                <a:ext cx="95" cy="64"/>
              </a:xfrm>
              <a:custGeom>
                <a:avLst/>
                <a:gdLst>
                  <a:gd name="T0" fmla="*/ 42 w 46"/>
                  <a:gd name="T1" fmla="*/ 15 h 31"/>
                  <a:gd name="T2" fmla="*/ 16 w 46"/>
                  <a:gd name="T3" fmla="*/ 0 h 31"/>
                  <a:gd name="T4" fmla="*/ 3 w 46"/>
                  <a:gd name="T5" fmla="*/ 15 h 31"/>
                  <a:gd name="T6" fmla="*/ 29 w 46"/>
                  <a:gd name="T7" fmla="*/ 31 h 31"/>
                  <a:gd name="T8" fmla="*/ 42 w 46"/>
                  <a:gd name="T9" fmla="*/ 15 h 31"/>
                </a:gdLst>
                <a:ahLst/>
                <a:cxnLst>
                  <a:cxn ang="0">
                    <a:pos x="T0" y="T1"/>
                  </a:cxn>
                  <a:cxn ang="0">
                    <a:pos x="T2" y="T3"/>
                  </a:cxn>
                  <a:cxn ang="0">
                    <a:pos x="T4" y="T5"/>
                  </a:cxn>
                  <a:cxn ang="0">
                    <a:pos x="T6" y="T7"/>
                  </a:cxn>
                  <a:cxn ang="0">
                    <a:pos x="T8" y="T9"/>
                  </a:cxn>
                </a:cxnLst>
                <a:rect l="0" t="0" r="r" b="b"/>
                <a:pathLst>
                  <a:path w="46" h="31">
                    <a:moveTo>
                      <a:pt x="42" y="15"/>
                    </a:moveTo>
                    <a:cubicBezTo>
                      <a:pt x="38" y="6"/>
                      <a:pt x="27" y="0"/>
                      <a:pt x="16" y="0"/>
                    </a:cubicBezTo>
                    <a:cubicBezTo>
                      <a:pt x="5" y="0"/>
                      <a:pt x="0" y="6"/>
                      <a:pt x="3" y="15"/>
                    </a:cubicBezTo>
                    <a:cubicBezTo>
                      <a:pt x="7" y="24"/>
                      <a:pt x="19" y="31"/>
                      <a:pt x="29" y="31"/>
                    </a:cubicBezTo>
                    <a:cubicBezTo>
                      <a:pt x="40" y="31"/>
                      <a:pt x="46" y="24"/>
                      <a:pt x="42"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16" name="Freeform 679"/>
              <p:cNvSpPr>
                <a:spLocks/>
              </p:cNvSpPr>
              <p:nvPr/>
            </p:nvSpPr>
            <p:spPr bwMode="auto">
              <a:xfrm>
                <a:off x="6581" y="3591"/>
                <a:ext cx="95" cy="64"/>
              </a:xfrm>
              <a:custGeom>
                <a:avLst/>
                <a:gdLst>
                  <a:gd name="T0" fmla="*/ 42 w 46"/>
                  <a:gd name="T1" fmla="*/ 15 h 31"/>
                  <a:gd name="T2" fmla="*/ 16 w 46"/>
                  <a:gd name="T3" fmla="*/ 0 h 31"/>
                  <a:gd name="T4" fmla="*/ 4 w 46"/>
                  <a:gd name="T5" fmla="*/ 15 h 31"/>
                  <a:gd name="T6" fmla="*/ 30 w 46"/>
                  <a:gd name="T7" fmla="*/ 31 h 31"/>
                  <a:gd name="T8" fmla="*/ 42 w 46"/>
                  <a:gd name="T9" fmla="*/ 15 h 31"/>
                </a:gdLst>
                <a:ahLst/>
                <a:cxnLst>
                  <a:cxn ang="0">
                    <a:pos x="T0" y="T1"/>
                  </a:cxn>
                  <a:cxn ang="0">
                    <a:pos x="T2" y="T3"/>
                  </a:cxn>
                  <a:cxn ang="0">
                    <a:pos x="T4" y="T5"/>
                  </a:cxn>
                  <a:cxn ang="0">
                    <a:pos x="T6" y="T7"/>
                  </a:cxn>
                  <a:cxn ang="0">
                    <a:pos x="T8" y="T9"/>
                  </a:cxn>
                </a:cxnLst>
                <a:rect l="0" t="0" r="r" b="b"/>
                <a:pathLst>
                  <a:path w="46" h="31">
                    <a:moveTo>
                      <a:pt x="42" y="15"/>
                    </a:moveTo>
                    <a:cubicBezTo>
                      <a:pt x="39" y="6"/>
                      <a:pt x="27" y="0"/>
                      <a:pt x="16" y="0"/>
                    </a:cubicBezTo>
                    <a:cubicBezTo>
                      <a:pt x="6" y="0"/>
                      <a:pt x="0" y="6"/>
                      <a:pt x="4" y="15"/>
                    </a:cubicBezTo>
                    <a:cubicBezTo>
                      <a:pt x="8" y="24"/>
                      <a:pt x="19" y="31"/>
                      <a:pt x="30" y="31"/>
                    </a:cubicBezTo>
                    <a:cubicBezTo>
                      <a:pt x="41" y="31"/>
                      <a:pt x="46" y="24"/>
                      <a:pt x="42"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17" name="Freeform 680"/>
              <p:cNvSpPr>
                <a:spLocks/>
              </p:cNvSpPr>
              <p:nvPr/>
            </p:nvSpPr>
            <p:spPr bwMode="auto">
              <a:xfrm>
                <a:off x="6517" y="3667"/>
                <a:ext cx="97" cy="66"/>
              </a:xfrm>
              <a:custGeom>
                <a:avLst/>
                <a:gdLst>
                  <a:gd name="T0" fmla="*/ 43 w 47"/>
                  <a:gd name="T1" fmla="*/ 16 h 32"/>
                  <a:gd name="T2" fmla="*/ 16 w 47"/>
                  <a:gd name="T3" fmla="*/ 0 h 32"/>
                  <a:gd name="T4" fmla="*/ 4 w 47"/>
                  <a:gd name="T5" fmla="*/ 16 h 32"/>
                  <a:gd name="T6" fmla="*/ 30 w 47"/>
                  <a:gd name="T7" fmla="*/ 32 h 32"/>
                  <a:gd name="T8" fmla="*/ 43 w 47"/>
                  <a:gd name="T9" fmla="*/ 16 h 32"/>
                </a:gdLst>
                <a:ahLst/>
                <a:cxnLst>
                  <a:cxn ang="0">
                    <a:pos x="T0" y="T1"/>
                  </a:cxn>
                  <a:cxn ang="0">
                    <a:pos x="T2" y="T3"/>
                  </a:cxn>
                  <a:cxn ang="0">
                    <a:pos x="T4" y="T5"/>
                  </a:cxn>
                  <a:cxn ang="0">
                    <a:pos x="T6" y="T7"/>
                  </a:cxn>
                  <a:cxn ang="0">
                    <a:pos x="T8" y="T9"/>
                  </a:cxn>
                </a:cxnLst>
                <a:rect l="0" t="0" r="r" b="b"/>
                <a:pathLst>
                  <a:path w="47" h="32">
                    <a:moveTo>
                      <a:pt x="43" y="16"/>
                    </a:moveTo>
                    <a:cubicBezTo>
                      <a:pt x="39" y="8"/>
                      <a:pt x="27" y="0"/>
                      <a:pt x="16" y="0"/>
                    </a:cubicBezTo>
                    <a:cubicBezTo>
                      <a:pt x="6" y="0"/>
                      <a:pt x="0" y="8"/>
                      <a:pt x="4" y="16"/>
                    </a:cubicBezTo>
                    <a:cubicBezTo>
                      <a:pt x="7" y="25"/>
                      <a:pt x="19" y="32"/>
                      <a:pt x="30" y="32"/>
                    </a:cubicBezTo>
                    <a:cubicBezTo>
                      <a:pt x="41" y="32"/>
                      <a:pt x="47" y="25"/>
                      <a:pt x="43"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18" name="Freeform 681"/>
              <p:cNvSpPr>
                <a:spLocks/>
              </p:cNvSpPr>
              <p:nvPr/>
            </p:nvSpPr>
            <p:spPr bwMode="auto">
              <a:xfrm>
                <a:off x="6550" y="3750"/>
                <a:ext cx="99" cy="68"/>
              </a:xfrm>
              <a:custGeom>
                <a:avLst/>
                <a:gdLst>
                  <a:gd name="T0" fmla="*/ 44 w 48"/>
                  <a:gd name="T1" fmla="*/ 16 h 33"/>
                  <a:gd name="T2" fmla="*/ 17 w 48"/>
                  <a:gd name="T3" fmla="*/ 0 h 33"/>
                  <a:gd name="T4" fmla="*/ 4 w 48"/>
                  <a:gd name="T5" fmla="*/ 16 h 33"/>
                  <a:gd name="T6" fmla="*/ 31 w 48"/>
                  <a:gd name="T7" fmla="*/ 33 h 33"/>
                  <a:gd name="T8" fmla="*/ 44 w 48"/>
                  <a:gd name="T9" fmla="*/ 16 h 33"/>
                </a:gdLst>
                <a:ahLst/>
                <a:cxnLst>
                  <a:cxn ang="0">
                    <a:pos x="T0" y="T1"/>
                  </a:cxn>
                  <a:cxn ang="0">
                    <a:pos x="T2" y="T3"/>
                  </a:cxn>
                  <a:cxn ang="0">
                    <a:pos x="T4" y="T5"/>
                  </a:cxn>
                  <a:cxn ang="0">
                    <a:pos x="T6" y="T7"/>
                  </a:cxn>
                  <a:cxn ang="0">
                    <a:pos x="T8" y="T9"/>
                  </a:cxn>
                </a:cxnLst>
                <a:rect l="0" t="0" r="r" b="b"/>
                <a:pathLst>
                  <a:path w="48" h="33">
                    <a:moveTo>
                      <a:pt x="44" y="16"/>
                    </a:moveTo>
                    <a:cubicBezTo>
                      <a:pt x="40" y="7"/>
                      <a:pt x="28" y="0"/>
                      <a:pt x="17" y="0"/>
                    </a:cubicBezTo>
                    <a:cubicBezTo>
                      <a:pt x="6" y="0"/>
                      <a:pt x="0" y="7"/>
                      <a:pt x="4" y="16"/>
                    </a:cubicBezTo>
                    <a:cubicBezTo>
                      <a:pt x="8" y="25"/>
                      <a:pt x="20" y="33"/>
                      <a:pt x="31" y="33"/>
                    </a:cubicBezTo>
                    <a:cubicBezTo>
                      <a:pt x="42" y="33"/>
                      <a:pt x="48" y="25"/>
                      <a:pt x="44"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19" name="Freeform 682"/>
              <p:cNvSpPr>
                <a:spLocks/>
              </p:cNvSpPr>
              <p:nvPr/>
            </p:nvSpPr>
            <p:spPr bwMode="auto">
              <a:xfrm>
                <a:off x="2075" y="2669"/>
                <a:ext cx="76" cy="41"/>
              </a:xfrm>
              <a:custGeom>
                <a:avLst/>
                <a:gdLst>
                  <a:gd name="T0" fmla="*/ 35 w 37"/>
                  <a:gd name="T1" fmla="*/ 10 h 20"/>
                  <a:gd name="T2" fmla="*/ 22 w 37"/>
                  <a:gd name="T3" fmla="*/ 0 h 20"/>
                  <a:gd name="T4" fmla="*/ 2 w 37"/>
                  <a:gd name="T5" fmla="*/ 10 h 20"/>
                  <a:gd name="T6" fmla="*/ 15 w 37"/>
                  <a:gd name="T7" fmla="*/ 20 h 20"/>
                  <a:gd name="T8" fmla="*/ 35 w 37"/>
                  <a:gd name="T9" fmla="*/ 10 h 20"/>
                </a:gdLst>
                <a:ahLst/>
                <a:cxnLst>
                  <a:cxn ang="0">
                    <a:pos x="T0" y="T1"/>
                  </a:cxn>
                  <a:cxn ang="0">
                    <a:pos x="T2" y="T3"/>
                  </a:cxn>
                  <a:cxn ang="0">
                    <a:pos x="T4" y="T5"/>
                  </a:cxn>
                  <a:cxn ang="0">
                    <a:pos x="T6" y="T7"/>
                  </a:cxn>
                  <a:cxn ang="0">
                    <a:pos x="T8" y="T9"/>
                  </a:cxn>
                </a:cxnLst>
                <a:rect l="0" t="0" r="r" b="b"/>
                <a:pathLst>
                  <a:path w="37" h="20">
                    <a:moveTo>
                      <a:pt x="35" y="10"/>
                    </a:moveTo>
                    <a:cubicBezTo>
                      <a:pt x="37" y="5"/>
                      <a:pt x="31" y="0"/>
                      <a:pt x="22" y="0"/>
                    </a:cubicBezTo>
                    <a:cubicBezTo>
                      <a:pt x="13" y="0"/>
                      <a:pt x="4" y="5"/>
                      <a:pt x="2" y="10"/>
                    </a:cubicBezTo>
                    <a:cubicBezTo>
                      <a:pt x="0" y="16"/>
                      <a:pt x="6" y="20"/>
                      <a:pt x="15" y="20"/>
                    </a:cubicBezTo>
                    <a:cubicBezTo>
                      <a:pt x="25" y="20"/>
                      <a:pt x="33" y="16"/>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20" name="Freeform 683"/>
              <p:cNvSpPr>
                <a:spLocks/>
              </p:cNvSpPr>
              <p:nvPr/>
            </p:nvSpPr>
            <p:spPr bwMode="auto">
              <a:xfrm>
                <a:off x="2061" y="2719"/>
                <a:ext cx="74" cy="43"/>
              </a:xfrm>
              <a:custGeom>
                <a:avLst/>
                <a:gdLst>
                  <a:gd name="T0" fmla="*/ 34 w 36"/>
                  <a:gd name="T1" fmla="*/ 10 h 21"/>
                  <a:gd name="T2" fmla="*/ 21 w 36"/>
                  <a:gd name="T3" fmla="*/ 0 h 21"/>
                  <a:gd name="T4" fmla="*/ 1 w 36"/>
                  <a:gd name="T5" fmla="*/ 10 h 21"/>
                  <a:gd name="T6" fmla="*/ 15 w 36"/>
                  <a:gd name="T7" fmla="*/ 21 h 21"/>
                  <a:gd name="T8" fmla="*/ 34 w 36"/>
                  <a:gd name="T9" fmla="*/ 10 h 21"/>
                </a:gdLst>
                <a:ahLst/>
                <a:cxnLst>
                  <a:cxn ang="0">
                    <a:pos x="T0" y="T1"/>
                  </a:cxn>
                  <a:cxn ang="0">
                    <a:pos x="T2" y="T3"/>
                  </a:cxn>
                  <a:cxn ang="0">
                    <a:pos x="T4" y="T5"/>
                  </a:cxn>
                  <a:cxn ang="0">
                    <a:pos x="T6" y="T7"/>
                  </a:cxn>
                  <a:cxn ang="0">
                    <a:pos x="T8" y="T9"/>
                  </a:cxn>
                </a:cxnLst>
                <a:rect l="0" t="0" r="r" b="b"/>
                <a:pathLst>
                  <a:path w="36" h="21">
                    <a:moveTo>
                      <a:pt x="34" y="10"/>
                    </a:moveTo>
                    <a:cubicBezTo>
                      <a:pt x="36" y="5"/>
                      <a:pt x="30" y="0"/>
                      <a:pt x="21" y="0"/>
                    </a:cubicBezTo>
                    <a:cubicBezTo>
                      <a:pt x="12" y="0"/>
                      <a:pt x="3" y="5"/>
                      <a:pt x="1" y="10"/>
                    </a:cubicBezTo>
                    <a:cubicBezTo>
                      <a:pt x="0" y="16"/>
                      <a:pt x="6" y="21"/>
                      <a:pt x="15" y="21"/>
                    </a:cubicBezTo>
                    <a:cubicBezTo>
                      <a:pt x="24" y="21"/>
                      <a:pt x="33" y="16"/>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21" name="Freeform 684"/>
              <p:cNvSpPr>
                <a:spLocks/>
              </p:cNvSpPr>
              <p:nvPr/>
            </p:nvSpPr>
            <p:spPr bwMode="auto">
              <a:xfrm>
                <a:off x="2143" y="2719"/>
                <a:ext cx="76" cy="43"/>
              </a:xfrm>
              <a:custGeom>
                <a:avLst/>
                <a:gdLst>
                  <a:gd name="T0" fmla="*/ 35 w 37"/>
                  <a:gd name="T1" fmla="*/ 10 h 21"/>
                  <a:gd name="T2" fmla="*/ 22 w 37"/>
                  <a:gd name="T3" fmla="*/ 0 h 21"/>
                  <a:gd name="T4" fmla="*/ 2 w 37"/>
                  <a:gd name="T5" fmla="*/ 10 h 21"/>
                  <a:gd name="T6" fmla="*/ 15 w 37"/>
                  <a:gd name="T7" fmla="*/ 21 h 21"/>
                  <a:gd name="T8" fmla="*/ 35 w 37"/>
                  <a:gd name="T9" fmla="*/ 10 h 21"/>
                </a:gdLst>
                <a:ahLst/>
                <a:cxnLst>
                  <a:cxn ang="0">
                    <a:pos x="T0" y="T1"/>
                  </a:cxn>
                  <a:cxn ang="0">
                    <a:pos x="T2" y="T3"/>
                  </a:cxn>
                  <a:cxn ang="0">
                    <a:pos x="T4" y="T5"/>
                  </a:cxn>
                  <a:cxn ang="0">
                    <a:pos x="T6" y="T7"/>
                  </a:cxn>
                  <a:cxn ang="0">
                    <a:pos x="T8" y="T9"/>
                  </a:cxn>
                </a:cxnLst>
                <a:rect l="0" t="0" r="r" b="b"/>
                <a:pathLst>
                  <a:path w="37" h="21">
                    <a:moveTo>
                      <a:pt x="35" y="10"/>
                    </a:moveTo>
                    <a:cubicBezTo>
                      <a:pt x="37" y="5"/>
                      <a:pt x="31" y="0"/>
                      <a:pt x="22" y="0"/>
                    </a:cubicBezTo>
                    <a:cubicBezTo>
                      <a:pt x="12" y="0"/>
                      <a:pt x="4" y="5"/>
                      <a:pt x="2" y="10"/>
                    </a:cubicBezTo>
                    <a:cubicBezTo>
                      <a:pt x="0" y="16"/>
                      <a:pt x="6" y="21"/>
                      <a:pt x="15" y="21"/>
                    </a:cubicBezTo>
                    <a:cubicBezTo>
                      <a:pt x="25" y="21"/>
                      <a:pt x="33" y="16"/>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22" name="Freeform 685"/>
              <p:cNvSpPr>
                <a:spLocks/>
              </p:cNvSpPr>
              <p:nvPr/>
            </p:nvSpPr>
            <p:spPr bwMode="auto">
              <a:xfrm>
                <a:off x="2521" y="3370"/>
                <a:ext cx="82" cy="58"/>
              </a:xfrm>
              <a:custGeom>
                <a:avLst/>
                <a:gdLst>
                  <a:gd name="T0" fmla="*/ 39 w 40"/>
                  <a:gd name="T1" fmla="*/ 14 h 28"/>
                  <a:gd name="T2" fmla="*/ 22 w 40"/>
                  <a:gd name="T3" fmla="*/ 0 h 28"/>
                  <a:gd name="T4" fmla="*/ 1 w 40"/>
                  <a:gd name="T5" fmla="*/ 14 h 28"/>
                  <a:gd name="T6" fmla="*/ 17 w 40"/>
                  <a:gd name="T7" fmla="*/ 28 h 28"/>
                  <a:gd name="T8" fmla="*/ 39 w 40"/>
                  <a:gd name="T9" fmla="*/ 14 h 28"/>
                </a:gdLst>
                <a:ahLst/>
                <a:cxnLst>
                  <a:cxn ang="0">
                    <a:pos x="T0" y="T1"/>
                  </a:cxn>
                  <a:cxn ang="0">
                    <a:pos x="T2" y="T3"/>
                  </a:cxn>
                  <a:cxn ang="0">
                    <a:pos x="T4" y="T5"/>
                  </a:cxn>
                  <a:cxn ang="0">
                    <a:pos x="T6" y="T7"/>
                  </a:cxn>
                  <a:cxn ang="0">
                    <a:pos x="T8" y="T9"/>
                  </a:cxn>
                </a:cxnLst>
                <a:rect l="0" t="0" r="r" b="b"/>
                <a:pathLst>
                  <a:path w="40" h="28">
                    <a:moveTo>
                      <a:pt x="39" y="14"/>
                    </a:moveTo>
                    <a:cubicBezTo>
                      <a:pt x="40" y="7"/>
                      <a:pt x="33" y="0"/>
                      <a:pt x="22" y="0"/>
                    </a:cubicBezTo>
                    <a:cubicBezTo>
                      <a:pt x="12" y="0"/>
                      <a:pt x="3" y="7"/>
                      <a:pt x="1" y="14"/>
                    </a:cubicBezTo>
                    <a:cubicBezTo>
                      <a:pt x="0" y="22"/>
                      <a:pt x="7" y="28"/>
                      <a:pt x="17" y="28"/>
                    </a:cubicBezTo>
                    <a:cubicBezTo>
                      <a:pt x="28" y="28"/>
                      <a:pt x="37" y="22"/>
                      <a:pt x="39"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23" name="Freeform 686"/>
              <p:cNvSpPr>
                <a:spLocks/>
              </p:cNvSpPr>
              <p:nvPr/>
            </p:nvSpPr>
            <p:spPr bwMode="auto">
              <a:xfrm>
                <a:off x="2337" y="2357"/>
                <a:ext cx="70" cy="33"/>
              </a:xfrm>
              <a:custGeom>
                <a:avLst/>
                <a:gdLst>
                  <a:gd name="T0" fmla="*/ 32 w 34"/>
                  <a:gd name="T1" fmla="*/ 8 h 16"/>
                  <a:gd name="T2" fmla="*/ 19 w 34"/>
                  <a:gd name="T3" fmla="*/ 0 h 16"/>
                  <a:gd name="T4" fmla="*/ 2 w 34"/>
                  <a:gd name="T5" fmla="*/ 8 h 16"/>
                  <a:gd name="T6" fmla="*/ 15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4" y="4"/>
                      <a:pt x="28" y="0"/>
                      <a:pt x="19" y="0"/>
                    </a:cubicBezTo>
                    <a:cubicBezTo>
                      <a:pt x="11" y="0"/>
                      <a:pt x="3" y="4"/>
                      <a:pt x="2" y="8"/>
                    </a:cubicBezTo>
                    <a:cubicBezTo>
                      <a:pt x="0" y="13"/>
                      <a:pt x="6" y="16"/>
                      <a:pt x="15" y="16"/>
                    </a:cubicBezTo>
                    <a:cubicBezTo>
                      <a:pt x="23" y="16"/>
                      <a:pt x="31"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24" name="Freeform 687"/>
              <p:cNvSpPr>
                <a:spLocks/>
              </p:cNvSpPr>
              <p:nvPr/>
            </p:nvSpPr>
            <p:spPr bwMode="auto">
              <a:xfrm>
                <a:off x="2011" y="2398"/>
                <a:ext cx="72" cy="35"/>
              </a:xfrm>
              <a:custGeom>
                <a:avLst/>
                <a:gdLst>
                  <a:gd name="T0" fmla="*/ 33 w 35"/>
                  <a:gd name="T1" fmla="*/ 8 h 17"/>
                  <a:gd name="T2" fmla="*/ 21 w 35"/>
                  <a:gd name="T3" fmla="*/ 0 h 17"/>
                  <a:gd name="T4" fmla="*/ 2 w 35"/>
                  <a:gd name="T5" fmla="*/ 8 h 17"/>
                  <a:gd name="T6" fmla="*/ 15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5" y="4"/>
                      <a:pt x="29" y="0"/>
                      <a:pt x="21" y="0"/>
                    </a:cubicBezTo>
                    <a:cubicBezTo>
                      <a:pt x="12" y="0"/>
                      <a:pt x="4" y="4"/>
                      <a:pt x="2" y="8"/>
                    </a:cubicBezTo>
                    <a:cubicBezTo>
                      <a:pt x="0" y="13"/>
                      <a:pt x="6" y="17"/>
                      <a:pt x="15" y="17"/>
                    </a:cubicBezTo>
                    <a:cubicBezTo>
                      <a:pt x="23" y="17"/>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25" name="Freeform 688"/>
              <p:cNvSpPr>
                <a:spLocks/>
              </p:cNvSpPr>
              <p:nvPr/>
            </p:nvSpPr>
            <p:spPr bwMode="auto">
              <a:xfrm>
                <a:off x="2089" y="2398"/>
                <a:ext cx="73" cy="35"/>
              </a:xfrm>
              <a:custGeom>
                <a:avLst/>
                <a:gdLst>
                  <a:gd name="T0" fmla="*/ 33 w 35"/>
                  <a:gd name="T1" fmla="*/ 8 h 17"/>
                  <a:gd name="T2" fmla="*/ 20 w 35"/>
                  <a:gd name="T3" fmla="*/ 0 h 17"/>
                  <a:gd name="T4" fmla="*/ 2 w 35"/>
                  <a:gd name="T5" fmla="*/ 8 h 17"/>
                  <a:gd name="T6" fmla="*/ 15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5" y="4"/>
                      <a:pt x="29" y="0"/>
                      <a:pt x="20" y="0"/>
                    </a:cubicBezTo>
                    <a:cubicBezTo>
                      <a:pt x="12" y="0"/>
                      <a:pt x="4" y="4"/>
                      <a:pt x="2" y="8"/>
                    </a:cubicBezTo>
                    <a:cubicBezTo>
                      <a:pt x="0" y="13"/>
                      <a:pt x="6" y="17"/>
                      <a:pt x="15" y="17"/>
                    </a:cubicBezTo>
                    <a:cubicBezTo>
                      <a:pt x="23" y="17"/>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26" name="Freeform 689"/>
              <p:cNvSpPr>
                <a:spLocks/>
              </p:cNvSpPr>
              <p:nvPr/>
            </p:nvSpPr>
            <p:spPr bwMode="auto">
              <a:xfrm>
                <a:off x="2168" y="2398"/>
                <a:ext cx="70" cy="35"/>
              </a:xfrm>
              <a:custGeom>
                <a:avLst/>
                <a:gdLst>
                  <a:gd name="T0" fmla="*/ 33 w 34"/>
                  <a:gd name="T1" fmla="*/ 8 h 17"/>
                  <a:gd name="T2" fmla="*/ 20 w 34"/>
                  <a:gd name="T3" fmla="*/ 0 h 17"/>
                  <a:gd name="T4" fmla="*/ 2 w 34"/>
                  <a:gd name="T5" fmla="*/ 8 h 17"/>
                  <a:gd name="T6" fmla="*/ 14 w 34"/>
                  <a:gd name="T7" fmla="*/ 17 h 17"/>
                  <a:gd name="T8" fmla="*/ 33 w 34"/>
                  <a:gd name="T9" fmla="*/ 8 h 17"/>
                </a:gdLst>
                <a:ahLst/>
                <a:cxnLst>
                  <a:cxn ang="0">
                    <a:pos x="T0" y="T1"/>
                  </a:cxn>
                  <a:cxn ang="0">
                    <a:pos x="T2" y="T3"/>
                  </a:cxn>
                  <a:cxn ang="0">
                    <a:pos x="T4" y="T5"/>
                  </a:cxn>
                  <a:cxn ang="0">
                    <a:pos x="T6" y="T7"/>
                  </a:cxn>
                  <a:cxn ang="0">
                    <a:pos x="T8" y="T9"/>
                  </a:cxn>
                </a:cxnLst>
                <a:rect l="0" t="0" r="r" b="b"/>
                <a:pathLst>
                  <a:path w="34" h="17">
                    <a:moveTo>
                      <a:pt x="33" y="8"/>
                    </a:moveTo>
                    <a:cubicBezTo>
                      <a:pt x="34" y="4"/>
                      <a:pt x="29" y="0"/>
                      <a:pt x="20" y="0"/>
                    </a:cubicBezTo>
                    <a:cubicBezTo>
                      <a:pt x="12" y="0"/>
                      <a:pt x="3" y="4"/>
                      <a:pt x="2" y="8"/>
                    </a:cubicBezTo>
                    <a:cubicBezTo>
                      <a:pt x="0" y="13"/>
                      <a:pt x="6" y="17"/>
                      <a:pt x="14" y="17"/>
                    </a:cubicBezTo>
                    <a:cubicBezTo>
                      <a:pt x="23" y="17"/>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27" name="Freeform 690"/>
              <p:cNvSpPr>
                <a:spLocks/>
              </p:cNvSpPr>
              <p:nvPr/>
            </p:nvSpPr>
            <p:spPr bwMode="auto">
              <a:xfrm>
                <a:off x="2246" y="2398"/>
                <a:ext cx="70" cy="35"/>
              </a:xfrm>
              <a:custGeom>
                <a:avLst/>
                <a:gdLst>
                  <a:gd name="T0" fmla="*/ 33 w 34"/>
                  <a:gd name="T1" fmla="*/ 8 h 17"/>
                  <a:gd name="T2" fmla="*/ 20 w 34"/>
                  <a:gd name="T3" fmla="*/ 0 h 17"/>
                  <a:gd name="T4" fmla="*/ 2 w 34"/>
                  <a:gd name="T5" fmla="*/ 8 h 17"/>
                  <a:gd name="T6" fmla="*/ 14 w 34"/>
                  <a:gd name="T7" fmla="*/ 17 h 17"/>
                  <a:gd name="T8" fmla="*/ 33 w 34"/>
                  <a:gd name="T9" fmla="*/ 8 h 17"/>
                </a:gdLst>
                <a:ahLst/>
                <a:cxnLst>
                  <a:cxn ang="0">
                    <a:pos x="T0" y="T1"/>
                  </a:cxn>
                  <a:cxn ang="0">
                    <a:pos x="T2" y="T3"/>
                  </a:cxn>
                  <a:cxn ang="0">
                    <a:pos x="T4" y="T5"/>
                  </a:cxn>
                  <a:cxn ang="0">
                    <a:pos x="T6" y="T7"/>
                  </a:cxn>
                  <a:cxn ang="0">
                    <a:pos x="T8" y="T9"/>
                  </a:cxn>
                </a:cxnLst>
                <a:rect l="0" t="0" r="r" b="b"/>
                <a:pathLst>
                  <a:path w="34" h="17">
                    <a:moveTo>
                      <a:pt x="33" y="8"/>
                    </a:moveTo>
                    <a:cubicBezTo>
                      <a:pt x="34" y="4"/>
                      <a:pt x="28" y="0"/>
                      <a:pt x="20" y="0"/>
                    </a:cubicBezTo>
                    <a:cubicBezTo>
                      <a:pt x="11" y="0"/>
                      <a:pt x="3" y="4"/>
                      <a:pt x="2" y="8"/>
                    </a:cubicBezTo>
                    <a:cubicBezTo>
                      <a:pt x="0" y="13"/>
                      <a:pt x="6" y="17"/>
                      <a:pt x="14" y="17"/>
                    </a:cubicBezTo>
                    <a:cubicBezTo>
                      <a:pt x="23" y="17"/>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28" name="Freeform 691"/>
              <p:cNvSpPr>
                <a:spLocks/>
              </p:cNvSpPr>
              <p:nvPr/>
            </p:nvSpPr>
            <p:spPr bwMode="auto">
              <a:xfrm>
                <a:off x="2325" y="2398"/>
                <a:ext cx="70" cy="35"/>
              </a:xfrm>
              <a:custGeom>
                <a:avLst/>
                <a:gdLst>
                  <a:gd name="T0" fmla="*/ 32 w 34"/>
                  <a:gd name="T1" fmla="*/ 8 h 17"/>
                  <a:gd name="T2" fmla="*/ 19 w 34"/>
                  <a:gd name="T3" fmla="*/ 0 h 17"/>
                  <a:gd name="T4" fmla="*/ 2 w 34"/>
                  <a:gd name="T5" fmla="*/ 8 h 17"/>
                  <a:gd name="T6" fmla="*/ 14 w 34"/>
                  <a:gd name="T7" fmla="*/ 17 h 17"/>
                  <a:gd name="T8" fmla="*/ 32 w 34"/>
                  <a:gd name="T9" fmla="*/ 8 h 17"/>
                </a:gdLst>
                <a:ahLst/>
                <a:cxnLst>
                  <a:cxn ang="0">
                    <a:pos x="T0" y="T1"/>
                  </a:cxn>
                  <a:cxn ang="0">
                    <a:pos x="T2" y="T3"/>
                  </a:cxn>
                  <a:cxn ang="0">
                    <a:pos x="T4" y="T5"/>
                  </a:cxn>
                  <a:cxn ang="0">
                    <a:pos x="T6" y="T7"/>
                  </a:cxn>
                  <a:cxn ang="0">
                    <a:pos x="T8" y="T9"/>
                  </a:cxn>
                </a:cxnLst>
                <a:rect l="0" t="0" r="r" b="b"/>
                <a:pathLst>
                  <a:path w="34" h="17">
                    <a:moveTo>
                      <a:pt x="32" y="8"/>
                    </a:moveTo>
                    <a:cubicBezTo>
                      <a:pt x="34" y="4"/>
                      <a:pt x="28" y="0"/>
                      <a:pt x="19" y="0"/>
                    </a:cubicBezTo>
                    <a:cubicBezTo>
                      <a:pt x="11" y="0"/>
                      <a:pt x="3" y="4"/>
                      <a:pt x="2" y="8"/>
                    </a:cubicBezTo>
                    <a:cubicBezTo>
                      <a:pt x="0" y="13"/>
                      <a:pt x="6" y="17"/>
                      <a:pt x="14" y="17"/>
                    </a:cubicBezTo>
                    <a:cubicBezTo>
                      <a:pt x="23" y="17"/>
                      <a:pt x="31"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29" name="Freeform 692"/>
              <p:cNvSpPr>
                <a:spLocks/>
              </p:cNvSpPr>
              <p:nvPr/>
            </p:nvSpPr>
            <p:spPr bwMode="auto">
              <a:xfrm>
                <a:off x="2403" y="2398"/>
                <a:ext cx="68" cy="35"/>
              </a:xfrm>
              <a:custGeom>
                <a:avLst/>
                <a:gdLst>
                  <a:gd name="T0" fmla="*/ 32 w 33"/>
                  <a:gd name="T1" fmla="*/ 8 h 17"/>
                  <a:gd name="T2" fmla="*/ 19 w 33"/>
                  <a:gd name="T3" fmla="*/ 0 h 17"/>
                  <a:gd name="T4" fmla="*/ 1 w 33"/>
                  <a:gd name="T5" fmla="*/ 8 h 17"/>
                  <a:gd name="T6" fmla="*/ 14 w 33"/>
                  <a:gd name="T7" fmla="*/ 17 h 17"/>
                  <a:gd name="T8" fmla="*/ 32 w 33"/>
                  <a:gd name="T9" fmla="*/ 8 h 17"/>
                </a:gdLst>
                <a:ahLst/>
                <a:cxnLst>
                  <a:cxn ang="0">
                    <a:pos x="T0" y="T1"/>
                  </a:cxn>
                  <a:cxn ang="0">
                    <a:pos x="T2" y="T3"/>
                  </a:cxn>
                  <a:cxn ang="0">
                    <a:pos x="T4" y="T5"/>
                  </a:cxn>
                  <a:cxn ang="0">
                    <a:pos x="T6" y="T7"/>
                  </a:cxn>
                  <a:cxn ang="0">
                    <a:pos x="T8" y="T9"/>
                  </a:cxn>
                </a:cxnLst>
                <a:rect l="0" t="0" r="r" b="b"/>
                <a:pathLst>
                  <a:path w="33" h="17">
                    <a:moveTo>
                      <a:pt x="32" y="8"/>
                    </a:moveTo>
                    <a:cubicBezTo>
                      <a:pt x="33" y="4"/>
                      <a:pt x="28" y="0"/>
                      <a:pt x="19" y="0"/>
                    </a:cubicBezTo>
                    <a:cubicBezTo>
                      <a:pt x="11" y="0"/>
                      <a:pt x="3" y="4"/>
                      <a:pt x="1" y="8"/>
                    </a:cubicBezTo>
                    <a:cubicBezTo>
                      <a:pt x="0" y="13"/>
                      <a:pt x="6" y="17"/>
                      <a:pt x="14" y="17"/>
                    </a:cubicBezTo>
                    <a:cubicBezTo>
                      <a:pt x="23" y="17"/>
                      <a:pt x="31"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30" name="Freeform 693"/>
              <p:cNvSpPr>
                <a:spLocks/>
              </p:cNvSpPr>
              <p:nvPr/>
            </p:nvSpPr>
            <p:spPr bwMode="auto">
              <a:xfrm>
                <a:off x="1997" y="2442"/>
                <a:ext cx="70" cy="35"/>
              </a:xfrm>
              <a:custGeom>
                <a:avLst/>
                <a:gdLst>
                  <a:gd name="T0" fmla="*/ 33 w 34"/>
                  <a:gd name="T1" fmla="*/ 8 h 17"/>
                  <a:gd name="T2" fmla="*/ 20 w 34"/>
                  <a:gd name="T3" fmla="*/ 0 h 17"/>
                  <a:gd name="T4" fmla="*/ 1 w 34"/>
                  <a:gd name="T5" fmla="*/ 8 h 17"/>
                  <a:gd name="T6" fmla="*/ 14 w 34"/>
                  <a:gd name="T7" fmla="*/ 17 h 17"/>
                  <a:gd name="T8" fmla="*/ 33 w 34"/>
                  <a:gd name="T9" fmla="*/ 8 h 17"/>
                </a:gdLst>
                <a:ahLst/>
                <a:cxnLst>
                  <a:cxn ang="0">
                    <a:pos x="T0" y="T1"/>
                  </a:cxn>
                  <a:cxn ang="0">
                    <a:pos x="T2" y="T3"/>
                  </a:cxn>
                  <a:cxn ang="0">
                    <a:pos x="T4" y="T5"/>
                  </a:cxn>
                  <a:cxn ang="0">
                    <a:pos x="T6" y="T7"/>
                  </a:cxn>
                  <a:cxn ang="0">
                    <a:pos x="T8" y="T9"/>
                  </a:cxn>
                </a:cxnLst>
                <a:rect l="0" t="0" r="r" b="b"/>
                <a:pathLst>
                  <a:path w="34" h="17">
                    <a:moveTo>
                      <a:pt x="33" y="8"/>
                    </a:moveTo>
                    <a:cubicBezTo>
                      <a:pt x="34" y="3"/>
                      <a:pt x="29" y="0"/>
                      <a:pt x="20" y="0"/>
                    </a:cubicBezTo>
                    <a:cubicBezTo>
                      <a:pt x="12" y="0"/>
                      <a:pt x="3" y="3"/>
                      <a:pt x="1" y="8"/>
                    </a:cubicBezTo>
                    <a:cubicBezTo>
                      <a:pt x="0" y="13"/>
                      <a:pt x="5" y="17"/>
                      <a:pt x="14" y="17"/>
                    </a:cubicBezTo>
                    <a:cubicBezTo>
                      <a:pt x="22" y="17"/>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31" name="Freeform 694"/>
              <p:cNvSpPr>
                <a:spLocks/>
              </p:cNvSpPr>
              <p:nvPr/>
            </p:nvSpPr>
            <p:spPr bwMode="auto">
              <a:xfrm>
                <a:off x="2075" y="2442"/>
                <a:ext cx="70" cy="35"/>
              </a:xfrm>
              <a:custGeom>
                <a:avLst/>
                <a:gdLst>
                  <a:gd name="T0" fmla="*/ 33 w 34"/>
                  <a:gd name="T1" fmla="*/ 8 h 17"/>
                  <a:gd name="T2" fmla="*/ 20 w 34"/>
                  <a:gd name="T3" fmla="*/ 0 h 17"/>
                  <a:gd name="T4" fmla="*/ 2 w 34"/>
                  <a:gd name="T5" fmla="*/ 8 h 17"/>
                  <a:gd name="T6" fmla="*/ 14 w 34"/>
                  <a:gd name="T7" fmla="*/ 17 h 17"/>
                  <a:gd name="T8" fmla="*/ 33 w 34"/>
                  <a:gd name="T9" fmla="*/ 8 h 17"/>
                </a:gdLst>
                <a:ahLst/>
                <a:cxnLst>
                  <a:cxn ang="0">
                    <a:pos x="T0" y="T1"/>
                  </a:cxn>
                  <a:cxn ang="0">
                    <a:pos x="T2" y="T3"/>
                  </a:cxn>
                  <a:cxn ang="0">
                    <a:pos x="T4" y="T5"/>
                  </a:cxn>
                  <a:cxn ang="0">
                    <a:pos x="T6" y="T7"/>
                  </a:cxn>
                  <a:cxn ang="0">
                    <a:pos x="T8" y="T9"/>
                  </a:cxn>
                </a:cxnLst>
                <a:rect l="0" t="0" r="r" b="b"/>
                <a:pathLst>
                  <a:path w="34" h="17">
                    <a:moveTo>
                      <a:pt x="33" y="8"/>
                    </a:moveTo>
                    <a:cubicBezTo>
                      <a:pt x="34" y="3"/>
                      <a:pt x="29" y="0"/>
                      <a:pt x="20" y="0"/>
                    </a:cubicBezTo>
                    <a:cubicBezTo>
                      <a:pt x="12" y="0"/>
                      <a:pt x="3" y="3"/>
                      <a:pt x="2" y="8"/>
                    </a:cubicBezTo>
                    <a:cubicBezTo>
                      <a:pt x="0" y="13"/>
                      <a:pt x="6" y="17"/>
                      <a:pt x="14" y="17"/>
                    </a:cubicBezTo>
                    <a:cubicBezTo>
                      <a:pt x="23" y="17"/>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32" name="Freeform 695"/>
              <p:cNvSpPr>
                <a:spLocks/>
              </p:cNvSpPr>
              <p:nvPr/>
            </p:nvSpPr>
            <p:spPr bwMode="auto">
              <a:xfrm>
                <a:off x="2153" y="2442"/>
                <a:ext cx="73" cy="35"/>
              </a:xfrm>
              <a:custGeom>
                <a:avLst/>
                <a:gdLst>
                  <a:gd name="T0" fmla="*/ 33 w 35"/>
                  <a:gd name="T1" fmla="*/ 8 h 17"/>
                  <a:gd name="T2" fmla="*/ 20 w 35"/>
                  <a:gd name="T3" fmla="*/ 0 h 17"/>
                  <a:gd name="T4" fmla="*/ 2 w 35"/>
                  <a:gd name="T5" fmla="*/ 8 h 17"/>
                  <a:gd name="T6" fmla="*/ 14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5" y="3"/>
                      <a:pt x="29" y="0"/>
                      <a:pt x="20" y="0"/>
                    </a:cubicBezTo>
                    <a:cubicBezTo>
                      <a:pt x="12" y="0"/>
                      <a:pt x="3" y="3"/>
                      <a:pt x="2" y="8"/>
                    </a:cubicBezTo>
                    <a:cubicBezTo>
                      <a:pt x="0" y="13"/>
                      <a:pt x="6" y="17"/>
                      <a:pt x="14" y="17"/>
                    </a:cubicBezTo>
                    <a:cubicBezTo>
                      <a:pt x="23" y="17"/>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33" name="Freeform 696"/>
              <p:cNvSpPr>
                <a:spLocks/>
              </p:cNvSpPr>
              <p:nvPr/>
            </p:nvSpPr>
            <p:spPr bwMode="auto">
              <a:xfrm>
                <a:off x="2232" y="2442"/>
                <a:ext cx="72" cy="35"/>
              </a:xfrm>
              <a:custGeom>
                <a:avLst/>
                <a:gdLst>
                  <a:gd name="T0" fmla="*/ 33 w 35"/>
                  <a:gd name="T1" fmla="*/ 8 h 17"/>
                  <a:gd name="T2" fmla="*/ 20 w 35"/>
                  <a:gd name="T3" fmla="*/ 0 h 17"/>
                  <a:gd name="T4" fmla="*/ 2 w 35"/>
                  <a:gd name="T5" fmla="*/ 8 h 17"/>
                  <a:gd name="T6" fmla="*/ 15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5" y="3"/>
                      <a:pt x="29" y="0"/>
                      <a:pt x="20" y="0"/>
                    </a:cubicBezTo>
                    <a:cubicBezTo>
                      <a:pt x="12" y="0"/>
                      <a:pt x="4" y="3"/>
                      <a:pt x="2" y="8"/>
                    </a:cubicBezTo>
                    <a:cubicBezTo>
                      <a:pt x="0" y="13"/>
                      <a:pt x="6" y="17"/>
                      <a:pt x="15" y="17"/>
                    </a:cubicBezTo>
                    <a:cubicBezTo>
                      <a:pt x="23" y="17"/>
                      <a:pt x="32"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34" name="Freeform 697"/>
              <p:cNvSpPr>
                <a:spLocks/>
              </p:cNvSpPr>
              <p:nvPr/>
            </p:nvSpPr>
            <p:spPr bwMode="auto">
              <a:xfrm>
                <a:off x="1980" y="2485"/>
                <a:ext cx="72" cy="35"/>
              </a:xfrm>
              <a:custGeom>
                <a:avLst/>
                <a:gdLst>
                  <a:gd name="T0" fmla="*/ 33 w 35"/>
                  <a:gd name="T1" fmla="*/ 8 h 17"/>
                  <a:gd name="T2" fmla="*/ 20 w 35"/>
                  <a:gd name="T3" fmla="*/ 0 h 17"/>
                  <a:gd name="T4" fmla="*/ 1 w 35"/>
                  <a:gd name="T5" fmla="*/ 8 h 17"/>
                  <a:gd name="T6" fmla="*/ 14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5" y="3"/>
                      <a:pt x="29" y="0"/>
                      <a:pt x="20" y="0"/>
                    </a:cubicBezTo>
                    <a:cubicBezTo>
                      <a:pt x="12" y="0"/>
                      <a:pt x="3" y="3"/>
                      <a:pt x="1" y="8"/>
                    </a:cubicBezTo>
                    <a:cubicBezTo>
                      <a:pt x="0" y="13"/>
                      <a:pt x="5" y="17"/>
                      <a:pt x="14" y="17"/>
                    </a:cubicBezTo>
                    <a:cubicBezTo>
                      <a:pt x="23" y="17"/>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35" name="Freeform 698"/>
              <p:cNvSpPr>
                <a:spLocks/>
              </p:cNvSpPr>
              <p:nvPr/>
            </p:nvSpPr>
            <p:spPr bwMode="auto">
              <a:xfrm>
                <a:off x="2058" y="2485"/>
                <a:ext cx="73" cy="35"/>
              </a:xfrm>
              <a:custGeom>
                <a:avLst/>
                <a:gdLst>
                  <a:gd name="T0" fmla="*/ 33 w 35"/>
                  <a:gd name="T1" fmla="*/ 8 h 17"/>
                  <a:gd name="T2" fmla="*/ 21 w 35"/>
                  <a:gd name="T3" fmla="*/ 0 h 17"/>
                  <a:gd name="T4" fmla="*/ 2 w 35"/>
                  <a:gd name="T5" fmla="*/ 8 h 17"/>
                  <a:gd name="T6" fmla="*/ 15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5" y="3"/>
                      <a:pt x="29" y="0"/>
                      <a:pt x="21" y="0"/>
                    </a:cubicBezTo>
                    <a:cubicBezTo>
                      <a:pt x="12" y="0"/>
                      <a:pt x="4" y="3"/>
                      <a:pt x="2" y="8"/>
                    </a:cubicBezTo>
                    <a:cubicBezTo>
                      <a:pt x="0" y="13"/>
                      <a:pt x="6" y="17"/>
                      <a:pt x="15" y="17"/>
                    </a:cubicBezTo>
                    <a:cubicBezTo>
                      <a:pt x="23" y="17"/>
                      <a:pt x="32"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36" name="Freeform 699"/>
              <p:cNvSpPr>
                <a:spLocks/>
              </p:cNvSpPr>
              <p:nvPr/>
            </p:nvSpPr>
            <p:spPr bwMode="auto">
              <a:xfrm>
                <a:off x="2139" y="2485"/>
                <a:ext cx="72" cy="35"/>
              </a:xfrm>
              <a:custGeom>
                <a:avLst/>
                <a:gdLst>
                  <a:gd name="T0" fmla="*/ 33 w 35"/>
                  <a:gd name="T1" fmla="*/ 8 h 17"/>
                  <a:gd name="T2" fmla="*/ 20 w 35"/>
                  <a:gd name="T3" fmla="*/ 0 h 17"/>
                  <a:gd name="T4" fmla="*/ 2 w 35"/>
                  <a:gd name="T5" fmla="*/ 8 h 17"/>
                  <a:gd name="T6" fmla="*/ 14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5" y="3"/>
                      <a:pt x="29" y="0"/>
                      <a:pt x="20" y="0"/>
                    </a:cubicBezTo>
                    <a:cubicBezTo>
                      <a:pt x="12" y="0"/>
                      <a:pt x="3" y="3"/>
                      <a:pt x="2" y="8"/>
                    </a:cubicBezTo>
                    <a:cubicBezTo>
                      <a:pt x="0" y="13"/>
                      <a:pt x="6" y="17"/>
                      <a:pt x="14" y="17"/>
                    </a:cubicBezTo>
                    <a:cubicBezTo>
                      <a:pt x="23" y="17"/>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37" name="Freeform 700"/>
              <p:cNvSpPr>
                <a:spLocks/>
              </p:cNvSpPr>
              <p:nvPr/>
            </p:nvSpPr>
            <p:spPr bwMode="auto">
              <a:xfrm>
                <a:off x="1962" y="2528"/>
                <a:ext cx="74" cy="38"/>
              </a:xfrm>
              <a:custGeom>
                <a:avLst/>
                <a:gdLst>
                  <a:gd name="T0" fmla="*/ 34 w 36"/>
                  <a:gd name="T1" fmla="*/ 9 h 18"/>
                  <a:gd name="T2" fmla="*/ 21 w 36"/>
                  <a:gd name="T3" fmla="*/ 0 h 18"/>
                  <a:gd name="T4" fmla="*/ 2 w 36"/>
                  <a:gd name="T5" fmla="*/ 9 h 18"/>
                  <a:gd name="T6" fmla="*/ 15 w 36"/>
                  <a:gd name="T7" fmla="*/ 18 h 18"/>
                  <a:gd name="T8" fmla="*/ 34 w 36"/>
                  <a:gd name="T9" fmla="*/ 9 h 18"/>
                </a:gdLst>
                <a:ahLst/>
                <a:cxnLst>
                  <a:cxn ang="0">
                    <a:pos x="T0" y="T1"/>
                  </a:cxn>
                  <a:cxn ang="0">
                    <a:pos x="T2" y="T3"/>
                  </a:cxn>
                  <a:cxn ang="0">
                    <a:pos x="T4" y="T5"/>
                  </a:cxn>
                  <a:cxn ang="0">
                    <a:pos x="T6" y="T7"/>
                  </a:cxn>
                  <a:cxn ang="0">
                    <a:pos x="T8" y="T9"/>
                  </a:cxn>
                </a:cxnLst>
                <a:rect l="0" t="0" r="r" b="b"/>
                <a:pathLst>
                  <a:path w="36" h="18">
                    <a:moveTo>
                      <a:pt x="34" y="9"/>
                    </a:moveTo>
                    <a:cubicBezTo>
                      <a:pt x="36" y="4"/>
                      <a:pt x="30" y="0"/>
                      <a:pt x="21" y="0"/>
                    </a:cubicBezTo>
                    <a:cubicBezTo>
                      <a:pt x="13" y="0"/>
                      <a:pt x="4" y="4"/>
                      <a:pt x="2" y="9"/>
                    </a:cubicBezTo>
                    <a:cubicBezTo>
                      <a:pt x="0" y="14"/>
                      <a:pt x="6" y="18"/>
                      <a:pt x="15" y="18"/>
                    </a:cubicBezTo>
                    <a:cubicBezTo>
                      <a:pt x="24" y="18"/>
                      <a:pt x="32" y="14"/>
                      <a:pt x="3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38" name="Freeform 701"/>
              <p:cNvSpPr>
                <a:spLocks/>
              </p:cNvSpPr>
              <p:nvPr/>
            </p:nvSpPr>
            <p:spPr bwMode="auto">
              <a:xfrm>
                <a:off x="2042" y="2528"/>
                <a:ext cx="74" cy="38"/>
              </a:xfrm>
              <a:custGeom>
                <a:avLst/>
                <a:gdLst>
                  <a:gd name="T0" fmla="*/ 34 w 36"/>
                  <a:gd name="T1" fmla="*/ 9 h 18"/>
                  <a:gd name="T2" fmla="*/ 21 w 36"/>
                  <a:gd name="T3" fmla="*/ 0 h 18"/>
                  <a:gd name="T4" fmla="*/ 2 w 36"/>
                  <a:gd name="T5" fmla="*/ 9 h 18"/>
                  <a:gd name="T6" fmla="*/ 15 w 36"/>
                  <a:gd name="T7" fmla="*/ 18 h 18"/>
                  <a:gd name="T8" fmla="*/ 34 w 36"/>
                  <a:gd name="T9" fmla="*/ 9 h 18"/>
                </a:gdLst>
                <a:ahLst/>
                <a:cxnLst>
                  <a:cxn ang="0">
                    <a:pos x="T0" y="T1"/>
                  </a:cxn>
                  <a:cxn ang="0">
                    <a:pos x="T2" y="T3"/>
                  </a:cxn>
                  <a:cxn ang="0">
                    <a:pos x="T4" y="T5"/>
                  </a:cxn>
                  <a:cxn ang="0">
                    <a:pos x="T6" y="T7"/>
                  </a:cxn>
                  <a:cxn ang="0">
                    <a:pos x="T8" y="T9"/>
                  </a:cxn>
                </a:cxnLst>
                <a:rect l="0" t="0" r="r" b="b"/>
                <a:pathLst>
                  <a:path w="36" h="18">
                    <a:moveTo>
                      <a:pt x="34" y="9"/>
                    </a:moveTo>
                    <a:cubicBezTo>
                      <a:pt x="36" y="4"/>
                      <a:pt x="30" y="0"/>
                      <a:pt x="21" y="0"/>
                    </a:cubicBezTo>
                    <a:cubicBezTo>
                      <a:pt x="13" y="0"/>
                      <a:pt x="4" y="4"/>
                      <a:pt x="2" y="9"/>
                    </a:cubicBezTo>
                    <a:cubicBezTo>
                      <a:pt x="0" y="14"/>
                      <a:pt x="6" y="18"/>
                      <a:pt x="15" y="18"/>
                    </a:cubicBezTo>
                    <a:cubicBezTo>
                      <a:pt x="24" y="18"/>
                      <a:pt x="32" y="14"/>
                      <a:pt x="3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39" name="Freeform 702"/>
              <p:cNvSpPr>
                <a:spLocks/>
              </p:cNvSpPr>
              <p:nvPr/>
            </p:nvSpPr>
            <p:spPr bwMode="auto">
              <a:xfrm>
                <a:off x="2125" y="2528"/>
                <a:ext cx="72" cy="38"/>
              </a:xfrm>
              <a:custGeom>
                <a:avLst/>
                <a:gdLst>
                  <a:gd name="T0" fmla="*/ 33 w 35"/>
                  <a:gd name="T1" fmla="*/ 9 h 18"/>
                  <a:gd name="T2" fmla="*/ 20 w 35"/>
                  <a:gd name="T3" fmla="*/ 0 h 18"/>
                  <a:gd name="T4" fmla="*/ 1 w 35"/>
                  <a:gd name="T5" fmla="*/ 9 h 18"/>
                  <a:gd name="T6" fmla="*/ 14 w 35"/>
                  <a:gd name="T7" fmla="*/ 18 h 18"/>
                  <a:gd name="T8" fmla="*/ 33 w 35"/>
                  <a:gd name="T9" fmla="*/ 9 h 18"/>
                </a:gdLst>
                <a:ahLst/>
                <a:cxnLst>
                  <a:cxn ang="0">
                    <a:pos x="T0" y="T1"/>
                  </a:cxn>
                  <a:cxn ang="0">
                    <a:pos x="T2" y="T3"/>
                  </a:cxn>
                  <a:cxn ang="0">
                    <a:pos x="T4" y="T5"/>
                  </a:cxn>
                  <a:cxn ang="0">
                    <a:pos x="T6" y="T7"/>
                  </a:cxn>
                  <a:cxn ang="0">
                    <a:pos x="T8" y="T9"/>
                  </a:cxn>
                </a:cxnLst>
                <a:rect l="0" t="0" r="r" b="b"/>
                <a:pathLst>
                  <a:path w="35" h="18">
                    <a:moveTo>
                      <a:pt x="33" y="9"/>
                    </a:moveTo>
                    <a:cubicBezTo>
                      <a:pt x="35" y="4"/>
                      <a:pt x="29" y="0"/>
                      <a:pt x="20" y="0"/>
                    </a:cubicBezTo>
                    <a:cubicBezTo>
                      <a:pt x="11" y="0"/>
                      <a:pt x="3" y="4"/>
                      <a:pt x="1" y="9"/>
                    </a:cubicBezTo>
                    <a:cubicBezTo>
                      <a:pt x="0" y="14"/>
                      <a:pt x="5" y="18"/>
                      <a:pt x="14" y="18"/>
                    </a:cubicBezTo>
                    <a:cubicBezTo>
                      <a:pt x="23" y="18"/>
                      <a:pt x="31" y="14"/>
                      <a:pt x="3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40" name="Freeform 703"/>
              <p:cNvSpPr>
                <a:spLocks/>
              </p:cNvSpPr>
              <p:nvPr/>
            </p:nvSpPr>
            <p:spPr bwMode="auto">
              <a:xfrm>
                <a:off x="1945" y="2574"/>
                <a:ext cx="74" cy="39"/>
              </a:xfrm>
              <a:custGeom>
                <a:avLst/>
                <a:gdLst>
                  <a:gd name="T0" fmla="*/ 34 w 36"/>
                  <a:gd name="T1" fmla="*/ 10 h 19"/>
                  <a:gd name="T2" fmla="*/ 21 w 36"/>
                  <a:gd name="T3" fmla="*/ 0 h 19"/>
                  <a:gd name="T4" fmla="*/ 2 w 36"/>
                  <a:gd name="T5" fmla="*/ 10 h 19"/>
                  <a:gd name="T6" fmla="*/ 15 w 36"/>
                  <a:gd name="T7" fmla="*/ 19 h 19"/>
                  <a:gd name="T8" fmla="*/ 34 w 36"/>
                  <a:gd name="T9" fmla="*/ 10 h 19"/>
                </a:gdLst>
                <a:ahLst/>
                <a:cxnLst>
                  <a:cxn ang="0">
                    <a:pos x="T0" y="T1"/>
                  </a:cxn>
                  <a:cxn ang="0">
                    <a:pos x="T2" y="T3"/>
                  </a:cxn>
                  <a:cxn ang="0">
                    <a:pos x="T4" y="T5"/>
                  </a:cxn>
                  <a:cxn ang="0">
                    <a:pos x="T6" y="T7"/>
                  </a:cxn>
                  <a:cxn ang="0">
                    <a:pos x="T8" y="T9"/>
                  </a:cxn>
                </a:cxnLst>
                <a:rect l="0" t="0" r="r" b="b"/>
                <a:pathLst>
                  <a:path w="36" h="19">
                    <a:moveTo>
                      <a:pt x="34" y="10"/>
                    </a:moveTo>
                    <a:cubicBezTo>
                      <a:pt x="36" y="4"/>
                      <a:pt x="30" y="0"/>
                      <a:pt x="21" y="0"/>
                    </a:cubicBezTo>
                    <a:cubicBezTo>
                      <a:pt x="13" y="0"/>
                      <a:pt x="4" y="4"/>
                      <a:pt x="2" y="10"/>
                    </a:cubicBezTo>
                    <a:cubicBezTo>
                      <a:pt x="0" y="15"/>
                      <a:pt x="6" y="19"/>
                      <a:pt x="15" y="19"/>
                    </a:cubicBezTo>
                    <a:cubicBezTo>
                      <a:pt x="24" y="19"/>
                      <a:pt x="32" y="15"/>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41" name="Freeform 704"/>
              <p:cNvSpPr>
                <a:spLocks/>
              </p:cNvSpPr>
              <p:nvPr/>
            </p:nvSpPr>
            <p:spPr bwMode="auto">
              <a:xfrm>
                <a:off x="2028" y="2574"/>
                <a:ext cx="72" cy="39"/>
              </a:xfrm>
              <a:custGeom>
                <a:avLst/>
                <a:gdLst>
                  <a:gd name="T0" fmla="*/ 33 w 35"/>
                  <a:gd name="T1" fmla="*/ 10 h 19"/>
                  <a:gd name="T2" fmla="*/ 21 w 35"/>
                  <a:gd name="T3" fmla="*/ 0 h 19"/>
                  <a:gd name="T4" fmla="*/ 1 w 35"/>
                  <a:gd name="T5" fmla="*/ 10 h 19"/>
                  <a:gd name="T6" fmla="*/ 14 w 35"/>
                  <a:gd name="T7" fmla="*/ 19 h 19"/>
                  <a:gd name="T8" fmla="*/ 33 w 35"/>
                  <a:gd name="T9" fmla="*/ 10 h 19"/>
                </a:gdLst>
                <a:ahLst/>
                <a:cxnLst>
                  <a:cxn ang="0">
                    <a:pos x="T0" y="T1"/>
                  </a:cxn>
                  <a:cxn ang="0">
                    <a:pos x="T2" y="T3"/>
                  </a:cxn>
                  <a:cxn ang="0">
                    <a:pos x="T4" y="T5"/>
                  </a:cxn>
                  <a:cxn ang="0">
                    <a:pos x="T6" y="T7"/>
                  </a:cxn>
                  <a:cxn ang="0">
                    <a:pos x="T8" y="T9"/>
                  </a:cxn>
                </a:cxnLst>
                <a:rect l="0" t="0" r="r" b="b"/>
                <a:pathLst>
                  <a:path w="35" h="19">
                    <a:moveTo>
                      <a:pt x="33" y="10"/>
                    </a:moveTo>
                    <a:cubicBezTo>
                      <a:pt x="35" y="4"/>
                      <a:pt x="29" y="0"/>
                      <a:pt x="21" y="0"/>
                    </a:cubicBezTo>
                    <a:cubicBezTo>
                      <a:pt x="12" y="0"/>
                      <a:pt x="3" y="4"/>
                      <a:pt x="1" y="10"/>
                    </a:cubicBezTo>
                    <a:cubicBezTo>
                      <a:pt x="0" y="15"/>
                      <a:pt x="5" y="19"/>
                      <a:pt x="14" y="19"/>
                    </a:cubicBezTo>
                    <a:cubicBezTo>
                      <a:pt x="23" y="19"/>
                      <a:pt x="32" y="15"/>
                      <a:pt x="3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42" name="Freeform 705"/>
              <p:cNvSpPr>
                <a:spLocks/>
              </p:cNvSpPr>
              <p:nvPr/>
            </p:nvSpPr>
            <p:spPr bwMode="auto">
              <a:xfrm>
                <a:off x="2009" y="2621"/>
                <a:ext cx="76" cy="40"/>
              </a:xfrm>
              <a:custGeom>
                <a:avLst/>
                <a:gdLst>
                  <a:gd name="T0" fmla="*/ 35 w 37"/>
                  <a:gd name="T1" fmla="*/ 10 h 19"/>
                  <a:gd name="T2" fmla="*/ 22 w 37"/>
                  <a:gd name="T3" fmla="*/ 0 h 19"/>
                  <a:gd name="T4" fmla="*/ 2 w 37"/>
                  <a:gd name="T5" fmla="*/ 10 h 19"/>
                  <a:gd name="T6" fmla="*/ 15 w 37"/>
                  <a:gd name="T7" fmla="*/ 19 h 19"/>
                  <a:gd name="T8" fmla="*/ 35 w 37"/>
                  <a:gd name="T9" fmla="*/ 10 h 19"/>
                </a:gdLst>
                <a:ahLst/>
                <a:cxnLst>
                  <a:cxn ang="0">
                    <a:pos x="T0" y="T1"/>
                  </a:cxn>
                  <a:cxn ang="0">
                    <a:pos x="T2" y="T3"/>
                  </a:cxn>
                  <a:cxn ang="0">
                    <a:pos x="T4" y="T5"/>
                  </a:cxn>
                  <a:cxn ang="0">
                    <a:pos x="T6" y="T7"/>
                  </a:cxn>
                  <a:cxn ang="0">
                    <a:pos x="T8" y="T9"/>
                  </a:cxn>
                </a:cxnLst>
                <a:rect l="0" t="0" r="r" b="b"/>
                <a:pathLst>
                  <a:path w="37" h="19">
                    <a:moveTo>
                      <a:pt x="35" y="10"/>
                    </a:moveTo>
                    <a:cubicBezTo>
                      <a:pt x="37" y="4"/>
                      <a:pt x="31" y="0"/>
                      <a:pt x="22" y="0"/>
                    </a:cubicBezTo>
                    <a:cubicBezTo>
                      <a:pt x="13" y="0"/>
                      <a:pt x="4" y="4"/>
                      <a:pt x="2" y="10"/>
                    </a:cubicBezTo>
                    <a:cubicBezTo>
                      <a:pt x="0" y="15"/>
                      <a:pt x="6" y="19"/>
                      <a:pt x="15" y="19"/>
                    </a:cubicBezTo>
                    <a:cubicBezTo>
                      <a:pt x="24" y="19"/>
                      <a:pt x="33" y="15"/>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43" name="Freeform 706"/>
              <p:cNvSpPr>
                <a:spLocks/>
              </p:cNvSpPr>
              <p:nvPr/>
            </p:nvSpPr>
            <p:spPr bwMode="auto">
              <a:xfrm>
                <a:off x="2028" y="2357"/>
                <a:ext cx="70" cy="33"/>
              </a:xfrm>
              <a:custGeom>
                <a:avLst/>
                <a:gdLst>
                  <a:gd name="T0" fmla="*/ 33 w 34"/>
                  <a:gd name="T1" fmla="*/ 8 h 16"/>
                  <a:gd name="T2" fmla="*/ 20 w 34"/>
                  <a:gd name="T3" fmla="*/ 0 h 16"/>
                  <a:gd name="T4" fmla="*/ 2 w 34"/>
                  <a:gd name="T5" fmla="*/ 8 h 16"/>
                  <a:gd name="T6" fmla="*/ 14 w 34"/>
                  <a:gd name="T7" fmla="*/ 16 h 16"/>
                  <a:gd name="T8" fmla="*/ 33 w 34"/>
                  <a:gd name="T9" fmla="*/ 8 h 16"/>
                </a:gdLst>
                <a:ahLst/>
                <a:cxnLst>
                  <a:cxn ang="0">
                    <a:pos x="T0" y="T1"/>
                  </a:cxn>
                  <a:cxn ang="0">
                    <a:pos x="T2" y="T3"/>
                  </a:cxn>
                  <a:cxn ang="0">
                    <a:pos x="T4" y="T5"/>
                  </a:cxn>
                  <a:cxn ang="0">
                    <a:pos x="T6" y="T7"/>
                  </a:cxn>
                  <a:cxn ang="0">
                    <a:pos x="T8" y="T9"/>
                  </a:cxn>
                </a:cxnLst>
                <a:rect l="0" t="0" r="r" b="b"/>
                <a:pathLst>
                  <a:path w="34" h="16">
                    <a:moveTo>
                      <a:pt x="33" y="8"/>
                    </a:moveTo>
                    <a:cubicBezTo>
                      <a:pt x="34" y="4"/>
                      <a:pt x="29" y="0"/>
                      <a:pt x="20" y="0"/>
                    </a:cubicBezTo>
                    <a:cubicBezTo>
                      <a:pt x="12" y="0"/>
                      <a:pt x="4" y="4"/>
                      <a:pt x="2" y="8"/>
                    </a:cubicBezTo>
                    <a:cubicBezTo>
                      <a:pt x="0" y="13"/>
                      <a:pt x="6" y="16"/>
                      <a:pt x="14" y="16"/>
                    </a:cubicBezTo>
                    <a:cubicBezTo>
                      <a:pt x="23" y="16"/>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44" name="Freeform 707"/>
              <p:cNvSpPr>
                <a:spLocks/>
              </p:cNvSpPr>
              <p:nvPr/>
            </p:nvSpPr>
            <p:spPr bwMode="auto">
              <a:xfrm>
                <a:off x="2106" y="2357"/>
                <a:ext cx="70" cy="33"/>
              </a:xfrm>
              <a:custGeom>
                <a:avLst/>
                <a:gdLst>
                  <a:gd name="T0" fmla="*/ 32 w 34"/>
                  <a:gd name="T1" fmla="*/ 8 h 16"/>
                  <a:gd name="T2" fmla="*/ 20 w 34"/>
                  <a:gd name="T3" fmla="*/ 0 h 16"/>
                  <a:gd name="T4" fmla="*/ 1 w 34"/>
                  <a:gd name="T5" fmla="*/ 8 h 16"/>
                  <a:gd name="T6" fmla="*/ 14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4" y="4"/>
                      <a:pt x="28" y="0"/>
                      <a:pt x="20" y="0"/>
                    </a:cubicBezTo>
                    <a:cubicBezTo>
                      <a:pt x="11" y="0"/>
                      <a:pt x="3" y="4"/>
                      <a:pt x="1" y="8"/>
                    </a:cubicBezTo>
                    <a:cubicBezTo>
                      <a:pt x="0" y="13"/>
                      <a:pt x="5" y="16"/>
                      <a:pt x="14" y="16"/>
                    </a:cubicBezTo>
                    <a:cubicBezTo>
                      <a:pt x="22" y="16"/>
                      <a:pt x="30"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45" name="Freeform 708"/>
              <p:cNvSpPr>
                <a:spLocks/>
              </p:cNvSpPr>
              <p:nvPr/>
            </p:nvSpPr>
            <p:spPr bwMode="auto">
              <a:xfrm>
                <a:off x="2182" y="2357"/>
                <a:ext cx="70" cy="33"/>
              </a:xfrm>
              <a:custGeom>
                <a:avLst/>
                <a:gdLst>
                  <a:gd name="T0" fmla="*/ 32 w 34"/>
                  <a:gd name="T1" fmla="*/ 8 h 16"/>
                  <a:gd name="T2" fmla="*/ 20 w 34"/>
                  <a:gd name="T3" fmla="*/ 0 h 16"/>
                  <a:gd name="T4" fmla="*/ 2 w 34"/>
                  <a:gd name="T5" fmla="*/ 8 h 16"/>
                  <a:gd name="T6" fmla="*/ 14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4" y="4"/>
                      <a:pt x="28" y="0"/>
                      <a:pt x="20" y="0"/>
                    </a:cubicBezTo>
                    <a:cubicBezTo>
                      <a:pt x="11" y="0"/>
                      <a:pt x="3" y="4"/>
                      <a:pt x="2" y="8"/>
                    </a:cubicBezTo>
                    <a:cubicBezTo>
                      <a:pt x="0" y="13"/>
                      <a:pt x="6" y="16"/>
                      <a:pt x="14" y="16"/>
                    </a:cubicBezTo>
                    <a:cubicBezTo>
                      <a:pt x="23" y="16"/>
                      <a:pt x="31"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46" name="Freeform 709"/>
              <p:cNvSpPr>
                <a:spLocks/>
              </p:cNvSpPr>
              <p:nvPr/>
            </p:nvSpPr>
            <p:spPr bwMode="auto">
              <a:xfrm>
                <a:off x="2261" y="2357"/>
                <a:ext cx="68" cy="33"/>
              </a:xfrm>
              <a:custGeom>
                <a:avLst/>
                <a:gdLst>
                  <a:gd name="T0" fmla="*/ 32 w 33"/>
                  <a:gd name="T1" fmla="*/ 8 h 16"/>
                  <a:gd name="T2" fmla="*/ 19 w 33"/>
                  <a:gd name="T3" fmla="*/ 0 h 16"/>
                  <a:gd name="T4" fmla="*/ 1 w 33"/>
                  <a:gd name="T5" fmla="*/ 8 h 16"/>
                  <a:gd name="T6" fmla="*/ 14 w 33"/>
                  <a:gd name="T7" fmla="*/ 16 h 16"/>
                  <a:gd name="T8" fmla="*/ 32 w 33"/>
                  <a:gd name="T9" fmla="*/ 8 h 16"/>
                </a:gdLst>
                <a:ahLst/>
                <a:cxnLst>
                  <a:cxn ang="0">
                    <a:pos x="T0" y="T1"/>
                  </a:cxn>
                  <a:cxn ang="0">
                    <a:pos x="T2" y="T3"/>
                  </a:cxn>
                  <a:cxn ang="0">
                    <a:pos x="T4" y="T5"/>
                  </a:cxn>
                  <a:cxn ang="0">
                    <a:pos x="T6" y="T7"/>
                  </a:cxn>
                  <a:cxn ang="0">
                    <a:pos x="T8" y="T9"/>
                  </a:cxn>
                </a:cxnLst>
                <a:rect l="0" t="0" r="r" b="b"/>
                <a:pathLst>
                  <a:path w="33" h="16">
                    <a:moveTo>
                      <a:pt x="32" y="8"/>
                    </a:moveTo>
                    <a:cubicBezTo>
                      <a:pt x="33" y="4"/>
                      <a:pt x="28" y="0"/>
                      <a:pt x="19" y="0"/>
                    </a:cubicBezTo>
                    <a:cubicBezTo>
                      <a:pt x="11" y="0"/>
                      <a:pt x="3" y="4"/>
                      <a:pt x="1" y="8"/>
                    </a:cubicBezTo>
                    <a:cubicBezTo>
                      <a:pt x="0" y="13"/>
                      <a:pt x="5" y="16"/>
                      <a:pt x="14" y="16"/>
                    </a:cubicBezTo>
                    <a:cubicBezTo>
                      <a:pt x="22" y="16"/>
                      <a:pt x="30"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47" name="Freeform 710"/>
              <p:cNvSpPr>
                <a:spLocks/>
              </p:cNvSpPr>
              <p:nvPr/>
            </p:nvSpPr>
            <p:spPr bwMode="auto">
              <a:xfrm>
                <a:off x="2226" y="2239"/>
                <a:ext cx="66" cy="31"/>
              </a:xfrm>
              <a:custGeom>
                <a:avLst/>
                <a:gdLst>
                  <a:gd name="T0" fmla="*/ 31 w 32"/>
                  <a:gd name="T1" fmla="*/ 7 h 15"/>
                  <a:gd name="T2" fmla="*/ 19 w 32"/>
                  <a:gd name="T3" fmla="*/ 0 h 15"/>
                  <a:gd name="T4" fmla="*/ 1 w 32"/>
                  <a:gd name="T5" fmla="*/ 7 h 15"/>
                  <a:gd name="T6" fmla="*/ 13 w 32"/>
                  <a:gd name="T7" fmla="*/ 15 h 15"/>
                  <a:gd name="T8" fmla="*/ 31 w 32"/>
                  <a:gd name="T9" fmla="*/ 7 h 15"/>
                </a:gdLst>
                <a:ahLst/>
                <a:cxnLst>
                  <a:cxn ang="0">
                    <a:pos x="T0" y="T1"/>
                  </a:cxn>
                  <a:cxn ang="0">
                    <a:pos x="T2" y="T3"/>
                  </a:cxn>
                  <a:cxn ang="0">
                    <a:pos x="T4" y="T5"/>
                  </a:cxn>
                  <a:cxn ang="0">
                    <a:pos x="T6" y="T7"/>
                  </a:cxn>
                  <a:cxn ang="0">
                    <a:pos x="T8" y="T9"/>
                  </a:cxn>
                </a:cxnLst>
                <a:rect l="0" t="0" r="r" b="b"/>
                <a:pathLst>
                  <a:path w="32" h="15">
                    <a:moveTo>
                      <a:pt x="31" y="7"/>
                    </a:moveTo>
                    <a:cubicBezTo>
                      <a:pt x="32" y="3"/>
                      <a:pt x="27" y="0"/>
                      <a:pt x="19" y="0"/>
                    </a:cubicBezTo>
                    <a:cubicBezTo>
                      <a:pt x="10" y="0"/>
                      <a:pt x="3" y="3"/>
                      <a:pt x="1" y="7"/>
                    </a:cubicBezTo>
                    <a:cubicBezTo>
                      <a:pt x="0" y="12"/>
                      <a:pt x="5" y="15"/>
                      <a:pt x="13" y="15"/>
                    </a:cubicBezTo>
                    <a:cubicBezTo>
                      <a:pt x="21" y="15"/>
                      <a:pt x="29" y="12"/>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48" name="Freeform 711"/>
              <p:cNvSpPr>
                <a:spLocks/>
              </p:cNvSpPr>
              <p:nvPr/>
            </p:nvSpPr>
            <p:spPr bwMode="auto">
              <a:xfrm>
                <a:off x="2300" y="2239"/>
                <a:ext cx="66" cy="31"/>
              </a:xfrm>
              <a:custGeom>
                <a:avLst/>
                <a:gdLst>
                  <a:gd name="T0" fmla="*/ 31 w 32"/>
                  <a:gd name="T1" fmla="*/ 7 h 15"/>
                  <a:gd name="T2" fmla="*/ 19 w 32"/>
                  <a:gd name="T3" fmla="*/ 0 h 15"/>
                  <a:gd name="T4" fmla="*/ 1 w 32"/>
                  <a:gd name="T5" fmla="*/ 7 h 15"/>
                  <a:gd name="T6" fmla="*/ 14 w 32"/>
                  <a:gd name="T7" fmla="*/ 15 h 15"/>
                  <a:gd name="T8" fmla="*/ 31 w 32"/>
                  <a:gd name="T9" fmla="*/ 7 h 15"/>
                </a:gdLst>
                <a:ahLst/>
                <a:cxnLst>
                  <a:cxn ang="0">
                    <a:pos x="T0" y="T1"/>
                  </a:cxn>
                  <a:cxn ang="0">
                    <a:pos x="T2" y="T3"/>
                  </a:cxn>
                  <a:cxn ang="0">
                    <a:pos x="T4" y="T5"/>
                  </a:cxn>
                  <a:cxn ang="0">
                    <a:pos x="T6" y="T7"/>
                  </a:cxn>
                  <a:cxn ang="0">
                    <a:pos x="T8" y="T9"/>
                  </a:cxn>
                </a:cxnLst>
                <a:rect l="0" t="0" r="r" b="b"/>
                <a:pathLst>
                  <a:path w="32" h="15">
                    <a:moveTo>
                      <a:pt x="31" y="7"/>
                    </a:moveTo>
                    <a:cubicBezTo>
                      <a:pt x="32" y="3"/>
                      <a:pt x="27" y="0"/>
                      <a:pt x="19" y="0"/>
                    </a:cubicBezTo>
                    <a:cubicBezTo>
                      <a:pt x="11" y="0"/>
                      <a:pt x="3" y="3"/>
                      <a:pt x="1" y="7"/>
                    </a:cubicBezTo>
                    <a:cubicBezTo>
                      <a:pt x="0" y="12"/>
                      <a:pt x="6" y="15"/>
                      <a:pt x="14" y="15"/>
                    </a:cubicBezTo>
                    <a:cubicBezTo>
                      <a:pt x="22" y="15"/>
                      <a:pt x="30" y="12"/>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49" name="Freeform 712"/>
              <p:cNvSpPr>
                <a:spLocks/>
              </p:cNvSpPr>
              <p:nvPr/>
            </p:nvSpPr>
            <p:spPr bwMode="auto">
              <a:xfrm>
                <a:off x="2211" y="2276"/>
                <a:ext cx="68" cy="33"/>
              </a:xfrm>
              <a:custGeom>
                <a:avLst/>
                <a:gdLst>
                  <a:gd name="T0" fmla="*/ 31 w 33"/>
                  <a:gd name="T1" fmla="*/ 8 h 16"/>
                  <a:gd name="T2" fmla="*/ 19 w 33"/>
                  <a:gd name="T3" fmla="*/ 0 h 16"/>
                  <a:gd name="T4" fmla="*/ 1 w 33"/>
                  <a:gd name="T5" fmla="*/ 8 h 16"/>
                  <a:gd name="T6" fmla="*/ 14 w 33"/>
                  <a:gd name="T7" fmla="*/ 16 h 16"/>
                  <a:gd name="T8" fmla="*/ 31 w 33"/>
                  <a:gd name="T9" fmla="*/ 8 h 16"/>
                </a:gdLst>
                <a:ahLst/>
                <a:cxnLst>
                  <a:cxn ang="0">
                    <a:pos x="T0" y="T1"/>
                  </a:cxn>
                  <a:cxn ang="0">
                    <a:pos x="T2" y="T3"/>
                  </a:cxn>
                  <a:cxn ang="0">
                    <a:pos x="T4" y="T5"/>
                  </a:cxn>
                  <a:cxn ang="0">
                    <a:pos x="T6" y="T7"/>
                  </a:cxn>
                  <a:cxn ang="0">
                    <a:pos x="T8" y="T9"/>
                  </a:cxn>
                </a:cxnLst>
                <a:rect l="0" t="0" r="r" b="b"/>
                <a:pathLst>
                  <a:path w="33" h="16">
                    <a:moveTo>
                      <a:pt x="31" y="8"/>
                    </a:moveTo>
                    <a:cubicBezTo>
                      <a:pt x="33" y="4"/>
                      <a:pt x="27" y="0"/>
                      <a:pt x="19" y="0"/>
                    </a:cubicBezTo>
                    <a:cubicBezTo>
                      <a:pt x="11" y="0"/>
                      <a:pt x="3" y="4"/>
                      <a:pt x="1" y="8"/>
                    </a:cubicBezTo>
                    <a:cubicBezTo>
                      <a:pt x="0" y="12"/>
                      <a:pt x="5" y="16"/>
                      <a:pt x="14" y="16"/>
                    </a:cubicBezTo>
                    <a:cubicBezTo>
                      <a:pt x="22" y="16"/>
                      <a:pt x="30" y="12"/>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50" name="Freeform 713"/>
              <p:cNvSpPr>
                <a:spLocks/>
              </p:cNvSpPr>
              <p:nvPr/>
            </p:nvSpPr>
            <p:spPr bwMode="auto">
              <a:xfrm>
                <a:off x="2287" y="2276"/>
                <a:ext cx="67" cy="33"/>
              </a:xfrm>
              <a:custGeom>
                <a:avLst/>
                <a:gdLst>
                  <a:gd name="T0" fmla="*/ 31 w 32"/>
                  <a:gd name="T1" fmla="*/ 8 h 16"/>
                  <a:gd name="T2" fmla="*/ 19 w 32"/>
                  <a:gd name="T3" fmla="*/ 0 h 16"/>
                  <a:gd name="T4" fmla="*/ 1 w 32"/>
                  <a:gd name="T5" fmla="*/ 8 h 16"/>
                  <a:gd name="T6" fmla="*/ 14 w 32"/>
                  <a:gd name="T7" fmla="*/ 16 h 16"/>
                  <a:gd name="T8" fmla="*/ 31 w 32"/>
                  <a:gd name="T9" fmla="*/ 8 h 16"/>
                </a:gdLst>
                <a:ahLst/>
                <a:cxnLst>
                  <a:cxn ang="0">
                    <a:pos x="T0" y="T1"/>
                  </a:cxn>
                  <a:cxn ang="0">
                    <a:pos x="T2" y="T3"/>
                  </a:cxn>
                  <a:cxn ang="0">
                    <a:pos x="T4" y="T5"/>
                  </a:cxn>
                  <a:cxn ang="0">
                    <a:pos x="T6" y="T7"/>
                  </a:cxn>
                  <a:cxn ang="0">
                    <a:pos x="T8" y="T9"/>
                  </a:cxn>
                </a:cxnLst>
                <a:rect l="0" t="0" r="r" b="b"/>
                <a:pathLst>
                  <a:path w="32" h="16">
                    <a:moveTo>
                      <a:pt x="31" y="8"/>
                    </a:moveTo>
                    <a:cubicBezTo>
                      <a:pt x="32" y="4"/>
                      <a:pt x="27" y="0"/>
                      <a:pt x="19" y="0"/>
                    </a:cubicBezTo>
                    <a:cubicBezTo>
                      <a:pt x="10" y="0"/>
                      <a:pt x="3" y="4"/>
                      <a:pt x="1" y="8"/>
                    </a:cubicBezTo>
                    <a:cubicBezTo>
                      <a:pt x="0" y="12"/>
                      <a:pt x="5" y="16"/>
                      <a:pt x="14" y="16"/>
                    </a:cubicBezTo>
                    <a:cubicBezTo>
                      <a:pt x="22" y="16"/>
                      <a:pt x="30" y="12"/>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51" name="Freeform 714"/>
              <p:cNvSpPr>
                <a:spLocks/>
              </p:cNvSpPr>
              <p:nvPr/>
            </p:nvSpPr>
            <p:spPr bwMode="auto">
              <a:xfrm>
                <a:off x="2364" y="2276"/>
                <a:ext cx="66" cy="33"/>
              </a:xfrm>
              <a:custGeom>
                <a:avLst/>
                <a:gdLst>
                  <a:gd name="T0" fmla="*/ 31 w 32"/>
                  <a:gd name="T1" fmla="*/ 8 h 16"/>
                  <a:gd name="T2" fmla="*/ 18 w 32"/>
                  <a:gd name="T3" fmla="*/ 0 h 16"/>
                  <a:gd name="T4" fmla="*/ 1 w 32"/>
                  <a:gd name="T5" fmla="*/ 8 h 16"/>
                  <a:gd name="T6" fmla="*/ 13 w 32"/>
                  <a:gd name="T7" fmla="*/ 16 h 16"/>
                  <a:gd name="T8" fmla="*/ 31 w 32"/>
                  <a:gd name="T9" fmla="*/ 8 h 16"/>
                </a:gdLst>
                <a:ahLst/>
                <a:cxnLst>
                  <a:cxn ang="0">
                    <a:pos x="T0" y="T1"/>
                  </a:cxn>
                  <a:cxn ang="0">
                    <a:pos x="T2" y="T3"/>
                  </a:cxn>
                  <a:cxn ang="0">
                    <a:pos x="T4" y="T5"/>
                  </a:cxn>
                  <a:cxn ang="0">
                    <a:pos x="T6" y="T7"/>
                  </a:cxn>
                  <a:cxn ang="0">
                    <a:pos x="T8" y="T9"/>
                  </a:cxn>
                </a:cxnLst>
                <a:rect l="0" t="0" r="r" b="b"/>
                <a:pathLst>
                  <a:path w="32" h="16">
                    <a:moveTo>
                      <a:pt x="31" y="8"/>
                    </a:moveTo>
                    <a:cubicBezTo>
                      <a:pt x="32" y="4"/>
                      <a:pt x="27" y="0"/>
                      <a:pt x="18" y="0"/>
                    </a:cubicBezTo>
                    <a:cubicBezTo>
                      <a:pt x="10" y="0"/>
                      <a:pt x="2" y="4"/>
                      <a:pt x="1" y="8"/>
                    </a:cubicBezTo>
                    <a:cubicBezTo>
                      <a:pt x="0" y="12"/>
                      <a:pt x="5" y="16"/>
                      <a:pt x="13" y="16"/>
                    </a:cubicBezTo>
                    <a:cubicBezTo>
                      <a:pt x="22" y="16"/>
                      <a:pt x="30" y="12"/>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52" name="Freeform 715"/>
              <p:cNvSpPr>
                <a:spLocks/>
              </p:cNvSpPr>
              <p:nvPr/>
            </p:nvSpPr>
            <p:spPr bwMode="auto">
              <a:xfrm>
                <a:off x="2438" y="2276"/>
                <a:ext cx="68" cy="33"/>
              </a:xfrm>
              <a:custGeom>
                <a:avLst/>
                <a:gdLst>
                  <a:gd name="T0" fmla="*/ 32 w 33"/>
                  <a:gd name="T1" fmla="*/ 8 h 16"/>
                  <a:gd name="T2" fmla="*/ 19 w 33"/>
                  <a:gd name="T3" fmla="*/ 0 h 16"/>
                  <a:gd name="T4" fmla="*/ 2 w 33"/>
                  <a:gd name="T5" fmla="*/ 8 h 16"/>
                  <a:gd name="T6" fmla="*/ 14 w 33"/>
                  <a:gd name="T7" fmla="*/ 16 h 16"/>
                  <a:gd name="T8" fmla="*/ 32 w 33"/>
                  <a:gd name="T9" fmla="*/ 8 h 16"/>
                </a:gdLst>
                <a:ahLst/>
                <a:cxnLst>
                  <a:cxn ang="0">
                    <a:pos x="T0" y="T1"/>
                  </a:cxn>
                  <a:cxn ang="0">
                    <a:pos x="T2" y="T3"/>
                  </a:cxn>
                  <a:cxn ang="0">
                    <a:pos x="T4" y="T5"/>
                  </a:cxn>
                  <a:cxn ang="0">
                    <a:pos x="T6" y="T7"/>
                  </a:cxn>
                  <a:cxn ang="0">
                    <a:pos x="T8" y="T9"/>
                  </a:cxn>
                </a:cxnLst>
                <a:rect l="0" t="0" r="r" b="b"/>
                <a:pathLst>
                  <a:path w="33" h="16">
                    <a:moveTo>
                      <a:pt x="32" y="8"/>
                    </a:moveTo>
                    <a:cubicBezTo>
                      <a:pt x="33" y="4"/>
                      <a:pt x="27" y="0"/>
                      <a:pt x="19" y="0"/>
                    </a:cubicBezTo>
                    <a:cubicBezTo>
                      <a:pt x="11" y="0"/>
                      <a:pt x="3" y="4"/>
                      <a:pt x="2" y="8"/>
                    </a:cubicBezTo>
                    <a:cubicBezTo>
                      <a:pt x="0" y="12"/>
                      <a:pt x="6" y="16"/>
                      <a:pt x="14" y="16"/>
                    </a:cubicBezTo>
                    <a:cubicBezTo>
                      <a:pt x="23" y="16"/>
                      <a:pt x="30" y="12"/>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53" name="Freeform 716"/>
              <p:cNvSpPr>
                <a:spLocks/>
              </p:cNvSpPr>
              <p:nvPr/>
            </p:nvSpPr>
            <p:spPr bwMode="auto">
              <a:xfrm>
                <a:off x="2044" y="2316"/>
                <a:ext cx="68" cy="33"/>
              </a:xfrm>
              <a:custGeom>
                <a:avLst/>
                <a:gdLst>
                  <a:gd name="T0" fmla="*/ 32 w 33"/>
                  <a:gd name="T1" fmla="*/ 8 h 16"/>
                  <a:gd name="T2" fmla="*/ 20 w 33"/>
                  <a:gd name="T3" fmla="*/ 0 h 16"/>
                  <a:gd name="T4" fmla="*/ 2 w 33"/>
                  <a:gd name="T5" fmla="*/ 8 h 16"/>
                  <a:gd name="T6" fmla="*/ 14 w 33"/>
                  <a:gd name="T7" fmla="*/ 16 h 16"/>
                  <a:gd name="T8" fmla="*/ 32 w 33"/>
                  <a:gd name="T9" fmla="*/ 8 h 16"/>
                </a:gdLst>
                <a:ahLst/>
                <a:cxnLst>
                  <a:cxn ang="0">
                    <a:pos x="T0" y="T1"/>
                  </a:cxn>
                  <a:cxn ang="0">
                    <a:pos x="T2" y="T3"/>
                  </a:cxn>
                  <a:cxn ang="0">
                    <a:pos x="T4" y="T5"/>
                  </a:cxn>
                  <a:cxn ang="0">
                    <a:pos x="T6" y="T7"/>
                  </a:cxn>
                  <a:cxn ang="0">
                    <a:pos x="T8" y="T9"/>
                  </a:cxn>
                </a:cxnLst>
                <a:rect l="0" t="0" r="r" b="b"/>
                <a:pathLst>
                  <a:path w="33" h="16">
                    <a:moveTo>
                      <a:pt x="32" y="8"/>
                    </a:moveTo>
                    <a:cubicBezTo>
                      <a:pt x="33" y="4"/>
                      <a:pt x="28" y="0"/>
                      <a:pt x="20" y="0"/>
                    </a:cubicBezTo>
                    <a:cubicBezTo>
                      <a:pt x="11" y="0"/>
                      <a:pt x="3" y="4"/>
                      <a:pt x="2" y="8"/>
                    </a:cubicBezTo>
                    <a:cubicBezTo>
                      <a:pt x="0" y="13"/>
                      <a:pt x="5" y="16"/>
                      <a:pt x="14" y="16"/>
                    </a:cubicBezTo>
                    <a:cubicBezTo>
                      <a:pt x="22" y="16"/>
                      <a:pt x="30"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54" name="Freeform 717"/>
              <p:cNvSpPr>
                <a:spLocks/>
              </p:cNvSpPr>
              <p:nvPr/>
            </p:nvSpPr>
            <p:spPr bwMode="auto">
              <a:xfrm>
                <a:off x="2197" y="2316"/>
                <a:ext cx="68" cy="33"/>
              </a:xfrm>
              <a:custGeom>
                <a:avLst/>
                <a:gdLst>
                  <a:gd name="T0" fmla="*/ 32 w 33"/>
                  <a:gd name="T1" fmla="*/ 8 h 16"/>
                  <a:gd name="T2" fmla="*/ 20 w 33"/>
                  <a:gd name="T3" fmla="*/ 0 h 16"/>
                  <a:gd name="T4" fmla="*/ 2 w 33"/>
                  <a:gd name="T5" fmla="*/ 8 h 16"/>
                  <a:gd name="T6" fmla="*/ 14 w 33"/>
                  <a:gd name="T7" fmla="*/ 16 h 16"/>
                  <a:gd name="T8" fmla="*/ 32 w 33"/>
                  <a:gd name="T9" fmla="*/ 8 h 16"/>
                </a:gdLst>
                <a:ahLst/>
                <a:cxnLst>
                  <a:cxn ang="0">
                    <a:pos x="T0" y="T1"/>
                  </a:cxn>
                  <a:cxn ang="0">
                    <a:pos x="T2" y="T3"/>
                  </a:cxn>
                  <a:cxn ang="0">
                    <a:pos x="T4" y="T5"/>
                  </a:cxn>
                  <a:cxn ang="0">
                    <a:pos x="T6" y="T7"/>
                  </a:cxn>
                  <a:cxn ang="0">
                    <a:pos x="T8" y="T9"/>
                  </a:cxn>
                </a:cxnLst>
                <a:rect l="0" t="0" r="r" b="b"/>
                <a:pathLst>
                  <a:path w="33" h="16">
                    <a:moveTo>
                      <a:pt x="32" y="8"/>
                    </a:moveTo>
                    <a:cubicBezTo>
                      <a:pt x="33" y="4"/>
                      <a:pt x="28" y="0"/>
                      <a:pt x="20" y="0"/>
                    </a:cubicBezTo>
                    <a:cubicBezTo>
                      <a:pt x="11" y="0"/>
                      <a:pt x="3" y="4"/>
                      <a:pt x="2" y="8"/>
                    </a:cubicBezTo>
                    <a:cubicBezTo>
                      <a:pt x="0" y="13"/>
                      <a:pt x="6" y="16"/>
                      <a:pt x="14" y="16"/>
                    </a:cubicBezTo>
                    <a:cubicBezTo>
                      <a:pt x="23" y="16"/>
                      <a:pt x="31"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55" name="Freeform 718"/>
              <p:cNvSpPr>
                <a:spLocks/>
              </p:cNvSpPr>
              <p:nvPr/>
            </p:nvSpPr>
            <p:spPr bwMode="auto">
              <a:xfrm>
                <a:off x="2273" y="2316"/>
                <a:ext cx="68" cy="33"/>
              </a:xfrm>
              <a:custGeom>
                <a:avLst/>
                <a:gdLst>
                  <a:gd name="T0" fmla="*/ 32 w 33"/>
                  <a:gd name="T1" fmla="*/ 8 h 16"/>
                  <a:gd name="T2" fmla="*/ 19 w 33"/>
                  <a:gd name="T3" fmla="*/ 0 h 16"/>
                  <a:gd name="T4" fmla="*/ 2 w 33"/>
                  <a:gd name="T5" fmla="*/ 8 h 16"/>
                  <a:gd name="T6" fmla="*/ 14 w 33"/>
                  <a:gd name="T7" fmla="*/ 16 h 16"/>
                  <a:gd name="T8" fmla="*/ 32 w 33"/>
                  <a:gd name="T9" fmla="*/ 8 h 16"/>
                </a:gdLst>
                <a:ahLst/>
                <a:cxnLst>
                  <a:cxn ang="0">
                    <a:pos x="T0" y="T1"/>
                  </a:cxn>
                  <a:cxn ang="0">
                    <a:pos x="T2" y="T3"/>
                  </a:cxn>
                  <a:cxn ang="0">
                    <a:pos x="T4" y="T5"/>
                  </a:cxn>
                  <a:cxn ang="0">
                    <a:pos x="T6" y="T7"/>
                  </a:cxn>
                  <a:cxn ang="0">
                    <a:pos x="T8" y="T9"/>
                  </a:cxn>
                </a:cxnLst>
                <a:rect l="0" t="0" r="r" b="b"/>
                <a:pathLst>
                  <a:path w="33" h="16">
                    <a:moveTo>
                      <a:pt x="32" y="8"/>
                    </a:moveTo>
                    <a:cubicBezTo>
                      <a:pt x="33" y="4"/>
                      <a:pt x="28" y="0"/>
                      <a:pt x="19" y="0"/>
                    </a:cubicBezTo>
                    <a:cubicBezTo>
                      <a:pt x="11" y="0"/>
                      <a:pt x="3" y="4"/>
                      <a:pt x="2" y="8"/>
                    </a:cubicBezTo>
                    <a:cubicBezTo>
                      <a:pt x="0" y="13"/>
                      <a:pt x="6" y="16"/>
                      <a:pt x="14" y="16"/>
                    </a:cubicBezTo>
                    <a:cubicBezTo>
                      <a:pt x="23" y="16"/>
                      <a:pt x="31"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56" name="Freeform 719"/>
              <p:cNvSpPr>
                <a:spLocks/>
              </p:cNvSpPr>
              <p:nvPr/>
            </p:nvSpPr>
            <p:spPr bwMode="auto">
              <a:xfrm>
                <a:off x="2349" y="2316"/>
                <a:ext cx="68" cy="33"/>
              </a:xfrm>
              <a:custGeom>
                <a:avLst/>
                <a:gdLst>
                  <a:gd name="T0" fmla="*/ 32 w 33"/>
                  <a:gd name="T1" fmla="*/ 8 h 16"/>
                  <a:gd name="T2" fmla="*/ 19 w 33"/>
                  <a:gd name="T3" fmla="*/ 0 h 16"/>
                  <a:gd name="T4" fmla="*/ 2 w 33"/>
                  <a:gd name="T5" fmla="*/ 8 h 16"/>
                  <a:gd name="T6" fmla="*/ 15 w 33"/>
                  <a:gd name="T7" fmla="*/ 16 h 16"/>
                  <a:gd name="T8" fmla="*/ 32 w 33"/>
                  <a:gd name="T9" fmla="*/ 8 h 16"/>
                </a:gdLst>
                <a:ahLst/>
                <a:cxnLst>
                  <a:cxn ang="0">
                    <a:pos x="T0" y="T1"/>
                  </a:cxn>
                  <a:cxn ang="0">
                    <a:pos x="T2" y="T3"/>
                  </a:cxn>
                  <a:cxn ang="0">
                    <a:pos x="T4" y="T5"/>
                  </a:cxn>
                  <a:cxn ang="0">
                    <a:pos x="T6" y="T7"/>
                  </a:cxn>
                  <a:cxn ang="0">
                    <a:pos x="T8" y="T9"/>
                  </a:cxn>
                </a:cxnLst>
                <a:rect l="0" t="0" r="r" b="b"/>
                <a:pathLst>
                  <a:path w="33" h="16">
                    <a:moveTo>
                      <a:pt x="32" y="8"/>
                    </a:moveTo>
                    <a:cubicBezTo>
                      <a:pt x="33" y="4"/>
                      <a:pt x="28" y="0"/>
                      <a:pt x="19" y="0"/>
                    </a:cubicBezTo>
                    <a:cubicBezTo>
                      <a:pt x="11" y="0"/>
                      <a:pt x="3" y="4"/>
                      <a:pt x="2" y="8"/>
                    </a:cubicBezTo>
                    <a:cubicBezTo>
                      <a:pt x="0" y="13"/>
                      <a:pt x="6" y="16"/>
                      <a:pt x="15" y="16"/>
                    </a:cubicBezTo>
                    <a:cubicBezTo>
                      <a:pt x="23" y="16"/>
                      <a:pt x="31"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57" name="Freeform 720"/>
              <p:cNvSpPr>
                <a:spLocks/>
              </p:cNvSpPr>
              <p:nvPr/>
            </p:nvSpPr>
            <p:spPr bwMode="auto">
              <a:xfrm>
                <a:off x="2428" y="2316"/>
                <a:ext cx="66" cy="33"/>
              </a:xfrm>
              <a:custGeom>
                <a:avLst/>
                <a:gdLst>
                  <a:gd name="T0" fmla="*/ 31 w 32"/>
                  <a:gd name="T1" fmla="*/ 8 h 16"/>
                  <a:gd name="T2" fmla="*/ 18 w 32"/>
                  <a:gd name="T3" fmla="*/ 0 h 16"/>
                  <a:gd name="T4" fmla="*/ 1 w 32"/>
                  <a:gd name="T5" fmla="*/ 8 h 16"/>
                  <a:gd name="T6" fmla="*/ 14 w 32"/>
                  <a:gd name="T7" fmla="*/ 16 h 16"/>
                  <a:gd name="T8" fmla="*/ 31 w 32"/>
                  <a:gd name="T9" fmla="*/ 8 h 16"/>
                </a:gdLst>
                <a:ahLst/>
                <a:cxnLst>
                  <a:cxn ang="0">
                    <a:pos x="T0" y="T1"/>
                  </a:cxn>
                  <a:cxn ang="0">
                    <a:pos x="T2" y="T3"/>
                  </a:cxn>
                  <a:cxn ang="0">
                    <a:pos x="T4" y="T5"/>
                  </a:cxn>
                  <a:cxn ang="0">
                    <a:pos x="T6" y="T7"/>
                  </a:cxn>
                  <a:cxn ang="0">
                    <a:pos x="T8" y="T9"/>
                  </a:cxn>
                </a:cxnLst>
                <a:rect l="0" t="0" r="r" b="b"/>
                <a:pathLst>
                  <a:path w="32" h="16">
                    <a:moveTo>
                      <a:pt x="31" y="8"/>
                    </a:moveTo>
                    <a:cubicBezTo>
                      <a:pt x="32" y="4"/>
                      <a:pt x="27" y="0"/>
                      <a:pt x="18" y="0"/>
                    </a:cubicBezTo>
                    <a:cubicBezTo>
                      <a:pt x="10" y="0"/>
                      <a:pt x="2" y="4"/>
                      <a:pt x="1" y="8"/>
                    </a:cubicBezTo>
                    <a:cubicBezTo>
                      <a:pt x="0" y="13"/>
                      <a:pt x="5" y="16"/>
                      <a:pt x="14" y="16"/>
                    </a:cubicBezTo>
                    <a:cubicBezTo>
                      <a:pt x="22" y="16"/>
                      <a:pt x="30"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58" name="Freeform 721"/>
              <p:cNvSpPr>
                <a:spLocks/>
              </p:cNvSpPr>
              <p:nvPr/>
            </p:nvSpPr>
            <p:spPr bwMode="auto">
              <a:xfrm>
                <a:off x="2504" y="2316"/>
                <a:ext cx="66" cy="33"/>
              </a:xfrm>
              <a:custGeom>
                <a:avLst/>
                <a:gdLst>
                  <a:gd name="T0" fmla="*/ 31 w 32"/>
                  <a:gd name="T1" fmla="*/ 8 h 16"/>
                  <a:gd name="T2" fmla="*/ 18 w 32"/>
                  <a:gd name="T3" fmla="*/ 0 h 16"/>
                  <a:gd name="T4" fmla="*/ 1 w 32"/>
                  <a:gd name="T5" fmla="*/ 8 h 16"/>
                  <a:gd name="T6" fmla="*/ 14 w 32"/>
                  <a:gd name="T7" fmla="*/ 16 h 16"/>
                  <a:gd name="T8" fmla="*/ 31 w 32"/>
                  <a:gd name="T9" fmla="*/ 8 h 16"/>
                </a:gdLst>
                <a:ahLst/>
                <a:cxnLst>
                  <a:cxn ang="0">
                    <a:pos x="T0" y="T1"/>
                  </a:cxn>
                  <a:cxn ang="0">
                    <a:pos x="T2" y="T3"/>
                  </a:cxn>
                  <a:cxn ang="0">
                    <a:pos x="T4" y="T5"/>
                  </a:cxn>
                  <a:cxn ang="0">
                    <a:pos x="T6" y="T7"/>
                  </a:cxn>
                  <a:cxn ang="0">
                    <a:pos x="T8" y="T9"/>
                  </a:cxn>
                </a:cxnLst>
                <a:rect l="0" t="0" r="r" b="b"/>
                <a:pathLst>
                  <a:path w="32" h="16">
                    <a:moveTo>
                      <a:pt x="31" y="8"/>
                    </a:moveTo>
                    <a:cubicBezTo>
                      <a:pt x="32" y="4"/>
                      <a:pt x="27" y="0"/>
                      <a:pt x="18" y="0"/>
                    </a:cubicBezTo>
                    <a:cubicBezTo>
                      <a:pt x="10" y="0"/>
                      <a:pt x="2" y="4"/>
                      <a:pt x="1" y="8"/>
                    </a:cubicBezTo>
                    <a:cubicBezTo>
                      <a:pt x="0" y="13"/>
                      <a:pt x="6" y="16"/>
                      <a:pt x="14" y="16"/>
                    </a:cubicBezTo>
                    <a:cubicBezTo>
                      <a:pt x="22" y="16"/>
                      <a:pt x="30" y="13"/>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59" name="Freeform 722"/>
              <p:cNvSpPr>
                <a:spLocks/>
              </p:cNvSpPr>
              <p:nvPr/>
            </p:nvSpPr>
            <p:spPr bwMode="auto">
              <a:xfrm>
                <a:off x="2265" y="2129"/>
                <a:ext cx="64" cy="29"/>
              </a:xfrm>
              <a:custGeom>
                <a:avLst/>
                <a:gdLst>
                  <a:gd name="T0" fmla="*/ 30 w 31"/>
                  <a:gd name="T1" fmla="*/ 7 h 14"/>
                  <a:gd name="T2" fmla="*/ 18 w 31"/>
                  <a:gd name="T3" fmla="*/ 0 h 14"/>
                  <a:gd name="T4" fmla="*/ 1 w 31"/>
                  <a:gd name="T5" fmla="*/ 7 h 14"/>
                  <a:gd name="T6" fmla="*/ 13 w 31"/>
                  <a:gd name="T7" fmla="*/ 14 h 14"/>
                  <a:gd name="T8" fmla="*/ 30 w 31"/>
                  <a:gd name="T9" fmla="*/ 7 h 14"/>
                </a:gdLst>
                <a:ahLst/>
                <a:cxnLst>
                  <a:cxn ang="0">
                    <a:pos x="T0" y="T1"/>
                  </a:cxn>
                  <a:cxn ang="0">
                    <a:pos x="T2" y="T3"/>
                  </a:cxn>
                  <a:cxn ang="0">
                    <a:pos x="T4" y="T5"/>
                  </a:cxn>
                  <a:cxn ang="0">
                    <a:pos x="T6" y="T7"/>
                  </a:cxn>
                  <a:cxn ang="0">
                    <a:pos x="T8" y="T9"/>
                  </a:cxn>
                </a:cxnLst>
                <a:rect l="0" t="0" r="r" b="b"/>
                <a:pathLst>
                  <a:path w="31" h="14">
                    <a:moveTo>
                      <a:pt x="30" y="7"/>
                    </a:moveTo>
                    <a:cubicBezTo>
                      <a:pt x="31" y="3"/>
                      <a:pt x="26" y="0"/>
                      <a:pt x="18" y="0"/>
                    </a:cubicBezTo>
                    <a:cubicBezTo>
                      <a:pt x="10" y="0"/>
                      <a:pt x="3" y="3"/>
                      <a:pt x="1" y="7"/>
                    </a:cubicBezTo>
                    <a:cubicBezTo>
                      <a:pt x="0" y="11"/>
                      <a:pt x="5" y="14"/>
                      <a:pt x="13" y="14"/>
                    </a:cubicBezTo>
                    <a:cubicBezTo>
                      <a:pt x="21" y="14"/>
                      <a:pt x="29"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60" name="Freeform 723"/>
              <p:cNvSpPr>
                <a:spLocks/>
              </p:cNvSpPr>
              <p:nvPr/>
            </p:nvSpPr>
            <p:spPr bwMode="auto">
              <a:xfrm>
                <a:off x="2252" y="2165"/>
                <a:ext cx="64" cy="29"/>
              </a:xfrm>
              <a:custGeom>
                <a:avLst/>
                <a:gdLst>
                  <a:gd name="T0" fmla="*/ 30 w 31"/>
                  <a:gd name="T1" fmla="*/ 7 h 14"/>
                  <a:gd name="T2" fmla="*/ 18 w 31"/>
                  <a:gd name="T3" fmla="*/ 0 h 14"/>
                  <a:gd name="T4" fmla="*/ 1 w 31"/>
                  <a:gd name="T5" fmla="*/ 7 h 14"/>
                  <a:gd name="T6" fmla="*/ 13 w 31"/>
                  <a:gd name="T7" fmla="*/ 14 h 14"/>
                  <a:gd name="T8" fmla="*/ 30 w 31"/>
                  <a:gd name="T9" fmla="*/ 7 h 14"/>
                </a:gdLst>
                <a:ahLst/>
                <a:cxnLst>
                  <a:cxn ang="0">
                    <a:pos x="T0" y="T1"/>
                  </a:cxn>
                  <a:cxn ang="0">
                    <a:pos x="T2" y="T3"/>
                  </a:cxn>
                  <a:cxn ang="0">
                    <a:pos x="T4" y="T5"/>
                  </a:cxn>
                  <a:cxn ang="0">
                    <a:pos x="T6" y="T7"/>
                  </a:cxn>
                  <a:cxn ang="0">
                    <a:pos x="T8" y="T9"/>
                  </a:cxn>
                </a:cxnLst>
                <a:rect l="0" t="0" r="r" b="b"/>
                <a:pathLst>
                  <a:path w="31" h="14">
                    <a:moveTo>
                      <a:pt x="30" y="7"/>
                    </a:moveTo>
                    <a:cubicBezTo>
                      <a:pt x="31" y="3"/>
                      <a:pt x="26" y="0"/>
                      <a:pt x="18" y="0"/>
                    </a:cubicBezTo>
                    <a:cubicBezTo>
                      <a:pt x="10" y="0"/>
                      <a:pt x="2" y="3"/>
                      <a:pt x="1" y="7"/>
                    </a:cubicBezTo>
                    <a:cubicBezTo>
                      <a:pt x="0" y="11"/>
                      <a:pt x="5" y="14"/>
                      <a:pt x="13" y="14"/>
                    </a:cubicBezTo>
                    <a:cubicBezTo>
                      <a:pt x="21" y="14"/>
                      <a:pt x="29"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61" name="Freeform 724"/>
              <p:cNvSpPr>
                <a:spLocks/>
              </p:cNvSpPr>
              <p:nvPr/>
            </p:nvSpPr>
            <p:spPr bwMode="auto">
              <a:xfrm>
                <a:off x="2325" y="2165"/>
                <a:ext cx="66" cy="29"/>
              </a:xfrm>
              <a:custGeom>
                <a:avLst/>
                <a:gdLst>
                  <a:gd name="T0" fmla="*/ 31 w 32"/>
                  <a:gd name="T1" fmla="*/ 7 h 14"/>
                  <a:gd name="T2" fmla="*/ 19 w 32"/>
                  <a:gd name="T3" fmla="*/ 0 h 14"/>
                  <a:gd name="T4" fmla="*/ 2 w 32"/>
                  <a:gd name="T5" fmla="*/ 7 h 14"/>
                  <a:gd name="T6" fmla="*/ 14 w 32"/>
                  <a:gd name="T7" fmla="*/ 14 h 14"/>
                  <a:gd name="T8" fmla="*/ 31 w 32"/>
                  <a:gd name="T9" fmla="*/ 7 h 14"/>
                </a:gdLst>
                <a:ahLst/>
                <a:cxnLst>
                  <a:cxn ang="0">
                    <a:pos x="T0" y="T1"/>
                  </a:cxn>
                  <a:cxn ang="0">
                    <a:pos x="T2" y="T3"/>
                  </a:cxn>
                  <a:cxn ang="0">
                    <a:pos x="T4" y="T5"/>
                  </a:cxn>
                  <a:cxn ang="0">
                    <a:pos x="T6" y="T7"/>
                  </a:cxn>
                  <a:cxn ang="0">
                    <a:pos x="T8" y="T9"/>
                  </a:cxn>
                </a:cxnLst>
                <a:rect l="0" t="0" r="r" b="b"/>
                <a:pathLst>
                  <a:path w="32" h="14">
                    <a:moveTo>
                      <a:pt x="31" y="7"/>
                    </a:moveTo>
                    <a:cubicBezTo>
                      <a:pt x="32" y="3"/>
                      <a:pt x="27" y="0"/>
                      <a:pt x="19" y="0"/>
                    </a:cubicBezTo>
                    <a:cubicBezTo>
                      <a:pt x="11" y="0"/>
                      <a:pt x="3" y="3"/>
                      <a:pt x="2" y="7"/>
                    </a:cubicBezTo>
                    <a:cubicBezTo>
                      <a:pt x="0" y="11"/>
                      <a:pt x="6" y="14"/>
                      <a:pt x="14" y="14"/>
                    </a:cubicBezTo>
                    <a:cubicBezTo>
                      <a:pt x="22" y="14"/>
                      <a:pt x="29"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62" name="Freeform 725"/>
              <p:cNvSpPr>
                <a:spLocks/>
              </p:cNvSpPr>
              <p:nvPr/>
            </p:nvSpPr>
            <p:spPr bwMode="auto">
              <a:xfrm>
                <a:off x="2238" y="2202"/>
                <a:ext cx="66" cy="31"/>
              </a:xfrm>
              <a:custGeom>
                <a:avLst/>
                <a:gdLst>
                  <a:gd name="T0" fmla="*/ 31 w 32"/>
                  <a:gd name="T1" fmla="*/ 7 h 15"/>
                  <a:gd name="T2" fmla="*/ 19 w 32"/>
                  <a:gd name="T3" fmla="*/ 0 h 15"/>
                  <a:gd name="T4" fmla="*/ 2 w 32"/>
                  <a:gd name="T5" fmla="*/ 7 h 15"/>
                  <a:gd name="T6" fmla="*/ 14 w 32"/>
                  <a:gd name="T7" fmla="*/ 15 h 15"/>
                  <a:gd name="T8" fmla="*/ 31 w 32"/>
                  <a:gd name="T9" fmla="*/ 7 h 15"/>
                </a:gdLst>
                <a:ahLst/>
                <a:cxnLst>
                  <a:cxn ang="0">
                    <a:pos x="T0" y="T1"/>
                  </a:cxn>
                  <a:cxn ang="0">
                    <a:pos x="T2" y="T3"/>
                  </a:cxn>
                  <a:cxn ang="0">
                    <a:pos x="T4" y="T5"/>
                  </a:cxn>
                  <a:cxn ang="0">
                    <a:pos x="T6" y="T7"/>
                  </a:cxn>
                  <a:cxn ang="0">
                    <a:pos x="T8" y="T9"/>
                  </a:cxn>
                </a:cxnLst>
                <a:rect l="0" t="0" r="r" b="b"/>
                <a:pathLst>
                  <a:path w="32" h="15">
                    <a:moveTo>
                      <a:pt x="31" y="7"/>
                    </a:moveTo>
                    <a:cubicBezTo>
                      <a:pt x="32" y="3"/>
                      <a:pt x="27" y="0"/>
                      <a:pt x="19" y="0"/>
                    </a:cubicBezTo>
                    <a:cubicBezTo>
                      <a:pt x="11" y="0"/>
                      <a:pt x="3" y="3"/>
                      <a:pt x="2" y="7"/>
                    </a:cubicBezTo>
                    <a:cubicBezTo>
                      <a:pt x="0" y="11"/>
                      <a:pt x="6" y="15"/>
                      <a:pt x="14" y="15"/>
                    </a:cubicBezTo>
                    <a:cubicBezTo>
                      <a:pt x="22" y="15"/>
                      <a:pt x="30"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63" name="Freeform 726"/>
              <p:cNvSpPr>
                <a:spLocks/>
              </p:cNvSpPr>
              <p:nvPr/>
            </p:nvSpPr>
            <p:spPr bwMode="auto">
              <a:xfrm>
                <a:off x="2312" y="2202"/>
                <a:ext cx="66" cy="31"/>
              </a:xfrm>
              <a:custGeom>
                <a:avLst/>
                <a:gdLst>
                  <a:gd name="T0" fmla="*/ 31 w 32"/>
                  <a:gd name="T1" fmla="*/ 7 h 15"/>
                  <a:gd name="T2" fmla="*/ 19 w 32"/>
                  <a:gd name="T3" fmla="*/ 0 h 15"/>
                  <a:gd name="T4" fmla="*/ 2 w 32"/>
                  <a:gd name="T5" fmla="*/ 7 h 15"/>
                  <a:gd name="T6" fmla="*/ 14 w 32"/>
                  <a:gd name="T7" fmla="*/ 15 h 15"/>
                  <a:gd name="T8" fmla="*/ 31 w 32"/>
                  <a:gd name="T9" fmla="*/ 7 h 15"/>
                </a:gdLst>
                <a:ahLst/>
                <a:cxnLst>
                  <a:cxn ang="0">
                    <a:pos x="T0" y="T1"/>
                  </a:cxn>
                  <a:cxn ang="0">
                    <a:pos x="T2" y="T3"/>
                  </a:cxn>
                  <a:cxn ang="0">
                    <a:pos x="T4" y="T5"/>
                  </a:cxn>
                  <a:cxn ang="0">
                    <a:pos x="T6" y="T7"/>
                  </a:cxn>
                  <a:cxn ang="0">
                    <a:pos x="T8" y="T9"/>
                  </a:cxn>
                </a:cxnLst>
                <a:rect l="0" t="0" r="r" b="b"/>
                <a:pathLst>
                  <a:path w="32" h="15">
                    <a:moveTo>
                      <a:pt x="31" y="7"/>
                    </a:moveTo>
                    <a:cubicBezTo>
                      <a:pt x="32" y="3"/>
                      <a:pt x="27" y="0"/>
                      <a:pt x="19" y="0"/>
                    </a:cubicBezTo>
                    <a:cubicBezTo>
                      <a:pt x="11" y="0"/>
                      <a:pt x="3" y="3"/>
                      <a:pt x="2" y="7"/>
                    </a:cubicBezTo>
                    <a:cubicBezTo>
                      <a:pt x="0" y="11"/>
                      <a:pt x="6" y="15"/>
                      <a:pt x="14" y="15"/>
                    </a:cubicBezTo>
                    <a:cubicBezTo>
                      <a:pt x="22" y="15"/>
                      <a:pt x="30"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64" name="Freeform 727"/>
              <p:cNvSpPr>
                <a:spLocks/>
              </p:cNvSpPr>
              <p:nvPr/>
            </p:nvSpPr>
            <p:spPr bwMode="auto">
              <a:xfrm>
                <a:off x="2387" y="2202"/>
                <a:ext cx="66" cy="31"/>
              </a:xfrm>
              <a:custGeom>
                <a:avLst/>
                <a:gdLst>
                  <a:gd name="T0" fmla="*/ 31 w 32"/>
                  <a:gd name="T1" fmla="*/ 7 h 15"/>
                  <a:gd name="T2" fmla="*/ 19 w 32"/>
                  <a:gd name="T3" fmla="*/ 0 h 15"/>
                  <a:gd name="T4" fmla="*/ 2 w 32"/>
                  <a:gd name="T5" fmla="*/ 7 h 15"/>
                  <a:gd name="T6" fmla="*/ 14 w 32"/>
                  <a:gd name="T7" fmla="*/ 15 h 15"/>
                  <a:gd name="T8" fmla="*/ 31 w 32"/>
                  <a:gd name="T9" fmla="*/ 7 h 15"/>
                </a:gdLst>
                <a:ahLst/>
                <a:cxnLst>
                  <a:cxn ang="0">
                    <a:pos x="T0" y="T1"/>
                  </a:cxn>
                  <a:cxn ang="0">
                    <a:pos x="T2" y="T3"/>
                  </a:cxn>
                  <a:cxn ang="0">
                    <a:pos x="T4" y="T5"/>
                  </a:cxn>
                  <a:cxn ang="0">
                    <a:pos x="T6" y="T7"/>
                  </a:cxn>
                  <a:cxn ang="0">
                    <a:pos x="T8" y="T9"/>
                  </a:cxn>
                </a:cxnLst>
                <a:rect l="0" t="0" r="r" b="b"/>
                <a:pathLst>
                  <a:path w="32" h="15">
                    <a:moveTo>
                      <a:pt x="31" y="7"/>
                    </a:moveTo>
                    <a:cubicBezTo>
                      <a:pt x="32" y="3"/>
                      <a:pt x="27" y="0"/>
                      <a:pt x="19" y="0"/>
                    </a:cubicBezTo>
                    <a:cubicBezTo>
                      <a:pt x="11" y="0"/>
                      <a:pt x="3" y="3"/>
                      <a:pt x="2" y="7"/>
                    </a:cubicBezTo>
                    <a:cubicBezTo>
                      <a:pt x="0" y="11"/>
                      <a:pt x="6" y="15"/>
                      <a:pt x="14" y="15"/>
                    </a:cubicBezTo>
                    <a:cubicBezTo>
                      <a:pt x="22" y="15"/>
                      <a:pt x="30"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65" name="Freeform 728"/>
              <p:cNvSpPr>
                <a:spLocks/>
              </p:cNvSpPr>
              <p:nvPr/>
            </p:nvSpPr>
            <p:spPr bwMode="auto">
              <a:xfrm>
                <a:off x="2461" y="2202"/>
                <a:ext cx="66" cy="31"/>
              </a:xfrm>
              <a:custGeom>
                <a:avLst/>
                <a:gdLst>
                  <a:gd name="T0" fmla="*/ 31 w 32"/>
                  <a:gd name="T1" fmla="*/ 7 h 15"/>
                  <a:gd name="T2" fmla="*/ 19 w 32"/>
                  <a:gd name="T3" fmla="*/ 0 h 15"/>
                  <a:gd name="T4" fmla="*/ 2 w 32"/>
                  <a:gd name="T5" fmla="*/ 7 h 15"/>
                  <a:gd name="T6" fmla="*/ 14 w 32"/>
                  <a:gd name="T7" fmla="*/ 15 h 15"/>
                  <a:gd name="T8" fmla="*/ 31 w 32"/>
                  <a:gd name="T9" fmla="*/ 7 h 15"/>
                </a:gdLst>
                <a:ahLst/>
                <a:cxnLst>
                  <a:cxn ang="0">
                    <a:pos x="T0" y="T1"/>
                  </a:cxn>
                  <a:cxn ang="0">
                    <a:pos x="T2" y="T3"/>
                  </a:cxn>
                  <a:cxn ang="0">
                    <a:pos x="T4" y="T5"/>
                  </a:cxn>
                  <a:cxn ang="0">
                    <a:pos x="T6" y="T7"/>
                  </a:cxn>
                  <a:cxn ang="0">
                    <a:pos x="T8" y="T9"/>
                  </a:cxn>
                </a:cxnLst>
                <a:rect l="0" t="0" r="r" b="b"/>
                <a:pathLst>
                  <a:path w="32" h="15">
                    <a:moveTo>
                      <a:pt x="31" y="7"/>
                    </a:moveTo>
                    <a:cubicBezTo>
                      <a:pt x="32" y="3"/>
                      <a:pt x="27" y="0"/>
                      <a:pt x="19" y="0"/>
                    </a:cubicBezTo>
                    <a:cubicBezTo>
                      <a:pt x="10" y="0"/>
                      <a:pt x="3" y="3"/>
                      <a:pt x="2" y="7"/>
                    </a:cubicBezTo>
                    <a:cubicBezTo>
                      <a:pt x="0" y="11"/>
                      <a:pt x="6" y="15"/>
                      <a:pt x="14" y="15"/>
                    </a:cubicBezTo>
                    <a:cubicBezTo>
                      <a:pt x="22" y="15"/>
                      <a:pt x="30"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66" name="Freeform 729"/>
              <p:cNvSpPr>
                <a:spLocks/>
              </p:cNvSpPr>
              <p:nvPr/>
            </p:nvSpPr>
            <p:spPr bwMode="auto">
              <a:xfrm>
                <a:off x="2118" y="2129"/>
                <a:ext cx="66" cy="29"/>
              </a:xfrm>
              <a:custGeom>
                <a:avLst/>
                <a:gdLst>
                  <a:gd name="T0" fmla="*/ 30 w 32"/>
                  <a:gd name="T1" fmla="*/ 7 h 14"/>
                  <a:gd name="T2" fmla="*/ 19 w 32"/>
                  <a:gd name="T3" fmla="*/ 0 h 14"/>
                  <a:gd name="T4" fmla="*/ 1 w 32"/>
                  <a:gd name="T5" fmla="*/ 7 h 14"/>
                  <a:gd name="T6" fmla="*/ 13 w 32"/>
                  <a:gd name="T7" fmla="*/ 14 h 14"/>
                  <a:gd name="T8" fmla="*/ 30 w 32"/>
                  <a:gd name="T9" fmla="*/ 7 h 14"/>
                </a:gdLst>
                <a:ahLst/>
                <a:cxnLst>
                  <a:cxn ang="0">
                    <a:pos x="T0" y="T1"/>
                  </a:cxn>
                  <a:cxn ang="0">
                    <a:pos x="T2" y="T3"/>
                  </a:cxn>
                  <a:cxn ang="0">
                    <a:pos x="T4" y="T5"/>
                  </a:cxn>
                  <a:cxn ang="0">
                    <a:pos x="T6" y="T7"/>
                  </a:cxn>
                  <a:cxn ang="0">
                    <a:pos x="T8" y="T9"/>
                  </a:cxn>
                </a:cxnLst>
                <a:rect l="0" t="0" r="r" b="b"/>
                <a:pathLst>
                  <a:path w="32" h="14">
                    <a:moveTo>
                      <a:pt x="30" y="7"/>
                    </a:moveTo>
                    <a:cubicBezTo>
                      <a:pt x="32" y="3"/>
                      <a:pt x="27" y="0"/>
                      <a:pt x="19" y="0"/>
                    </a:cubicBezTo>
                    <a:cubicBezTo>
                      <a:pt x="11" y="0"/>
                      <a:pt x="3" y="3"/>
                      <a:pt x="1" y="7"/>
                    </a:cubicBezTo>
                    <a:cubicBezTo>
                      <a:pt x="0" y="11"/>
                      <a:pt x="5" y="14"/>
                      <a:pt x="13" y="14"/>
                    </a:cubicBezTo>
                    <a:cubicBezTo>
                      <a:pt x="21" y="14"/>
                      <a:pt x="29"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67" name="Freeform 730"/>
              <p:cNvSpPr>
                <a:spLocks/>
              </p:cNvSpPr>
              <p:nvPr/>
            </p:nvSpPr>
            <p:spPr bwMode="auto">
              <a:xfrm>
                <a:off x="2191" y="2129"/>
                <a:ext cx="66" cy="29"/>
              </a:xfrm>
              <a:custGeom>
                <a:avLst/>
                <a:gdLst>
                  <a:gd name="T0" fmla="*/ 31 w 32"/>
                  <a:gd name="T1" fmla="*/ 7 h 14"/>
                  <a:gd name="T2" fmla="*/ 19 w 32"/>
                  <a:gd name="T3" fmla="*/ 0 h 14"/>
                  <a:gd name="T4" fmla="*/ 2 w 32"/>
                  <a:gd name="T5" fmla="*/ 7 h 14"/>
                  <a:gd name="T6" fmla="*/ 14 w 32"/>
                  <a:gd name="T7" fmla="*/ 14 h 14"/>
                  <a:gd name="T8" fmla="*/ 31 w 32"/>
                  <a:gd name="T9" fmla="*/ 7 h 14"/>
                </a:gdLst>
                <a:ahLst/>
                <a:cxnLst>
                  <a:cxn ang="0">
                    <a:pos x="T0" y="T1"/>
                  </a:cxn>
                  <a:cxn ang="0">
                    <a:pos x="T2" y="T3"/>
                  </a:cxn>
                  <a:cxn ang="0">
                    <a:pos x="T4" y="T5"/>
                  </a:cxn>
                  <a:cxn ang="0">
                    <a:pos x="T6" y="T7"/>
                  </a:cxn>
                  <a:cxn ang="0">
                    <a:pos x="T8" y="T9"/>
                  </a:cxn>
                </a:cxnLst>
                <a:rect l="0" t="0" r="r" b="b"/>
                <a:pathLst>
                  <a:path w="32" h="14">
                    <a:moveTo>
                      <a:pt x="31" y="7"/>
                    </a:moveTo>
                    <a:cubicBezTo>
                      <a:pt x="32" y="3"/>
                      <a:pt x="27" y="0"/>
                      <a:pt x="19" y="0"/>
                    </a:cubicBezTo>
                    <a:cubicBezTo>
                      <a:pt x="11" y="0"/>
                      <a:pt x="3" y="3"/>
                      <a:pt x="2" y="7"/>
                    </a:cubicBezTo>
                    <a:cubicBezTo>
                      <a:pt x="0" y="11"/>
                      <a:pt x="6" y="14"/>
                      <a:pt x="14" y="14"/>
                    </a:cubicBezTo>
                    <a:cubicBezTo>
                      <a:pt x="22" y="14"/>
                      <a:pt x="29"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68" name="Freeform 731"/>
              <p:cNvSpPr>
                <a:spLocks/>
              </p:cNvSpPr>
              <p:nvPr/>
            </p:nvSpPr>
            <p:spPr bwMode="auto">
              <a:xfrm>
                <a:off x="2104" y="2165"/>
                <a:ext cx="66" cy="29"/>
              </a:xfrm>
              <a:custGeom>
                <a:avLst/>
                <a:gdLst>
                  <a:gd name="T0" fmla="*/ 31 w 32"/>
                  <a:gd name="T1" fmla="*/ 7 h 14"/>
                  <a:gd name="T2" fmla="*/ 19 w 32"/>
                  <a:gd name="T3" fmla="*/ 0 h 14"/>
                  <a:gd name="T4" fmla="*/ 2 w 32"/>
                  <a:gd name="T5" fmla="*/ 7 h 14"/>
                  <a:gd name="T6" fmla="*/ 13 w 32"/>
                  <a:gd name="T7" fmla="*/ 14 h 14"/>
                  <a:gd name="T8" fmla="*/ 31 w 32"/>
                  <a:gd name="T9" fmla="*/ 7 h 14"/>
                </a:gdLst>
                <a:ahLst/>
                <a:cxnLst>
                  <a:cxn ang="0">
                    <a:pos x="T0" y="T1"/>
                  </a:cxn>
                  <a:cxn ang="0">
                    <a:pos x="T2" y="T3"/>
                  </a:cxn>
                  <a:cxn ang="0">
                    <a:pos x="T4" y="T5"/>
                  </a:cxn>
                  <a:cxn ang="0">
                    <a:pos x="T6" y="T7"/>
                  </a:cxn>
                  <a:cxn ang="0">
                    <a:pos x="T8" y="T9"/>
                  </a:cxn>
                </a:cxnLst>
                <a:rect l="0" t="0" r="r" b="b"/>
                <a:pathLst>
                  <a:path w="32" h="14">
                    <a:moveTo>
                      <a:pt x="31" y="7"/>
                    </a:moveTo>
                    <a:cubicBezTo>
                      <a:pt x="32" y="3"/>
                      <a:pt x="27" y="0"/>
                      <a:pt x="19" y="0"/>
                    </a:cubicBezTo>
                    <a:cubicBezTo>
                      <a:pt x="11" y="0"/>
                      <a:pt x="3" y="3"/>
                      <a:pt x="2" y="7"/>
                    </a:cubicBezTo>
                    <a:cubicBezTo>
                      <a:pt x="0" y="11"/>
                      <a:pt x="5" y="14"/>
                      <a:pt x="13" y="14"/>
                    </a:cubicBezTo>
                    <a:cubicBezTo>
                      <a:pt x="21" y="14"/>
                      <a:pt x="29"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69" name="Freeform 732"/>
              <p:cNvSpPr>
                <a:spLocks/>
              </p:cNvSpPr>
              <p:nvPr/>
            </p:nvSpPr>
            <p:spPr bwMode="auto">
              <a:xfrm>
                <a:off x="2178" y="2165"/>
                <a:ext cx="66" cy="29"/>
              </a:xfrm>
              <a:custGeom>
                <a:avLst/>
                <a:gdLst>
                  <a:gd name="T0" fmla="*/ 30 w 32"/>
                  <a:gd name="T1" fmla="*/ 7 h 14"/>
                  <a:gd name="T2" fmla="*/ 18 w 32"/>
                  <a:gd name="T3" fmla="*/ 0 h 14"/>
                  <a:gd name="T4" fmla="*/ 1 w 32"/>
                  <a:gd name="T5" fmla="*/ 7 h 14"/>
                  <a:gd name="T6" fmla="*/ 13 w 32"/>
                  <a:gd name="T7" fmla="*/ 14 h 14"/>
                  <a:gd name="T8" fmla="*/ 30 w 32"/>
                  <a:gd name="T9" fmla="*/ 7 h 14"/>
                </a:gdLst>
                <a:ahLst/>
                <a:cxnLst>
                  <a:cxn ang="0">
                    <a:pos x="T0" y="T1"/>
                  </a:cxn>
                  <a:cxn ang="0">
                    <a:pos x="T2" y="T3"/>
                  </a:cxn>
                  <a:cxn ang="0">
                    <a:pos x="T4" y="T5"/>
                  </a:cxn>
                  <a:cxn ang="0">
                    <a:pos x="T6" y="T7"/>
                  </a:cxn>
                  <a:cxn ang="0">
                    <a:pos x="T8" y="T9"/>
                  </a:cxn>
                </a:cxnLst>
                <a:rect l="0" t="0" r="r" b="b"/>
                <a:pathLst>
                  <a:path w="32" h="14">
                    <a:moveTo>
                      <a:pt x="30" y="7"/>
                    </a:moveTo>
                    <a:cubicBezTo>
                      <a:pt x="32" y="3"/>
                      <a:pt x="26" y="0"/>
                      <a:pt x="18" y="0"/>
                    </a:cubicBezTo>
                    <a:cubicBezTo>
                      <a:pt x="10" y="0"/>
                      <a:pt x="3" y="3"/>
                      <a:pt x="1" y="7"/>
                    </a:cubicBezTo>
                    <a:cubicBezTo>
                      <a:pt x="0" y="11"/>
                      <a:pt x="5" y="14"/>
                      <a:pt x="13" y="14"/>
                    </a:cubicBezTo>
                    <a:cubicBezTo>
                      <a:pt x="21" y="14"/>
                      <a:pt x="29"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70" name="Freeform 733"/>
              <p:cNvSpPr>
                <a:spLocks/>
              </p:cNvSpPr>
              <p:nvPr/>
            </p:nvSpPr>
            <p:spPr bwMode="auto">
              <a:xfrm>
                <a:off x="2089" y="2202"/>
                <a:ext cx="66" cy="31"/>
              </a:xfrm>
              <a:custGeom>
                <a:avLst/>
                <a:gdLst>
                  <a:gd name="T0" fmla="*/ 31 w 32"/>
                  <a:gd name="T1" fmla="*/ 7 h 15"/>
                  <a:gd name="T2" fmla="*/ 19 w 32"/>
                  <a:gd name="T3" fmla="*/ 0 h 15"/>
                  <a:gd name="T4" fmla="*/ 1 w 32"/>
                  <a:gd name="T5" fmla="*/ 7 h 15"/>
                  <a:gd name="T6" fmla="*/ 13 w 32"/>
                  <a:gd name="T7" fmla="*/ 15 h 15"/>
                  <a:gd name="T8" fmla="*/ 31 w 32"/>
                  <a:gd name="T9" fmla="*/ 7 h 15"/>
                </a:gdLst>
                <a:ahLst/>
                <a:cxnLst>
                  <a:cxn ang="0">
                    <a:pos x="T0" y="T1"/>
                  </a:cxn>
                  <a:cxn ang="0">
                    <a:pos x="T2" y="T3"/>
                  </a:cxn>
                  <a:cxn ang="0">
                    <a:pos x="T4" y="T5"/>
                  </a:cxn>
                  <a:cxn ang="0">
                    <a:pos x="T6" y="T7"/>
                  </a:cxn>
                  <a:cxn ang="0">
                    <a:pos x="T8" y="T9"/>
                  </a:cxn>
                </a:cxnLst>
                <a:rect l="0" t="0" r="r" b="b"/>
                <a:pathLst>
                  <a:path w="32" h="15">
                    <a:moveTo>
                      <a:pt x="31" y="7"/>
                    </a:moveTo>
                    <a:cubicBezTo>
                      <a:pt x="32" y="3"/>
                      <a:pt x="27" y="0"/>
                      <a:pt x="19" y="0"/>
                    </a:cubicBezTo>
                    <a:cubicBezTo>
                      <a:pt x="11" y="0"/>
                      <a:pt x="3" y="3"/>
                      <a:pt x="1" y="7"/>
                    </a:cubicBezTo>
                    <a:cubicBezTo>
                      <a:pt x="0" y="11"/>
                      <a:pt x="5" y="15"/>
                      <a:pt x="13" y="15"/>
                    </a:cubicBezTo>
                    <a:cubicBezTo>
                      <a:pt x="21" y="15"/>
                      <a:pt x="29"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71" name="Freeform 734"/>
              <p:cNvSpPr>
                <a:spLocks/>
              </p:cNvSpPr>
              <p:nvPr/>
            </p:nvSpPr>
            <p:spPr bwMode="auto">
              <a:xfrm>
                <a:off x="2164" y="2202"/>
                <a:ext cx="66" cy="31"/>
              </a:xfrm>
              <a:custGeom>
                <a:avLst/>
                <a:gdLst>
                  <a:gd name="T0" fmla="*/ 31 w 32"/>
                  <a:gd name="T1" fmla="*/ 7 h 15"/>
                  <a:gd name="T2" fmla="*/ 19 w 32"/>
                  <a:gd name="T3" fmla="*/ 0 h 15"/>
                  <a:gd name="T4" fmla="*/ 2 w 32"/>
                  <a:gd name="T5" fmla="*/ 7 h 15"/>
                  <a:gd name="T6" fmla="*/ 13 w 32"/>
                  <a:gd name="T7" fmla="*/ 15 h 15"/>
                  <a:gd name="T8" fmla="*/ 31 w 32"/>
                  <a:gd name="T9" fmla="*/ 7 h 15"/>
                </a:gdLst>
                <a:ahLst/>
                <a:cxnLst>
                  <a:cxn ang="0">
                    <a:pos x="T0" y="T1"/>
                  </a:cxn>
                  <a:cxn ang="0">
                    <a:pos x="T2" y="T3"/>
                  </a:cxn>
                  <a:cxn ang="0">
                    <a:pos x="T4" y="T5"/>
                  </a:cxn>
                  <a:cxn ang="0">
                    <a:pos x="T6" y="T7"/>
                  </a:cxn>
                  <a:cxn ang="0">
                    <a:pos x="T8" y="T9"/>
                  </a:cxn>
                </a:cxnLst>
                <a:rect l="0" t="0" r="r" b="b"/>
                <a:pathLst>
                  <a:path w="32" h="15">
                    <a:moveTo>
                      <a:pt x="31" y="7"/>
                    </a:moveTo>
                    <a:cubicBezTo>
                      <a:pt x="32" y="3"/>
                      <a:pt x="27" y="0"/>
                      <a:pt x="19" y="0"/>
                    </a:cubicBezTo>
                    <a:cubicBezTo>
                      <a:pt x="11" y="0"/>
                      <a:pt x="3" y="3"/>
                      <a:pt x="2" y="7"/>
                    </a:cubicBezTo>
                    <a:cubicBezTo>
                      <a:pt x="0" y="11"/>
                      <a:pt x="5" y="15"/>
                      <a:pt x="13" y="15"/>
                    </a:cubicBezTo>
                    <a:cubicBezTo>
                      <a:pt x="22" y="15"/>
                      <a:pt x="29"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72" name="Freeform 735"/>
              <p:cNvSpPr>
                <a:spLocks/>
              </p:cNvSpPr>
              <p:nvPr/>
            </p:nvSpPr>
            <p:spPr bwMode="auto">
              <a:xfrm>
                <a:off x="1968" y="2316"/>
                <a:ext cx="68" cy="33"/>
              </a:xfrm>
              <a:custGeom>
                <a:avLst/>
                <a:gdLst>
                  <a:gd name="T0" fmla="*/ 32 w 33"/>
                  <a:gd name="T1" fmla="*/ 8 h 16"/>
                  <a:gd name="T2" fmla="*/ 20 w 33"/>
                  <a:gd name="T3" fmla="*/ 0 h 16"/>
                  <a:gd name="T4" fmla="*/ 1 w 33"/>
                  <a:gd name="T5" fmla="*/ 8 h 16"/>
                  <a:gd name="T6" fmla="*/ 13 w 33"/>
                  <a:gd name="T7" fmla="*/ 16 h 16"/>
                  <a:gd name="T8" fmla="*/ 32 w 33"/>
                  <a:gd name="T9" fmla="*/ 8 h 16"/>
                </a:gdLst>
                <a:ahLst/>
                <a:cxnLst>
                  <a:cxn ang="0">
                    <a:pos x="T0" y="T1"/>
                  </a:cxn>
                  <a:cxn ang="0">
                    <a:pos x="T2" y="T3"/>
                  </a:cxn>
                  <a:cxn ang="0">
                    <a:pos x="T4" y="T5"/>
                  </a:cxn>
                  <a:cxn ang="0">
                    <a:pos x="T6" y="T7"/>
                  </a:cxn>
                  <a:cxn ang="0">
                    <a:pos x="T8" y="T9"/>
                  </a:cxn>
                </a:cxnLst>
                <a:rect l="0" t="0" r="r" b="b"/>
                <a:pathLst>
                  <a:path w="33" h="16">
                    <a:moveTo>
                      <a:pt x="32" y="8"/>
                    </a:moveTo>
                    <a:cubicBezTo>
                      <a:pt x="33" y="4"/>
                      <a:pt x="28" y="0"/>
                      <a:pt x="20" y="0"/>
                    </a:cubicBezTo>
                    <a:cubicBezTo>
                      <a:pt x="11" y="0"/>
                      <a:pt x="3" y="4"/>
                      <a:pt x="1" y="8"/>
                    </a:cubicBezTo>
                    <a:cubicBezTo>
                      <a:pt x="0" y="13"/>
                      <a:pt x="5" y="16"/>
                      <a:pt x="13" y="16"/>
                    </a:cubicBezTo>
                    <a:cubicBezTo>
                      <a:pt x="22" y="16"/>
                      <a:pt x="30"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73" name="Freeform 736"/>
              <p:cNvSpPr>
                <a:spLocks/>
              </p:cNvSpPr>
              <p:nvPr/>
            </p:nvSpPr>
            <p:spPr bwMode="auto">
              <a:xfrm>
                <a:off x="1951" y="2357"/>
                <a:ext cx="70" cy="33"/>
              </a:xfrm>
              <a:custGeom>
                <a:avLst/>
                <a:gdLst>
                  <a:gd name="T0" fmla="*/ 32 w 34"/>
                  <a:gd name="T1" fmla="*/ 8 h 16"/>
                  <a:gd name="T2" fmla="*/ 20 w 34"/>
                  <a:gd name="T3" fmla="*/ 0 h 16"/>
                  <a:gd name="T4" fmla="*/ 2 w 34"/>
                  <a:gd name="T5" fmla="*/ 8 h 16"/>
                  <a:gd name="T6" fmla="*/ 14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4" y="4"/>
                      <a:pt x="28" y="0"/>
                      <a:pt x="20" y="0"/>
                    </a:cubicBezTo>
                    <a:cubicBezTo>
                      <a:pt x="12" y="0"/>
                      <a:pt x="3" y="4"/>
                      <a:pt x="2" y="8"/>
                    </a:cubicBezTo>
                    <a:cubicBezTo>
                      <a:pt x="0" y="13"/>
                      <a:pt x="5" y="16"/>
                      <a:pt x="14" y="16"/>
                    </a:cubicBezTo>
                    <a:cubicBezTo>
                      <a:pt x="22" y="16"/>
                      <a:pt x="30"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74" name="Freeform 737"/>
              <p:cNvSpPr>
                <a:spLocks/>
              </p:cNvSpPr>
              <p:nvPr/>
            </p:nvSpPr>
            <p:spPr bwMode="auto">
              <a:xfrm>
                <a:off x="1935" y="2398"/>
                <a:ext cx="70" cy="35"/>
              </a:xfrm>
              <a:custGeom>
                <a:avLst/>
                <a:gdLst>
                  <a:gd name="T0" fmla="*/ 32 w 34"/>
                  <a:gd name="T1" fmla="*/ 8 h 17"/>
                  <a:gd name="T2" fmla="*/ 20 w 34"/>
                  <a:gd name="T3" fmla="*/ 0 h 17"/>
                  <a:gd name="T4" fmla="*/ 1 w 34"/>
                  <a:gd name="T5" fmla="*/ 8 h 17"/>
                  <a:gd name="T6" fmla="*/ 14 w 34"/>
                  <a:gd name="T7" fmla="*/ 17 h 17"/>
                  <a:gd name="T8" fmla="*/ 32 w 34"/>
                  <a:gd name="T9" fmla="*/ 8 h 17"/>
                </a:gdLst>
                <a:ahLst/>
                <a:cxnLst>
                  <a:cxn ang="0">
                    <a:pos x="T0" y="T1"/>
                  </a:cxn>
                  <a:cxn ang="0">
                    <a:pos x="T2" y="T3"/>
                  </a:cxn>
                  <a:cxn ang="0">
                    <a:pos x="T4" y="T5"/>
                  </a:cxn>
                  <a:cxn ang="0">
                    <a:pos x="T6" y="T7"/>
                  </a:cxn>
                  <a:cxn ang="0">
                    <a:pos x="T8" y="T9"/>
                  </a:cxn>
                </a:cxnLst>
                <a:rect l="0" t="0" r="r" b="b"/>
                <a:pathLst>
                  <a:path w="34" h="17">
                    <a:moveTo>
                      <a:pt x="32" y="8"/>
                    </a:moveTo>
                    <a:cubicBezTo>
                      <a:pt x="34" y="4"/>
                      <a:pt x="29" y="0"/>
                      <a:pt x="20" y="0"/>
                    </a:cubicBezTo>
                    <a:cubicBezTo>
                      <a:pt x="12" y="0"/>
                      <a:pt x="3" y="4"/>
                      <a:pt x="1" y="8"/>
                    </a:cubicBezTo>
                    <a:cubicBezTo>
                      <a:pt x="0" y="13"/>
                      <a:pt x="5" y="17"/>
                      <a:pt x="14" y="17"/>
                    </a:cubicBezTo>
                    <a:cubicBezTo>
                      <a:pt x="22" y="17"/>
                      <a:pt x="31"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75" name="Freeform 738"/>
              <p:cNvSpPr>
                <a:spLocks/>
              </p:cNvSpPr>
              <p:nvPr/>
            </p:nvSpPr>
            <p:spPr bwMode="auto">
              <a:xfrm>
                <a:off x="1916" y="2442"/>
                <a:ext cx="72" cy="35"/>
              </a:xfrm>
              <a:custGeom>
                <a:avLst/>
                <a:gdLst>
                  <a:gd name="T0" fmla="*/ 33 w 35"/>
                  <a:gd name="T1" fmla="*/ 8 h 17"/>
                  <a:gd name="T2" fmla="*/ 21 w 35"/>
                  <a:gd name="T3" fmla="*/ 0 h 17"/>
                  <a:gd name="T4" fmla="*/ 2 w 35"/>
                  <a:gd name="T5" fmla="*/ 8 h 17"/>
                  <a:gd name="T6" fmla="*/ 14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5" y="3"/>
                      <a:pt x="30" y="0"/>
                      <a:pt x="21" y="0"/>
                    </a:cubicBezTo>
                    <a:cubicBezTo>
                      <a:pt x="13" y="0"/>
                      <a:pt x="4" y="3"/>
                      <a:pt x="2" y="8"/>
                    </a:cubicBezTo>
                    <a:cubicBezTo>
                      <a:pt x="0" y="13"/>
                      <a:pt x="6" y="17"/>
                      <a:pt x="14" y="17"/>
                    </a:cubicBezTo>
                    <a:cubicBezTo>
                      <a:pt x="23" y="17"/>
                      <a:pt x="32"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76" name="Freeform 739"/>
              <p:cNvSpPr>
                <a:spLocks/>
              </p:cNvSpPr>
              <p:nvPr/>
            </p:nvSpPr>
            <p:spPr bwMode="auto">
              <a:xfrm>
                <a:off x="1900" y="2485"/>
                <a:ext cx="72" cy="35"/>
              </a:xfrm>
              <a:custGeom>
                <a:avLst/>
                <a:gdLst>
                  <a:gd name="T0" fmla="*/ 33 w 35"/>
                  <a:gd name="T1" fmla="*/ 8 h 17"/>
                  <a:gd name="T2" fmla="*/ 21 w 35"/>
                  <a:gd name="T3" fmla="*/ 0 h 17"/>
                  <a:gd name="T4" fmla="*/ 2 w 35"/>
                  <a:gd name="T5" fmla="*/ 8 h 17"/>
                  <a:gd name="T6" fmla="*/ 14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5" y="3"/>
                      <a:pt x="30" y="0"/>
                      <a:pt x="21" y="0"/>
                    </a:cubicBezTo>
                    <a:cubicBezTo>
                      <a:pt x="12" y="0"/>
                      <a:pt x="4" y="3"/>
                      <a:pt x="2" y="8"/>
                    </a:cubicBezTo>
                    <a:cubicBezTo>
                      <a:pt x="0" y="13"/>
                      <a:pt x="5" y="17"/>
                      <a:pt x="14" y="17"/>
                    </a:cubicBezTo>
                    <a:cubicBezTo>
                      <a:pt x="23" y="17"/>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77" name="Freeform 740"/>
              <p:cNvSpPr>
                <a:spLocks/>
              </p:cNvSpPr>
              <p:nvPr/>
            </p:nvSpPr>
            <p:spPr bwMode="auto">
              <a:xfrm>
                <a:off x="1881" y="2528"/>
                <a:ext cx="74" cy="38"/>
              </a:xfrm>
              <a:custGeom>
                <a:avLst/>
                <a:gdLst>
                  <a:gd name="T0" fmla="*/ 34 w 36"/>
                  <a:gd name="T1" fmla="*/ 9 h 18"/>
                  <a:gd name="T2" fmla="*/ 22 w 36"/>
                  <a:gd name="T3" fmla="*/ 0 h 18"/>
                  <a:gd name="T4" fmla="*/ 2 w 36"/>
                  <a:gd name="T5" fmla="*/ 9 h 18"/>
                  <a:gd name="T6" fmla="*/ 15 w 36"/>
                  <a:gd name="T7" fmla="*/ 18 h 18"/>
                  <a:gd name="T8" fmla="*/ 34 w 36"/>
                  <a:gd name="T9" fmla="*/ 9 h 18"/>
                </a:gdLst>
                <a:ahLst/>
                <a:cxnLst>
                  <a:cxn ang="0">
                    <a:pos x="T0" y="T1"/>
                  </a:cxn>
                  <a:cxn ang="0">
                    <a:pos x="T2" y="T3"/>
                  </a:cxn>
                  <a:cxn ang="0">
                    <a:pos x="T4" y="T5"/>
                  </a:cxn>
                  <a:cxn ang="0">
                    <a:pos x="T6" y="T7"/>
                  </a:cxn>
                  <a:cxn ang="0">
                    <a:pos x="T8" y="T9"/>
                  </a:cxn>
                </a:cxnLst>
                <a:rect l="0" t="0" r="r" b="b"/>
                <a:pathLst>
                  <a:path w="36" h="18">
                    <a:moveTo>
                      <a:pt x="34" y="9"/>
                    </a:moveTo>
                    <a:cubicBezTo>
                      <a:pt x="36" y="4"/>
                      <a:pt x="30" y="0"/>
                      <a:pt x="22" y="0"/>
                    </a:cubicBezTo>
                    <a:cubicBezTo>
                      <a:pt x="13" y="0"/>
                      <a:pt x="4" y="4"/>
                      <a:pt x="2" y="9"/>
                    </a:cubicBezTo>
                    <a:cubicBezTo>
                      <a:pt x="0" y="14"/>
                      <a:pt x="6" y="18"/>
                      <a:pt x="15" y="18"/>
                    </a:cubicBezTo>
                    <a:cubicBezTo>
                      <a:pt x="24" y="18"/>
                      <a:pt x="32" y="14"/>
                      <a:pt x="3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78" name="Freeform 741"/>
              <p:cNvSpPr>
                <a:spLocks/>
              </p:cNvSpPr>
              <p:nvPr/>
            </p:nvSpPr>
            <p:spPr bwMode="auto">
              <a:xfrm>
                <a:off x="1865" y="2574"/>
                <a:ext cx="74" cy="39"/>
              </a:xfrm>
              <a:custGeom>
                <a:avLst/>
                <a:gdLst>
                  <a:gd name="T0" fmla="*/ 34 w 36"/>
                  <a:gd name="T1" fmla="*/ 10 h 19"/>
                  <a:gd name="T2" fmla="*/ 21 w 36"/>
                  <a:gd name="T3" fmla="*/ 0 h 19"/>
                  <a:gd name="T4" fmla="*/ 2 w 36"/>
                  <a:gd name="T5" fmla="*/ 10 h 19"/>
                  <a:gd name="T6" fmla="*/ 14 w 36"/>
                  <a:gd name="T7" fmla="*/ 19 h 19"/>
                  <a:gd name="T8" fmla="*/ 34 w 36"/>
                  <a:gd name="T9" fmla="*/ 10 h 19"/>
                </a:gdLst>
                <a:ahLst/>
                <a:cxnLst>
                  <a:cxn ang="0">
                    <a:pos x="T0" y="T1"/>
                  </a:cxn>
                  <a:cxn ang="0">
                    <a:pos x="T2" y="T3"/>
                  </a:cxn>
                  <a:cxn ang="0">
                    <a:pos x="T4" y="T5"/>
                  </a:cxn>
                  <a:cxn ang="0">
                    <a:pos x="T6" y="T7"/>
                  </a:cxn>
                  <a:cxn ang="0">
                    <a:pos x="T8" y="T9"/>
                  </a:cxn>
                </a:cxnLst>
                <a:rect l="0" t="0" r="r" b="b"/>
                <a:pathLst>
                  <a:path w="36" h="19">
                    <a:moveTo>
                      <a:pt x="34" y="10"/>
                    </a:moveTo>
                    <a:cubicBezTo>
                      <a:pt x="36" y="4"/>
                      <a:pt x="30" y="0"/>
                      <a:pt x="21" y="0"/>
                    </a:cubicBezTo>
                    <a:cubicBezTo>
                      <a:pt x="12" y="0"/>
                      <a:pt x="4" y="4"/>
                      <a:pt x="2" y="10"/>
                    </a:cubicBezTo>
                    <a:cubicBezTo>
                      <a:pt x="0" y="15"/>
                      <a:pt x="5" y="19"/>
                      <a:pt x="14" y="19"/>
                    </a:cubicBezTo>
                    <a:cubicBezTo>
                      <a:pt x="23" y="19"/>
                      <a:pt x="32" y="15"/>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79" name="Freeform 742"/>
              <p:cNvSpPr>
                <a:spLocks/>
              </p:cNvSpPr>
              <p:nvPr/>
            </p:nvSpPr>
            <p:spPr bwMode="auto">
              <a:xfrm>
                <a:off x="2044" y="2129"/>
                <a:ext cx="68" cy="29"/>
              </a:xfrm>
              <a:custGeom>
                <a:avLst/>
                <a:gdLst>
                  <a:gd name="T0" fmla="*/ 31 w 33"/>
                  <a:gd name="T1" fmla="*/ 7 h 14"/>
                  <a:gd name="T2" fmla="*/ 19 w 33"/>
                  <a:gd name="T3" fmla="*/ 0 h 14"/>
                  <a:gd name="T4" fmla="*/ 2 w 33"/>
                  <a:gd name="T5" fmla="*/ 7 h 14"/>
                  <a:gd name="T6" fmla="*/ 14 w 33"/>
                  <a:gd name="T7" fmla="*/ 14 h 14"/>
                  <a:gd name="T8" fmla="*/ 31 w 33"/>
                  <a:gd name="T9" fmla="*/ 7 h 14"/>
                </a:gdLst>
                <a:ahLst/>
                <a:cxnLst>
                  <a:cxn ang="0">
                    <a:pos x="T0" y="T1"/>
                  </a:cxn>
                  <a:cxn ang="0">
                    <a:pos x="T2" y="T3"/>
                  </a:cxn>
                  <a:cxn ang="0">
                    <a:pos x="T4" y="T5"/>
                  </a:cxn>
                  <a:cxn ang="0">
                    <a:pos x="T6" y="T7"/>
                  </a:cxn>
                  <a:cxn ang="0">
                    <a:pos x="T8" y="T9"/>
                  </a:cxn>
                </a:cxnLst>
                <a:rect l="0" t="0" r="r" b="b"/>
                <a:pathLst>
                  <a:path w="33" h="14">
                    <a:moveTo>
                      <a:pt x="31" y="7"/>
                    </a:moveTo>
                    <a:cubicBezTo>
                      <a:pt x="33" y="3"/>
                      <a:pt x="27" y="0"/>
                      <a:pt x="19" y="0"/>
                    </a:cubicBezTo>
                    <a:cubicBezTo>
                      <a:pt x="11" y="0"/>
                      <a:pt x="4" y="3"/>
                      <a:pt x="2" y="7"/>
                    </a:cubicBezTo>
                    <a:cubicBezTo>
                      <a:pt x="0" y="11"/>
                      <a:pt x="6" y="14"/>
                      <a:pt x="14" y="14"/>
                    </a:cubicBezTo>
                    <a:cubicBezTo>
                      <a:pt x="22" y="14"/>
                      <a:pt x="29"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80" name="Freeform 743"/>
              <p:cNvSpPr>
                <a:spLocks/>
              </p:cNvSpPr>
              <p:nvPr/>
            </p:nvSpPr>
            <p:spPr bwMode="auto">
              <a:xfrm>
                <a:off x="2030" y="2165"/>
                <a:ext cx="68" cy="29"/>
              </a:xfrm>
              <a:custGeom>
                <a:avLst/>
                <a:gdLst>
                  <a:gd name="T0" fmla="*/ 31 w 33"/>
                  <a:gd name="T1" fmla="*/ 7 h 14"/>
                  <a:gd name="T2" fmla="*/ 19 w 33"/>
                  <a:gd name="T3" fmla="*/ 0 h 14"/>
                  <a:gd name="T4" fmla="*/ 2 w 33"/>
                  <a:gd name="T5" fmla="*/ 7 h 14"/>
                  <a:gd name="T6" fmla="*/ 13 w 33"/>
                  <a:gd name="T7" fmla="*/ 14 h 14"/>
                  <a:gd name="T8" fmla="*/ 31 w 33"/>
                  <a:gd name="T9" fmla="*/ 7 h 14"/>
                </a:gdLst>
                <a:ahLst/>
                <a:cxnLst>
                  <a:cxn ang="0">
                    <a:pos x="T0" y="T1"/>
                  </a:cxn>
                  <a:cxn ang="0">
                    <a:pos x="T2" y="T3"/>
                  </a:cxn>
                  <a:cxn ang="0">
                    <a:pos x="T4" y="T5"/>
                  </a:cxn>
                  <a:cxn ang="0">
                    <a:pos x="T6" y="T7"/>
                  </a:cxn>
                  <a:cxn ang="0">
                    <a:pos x="T8" y="T9"/>
                  </a:cxn>
                </a:cxnLst>
                <a:rect l="0" t="0" r="r" b="b"/>
                <a:pathLst>
                  <a:path w="33" h="14">
                    <a:moveTo>
                      <a:pt x="31" y="7"/>
                    </a:moveTo>
                    <a:cubicBezTo>
                      <a:pt x="33" y="3"/>
                      <a:pt x="27" y="0"/>
                      <a:pt x="19" y="0"/>
                    </a:cubicBezTo>
                    <a:cubicBezTo>
                      <a:pt x="11" y="0"/>
                      <a:pt x="3" y="3"/>
                      <a:pt x="2" y="7"/>
                    </a:cubicBezTo>
                    <a:cubicBezTo>
                      <a:pt x="0" y="11"/>
                      <a:pt x="5" y="14"/>
                      <a:pt x="13" y="14"/>
                    </a:cubicBezTo>
                    <a:cubicBezTo>
                      <a:pt x="22" y="14"/>
                      <a:pt x="29"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81" name="Freeform 744"/>
              <p:cNvSpPr>
                <a:spLocks/>
              </p:cNvSpPr>
              <p:nvPr/>
            </p:nvSpPr>
            <p:spPr bwMode="auto">
              <a:xfrm>
                <a:off x="2015" y="2202"/>
                <a:ext cx="66" cy="31"/>
              </a:xfrm>
              <a:custGeom>
                <a:avLst/>
                <a:gdLst>
                  <a:gd name="T0" fmla="*/ 31 w 32"/>
                  <a:gd name="T1" fmla="*/ 7 h 15"/>
                  <a:gd name="T2" fmla="*/ 19 w 32"/>
                  <a:gd name="T3" fmla="*/ 0 h 15"/>
                  <a:gd name="T4" fmla="*/ 1 w 32"/>
                  <a:gd name="T5" fmla="*/ 7 h 15"/>
                  <a:gd name="T6" fmla="*/ 13 w 32"/>
                  <a:gd name="T7" fmla="*/ 15 h 15"/>
                  <a:gd name="T8" fmla="*/ 31 w 32"/>
                  <a:gd name="T9" fmla="*/ 7 h 15"/>
                </a:gdLst>
                <a:ahLst/>
                <a:cxnLst>
                  <a:cxn ang="0">
                    <a:pos x="T0" y="T1"/>
                  </a:cxn>
                  <a:cxn ang="0">
                    <a:pos x="T2" y="T3"/>
                  </a:cxn>
                  <a:cxn ang="0">
                    <a:pos x="T4" y="T5"/>
                  </a:cxn>
                  <a:cxn ang="0">
                    <a:pos x="T6" y="T7"/>
                  </a:cxn>
                  <a:cxn ang="0">
                    <a:pos x="T8" y="T9"/>
                  </a:cxn>
                </a:cxnLst>
                <a:rect l="0" t="0" r="r" b="b"/>
                <a:pathLst>
                  <a:path w="32" h="15">
                    <a:moveTo>
                      <a:pt x="31" y="7"/>
                    </a:moveTo>
                    <a:cubicBezTo>
                      <a:pt x="32" y="3"/>
                      <a:pt x="27" y="0"/>
                      <a:pt x="19" y="0"/>
                    </a:cubicBezTo>
                    <a:cubicBezTo>
                      <a:pt x="11" y="0"/>
                      <a:pt x="3" y="3"/>
                      <a:pt x="1" y="7"/>
                    </a:cubicBezTo>
                    <a:cubicBezTo>
                      <a:pt x="0" y="11"/>
                      <a:pt x="5" y="15"/>
                      <a:pt x="13" y="15"/>
                    </a:cubicBezTo>
                    <a:cubicBezTo>
                      <a:pt x="21" y="15"/>
                      <a:pt x="29"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82" name="Freeform 745"/>
              <p:cNvSpPr>
                <a:spLocks/>
              </p:cNvSpPr>
              <p:nvPr/>
            </p:nvSpPr>
            <p:spPr bwMode="auto">
              <a:xfrm>
                <a:off x="1988" y="2094"/>
                <a:ext cx="64" cy="29"/>
              </a:xfrm>
              <a:custGeom>
                <a:avLst/>
                <a:gdLst>
                  <a:gd name="T0" fmla="*/ 30 w 31"/>
                  <a:gd name="T1" fmla="*/ 7 h 14"/>
                  <a:gd name="T2" fmla="*/ 18 w 31"/>
                  <a:gd name="T3" fmla="*/ 0 h 14"/>
                  <a:gd name="T4" fmla="*/ 1 w 31"/>
                  <a:gd name="T5" fmla="*/ 7 h 14"/>
                  <a:gd name="T6" fmla="*/ 13 w 31"/>
                  <a:gd name="T7" fmla="*/ 14 h 14"/>
                  <a:gd name="T8" fmla="*/ 30 w 31"/>
                  <a:gd name="T9" fmla="*/ 7 h 14"/>
                </a:gdLst>
                <a:ahLst/>
                <a:cxnLst>
                  <a:cxn ang="0">
                    <a:pos x="T0" y="T1"/>
                  </a:cxn>
                  <a:cxn ang="0">
                    <a:pos x="T2" y="T3"/>
                  </a:cxn>
                  <a:cxn ang="0">
                    <a:pos x="T4" y="T5"/>
                  </a:cxn>
                  <a:cxn ang="0">
                    <a:pos x="T6" y="T7"/>
                  </a:cxn>
                  <a:cxn ang="0">
                    <a:pos x="T8" y="T9"/>
                  </a:cxn>
                </a:cxnLst>
                <a:rect l="0" t="0" r="r" b="b"/>
                <a:pathLst>
                  <a:path w="31" h="14">
                    <a:moveTo>
                      <a:pt x="30" y="7"/>
                    </a:moveTo>
                    <a:cubicBezTo>
                      <a:pt x="31" y="3"/>
                      <a:pt x="26" y="0"/>
                      <a:pt x="18" y="0"/>
                    </a:cubicBezTo>
                    <a:cubicBezTo>
                      <a:pt x="11" y="0"/>
                      <a:pt x="3" y="3"/>
                      <a:pt x="1" y="7"/>
                    </a:cubicBezTo>
                    <a:cubicBezTo>
                      <a:pt x="0" y="10"/>
                      <a:pt x="5" y="14"/>
                      <a:pt x="13" y="14"/>
                    </a:cubicBezTo>
                    <a:cubicBezTo>
                      <a:pt x="20" y="14"/>
                      <a:pt x="28" y="10"/>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83" name="Freeform 746"/>
              <p:cNvSpPr>
                <a:spLocks/>
              </p:cNvSpPr>
              <p:nvPr/>
            </p:nvSpPr>
            <p:spPr bwMode="auto">
              <a:xfrm>
                <a:off x="1972" y="2129"/>
                <a:ext cx="66" cy="29"/>
              </a:xfrm>
              <a:custGeom>
                <a:avLst/>
                <a:gdLst>
                  <a:gd name="T0" fmla="*/ 31 w 32"/>
                  <a:gd name="T1" fmla="*/ 7 h 14"/>
                  <a:gd name="T2" fmla="*/ 19 w 32"/>
                  <a:gd name="T3" fmla="*/ 0 h 14"/>
                  <a:gd name="T4" fmla="*/ 2 w 32"/>
                  <a:gd name="T5" fmla="*/ 7 h 14"/>
                  <a:gd name="T6" fmla="*/ 13 w 32"/>
                  <a:gd name="T7" fmla="*/ 14 h 14"/>
                  <a:gd name="T8" fmla="*/ 31 w 32"/>
                  <a:gd name="T9" fmla="*/ 7 h 14"/>
                </a:gdLst>
                <a:ahLst/>
                <a:cxnLst>
                  <a:cxn ang="0">
                    <a:pos x="T0" y="T1"/>
                  </a:cxn>
                  <a:cxn ang="0">
                    <a:pos x="T2" y="T3"/>
                  </a:cxn>
                  <a:cxn ang="0">
                    <a:pos x="T4" y="T5"/>
                  </a:cxn>
                  <a:cxn ang="0">
                    <a:pos x="T6" y="T7"/>
                  </a:cxn>
                  <a:cxn ang="0">
                    <a:pos x="T8" y="T9"/>
                  </a:cxn>
                </a:cxnLst>
                <a:rect l="0" t="0" r="r" b="b"/>
                <a:pathLst>
                  <a:path w="32" h="14">
                    <a:moveTo>
                      <a:pt x="31" y="7"/>
                    </a:moveTo>
                    <a:cubicBezTo>
                      <a:pt x="32" y="3"/>
                      <a:pt x="27" y="0"/>
                      <a:pt x="19" y="0"/>
                    </a:cubicBezTo>
                    <a:cubicBezTo>
                      <a:pt x="11" y="0"/>
                      <a:pt x="3" y="3"/>
                      <a:pt x="2" y="7"/>
                    </a:cubicBezTo>
                    <a:cubicBezTo>
                      <a:pt x="0" y="11"/>
                      <a:pt x="5" y="14"/>
                      <a:pt x="13" y="14"/>
                    </a:cubicBezTo>
                    <a:cubicBezTo>
                      <a:pt x="21" y="14"/>
                      <a:pt x="29"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84" name="Freeform 747"/>
              <p:cNvSpPr>
                <a:spLocks/>
              </p:cNvSpPr>
              <p:nvPr/>
            </p:nvSpPr>
            <p:spPr bwMode="auto">
              <a:xfrm>
                <a:off x="1941" y="2202"/>
                <a:ext cx="68" cy="31"/>
              </a:xfrm>
              <a:custGeom>
                <a:avLst/>
                <a:gdLst>
                  <a:gd name="T0" fmla="*/ 31 w 33"/>
                  <a:gd name="T1" fmla="*/ 7 h 15"/>
                  <a:gd name="T2" fmla="*/ 19 w 33"/>
                  <a:gd name="T3" fmla="*/ 0 h 15"/>
                  <a:gd name="T4" fmla="*/ 1 w 33"/>
                  <a:gd name="T5" fmla="*/ 7 h 15"/>
                  <a:gd name="T6" fmla="*/ 13 w 33"/>
                  <a:gd name="T7" fmla="*/ 15 h 15"/>
                  <a:gd name="T8" fmla="*/ 31 w 33"/>
                  <a:gd name="T9" fmla="*/ 7 h 15"/>
                </a:gdLst>
                <a:ahLst/>
                <a:cxnLst>
                  <a:cxn ang="0">
                    <a:pos x="T0" y="T1"/>
                  </a:cxn>
                  <a:cxn ang="0">
                    <a:pos x="T2" y="T3"/>
                  </a:cxn>
                  <a:cxn ang="0">
                    <a:pos x="T4" y="T5"/>
                  </a:cxn>
                  <a:cxn ang="0">
                    <a:pos x="T6" y="T7"/>
                  </a:cxn>
                  <a:cxn ang="0">
                    <a:pos x="T8" y="T9"/>
                  </a:cxn>
                </a:cxnLst>
                <a:rect l="0" t="0" r="r" b="b"/>
                <a:pathLst>
                  <a:path w="33" h="15">
                    <a:moveTo>
                      <a:pt x="31" y="7"/>
                    </a:moveTo>
                    <a:cubicBezTo>
                      <a:pt x="33" y="3"/>
                      <a:pt x="27" y="0"/>
                      <a:pt x="19" y="0"/>
                    </a:cubicBezTo>
                    <a:cubicBezTo>
                      <a:pt x="11" y="0"/>
                      <a:pt x="3" y="3"/>
                      <a:pt x="1" y="7"/>
                    </a:cubicBezTo>
                    <a:cubicBezTo>
                      <a:pt x="0" y="11"/>
                      <a:pt x="5" y="15"/>
                      <a:pt x="13" y="15"/>
                    </a:cubicBezTo>
                    <a:cubicBezTo>
                      <a:pt x="21" y="15"/>
                      <a:pt x="29"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85" name="Freeform 748"/>
              <p:cNvSpPr>
                <a:spLocks/>
              </p:cNvSpPr>
              <p:nvPr/>
            </p:nvSpPr>
            <p:spPr bwMode="auto">
              <a:xfrm>
                <a:off x="1924" y="2239"/>
                <a:ext cx="68" cy="31"/>
              </a:xfrm>
              <a:custGeom>
                <a:avLst/>
                <a:gdLst>
                  <a:gd name="T0" fmla="*/ 31 w 33"/>
                  <a:gd name="T1" fmla="*/ 7 h 15"/>
                  <a:gd name="T2" fmla="*/ 20 w 33"/>
                  <a:gd name="T3" fmla="*/ 0 h 15"/>
                  <a:gd name="T4" fmla="*/ 2 w 33"/>
                  <a:gd name="T5" fmla="*/ 7 h 15"/>
                  <a:gd name="T6" fmla="*/ 13 w 33"/>
                  <a:gd name="T7" fmla="*/ 15 h 15"/>
                  <a:gd name="T8" fmla="*/ 31 w 33"/>
                  <a:gd name="T9" fmla="*/ 7 h 15"/>
                </a:gdLst>
                <a:ahLst/>
                <a:cxnLst>
                  <a:cxn ang="0">
                    <a:pos x="T0" y="T1"/>
                  </a:cxn>
                  <a:cxn ang="0">
                    <a:pos x="T2" y="T3"/>
                  </a:cxn>
                  <a:cxn ang="0">
                    <a:pos x="T4" y="T5"/>
                  </a:cxn>
                  <a:cxn ang="0">
                    <a:pos x="T6" y="T7"/>
                  </a:cxn>
                  <a:cxn ang="0">
                    <a:pos x="T8" y="T9"/>
                  </a:cxn>
                </a:cxnLst>
                <a:rect l="0" t="0" r="r" b="b"/>
                <a:pathLst>
                  <a:path w="33" h="15">
                    <a:moveTo>
                      <a:pt x="31" y="7"/>
                    </a:moveTo>
                    <a:cubicBezTo>
                      <a:pt x="33" y="3"/>
                      <a:pt x="28" y="0"/>
                      <a:pt x="20" y="0"/>
                    </a:cubicBezTo>
                    <a:cubicBezTo>
                      <a:pt x="11" y="0"/>
                      <a:pt x="3" y="3"/>
                      <a:pt x="2" y="7"/>
                    </a:cubicBezTo>
                    <a:cubicBezTo>
                      <a:pt x="0" y="12"/>
                      <a:pt x="5" y="15"/>
                      <a:pt x="13" y="15"/>
                    </a:cubicBezTo>
                    <a:cubicBezTo>
                      <a:pt x="21" y="15"/>
                      <a:pt x="29" y="12"/>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86" name="Freeform 749"/>
              <p:cNvSpPr>
                <a:spLocks/>
              </p:cNvSpPr>
              <p:nvPr/>
            </p:nvSpPr>
            <p:spPr bwMode="auto">
              <a:xfrm>
                <a:off x="1908" y="2276"/>
                <a:ext cx="68" cy="33"/>
              </a:xfrm>
              <a:custGeom>
                <a:avLst/>
                <a:gdLst>
                  <a:gd name="T0" fmla="*/ 31 w 33"/>
                  <a:gd name="T1" fmla="*/ 8 h 16"/>
                  <a:gd name="T2" fmla="*/ 20 w 33"/>
                  <a:gd name="T3" fmla="*/ 0 h 16"/>
                  <a:gd name="T4" fmla="*/ 2 w 33"/>
                  <a:gd name="T5" fmla="*/ 8 h 16"/>
                  <a:gd name="T6" fmla="*/ 13 w 33"/>
                  <a:gd name="T7" fmla="*/ 16 h 16"/>
                  <a:gd name="T8" fmla="*/ 31 w 33"/>
                  <a:gd name="T9" fmla="*/ 8 h 16"/>
                </a:gdLst>
                <a:ahLst/>
                <a:cxnLst>
                  <a:cxn ang="0">
                    <a:pos x="T0" y="T1"/>
                  </a:cxn>
                  <a:cxn ang="0">
                    <a:pos x="T2" y="T3"/>
                  </a:cxn>
                  <a:cxn ang="0">
                    <a:pos x="T4" y="T5"/>
                  </a:cxn>
                  <a:cxn ang="0">
                    <a:pos x="T6" y="T7"/>
                  </a:cxn>
                  <a:cxn ang="0">
                    <a:pos x="T8" y="T9"/>
                  </a:cxn>
                </a:cxnLst>
                <a:rect l="0" t="0" r="r" b="b"/>
                <a:pathLst>
                  <a:path w="33" h="16">
                    <a:moveTo>
                      <a:pt x="31" y="8"/>
                    </a:moveTo>
                    <a:cubicBezTo>
                      <a:pt x="33" y="4"/>
                      <a:pt x="28" y="0"/>
                      <a:pt x="20" y="0"/>
                    </a:cubicBezTo>
                    <a:cubicBezTo>
                      <a:pt x="12" y="0"/>
                      <a:pt x="3" y="4"/>
                      <a:pt x="2" y="8"/>
                    </a:cubicBezTo>
                    <a:cubicBezTo>
                      <a:pt x="0" y="12"/>
                      <a:pt x="5" y="16"/>
                      <a:pt x="13" y="16"/>
                    </a:cubicBezTo>
                    <a:cubicBezTo>
                      <a:pt x="22" y="16"/>
                      <a:pt x="30" y="12"/>
                      <a:pt x="3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87" name="Freeform 750"/>
              <p:cNvSpPr>
                <a:spLocks/>
              </p:cNvSpPr>
              <p:nvPr/>
            </p:nvSpPr>
            <p:spPr bwMode="auto">
              <a:xfrm>
                <a:off x="1891" y="2316"/>
                <a:ext cx="68" cy="33"/>
              </a:xfrm>
              <a:custGeom>
                <a:avLst/>
                <a:gdLst>
                  <a:gd name="T0" fmla="*/ 32 w 33"/>
                  <a:gd name="T1" fmla="*/ 8 h 16"/>
                  <a:gd name="T2" fmla="*/ 20 w 33"/>
                  <a:gd name="T3" fmla="*/ 0 h 16"/>
                  <a:gd name="T4" fmla="*/ 1 w 33"/>
                  <a:gd name="T5" fmla="*/ 8 h 16"/>
                  <a:gd name="T6" fmla="*/ 13 w 33"/>
                  <a:gd name="T7" fmla="*/ 16 h 16"/>
                  <a:gd name="T8" fmla="*/ 32 w 33"/>
                  <a:gd name="T9" fmla="*/ 8 h 16"/>
                </a:gdLst>
                <a:ahLst/>
                <a:cxnLst>
                  <a:cxn ang="0">
                    <a:pos x="T0" y="T1"/>
                  </a:cxn>
                  <a:cxn ang="0">
                    <a:pos x="T2" y="T3"/>
                  </a:cxn>
                  <a:cxn ang="0">
                    <a:pos x="T4" y="T5"/>
                  </a:cxn>
                  <a:cxn ang="0">
                    <a:pos x="T6" y="T7"/>
                  </a:cxn>
                  <a:cxn ang="0">
                    <a:pos x="T8" y="T9"/>
                  </a:cxn>
                </a:cxnLst>
                <a:rect l="0" t="0" r="r" b="b"/>
                <a:pathLst>
                  <a:path w="33" h="16">
                    <a:moveTo>
                      <a:pt x="32" y="8"/>
                    </a:moveTo>
                    <a:cubicBezTo>
                      <a:pt x="33" y="4"/>
                      <a:pt x="28" y="0"/>
                      <a:pt x="20" y="0"/>
                    </a:cubicBezTo>
                    <a:cubicBezTo>
                      <a:pt x="11" y="0"/>
                      <a:pt x="3" y="4"/>
                      <a:pt x="1" y="8"/>
                    </a:cubicBezTo>
                    <a:cubicBezTo>
                      <a:pt x="0" y="13"/>
                      <a:pt x="5" y="16"/>
                      <a:pt x="13" y="16"/>
                    </a:cubicBezTo>
                    <a:cubicBezTo>
                      <a:pt x="22" y="16"/>
                      <a:pt x="30"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88" name="Freeform 751"/>
              <p:cNvSpPr>
                <a:spLocks/>
              </p:cNvSpPr>
              <p:nvPr/>
            </p:nvSpPr>
            <p:spPr bwMode="auto">
              <a:xfrm>
                <a:off x="1873" y="2357"/>
                <a:ext cx="70" cy="33"/>
              </a:xfrm>
              <a:custGeom>
                <a:avLst/>
                <a:gdLst>
                  <a:gd name="T0" fmla="*/ 33 w 34"/>
                  <a:gd name="T1" fmla="*/ 8 h 16"/>
                  <a:gd name="T2" fmla="*/ 21 w 34"/>
                  <a:gd name="T3" fmla="*/ 0 h 16"/>
                  <a:gd name="T4" fmla="*/ 2 w 34"/>
                  <a:gd name="T5" fmla="*/ 8 h 16"/>
                  <a:gd name="T6" fmla="*/ 14 w 34"/>
                  <a:gd name="T7" fmla="*/ 16 h 16"/>
                  <a:gd name="T8" fmla="*/ 33 w 34"/>
                  <a:gd name="T9" fmla="*/ 8 h 16"/>
                </a:gdLst>
                <a:ahLst/>
                <a:cxnLst>
                  <a:cxn ang="0">
                    <a:pos x="T0" y="T1"/>
                  </a:cxn>
                  <a:cxn ang="0">
                    <a:pos x="T2" y="T3"/>
                  </a:cxn>
                  <a:cxn ang="0">
                    <a:pos x="T4" y="T5"/>
                  </a:cxn>
                  <a:cxn ang="0">
                    <a:pos x="T6" y="T7"/>
                  </a:cxn>
                  <a:cxn ang="0">
                    <a:pos x="T8" y="T9"/>
                  </a:cxn>
                </a:cxnLst>
                <a:rect l="0" t="0" r="r" b="b"/>
                <a:pathLst>
                  <a:path w="34" h="16">
                    <a:moveTo>
                      <a:pt x="33" y="8"/>
                    </a:moveTo>
                    <a:cubicBezTo>
                      <a:pt x="34" y="4"/>
                      <a:pt x="29" y="0"/>
                      <a:pt x="21" y="0"/>
                    </a:cubicBezTo>
                    <a:cubicBezTo>
                      <a:pt x="12" y="0"/>
                      <a:pt x="4" y="4"/>
                      <a:pt x="2" y="8"/>
                    </a:cubicBezTo>
                    <a:cubicBezTo>
                      <a:pt x="0" y="13"/>
                      <a:pt x="5" y="16"/>
                      <a:pt x="14" y="16"/>
                    </a:cubicBezTo>
                    <a:cubicBezTo>
                      <a:pt x="22" y="16"/>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89" name="Freeform 752"/>
              <p:cNvSpPr>
                <a:spLocks/>
              </p:cNvSpPr>
              <p:nvPr/>
            </p:nvSpPr>
            <p:spPr bwMode="auto">
              <a:xfrm>
                <a:off x="1856" y="2398"/>
                <a:ext cx="70" cy="35"/>
              </a:xfrm>
              <a:custGeom>
                <a:avLst/>
                <a:gdLst>
                  <a:gd name="T0" fmla="*/ 32 w 34"/>
                  <a:gd name="T1" fmla="*/ 8 h 17"/>
                  <a:gd name="T2" fmla="*/ 20 w 34"/>
                  <a:gd name="T3" fmla="*/ 0 h 17"/>
                  <a:gd name="T4" fmla="*/ 2 w 34"/>
                  <a:gd name="T5" fmla="*/ 8 h 17"/>
                  <a:gd name="T6" fmla="*/ 14 w 34"/>
                  <a:gd name="T7" fmla="*/ 17 h 17"/>
                  <a:gd name="T8" fmla="*/ 32 w 34"/>
                  <a:gd name="T9" fmla="*/ 8 h 17"/>
                </a:gdLst>
                <a:ahLst/>
                <a:cxnLst>
                  <a:cxn ang="0">
                    <a:pos x="T0" y="T1"/>
                  </a:cxn>
                  <a:cxn ang="0">
                    <a:pos x="T2" y="T3"/>
                  </a:cxn>
                  <a:cxn ang="0">
                    <a:pos x="T4" y="T5"/>
                  </a:cxn>
                  <a:cxn ang="0">
                    <a:pos x="T6" y="T7"/>
                  </a:cxn>
                  <a:cxn ang="0">
                    <a:pos x="T8" y="T9"/>
                  </a:cxn>
                </a:cxnLst>
                <a:rect l="0" t="0" r="r" b="b"/>
                <a:pathLst>
                  <a:path w="34" h="17">
                    <a:moveTo>
                      <a:pt x="32" y="8"/>
                    </a:moveTo>
                    <a:cubicBezTo>
                      <a:pt x="34" y="4"/>
                      <a:pt x="29" y="0"/>
                      <a:pt x="20" y="0"/>
                    </a:cubicBezTo>
                    <a:cubicBezTo>
                      <a:pt x="12" y="0"/>
                      <a:pt x="4" y="4"/>
                      <a:pt x="2" y="8"/>
                    </a:cubicBezTo>
                    <a:cubicBezTo>
                      <a:pt x="0" y="13"/>
                      <a:pt x="5" y="17"/>
                      <a:pt x="14" y="17"/>
                    </a:cubicBezTo>
                    <a:cubicBezTo>
                      <a:pt x="22" y="17"/>
                      <a:pt x="31"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90" name="Freeform 753"/>
              <p:cNvSpPr>
                <a:spLocks/>
              </p:cNvSpPr>
              <p:nvPr/>
            </p:nvSpPr>
            <p:spPr bwMode="auto">
              <a:xfrm>
                <a:off x="1838" y="2442"/>
                <a:ext cx="72" cy="35"/>
              </a:xfrm>
              <a:custGeom>
                <a:avLst/>
                <a:gdLst>
                  <a:gd name="T0" fmla="*/ 33 w 35"/>
                  <a:gd name="T1" fmla="*/ 8 h 17"/>
                  <a:gd name="T2" fmla="*/ 21 w 35"/>
                  <a:gd name="T3" fmla="*/ 0 h 17"/>
                  <a:gd name="T4" fmla="*/ 2 w 35"/>
                  <a:gd name="T5" fmla="*/ 8 h 17"/>
                  <a:gd name="T6" fmla="*/ 14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5" y="3"/>
                      <a:pt x="30" y="0"/>
                      <a:pt x="21" y="0"/>
                    </a:cubicBezTo>
                    <a:cubicBezTo>
                      <a:pt x="13" y="0"/>
                      <a:pt x="4" y="3"/>
                      <a:pt x="2" y="8"/>
                    </a:cubicBezTo>
                    <a:cubicBezTo>
                      <a:pt x="0" y="13"/>
                      <a:pt x="5" y="17"/>
                      <a:pt x="14" y="17"/>
                    </a:cubicBezTo>
                    <a:cubicBezTo>
                      <a:pt x="23" y="17"/>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91" name="Freeform 754"/>
              <p:cNvSpPr>
                <a:spLocks/>
              </p:cNvSpPr>
              <p:nvPr/>
            </p:nvSpPr>
            <p:spPr bwMode="auto">
              <a:xfrm>
                <a:off x="1819" y="2485"/>
                <a:ext cx="74" cy="35"/>
              </a:xfrm>
              <a:custGeom>
                <a:avLst/>
                <a:gdLst>
                  <a:gd name="T0" fmla="*/ 34 w 36"/>
                  <a:gd name="T1" fmla="*/ 8 h 17"/>
                  <a:gd name="T2" fmla="*/ 22 w 36"/>
                  <a:gd name="T3" fmla="*/ 0 h 17"/>
                  <a:gd name="T4" fmla="*/ 2 w 36"/>
                  <a:gd name="T5" fmla="*/ 8 h 17"/>
                  <a:gd name="T6" fmla="*/ 14 w 36"/>
                  <a:gd name="T7" fmla="*/ 17 h 17"/>
                  <a:gd name="T8" fmla="*/ 34 w 36"/>
                  <a:gd name="T9" fmla="*/ 8 h 17"/>
                </a:gdLst>
                <a:ahLst/>
                <a:cxnLst>
                  <a:cxn ang="0">
                    <a:pos x="T0" y="T1"/>
                  </a:cxn>
                  <a:cxn ang="0">
                    <a:pos x="T2" y="T3"/>
                  </a:cxn>
                  <a:cxn ang="0">
                    <a:pos x="T4" y="T5"/>
                  </a:cxn>
                  <a:cxn ang="0">
                    <a:pos x="T6" y="T7"/>
                  </a:cxn>
                  <a:cxn ang="0">
                    <a:pos x="T8" y="T9"/>
                  </a:cxn>
                </a:cxnLst>
                <a:rect l="0" t="0" r="r" b="b"/>
                <a:pathLst>
                  <a:path w="36" h="17">
                    <a:moveTo>
                      <a:pt x="34" y="8"/>
                    </a:moveTo>
                    <a:cubicBezTo>
                      <a:pt x="36" y="3"/>
                      <a:pt x="30" y="0"/>
                      <a:pt x="22" y="0"/>
                    </a:cubicBezTo>
                    <a:cubicBezTo>
                      <a:pt x="13" y="0"/>
                      <a:pt x="4" y="3"/>
                      <a:pt x="2" y="8"/>
                    </a:cubicBezTo>
                    <a:cubicBezTo>
                      <a:pt x="0" y="13"/>
                      <a:pt x="6" y="17"/>
                      <a:pt x="14" y="17"/>
                    </a:cubicBezTo>
                    <a:cubicBezTo>
                      <a:pt x="23" y="17"/>
                      <a:pt x="32" y="13"/>
                      <a:pt x="3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92" name="Freeform 755"/>
              <p:cNvSpPr>
                <a:spLocks/>
              </p:cNvSpPr>
              <p:nvPr/>
            </p:nvSpPr>
            <p:spPr bwMode="auto">
              <a:xfrm>
                <a:off x="1801" y="2528"/>
                <a:ext cx="74" cy="38"/>
              </a:xfrm>
              <a:custGeom>
                <a:avLst/>
                <a:gdLst>
                  <a:gd name="T0" fmla="*/ 34 w 36"/>
                  <a:gd name="T1" fmla="*/ 9 h 18"/>
                  <a:gd name="T2" fmla="*/ 22 w 36"/>
                  <a:gd name="T3" fmla="*/ 0 h 18"/>
                  <a:gd name="T4" fmla="*/ 2 w 36"/>
                  <a:gd name="T5" fmla="*/ 9 h 18"/>
                  <a:gd name="T6" fmla="*/ 15 w 36"/>
                  <a:gd name="T7" fmla="*/ 18 h 18"/>
                  <a:gd name="T8" fmla="*/ 34 w 36"/>
                  <a:gd name="T9" fmla="*/ 9 h 18"/>
                </a:gdLst>
                <a:ahLst/>
                <a:cxnLst>
                  <a:cxn ang="0">
                    <a:pos x="T0" y="T1"/>
                  </a:cxn>
                  <a:cxn ang="0">
                    <a:pos x="T2" y="T3"/>
                  </a:cxn>
                  <a:cxn ang="0">
                    <a:pos x="T4" y="T5"/>
                  </a:cxn>
                  <a:cxn ang="0">
                    <a:pos x="T6" y="T7"/>
                  </a:cxn>
                  <a:cxn ang="0">
                    <a:pos x="T8" y="T9"/>
                  </a:cxn>
                </a:cxnLst>
                <a:rect l="0" t="0" r="r" b="b"/>
                <a:pathLst>
                  <a:path w="36" h="18">
                    <a:moveTo>
                      <a:pt x="34" y="9"/>
                    </a:moveTo>
                    <a:cubicBezTo>
                      <a:pt x="36" y="4"/>
                      <a:pt x="31" y="0"/>
                      <a:pt x="22" y="0"/>
                    </a:cubicBezTo>
                    <a:cubicBezTo>
                      <a:pt x="13" y="0"/>
                      <a:pt x="4" y="4"/>
                      <a:pt x="2" y="9"/>
                    </a:cubicBezTo>
                    <a:cubicBezTo>
                      <a:pt x="0" y="14"/>
                      <a:pt x="6" y="18"/>
                      <a:pt x="15" y="18"/>
                    </a:cubicBezTo>
                    <a:cubicBezTo>
                      <a:pt x="23" y="18"/>
                      <a:pt x="32" y="14"/>
                      <a:pt x="3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93" name="Freeform 756"/>
              <p:cNvSpPr>
                <a:spLocks/>
              </p:cNvSpPr>
              <p:nvPr/>
            </p:nvSpPr>
            <p:spPr bwMode="auto">
              <a:xfrm>
                <a:off x="1782" y="2574"/>
                <a:ext cx="74" cy="39"/>
              </a:xfrm>
              <a:custGeom>
                <a:avLst/>
                <a:gdLst>
                  <a:gd name="T0" fmla="*/ 34 w 36"/>
                  <a:gd name="T1" fmla="*/ 10 h 19"/>
                  <a:gd name="T2" fmla="*/ 22 w 36"/>
                  <a:gd name="T3" fmla="*/ 0 h 19"/>
                  <a:gd name="T4" fmla="*/ 2 w 36"/>
                  <a:gd name="T5" fmla="*/ 10 h 19"/>
                  <a:gd name="T6" fmla="*/ 15 w 36"/>
                  <a:gd name="T7" fmla="*/ 19 h 19"/>
                  <a:gd name="T8" fmla="*/ 34 w 36"/>
                  <a:gd name="T9" fmla="*/ 10 h 19"/>
                </a:gdLst>
                <a:ahLst/>
                <a:cxnLst>
                  <a:cxn ang="0">
                    <a:pos x="T0" y="T1"/>
                  </a:cxn>
                  <a:cxn ang="0">
                    <a:pos x="T2" y="T3"/>
                  </a:cxn>
                  <a:cxn ang="0">
                    <a:pos x="T4" y="T5"/>
                  </a:cxn>
                  <a:cxn ang="0">
                    <a:pos x="T6" y="T7"/>
                  </a:cxn>
                  <a:cxn ang="0">
                    <a:pos x="T8" y="T9"/>
                  </a:cxn>
                </a:cxnLst>
                <a:rect l="0" t="0" r="r" b="b"/>
                <a:pathLst>
                  <a:path w="36" h="19">
                    <a:moveTo>
                      <a:pt x="34" y="10"/>
                    </a:moveTo>
                    <a:cubicBezTo>
                      <a:pt x="36" y="4"/>
                      <a:pt x="31" y="0"/>
                      <a:pt x="22" y="0"/>
                    </a:cubicBezTo>
                    <a:cubicBezTo>
                      <a:pt x="13" y="0"/>
                      <a:pt x="4" y="4"/>
                      <a:pt x="2" y="10"/>
                    </a:cubicBezTo>
                    <a:cubicBezTo>
                      <a:pt x="0" y="15"/>
                      <a:pt x="6" y="19"/>
                      <a:pt x="15" y="19"/>
                    </a:cubicBezTo>
                    <a:cubicBezTo>
                      <a:pt x="24" y="19"/>
                      <a:pt x="32" y="15"/>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94" name="Freeform 757"/>
              <p:cNvSpPr>
                <a:spLocks/>
              </p:cNvSpPr>
              <p:nvPr/>
            </p:nvSpPr>
            <p:spPr bwMode="auto">
              <a:xfrm>
                <a:off x="1914" y="2094"/>
                <a:ext cx="66" cy="29"/>
              </a:xfrm>
              <a:custGeom>
                <a:avLst/>
                <a:gdLst>
                  <a:gd name="T0" fmla="*/ 31 w 32"/>
                  <a:gd name="T1" fmla="*/ 7 h 14"/>
                  <a:gd name="T2" fmla="*/ 20 w 32"/>
                  <a:gd name="T3" fmla="*/ 0 h 14"/>
                  <a:gd name="T4" fmla="*/ 2 w 32"/>
                  <a:gd name="T5" fmla="*/ 7 h 14"/>
                  <a:gd name="T6" fmla="*/ 13 w 32"/>
                  <a:gd name="T7" fmla="*/ 14 h 14"/>
                  <a:gd name="T8" fmla="*/ 31 w 32"/>
                  <a:gd name="T9" fmla="*/ 7 h 14"/>
                </a:gdLst>
                <a:ahLst/>
                <a:cxnLst>
                  <a:cxn ang="0">
                    <a:pos x="T0" y="T1"/>
                  </a:cxn>
                  <a:cxn ang="0">
                    <a:pos x="T2" y="T3"/>
                  </a:cxn>
                  <a:cxn ang="0">
                    <a:pos x="T4" y="T5"/>
                  </a:cxn>
                  <a:cxn ang="0">
                    <a:pos x="T6" y="T7"/>
                  </a:cxn>
                  <a:cxn ang="0">
                    <a:pos x="T8" y="T9"/>
                  </a:cxn>
                </a:cxnLst>
                <a:rect l="0" t="0" r="r" b="b"/>
                <a:pathLst>
                  <a:path w="32" h="14">
                    <a:moveTo>
                      <a:pt x="31" y="7"/>
                    </a:moveTo>
                    <a:cubicBezTo>
                      <a:pt x="32" y="3"/>
                      <a:pt x="27" y="0"/>
                      <a:pt x="20" y="0"/>
                    </a:cubicBezTo>
                    <a:cubicBezTo>
                      <a:pt x="12" y="0"/>
                      <a:pt x="4" y="3"/>
                      <a:pt x="2" y="7"/>
                    </a:cubicBezTo>
                    <a:cubicBezTo>
                      <a:pt x="0" y="10"/>
                      <a:pt x="5" y="14"/>
                      <a:pt x="13" y="14"/>
                    </a:cubicBezTo>
                    <a:cubicBezTo>
                      <a:pt x="21" y="14"/>
                      <a:pt x="29" y="10"/>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95" name="Freeform 758"/>
              <p:cNvSpPr>
                <a:spLocks/>
              </p:cNvSpPr>
              <p:nvPr/>
            </p:nvSpPr>
            <p:spPr bwMode="auto">
              <a:xfrm>
                <a:off x="1900" y="2129"/>
                <a:ext cx="66" cy="29"/>
              </a:xfrm>
              <a:custGeom>
                <a:avLst/>
                <a:gdLst>
                  <a:gd name="T0" fmla="*/ 30 w 32"/>
                  <a:gd name="T1" fmla="*/ 7 h 14"/>
                  <a:gd name="T2" fmla="*/ 19 w 32"/>
                  <a:gd name="T3" fmla="*/ 0 h 14"/>
                  <a:gd name="T4" fmla="*/ 1 w 32"/>
                  <a:gd name="T5" fmla="*/ 7 h 14"/>
                  <a:gd name="T6" fmla="*/ 13 w 32"/>
                  <a:gd name="T7" fmla="*/ 14 h 14"/>
                  <a:gd name="T8" fmla="*/ 30 w 32"/>
                  <a:gd name="T9" fmla="*/ 7 h 14"/>
                </a:gdLst>
                <a:ahLst/>
                <a:cxnLst>
                  <a:cxn ang="0">
                    <a:pos x="T0" y="T1"/>
                  </a:cxn>
                  <a:cxn ang="0">
                    <a:pos x="T2" y="T3"/>
                  </a:cxn>
                  <a:cxn ang="0">
                    <a:pos x="T4" y="T5"/>
                  </a:cxn>
                  <a:cxn ang="0">
                    <a:pos x="T6" y="T7"/>
                  </a:cxn>
                  <a:cxn ang="0">
                    <a:pos x="T8" y="T9"/>
                  </a:cxn>
                </a:cxnLst>
                <a:rect l="0" t="0" r="r" b="b"/>
                <a:pathLst>
                  <a:path w="32" h="14">
                    <a:moveTo>
                      <a:pt x="30" y="7"/>
                    </a:moveTo>
                    <a:cubicBezTo>
                      <a:pt x="32" y="3"/>
                      <a:pt x="27" y="0"/>
                      <a:pt x="19" y="0"/>
                    </a:cubicBezTo>
                    <a:cubicBezTo>
                      <a:pt x="11" y="0"/>
                      <a:pt x="3" y="3"/>
                      <a:pt x="1" y="7"/>
                    </a:cubicBezTo>
                    <a:cubicBezTo>
                      <a:pt x="0" y="11"/>
                      <a:pt x="5" y="14"/>
                      <a:pt x="13" y="14"/>
                    </a:cubicBezTo>
                    <a:cubicBezTo>
                      <a:pt x="21" y="14"/>
                      <a:pt x="29"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96" name="Freeform 759"/>
              <p:cNvSpPr>
                <a:spLocks/>
              </p:cNvSpPr>
              <p:nvPr/>
            </p:nvSpPr>
            <p:spPr bwMode="auto">
              <a:xfrm>
                <a:off x="1883" y="2165"/>
                <a:ext cx="66" cy="29"/>
              </a:xfrm>
              <a:custGeom>
                <a:avLst/>
                <a:gdLst>
                  <a:gd name="T0" fmla="*/ 31 w 32"/>
                  <a:gd name="T1" fmla="*/ 7 h 14"/>
                  <a:gd name="T2" fmla="*/ 19 w 32"/>
                  <a:gd name="T3" fmla="*/ 0 h 14"/>
                  <a:gd name="T4" fmla="*/ 1 w 32"/>
                  <a:gd name="T5" fmla="*/ 7 h 14"/>
                  <a:gd name="T6" fmla="*/ 13 w 32"/>
                  <a:gd name="T7" fmla="*/ 14 h 14"/>
                  <a:gd name="T8" fmla="*/ 31 w 32"/>
                  <a:gd name="T9" fmla="*/ 7 h 14"/>
                </a:gdLst>
                <a:ahLst/>
                <a:cxnLst>
                  <a:cxn ang="0">
                    <a:pos x="T0" y="T1"/>
                  </a:cxn>
                  <a:cxn ang="0">
                    <a:pos x="T2" y="T3"/>
                  </a:cxn>
                  <a:cxn ang="0">
                    <a:pos x="T4" y="T5"/>
                  </a:cxn>
                  <a:cxn ang="0">
                    <a:pos x="T6" y="T7"/>
                  </a:cxn>
                  <a:cxn ang="0">
                    <a:pos x="T8" y="T9"/>
                  </a:cxn>
                </a:cxnLst>
                <a:rect l="0" t="0" r="r" b="b"/>
                <a:pathLst>
                  <a:path w="32" h="14">
                    <a:moveTo>
                      <a:pt x="31" y="7"/>
                    </a:moveTo>
                    <a:cubicBezTo>
                      <a:pt x="32" y="3"/>
                      <a:pt x="27" y="0"/>
                      <a:pt x="19" y="0"/>
                    </a:cubicBezTo>
                    <a:cubicBezTo>
                      <a:pt x="11" y="0"/>
                      <a:pt x="3" y="3"/>
                      <a:pt x="1" y="7"/>
                    </a:cubicBezTo>
                    <a:cubicBezTo>
                      <a:pt x="0" y="11"/>
                      <a:pt x="5" y="14"/>
                      <a:pt x="13" y="14"/>
                    </a:cubicBezTo>
                    <a:cubicBezTo>
                      <a:pt x="21" y="14"/>
                      <a:pt x="29"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97" name="Freeform 760"/>
              <p:cNvSpPr>
                <a:spLocks/>
              </p:cNvSpPr>
              <p:nvPr/>
            </p:nvSpPr>
            <p:spPr bwMode="auto">
              <a:xfrm>
                <a:off x="1867" y="2202"/>
                <a:ext cx="68" cy="31"/>
              </a:xfrm>
              <a:custGeom>
                <a:avLst/>
                <a:gdLst>
                  <a:gd name="T0" fmla="*/ 31 w 33"/>
                  <a:gd name="T1" fmla="*/ 7 h 15"/>
                  <a:gd name="T2" fmla="*/ 19 w 33"/>
                  <a:gd name="T3" fmla="*/ 0 h 15"/>
                  <a:gd name="T4" fmla="*/ 1 w 33"/>
                  <a:gd name="T5" fmla="*/ 7 h 15"/>
                  <a:gd name="T6" fmla="*/ 13 w 33"/>
                  <a:gd name="T7" fmla="*/ 15 h 15"/>
                  <a:gd name="T8" fmla="*/ 31 w 33"/>
                  <a:gd name="T9" fmla="*/ 7 h 15"/>
                </a:gdLst>
                <a:ahLst/>
                <a:cxnLst>
                  <a:cxn ang="0">
                    <a:pos x="T0" y="T1"/>
                  </a:cxn>
                  <a:cxn ang="0">
                    <a:pos x="T2" y="T3"/>
                  </a:cxn>
                  <a:cxn ang="0">
                    <a:pos x="T4" y="T5"/>
                  </a:cxn>
                  <a:cxn ang="0">
                    <a:pos x="T6" y="T7"/>
                  </a:cxn>
                  <a:cxn ang="0">
                    <a:pos x="T8" y="T9"/>
                  </a:cxn>
                </a:cxnLst>
                <a:rect l="0" t="0" r="r" b="b"/>
                <a:pathLst>
                  <a:path w="33" h="15">
                    <a:moveTo>
                      <a:pt x="31" y="7"/>
                    </a:moveTo>
                    <a:cubicBezTo>
                      <a:pt x="33" y="3"/>
                      <a:pt x="27" y="0"/>
                      <a:pt x="19" y="0"/>
                    </a:cubicBezTo>
                    <a:cubicBezTo>
                      <a:pt x="11" y="0"/>
                      <a:pt x="3" y="3"/>
                      <a:pt x="1" y="7"/>
                    </a:cubicBezTo>
                    <a:cubicBezTo>
                      <a:pt x="0" y="11"/>
                      <a:pt x="5" y="15"/>
                      <a:pt x="13" y="15"/>
                    </a:cubicBezTo>
                    <a:cubicBezTo>
                      <a:pt x="21" y="15"/>
                      <a:pt x="29"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98" name="Freeform 761"/>
              <p:cNvSpPr>
                <a:spLocks/>
              </p:cNvSpPr>
              <p:nvPr/>
            </p:nvSpPr>
            <p:spPr bwMode="auto">
              <a:xfrm>
                <a:off x="1848" y="2239"/>
                <a:ext cx="70" cy="31"/>
              </a:xfrm>
              <a:custGeom>
                <a:avLst/>
                <a:gdLst>
                  <a:gd name="T0" fmla="*/ 32 w 34"/>
                  <a:gd name="T1" fmla="*/ 7 h 15"/>
                  <a:gd name="T2" fmla="*/ 20 w 34"/>
                  <a:gd name="T3" fmla="*/ 0 h 15"/>
                  <a:gd name="T4" fmla="*/ 2 w 34"/>
                  <a:gd name="T5" fmla="*/ 7 h 15"/>
                  <a:gd name="T6" fmla="*/ 14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34" y="3"/>
                      <a:pt x="28" y="0"/>
                      <a:pt x="20" y="0"/>
                    </a:cubicBezTo>
                    <a:cubicBezTo>
                      <a:pt x="12" y="0"/>
                      <a:pt x="4" y="3"/>
                      <a:pt x="2" y="7"/>
                    </a:cubicBezTo>
                    <a:cubicBezTo>
                      <a:pt x="0" y="12"/>
                      <a:pt x="5" y="15"/>
                      <a:pt x="14" y="15"/>
                    </a:cubicBezTo>
                    <a:cubicBezTo>
                      <a:pt x="22" y="15"/>
                      <a:pt x="30" y="12"/>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99" name="Freeform 762"/>
              <p:cNvSpPr>
                <a:spLocks/>
              </p:cNvSpPr>
              <p:nvPr/>
            </p:nvSpPr>
            <p:spPr bwMode="auto">
              <a:xfrm>
                <a:off x="1832" y="2276"/>
                <a:ext cx="70" cy="33"/>
              </a:xfrm>
              <a:custGeom>
                <a:avLst/>
                <a:gdLst>
                  <a:gd name="T0" fmla="*/ 32 w 34"/>
                  <a:gd name="T1" fmla="*/ 8 h 16"/>
                  <a:gd name="T2" fmla="*/ 20 w 34"/>
                  <a:gd name="T3" fmla="*/ 0 h 16"/>
                  <a:gd name="T4" fmla="*/ 2 w 34"/>
                  <a:gd name="T5" fmla="*/ 8 h 16"/>
                  <a:gd name="T6" fmla="*/ 13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4" y="4"/>
                      <a:pt x="28" y="0"/>
                      <a:pt x="20" y="0"/>
                    </a:cubicBezTo>
                    <a:cubicBezTo>
                      <a:pt x="12" y="0"/>
                      <a:pt x="4" y="4"/>
                      <a:pt x="2" y="8"/>
                    </a:cubicBezTo>
                    <a:cubicBezTo>
                      <a:pt x="0" y="12"/>
                      <a:pt x="5" y="16"/>
                      <a:pt x="13" y="16"/>
                    </a:cubicBezTo>
                    <a:cubicBezTo>
                      <a:pt x="22" y="16"/>
                      <a:pt x="30" y="12"/>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00" name="Freeform 763"/>
              <p:cNvSpPr>
                <a:spLocks/>
              </p:cNvSpPr>
              <p:nvPr/>
            </p:nvSpPr>
            <p:spPr bwMode="auto">
              <a:xfrm>
                <a:off x="1813" y="2316"/>
                <a:ext cx="70" cy="33"/>
              </a:xfrm>
              <a:custGeom>
                <a:avLst/>
                <a:gdLst>
                  <a:gd name="T0" fmla="*/ 33 w 34"/>
                  <a:gd name="T1" fmla="*/ 8 h 16"/>
                  <a:gd name="T2" fmla="*/ 21 w 34"/>
                  <a:gd name="T3" fmla="*/ 0 h 16"/>
                  <a:gd name="T4" fmla="*/ 2 w 34"/>
                  <a:gd name="T5" fmla="*/ 8 h 16"/>
                  <a:gd name="T6" fmla="*/ 14 w 34"/>
                  <a:gd name="T7" fmla="*/ 16 h 16"/>
                  <a:gd name="T8" fmla="*/ 33 w 34"/>
                  <a:gd name="T9" fmla="*/ 8 h 16"/>
                </a:gdLst>
                <a:ahLst/>
                <a:cxnLst>
                  <a:cxn ang="0">
                    <a:pos x="T0" y="T1"/>
                  </a:cxn>
                  <a:cxn ang="0">
                    <a:pos x="T2" y="T3"/>
                  </a:cxn>
                  <a:cxn ang="0">
                    <a:pos x="T4" y="T5"/>
                  </a:cxn>
                  <a:cxn ang="0">
                    <a:pos x="T6" y="T7"/>
                  </a:cxn>
                  <a:cxn ang="0">
                    <a:pos x="T8" y="T9"/>
                  </a:cxn>
                </a:cxnLst>
                <a:rect l="0" t="0" r="r" b="b"/>
                <a:pathLst>
                  <a:path w="34" h="16">
                    <a:moveTo>
                      <a:pt x="33" y="8"/>
                    </a:moveTo>
                    <a:cubicBezTo>
                      <a:pt x="34" y="4"/>
                      <a:pt x="29" y="0"/>
                      <a:pt x="21" y="0"/>
                    </a:cubicBezTo>
                    <a:cubicBezTo>
                      <a:pt x="13" y="0"/>
                      <a:pt x="4" y="4"/>
                      <a:pt x="2" y="8"/>
                    </a:cubicBezTo>
                    <a:cubicBezTo>
                      <a:pt x="0" y="13"/>
                      <a:pt x="6" y="16"/>
                      <a:pt x="14" y="16"/>
                    </a:cubicBezTo>
                    <a:cubicBezTo>
                      <a:pt x="22" y="16"/>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01" name="Freeform 764"/>
              <p:cNvSpPr>
                <a:spLocks/>
              </p:cNvSpPr>
              <p:nvPr/>
            </p:nvSpPr>
            <p:spPr bwMode="auto">
              <a:xfrm>
                <a:off x="1796" y="2357"/>
                <a:ext cx="71" cy="33"/>
              </a:xfrm>
              <a:custGeom>
                <a:avLst/>
                <a:gdLst>
                  <a:gd name="T0" fmla="*/ 32 w 34"/>
                  <a:gd name="T1" fmla="*/ 8 h 16"/>
                  <a:gd name="T2" fmla="*/ 20 w 34"/>
                  <a:gd name="T3" fmla="*/ 0 h 16"/>
                  <a:gd name="T4" fmla="*/ 2 w 34"/>
                  <a:gd name="T5" fmla="*/ 8 h 16"/>
                  <a:gd name="T6" fmla="*/ 13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4" y="4"/>
                      <a:pt x="29" y="0"/>
                      <a:pt x="20" y="0"/>
                    </a:cubicBezTo>
                    <a:cubicBezTo>
                      <a:pt x="12" y="0"/>
                      <a:pt x="4" y="4"/>
                      <a:pt x="2" y="8"/>
                    </a:cubicBezTo>
                    <a:cubicBezTo>
                      <a:pt x="0" y="13"/>
                      <a:pt x="5" y="16"/>
                      <a:pt x="13" y="16"/>
                    </a:cubicBezTo>
                    <a:cubicBezTo>
                      <a:pt x="22" y="16"/>
                      <a:pt x="30"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02" name="Freeform 765"/>
              <p:cNvSpPr>
                <a:spLocks/>
              </p:cNvSpPr>
              <p:nvPr/>
            </p:nvSpPr>
            <p:spPr bwMode="auto">
              <a:xfrm>
                <a:off x="1778" y="2398"/>
                <a:ext cx="72" cy="35"/>
              </a:xfrm>
              <a:custGeom>
                <a:avLst/>
                <a:gdLst>
                  <a:gd name="T0" fmla="*/ 33 w 35"/>
                  <a:gd name="T1" fmla="*/ 8 h 17"/>
                  <a:gd name="T2" fmla="*/ 21 w 35"/>
                  <a:gd name="T3" fmla="*/ 0 h 17"/>
                  <a:gd name="T4" fmla="*/ 2 w 35"/>
                  <a:gd name="T5" fmla="*/ 8 h 17"/>
                  <a:gd name="T6" fmla="*/ 14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5" y="4"/>
                      <a:pt x="29" y="0"/>
                      <a:pt x="21" y="0"/>
                    </a:cubicBezTo>
                    <a:cubicBezTo>
                      <a:pt x="12" y="0"/>
                      <a:pt x="4" y="4"/>
                      <a:pt x="2" y="8"/>
                    </a:cubicBezTo>
                    <a:cubicBezTo>
                      <a:pt x="0" y="13"/>
                      <a:pt x="5" y="17"/>
                      <a:pt x="14" y="17"/>
                    </a:cubicBezTo>
                    <a:cubicBezTo>
                      <a:pt x="22" y="17"/>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03" name="Freeform 766"/>
              <p:cNvSpPr>
                <a:spLocks/>
              </p:cNvSpPr>
              <p:nvPr/>
            </p:nvSpPr>
            <p:spPr bwMode="auto">
              <a:xfrm>
                <a:off x="1759" y="2442"/>
                <a:ext cx="73" cy="35"/>
              </a:xfrm>
              <a:custGeom>
                <a:avLst/>
                <a:gdLst>
                  <a:gd name="T0" fmla="*/ 33 w 35"/>
                  <a:gd name="T1" fmla="*/ 8 h 17"/>
                  <a:gd name="T2" fmla="*/ 21 w 35"/>
                  <a:gd name="T3" fmla="*/ 0 h 17"/>
                  <a:gd name="T4" fmla="*/ 2 w 35"/>
                  <a:gd name="T5" fmla="*/ 8 h 17"/>
                  <a:gd name="T6" fmla="*/ 14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5" y="3"/>
                      <a:pt x="30" y="0"/>
                      <a:pt x="21" y="0"/>
                    </a:cubicBezTo>
                    <a:cubicBezTo>
                      <a:pt x="12" y="0"/>
                      <a:pt x="4" y="3"/>
                      <a:pt x="2" y="8"/>
                    </a:cubicBezTo>
                    <a:cubicBezTo>
                      <a:pt x="0" y="13"/>
                      <a:pt x="5" y="17"/>
                      <a:pt x="14" y="17"/>
                    </a:cubicBezTo>
                    <a:cubicBezTo>
                      <a:pt x="22" y="17"/>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04" name="Freeform 767"/>
              <p:cNvSpPr>
                <a:spLocks/>
              </p:cNvSpPr>
              <p:nvPr/>
            </p:nvSpPr>
            <p:spPr bwMode="auto">
              <a:xfrm>
                <a:off x="1741" y="2485"/>
                <a:ext cx="72" cy="35"/>
              </a:xfrm>
              <a:custGeom>
                <a:avLst/>
                <a:gdLst>
                  <a:gd name="T0" fmla="*/ 33 w 35"/>
                  <a:gd name="T1" fmla="*/ 8 h 17"/>
                  <a:gd name="T2" fmla="*/ 21 w 35"/>
                  <a:gd name="T3" fmla="*/ 0 h 17"/>
                  <a:gd name="T4" fmla="*/ 2 w 35"/>
                  <a:gd name="T5" fmla="*/ 8 h 17"/>
                  <a:gd name="T6" fmla="*/ 14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5" y="3"/>
                      <a:pt x="30" y="0"/>
                      <a:pt x="21" y="0"/>
                    </a:cubicBezTo>
                    <a:cubicBezTo>
                      <a:pt x="12" y="0"/>
                      <a:pt x="4" y="3"/>
                      <a:pt x="2" y="8"/>
                    </a:cubicBezTo>
                    <a:cubicBezTo>
                      <a:pt x="0" y="13"/>
                      <a:pt x="5" y="17"/>
                      <a:pt x="14" y="17"/>
                    </a:cubicBezTo>
                    <a:cubicBezTo>
                      <a:pt x="22" y="17"/>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05" name="Freeform 768"/>
              <p:cNvSpPr>
                <a:spLocks/>
              </p:cNvSpPr>
              <p:nvPr/>
            </p:nvSpPr>
            <p:spPr bwMode="auto">
              <a:xfrm>
                <a:off x="1720" y="2528"/>
                <a:ext cx="74" cy="38"/>
              </a:xfrm>
              <a:custGeom>
                <a:avLst/>
                <a:gdLst>
                  <a:gd name="T0" fmla="*/ 34 w 36"/>
                  <a:gd name="T1" fmla="*/ 9 h 18"/>
                  <a:gd name="T2" fmla="*/ 22 w 36"/>
                  <a:gd name="T3" fmla="*/ 0 h 18"/>
                  <a:gd name="T4" fmla="*/ 2 w 36"/>
                  <a:gd name="T5" fmla="*/ 9 h 18"/>
                  <a:gd name="T6" fmla="*/ 14 w 36"/>
                  <a:gd name="T7" fmla="*/ 18 h 18"/>
                  <a:gd name="T8" fmla="*/ 34 w 36"/>
                  <a:gd name="T9" fmla="*/ 9 h 18"/>
                </a:gdLst>
                <a:ahLst/>
                <a:cxnLst>
                  <a:cxn ang="0">
                    <a:pos x="T0" y="T1"/>
                  </a:cxn>
                  <a:cxn ang="0">
                    <a:pos x="T2" y="T3"/>
                  </a:cxn>
                  <a:cxn ang="0">
                    <a:pos x="T4" y="T5"/>
                  </a:cxn>
                  <a:cxn ang="0">
                    <a:pos x="T6" y="T7"/>
                  </a:cxn>
                  <a:cxn ang="0">
                    <a:pos x="T8" y="T9"/>
                  </a:cxn>
                </a:cxnLst>
                <a:rect l="0" t="0" r="r" b="b"/>
                <a:pathLst>
                  <a:path w="36" h="18">
                    <a:moveTo>
                      <a:pt x="34" y="9"/>
                    </a:moveTo>
                    <a:cubicBezTo>
                      <a:pt x="36" y="4"/>
                      <a:pt x="31" y="0"/>
                      <a:pt x="22" y="0"/>
                    </a:cubicBezTo>
                    <a:cubicBezTo>
                      <a:pt x="13" y="0"/>
                      <a:pt x="4" y="4"/>
                      <a:pt x="2" y="9"/>
                    </a:cubicBezTo>
                    <a:cubicBezTo>
                      <a:pt x="0" y="14"/>
                      <a:pt x="6" y="18"/>
                      <a:pt x="14" y="18"/>
                    </a:cubicBezTo>
                    <a:cubicBezTo>
                      <a:pt x="23" y="18"/>
                      <a:pt x="32" y="14"/>
                      <a:pt x="3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06" name="Freeform 769"/>
              <p:cNvSpPr>
                <a:spLocks/>
              </p:cNvSpPr>
              <p:nvPr/>
            </p:nvSpPr>
            <p:spPr bwMode="auto">
              <a:xfrm>
                <a:off x="1702" y="2574"/>
                <a:ext cx="74" cy="39"/>
              </a:xfrm>
              <a:custGeom>
                <a:avLst/>
                <a:gdLst>
                  <a:gd name="T0" fmla="*/ 34 w 36"/>
                  <a:gd name="T1" fmla="*/ 10 h 19"/>
                  <a:gd name="T2" fmla="*/ 22 w 36"/>
                  <a:gd name="T3" fmla="*/ 0 h 19"/>
                  <a:gd name="T4" fmla="*/ 2 w 36"/>
                  <a:gd name="T5" fmla="*/ 10 h 19"/>
                  <a:gd name="T6" fmla="*/ 14 w 36"/>
                  <a:gd name="T7" fmla="*/ 19 h 19"/>
                  <a:gd name="T8" fmla="*/ 34 w 36"/>
                  <a:gd name="T9" fmla="*/ 10 h 19"/>
                </a:gdLst>
                <a:ahLst/>
                <a:cxnLst>
                  <a:cxn ang="0">
                    <a:pos x="T0" y="T1"/>
                  </a:cxn>
                  <a:cxn ang="0">
                    <a:pos x="T2" y="T3"/>
                  </a:cxn>
                  <a:cxn ang="0">
                    <a:pos x="T4" y="T5"/>
                  </a:cxn>
                  <a:cxn ang="0">
                    <a:pos x="T6" y="T7"/>
                  </a:cxn>
                  <a:cxn ang="0">
                    <a:pos x="T8" y="T9"/>
                  </a:cxn>
                </a:cxnLst>
                <a:rect l="0" t="0" r="r" b="b"/>
                <a:pathLst>
                  <a:path w="36" h="19">
                    <a:moveTo>
                      <a:pt x="34" y="10"/>
                    </a:moveTo>
                    <a:cubicBezTo>
                      <a:pt x="36" y="4"/>
                      <a:pt x="31" y="0"/>
                      <a:pt x="22" y="0"/>
                    </a:cubicBezTo>
                    <a:cubicBezTo>
                      <a:pt x="13" y="0"/>
                      <a:pt x="4" y="4"/>
                      <a:pt x="2" y="10"/>
                    </a:cubicBezTo>
                    <a:cubicBezTo>
                      <a:pt x="0" y="15"/>
                      <a:pt x="5" y="19"/>
                      <a:pt x="14" y="19"/>
                    </a:cubicBezTo>
                    <a:cubicBezTo>
                      <a:pt x="23" y="19"/>
                      <a:pt x="32" y="15"/>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07" name="Freeform 770"/>
              <p:cNvSpPr>
                <a:spLocks/>
              </p:cNvSpPr>
              <p:nvPr/>
            </p:nvSpPr>
            <p:spPr bwMode="auto">
              <a:xfrm>
                <a:off x="1681" y="2621"/>
                <a:ext cx="76" cy="40"/>
              </a:xfrm>
              <a:custGeom>
                <a:avLst/>
                <a:gdLst>
                  <a:gd name="T0" fmla="*/ 35 w 37"/>
                  <a:gd name="T1" fmla="*/ 10 h 19"/>
                  <a:gd name="T2" fmla="*/ 22 w 37"/>
                  <a:gd name="T3" fmla="*/ 0 h 19"/>
                  <a:gd name="T4" fmla="*/ 2 w 37"/>
                  <a:gd name="T5" fmla="*/ 10 h 19"/>
                  <a:gd name="T6" fmla="*/ 15 w 37"/>
                  <a:gd name="T7" fmla="*/ 19 h 19"/>
                  <a:gd name="T8" fmla="*/ 35 w 37"/>
                  <a:gd name="T9" fmla="*/ 10 h 19"/>
                </a:gdLst>
                <a:ahLst/>
                <a:cxnLst>
                  <a:cxn ang="0">
                    <a:pos x="T0" y="T1"/>
                  </a:cxn>
                  <a:cxn ang="0">
                    <a:pos x="T2" y="T3"/>
                  </a:cxn>
                  <a:cxn ang="0">
                    <a:pos x="T4" y="T5"/>
                  </a:cxn>
                  <a:cxn ang="0">
                    <a:pos x="T6" y="T7"/>
                  </a:cxn>
                  <a:cxn ang="0">
                    <a:pos x="T8" y="T9"/>
                  </a:cxn>
                </a:cxnLst>
                <a:rect l="0" t="0" r="r" b="b"/>
                <a:pathLst>
                  <a:path w="37" h="19">
                    <a:moveTo>
                      <a:pt x="35" y="10"/>
                    </a:moveTo>
                    <a:cubicBezTo>
                      <a:pt x="37" y="4"/>
                      <a:pt x="31" y="0"/>
                      <a:pt x="22" y="0"/>
                    </a:cubicBezTo>
                    <a:cubicBezTo>
                      <a:pt x="13" y="0"/>
                      <a:pt x="4" y="4"/>
                      <a:pt x="2" y="10"/>
                    </a:cubicBezTo>
                    <a:cubicBezTo>
                      <a:pt x="0" y="15"/>
                      <a:pt x="6" y="19"/>
                      <a:pt x="15" y="19"/>
                    </a:cubicBezTo>
                    <a:cubicBezTo>
                      <a:pt x="24" y="19"/>
                      <a:pt x="33" y="15"/>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08" name="Freeform 771"/>
              <p:cNvSpPr>
                <a:spLocks/>
              </p:cNvSpPr>
              <p:nvPr/>
            </p:nvSpPr>
            <p:spPr bwMode="auto">
              <a:xfrm>
                <a:off x="1660" y="2669"/>
                <a:ext cx="77" cy="41"/>
              </a:xfrm>
              <a:custGeom>
                <a:avLst/>
                <a:gdLst>
                  <a:gd name="T0" fmla="*/ 35 w 37"/>
                  <a:gd name="T1" fmla="*/ 10 h 20"/>
                  <a:gd name="T2" fmla="*/ 23 w 37"/>
                  <a:gd name="T3" fmla="*/ 0 h 20"/>
                  <a:gd name="T4" fmla="*/ 2 w 37"/>
                  <a:gd name="T5" fmla="*/ 10 h 20"/>
                  <a:gd name="T6" fmla="*/ 15 w 37"/>
                  <a:gd name="T7" fmla="*/ 20 h 20"/>
                  <a:gd name="T8" fmla="*/ 35 w 37"/>
                  <a:gd name="T9" fmla="*/ 10 h 20"/>
                </a:gdLst>
                <a:ahLst/>
                <a:cxnLst>
                  <a:cxn ang="0">
                    <a:pos x="T0" y="T1"/>
                  </a:cxn>
                  <a:cxn ang="0">
                    <a:pos x="T2" y="T3"/>
                  </a:cxn>
                  <a:cxn ang="0">
                    <a:pos x="T4" y="T5"/>
                  </a:cxn>
                  <a:cxn ang="0">
                    <a:pos x="T6" y="T7"/>
                  </a:cxn>
                  <a:cxn ang="0">
                    <a:pos x="T8" y="T9"/>
                  </a:cxn>
                </a:cxnLst>
                <a:rect l="0" t="0" r="r" b="b"/>
                <a:pathLst>
                  <a:path w="37" h="20">
                    <a:moveTo>
                      <a:pt x="35" y="10"/>
                    </a:moveTo>
                    <a:cubicBezTo>
                      <a:pt x="37" y="5"/>
                      <a:pt x="32" y="0"/>
                      <a:pt x="23" y="0"/>
                    </a:cubicBezTo>
                    <a:cubicBezTo>
                      <a:pt x="14" y="0"/>
                      <a:pt x="5" y="5"/>
                      <a:pt x="2" y="10"/>
                    </a:cubicBezTo>
                    <a:cubicBezTo>
                      <a:pt x="0" y="16"/>
                      <a:pt x="6" y="20"/>
                      <a:pt x="15" y="20"/>
                    </a:cubicBezTo>
                    <a:cubicBezTo>
                      <a:pt x="24" y="20"/>
                      <a:pt x="33" y="16"/>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09" name="Freeform 772"/>
              <p:cNvSpPr>
                <a:spLocks/>
              </p:cNvSpPr>
              <p:nvPr/>
            </p:nvSpPr>
            <p:spPr bwMode="auto">
              <a:xfrm>
                <a:off x="1625" y="2094"/>
                <a:ext cx="68" cy="29"/>
              </a:xfrm>
              <a:custGeom>
                <a:avLst/>
                <a:gdLst>
                  <a:gd name="T0" fmla="*/ 31 w 33"/>
                  <a:gd name="T1" fmla="*/ 7 h 14"/>
                  <a:gd name="T2" fmla="*/ 20 w 33"/>
                  <a:gd name="T3" fmla="*/ 0 h 14"/>
                  <a:gd name="T4" fmla="*/ 2 w 33"/>
                  <a:gd name="T5" fmla="*/ 7 h 14"/>
                  <a:gd name="T6" fmla="*/ 13 w 33"/>
                  <a:gd name="T7" fmla="*/ 14 h 14"/>
                  <a:gd name="T8" fmla="*/ 31 w 33"/>
                  <a:gd name="T9" fmla="*/ 7 h 14"/>
                </a:gdLst>
                <a:ahLst/>
                <a:cxnLst>
                  <a:cxn ang="0">
                    <a:pos x="T0" y="T1"/>
                  </a:cxn>
                  <a:cxn ang="0">
                    <a:pos x="T2" y="T3"/>
                  </a:cxn>
                  <a:cxn ang="0">
                    <a:pos x="T4" y="T5"/>
                  </a:cxn>
                  <a:cxn ang="0">
                    <a:pos x="T6" y="T7"/>
                  </a:cxn>
                  <a:cxn ang="0">
                    <a:pos x="T8" y="T9"/>
                  </a:cxn>
                </a:cxnLst>
                <a:rect l="0" t="0" r="r" b="b"/>
                <a:pathLst>
                  <a:path w="33" h="14">
                    <a:moveTo>
                      <a:pt x="31" y="7"/>
                    </a:moveTo>
                    <a:cubicBezTo>
                      <a:pt x="33" y="3"/>
                      <a:pt x="28" y="0"/>
                      <a:pt x="20" y="0"/>
                    </a:cubicBezTo>
                    <a:cubicBezTo>
                      <a:pt x="12" y="0"/>
                      <a:pt x="4" y="3"/>
                      <a:pt x="2" y="7"/>
                    </a:cubicBezTo>
                    <a:cubicBezTo>
                      <a:pt x="0" y="10"/>
                      <a:pt x="5" y="14"/>
                      <a:pt x="13" y="14"/>
                    </a:cubicBezTo>
                    <a:cubicBezTo>
                      <a:pt x="21" y="14"/>
                      <a:pt x="29" y="10"/>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10" name="Freeform 773"/>
              <p:cNvSpPr>
                <a:spLocks/>
              </p:cNvSpPr>
              <p:nvPr/>
            </p:nvSpPr>
            <p:spPr bwMode="auto">
              <a:xfrm>
                <a:off x="1697" y="2094"/>
                <a:ext cx="69" cy="29"/>
              </a:xfrm>
              <a:custGeom>
                <a:avLst/>
                <a:gdLst>
                  <a:gd name="T0" fmla="*/ 31 w 33"/>
                  <a:gd name="T1" fmla="*/ 7 h 14"/>
                  <a:gd name="T2" fmla="*/ 20 w 33"/>
                  <a:gd name="T3" fmla="*/ 0 h 14"/>
                  <a:gd name="T4" fmla="*/ 2 w 33"/>
                  <a:gd name="T5" fmla="*/ 7 h 14"/>
                  <a:gd name="T6" fmla="*/ 13 w 33"/>
                  <a:gd name="T7" fmla="*/ 14 h 14"/>
                  <a:gd name="T8" fmla="*/ 31 w 33"/>
                  <a:gd name="T9" fmla="*/ 7 h 14"/>
                </a:gdLst>
                <a:ahLst/>
                <a:cxnLst>
                  <a:cxn ang="0">
                    <a:pos x="T0" y="T1"/>
                  </a:cxn>
                  <a:cxn ang="0">
                    <a:pos x="T2" y="T3"/>
                  </a:cxn>
                  <a:cxn ang="0">
                    <a:pos x="T4" y="T5"/>
                  </a:cxn>
                  <a:cxn ang="0">
                    <a:pos x="T6" y="T7"/>
                  </a:cxn>
                  <a:cxn ang="0">
                    <a:pos x="T8" y="T9"/>
                  </a:cxn>
                </a:cxnLst>
                <a:rect l="0" t="0" r="r" b="b"/>
                <a:pathLst>
                  <a:path w="33" h="14">
                    <a:moveTo>
                      <a:pt x="31" y="7"/>
                    </a:moveTo>
                    <a:cubicBezTo>
                      <a:pt x="33" y="3"/>
                      <a:pt x="28" y="0"/>
                      <a:pt x="20" y="0"/>
                    </a:cubicBezTo>
                    <a:cubicBezTo>
                      <a:pt x="12" y="0"/>
                      <a:pt x="4" y="3"/>
                      <a:pt x="2" y="7"/>
                    </a:cubicBezTo>
                    <a:cubicBezTo>
                      <a:pt x="0" y="10"/>
                      <a:pt x="5" y="14"/>
                      <a:pt x="13" y="14"/>
                    </a:cubicBezTo>
                    <a:cubicBezTo>
                      <a:pt x="21" y="14"/>
                      <a:pt x="29" y="10"/>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11" name="Freeform 774"/>
              <p:cNvSpPr>
                <a:spLocks/>
              </p:cNvSpPr>
              <p:nvPr/>
            </p:nvSpPr>
            <p:spPr bwMode="auto">
              <a:xfrm>
                <a:off x="1770" y="2094"/>
                <a:ext cx="68" cy="29"/>
              </a:xfrm>
              <a:custGeom>
                <a:avLst/>
                <a:gdLst>
                  <a:gd name="T0" fmla="*/ 31 w 33"/>
                  <a:gd name="T1" fmla="*/ 7 h 14"/>
                  <a:gd name="T2" fmla="*/ 20 w 33"/>
                  <a:gd name="T3" fmla="*/ 0 h 14"/>
                  <a:gd name="T4" fmla="*/ 2 w 33"/>
                  <a:gd name="T5" fmla="*/ 7 h 14"/>
                  <a:gd name="T6" fmla="*/ 13 w 33"/>
                  <a:gd name="T7" fmla="*/ 14 h 14"/>
                  <a:gd name="T8" fmla="*/ 31 w 33"/>
                  <a:gd name="T9" fmla="*/ 7 h 14"/>
                </a:gdLst>
                <a:ahLst/>
                <a:cxnLst>
                  <a:cxn ang="0">
                    <a:pos x="T0" y="T1"/>
                  </a:cxn>
                  <a:cxn ang="0">
                    <a:pos x="T2" y="T3"/>
                  </a:cxn>
                  <a:cxn ang="0">
                    <a:pos x="T4" y="T5"/>
                  </a:cxn>
                  <a:cxn ang="0">
                    <a:pos x="T6" y="T7"/>
                  </a:cxn>
                  <a:cxn ang="0">
                    <a:pos x="T8" y="T9"/>
                  </a:cxn>
                </a:cxnLst>
                <a:rect l="0" t="0" r="r" b="b"/>
                <a:pathLst>
                  <a:path w="33" h="14">
                    <a:moveTo>
                      <a:pt x="31" y="7"/>
                    </a:moveTo>
                    <a:cubicBezTo>
                      <a:pt x="33" y="3"/>
                      <a:pt x="28" y="0"/>
                      <a:pt x="20" y="0"/>
                    </a:cubicBezTo>
                    <a:cubicBezTo>
                      <a:pt x="12" y="0"/>
                      <a:pt x="4" y="3"/>
                      <a:pt x="2" y="7"/>
                    </a:cubicBezTo>
                    <a:cubicBezTo>
                      <a:pt x="0" y="10"/>
                      <a:pt x="5" y="14"/>
                      <a:pt x="13" y="14"/>
                    </a:cubicBezTo>
                    <a:cubicBezTo>
                      <a:pt x="21" y="14"/>
                      <a:pt x="29" y="10"/>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12" name="Freeform 775"/>
              <p:cNvSpPr>
                <a:spLocks/>
              </p:cNvSpPr>
              <p:nvPr/>
            </p:nvSpPr>
            <p:spPr bwMode="auto">
              <a:xfrm>
                <a:off x="1753" y="2129"/>
                <a:ext cx="66" cy="29"/>
              </a:xfrm>
              <a:custGeom>
                <a:avLst/>
                <a:gdLst>
                  <a:gd name="T0" fmla="*/ 30 w 32"/>
                  <a:gd name="T1" fmla="*/ 7 h 14"/>
                  <a:gd name="T2" fmla="*/ 19 w 32"/>
                  <a:gd name="T3" fmla="*/ 0 h 14"/>
                  <a:gd name="T4" fmla="*/ 2 w 32"/>
                  <a:gd name="T5" fmla="*/ 7 h 14"/>
                  <a:gd name="T6" fmla="*/ 13 w 32"/>
                  <a:gd name="T7" fmla="*/ 14 h 14"/>
                  <a:gd name="T8" fmla="*/ 30 w 32"/>
                  <a:gd name="T9" fmla="*/ 7 h 14"/>
                </a:gdLst>
                <a:ahLst/>
                <a:cxnLst>
                  <a:cxn ang="0">
                    <a:pos x="T0" y="T1"/>
                  </a:cxn>
                  <a:cxn ang="0">
                    <a:pos x="T2" y="T3"/>
                  </a:cxn>
                  <a:cxn ang="0">
                    <a:pos x="T4" y="T5"/>
                  </a:cxn>
                  <a:cxn ang="0">
                    <a:pos x="T6" y="T7"/>
                  </a:cxn>
                  <a:cxn ang="0">
                    <a:pos x="T8" y="T9"/>
                  </a:cxn>
                </a:cxnLst>
                <a:rect l="0" t="0" r="r" b="b"/>
                <a:pathLst>
                  <a:path w="32" h="14">
                    <a:moveTo>
                      <a:pt x="30" y="7"/>
                    </a:moveTo>
                    <a:cubicBezTo>
                      <a:pt x="32" y="3"/>
                      <a:pt x="27" y="0"/>
                      <a:pt x="19" y="0"/>
                    </a:cubicBezTo>
                    <a:cubicBezTo>
                      <a:pt x="12" y="0"/>
                      <a:pt x="4" y="3"/>
                      <a:pt x="2" y="7"/>
                    </a:cubicBezTo>
                    <a:cubicBezTo>
                      <a:pt x="0" y="11"/>
                      <a:pt x="5" y="14"/>
                      <a:pt x="13" y="14"/>
                    </a:cubicBezTo>
                    <a:cubicBezTo>
                      <a:pt x="21" y="14"/>
                      <a:pt x="29" y="1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13" name="Freeform 776"/>
              <p:cNvSpPr>
                <a:spLocks/>
              </p:cNvSpPr>
              <p:nvPr/>
            </p:nvSpPr>
            <p:spPr bwMode="auto">
              <a:xfrm>
                <a:off x="1735" y="2165"/>
                <a:ext cx="68" cy="29"/>
              </a:xfrm>
              <a:custGeom>
                <a:avLst/>
                <a:gdLst>
                  <a:gd name="T0" fmla="*/ 31 w 33"/>
                  <a:gd name="T1" fmla="*/ 7 h 14"/>
                  <a:gd name="T2" fmla="*/ 20 w 33"/>
                  <a:gd name="T3" fmla="*/ 0 h 14"/>
                  <a:gd name="T4" fmla="*/ 2 w 33"/>
                  <a:gd name="T5" fmla="*/ 7 h 14"/>
                  <a:gd name="T6" fmla="*/ 13 w 33"/>
                  <a:gd name="T7" fmla="*/ 14 h 14"/>
                  <a:gd name="T8" fmla="*/ 31 w 33"/>
                  <a:gd name="T9" fmla="*/ 7 h 14"/>
                </a:gdLst>
                <a:ahLst/>
                <a:cxnLst>
                  <a:cxn ang="0">
                    <a:pos x="T0" y="T1"/>
                  </a:cxn>
                  <a:cxn ang="0">
                    <a:pos x="T2" y="T3"/>
                  </a:cxn>
                  <a:cxn ang="0">
                    <a:pos x="T4" y="T5"/>
                  </a:cxn>
                  <a:cxn ang="0">
                    <a:pos x="T6" y="T7"/>
                  </a:cxn>
                  <a:cxn ang="0">
                    <a:pos x="T8" y="T9"/>
                  </a:cxn>
                </a:cxnLst>
                <a:rect l="0" t="0" r="r" b="b"/>
                <a:pathLst>
                  <a:path w="33" h="14">
                    <a:moveTo>
                      <a:pt x="31" y="7"/>
                    </a:moveTo>
                    <a:cubicBezTo>
                      <a:pt x="33" y="3"/>
                      <a:pt x="28" y="0"/>
                      <a:pt x="20" y="0"/>
                    </a:cubicBezTo>
                    <a:cubicBezTo>
                      <a:pt x="12" y="0"/>
                      <a:pt x="4" y="3"/>
                      <a:pt x="2" y="7"/>
                    </a:cubicBezTo>
                    <a:cubicBezTo>
                      <a:pt x="0" y="11"/>
                      <a:pt x="5" y="14"/>
                      <a:pt x="13" y="14"/>
                    </a:cubicBezTo>
                    <a:cubicBezTo>
                      <a:pt x="21" y="14"/>
                      <a:pt x="29"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14" name="Freeform 777"/>
              <p:cNvSpPr>
                <a:spLocks/>
              </p:cNvSpPr>
              <p:nvPr/>
            </p:nvSpPr>
            <p:spPr bwMode="auto">
              <a:xfrm>
                <a:off x="1716" y="2202"/>
                <a:ext cx="70" cy="31"/>
              </a:xfrm>
              <a:custGeom>
                <a:avLst/>
                <a:gdLst>
                  <a:gd name="T0" fmla="*/ 32 w 34"/>
                  <a:gd name="T1" fmla="*/ 7 h 15"/>
                  <a:gd name="T2" fmla="*/ 21 w 34"/>
                  <a:gd name="T3" fmla="*/ 0 h 15"/>
                  <a:gd name="T4" fmla="*/ 2 w 34"/>
                  <a:gd name="T5" fmla="*/ 7 h 15"/>
                  <a:gd name="T6" fmla="*/ 13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34" y="3"/>
                      <a:pt x="29" y="0"/>
                      <a:pt x="21" y="0"/>
                    </a:cubicBezTo>
                    <a:cubicBezTo>
                      <a:pt x="12" y="0"/>
                      <a:pt x="4" y="3"/>
                      <a:pt x="2" y="7"/>
                    </a:cubicBezTo>
                    <a:cubicBezTo>
                      <a:pt x="0" y="11"/>
                      <a:pt x="5" y="15"/>
                      <a:pt x="13" y="15"/>
                    </a:cubicBezTo>
                    <a:cubicBezTo>
                      <a:pt x="22" y="15"/>
                      <a:pt x="30"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15" name="Freeform 778"/>
              <p:cNvSpPr>
                <a:spLocks/>
              </p:cNvSpPr>
              <p:nvPr/>
            </p:nvSpPr>
            <p:spPr bwMode="auto">
              <a:xfrm>
                <a:off x="1697" y="2239"/>
                <a:ext cx="71" cy="31"/>
              </a:xfrm>
              <a:custGeom>
                <a:avLst/>
                <a:gdLst>
                  <a:gd name="T0" fmla="*/ 32 w 34"/>
                  <a:gd name="T1" fmla="*/ 7 h 15"/>
                  <a:gd name="T2" fmla="*/ 21 w 34"/>
                  <a:gd name="T3" fmla="*/ 0 h 15"/>
                  <a:gd name="T4" fmla="*/ 2 w 34"/>
                  <a:gd name="T5" fmla="*/ 7 h 15"/>
                  <a:gd name="T6" fmla="*/ 14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34" y="3"/>
                      <a:pt x="29" y="0"/>
                      <a:pt x="21" y="0"/>
                    </a:cubicBezTo>
                    <a:cubicBezTo>
                      <a:pt x="13" y="0"/>
                      <a:pt x="4" y="3"/>
                      <a:pt x="2" y="7"/>
                    </a:cubicBezTo>
                    <a:cubicBezTo>
                      <a:pt x="0" y="12"/>
                      <a:pt x="5" y="15"/>
                      <a:pt x="14" y="15"/>
                    </a:cubicBezTo>
                    <a:cubicBezTo>
                      <a:pt x="22" y="15"/>
                      <a:pt x="30" y="12"/>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16" name="Freeform 779"/>
              <p:cNvSpPr>
                <a:spLocks/>
              </p:cNvSpPr>
              <p:nvPr/>
            </p:nvSpPr>
            <p:spPr bwMode="auto">
              <a:xfrm>
                <a:off x="1679" y="2276"/>
                <a:ext cx="70" cy="33"/>
              </a:xfrm>
              <a:custGeom>
                <a:avLst/>
                <a:gdLst>
                  <a:gd name="T0" fmla="*/ 32 w 34"/>
                  <a:gd name="T1" fmla="*/ 8 h 16"/>
                  <a:gd name="T2" fmla="*/ 21 w 34"/>
                  <a:gd name="T3" fmla="*/ 0 h 16"/>
                  <a:gd name="T4" fmla="*/ 2 w 34"/>
                  <a:gd name="T5" fmla="*/ 8 h 16"/>
                  <a:gd name="T6" fmla="*/ 14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4" y="4"/>
                      <a:pt x="29" y="0"/>
                      <a:pt x="21" y="0"/>
                    </a:cubicBezTo>
                    <a:cubicBezTo>
                      <a:pt x="13" y="0"/>
                      <a:pt x="4" y="4"/>
                      <a:pt x="2" y="8"/>
                    </a:cubicBezTo>
                    <a:cubicBezTo>
                      <a:pt x="0" y="12"/>
                      <a:pt x="5" y="16"/>
                      <a:pt x="14" y="16"/>
                    </a:cubicBezTo>
                    <a:cubicBezTo>
                      <a:pt x="22" y="16"/>
                      <a:pt x="30" y="12"/>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17" name="Freeform 780"/>
              <p:cNvSpPr>
                <a:spLocks/>
              </p:cNvSpPr>
              <p:nvPr/>
            </p:nvSpPr>
            <p:spPr bwMode="auto">
              <a:xfrm>
                <a:off x="1660" y="2316"/>
                <a:ext cx="70" cy="33"/>
              </a:xfrm>
              <a:custGeom>
                <a:avLst/>
                <a:gdLst>
                  <a:gd name="T0" fmla="*/ 32 w 34"/>
                  <a:gd name="T1" fmla="*/ 8 h 16"/>
                  <a:gd name="T2" fmla="*/ 21 w 34"/>
                  <a:gd name="T3" fmla="*/ 0 h 16"/>
                  <a:gd name="T4" fmla="*/ 2 w 34"/>
                  <a:gd name="T5" fmla="*/ 8 h 16"/>
                  <a:gd name="T6" fmla="*/ 13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4" y="4"/>
                      <a:pt x="29" y="0"/>
                      <a:pt x="21" y="0"/>
                    </a:cubicBezTo>
                    <a:cubicBezTo>
                      <a:pt x="13" y="0"/>
                      <a:pt x="4" y="4"/>
                      <a:pt x="2" y="8"/>
                    </a:cubicBezTo>
                    <a:cubicBezTo>
                      <a:pt x="0" y="13"/>
                      <a:pt x="5" y="16"/>
                      <a:pt x="13" y="16"/>
                    </a:cubicBezTo>
                    <a:cubicBezTo>
                      <a:pt x="22" y="16"/>
                      <a:pt x="30"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18" name="Freeform 781"/>
              <p:cNvSpPr>
                <a:spLocks/>
              </p:cNvSpPr>
              <p:nvPr/>
            </p:nvSpPr>
            <p:spPr bwMode="auto">
              <a:xfrm>
                <a:off x="1642" y="2357"/>
                <a:ext cx="70" cy="33"/>
              </a:xfrm>
              <a:custGeom>
                <a:avLst/>
                <a:gdLst>
                  <a:gd name="T0" fmla="*/ 32 w 34"/>
                  <a:gd name="T1" fmla="*/ 8 h 16"/>
                  <a:gd name="T2" fmla="*/ 21 w 34"/>
                  <a:gd name="T3" fmla="*/ 0 h 16"/>
                  <a:gd name="T4" fmla="*/ 2 w 34"/>
                  <a:gd name="T5" fmla="*/ 8 h 16"/>
                  <a:gd name="T6" fmla="*/ 13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4" y="4"/>
                      <a:pt x="29" y="0"/>
                      <a:pt x="21" y="0"/>
                    </a:cubicBezTo>
                    <a:cubicBezTo>
                      <a:pt x="12" y="0"/>
                      <a:pt x="4" y="4"/>
                      <a:pt x="2" y="8"/>
                    </a:cubicBezTo>
                    <a:cubicBezTo>
                      <a:pt x="0" y="13"/>
                      <a:pt x="5" y="16"/>
                      <a:pt x="13" y="16"/>
                    </a:cubicBezTo>
                    <a:cubicBezTo>
                      <a:pt x="22" y="16"/>
                      <a:pt x="30"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19" name="Freeform 782"/>
              <p:cNvSpPr>
                <a:spLocks/>
              </p:cNvSpPr>
              <p:nvPr/>
            </p:nvSpPr>
            <p:spPr bwMode="auto">
              <a:xfrm>
                <a:off x="1621" y="2398"/>
                <a:ext cx="72" cy="35"/>
              </a:xfrm>
              <a:custGeom>
                <a:avLst/>
                <a:gdLst>
                  <a:gd name="T0" fmla="*/ 33 w 35"/>
                  <a:gd name="T1" fmla="*/ 8 h 17"/>
                  <a:gd name="T2" fmla="*/ 21 w 35"/>
                  <a:gd name="T3" fmla="*/ 0 h 17"/>
                  <a:gd name="T4" fmla="*/ 2 w 35"/>
                  <a:gd name="T5" fmla="*/ 8 h 17"/>
                  <a:gd name="T6" fmla="*/ 14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5" y="4"/>
                      <a:pt x="30" y="0"/>
                      <a:pt x="21" y="0"/>
                    </a:cubicBezTo>
                    <a:cubicBezTo>
                      <a:pt x="13" y="0"/>
                      <a:pt x="4" y="4"/>
                      <a:pt x="2" y="8"/>
                    </a:cubicBezTo>
                    <a:cubicBezTo>
                      <a:pt x="0" y="13"/>
                      <a:pt x="5" y="17"/>
                      <a:pt x="14" y="17"/>
                    </a:cubicBezTo>
                    <a:cubicBezTo>
                      <a:pt x="22" y="17"/>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20" name="Freeform 783"/>
              <p:cNvSpPr>
                <a:spLocks/>
              </p:cNvSpPr>
              <p:nvPr/>
            </p:nvSpPr>
            <p:spPr bwMode="auto">
              <a:xfrm>
                <a:off x="1600" y="2442"/>
                <a:ext cx="75" cy="35"/>
              </a:xfrm>
              <a:custGeom>
                <a:avLst/>
                <a:gdLst>
                  <a:gd name="T0" fmla="*/ 34 w 36"/>
                  <a:gd name="T1" fmla="*/ 8 h 17"/>
                  <a:gd name="T2" fmla="*/ 22 w 36"/>
                  <a:gd name="T3" fmla="*/ 0 h 17"/>
                  <a:gd name="T4" fmla="*/ 2 w 36"/>
                  <a:gd name="T5" fmla="*/ 8 h 17"/>
                  <a:gd name="T6" fmla="*/ 14 w 36"/>
                  <a:gd name="T7" fmla="*/ 17 h 17"/>
                  <a:gd name="T8" fmla="*/ 34 w 36"/>
                  <a:gd name="T9" fmla="*/ 8 h 17"/>
                </a:gdLst>
                <a:ahLst/>
                <a:cxnLst>
                  <a:cxn ang="0">
                    <a:pos x="T0" y="T1"/>
                  </a:cxn>
                  <a:cxn ang="0">
                    <a:pos x="T2" y="T3"/>
                  </a:cxn>
                  <a:cxn ang="0">
                    <a:pos x="T4" y="T5"/>
                  </a:cxn>
                  <a:cxn ang="0">
                    <a:pos x="T6" y="T7"/>
                  </a:cxn>
                  <a:cxn ang="0">
                    <a:pos x="T8" y="T9"/>
                  </a:cxn>
                </a:cxnLst>
                <a:rect l="0" t="0" r="r" b="b"/>
                <a:pathLst>
                  <a:path w="36" h="17">
                    <a:moveTo>
                      <a:pt x="34" y="8"/>
                    </a:moveTo>
                    <a:cubicBezTo>
                      <a:pt x="36" y="3"/>
                      <a:pt x="31" y="0"/>
                      <a:pt x="22" y="0"/>
                    </a:cubicBezTo>
                    <a:cubicBezTo>
                      <a:pt x="13" y="0"/>
                      <a:pt x="5" y="3"/>
                      <a:pt x="2" y="8"/>
                    </a:cubicBezTo>
                    <a:cubicBezTo>
                      <a:pt x="0" y="13"/>
                      <a:pt x="5" y="17"/>
                      <a:pt x="14" y="17"/>
                    </a:cubicBezTo>
                    <a:cubicBezTo>
                      <a:pt x="23" y="17"/>
                      <a:pt x="31" y="13"/>
                      <a:pt x="3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21" name="Freeform 784"/>
              <p:cNvSpPr>
                <a:spLocks/>
              </p:cNvSpPr>
              <p:nvPr/>
            </p:nvSpPr>
            <p:spPr bwMode="auto">
              <a:xfrm>
                <a:off x="1580" y="2485"/>
                <a:ext cx="74" cy="35"/>
              </a:xfrm>
              <a:custGeom>
                <a:avLst/>
                <a:gdLst>
                  <a:gd name="T0" fmla="*/ 34 w 36"/>
                  <a:gd name="T1" fmla="*/ 8 h 17"/>
                  <a:gd name="T2" fmla="*/ 22 w 36"/>
                  <a:gd name="T3" fmla="*/ 0 h 17"/>
                  <a:gd name="T4" fmla="*/ 3 w 36"/>
                  <a:gd name="T5" fmla="*/ 8 h 17"/>
                  <a:gd name="T6" fmla="*/ 14 w 36"/>
                  <a:gd name="T7" fmla="*/ 17 h 17"/>
                  <a:gd name="T8" fmla="*/ 34 w 36"/>
                  <a:gd name="T9" fmla="*/ 8 h 17"/>
                </a:gdLst>
                <a:ahLst/>
                <a:cxnLst>
                  <a:cxn ang="0">
                    <a:pos x="T0" y="T1"/>
                  </a:cxn>
                  <a:cxn ang="0">
                    <a:pos x="T2" y="T3"/>
                  </a:cxn>
                  <a:cxn ang="0">
                    <a:pos x="T4" y="T5"/>
                  </a:cxn>
                  <a:cxn ang="0">
                    <a:pos x="T6" y="T7"/>
                  </a:cxn>
                  <a:cxn ang="0">
                    <a:pos x="T8" y="T9"/>
                  </a:cxn>
                </a:cxnLst>
                <a:rect l="0" t="0" r="r" b="b"/>
                <a:pathLst>
                  <a:path w="36" h="17">
                    <a:moveTo>
                      <a:pt x="34" y="8"/>
                    </a:moveTo>
                    <a:cubicBezTo>
                      <a:pt x="36" y="3"/>
                      <a:pt x="31" y="0"/>
                      <a:pt x="22" y="0"/>
                    </a:cubicBezTo>
                    <a:cubicBezTo>
                      <a:pt x="14" y="0"/>
                      <a:pt x="5" y="3"/>
                      <a:pt x="3" y="8"/>
                    </a:cubicBezTo>
                    <a:cubicBezTo>
                      <a:pt x="0" y="13"/>
                      <a:pt x="6" y="17"/>
                      <a:pt x="14" y="17"/>
                    </a:cubicBezTo>
                    <a:cubicBezTo>
                      <a:pt x="23" y="17"/>
                      <a:pt x="32" y="13"/>
                      <a:pt x="3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22" name="Freeform 785"/>
              <p:cNvSpPr>
                <a:spLocks/>
              </p:cNvSpPr>
              <p:nvPr/>
            </p:nvSpPr>
            <p:spPr bwMode="auto">
              <a:xfrm>
                <a:off x="1559" y="2528"/>
                <a:ext cx="74" cy="38"/>
              </a:xfrm>
              <a:custGeom>
                <a:avLst/>
                <a:gdLst>
                  <a:gd name="T0" fmla="*/ 34 w 36"/>
                  <a:gd name="T1" fmla="*/ 9 h 18"/>
                  <a:gd name="T2" fmla="*/ 22 w 36"/>
                  <a:gd name="T3" fmla="*/ 0 h 18"/>
                  <a:gd name="T4" fmla="*/ 2 w 36"/>
                  <a:gd name="T5" fmla="*/ 9 h 18"/>
                  <a:gd name="T6" fmla="*/ 14 w 36"/>
                  <a:gd name="T7" fmla="*/ 18 h 18"/>
                  <a:gd name="T8" fmla="*/ 34 w 36"/>
                  <a:gd name="T9" fmla="*/ 9 h 18"/>
                </a:gdLst>
                <a:ahLst/>
                <a:cxnLst>
                  <a:cxn ang="0">
                    <a:pos x="T0" y="T1"/>
                  </a:cxn>
                  <a:cxn ang="0">
                    <a:pos x="T2" y="T3"/>
                  </a:cxn>
                  <a:cxn ang="0">
                    <a:pos x="T4" y="T5"/>
                  </a:cxn>
                  <a:cxn ang="0">
                    <a:pos x="T6" y="T7"/>
                  </a:cxn>
                  <a:cxn ang="0">
                    <a:pos x="T8" y="T9"/>
                  </a:cxn>
                </a:cxnLst>
                <a:rect l="0" t="0" r="r" b="b"/>
                <a:pathLst>
                  <a:path w="36" h="18">
                    <a:moveTo>
                      <a:pt x="34" y="9"/>
                    </a:moveTo>
                    <a:cubicBezTo>
                      <a:pt x="36" y="4"/>
                      <a:pt x="31" y="0"/>
                      <a:pt x="22" y="0"/>
                    </a:cubicBezTo>
                    <a:cubicBezTo>
                      <a:pt x="14" y="0"/>
                      <a:pt x="5" y="4"/>
                      <a:pt x="2" y="9"/>
                    </a:cubicBezTo>
                    <a:cubicBezTo>
                      <a:pt x="0" y="14"/>
                      <a:pt x="5" y="18"/>
                      <a:pt x="14" y="18"/>
                    </a:cubicBezTo>
                    <a:cubicBezTo>
                      <a:pt x="23" y="18"/>
                      <a:pt x="32" y="14"/>
                      <a:pt x="3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23" name="Freeform 786"/>
              <p:cNvSpPr>
                <a:spLocks/>
              </p:cNvSpPr>
              <p:nvPr/>
            </p:nvSpPr>
            <p:spPr bwMode="auto">
              <a:xfrm>
                <a:off x="1532" y="2129"/>
                <a:ext cx="68" cy="29"/>
              </a:xfrm>
              <a:custGeom>
                <a:avLst/>
                <a:gdLst>
                  <a:gd name="T0" fmla="*/ 31 w 33"/>
                  <a:gd name="T1" fmla="*/ 7 h 14"/>
                  <a:gd name="T2" fmla="*/ 21 w 33"/>
                  <a:gd name="T3" fmla="*/ 0 h 14"/>
                  <a:gd name="T4" fmla="*/ 3 w 33"/>
                  <a:gd name="T5" fmla="*/ 7 h 14"/>
                  <a:gd name="T6" fmla="*/ 13 w 33"/>
                  <a:gd name="T7" fmla="*/ 14 h 14"/>
                  <a:gd name="T8" fmla="*/ 31 w 33"/>
                  <a:gd name="T9" fmla="*/ 7 h 14"/>
                </a:gdLst>
                <a:ahLst/>
                <a:cxnLst>
                  <a:cxn ang="0">
                    <a:pos x="T0" y="T1"/>
                  </a:cxn>
                  <a:cxn ang="0">
                    <a:pos x="T2" y="T3"/>
                  </a:cxn>
                  <a:cxn ang="0">
                    <a:pos x="T4" y="T5"/>
                  </a:cxn>
                  <a:cxn ang="0">
                    <a:pos x="T6" y="T7"/>
                  </a:cxn>
                  <a:cxn ang="0">
                    <a:pos x="T8" y="T9"/>
                  </a:cxn>
                </a:cxnLst>
                <a:rect l="0" t="0" r="r" b="b"/>
                <a:pathLst>
                  <a:path w="33" h="14">
                    <a:moveTo>
                      <a:pt x="31" y="7"/>
                    </a:moveTo>
                    <a:cubicBezTo>
                      <a:pt x="33" y="3"/>
                      <a:pt x="29" y="0"/>
                      <a:pt x="21" y="0"/>
                    </a:cubicBezTo>
                    <a:cubicBezTo>
                      <a:pt x="13" y="0"/>
                      <a:pt x="5" y="3"/>
                      <a:pt x="3" y="7"/>
                    </a:cubicBezTo>
                    <a:cubicBezTo>
                      <a:pt x="0" y="11"/>
                      <a:pt x="5" y="14"/>
                      <a:pt x="13" y="14"/>
                    </a:cubicBezTo>
                    <a:cubicBezTo>
                      <a:pt x="21" y="14"/>
                      <a:pt x="29"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24" name="Freeform 787"/>
              <p:cNvSpPr>
                <a:spLocks/>
              </p:cNvSpPr>
              <p:nvPr/>
            </p:nvSpPr>
            <p:spPr bwMode="auto">
              <a:xfrm>
                <a:off x="1607" y="2129"/>
                <a:ext cx="68" cy="29"/>
              </a:xfrm>
              <a:custGeom>
                <a:avLst/>
                <a:gdLst>
                  <a:gd name="T0" fmla="*/ 31 w 33"/>
                  <a:gd name="T1" fmla="*/ 7 h 14"/>
                  <a:gd name="T2" fmla="*/ 20 w 33"/>
                  <a:gd name="T3" fmla="*/ 0 h 14"/>
                  <a:gd name="T4" fmla="*/ 2 w 33"/>
                  <a:gd name="T5" fmla="*/ 7 h 14"/>
                  <a:gd name="T6" fmla="*/ 13 w 33"/>
                  <a:gd name="T7" fmla="*/ 14 h 14"/>
                  <a:gd name="T8" fmla="*/ 31 w 33"/>
                  <a:gd name="T9" fmla="*/ 7 h 14"/>
                </a:gdLst>
                <a:ahLst/>
                <a:cxnLst>
                  <a:cxn ang="0">
                    <a:pos x="T0" y="T1"/>
                  </a:cxn>
                  <a:cxn ang="0">
                    <a:pos x="T2" y="T3"/>
                  </a:cxn>
                  <a:cxn ang="0">
                    <a:pos x="T4" y="T5"/>
                  </a:cxn>
                  <a:cxn ang="0">
                    <a:pos x="T6" y="T7"/>
                  </a:cxn>
                  <a:cxn ang="0">
                    <a:pos x="T8" y="T9"/>
                  </a:cxn>
                </a:cxnLst>
                <a:rect l="0" t="0" r="r" b="b"/>
                <a:pathLst>
                  <a:path w="33" h="14">
                    <a:moveTo>
                      <a:pt x="31" y="7"/>
                    </a:moveTo>
                    <a:cubicBezTo>
                      <a:pt x="33" y="3"/>
                      <a:pt x="28" y="0"/>
                      <a:pt x="20" y="0"/>
                    </a:cubicBezTo>
                    <a:cubicBezTo>
                      <a:pt x="12" y="0"/>
                      <a:pt x="4" y="3"/>
                      <a:pt x="2" y="7"/>
                    </a:cubicBezTo>
                    <a:cubicBezTo>
                      <a:pt x="0" y="11"/>
                      <a:pt x="5" y="14"/>
                      <a:pt x="13" y="14"/>
                    </a:cubicBezTo>
                    <a:cubicBezTo>
                      <a:pt x="21" y="14"/>
                      <a:pt x="29"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25" name="Freeform 788"/>
              <p:cNvSpPr>
                <a:spLocks/>
              </p:cNvSpPr>
              <p:nvPr/>
            </p:nvSpPr>
            <p:spPr bwMode="auto">
              <a:xfrm>
                <a:off x="1679" y="2129"/>
                <a:ext cx="68" cy="29"/>
              </a:xfrm>
              <a:custGeom>
                <a:avLst/>
                <a:gdLst>
                  <a:gd name="T0" fmla="*/ 31 w 33"/>
                  <a:gd name="T1" fmla="*/ 7 h 14"/>
                  <a:gd name="T2" fmla="*/ 20 w 33"/>
                  <a:gd name="T3" fmla="*/ 0 h 14"/>
                  <a:gd name="T4" fmla="*/ 2 w 33"/>
                  <a:gd name="T5" fmla="*/ 7 h 14"/>
                  <a:gd name="T6" fmla="*/ 13 w 33"/>
                  <a:gd name="T7" fmla="*/ 14 h 14"/>
                  <a:gd name="T8" fmla="*/ 31 w 33"/>
                  <a:gd name="T9" fmla="*/ 7 h 14"/>
                </a:gdLst>
                <a:ahLst/>
                <a:cxnLst>
                  <a:cxn ang="0">
                    <a:pos x="T0" y="T1"/>
                  </a:cxn>
                  <a:cxn ang="0">
                    <a:pos x="T2" y="T3"/>
                  </a:cxn>
                  <a:cxn ang="0">
                    <a:pos x="T4" y="T5"/>
                  </a:cxn>
                  <a:cxn ang="0">
                    <a:pos x="T6" y="T7"/>
                  </a:cxn>
                  <a:cxn ang="0">
                    <a:pos x="T8" y="T9"/>
                  </a:cxn>
                </a:cxnLst>
                <a:rect l="0" t="0" r="r" b="b"/>
                <a:pathLst>
                  <a:path w="33" h="14">
                    <a:moveTo>
                      <a:pt x="31" y="7"/>
                    </a:moveTo>
                    <a:cubicBezTo>
                      <a:pt x="33" y="3"/>
                      <a:pt x="28" y="0"/>
                      <a:pt x="20" y="0"/>
                    </a:cubicBezTo>
                    <a:cubicBezTo>
                      <a:pt x="12" y="0"/>
                      <a:pt x="4" y="3"/>
                      <a:pt x="2" y="7"/>
                    </a:cubicBezTo>
                    <a:cubicBezTo>
                      <a:pt x="0" y="11"/>
                      <a:pt x="5" y="14"/>
                      <a:pt x="13" y="14"/>
                    </a:cubicBezTo>
                    <a:cubicBezTo>
                      <a:pt x="21" y="14"/>
                      <a:pt x="29"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26" name="Freeform 789"/>
              <p:cNvSpPr>
                <a:spLocks/>
              </p:cNvSpPr>
              <p:nvPr/>
            </p:nvSpPr>
            <p:spPr bwMode="auto">
              <a:xfrm>
                <a:off x="1365" y="2165"/>
                <a:ext cx="70" cy="29"/>
              </a:xfrm>
              <a:custGeom>
                <a:avLst/>
                <a:gdLst>
                  <a:gd name="T0" fmla="*/ 32 w 34"/>
                  <a:gd name="T1" fmla="*/ 7 h 14"/>
                  <a:gd name="T2" fmla="*/ 21 w 34"/>
                  <a:gd name="T3" fmla="*/ 0 h 14"/>
                  <a:gd name="T4" fmla="*/ 3 w 34"/>
                  <a:gd name="T5" fmla="*/ 7 h 14"/>
                  <a:gd name="T6" fmla="*/ 13 w 34"/>
                  <a:gd name="T7" fmla="*/ 14 h 14"/>
                  <a:gd name="T8" fmla="*/ 32 w 34"/>
                  <a:gd name="T9" fmla="*/ 7 h 14"/>
                </a:gdLst>
                <a:ahLst/>
                <a:cxnLst>
                  <a:cxn ang="0">
                    <a:pos x="T0" y="T1"/>
                  </a:cxn>
                  <a:cxn ang="0">
                    <a:pos x="T2" y="T3"/>
                  </a:cxn>
                  <a:cxn ang="0">
                    <a:pos x="T4" y="T5"/>
                  </a:cxn>
                  <a:cxn ang="0">
                    <a:pos x="T6" y="T7"/>
                  </a:cxn>
                  <a:cxn ang="0">
                    <a:pos x="T8" y="T9"/>
                  </a:cxn>
                </a:cxnLst>
                <a:rect l="0" t="0" r="r" b="b"/>
                <a:pathLst>
                  <a:path w="34" h="14">
                    <a:moveTo>
                      <a:pt x="32" y="7"/>
                    </a:moveTo>
                    <a:cubicBezTo>
                      <a:pt x="34" y="3"/>
                      <a:pt x="29" y="0"/>
                      <a:pt x="21" y="0"/>
                    </a:cubicBezTo>
                    <a:cubicBezTo>
                      <a:pt x="13" y="0"/>
                      <a:pt x="5" y="3"/>
                      <a:pt x="3" y="7"/>
                    </a:cubicBezTo>
                    <a:cubicBezTo>
                      <a:pt x="0" y="11"/>
                      <a:pt x="5" y="14"/>
                      <a:pt x="13" y="14"/>
                    </a:cubicBezTo>
                    <a:cubicBezTo>
                      <a:pt x="21" y="14"/>
                      <a:pt x="29"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27" name="Freeform 790"/>
              <p:cNvSpPr>
                <a:spLocks/>
              </p:cNvSpPr>
              <p:nvPr/>
            </p:nvSpPr>
            <p:spPr bwMode="auto">
              <a:xfrm>
                <a:off x="1440" y="2165"/>
                <a:ext cx="70" cy="29"/>
              </a:xfrm>
              <a:custGeom>
                <a:avLst/>
                <a:gdLst>
                  <a:gd name="T0" fmla="*/ 31 w 34"/>
                  <a:gd name="T1" fmla="*/ 7 h 14"/>
                  <a:gd name="T2" fmla="*/ 21 w 34"/>
                  <a:gd name="T3" fmla="*/ 0 h 14"/>
                  <a:gd name="T4" fmla="*/ 2 w 34"/>
                  <a:gd name="T5" fmla="*/ 7 h 14"/>
                  <a:gd name="T6" fmla="*/ 13 w 34"/>
                  <a:gd name="T7" fmla="*/ 14 h 14"/>
                  <a:gd name="T8" fmla="*/ 31 w 34"/>
                  <a:gd name="T9" fmla="*/ 7 h 14"/>
                </a:gdLst>
                <a:ahLst/>
                <a:cxnLst>
                  <a:cxn ang="0">
                    <a:pos x="T0" y="T1"/>
                  </a:cxn>
                  <a:cxn ang="0">
                    <a:pos x="T2" y="T3"/>
                  </a:cxn>
                  <a:cxn ang="0">
                    <a:pos x="T4" y="T5"/>
                  </a:cxn>
                  <a:cxn ang="0">
                    <a:pos x="T6" y="T7"/>
                  </a:cxn>
                  <a:cxn ang="0">
                    <a:pos x="T8" y="T9"/>
                  </a:cxn>
                </a:cxnLst>
                <a:rect l="0" t="0" r="r" b="b"/>
                <a:pathLst>
                  <a:path w="34" h="14">
                    <a:moveTo>
                      <a:pt x="31" y="7"/>
                    </a:moveTo>
                    <a:cubicBezTo>
                      <a:pt x="34" y="3"/>
                      <a:pt x="29" y="0"/>
                      <a:pt x="21" y="0"/>
                    </a:cubicBezTo>
                    <a:cubicBezTo>
                      <a:pt x="13" y="0"/>
                      <a:pt x="4" y="3"/>
                      <a:pt x="2" y="7"/>
                    </a:cubicBezTo>
                    <a:cubicBezTo>
                      <a:pt x="0" y="11"/>
                      <a:pt x="5" y="14"/>
                      <a:pt x="13" y="14"/>
                    </a:cubicBezTo>
                    <a:cubicBezTo>
                      <a:pt x="21" y="14"/>
                      <a:pt x="29"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28" name="Freeform 791"/>
              <p:cNvSpPr>
                <a:spLocks/>
              </p:cNvSpPr>
              <p:nvPr/>
            </p:nvSpPr>
            <p:spPr bwMode="auto">
              <a:xfrm>
                <a:off x="1514" y="2165"/>
                <a:ext cx="68" cy="29"/>
              </a:xfrm>
              <a:custGeom>
                <a:avLst/>
                <a:gdLst>
                  <a:gd name="T0" fmla="*/ 31 w 33"/>
                  <a:gd name="T1" fmla="*/ 7 h 14"/>
                  <a:gd name="T2" fmla="*/ 20 w 33"/>
                  <a:gd name="T3" fmla="*/ 0 h 14"/>
                  <a:gd name="T4" fmla="*/ 2 w 33"/>
                  <a:gd name="T5" fmla="*/ 7 h 14"/>
                  <a:gd name="T6" fmla="*/ 13 w 33"/>
                  <a:gd name="T7" fmla="*/ 14 h 14"/>
                  <a:gd name="T8" fmla="*/ 31 w 33"/>
                  <a:gd name="T9" fmla="*/ 7 h 14"/>
                </a:gdLst>
                <a:ahLst/>
                <a:cxnLst>
                  <a:cxn ang="0">
                    <a:pos x="T0" y="T1"/>
                  </a:cxn>
                  <a:cxn ang="0">
                    <a:pos x="T2" y="T3"/>
                  </a:cxn>
                  <a:cxn ang="0">
                    <a:pos x="T4" y="T5"/>
                  </a:cxn>
                  <a:cxn ang="0">
                    <a:pos x="T6" y="T7"/>
                  </a:cxn>
                  <a:cxn ang="0">
                    <a:pos x="T8" y="T9"/>
                  </a:cxn>
                </a:cxnLst>
                <a:rect l="0" t="0" r="r" b="b"/>
                <a:pathLst>
                  <a:path w="33" h="14">
                    <a:moveTo>
                      <a:pt x="31" y="7"/>
                    </a:moveTo>
                    <a:cubicBezTo>
                      <a:pt x="33" y="3"/>
                      <a:pt x="28" y="0"/>
                      <a:pt x="20" y="0"/>
                    </a:cubicBezTo>
                    <a:cubicBezTo>
                      <a:pt x="12" y="0"/>
                      <a:pt x="4" y="3"/>
                      <a:pt x="2" y="7"/>
                    </a:cubicBezTo>
                    <a:cubicBezTo>
                      <a:pt x="0" y="11"/>
                      <a:pt x="5" y="14"/>
                      <a:pt x="13" y="14"/>
                    </a:cubicBezTo>
                    <a:cubicBezTo>
                      <a:pt x="21" y="14"/>
                      <a:pt x="29"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29" name="Freeform 792"/>
              <p:cNvSpPr>
                <a:spLocks/>
              </p:cNvSpPr>
              <p:nvPr/>
            </p:nvSpPr>
            <p:spPr bwMode="auto">
              <a:xfrm>
                <a:off x="1588" y="2165"/>
                <a:ext cx="68" cy="29"/>
              </a:xfrm>
              <a:custGeom>
                <a:avLst/>
                <a:gdLst>
                  <a:gd name="T0" fmla="*/ 31 w 33"/>
                  <a:gd name="T1" fmla="*/ 7 h 14"/>
                  <a:gd name="T2" fmla="*/ 20 w 33"/>
                  <a:gd name="T3" fmla="*/ 0 h 14"/>
                  <a:gd name="T4" fmla="*/ 2 w 33"/>
                  <a:gd name="T5" fmla="*/ 7 h 14"/>
                  <a:gd name="T6" fmla="*/ 12 w 33"/>
                  <a:gd name="T7" fmla="*/ 14 h 14"/>
                  <a:gd name="T8" fmla="*/ 31 w 33"/>
                  <a:gd name="T9" fmla="*/ 7 h 14"/>
                </a:gdLst>
                <a:ahLst/>
                <a:cxnLst>
                  <a:cxn ang="0">
                    <a:pos x="T0" y="T1"/>
                  </a:cxn>
                  <a:cxn ang="0">
                    <a:pos x="T2" y="T3"/>
                  </a:cxn>
                  <a:cxn ang="0">
                    <a:pos x="T4" y="T5"/>
                  </a:cxn>
                  <a:cxn ang="0">
                    <a:pos x="T6" y="T7"/>
                  </a:cxn>
                  <a:cxn ang="0">
                    <a:pos x="T8" y="T9"/>
                  </a:cxn>
                </a:cxnLst>
                <a:rect l="0" t="0" r="r" b="b"/>
                <a:pathLst>
                  <a:path w="33" h="14">
                    <a:moveTo>
                      <a:pt x="31" y="7"/>
                    </a:moveTo>
                    <a:cubicBezTo>
                      <a:pt x="33" y="3"/>
                      <a:pt x="28" y="0"/>
                      <a:pt x="20" y="0"/>
                    </a:cubicBezTo>
                    <a:cubicBezTo>
                      <a:pt x="12" y="0"/>
                      <a:pt x="4" y="3"/>
                      <a:pt x="2" y="7"/>
                    </a:cubicBezTo>
                    <a:cubicBezTo>
                      <a:pt x="0" y="11"/>
                      <a:pt x="4" y="14"/>
                      <a:pt x="12" y="14"/>
                    </a:cubicBezTo>
                    <a:cubicBezTo>
                      <a:pt x="20" y="14"/>
                      <a:pt x="29"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30" name="Freeform 793"/>
              <p:cNvSpPr>
                <a:spLocks/>
              </p:cNvSpPr>
              <p:nvPr/>
            </p:nvSpPr>
            <p:spPr bwMode="auto">
              <a:xfrm>
                <a:off x="1660" y="2165"/>
                <a:ext cx="68" cy="29"/>
              </a:xfrm>
              <a:custGeom>
                <a:avLst/>
                <a:gdLst>
                  <a:gd name="T0" fmla="*/ 31 w 33"/>
                  <a:gd name="T1" fmla="*/ 7 h 14"/>
                  <a:gd name="T2" fmla="*/ 21 w 33"/>
                  <a:gd name="T3" fmla="*/ 0 h 14"/>
                  <a:gd name="T4" fmla="*/ 2 w 33"/>
                  <a:gd name="T5" fmla="*/ 7 h 14"/>
                  <a:gd name="T6" fmla="*/ 13 w 33"/>
                  <a:gd name="T7" fmla="*/ 14 h 14"/>
                  <a:gd name="T8" fmla="*/ 31 w 33"/>
                  <a:gd name="T9" fmla="*/ 7 h 14"/>
                </a:gdLst>
                <a:ahLst/>
                <a:cxnLst>
                  <a:cxn ang="0">
                    <a:pos x="T0" y="T1"/>
                  </a:cxn>
                  <a:cxn ang="0">
                    <a:pos x="T2" y="T3"/>
                  </a:cxn>
                  <a:cxn ang="0">
                    <a:pos x="T4" y="T5"/>
                  </a:cxn>
                  <a:cxn ang="0">
                    <a:pos x="T6" y="T7"/>
                  </a:cxn>
                  <a:cxn ang="0">
                    <a:pos x="T8" y="T9"/>
                  </a:cxn>
                </a:cxnLst>
                <a:rect l="0" t="0" r="r" b="b"/>
                <a:pathLst>
                  <a:path w="33" h="14">
                    <a:moveTo>
                      <a:pt x="31" y="7"/>
                    </a:moveTo>
                    <a:cubicBezTo>
                      <a:pt x="33" y="3"/>
                      <a:pt x="29" y="0"/>
                      <a:pt x="21" y="0"/>
                    </a:cubicBezTo>
                    <a:cubicBezTo>
                      <a:pt x="13" y="0"/>
                      <a:pt x="4" y="3"/>
                      <a:pt x="2" y="7"/>
                    </a:cubicBezTo>
                    <a:cubicBezTo>
                      <a:pt x="0" y="11"/>
                      <a:pt x="5" y="14"/>
                      <a:pt x="13" y="14"/>
                    </a:cubicBezTo>
                    <a:cubicBezTo>
                      <a:pt x="21" y="14"/>
                      <a:pt x="29"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31" name="Freeform 794"/>
              <p:cNvSpPr>
                <a:spLocks/>
              </p:cNvSpPr>
              <p:nvPr/>
            </p:nvSpPr>
            <p:spPr bwMode="auto">
              <a:xfrm>
                <a:off x="1345" y="2202"/>
                <a:ext cx="70" cy="31"/>
              </a:xfrm>
              <a:custGeom>
                <a:avLst/>
                <a:gdLst>
                  <a:gd name="T0" fmla="*/ 32 w 34"/>
                  <a:gd name="T1" fmla="*/ 7 h 15"/>
                  <a:gd name="T2" fmla="*/ 21 w 34"/>
                  <a:gd name="T3" fmla="*/ 0 h 15"/>
                  <a:gd name="T4" fmla="*/ 2 w 34"/>
                  <a:gd name="T5" fmla="*/ 7 h 15"/>
                  <a:gd name="T6" fmla="*/ 13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34" y="3"/>
                      <a:pt x="29" y="0"/>
                      <a:pt x="21" y="0"/>
                    </a:cubicBezTo>
                    <a:cubicBezTo>
                      <a:pt x="13" y="0"/>
                      <a:pt x="4" y="3"/>
                      <a:pt x="2" y="7"/>
                    </a:cubicBezTo>
                    <a:cubicBezTo>
                      <a:pt x="0" y="11"/>
                      <a:pt x="4" y="15"/>
                      <a:pt x="13" y="15"/>
                    </a:cubicBezTo>
                    <a:cubicBezTo>
                      <a:pt x="21" y="15"/>
                      <a:pt x="29"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32" name="Freeform 795"/>
              <p:cNvSpPr>
                <a:spLocks/>
              </p:cNvSpPr>
              <p:nvPr/>
            </p:nvSpPr>
            <p:spPr bwMode="auto">
              <a:xfrm>
                <a:off x="1419" y="2202"/>
                <a:ext cx="70" cy="31"/>
              </a:xfrm>
              <a:custGeom>
                <a:avLst/>
                <a:gdLst>
                  <a:gd name="T0" fmla="*/ 32 w 34"/>
                  <a:gd name="T1" fmla="*/ 7 h 15"/>
                  <a:gd name="T2" fmla="*/ 21 w 34"/>
                  <a:gd name="T3" fmla="*/ 0 h 15"/>
                  <a:gd name="T4" fmla="*/ 2 w 34"/>
                  <a:gd name="T5" fmla="*/ 7 h 15"/>
                  <a:gd name="T6" fmla="*/ 13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34" y="3"/>
                      <a:pt x="29" y="0"/>
                      <a:pt x="21" y="0"/>
                    </a:cubicBezTo>
                    <a:cubicBezTo>
                      <a:pt x="13" y="0"/>
                      <a:pt x="4" y="3"/>
                      <a:pt x="2" y="7"/>
                    </a:cubicBezTo>
                    <a:cubicBezTo>
                      <a:pt x="0" y="11"/>
                      <a:pt x="5" y="15"/>
                      <a:pt x="13" y="15"/>
                    </a:cubicBezTo>
                    <a:cubicBezTo>
                      <a:pt x="21" y="15"/>
                      <a:pt x="29"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33" name="Freeform 796"/>
              <p:cNvSpPr>
                <a:spLocks/>
              </p:cNvSpPr>
              <p:nvPr/>
            </p:nvSpPr>
            <p:spPr bwMode="auto">
              <a:xfrm>
                <a:off x="1493" y="2202"/>
                <a:ext cx="70" cy="31"/>
              </a:xfrm>
              <a:custGeom>
                <a:avLst/>
                <a:gdLst>
                  <a:gd name="T0" fmla="*/ 32 w 34"/>
                  <a:gd name="T1" fmla="*/ 7 h 15"/>
                  <a:gd name="T2" fmla="*/ 21 w 34"/>
                  <a:gd name="T3" fmla="*/ 0 h 15"/>
                  <a:gd name="T4" fmla="*/ 2 w 34"/>
                  <a:gd name="T5" fmla="*/ 7 h 15"/>
                  <a:gd name="T6" fmla="*/ 13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34" y="3"/>
                      <a:pt x="29" y="0"/>
                      <a:pt x="21" y="0"/>
                    </a:cubicBezTo>
                    <a:cubicBezTo>
                      <a:pt x="13" y="0"/>
                      <a:pt x="4" y="3"/>
                      <a:pt x="2" y="7"/>
                    </a:cubicBezTo>
                    <a:cubicBezTo>
                      <a:pt x="0" y="11"/>
                      <a:pt x="5" y="15"/>
                      <a:pt x="13" y="15"/>
                    </a:cubicBezTo>
                    <a:cubicBezTo>
                      <a:pt x="21" y="15"/>
                      <a:pt x="29"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34" name="Freeform 797"/>
              <p:cNvSpPr>
                <a:spLocks/>
              </p:cNvSpPr>
              <p:nvPr/>
            </p:nvSpPr>
            <p:spPr bwMode="auto">
              <a:xfrm>
                <a:off x="1567" y="2202"/>
                <a:ext cx="71" cy="31"/>
              </a:xfrm>
              <a:custGeom>
                <a:avLst/>
                <a:gdLst>
                  <a:gd name="T0" fmla="*/ 32 w 34"/>
                  <a:gd name="T1" fmla="*/ 7 h 15"/>
                  <a:gd name="T2" fmla="*/ 21 w 34"/>
                  <a:gd name="T3" fmla="*/ 0 h 15"/>
                  <a:gd name="T4" fmla="*/ 2 w 34"/>
                  <a:gd name="T5" fmla="*/ 7 h 15"/>
                  <a:gd name="T6" fmla="*/ 13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34" y="3"/>
                      <a:pt x="29" y="0"/>
                      <a:pt x="21" y="0"/>
                    </a:cubicBezTo>
                    <a:cubicBezTo>
                      <a:pt x="13" y="0"/>
                      <a:pt x="4" y="3"/>
                      <a:pt x="2" y="7"/>
                    </a:cubicBezTo>
                    <a:cubicBezTo>
                      <a:pt x="0" y="11"/>
                      <a:pt x="5" y="15"/>
                      <a:pt x="13" y="15"/>
                    </a:cubicBezTo>
                    <a:cubicBezTo>
                      <a:pt x="21" y="15"/>
                      <a:pt x="30"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35" name="Freeform 798"/>
              <p:cNvSpPr>
                <a:spLocks/>
              </p:cNvSpPr>
              <p:nvPr/>
            </p:nvSpPr>
            <p:spPr bwMode="auto">
              <a:xfrm>
                <a:off x="1642" y="2202"/>
                <a:ext cx="70" cy="31"/>
              </a:xfrm>
              <a:custGeom>
                <a:avLst/>
                <a:gdLst>
                  <a:gd name="T0" fmla="*/ 32 w 34"/>
                  <a:gd name="T1" fmla="*/ 7 h 15"/>
                  <a:gd name="T2" fmla="*/ 21 w 34"/>
                  <a:gd name="T3" fmla="*/ 0 h 15"/>
                  <a:gd name="T4" fmla="*/ 2 w 34"/>
                  <a:gd name="T5" fmla="*/ 7 h 15"/>
                  <a:gd name="T6" fmla="*/ 13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34" y="3"/>
                      <a:pt x="29" y="0"/>
                      <a:pt x="21" y="0"/>
                    </a:cubicBezTo>
                    <a:cubicBezTo>
                      <a:pt x="13" y="0"/>
                      <a:pt x="4" y="3"/>
                      <a:pt x="2" y="7"/>
                    </a:cubicBezTo>
                    <a:cubicBezTo>
                      <a:pt x="0" y="11"/>
                      <a:pt x="5" y="15"/>
                      <a:pt x="13" y="15"/>
                    </a:cubicBezTo>
                    <a:cubicBezTo>
                      <a:pt x="21" y="15"/>
                      <a:pt x="30"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36" name="Freeform 799"/>
              <p:cNvSpPr>
                <a:spLocks/>
              </p:cNvSpPr>
              <p:nvPr/>
            </p:nvSpPr>
            <p:spPr bwMode="auto">
              <a:xfrm>
                <a:off x="1322" y="2239"/>
                <a:ext cx="72" cy="31"/>
              </a:xfrm>
              <a:custGeom>
                <a:avLst/>
                <a:gdLst>
                  <a:gd name="T0" fmla="*/ 32 w 35"/>
                  <a:gd name="T1" fmla="*/ 7 h 15"/>
                  <a:gd name="T2" fmla="*/ 22 w 35"/>
                  <a:gd name="T3" fmla="*/ 0 h 15"/>
                  <a:gd name="T4" fmla="*/ 2 w 35"/>
                  <a:gd name="T5" fmla="*/ 7 h 15"/>
                  <a:gd name="T6" fmla="*/ 13 w 35"/>
                  <a:gd name="T7" fmla="*/ 15 h 15"/>
                  <a:gd name="T8" fmla="*/ 32 w 35"/>
                  <a:gd name="T9" fmla="*/ 7 h 15"/>
                </a:gdLst>
                <a:ahLst/>
                <a:cxnLst>
                  <a:cxn ang="0">
                    <a:pos x="T0" y="T1"/>
                  </a:cxn>
                  <a:cxn ang="0">
                    <a:pos x="T2" y="T3"/>
                  </a:cxn>
                  <a:cxn ang="0">
                    <a:pos x="T4" y="T5"/>
                  </a:cxn>
                  <a:cxn ang="0">
                    <a:pos x="T6" y="T7"/>
                  </a:cxn>
                  <a:cxn ang="0">
                    <a:pos x="T8" y="T9"/>
                  </a:cxn>
                </a:cxnLst>
                <a:rect l="0" t="0" r="r" b="b"/>
                <a:pathLst>
                  <a:path w="35" h="15">
                    <a:moveTo>
                      <a:pt x="32" y="7"/>
                    </a:moveTo>
                    <a:cubicBezTo>
                      <a:pt x="35" y="3"/>
                      <a:pt x="30" y="0"/>
                      <a:pt x="22" y="0"/>
                    </a:cubicBezTo>
                    <a:cubicBezTo>
                      <a:pt x="13" y="0"/>
                      <a:pt x="5" y="3"/>
                      <a:pt x="2" y="7"/>
                    </a:cubicBezTo>
                    <a:cubicBezTo>
                      <a:pt x="0" y="12"/>
                      <a:pt x="5" y="15"/>
                      <a:pt x="13" y="15"/>
                    </a:cubicBezTo>
                    <a:cubicBezTo>
                      <a:pt x="21" y="15"/>
                      <a:pt x="30" y="12"/>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37" name="Freeform 800"/>
              <p:cNvSpPr>
                <a:spLocks/>
              </p:cNvSpPr>
              <p:nvPr/>
            </p:nvSpPr>
            <p:spPr bwMode="auto">
              <a:xfrm>
                <a:off x="1398" y="2239"/>
                <a:ext cx="70" cy="31"/>
              </a:xfrm>
              <a:custGeom>
                <a:avLst/>
                <a:gdLst>
                  <a:gd name="T0" fmla="*/ 32 w 34"/>
                  <a:gd name="T1" fmla="*/ 7 h 15"/>
                  <a:gd name="T2" fmla="*/ 21 w 34"/>
                  <a:gd name="T3" fmla="*/ 0 h 15"/>
                  <a:gd name="T4" fmla="*/ 2 w 34"/>
                  <a:gd name="T5" fmla="*/ 7 h 15"/>
                  <a:gd name="T6" fmla="*/ 13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34" y="3"/>
                      <a:pt x="29" y="0"/>
                      <a:pt x="21" y="0"/>
                    </a:cubicBezTo>
                    <a:cubicBezTo>
                      <a:pt x="13" y="0"/>
                      <a:pt x="4" y="3"/>
                      <a:pt x="2" y="7"/>
                    </a:cubicBezTo>
                    <a:cubicBezTo>
                      <a:pt x="0" y="12"/>
                      <a:pt x="4" y="15"/>
                      <a:pt x="13" y="15"/>
                    </a:cubicBezTo>
                    <a:cubicBezTo>
                      <a:pt x="21" y="15"/>
                      <a:pt x="29" y="12"/>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38" name="Freeform 801"/>
              <p:cNvSpPr>
                <a:spLocks/>
              </p:cNvSpPr>
              <p:nvPr/>
            </p:nvSpPr>
            <p:spPr bwMode="auto">
              <a:xfrm>
                <a:off x="1473" y="2239"/>
                <a:ext cx="70" cy="31"/>
              </a:xfrm>
              <a:custGeom>
                <a:avLst/>
                <a:gdLst>
                  <a:gd name="T0" fmla="*/ 32 w 34"/>
                  <a:gd name="T1" fmla="*/ 7 h 15"/>
                  <a:gd name="T2" fmla="*/ 21 w 34"/>
                  <a:gd name="T3" fmla="*/ 0 h 15"/>
                  <a:gd name="T4" fmla="*/ 2 w 34"/>
                  <a:gd name="T5" fmla="*/ 7 h 15"/>
                  <a:gd name="T6" fmla="*/ 13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34" y="3"/>
                      <a:pt x="29" y="0"/>
                      <a:pt x="21" y="0"/>
                    </a:cubicBezTo>
                    <a:cubicBezTo>
                      <a:pt x="13" y="0"/>
                      <a:pt x="5" y="3"/>
                      <a:pt x="2" y="7"/>
                    </a:cubicBezTo>
                    <a:cubicBezTo>
                      <a:pt x="0" y="12"/>
                      <a:pt x="5" y="15"/>
                      <a:pt x="13" y="15"/>
                    </a:cubicBezTo>
                    <a:cubicBezTo>
                      <a:pt x="21" y="15"/>
                      <a:pt x="30" y="12"/>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39" name="Freeform 802"/>
              <p:cNvSpPr>
                <a:spLocks/>
              </p:cNvSpPr>
              <p:nvPr/>
            </p:nvSpPr>
            <p:spPr bwMode="auto">
              <a:xfrm>
                <a:off x="1547" y="2239"/>
                <a:ext cx="70" cy="31"/>
              </a:xfrm>
              <a:custGeom>
                <a:avLst/>
                <a:gdLst>
                  <a:gd name="T0" fmla="*/ 32 w 34"/>
                  <a:gd name="T1" fmla="*/ 7 h 15"/>
                  <a:gd name="T2" fmla="*/ 21 w 34"/>
                  <a:gd name="T3" fmla="*/ 0 h 15"/>
                  <a:gd name="T4" fmla="*/ 3 w 34"/>
                  <a:gd name="T5" fmla="*/ 7 h 15"/>
                  <a:gd name="T6" fmla="*/ 14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34" y="3"/>
                      <a:pt x="30" y="0"/>
                      <a:pt x="21" y="0"/>
                    </a:cubicBezTo>
                    <a:cubicBezTo>
                      <a:pt x="13" y="0"/>
                      <a:pt x="5" y="3"/>
                      <a:pt x="3" y="7"/>
                    </a:cubicBezTo>
                    <a:cubicBezTo>
                      <a:pt x="0" y="12"/>
                      <a:pt x="5" y="15"/>
                      <a:pt x="14" y="15"/>
                    </a:cubicBezTo>
                    <a:cubicBezTo>
                      <a:pt x="22" y="15"/>
                      <a:pt x="30" y="12"/>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40" name="Freeform 803"/>
              <p:cNvSpPr>
                <a:spLocks/>
              </p:cNvSpPr>
              <p:nvPr/>
            </p:nvSpPr>
            <p:spPr bwMode="auto">
              <a:xfrm>
                <a:off x="1623" y="2239"/>
                <a:ext cx="70" cy="31"/>
              </a:xfrm>
              <a:custGeom>
                <a:avLst/>
                <a:gdLst>
                  <a:gd name="T0" fmla="*/ 32 w 34"/>
                  <a:gd name="T1" fmla="*/ 7 h 15"/>
                  <a:gd name="T2" fmla="*/ 21 w 34"/>
                  <a:gd name="T3" fmla="*/ 0 h 15"/>
                  <a:gd name="T4" fmla="*/ 2 w 34"/>
                  <a:gd name="T5" fmla="*/ 7 h 15"/>
                  <a:gd name="T6" fmla="*/ 13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34" y="3"/>
                      <a:pt x="29" y="0"/>
                      <a:pt x="21" y="0"/>
                    </a:cubicBezTo>
                    <a:cubicBezTo>
                      <a:pt x="12" y="0"/>
                      <a:pt x="4" y="3"/>
                      <a:pt x="2" y="7"/>
                    </a:cubicBezTo>
                    <a:cubicBezTo>
                      <a:pt x="0" y="12"/>
                      <a:pt x="5" y="15"/>
                      <a:pt x="13" y="15"/>
                    </a:cubicBezTo>
                    <a:cubicBezTo>
                      <a:pt x="21" y="15"/>
                      <a:pt x="30" y="12"/>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41" name="Freeform 804"/>
              <p:cNvSpPr>
                <a:spLocks/>
              </p:cNvSpPr>
              <p:nvPr/>
            </p:nvSpPr>
            <p:spPr bwMode="auto">
              <a:xfrm>
                <a:off x="1223" y="2276"/>
                <a:ext cx="72" cy="33"/>
              </a:xfrm>
              <a:custGeom>
                <a:avLst/>
                <a:gdLst>
                  <a:gd name="T0" fmla="*/ 33 w 35"/>
                  <a:gd name="T1" fmla="*/ 8 h 16"/>
                  <a:gd name="T2" fmla="*/ 22 w 35"/>
                  <a:gd name="T3" fmla="*/ 0 h 16"/>
                  <a:gd name="T4" fmla="*/ 3 w 35"/>
                  <a:gd name="T5" fmla="*/ 8 h 16"/>
                  <a:gd name="T6" fmla="*/ 13 w 35"/>
                  <a:gd name="T7" fmla="*/ 16 h 16"/>
                  <a:gd name="T8" fmla="*/ 33 w 35"/>
                  <a:gd name="T9" fmla="*/ 8 h 16"/>
                </a:gdLst>
                <a:ahLst/>
                <a:cxnLst>
                  <a:cxn ang="0">
                    <a:pos x="T0" y="T1"/>
                  </a:cxn>
                  <a:cxn ang="0">
                    <a:pos x="T2" y="T3"/>
                  </a:cxn>
                  <a:cxn ang="0">
                    <a:pos x="T4" y="T5"/>
                  </a:cxn>
                  <a:cxn ang="0">
                    <a:pos x="T6" y="T7"/>
                  </a:cxn>
                  <a:cxn ang="0">
                    <a:pos x="T8" y="T9"/>
                  </a:cxn>
                </a:cxnLst>
                <a:rect l="0" t="0" r="r" b="b"/>
                <a:pathLst>
                  <a:path w="35" h="16">
                    <a:moveTo>
                      <a:pt x="33" y="8"/>
                    </a:moveTo>
                    <a:cubicBezTo>
                      <a:pt x="35" y="4"/>
                      <a:pt x="31" y="0"/>
                      <a:pt x="22" y="0"/>
                    </a:cubicBezTo>
                    <a:cubicBezTo>
                      <a:pt x="14" y="0"/>
                      <a:pt x="5" y="4"/>
                      <a:pt x="3" y="8"/>
                    </a:cubicBezTo>
                    <a:cubicBezTo>
                      <a:pt x="0" y="12"/>
                      <a:pt x="5" y="16"/>
                      <a:pt x="13" y="16"/>
                    </a:cubicBezTo>
                    <a:cubicBezTo>
                      <a:pt x="22" y="16"/>
                      <a:pt x="30" y="12"/>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42" name="Freeform 805"/>
              <p:cNvSpPr>
                <a:spLocks/>
              </p:cNvSpPr>
              <p:nvPr/>
            </p:nvSpPr>
            <p:spPr bwMode="auto">
              <a:xfrm>
                <a:off x="1299" y="2276"/>
                <a:ext cx="72" cy="33"/>
              </a:xfrm>
              <a:custGeom>
                <a:avLst/>
                <a:gdLst>
                  <a:gd name="T0" fmla="*/ 33 w 35"/>
                  <a:gd name="T1" fmla="*/ 8 h 16"/>
                  <a:gd name="T2" fmla="*/ 22 w 35"/>
                  <a:gd name="T3" fmla="*/ 0 h 16"/>
                  <a:gd name="T4" fmla="*/ 3 w 35"/>
                  <a:gd name="T5" fmla="*/ 8 h 16"/>
                  <a:gd name="T6" fmla="*/ 13 w 35"/>
                  <a:gd name="T7" fmla="*/ 16 h 16"/>
                  <a:gd name="T8" fmla="*/ 33 w 35"/>
                  <a:gd name="T9" fmla="*/ 8 h 16"/>
                </a:gdLst>
                <a:ahLst/>
                <a:cxnLst>
                  <a:cxn ang="0">
                    <a:pos x="T0" y="T1"/>
                  </a:cxn>
                  <a:cxn ang="0">
                    <a:pos x="T2" y="T3"/>
                  </a:cxn>
                  <a:cxn ang="0">
                    <a:pos x="T4" y="T5"/>
                  </a:cxn>
                  <a:cxn ang="0">
                    <a:pos x="T6" y="T7"/>
                  </a:cxn>
                  <a:cxn ang="0">
                    <a:pos x="T8" y="T9"/>
                  </a:cxn>
                </a:cxnLst>
                <a:rect l="0" t="0" r="r" b="b"/>
                <a:pathLst>
                  <a:path w="35" h="16">
                    <a:moveTo>
                      <a:pt x="33" y="8"/>
                    </a:moveTo>
                    <a:cubicBezTo>
                      <a:pt x="35" y="4"/>
                      <a:pt x="30" y="0"/>
                      <a:pt x="22" y="0"/>
                    </a:cubicBezTo>
                    <a:cubicBezTo>
                      <a:pt x="14" y="0"/>
                      <a:pt x="5" y="4"/>
                      <a:pt x="3" y="8"/>
                    </a:cubicBezTo>
                    <a:cubicBezTo>
                      <a:pt x="0" y="12"/>
                      <a:pt x="5" y="16"/>
                      <a:pt x="13" y="16"/>
                    </a:cubicBezTo>
                    <a:cubicBezTo>
                      <a:pt x="22" y="16"/>
                      <a:pt x="30" y="12"/>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43" name="Freeform 806"/>
              <p:cNvSpPr>
                <a:spLocks/>
              </p:cNvSpPr>
              <p:nvPr/>
            </p:nvSpPr>
            <p:spPr bwMode="auto">
              <a:xfrm>
                <a:off x="1376" y="2276"/>
                <a:ext cx="72" cy="33"/>
              </a:xfrm>
              <a:custGeom>
                <a:avLst/>
                <a:gdLst>
                  <a:gd name="T0" fmla="*/ 32 w 35"/>
                  <a:gd name="T1" fmla="*/ 8 h 16"/>
                  <a:gd name="T2" fmla="*/ 22 w 35"/>
                  <a:gd name="T3" fmla="*/ 0 h 16"/>
                  <a:gd name="T4" fmla="*/ 2 w 35"/>
                  <a:gd name="T5" fmla="*/ 8 h 16"/>
                  <a:gd name="T6" fmla="*/ 13 w 35"/>
                  <a:gd name="T7" fmla="*/ 16 h 16"/>
                  <a:gd name="T8" fmla="*/ 32 w 35"/>
                  <a:gd name="T9" fmla="*/ 8 h 16"/>
                </a:gdLst>
                <a:ahLst/>
                <a:cxnLst>
                  <a:cxn ang="0">
                    <a:pos x="T0" y="T1"/>
                  </a:cxn>
                  <a:cxn ang="0">
                    <a:pos x="T2" y="T3"/>
                  </a:cxn>
                  <a:cxn ang="0">
                    <a:pos x="T4" y="T5"/>
                  </a:cxn>
                  <a:cxn ang="0">
                    <a:pos x="T6" y="T7"/>
                  </a:cxn>
                  <a:cxn ang="0">
                    <a:pos x="T8" y="T9"/>
                  </a:cxn>
                </a:cxnLst>
                <a:rect l="0" t="0" r="r" b="b"/>
                <a:pathLst>
                  <a:path w="35" h="16">
                    <a:moveTo>
                      <a:pt x="32" y="8"/>
                    </a:moveTo>
                    <a:cubicBezTo>
                      <a:pt x="35" y="4"/>
                      <a:pt x="30" y="0"/>
                      <a:pt x="22" y="0"/>
                    </a:cubicBezTo>
                    <a:cubicBezTo>
                      <a:pt x="13" y="0"/>
                      <a:pt x="5" y="4"/>
                      <a:pt x="2" y="8"/>
                    </a:cubicBezTo>
                    <a:cubicBezTo>
                      <a:pt x="0" y="12"/>
                      <a:pt x="5" y="16"/>
                      <a:pt x="13" y="16"/>
                    </a:cubicBezTo>
                    <a:cubicBezTo>
                      <a:pt x="21" y="16"/>
                      <a:pt x="30" y="12"/>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44" name="Freeform 807"/>
              <p:cNvSpPr>
                <a:spLocks/>
              </p:cNvSpPr>
              <p:nvPr/>
            </p:nvSpPr>
            <p:spPr bwMode="auto">
              <a:xfrm>
                <a:off x="1452" y="2276"/>
                <a:ext cx="70" cy="33"/>
              </a:xfrm>
              <a:custGeom>
                <a:avLst/>
                <a:gdLst>
                  <a:gd name="T0" fmla="*/ 32 w 34"/>
                  <a:gd name="T1" fmla="*/ 8 h 16"/>
                  <a:gd name="T2" fmla="*/ 21 w 34"/>
                  <a:gd name="T3" fmla="*/ 0 h 16"/>
                  <a:gd name="T4" fmla="*/ 2 w 34"/>
                  <a:gd name="T5" fmla="*/ 8 h 16"/>
                  <a:gd name="T6" fmla="*/ 13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4" y="4"/>
                      <a:pt x="29" y="0"/>
                      <a:pt x="21" y="0"/>
                    </a:cubicBezTo>
                    <a:cubicBezTo>
                      <a:pt x="13" y="0"/>
                      <a:pt x="4" y="4"/>
                      <a:pt x="2" y="8"/>
                    </a:cubicBezTo>
                    <a:cubicBezTo>
                      <a:pt x="0" y="12"/>
                      <a:pt x="5" y="16"/>
                      <a:pt x="13" y="16"/>
                    </a:cubicBezTo>
                    <a:cubicBezTo>
                      <a:pt x="21" y="16"/>
                      <a:pt x="30" y="12"/>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75" name="Freeform 809"/>
            <p:cNvSpPr>
              <a:spLocks/>
            </p:cNvSpPr>
            <p:nvPr/>
          </p:nvSpPr>
          <p:spPr bwMode="auto">
            <a:xfrm>
              <a:off x="2425700" y="3613151"/>
              <a:ext cx="111125" cy="52388"/>
            </a:xfrm>
            <a:custGeom>
              <a:avLst/>
              <a:gdLst>
                <a:gd name="T0" fmla="*/ 32 w 34"/>
                <a:gd name="T1" fmla="*/ 8 h 16"/>
                <a:gd name="T2" fmla="*/ 21 w 34"/>
                <a:gd name="T3" fmla="*/ 0 h 16"/>
                <a:gd name="T4" fmla="*/ 2 w 34"/>
                <a:gd name="T5" fmla="*/ 8 h 16"/>
                <a:gd name="T6" fmla="*/ 13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4" y="4"/>
                    <a:pt x="29" y="0"/>
                    <a:pt x="21" y="0"/>
                  </a:cubicBezTo>
                  <a:cubicBezTo>
                    <a:pt x="13" y="0"/>
                    <a:pt x="4" y="4"/>
                    <a:pt x="2" y="8"/>
                  </a:cubicBezTo>
                  <a:cubicBezTo>
                    <a:pt x="0" y="12"/>
                    <a:pt x="5" y="16"/>
                    <a:pt x="13" y="16"/>
                  </a:cubicBezTo>
                  <a:cubicBezTo>
                    <a:pt x="21" y="16"/>
                    <a:pt x="30" y="12"/>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6" name="Freeform 810"/>
            <p:cNvSpPr>
              <a:spLocks/>
            </p:cNvSpPr>
            <p:nvPr/>
          </p:nvSpPr>
          <p:spPr bwMode="auto">
            <a:xfrm>
              <a:off x="2544763" y="3613151"/>
              <a:ext cx="114300" cy="52388"/>
            </a:xfrm>
            <a:custGeom>
              <a:avLst/>
              <a:gdLst>
                <a:gd name="T0" fmla="*/ 33 w 35"/>
                <a:gd name="T1" fmla="*/ 8 h 16"/>
                <a:gd name="T2" fmla="*/ 21 w 35"/>
                <a:gd name="T3" fmla="*/ 0 h 16"/>
                <a:gd name="T4" fmla="*/ 3 w 35"/>
                <a:gd name="T5" fmla="*/ 8 h 16"/>
                <a:gd name="T6" fmla="*/ 14 w 35"/>
                <a:gd name="T7" fmla="*/ 16 h 16"/>
                <a:gd name="T8" fmla="*/ 33 w 35"/>
                <a:gd name="T9" fmla="*/ 8 h 16"/>
              </a:gdLst>
              <a:ahLst/>
              <a:cxnLst>
                <a:cxn ang="0">
                  <a:pos x="T0" y="T1"/>
                </a:cxn>
                <a:cxn ang="0">
                  <a:pos x="T2" y="T3"/>
                </a:cxn>
                <a:cxn ang="0">
                  <a:pos x="T4" y="T5"/>
                </a:cxn>
                <a:cxn ang="0">
                  <a:pos x="T6" y="T7"/>
                </a:cxn>
                <a:cxn ang="0">
                  <a:pos x="T8" y="T9"/>
                </a:cxn>
              </a:cxnLst>
              <a:rect l="0" t="0" r="r" b="b"/>
              <a:pathLst>
                <a:path w="35" h="16">
                  <a:moveTo>
                    <a:pt x="33" y="8"/>
                  </a:moveTo>
                  <a:cubicBezTo>
                    <a:pt x="35" y="4"/>
                    <a:pt x="30" y="0"/>
                    <a:pt x="21" y="0"/>
                  </a:cubicBezTo>
                  <a:cubicBezTo>
                    <a:pt x="13" y="0"/>
                    <a:pt x="5" y="4"/>
                    <a:pt x="3" y="8"/>
                  </a:cubicBezTo>
                  <a:cubicBezTo>
                    <a:pt x="0" y="12"/>
                    <a:pt x="5" y="16"/>
                    <a:pt x="14" y="16"/>
                  </a:cubicBezTo>
                  <a:cubicBezTo>
                    <a:pt x="22" y="16"/>
                    <a:pt x="31" y="12"/>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7" name="Freeform 811"/>
            <p:cNvSpPr>
              <a:spLocks/>
            </p:cNvSpPr>
            <p:nvPr/>
          </p:nvSpPr>
          <p:spPr bwMode="auto">
            <a:xfrm>
              <a:off x="1347788" y="3436938"/>
              <a:ext cx="115888" cy="46038"/>
            </a:xfrm>
            <a:custGeom>
              <a:avLst/>
              <a:gdLst>
                <a:gd name="T0" fmla="*/ 32 w 35"/>
                <a:gd name="T1" fmla="*/ 7 h 14"/>
                <a:gd name="T2" fmla="*/ 22 w 35"/>
                <a:gd name="T3" fmla="*/ 0 h 14"/>
                <a:gd name="T4" fmla="*/ 3 w 35"/>
                <a:gd name="T5" fmla="*/ 7 h 14"/>
                <a:gd name="T6" fmla="*/ 12 w 35"/>
                <a:gd name="T7" fmla="*/ 14 h 14"/>
                <a:gd name="T8" fmla="*/ 32 w 35"/>
                <a:gd name="T9" fmla="*/ 7 h 14"/>
              </a:gdLst>
              <a:ahLst/>
              <a:cxnLst>
                <a:cxn ang="0">
                  <a:pos x="T0" y="T1"/>
                </a:cxn>
                <a:cxn ang="0">
                  <a:pos x="T2" y="T3"/>
                </a:cxn>
                <a:cxn ang="0">
                  <a:pos x="T4" y="T5"/>
                </a:cxn>
                <a:cxn ang="0">
                  <a:pos x="T6" y="T7"/>
                </a:cxn>
                <a:cxn ang="0">
                  <a:pos x="T8" y="T9"/>
                </a:cxn>
              </a:cxnLst>
              <a:rect l="0" t="0" r="r" b="b"/>
              <a:pathLst>
                <a:path w="35" h="14">
                  <a:moveTo>
                    <a:pt x="32" y="7"/>
                  </a:moveTo>
                  <a:cubicBezTo>
                    <a:pt x="35" y="3"/>
                    <a:pt x="30" y="0"/>
                    <a:pt x="22" y="0"/>
                  </a:cubicBezTo>
                  <a:cubicBezTo>
                    <a:pt x="14" y="0"/>
                    <a:pt x="5" y="3"/>
                    <a:pt x="3" y="7"/>
                  </a:cubicBezTo>
                  <a:cubicBezTo>
                    <a:pt x="0" y="11"/>
                    <a:pt x="4" y="14"/>
                    <a:pt x="12" y="14"/>
                  </a:cubicBezTo>
                  <a:cubicBezTo>
                    <a:pt x="20" y="14"/>
                    <a:pt x="29"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8" name="Freeform 812"/>
            <p:cNvSpPr>
              <a:spLocks/>
            </p:cNvSpPr>
            <p:nvPr/>
          </p:nvSpPr>
          <p:spPr bwMode="auto">
            <a:xfrm>
              <a:off x="1466850" y="3436938"/>
              <a:ext cx="111125" cy="46038"/>
            </a:xfrm>
            <a:custGeom>
              <a:avLst/>
              <a:gdLst>
                <a:gd name="T0" fmla="*/ 31 w 34"/>
                <a:gd name="T1" fmla="*/ 7 h 14"/>
                <a:gd name="T2" fmla="*/ 22 w 34"/>
                <a:gd name="T3" fmla="*/ 0 h 14"/>
                <a:gd name="T4" fmla="*/ 2 w 34"/>
                <a:gd name="T5" fmla="*/ 7 h 14"/>
                <a:gd name="T6" fmla="*/ 12 w 34"/>
                <a:gd name="T7" fmla="*/ 14 h 14"/>
                <a:gd name="T8" fmla="*/ 31 w 34"/>
                <a:gd name="T9" fmla="*/ 7 h 14"/>
              </a:gdLst>
              <a:ahLst/>
              <a:cxnLst>
                <a:cxn ang="0">
                  <a:pos x="T0" y="T1"/>
                </a:cxn>
                <a:cxn ang="0">
                  <a:pos x="T2" y="T3"/>
                </a:cxn>
                <a:cxn ang="0">
                  <a:pos x="T4" y="T5"/>
                </a:cxn>
                <a:cxn ang="0">
                  <a:pos x="T6" y="T7"/>
                </a:cxn>
                <a:cxn ang="0">
                  <a:pos x="T8" y="T9"/>
                </a:cxn>
              </a:cxnLst>
              <a:rect l="0" t="0" r="r" b="b"/>
              <a:pathLst>
                <a:path w="34" h="14">
                  <a:moveTo>
                    <a:pt x="31" y="7"/>
                  </a:moveTo>
                  <a:cubicBezTo>
                    <a:pt x="34" y="3"/>
                    <a:pt x="30" y="0"/>
                    <a:pt x="22" y="0"/>
                  </a:cubicBezTo>
                  <a:cubicBezTo>
                    <a:pt x="14" y="0"/>
                    <a:pt x="5" y="3"/>
                    <a:pt x="2" y="7"/>
                  </a:cubicBezTo>
                  <a:cubicBezTo>
                    <a:pt x="0" y="11"/>
                    <a:pt x="4" y="14"/>
                    <a:pt x="12" y="14"/>
                  </a:cubicBezTo>
                  <a:cubicBezTo>
                    <a:pt x="20" y="14"/>
                    <a:pt x="29"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9" name="Freeform 813"/>
            <p:cNvSpPr>
              <a:spLocks/>
            </p:cNvSpPr>
            <p:nvPr/>
          </p:nvSpPr>
          <p:spPr bwMode="auto">
            <a:xfrm>
              <a:off x="1581150" y="3436938"/>
              <a:ext cx="114300" cy="46038"/>
            </a:xfrm>
            <a:custGeom>
              <a:avLst/>
              <a:gdLst>
                <a:gd name="T0" fmla="*/ 32 w 35"/>
                <a:gd name="T1" fmla="*/ 7 h 14"/>
                <a:gd name="T2" fmla="*/ 22 w 35"/>
                <a:gd name="T3" fmla="*/ 0 h 14"/>
                <a:gd name="T4" fmla="*/ 3 w 35"/>
                <a:gd name="T5" fmla="*/ 7 h 14"/>
                <a:gd name="T6" fmla="*/ 13 w 35"/>
                <a:gd name="T7" fmla="*/ 14 h 14"/>
                <a:gd name="T8" fmla="*/ 32 w 35"/>
                <a:gd name="T9" fmla="*/ 7 h 14"/>
              </a:gdLst>
              <a:ahLst/>
              <a:cxnLst>
                <a:cxn ang="0">
                  <a:pos x="T0" y="T1"/>
                </a:cxn>
                <a:cxn ang="0">
                  <a:pos x="T2" y="T3"/>
                </a:cxn>
                <a:cxn ang="0">
                  <a:pos x="T4" y="T5"/>
                </a:cxn>
                <a:cxn ang="0">
                  <a:pos x="T6" y="T7"/>
                </a:cxn>
                <a:cxn ang="0">
                  <a:pos x="T8" y="T9"/>
                </a:cxn>
              </a:cxnLst>
              <a:rect l="0" t="0" r="r" b="b"/>
              <a:pathLst>
                <a:path w="35" h="14">
                  <a:moveTo>
                    <a:pt x="32" y="7"/>
                  </a:moveTo>
                  <a:cubicBezTo>
                    <a:pt x="35" y="3"/>
                    <a:pt x="30" y="0"/>
                    <a:pt x="22" y="0"/>
                  </a:cubicBezTo>
                  <a:cubicBezTo>
                    <a:pt x="14" y="0"/>
                    <a:pt x="6" y="3"/>
                    <a:pt x="3" y="7"/>
                  </a:cubicBezTo>
                  <a:cubicBezTo>
                    <a:pt x="0" y="11"/>
                    <a:pt x="5" y="14"/>
                    <a:pt x="13" y="14"/>
                  </a:cubicBezTo>
                  <a:cubicBezTo>
                    <a:pt x="21" y="14"/>
                    <a:pt x="30"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0" name="Freeform 814"/>
            <p:cNvSpPr>
              <a:spLocks/>
            </p:cNvSpPr>
            <p:nvPr/>
          </p:nvSpPr>
          <p:spPr bwMode="auto">
            <a:xfrm>
              <a:off x="1698625" y="3436938"/>
              <a:ext cx="111125" cy="46038"/>
            </a:xfrm>
            <a:custGeom>
              <a:avLst/>
              <a:gdLst>
                <a:gd name="T0" fmla="*/ 32 w 34"/>
                <a:gd name="T1" fmla="*/ 7 h 14"/>
                <a:gd name="T2" fmla="*/ 22 w 34"/>
                <a:gd name="T3" fmla="*/ 0 h 14"/>
                <a:gd name="T4" fmla="*/ 3 w 34"/>
                <a:gd name="T5" fmla="*/ 7 h 14"/>
                <a:gd name="T6" fmla="*/ 13 w 34"/>
                <a:gd name="T7" fmla="*/ 14 h 14"/>
                <a:gd name="T8" fmla="*/ 32 w 34"/>
                <a:gd name="T9" fmla="*/ 7 h 14"/>
              </a:gdLst>
              <a:ahLst/>
              <a:cxnLst>
                <a:cxn ang="0">
                  <a:pos x="T0" y="T1"/>
                </a:cxn>
                <a:cxn ang="0">
                  <a:pos x="T2" y="T3"/>
                </a:cxn>
                <a:cxn ang="0">
                  <a:pos x="T4" y="T5"/>
                </a:cxn>
                <a:cxn ang="0">
                  <a:pos x="T6" y="T7"/>
                </a:cxn>
                <a:cxn ang="0">
                  <a:pos x="T8" y="T9"/>
                </a:cxn>
              </a:cxnLst>
              <a:rect l="0" t="0" r="r" b="b"/>
              <a:pathLst>
                <a:path w="34" h="14">
                  <a:moveTo>
                    <a:pt x="32" y="7"/>
                  </a:moveTo>
                  <a:cubicBezTo>
                    <a:pt x="34" y="3"/>
                    <a:pt x="30" y="0"/>
                    <a:pt x="22" y="0"/>
                  </a:cubicBezTo>
                  <a:cubicBezTo>
                    <a:pt x="14" y="0"/>
                    <a:pt x="5" y="3"/>
                    <a:pt x="3" y="7"/>
                  </a:cubicBezTo>
                  <a:cubicBezTo>
                    <a:pt x="0" y="11"/>
                    <a:pt x="4" y="14"/>
                    <a:pt x="13" y="14"/>
                  </a:cubicBezTo>
                  <a:cubicBezTo>
                    <a:pt x="21" y="14"/>
                    <a:pt x="29"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1" name="Freeform 815"/>
            <p:cNvSpPr>
              <a:spLocks/>
            </p:cNvSpPr>
            <p:nvPr/>
          </p:nvSpPr>
          <p:spPr bwMode="auto">
            <a:xfrm>
              <a:off x="1817688" y="3436938"/>
              <a:ext cx="111125" cy="46038"/>
            </a:xfrm>
            <a:custGeom>
              <a:avLst/>
              <a:gdLst>
                <a:gd name="T0" fmla="*/ 32 w 34"/>
                <a:gd name="T1" fmla="*/ 7 h 14"/>
                <a:gd name="T2" fmla="*/ 22 w 34"/>
                <a:gd name="T3" fmla="*/ 0 h 14"/>
                <a:gd name="T4" fmla="*/ 2 w 34"/>
                <a:gd name="T5" fmla="*/ 7 h 14"/>
                <a:gd name="T6" fmla="*/ 12 w 34"/>
                <a:gd name="T7" fmla="*/ 14 h 14"/>
                <a:gd name="T8" fmla="*/ 32 w 34"/>
                <a:gd name="T9" fmla="*/ 7 h 14"/>
              </a:gdLst>
              <a:ahLst/>
              <a:cxnLst>
                <a:cxn ang="0">
                  <a:pos x="T0" y="T1"/>
                </a:cxn>
                <a:cxn ang="0">
                  <a:pos x="T2" y="T3"/>
                </a:cxn>
                <a:cxn ang="0">
                  <a:pos x="T4" y="T5"/>
                </a:cxn>
                <a:cxn ang="0">
                  <a:pos x="T6" y="T7"/>
                </a:cxn>
                <a:cxn ang="0">
                  <a:pos x="T8" y="T9"/>
                </a:cxn>
              </a:cxnLst>
              <a:rect l="0" t="0" r="r" b="b"/>
              <a:pathLst>
                <a:path w="34" h="14">
                  <a:moveTo>
                    <a:pt x="32" y="7"/>
                  </a:moveTo>
                  <a:cubicBezTo>
                    <a:pt x="34" y="3"/>
                    <a:pt x="30" y="0"/>
                    <a:pt x="22" y="0"/>
                  </a:cubicBezTo>
                  <a:cubicBezTo>
                    <a:pt x="14" y="0"/>
                    <a:pt x="5" y="3"/>
                    <a:pt x="2" y="7"/>
                  </a:cubicBezTo>
                  <a:cubicBezTo>
                    <a:pt x="0" y="11"/>
                    <a:pt x="4" y="14"/>
                    <a:pt x="12" y="14"/>
                  </a:cubicBezTo>
                  <a:cubicBezTo>
                    <a:pt x="20" y="14"/>
                    <a:pt x="29"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2" name="Freeform 816"/>
            <p:cNvSpPr>
              <a:spLocks/>
            </p:cNvSpPr>
            <p:nvPr/>
          </p:nvSpPr>
          <p:spPr bwMode="auto">
            <a:xfrm>
              <a:off x="1935163" y="3436938"/>
              <a:ext cx="111125" cy="46038"/>
            </a:xfrm>
            <a:custGeom>
              <a:avLst/>
              <a:gdLst>
                <a:gd name="T0" fmla="*/ 31 w 34"/>
                <a:gd name="T1" fmla="*/ 7 h 14"/>
                <a:gd name="T2" fmla="*/ 21 w 34"/>
                <a:gd name="T3" fmla="*/ 0 h 14"/>
                <a:gd name="T4" fmla="*/ 2 w 34"/>
                <a:gd name="T5" fmla="*/ 7 h 14"/>
                <a:gd name="T6" fmla="*/ 12 w 34"/>
                <a:gd name="T7" fmla="*/ 14 h 14"/>
                <a:gd name="T8" fmla="*/ 31 w 34"/>
                <a:gd name="T9" fmla="*/ 7 h 14"/>
              </a:gdLst>
              <a:ahLst/>
              <a:cxnLst>
                <a:cxn ang="0">
                  <a:pos x="T0" y="T1"/>
                </a:cxn>
                <a:cxn ang="0">
                  <a:pos x="T2" y="T3"/>
                </a:cxn>
                <a:cxn ang="0">
                  <a:pos x="T4" y="T5"/>
                </a:cxn>
                <a:cxn ang="0">
                  <a:pos x="T6" y="T7"/>
                </a:cxn>
                <a:cxn ang="0">
                  <a:pos x="T8" y="T9"/>
                </a:cxn>
              </a:cxnLst>
              <a:rect l="0" t="0" r="r" b="b"/>
              <a:pathLst>
                <a:path w="34" h="14">
                  <a:moveTo>
                    <a:pt x="31" y="7"/>
                  </a:moveTo>
                  <a:cubicBezTo>
                    <a:pt x="34" y="3"/>
                    <a:pt x="29" y="0"/>
                    <a:pt x="21" y="0"/>
                  </a:cubicBezTo>
                  <a:cubicBezTo>
                    <a:pt x="13" y="0"/>
                    <a:pt x="5" y="3"/>
                    <a:pt x="2" y="7"/>
                  </a:cubicBezTo>
                  <a:cubicBezTo>
                    <a:pt x="0" y="11"/>
                    <a:pt x="4" y="14"/>
                    <a:pt x="12" y="14"/>
                  </a:cubicBezTo>
                  <a:cubicBezTo>
                    <a:pt x="20" y="14"/>
                    <a:pt x="29"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3" name="Freeform 817"/>
            <p:cNvSpPr>
              <a:spLocks/>
            </p:cNvSpPr>
            <p:nvPr/>
          </p:nvSpPr>
          <p:spPr bwMode="auto">
            <a:xfrm>
              <a:off x="2049463" y="3436938"/>
              <a:ext cx="111125" cy="46038"/>
            </a:xfrm>
            <a:custGeom>
              <a:avLst/>
              <a:gdLst>
                <a:gd name="T0" fmla="*/ 32 w 34"/>
                <a:gd name="T1" fmla="*/ 7 h 14"/>
                <a:gd name="T2" fmla="*/ 22 w 34"/>
                <a:gd name="T3" fmla="*/ 0 h 14"/>
                <a:gd name="T4" fmla="*/ 3 w 34"/>
                <a:gd name="T5" fmla="*/ 7 h 14"/>
                <a:gd name="T6" fmla="*/ 13 w 34"/>
                <a:gd name="T7" fmla="*/ 14 h 14"/>
                <a:gd name="T8" fmla="*/ 32 w 34"/>
                <a:gd name="T9" fmla="*/ 7 h 14"/>
              </a:gdLst>
              <a:ahLst/>
              <a:cxnLst>
                <a:cxn ang="0">
                  <a:pos x="T0" y="T1"/>
                </a:cxn>
                <a:cxn ang="0">
                  <a:pos x="T2" y="T3"/>
                </a:cxn>
                <a:cxn ang="0">
                  <a:pos x="T4" y="T5"/>
                </a:cxn>
                <a:cxn ang="0">
                  <a:pos x="T6" y="T7"/>
                </a:cxn>
                <a:cxn ang="0">
                  <a:pos x="T8" y="T9"/>
                </a:cxn>
              </a:cxnLst>
              <a:rect l="0" t="0" r="r" b="b"/>
              <a:pathLst>
                <a:path w="34" h="14">
                  <a:moveTo>
                    <a:pt x="32" y="7"/>
                  </a:moveTo>
                  <a:cubicBezTo>
                    <a:pt x="34" y="3"/>
                    <a:pt x="30" y="0"/>
                    <a:pt x="22" y="0"/>
                  </a:cubicBezTo>
                  <a:cubicBezTo>
                    <a:pt x="14" y="0"/>
                    <a:pt x="5" y="3"/>
                    <a:pt x="3" y="7"/>
                  </a:cubicBezTo>
                  <a:cubicBezTo>
                    <a:pt x="0" y="11"/>
                    <a:pt x="5" y="14"/>
                    <a:pt x="13" y="14"/>
                  </a:cubicBezTo>
                  <a:cubicBezTo>
                    <a:pt x="21" y="14"/>
                    <a:pt x="30"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4" name="Freeform 818"/>
            <p:cNvSpPr>
              <a:spLocks/>
            </p:cNvSpPr>
            <p:nvPr/>
          </p:nvSpPr>
          <p:spPr bwMode="auto">
            <a:xfrm>
              <a:off x="1187450" y="3495676"/>
              <a:ext cx="115888" cy="49213"/>
            </a:xfrm>
            <a:custGeom>
              <a:avLst/>
              <a:gdLst>
                <a:gd name="T0" fmla="*/ 32 w 35"/>
                <a:gd name="T1" fmla="*/ 7 h 15"/>
                <a:gd name="T2" fmla="*/ 23 w 35"/>
                <a:gd name="T3" fmla="*/ 0 h 15"/>
                <a:gd name="T4" fmla="*/ 3 w 35"/>
                <a:gd name="T5" fmla="*/ 7 h 15"/>
                <a:gd name="T6" fmla="*/ 12 w 35"/>
                <a:gd name="T7" fmla="*/ 15 h 15"/>
                <a:gd name="T8" fmla="*/ 32 w 35"/>
                <a:gd name="T9" fmla="*/ 7 h 15"/>
              </a:gdLst>
              <a:ahLst/>
              <a:cxnLst>
                <a:cxn ang="0">
                  <a:pos x="T0" y="T1"/>
                </a:cxn>
                <a:cxn ang="0">
                  <a:pos x="T2" y="T3"/>
                </a:cxn>
                <a:cxn ang="0">
                  <a:pos x="T4" y="T5"/>
                </a:cxn>
                <a:cxn ang="0">
                  <a:pos x="T6" y="T7"/>
                </a:cxn>
                <a:cxn ang="0">
                  <a:pos x="T8" y="T9"/>
                </a:cxn>
              </a:cxnLst>
              <a:rect l="0" t="0" r="r" b="b"/>
              <a:pathLst>
                <a:path w="35" h="15">
                  <a:moveTo>
                    <a:pt x="32" y="7"/>
                  </a:moveTo>
                  <a:cubicBezTo>
                    <a:pt x="35" y="3"/>
                    <a:pt x="31" y="0"/>
                    <a:pt x="23" y="0"/>
                  </a:cubicBezTo>
                  <a:cubicBezTo>
                    <a:pt x="15" y="0"/>
                    <a:pt x="6" y="3"/>
                    <a:pt x="3" y="7"/>
                  </a:cubicBezTo>
                  <a:cubicBezTo>
                    <a:pt x="0" y="11"/>
                    <a:pt x="4" y="15"/>
                    <a:pt x="12" y="15"/>
                  </a:cubicBezTo>
                  <a:cubicBezTo>
                    <a:pt x="20" y="15"/>
                    <a:pt x="29"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5" name="Freeform 819"/>
            <p:cNvSpPr>
              <a:spLocks/>
            </p:cNvSpPr>
            <p:nvPr/>
          </p:nvSpPr>
          <p:spPr bwMode="auto">
            <a:xfrm>
              <a:off x="1306513" y="3495676"/>
              <a:ext cx="114300" cy="49213"/>
            </a:xfrm>
            <a:custGeom>
              <a:avLst/>
              <a:gdLst>
                <a:gd name="T0" fmla="*/ 32 w 35"/>
                <a:gd name="T1" fmla="*/ 7 h 15"/>
                <a:gd name="T2" fmla="*/ 23 w 35"/>
                <a:gd name="T3" fmla="*/ 0 h 15"/>
                <a:gd name="T4" fmla="*/ 3 w 35"/>
                <a:gd name="T5" fmla="*/ 7 h 15"/>
                <a:gd name="T6" fmla="*/ 12 w 35"/>
                <a:gd name="T7" fmla="*/ 15 h 15"/>
                <a:gd name="T8" fmla="*/ 32 w 35"/>
                <a:gd name="T9" fmla="*/ 7 h 15"/>
              </a:gdLst>
              <a:ahLst/>
              <a:cxnLst>
                <a:cxn ang="0">
                  <a:pos x="T0" y="T1"/>
                </a:cxn>
                <a:cxn ang="0">
                  <a:pos x="T2" y="T3"/>
                </a:cxn>
                <a:cxn ang="0">
                  <a:pos x="T4" y="T5"/>
                </a:cxn>
                <a:cxn ang="0">
                  <a:pos x="T6" y="T7"/>
                </a:cxn>
                <a:cxn ang="0">
                  <a:pos x="T8" y="T9"/>
                </a:cxn>
              </a:cxnLst>
              <a:rect l="0" t="0" r="r" b="b"/>
              <a:pathLst>
                <a:path w="35" h="15">
                  <a:moveTo>
                    <a:pt x="32" y="7"/>
                  </a:moveTo>
                  <a:cubicBezTo>
                    <a:pt x="35" y="3"/>
                    <a:pt x="31" y="0"/>
                    <a:pt x="23" y="0"/>
                  </a:cubicBezTo>
                  <a:cubicBezTo>
                    <a:pt x="15" y="0"/>
                    <a:pt x="6" y="3"/>
                    <a:pt x="3" y="7"/>
                  </a:cubicBezTo>
                  <a:cubicBezTo>
                    <a:pt x="0" y="11"/>
                    <a:pt x="4" y="15"/>
                    <a:pt x="12" y="15"/>
                  </a:cubicBezTo>
                  <a:cubicBezTo>
                    <a:pt x="20" y="15"/>
                    <a:pt x="29"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6" name="Freeform 820"/>
            <p:cNvSpPr>
              <a:spLocks/>
            </p:cNvSpPr>
            <p:nvPr/>
          </p:nvSpPr>
          <p:spPr bwMode="auto">
            <a:xfrm>
              <a:off x="1423988" y="3495676"/>
              <a:ext cx="114300" cy="49213"/>
            </a:xfrm>
            <a:custGeom>
              <a:avLst/>
              <a:gdLst>
                <a:gd name="T0" fmla="*/ 32 w 35"/>
                <a:gd name="T1" fmla="*/ 7 h 15"/>
                <a:gd name="T2" fmla="*/ 23 w 35"/>
                <a:gd name="T3" fmla="*/ 0 h 15"/>
                <a:gd name="T4" fmla="*/ 3 w 35"/>
                <a:gd name="T5" fmla="*/ 7 h 15"/>
                <a:gd name="T6" fmla="*/ 12 w 35"/>
                <a:gd name="T7" fmla="*/ 15 h 15"/>
                <a:gd name="T8" fmla="*/ 32 w 35"/>
                <a:gd name="T9" fmla="*/ 7 h 15"/>
              </a:gdLst>
              <a:ahLst/>
              <a:cxnLst>
                <a:cxn ang="0">
                  <a:pos x="T0" y="T1"/>
                </a:cxn>
                <a:cxn ang="0">
                  <a:pos x="T2" y="T3"/>
                </a:cxn>
                <a:cxn ang="0">
                  <a:pos x="T4" y="T5"/>
                </a:cxn>
                <a:cxn ang="0">
                  <a:pos x="T6" y="T7"/>
                </a:cxn>
                <a:cxn ang="0">
                  <a:pos x="T8" y="T9"/>
                </a:cxn>
              </a:cxnLst>
              <a:rect l="0" t="0" r="r" b="b"/>
              <a:pathLst>
                <a:path w="35" h="15">
                  <a:moveTo>
                    <a:pt x="32" y="7"/>
                  </a:moveTo>
                  <a:cubicBezTo>
                    <a:pt x="35" y="3"/>
                    <a:pt x="31" y="0"/>
                    <a:pt x="23" y="0"/>
                  </a:cubicBezTo>
                  <a:cubicBezTo>
                    <a:pt x="15" y="0"/>
                    <a:pt x="6" y="3"/>
                    <a:pt x="3" y="7"/>
                  </a:cubicBezTo>
                  <a:cubicBezTo>
                    <a:pt x="0" y="11"/>
                    <a:pt x="4" y="15"/>
                    <a:pt x="12" y="15"/>
                  </a:cubicBezTo>
                  <a:cubicBezTo>
                    <a:pt x="21" y="15"/>
                    <a:pt x="30"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7" name="Freeform 821"/>
            <p:cNvSpPr>
              <a:spLocks/>
            </p:cNvSpPr>
            <p:nvPr/>
          </p:nvSpPr>
          <p:spPr bwMode="auto">
            <a:xfrm>
              <a:off x="1541463" y="3495676"/>
              <a:ext cx="114300" cy="49213"/>
            </a:xfrm>
            <a:custGeom>
              <a:avLst/>
              <a:gdLst>
                <a:gd name="T0" fmla="*/ 32 w 35"/>
                <a:gd name="T1" fmla="*/ 7 h 15"/>
                <a:gd name="T2" fmla="*/ 23 w 35"/>
                <a:gd name="T3" fmla="*/ 0 h 15"/>
                <a:gd name="T4" fmla="*/ 3 w 35"/>
                <a:gd name="T5" fmla="*/ 7 h 15"/>
                <a:gd name="T6" fmla="*/ 13 w 35"/>
                <a:gd name="T7" fmla="*/ 15 h 15"/>
                <a:gd name="T8" fmla="*/ 32 w 35"/>
                <a:gd name="T9" fmla="*/ 7 h 15"/>
              </a:gdLst>
              <a:ahLst/>
              <a:cxnLst>
                <a:cxn ang="0">
                  <a:pos x="T0" y="T1"/>
                </a:cxn>
                <a:cxn ang="0">
                  <a:pos x="T2" y="T3"/>
                </a:cxn>
                <a:cxn ang="0">
                  <a:pos x="T4" y="T5"/>
                </a:cxn>
                <a:cxn ang="0">
                  <a:pos x="T6" y="T7"/>
                </a:cxn>
                <a:cxn ang="0">
                  <a:pos x="T8" y="T9"/>
                </a:cxn>
              </a:cxnLst>
              <a:rect l="0" t="0" r="r" b="b"/>
              <a:pathLst>
                <a:path w="35" h="15">
                  <a:moveTo>
                    <a:pt x="32" y="7"/>
                  </a:moveTo>
                  <a:cubicBezTo>
                    <a:pt x="35" y="3"/>
                    <a:pt x="31" y="0"/>
                    <a:pt x="23" y="0"/>
                  </a:cubicBezTo>
                  <a:cubicBezTo>
                    <a:pt x="14" y="0"/>
                    <a:pt x="6" y="3"/>
                    <a:pt x="3" y="7"/>
                  </a:cubicBezTo>
                  <a:cubicBezTo>
                    <a:pt x="0" y="11"/>
                    <a:pt x="4" y="15"/>
                    <a:pt x="13" y="15"/>
                  </a:cubicBezTo>
                  <a:cubicBezTo>
                    <a:pt x="21" y="15"/>
                    <a:pt x="30"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8" name="Freeform 822"/>
            <p:cNvSpPr>
              <a:spLocks/>
            </p:cNvSpPr>
            <p:nvPr/>
          </p:nvSpPr>
          <p:spPr bwMode="auto">
            <a:xfrm>
              <a:off x="1658938" y="3495676"/>
              <a:ext cx="115888" cy="49213"/>
            </a:xfrm>
            <a:custGeom>
              <a:avLst/>
              <a:gdLst>
                <a:gd name="T0" fmla="*/ 32 w 35"/>
                <a:gd name="T1" fmla="*/ 7 h 15"/>
                <a:gd name="T2" fmla="*/ 22 w 35"/>
                <a:gd name="T3" fmla="*/ 0 h 15"/>
                <a:gd name="T4" fmla="*/ 3 w 35"/>
                <a:gd name="T5" fmla="*/ 7 h 15"/>
                <a:gd name="T6" fmla="*/ 13 w 35"/>
                <a:gd name="T7" fmla="*/ 15 h 15"/>
                <a:gd name="T8" fmla="*/ 32 w 35"/>
                <a:gd name="T9" fmla="*/ 7 h 15"/>
              </a:gdLst>
              <a:ahLst/>
              <a:cxnLst>
                <a:cxn ang="0">
                  <a:pos x="T0" y="T1"/>
                </a:cxn>
                <a:cxn ang="0">
                  <a:pos x="T2" y="T3"/>
                </a:cxn>
                <a:cxn ang="0">
                  <a:pos x="T4" y="T5"/>
                </a:cxn>
                <a:cxn ang="0">
                  <a:pos x="T6" y="T7"/>
                </a:cxn>
                <a:cxn ang="0">
                  <a:pos x="T8" y="T9"/>
                </a:cxn>
              </a:cxnLst>
              <a:rect l="0" t="0" r="r" b="b"/>
              <a:pathLst>
                <a:path w="35" h="15">
                  <a:moveTo>
                    <a:pt x="32" y="7"/>
                  </a:moveTo>
                  <a:cubicBezTo>
                    <a:pt x="35" y="3"/>
                    <a:pt x="31" y="0"/>
                    <a:pt x="22" y="0"/>
                  </a:cubicBezTo>
                  <a:cubicBezTo>
                    <a:pt x="14" y="0"/>
                    <a:pt x="6" y="3"/>
                    <a:pt x="3" y="7"/>
                  </a:cubicBezTo>
                  <a:cubicBezTo>
                    <a:pt x="0" y="11"/>
                    <a:pt x="5" y="15"/>
                    <a:pt x="13" y="15"/>
                  </a:cubicBezTo>
                  <a:cubicBezTo>
                    <a:pt x="21" y="15"/>
                    <a:pt x="30"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9" name="Freeform 823"/>
            <p:cNvSpPr>
              <a:spLocks/>
            </p:cNvSpPr>
            <p:nvPr/>
          </p:nvSpPr>
          <p:spPr bwMode="auto">
            <a:xfrm>
              <a:off x="1778000" y="3495676"/>
              <a:ext cx="114300" cy="49213"/>
            </a:xfrm>
            <a:custGeom>
              <a:avLst/>
              <a:gdLst>
                <a:gd name="T0" fmla="*/ 32 w 35"/>
                <a:gd name="T1" fmla="*/ 7 h 15"/>
                <a:gd name="T2" fmla="*/ 22 w 35"/>
                <a:gd name="T3" fmla="*/ 0 h 15"/>
                <a:gd name="T4" fmla="*/ 3 w 35"/>
                <a:gd name="T5" fmla="*/ 7 h 15"/>
                <a:gd name="T6" fmla="*/ 13 w 35"/>
                <a:gd name="T7" fmla="*/ 15 h 15"/>
                <a:gd name="T8" fmla="*/ 32 w 35"/>
                <a:gd name="T9" fmla="*/ 7 h 15"/>
              </a:gdLst>
              <a:ahLst/>
              <a:cxnLst>
                <a:cxn ang="0">
                  <a:pos x="T0" y="T1"/>
                </a:cxn>
                <a:cxn ang="0">
                  <a:pos x="T2" y="T3"/>
                </a:cxn>
                <a:cxn ang="0">
                  <a:pos x="T4" y="T5"/>
                </a:cxn>
                <a:cxn ang="0">
                  <a:pos x="T6" y="T7"/>
                </a:cxn>
                <a:cxn ang="0">
                  <a:pos x="T8" y="T9"/>
                </a:cxn>
              </a:cxnLst>
              <a:rect l="0" t="0" r="r" b="b"/>
              <a:pathLst>
                <a:path w="35" h="15">
                  <a:moveTo>
                    <a:pt x="32" y="7"/>
                  </a:moveTo>
                  <a:cubicBezTo>
                    <a:pt x="35" y="3"/>
                    <a:pt x="30" y="0"/>
                    <a:pt x="22" y="0"/>
                  </a:cubicBezTo>
                  <a:cubicBezTo>
                    <a:pt x="14" y="0"/>
                    <a:pt x="6" y="3"/>
                    <a:pt x="3" y="7"/>
                  </a:cubicBezTo>
                  <a:cubicBezTo>
                    <a:pt x="0" y="11"/>
                    <a:pt x="5" y="15"/>
                    <a:pt x="13" y="15"/>
                  </a:cubicBezTo>
                  <a:cubicBezTo>
                    <a:pt x="21" y="15"/>
                    <a:pt x="30"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0" name="Freeform 824"/>
            <p:cNvSpPr>
              <a:spLocks/>
            </p:cNvSpPr>
            <p:nvPr/>
          </p:nvSpPr>
          <p:spPr bwMode="auto">
            <a:xfrm>
              <a:off x="1895475" y="3495676"/>
              <a:ext cx="114300" cy="49213"/>
            </a:xfrm>
            <a:custGeom>
              <a:avLst/>
              <a:gdLst>
                <a:gd name="T0" fmla="*/ 32 w 35"/>
                <a:gd name="T1" fmla="*/ 7 h 15"/>
                <a:gd name="T2" fmla="*/ 22 w 35"/>
                <a:gd name="T3" fmla="*/ 0 h 15"/>
                <a:gd name="T4" fmla="*/ 3 w 35"/>
                <a:gd name="T5" fmla="*/ 7 h 15"/>
                <a:gd name="T6" fmla="*/ 13 w 35"/>
                <a:gd name="T7" fmla="*/ 15 h 15"/>
                <a:gd name="T8" fmla="*/ 32 w 35"/>
                <a:gd name="T9" fmla="*/ 7 h 15"/>
              </a:gdLst>
              <a:ahLst/>
              <a:cxnLst>
                <a:cxn ang="0">
                  <a:pos x="T0" y="T1"/>
                </a:cxn>
                <a:cxn ang="0">
                  <a:pos x="T2" y="T3"/>
                </a:cxn>
                <a:cxn ang="0">
                  <a:pos x="T4" y="T5"/>
                </a:cxn>
                <a:cxn ang="0">
                  <a:pos x="T6" y="T7"/>
                </a:cxn>
                <a:cxn ang="0">
                  <a:pos x="T8" y="T9"/>
                </a:cxn>
              </a:cxnLst>
              <a:rect l="0" t="0" r="r" b="b"/>
              <a:pathLst>
                <a:path w="35" h="15">
                  <a:moveTo>
                    <a:pt x="32" y="7"/>
                  </a:moveTo>
                  <a:cubicBezTo>
                    <a:pt x="35" y="3"/>
                    <a:pt x="30" y="0"/>
                    <a:pt x="22" y="0"/>
                  </a:cubicBezTo>
                  <a:cubicBezTo>
                    <a:pt x="14" y="0"/>
                    <a:pt x="6" y="3"/>
                    <a:pt x="3" y="7"/>
                  </a:cubicBezTo>
                  <a:cubicBezTo>
                    <a:pt x="0" y="11"/>
                    <a:pt x="5" y="15"/>
                    <a:pt x="13" y="15"/>
                  </a:cubicBezTo>
                  <a:cubicBezTo>
                    <a:pt x="21" y="15"/>
                    <a:pt x="30"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1" name="Freeform 825"/>
            <p:cNvSpPr>
              <a:spLocks/>
            </p:cNvSpPr>
            <p:nvPr/>
          </p:nvSpPr>
          <p:spPr bwMode="auto">
            <a:xfrm>
              <a:off x="2016125" y="3495676"/>
              <a:ext cx="112713" cy="49213"/>
            </a:xfrm>
            <a:custGeom>
              <a:avLst/>
              <a:gdLst>
                <a:gd name="T0" fmla="*/ 31 w 34"/>
                <a:gd name="T1" fmla="*/ 7 h 15"/>
                <a:gd name="T2" fmla="*/ 21 w 34"/>
                <a:gd name="T3" fmla="*/ 0 h 15"/>
                <a:gd name="T4" fmla="*/ 2 w 34"/>
                <a:gd name="T5" fmla="*/ 7 h 15"/>
                <a:gd name="T6" fmla="*/ 12 w 34"/>
                <a:gd name="T7" fmla="*/ 15 h 15"/>
                <a:gd name="T8" fmla="*/ 31 w 34"/>
                <a:gd name="T9" fmla="*/ 7 h 15"/>
              </a:gdLst>
              <a:ahLst/>
              <a:cxnLst>
                <a:cxn ang="0">
                  <a:pos x="T0" y="T1"/>
                </a:cxn>
                <a:cxn ang="0">
                  <a:pos x="T2" y="T3"/>
                </a:cxn>
                <a:cxn ang="0">
                  <a:pos x="T4" y="T5"/>
                </a:cxn>
                <a:cxn ang="0">
                  <a:pos x="T6" y="T7"/>
                </a:cxn>
                <a:cxn ang="0">
                  <a:pos x="T8" y="T9"/>
                </a:cxn>
              </a:cxnLst>
              <a:rect l="0" t="0" r="r" b="b"/>
              <a:pathLst>
                <a:path w="34" h="15">
                  <a:moveTo>
                    <a:pt x="31" y="7"/>
                  </a:moveTo>
                  <a:cubicBezTo>
                    <a:pt x="34" y="3"/>
                    <a:pt x="29" y="0"/>
                    <a:pt x="21" y="0"/>
                  </a:cubicBezTo>
                  <a:cubicBezTo>
                    <a:pt x="13" y="0"/>
                    <a:pt x="5" y="3"/>
                    <a:pt x="2" y="7"/>
                  </a:cubicBezTo>
                  <a:cubicBezTo>
                    <a:pt x="0" y="11"/>
                    <a:pt x="4" y="15"/>
                    <a:pt x="12" y="15"/>
                  </a:cubicBezTo>
                  <a:cubicBezTo>
                    <a:pt x="21" y="15"/>
                    <a:pt x="29"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2" name="Freeform 826"/>
            <p:cNvSpPr>
              <a:spLocks/>
            </p:cNvSpPr>
            <p:nvPr/>
          </p:nvSpPr>
          <p:spPr bwMode="auto">
            <a:xfrm>
              <a:off x="1263650" y="3554413"/>
              <a:ext cx="114300" cy="49213"/>
            </a:xfrm>
            <a:custGeom>
              <a:avLst/>
              <a:gdLst>
                <a:gd name="T0" fmla="*/ 33 w 35"/>
                <a:gd name="T1" fmla="*/ 7 h 15"/>
                <a:gd name="T2" fmla="*/ 23 w 35"/>
                <a:gd name="T3" fmla="*/ 0 h 15"/>
                <a:gd name="T4" fmla="*/ 3 w 35"/>
                <a:gd name="T5" fmla="*/ 7 h 15"/>
                <a:gd name="T6" fmla="*/ 12 w 35"/>
                <a:gd name="T7" fmla="*/ 15 h 15"/>
                <a:gd name="T8" fmla="*/ 33 w 35"/>
                <a:gd name="T9" fmla="*/ 7 h 15"/>
              </a:gdLst>
              <a:ahLst/>
              <a:cxnLst>
                <a:cxn ang="0">
                  <a:pos x="T0" y="T1"/>
                </a:cxn>
                <a:cxn ang="0">
                  <a:pos x="T2" y="T3"/>
                </a:cxn>
                <a:cxn ang="0">
                  <a:pos x="T4" y="T5"/>
                </a:cxn>
                <a:cxn ang="0">
                  <a:pos x="T6" y="T7"/>
                </a:cxn>
                <a:cxn ang="0">
                  <a:pos x="T8" y="T9"/>
                </a:cxn>
              </a:cxnLst>
              <a:rect l="0" t="0" r="r" b="b"/>
              <a:pathLst>
                <a:path w="35" h="15">
                  <a:moveTo>
                    <a:pt x="33" y="7"/>
                  </a:moveTo>
                  <a:cubicBezTo>
                    <a:pt x="35" y="3"/>
                    <a:pt x="31" y="0"/>
                    <a:pt x="23" y="0"/>
                  </a:cubicBezTo>
                  <a:cubicBezTo>
                    <a:pt x="15" y="0"/>
                    <a:pt x="6" y="3"/>
                    <a:pt x="3" y="7"/>
                  </a:cubicBezTo>
                  <a:cubicBezTo>
                    <a:pt x="0" y="12"/>
                    <a:pt x="4" y="15"/>
                    <a:pt x="12" y="15"/>
                  </a:cubicBezTo>
                  <a:cubicBezTo>
                    <a:pt x="21" y="15"/>
                    <a:pt x="30" y="12"/>
                    <a:pt x="3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3" name="Freeform 827"/>
            <p:cNvSpPr>
              <a:spLocks/>
            </p:cNvSpPr>
            <p:nvPr/>
          </p:nvSpPr>
          <p:spPr bwMode="auto">
            <a:xfrm>
              <a:off x="1381125" y="3554413"/>
              <a:ext cx="117475" cy="49213"/>
            </a:xfrm>
            <a:custGeom>
              <a:avLst/>
              <a:gdLst>
                <a:gd name="T0" fmla="*/ 33 w 36"/>
                <a:gd name="T1" fmla="*/ 7 h 15"/>
                <a:gd name="T2" fmla="*/ 23 w 36"/>
                <a:gd name="T3" fmla="*/ 0 h 15"/>
                <a:gd name="T4" fmla="*/ 3 w 36"/>
                <a:gd name="T5" fmla="*/ 7 h 15"/>
                <a:gd name="T6" fmla="*/ 13 w 36"/>
                <a:gd name="T7" fmla="*/ 15 h 15"/>
                <a:gd name="T8" fmla="*/ 33 w 36"/>
                <a:gd name="T9" fmla="*/ 7 h 15"/>
              </a:gdLst>
              <a:ahLst/>
              <a:cxnLst>
                <a:cxn ang="0">
                  <a:pos x="T0" y="T1"/>
                </a:cxn>
                <a:cxn ang="0">
                  <a:pos x="T2" y="T3"/>
                </a:cxn>
                <a:cxn ang="0">
                  <a:pos x="T4" y="T5"/>
                </a:cxn>
                <a:cxn ang="0">
                  <a:pos x="T6" y="T7"/>
                </a:cxn>
                <a:cxn ang="0">
                  <a:pos x="T8" y="T9"/>
                </a:cxn>
              </a:cxnLst>
              <a:rect l="0" t="0" r="r" b="b"/>
              <a:pathLst>
                <a:path w="36" h="15">
                  <a:moveTo>
                    <a:pt x="33" y="7"/>
                  </a:moveTo>
                  <a:cubicBezTo>
                    <a:pt x="36" y="3"/>
                    <a:pt x="31" y="0"/>
                    <a:pt x="23" y="0"/>
                  </a:cubicBezTo>
                  <a:cubicBezTo>
                    <a:pt x="15" y="0"/>
                    <a:pt x="6" y="3"/>
                    <a:pt x="3" y="7"/>
                  </a:cubicBezTo>
                  <a:cubicBezTo>
                    <a:pt x="0" y="12"/>
                    <a:pt x="5" y="15"/>
                    <a:pt x="13" y="15"/>
                  </a:cubicBezTo>
                  <a:cubicBezTo>
                    <a:pt x="21" y="15"/>
                    <a:pt x="30" y="12"/>
                    <a:pt x="3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4" name="Freeform 828"/>
            <p:cNvSpPr>
              <a:spLocks/>
            </p:cNvSpPr>
            <p:nvPr/>
          </p:nvSpPr>
          <p:spPr bwMode="auto">
            <a:xfrm>
              <a:off x="1501775" y="3554413"/>
              <a:ext cx="115888" cy="49213"/>
            </a:xfrm>
            <a:custGeom>
              <a:avLst/>
              <a:gdLst>
                <a:gd name="T0" fmla="*/ 32 w 35"/>
                <a:gd name="T1" fmla="*/ 7 h 15"/>
                <a:gd name="T2" fmla="*/ 22 w 35"/>
                <a:gd name="T3" fmla="*/ 0 h 15"/>
                <a:gd name="T4" fmla="*/ 3 w 35"/>
                <a:gd name="T5" fmla="*/ 7 h 15"/>
                <a:gd name="T6" fmla="*/ 12 w 35"/>
                <a:gd name="T7" fmla="*/ 15 h 15"/>
                <a:gd name="T8" fmla="*/ 32 w 35"/>
                <a:gd name="T9" fmla="*/ 7 h 15"/>
              </a:gdLst>
              <a:ahLst/>
              <a:cxnLst>
                <a:cxn ang="0">
                  <a:pos x="T0" y="T1"/>
                </a:cxn>
                <a:cxn ang="0">
                  <a:pos x="T2" y="T3"/>
                </a:cxn>
                <a:cxn ang="0">
                  <a:pos x="T4" y="T5"/>
                </a:cxn>
                <a:cxn ang="0">
                  <a:pos x="T6" y="T7"/>
                </a:cxn>
                <a:cxn ang="0">
                  <a:pos x="T8" y="T9"/>
                </a:cxn>
              </a:cxnLst>
              <a:rect l="0" t="0" r="r" b="b"/>
              <a:pathLst>
                <a:path w="35" h="15">
                  <a:moveTo>
                    <a:pt x="32" y="7"/>
                  </a:moveTo>
                  <a:cubicBezTo>
                    <a:pt x="35" y="3"/>
                    <a:pt x="31" y="0"/>
                    <a:pt x="22" y="0"/>
                  </a:cubicBezTo>
                  <a:cubicBezTo>
                    <a:pt x="14" y="0"/>
                    <a:pt x="5" y="3"/>
                    <a:pt x="3" y="7"/>
                  </a:cubicBezTo>
                  <a:cubicBezTo>
                    <a:pt x="0" y="12"/>
                    <a:pt x="4" y="15"/>
                    <a:pt x="12" y="15"/>
                  </a:cubicBezTo>
                  <a:cubicBezTo>
                    <a:pt x="21" y="15"/>
                    <a:pt x="30" y="12"/>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5" name="Freeform 829"/>
            <p:cNvSpPr>
              <a:spLocks/>
            </p:cNvSpPr>
            <p:nvPr/>
          </p:nvSpPr>
          <p:spPr bwMode="auto">
            <a:xfrm>
              <a:off x="1620838" y="3554413"/>
              <a:ext cx="114300" cy="49213"/>
            </a:xfrm>
            <a:custGeom>
              <a:avLst/>
              <a:gdLst>
                <a:gd name="T0" fmla="*/ 33 w 35"/>
                <a:gd name="T1" fmla="*/ 7 h 15"/>
                <a:gd name="T2" fmla="*/ 23 w 35"/>
                <a:gd name="T3" fmla="*/ 0 h 15"/>
                <a:gd name="T4" fmla="*/ 3 w 35"/>
                <a:gd name="T5" fmla="*/ 7 h 15"/>
                <a:gd name="T6" fmla="*/ 13 w 35"/>
                <a:gd name="T7" fmla="*/ 15 h 15"/>
                <a:gd name="T8" fmla="*/ 33 w 35"/>
                <a:gd name="T9" fmla="*/ 7 h 15"/>
              </a:gdLst>
              <a:ahLst/>
              <a:cxnLst>
                <a:cxn ang="0">
                  <a:pos x="T0" y="T1"/>
                </a:cxn>
                <a:cxn ang="0">
                  <a:pos x="T2" y="T3"/>
                </a:cxn>
                <a:cxn ang="0">
                  <a:pos x="T4" y="T5"/>
                </a:cxn>
                <a:cxn ang="0">
                  <a:pos x="T6" y="T7"/>
                </a:cxn>
                <a:cxn ang="0">
                  <a:pos x="T8" y="T9"/>
                </a:cxn>
              </a:cxnLst>
              <a:rect l="0" t="0" r="r" b="b"/>
              <a:pathLst>
                <a:path w="35" h="15">
                  <a:moveTo>
                    <a:pt x="33" y="7"/>
                  </a:moveTo>
                  <a:cubicBezTo>
                    <a:pt x="35" y="3"/>
                    <a:pt x="31" y="0"/>
                    <a:pt x="23" y="0"/>
                  </a:cubicBezTo>
                  <a:cubicBezTo>
                    <a:pt x="15" y="0"/>
                    <a:pt x="6" y="3"/>
                    <a:pt x="3" y="7"/>
                  </a:cubicBezTo>
                  <a:cubicBezTo>
                    <a:pt x="0" y="12"/>
                    <a:pt x="5" y="15"/>
                    <a:pt x="13" y="15"/>
                  </a:cubicBezTo>
                  <a:cubicBezTo>
                    <a:pt x="21" y="15"/>
                    <a:pt x="30" y="12"/>
                    <a:pt x="3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6" name="Freeform 830"/>
            <p:cNvSpPr>
              <a:spLocks/>
            </p:cNvSpPr>
            <p:nvPr/>
          </p:nvSpPr>
          <p:spPr bwMode="auto">
            <a:xfrm>
              <a:off x="1741488" y="3554413"/>
              <a:ext cx="114300" cy="49213"/>
            </a:xfrm>
            <a:custGeom>
              <a:avLst/>
              <a:gdLst>
                <a:gd name="T0" fmla="*/ 32 w 35"/>
                <a:gd name="T1" fmla="*/ 7 h 15"/>
                <a:gd name="T2" fmla="*/ 22 w 35"/>
                <a:gd name="T3" fmla="*/ 0 h 15"/>
                <a:gd name="T4" fmla="*/ 2 w 35"/>
                <a:gd name="T5" fmla="*/ 7 h 15"/>
                <a:gd name="T6" fmla="*/ 12 w 35"/>
                <a:gd name="T7" fmla="*/ 15 h 15"/>
                <a:gd name="T8" fmla="*/ 32 w 35"/>
                <a:gd name="T9" fmla="*/ 7 h 15"/>
              </a:gdLst>
              <a:ahLst/>
              <a:cxnLst>
                <a:cxn ang="0">
                  <a:pos x="T0" y="T1"/>
                </a:cxn>
                <a:cxn ang="0">
                  <a:pos x="T2" y="T3"/>
                </a:cxn>
                <a:cxn ang="0">
                  <a:pos x="T4" y="T5"/>
                </a:cxn>
                <a:cxn ang="0">
                  <a:pos x="T6" y="T7"/>
                </a:cxn>
                <a:cxn ang="0">
                  <a:pos x="T8" y="T9"/>
                </a:cxn>
              </a:cxnLst>
              <a:rect l="0" t="0" r="r" b="b"/>
              <a:pathLst>
                <a:path w="35" h="15">
                  <a:moveTo>
                    <a:pt x="32" y="7"/>
                  </a:moveTo>
                  <a:cubicBezTo>
                    <a:pt x="35" y="3"/>
                    <a:pt x="30" y="0"/>
                    <a:pt x="22" y="0"/>
                  </a:cubicBezTo>
                  <a:cubicBezTo>
                    <a:pt x="14" y="0"/>
                    <a:pt x="5" y="3"/>
                    <a:pt x="2" y="7"/>
                  </a:cubicBezTo>
                  <a:cubicBezTo>
                    <a:pt x="0" y="12"/>
                    <a:pt x="4" y="15"/>
                    <a:pt x="12" y="15"/>
                  </a:cubicBezTo>
                  <a:cubicBezTo>
                    <a:pt x="21" y="15"/>
                    <a:pt x="29" y="12"/>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7" name="Freeform 831"/>
            <p:cNvSpPr>
              <a:spLocks/>
            </p:cNvSpPr>
            <p:nvPr/>
          </p:nvSpPr>
          <p:spPr bwMode="auto">
            <a:xfrm>
              <a:off x="1858963" y="3554413"/>
              <a:ext cx="115888" cy="49213"/>
            </a:xfrm>
            <a:custGeom>
              <a:avLst/>
              <a:gdLst>
                <a:gd name="T0" fmla="*/ 32 w 35"/>
                <a:gd name="T1" fmla="*/ 7 h 15"/>
                <a:gd name="T2" fmla="*/ 22 w 35"/>
                <a:gd name="T3" fmla="*/ 0 h 15"/>
                <a:gd name="T4" fmla="*/ 3 w 35"/>
                <a:gd name="T5" fmla="*/ 7 h 15"/>
                <a:gd name="T6" fmla="*/ 13 w 35"/>
                <a:gd name="T7" fmla="*/ 15 h 15"/>
                <a:gd name="T8" fmla="*/ 32 w 35"/>
                <a:gd name="T9" fmla="*/ 7 h 15"/>
              </a:gdLst>
              <a:ahLst/>
              <a:cxnLst>
                <a:cxn ang="0">
                  <a:pos x="T0" y="T1"/>
                </a:cxn>
                <a:cxn ang="0">
                  <a:pos x="T2" y="T3"/>
                </a:cxn>
                <a:cxn ang="0">
                  <a:pos x="T4" y="T5"/>
                </a:cxn>
                <a:cxn ang="0">
                  <a:pos x="T6" y="T7"/>
                </a:cxn>
                <a:cxn ang="0">
                  <a:pos x="T8" y="T9"/>
                </a:cxn>
              </a:cxnLst>
              <a:rect l="0" t="0" r="r" b="b"/>
              <a:pathLst>
                <a:path w="35" h="15">
                  <a:moveTo>
                    <a:pt x="32" y="7"/>
                  </a:moveTo>
                  <a:cubicBezTo>
                    <a:pt x="35" y="3"/>
                    <a:pt x="30" y="0"/>
                    <a:pt x="22" y="0"/>
                  </a:cubicBezTo>
                  <a:cubicBezTo>
                    <a:pt x="14" y="0"/>
                    <a:pt x="5" y="3"/>
                    <a:pt x="3" y="7"/>
                  </a:cubicBezTo>
                  <a:cubicBezTo>
                    <a:pt x="0" y="12"/>
                    <a:pt x="5" y="15"/>
                    <a:pt x="13" y="15"/>
                  </a:cubicBezTo>
                  <a:cubicBezTo>
                    <a:pt x="21" y="15"/>
                    <a:pt x="30" y="12"/>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8" name="Freeform 832"/>
            <p:cNvSpPr>
              <a:spLocks/>
            </p:cNvSpPr>
            <p:nvPr/>
          </p:nvSpPr>
          <p:spPr bwMode="auto">
            <a:xfrm>
              <a:off x="1981200" y="3554413"/>
              <a:ext cx="111125" cy="49213"/>
            </a:xfrm>
            <a:custGeom>
              <a:avLst/>
              <a:gdLst>
                <a:gd name="T0" fmla="*/ 32 w 34"/>
                <a:gd name="T1" fmla="*/ 7 h 15"/>
                <a:gd name="T2" fmla="*/ 21 w 34"/>
                <a:gd name="T3" fmla="*/ 0 h 15"/>
                <a:gd name="T4" fmla="*/ 2 w 34"/>
                <a:gd name="T5" fmla="*/ 7 h 15"/>
                <a:gd name="T6" fmla="*/ 12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34" y="3"/>
                    <a:pt x="30" y="0"/>
                    <a:pt x="21" y="0"/>
                  </a:cubicBezTo>
                  <a:cubicBezTo>
                    <a:pt x="13" y="0"/>
                    <a:pt x="5" y="3"/>
                    <a:pt x="2" y="7"/>
                  </a:cubicBezTo>
                  <a:cubicBezTo>
                    <a:pt x="0" y="12"/>
                    <a:pt x="4" y="15"/>
                    <a:pt x="12" y="15"/>
                  </a:cubicBezTo>
                  <a:cubicBezTo>
                    <a:pt x="21" y="15"/>
                    <a:pt x="29" y="12"/>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9" name="Freeform 833"/>
            <p:cNvSpPr>
              <a:spLocks/>
            </p:cNvSpPr>
            <p:nvPr/>
          </p:nvSpPr>
          <p:spPr bwMode="auto">
            <a:xfrm>
              <a:off x="1338263" y="3613151"/>
              <a:ext cx="119063" cy="52388"/>
            </a:xfrm>
            <a:custGeom>
              <a:avLst/>
              <a:gdLst>
                <a:gd name="T0" fmla="*/ 33 w 36"/>
                <a:gd name="T1" fmla="*/ 8 h 16"/>
                <a:gd name="T2" fmla="*/ 24 w 36"/>
                <a:gd name="T3" fmla="*/ 0 h 16"/>
                <a:gd name="T4" fmla="*/ 3 w 36"/>
                <a:gd name="T5" fmla="*/ 8 h 16"/>
                <a:gd name="T6" fmla="*/ 13 w 36"/>
                <a:gd name="T7" fmla="*/ 16 h 16"/>
                <a:gd name="T8" fmla="*/ 33 w 36"/>
                <a:gd name="T9" fmla="*/ 8 h 16"/>
              </a:gdLst>
              <a:ahLst/>
              <a:cxnLst>
                <a:cxn ang="0">
                  <a:pos x="T0" y="T1"/>
                </a:cxn>
                <a:cxn ang="0">
                  <a:pos x="T2" y="T3"/>
                </a:cxn>
                <a:cxn ang="0">
                  <a:pos x="T4" y="T5"/>
                </a:cxn>
                <a:cxn ang="0">
                  <a:pos x="T6" y="T7"/>
                </a:cxn>
                <a:cxn ang="0">
                  <a:pos x="T8" y="T9"/>
                </a:cxn>
              </a:cxnLst>
              <a:rect l="0" t="0" r="r" b="b"/>
              <a:pathLst>
                <a:path w="36" h="16">
                  <a:moveTo>
                    <a:pt x="33" y="8"/>
                  </a:moveTo>
                  <a:cubicBezTo>
                    <a:pt x="36" y="4"/>
                    <a:pt x="32" y="0"/>
                    <a:pt x="24" y="0"/>
                  </a:cubicBezTo>
                  <a:cubicBezTo>
                    <a:pt x="15" y="0"/>
                    <a:pt x="6" y="4"/>
                    <a:pt x="3" y="8"/>
                  </a:cubicBezTo>
                  <a:cubicBezTo>
                    <a:pt x="0" y="12"/>
                    <a:pt x="5" y="16"/>
                    <a:pt x="13" y="16"/>
                  </a:cubicBezTo>
                  <a:cubicBezTo>
                    <a:pt x="21" y="16"/>
                    <a:pt x="30" y="12"/>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0" name="Freeform 834"/>
            <p:cNvSpPr>
              <a:spLocks/>
            </p:cNvSpPr>
            <p:nvPr/>
          </p:nvSpPr>
          <p:spPr bwMode="auto">
            <a:xfrm>
              <a:off x="1460500" y="3613151"/>
              <a:ext cx="117475" cy="52388"/>
            </a:xfrm>
            <a:custGeom>
              <a:avLst/>
              <a:gdLst>
                <a:gd name="T0" fmla="*/ 33 w 36"/>
                <a:gd name="T1" fmla="*/ 8 h 16"/>
                <a:gd name="T2" fmla="*/ 23 w 36"/>
                <a:gd name="T3" fmla="*/ 0 h 16"/>
                <a:gd name="T4" fmla="*/ 3 w 36"/>
                <a:gd name="T5" fmla="*/ 8 h 16"/>
                <a:gd name="T6" fmla="*/ 13 w 36"/>
                <a:gd name="T7" fmla="*/ 16 h 16"/>
                <a:gd name="T8" fmla="*/ 33 w 36"/>
                <a:gd name="T9" fmla="*/ 8 h 16"/>
              </a:gdLst>
              <a:ahLst/>
              <a:cxnLst>
                <a:cxn ang="0">
                  <a:pos x="T0" y="T1"/>
                </a:cxn>
                <a:cxn ang="0">
                  <a:pos x="T2" y="T3"/>
                </a:cxn>
                <a:cxn ang="0">
                  <a:pos x="T4" y="T5"/>
                </a:cxn>
                <a:cxn ang="0">
                  <a:pos x="T6" y="T7"/>
                </a:cxn>
                <a:cxn ang="0">
                  <a:pos x="T8" y="T9"/>
                </a:cxn>
              </a:cxnLst>
              <a:rect l="0" t="0" r="r" b="b"/>
              <a:pathLst>
                <a:path w="36" h="16">
                  <a:moveTo>
                    <a:pt x="33" y="8"/>
                  </a:moveTo>
                  <a:cubicBezTo>
                    <a:pt x="36" y="4"/>
                    <a:pt x="31" y="0"/>
                    <a:pt x="23" y="0"/>
                  </a:cubicBezTo>
                  <a:cubicBezTo>
                    <a:pt x="15" y="0"/>
                    <a:pt x="6" y="4"/>
                    <a:pt x="3" y="8"/>
                  </a:cubicBezTo>
                  <a:cubicBezTo>
                    <a:pt x="0" y="12"/>
                    <a:pt x="5" y="16"/>
                    <a:pt x="13" y="16"/>
                  </a:cubicBezTo>
                  <a:cubicBezTo>
                    <a:pt x="21" y="16"/>
                    <a:pt x="30" y="12"/>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1" name="Freeform 835"/>
            <p:cNvSpPr>
              <a:spLocks/>
            </p:cNvSpPr>
            <p:nvPr/>
          </p:nvSpPr>
          <p:spPr bwMode="auto">
            <a:xfrm>
              <a:off x="1054100" y="3676651"/>
              <a:ext cx="117475" cy="52388"/>
            </a:xfrm>
            <a:custGeom>
              <a:avLst/>
              <a:gdLst>
                <a:gd name="T0" fmla="*/ 33 w 36"/>
                <a:gd name="T1" fmla="*/ 8 h 16"/>
                <a:gd name="T2" fmla="*/ 24 w 36"/>
                <a:gd name="T3" fmla="*/ 0 h 16"/>
                <a:gd name="T4" fmla="*/ 3 w 36"/>
                <a:gd name="T5" fmla="*/ 8 h 16"/>
                <a:gd name="T6" fmla="*/ 12 w 36"/>
                <a:gd name="T7" fmla="*/ 16 h 16"/>
                <a:gd name="T8" fmla="*/ 33 w 36"/>
                <a:gd name="T9" fmla="*/ 8 h 16"/>
              </a:gdLst>
              <a:ahLst/>
              <a:cxnLst>
                <a:cxn ang="0">
                  <a:pos x="T0" y="T1"/>
                </a:cxn>
                <a:cxn ang="0">
                  <a:pos x="T2" y="T3"/>
                </a:cxn>
                <a:cxn ang="0">
                  <a:pos x="T4" y="T5"/>
                </a:cxn>
                <a:cxn ang="0">
                  <a:pos x="T6" y="T7"/>
                </a:cxn>
                <a:cxn ang="0">
                  <a:pos x="T8" y="T9"/>
                </a:cxn>
              </a:cxnLst>
              <a:rect l="0" t="0" r="r" b="b"/>
              <a:pathLst>
                <a:path w="36" h="16">
                  <a:moveTo>
                    <a:pt x="33" y="8"/>
                  </a:moveTo>
                  <a:cubicBezTo>
                    <a:pt x="36" y="4"/>
                    <a:pt x="32" y="0"/>
                    <a:pt x="24" y="0"/>
                  </a:cubicBezTo>
                  <a:cubicBezTo>
                    <a:pt x="15" y="0"/>
                    <a:pt x="6" y="4"/>
                    <a:pt x="3" y="8"/>
                  </a:cubicBezTo>
                  <a:cubicBezTo>
                    <a:pt x="0" y="13"/>
                    <a:pt x="4" y="16"/>
                    <a:pt x="12" y="16"/>
                  </a:cubicBezTo>
                  <a:cubicBezTo>
                    <a:pt x="21" y="16"/>
                    <a:pt x="30"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2" name="Freeform 836"/>
            <p:cNvSpPr>
              <a:spLocks/>
            </p:cNvSpPr>
            <p:nvPr/>
          </p:nvSpPr>
          <p:spPr bwMode="auto">
            <a:xfrm>
              <a:off x="1174750" y="3676651"/>
              <a:ext cx="117475" cy="52388"/>
            </a:xfrm>
            <a:custGeom>
              <a:avLst/>
              <a:gdLst>
                <a:gd name="T0" fmla="*/ 33 w 36"/>
                <a:gd name="T1" fmla="*/ 8 h 16"/>
                <a:gd name="T2" fmla="*/ 24 w 36"/>
                <a:gd name="T3" fmla="*/ 0 h 16"/>
                <a:gd name="T4" fmla="*/ 3 w 36"/>
                <a:gd name="T5" fmla="*/ 8 h 16"/>
                <a:gd name="T6" fmla="*/ 13 w 36"/>
                <a:gd name="T7" fmla="*/ 16 h 16"/>
                <a:gd name="T8" fmla="*/ 33 w 36"/>
                <a:gd name="T9" fmla="*/ 8 h 16"/>
              </a:gdLst>
              <a:ahLst/>
              <a:cxnLst>
                <a:cxn ang="0">
                  <a:pos x="T0" y="T1"/>
                </a:cxn>
                <a:cxn ang="0">
                  <a:pos x="T2" y="T3"/>
                </a:cxn>
                <a:cxn ang="0">
                  <a:pos x="T4" y="T5"/>
                </a:cxn>
                <a:cxn ang="0">
                  <a:pos x="T6" y="T7"/>
                </a:cxn>
                <a:cxn ang="0">
                  <a:pos x="T8" y="T9"/>
                </a:cxn>
              </a:cxnLst>
              <a:rect l="0" t="0" r="r" b="b"/>
              <a:pathLst>
                <a:path w="36" h="16">
                  <a:moveTo>
                    <a:pt x="33" y="8"/>
                  </a:moveTo>
                  <a:cubicBezTo>
                    <a:pt x="36" y="4"/>
                    <a:pt x="32" y="0"/>
                    <a:pt x="24" y="0"/>
                  </a:cubicBezTo>
                  <a:cubicBezTo>
                    <a:pt x="15" y="0"/>
                    <a:pt x="6" y="4"/>
                    <a:pt x="3" y="8"/>
                  </a:cubicBezTo>
                  <a:cubicBezTo>
                    <a:pt x="0" y="13"/>
                    <a:pt x="4" y="16"/>
                    <a:pt x="13" y="16"/>
                  </a:cubicBezTo>
                  <a:cubicBezTo>
                    <a:pt x="21" y="16"/>
                    <a:pt x="30"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3" name="Freeform 837"/>
            <p:cNvSpPr>
              <a:spLocks/>
            </p:cNvSpPr>
            <p:nvPr/>
          </p:nvSpPr>
          <p:spPr bwMode="auto">
            <a:xfrm>
              <a:off x="2147888" y="3676651"/>
              <a:ext cx="114300" cy="52388"/>
            </a:xfrm>
            <a:custGeom>
              <a:avLst/>
              <a:gdLst>
                <a:gd name="T0" fmla="*/ 33 w 35"/>
                <a:gd name="T1" fmla="*/ 8 h 16"/>
                <a:gd name="T2" fmla="*/ 22 w 35"/>
                <a:gd name="T3" fmla="*/ 0 h 16"/>
                <a:gd name="T4" fmla="*/ 3 w 35"/>
                <a:gd name="T5" fmla="*/ 8 h 16"/>
                <a:gd name="T6" fmla="*/ 14 w 35"/>
                <a:gd name="T7" fmla="*/ 16 h 16"/>
                <a:gd name="T8" fmla="*/ 33 w 35"/>
                <a:gd name="T9" fmla="*/ 8 h 16"/>
              </a:gdLst>
              <a:ahLst/>
              <a:cxnLst>
                <a:cxn ang="0">
                  <a:pos x="T0" y="T1"/>
                </a:cxn>
                <a:cxn ang="0">
                  <a:pos x="T2" y="T3"/>
                </a:cxn>
                <a:cxn ang="0">
                  <a:pos x="T4" y="T5"/>
                </a:cxn>
                <a:cxn ang="0">
                  <a:pos x="T6" y="T7"/>
                </a:cxn>
                <a:cxn ang="0">
                  <a:pos x="T8" y="T9"/>
                </a:cxn>
              </a:cxnLst>
              <a:rect l="0" t="0" r="r" b="b"/>
              <a:pathLst>
                <a:path w="35" h="16">
                  <a:moveTo>
                    <a:pt x="33" y="8"/>
                  </a:moveTo>
                  <a:cubicBezTo>
                    <a:pt x="35" y="4"/>
                    <a:pt x="31" y="0"/>
                    <a:pt x="22" y="0"/>
                  </a:cubicBezTo>
                  <a:cubicBezTo>
                    <a:pt x="14" y="0"/>
                    <a:pt x="5" y="4"/>
                    <a:pt x="3" y="8"/>
                  </a:cubicBezTo>
                  <a:cubicBezTo>
                    <a:pt x="0" y="13"/>
                    <a:pt x="5" y="16"/>
                    <a:pt x="14" y="16"/>
                  </a:cubicBezTo>
                  <a:cubicBezTo>
                    <a:pt x="22" y="16"/>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4" name="Freeform 838"/>
            <p:cNvSpPr>
              <a:spLocks/>
            </p:cNvSpPr>
            <p:nvPr/>
          </p:nvSpPr>
          <p:spPr bwMode="auto">
            <a:xfrm>
              <a:off x="2271713" y="3676651"/>
              <a:ext cx="111125" cy="52388"/>
            </a:xfrm>
            <a:custGeom>
              <a:avLst/>
              <a:gdLst>
                <a:gd name="T0" fmla="*/ 32 w 34"/>
                <a:gd name="T1" fmla="*/ 8 h 16"/>
                <a:gd name="T2" fmla="*/ 21 w 34"/>
                <a:gd name="T3" fmla="*/ 0 h 16"/>
                <a:gd name="T4" fmla="*/ 2 w 34"/>
                <a:gd name="T5" fmla="*/ 8 h 16"/>
                <a:gd name="T6" fmla="*/ 13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4" y="4"/>
                    <a:pt x="29" y="0"/>
                    <a:pt x="21" y="0"/>
                  </a:cubicBezTo>
                  <a:cubicBezTo>
                    <a:pt x="13" y="0"/>
                    <a:pt x="4" y="4"/>
                    <a:pt x="2" y="8"/>
                  </a:cubicBezTo>
                  <a:cubicBezTo>
                    <a:pt x="0" y="13"/>
                    <a:pt x="4" y="16"/>
                    <a:pt x="13" y="16"/>
                  </a:cubicBezTo>
                  <a:cubicBezTo>
                    <a:pt x="21" y="16"/>
                    <a:pt x="30"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5" name="Freeform 839"/>
            <p:cNvSpPr>
              <a:spLocks/>
            </p:cNvSpPr>
            <p:nvPr/>
          </p:nvSpPr>
          <p:spPr bwMode="auto">
            <a:xfrm>
              <a:off x="2393950" y="3676651"/>
              <a:ext cx="111125" cy="52388"/>
            </a:xfrm>
            <a:custGeom>
              <a:avLst/>
              <a:gdLst>
                <a:gd name="T0" fmla="*/ 32 w 34"/>
                <a:gd name="T1" fmla="*/ 8 h 16"/>
                <a:gd name="T2" fmla="*/ 21 w 34"/>
                <a:gd name="T3" fmla="*/ 0 h 16"/>
                <a:gd name="T4" fmla="*/ 2 w 34"/>
                <a:gd name="T5" fmla="*/ 8 h 16"/>
                <a:gd name="T6" fmla="*/ 13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4" y="4"/>
                    <a:pt x="29" y="0"/>
                    <a:pt x="21" y="0"/>
                  </a:cubicBezTo>
                  <a:cubicBezTo>
                    <a:pt x="13" y="0"/>
                    <a:pt x="4" y="4"/>
                    <a:pt x="2" y="8"/>
                  </a:cubicBezTo>
                  <a:cubicBezTo>
                    <a:pt x="0" y="13"/>
                    <a:pt x="5" y="16"/>
                    <a:pt x="13" y="16"/>
                  </a:cubicBezTo>
                  <a:cubicBezTo>
                    <a:pt x="21" y="16"/>
                    <a:pt x="30"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6" name="Freeform 840"/>
            <p:cNvSpPr>
              <a:spLocks/>
            </p:cNvSpPr>
            <p:nvPr/>
          </p:nvSpPr>
          <p:spPr bwMode="auto">
            <a:xfrm>
              <a:off x="2514600" y="3676651"/>
              <a:ext cx="111125" cy="52388"/>
            </a:xfrm>
            <a:custGeom>
              <a:avLst/>
              <a:gdLst>
                <a:gd name="T0" fmla="*/ 32 w 34"/>
                <a:gd name="T1" fmla="*/ 8 h 16"/>
                <a:gd name="T2" fmla="*/ 21 w 34"/>
                <a:gd name="T3" fmla="*/ 0 h 16"/>
                <a:gd name="T4" fmla="*/ 2 w 34"/>
                <a:gd name="T5" fmla="*/ 8 h 16"/>
                <a:gd name="T6" fmla="*/ 13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4" y="4"/>
                    <a:pt x="29" y="0"/>
                    <a:pt x="21" y="0"/>
                  </a:cubicBezTo>
                  <a:cubicBezTo>
                    <a:pt x="13" y="0"/>
                    <a:pt x="4" y="4"/>
                    <a:pt x="2" y="8"/>
                  </a:cubicBezTo>
                  <a:cubicBezTo>
                    <a:pt x="0" y="13"/>
                    <a:pt x="5" y="16"/>
                    <a:pt x="13" y="16"/>
                  </a:cubicBezTo>
                  <a:cubicBezTo>
                    <a:pt x="22" y="16"/>
                    <a:pt x="30"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7" name="Freeform 841"/>
            <p:cNvSpPr>
              <a:spLocks/>
            </p:cNvSpPr>
            <p:nvPr/>
          </p:nvSpPr>
          <p:spPr bwMode="auto">
            <a:xfrm>
              <a:off x="2111375" y="3741738"/>
              <a:ext cx="117475" cy="52388"/>
            </a:xfrm>
            <a:custGeom>
              <a:avLst/>
              <a:gdLst>
                <a:gd name="T0" fmla="*/ 34 w 36"/>
                <a:gd name="T1" fmla="*/ 8 h 16"/>
                <a:gd name="T2" fmla="*/ 23 w 36"/>
                <a:gd name="T3" fmla="*/ 0 h 16"/>
                <a:gd name="T4" fmla="*/ 3 w 36"/>
                <a:gd name="T5" fmla="*/ 8 h 16"/>
                <a:gd name="T6" fmla="*/ 14 w 36"/>
                <a:gd name="T7" fmla="*/ 16 h 16"/>
                <a:gd name="T8" fmla="*/ 34 w 36"/>
                <a:gd name="T9" fmla="*/ 8 h 16"/>
              </a:gdLst>
              <a:ahLst/>
              <a:cxnLst>
                <a:cxn ang="0">
                  <a:pos x="T0" y="T1"/>
                </a:cxn>
                <a:cxn ang="0">
                  <a:pos x="T2" y="T3"/>
                </a:cxn>
                <a:cxn ang="0">
                  <a:pos x="T4" y="T5"/>
                </a:cxn>
                <a:cxn ang="0">
                  <a:pos x="T6" y="T7"/>
                </a:cxn>
                <a:cxn ang="0">
                  <a:pos x="T8" y="T9"/>
                </a:cxn>
              </a:cxnLst>
              <a:rect l="0" t="0" r="r" b="b"/>
              <a:pathLst>
                <a:path w="36" h="16">
                  <a:moveTo>
                    <a:pt x="34" y="8"/>
                  </a:moveTo>
                  <a:cubicBezTo>
                    <a:pt x="36" y="4"/>
                    <a:pt x="31" y="0"/>
                    <a:pt x="23" y="0"/>
                  </a:cubicBezTo>
                  <a:cubicBezTo>
                    <a:pt x="14" y="0"/>
                    <a:pt x="5" y="4"/>
                    <a:pt x="3" y="8"/>
                  </a:cubicBezTo>
                  <a:cubicBezTo>
                    <a:pt x="0" y="13"/>
                    <a:pt x="5" y="16"/>
                    <a:pt x="14" y="16"/>
                  </a:cubicBezTo>
                  <a:cubicBezTo>
                    <a:pt x="22" y="16"/>
                    <a:pt x="31" y="13"/>
                    <a:pt x="3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8" name="Freeform 842"/>
            <p:cNvSpPr>
              <a:spLocks/>
            </p:cNvSpPr>
            <p:nvPr/>
          </p:nvSpPr>
          <p:spPr bwMode="auto">
            <a:xfrm>
              <a:off x="2236788" y="3741738"/>
              <a:ext cx="114300" cy="52388"/>
            </a:xfrm>
            <a:custGeom>
              <a:avLst/>
              <a:gdLst>
                <a:gd name="T0" fmla="*/ 33 w 35"/>
                <a:gd name="T1" fmla="*/ 8 h 16"/>
                <a:gd name="T2" fmla="*/ 22 w 35"/>
                <a:gd name="T3" fmla="*/ 0 h 16"/>
                <a:gd name="T4" fmla="*/ 2 w 35"/>
                <a:gd name="T5" fmla="*/ 8 h 16"/>
                <a:gd name="T6" fmla="*/ 13 w 35"/>
                <a:gd name="T7" fmla="*/ 16 h 16"/>
                <a:gd name="T8" fmla="*/ 33 w 35"/>
                <a:gd name="T9" fmla="*/ 8 h 16"/>
              </a:gdLst>
              <a:ahLst/>
              <a:cxnLst>
                <a:cxn ang="0">
                  <a:pos x="T0" y="T1"/>
                </a:cxn>
                <a:cxn ang="0">
                  <a:pos x="T2" y="T3"/>
                </a:cxn>
                <a:cxn ang="0">
                  <a:pos x="T4" y="T5"/>
                </a:cxn>
                <a:cxn ang="0">
                  <a:pos x="T6" y="T7"/>
                </a:cxn>
                <a:cxn ang="0">
                  <a:pos x="T8" y="T9"/>
                </a:cxn>
              </a:cxnLst>
              <a:rect l="0" t="0" r="r" b="b"/>
              <a:pathLst>
                <a:path w="35" h="16">
                  <a:moveTo>
                    <a:pt x="33" y="8"/>
                  </a:moveTo>
                  <a:cubicBezTo>
                    <a:pt x="35" y="4"/>
                    <a:pt x="30" y="0"/>
                    <a:pt x="22" y="0"/>
                  </a:cubicBezTo>
                  <a:cubicBezTo>
                    <a:pt x="14" y="0"/>
                    <a:pt x="5" y="4"/>
                    <a:pt x="2" y="8"/>
                  </a:cubicBezTo>
                  <a:cubicBezTo>
                    <a:pt x="0" y="13"/>
                    <a:pt x="5" y="16"/>
                    <a:pt x="13" y="16"/>
                  </a:cubicBezTo>
                  <a:cubicBezTo>
                    <a:pt x="22" y="16"/>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9" name="Freeform 843"/>
            <p:cNvSpPr>
              <a:spLocks/>
            </p:cNvSpPr>
            <p:nvPr/>
          </p:nvSpPr>
          <p:spPr bwMode="auto">
            <a:xfrm>
              <a:off x="2360613" y="3741738"/>
              <a:ext cx="114300" cy="52388"/>
            </a:xfrm>
            <a:custGeom>
              <a:avLst/>
              <a:gdLst>
                <a:gd name="T0" fmla="*/ 32 w 35"/>
                <a:gd name="T1" fmla="*/ 8 h 16"/>
                <a:gd name="T2" fmla="*/ 21 w 35"/>
                <a:gd name="T3" fmla="*/ 0 h 16"/>
                <a:gd name="T4" fmla="*/ 2 w 35"/>
                <a:gd name="T5" fmla="*/ 8 h 16"/>
                <a:gd name="T6" fmla="*/ 13 w 35"/>
                <a:gd name="T7" fmla="*/ 16 h 16"/>
                <a:gd name="T8" fmla="*/ 32 w 35"/>
                <a:gd name="T9" fmla="*/ 8 h 16"/>
              </a:gdLst>
              <a:ahLst/>
              <a:cxnLst>
                <a:cxn ang="0">
                  <a:pos x="T0" y="T1"/>
                </a:cxn>
                <a:cxn ang="0">
                  <a:pos x="T2" y="T3"/>
                </a:cxn>
                <a:cxn ang="0">
                  <a:pos x="T4" y="T5"/>
                </a:cxn>
                <a:cxn ang="0">
                  <a:pos x="T6" y="T7"/>
                </a:cxn>
                <a:cxn ang="0">
                  <a:pos x="T8" y="T9"/>
                </a:cxn>
              </a:cxnLst>
              <a:rect l="0" t="0" r="r" b="b"/>
              <a:pathLst>
                <a:path w="35" h="16">
                  <a:moveTo>
                    <a:pt x="32" y="8"/>
                  </a:moveTo>
                  <a:cubicBezTo>
                    <a:pt x="35" y="4"/>
                    <a:pt x="30" y="0"/>
                    <a:pt x="21" y="0"/>
                  </a:cubicBezTo>
                  <a:cubicBezTo>
                    <a:pt x="13" y="0"/>
                    <a:pt x="4" y="4"/>
                    <a:pt x="2" y="8"/>
                  </a:cubicBezTo>
                  <a:cubicBezTo>
                    <a:pt x="0" y="13"/>
                    <a:pt x="5" y="16"/>
                    <a:pt x="13" y="16"/>
                  </a:cubicBezTo>
                  <a:cubicBezTo>
                    <a:pt x="21" y="16"/>
                    <a:pt x="30"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0" name="Freeform 844"/>
            <p:cNvSpPr>
              <a:spLocks/>
            </p:cNvSpPr>
            <p:nvPr/>
          </p:nvSpPr>
          <p:spPr bwMode="auto">
            <a:xfrm>
              <a:off x="2481263" y="3741738"/>
              <a:ext cx="115888" cy="52388"/>
            </a:xfrm>
            <a:custGeom>
              <a:avLst/>
              <a:gdLst>
                <a:gd name="T0" fmla="*/ 33 w 35"/>
                <a:gd name="T1" fmla="*/ 8 h 16"/>
                <a:gd name="T2" fmla="*/ 22 w 35"/>
                <a:gd name="T3" fmla="*/ 0 h 16"/>
                <a:gd name="T4" fmla="*/ 2 w 35"/>
                <a:gd name="T5" fmla="*/ 8 h 16"/>
                <a:gd name="T6" fmla="*/ 14 w 35"/>
                <a:gd name="T7" fmla="*/ 16 h 16"/>
                <a:gd name="T8" fmla="*/ 33 w 35"/>
                <a:gd name="T9" fmla="*/ 8 h 16"/>
              </a:gdLst>
              <a:ahLst/>
              <a:cxnLst>
                <a:cxn ang="0">
                  <a:pos x="T0" y="T1"/>
                </a:cxn>
                <a:cxn ang="0">
                  <a:pos x="T2" y="T3"/>
                </a:cxn>
                <a:cxn ang="0">
                  <a:pos x="T4" y="T5"/>
                </a:cxn>
                <a:cxn ang="0">
                  <a:pos x="T6" y="T7"/>
                </a:cxn>
                <a:cxn ang="0">
                  <a:pos x="T8" y="T9"/>
                </a:cxn>
              </a:cxnLst>
              <a:rect l="0" t="0" r="r" b="b"/>
              <a:pathLst>
                <a:path w="35" h="16">
                  <a:moveTo>
                    <a:pt x="33" y="8"/>
                  </a:moveTo>
                  <a:cubicBezTo>
                    <a:pt x="35" y="4"/>
                    <a:pt x="30" y="0"/>
                    <a:pt x="22" y="0"/>
                  </a:cubicBezTo>
                  <a:cubicBezTo>
                    <a:pt x="13" y="0"/>
                    <a:pt x="4" y="4"/>
                    <a:pt x="2" y="8"/>
                  </a:cubicBezTo>
                  <a:cubicBezTo>
                    <a:pt x="0" y="13"/>
                    <a:pt x="5" y="16"/>
                    <a:pt x="14" y="16"/>
                  </a:cubicBezTo>
                  <a:cubicBezTo>
                    <a:pt x="22" y="16"/>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1" name="Freeform 845"/>
            <p:cNvSpPr>
              <a:spLocks/>
            </p:cNvSpPr>
            <p:nvPr/>
          </p:nvSpPr>
          <p:spPr bwMode="auto">
            <a:xfrm>
              <a:off x="2200275" y="3806826"/>
              <a:ext cx="117475" cy="55563"/>
            </a:xfrm>
            <a:custGeom>
              <a:avLst/>
              <a:gdLst>
                <a:gd name="T0" fmla="*/ 34 w 36"/>
                <a:gd name="T1" fmla="*/ 8 h 17"/>
                <a:gd name="T2" fmla="*/ 22 w 36"/>
                <a:gd name="T3" fmla="*/ 0 h 17"/>
                <a:gd name="T4" fmla="*/ 3 w 36"/>
                <a:gd name="T5" fmla="*/ 8 h 17"/>
                <a:gd name="T6" fmla="*/ 14 w 36"/>
                <a:gd name="T7" fmla="*/ 17 h 17"/>
                <a:gd name="T8" fmla="*/ 34 w 36"/>
                <a:gd name="T9" fmla="*/ 8 h 17"/>
              </a:gdLst>
              <a:ahLst/>
              <a:cxnLst>
                <a:cxn ang="0">
                  <a:pos x="T0" y="T1"/>
                </a:cxn>
                <a:cxn ang="0">
                  <a:pos x="T2" y="T3"/>
                </a:cxn>
                <a:cxn ang="0">
                  <a:pos x="T4" y="T5"/>
                </a:cxn>
                <a:cxn ang="0">
                  <a:pos x="T6" y="T7"/>
                </a:cxn>
                <a:cxn ang="0">
                  <a:pos x="T8" y="T9"/>
                </a:cxn>
              </a:cxnLst>
              <a:rect l="0" t="0" r="r" b="b"/>
              <a:pathLst>
                <a:path w="36" h="17">
                  <a:moveTo>
                    <a:pt x="34" y="8"/>
                  </a:moveTo>
                  <a:cubicBezTo>
                    <a:pt x="36" y="4"/>
                    <a:pt x="31" y="0"/>
                    <a:pt x="22" y="0"/>
                  </a:cubicBezTo>
                  <a:cubicBezTo>
                    <a:pt x="14" y="0"/>
                    <a:pt x="5" y="4"/>
                    <a:pt x="3" y="8"/>
                  </a:cubicBezTo>
                  <a:cubicBezTo>
                    <a:pt x="0" y="13"/>
                    <a:pt x="5" y="17"/>
                    <a:pt x="14" y="17"/>
                  </a:cubicBezTo>
                  <a:cubicBezTo>
                    <a:pt x="22" y="17"/>
                    <a:pt x="31" y="13"/>
                    <a:pt x="3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2" name="Freeform 846"/>
            <p:cNvSpPr>
              <a:spLocks/>
            </p:cNvSpPr>
            <p:nvPr/>
          </p:nvSpPr>
          <p:spPr bwMode="auto">
            <a:xfrm>
              <a:off x="2324100" y="3806826"/>
              <a:ext cx="119063" cy="55563"/>
            </a:xfrm>
            <a:custGeom>
              <a:avLst/>
              <a:gdLst>
                <a:gd name="T0" fmla="*/ 33 w 36"/>
                <a:gd name="T1" fmla="*/ 8 h 17"/>
                <a:gd name="T2" fmla="*/ 22 w 36"/>
                <a:gd name="T3" fmla="*/ 0 h 17"/>
                <a:gd name="T4" fmla="*/ 3 w 36"/>
                <a:gd name="T5" fmla="*/ 8 h 17"/>
                <a:gd name="T6" fmla="*/ 14 w 36"/>
                <a:gd name="T7" fmla="*/ 17 h 17"/>
                <a:gd name="T8" fmla="*/ 33 w 36"/>
                <a:gd name="T9" fmla="*/ 8 h 17"/>
              </a:gdLst>
              <a:ahLst/>
              <a:cxnLst>
                <a:cxn ang="0">
                  <a:pos x="T0" y="T1"/>
                </a:cxn>
                <a:cxn ang="0">
                  <a:pos x="T2" y="T3"/>
                </a:cxn>
                <a:cxn ang="0">
                  <a:pos x="T4" y="T5"/>
                </a:cxn>
                <a:cxn ang="0">
                  <a:pos x="T6" y="T7"/>
                </a:cxn>
                <a:cxn ang="0">
                  <a:pos x="T8" y="T9"/>
                </a:cxn>
              </a:cxnLst>
              <a:rect l="0" t="0" r="r" b="b"/>
              <a:pathLst>
                <a:path w="36" h="17">
                  <a:moveTo>
                    <a:pt x="33" y="8"/>
                  </a:moveTo>
                  <a:cubicBezTo>
                    <a:pt x="36" y="4"/>
                    <a:pt x="31" y="0"/>
                    <a:pt x="22" y="0"/>
                  </a:cubicBezTo>
                  <a:cubicBezTo>
                    <a:pt x="14" y="0"/>
                    <a:pt x="5" y="4"/>
                    <a:pt x="3" y="8"/>
                  </a:cubicBezTo>
                  <a:cubicBezTo>
                    <a:pt x="0" y="13"/>
                    <a:pt x="5" y="17"/>
                    <a:pt x="14" y="17"/>
                  </a:cubicBezTo>
                  <a:cubicBezTo>
                    <a:pt x="22" y="17"/>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3" name="Freeform 847"/>
            <p:cNvSpPr>
              <a:spLocks/>
            </p:cNvSpPr>
            <p:nvPr/>
          </p:nvSpPr>
          <p:spPr bwMode="auto">
            <a:xfrm>
              <a:off x="2449513" y="3806826"/>
              <a:ext cx="114300" cy="55563"/>
            </a:xfrm>
            <a:custGeom>
              <a:avLst/>
              <a:gdLst>
                <a:gd name="T0" fmla="*/ 33 w 35"/>
                <a:gd name="T1" fmla="*/ 8 h 17"/>
                <a:gd name="T2" fmla="*/ 22 w 35"/>
                <a:gd name="T3" fmla="*/ 0 h 17"/>
                <a:gd name="T4" fmla="*/ 2 w 35"/>
                <a:gd name="T5" fmla="*/ 8 h 17"/>
                <a:gd name="T6" fmla="*/ 14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5" y="4"/>
                    <a:pt x="30" y="0"/>
                    <a:pt x="22" y="0"/>
                  </a:cubicBezTo>
                  <a:cubicBezTo>
                    <a:pt x="13" y="0"/>
                    <a:pt x="5" y="4"/>
                    <a:pt x="2" y="8"/>
                  </a:cubicBezTo>
                  <a:cubicBezTo>
                    <a:pt x="0" y="13"/>
                    <a:pt x="5" y="17"/>
                    <a:pt x="14" y="17"/>
                  </a:cubicBezTo>
                  <a:cubicBezTo>
                    <a:pt x="22" y="17"/>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4" name="Freeform 848"/>
            <p:cNvSpPr>
              <a:spLocks/>
            </p:cNvSpPr>
            <p:nvPr/>
          </p:nvSpPr>
          <p:spPr bwMode="auto">
            <a:xfrm>
              <a:off x="2163763" y="3876676"/>
              <a:ext cx="117475" cy="55563"/>
            </a:xfrm>
            <a:custGeom>
              <a:avLst/>
              <a:gdLst>
                <a:gd name="T0" fmla="*/ 34 w 36"/>
                <a:gd name="T1" fmla="*/ 8 h 17"/>
                <a:gd name="T2" fmla="*/ 23 w 36"/>
                <a:gd name="T3" fmla="*/ 0 h 17"/>
                <a:gd name="T4" fmla="*/ 3 w 36"/>
                <a:gd name="T5" fmla="*/ 8 h 17"/>
                <a:gd name="T6" fmla="*/ 14 w 36"/>
                <a:gd name="T7" fmla="*/ 17 h 17"/>
                <a:gd name="T8" fmla="*/ 34 w 36"/>
                <a:gd name="T9" fmla="*/ 8 h 17"/>
              </a:gdLst>
              <a:ahLst/>
              <a:cxnLst>
                <a:cxn ang="0">
                  <a:pos x="T0" y="T1"/>
                </a:cxn>
                <a:cxn ang="0">
                  <a:pos x="T2" y="T3"/>
                </a:cxn>
                <a:cxn ang="0">
                  <a:pos x="T4" y="T5"/>
                </a:cxn>
                <a:cxn ang="0">
                  <a:pos x="T6" y="T7"/>
                </a:cxn>
                <a:cxn ang="0">
                  <a:pos x="T8" y="T9"/>
                </a:cxn>
              </a:cxnLst>
              <a:rect l="0" t="0" r="r" b="b"/>
              <a:pathLst>
                <a:path w="36" h="17">
                  <a:moveTo>
                    <a:pt x="34" y="8"/>
                  </a:moveTo>
                  <a:cubicBezTo>
                    <a:pt x="36" y="3"/>
                    <a:pt x="31" y="0"/>
                    <a:pt x="23" y="0"/>
                  </a:cubicBezTo>
                  <a:cubicBezTo>
                    <a:pt x="14" y="0"/>
                    <a:pt x="5" y="3"/>
                    <a:pt x="3" y="8"/>
                  </a:cubicBezTo>
                  <a:cubicBezTo>
                    <a:pt x="0" y="13"/>
                    <a:pt x="5" y="17"/>
                    <a:pt x="14" y="17"/>
                  </a:cubicBezTo>
                  <a:cubicBezTo>
                    <a:pt x="23" y="17"/>
                    <a:pt x="32" y="13"/>
                    <a:pt x="3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5" name="Freeform 849"/>
            <p:cNvSpPr>
              <a:spLocks/>
            </p:cNvSpPr>
            <p:nvPr/>
          </p:nvSpPr>
          <p:spPr bwMode="auto">
            <a:xfrm>
              <a:off x="2292350" y="3876676"/>
              <a:ext cx="117475" cy="55563"/>
            </a:xfrm>
            <a:custGeom>
              <a:avLst/>
              <a:gdLst>
                <a:gd name="T0" fmla="*/ 33 w 36"/>
                <a:gd name="T1" fmla="*/ 8 h 17"/>
                <a:gd name="T2" fmla="*/ 22 w 36"/>
                <a:gd name="T3" fmla="*/ 0 h 17"/>
                <a:gd name="T4" fmla="*/ 2 w 36"/>
                <a:gd name="T5" fmla="*/ 8 h 17"/>
                <a:gd name="T6" fmla="*/ 13 w 36"/>
                <a:gd name="T7" fmla="*/ 17 h 17"/>
                <a:gd name="T8" fmla="*/ 33 w 36"/>
                <a:gd name="T9" fmla="*/ 8 h 17"/>
              </a:gdLst>
              <a:ahLst/>
              <a:cxnLst>
                <a:cxn ang="0">
                  <a:pos x="T0" y="T1"/>
                </a:cxn>
                <a:cxn ang="0">
                  <a:pos x="T2" y="T3"/>
                </a:cxn>
                <a:cxn ang="0">
                  <a:pos x="T4" y="T5"/>
                </a:cxn>
                <a:cxn ang="0">
                  <a:pos x="T6" y="T7"/>
                </a:cxn>
                <a:cxn ang="0">
                  <a:pos x="T8" y="T9"/>
                </a:cxn>
              </a:cxnLst>
              <a:rect l="0" t="0" r="r" b="b"/>
              <a:pathLst>
                <a:path w="36" h="17">
                  <a:moveTo>
                    <a:pt x="33" y="8"/>
                  </a:moveTo>
                  <a:cubicBezTo>
                    <a:pt x="36" y="3"/>
                    <a:pt x="30" y="0"/>
                    <a:pt x="22" y="0"/>
                  </a:cubicBezTo>
                  <a:cubicBezTo>
                    <a:pt x="13" y="0"/>
                    <a:pt x="4" y="3"/>
                    <a:pt x="2" y="8"/>
                  </a:cubicBezTo>
                  <a:cubicBezTo>
                    <a:pt x="0" y="13"/>
                    <a:pt x="5" y="17"/>
                    <a:pt x="13" y="17"/>
                  </a:cubicBezTo>
                  <a:cubicBezTo>
                    <a:pt x="22" y="17"/>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6" name="Freeform 850"/>
            <p:cNvSpPr>
              <a:spLocks/>
            </p:cNvSpPr>
            <p:nvPr/>
          </p:nvSpPr>
          <p:spPr bwMode="auto">
            <a:xfrm>
              <a:off x="2416175" y="3876676"/>
              <a:ext cx="117475" cy="55563"/>
            </a:xfrm>
            <a:custGeom>
              <a:avLst/>
              <a:gdLst>
                <a:gd name="T0" fmla="*/ 33 w 36"/>
                <a:gd name="T1" fmla="*/ 8 h 17"/>
                <a:gd name="T2" fmla="*/ 22 w 36"/>
                <a:gd name="T3" fmla="*/ 0 h 17"/>
                <a:gd name="T4" fmla="*/ 2 w 36"/>
                <a:gd name="T5" fmla="*/ 8 h 17"/>
                <a:gd name="T6" fmla="*/ 14 w 36"/>
                <a:gd name="T7" fmla="*/ 17 h 17"/>
                <a:gd name="T8" fmla="*/ 33 w 36"/>
                <a:gd name="T9" fmla="*/ 8 h 17"/>
              </a:gdLst>
              <a:ahLst/>
              <a:cxnLst>
                <a:cxn ang="0">
                  <a:pos x="T0" y="T1"/>
                </a:cxn>
                <a:cxn ang="0">
                  <a:pos x="T2" y="T3"/>
                </a:cxn>
                <a:cxn ang="0">
                  <a:pos x="T4" y="T5"/>
                </a:cxn>
                <a:cxn ang="0">
                  <a:pos x="T6" y="T7"/>
                </a:cxn>
                <a:cxn ang="0">
                  <a:pos x="T8" y="T9"/>
                </a:cxn>
              </a:cxnLst>
              <a:rect l="0" t="0" r="r" b="b"/>
              <a:pathLst>
                <a:path w="36" h="17">
                  <a:moveTo>
                    <a:pt x="33" y="8"/>
                  </a:moveTo>
                  <a:cubicBezTo>
                    <a:pt x="36" y="3"/>
                    <a:pt x="31" y="0"/>
                    <a:pt x="22" y="0"/>
                  </a:cubicBezTo>
                  <a:cubicBezTo>
                    <a:pt x="13" y="0"/>
                    <a:pt x="5" y="3"/>
                    <a:pt x="2" y="8"/>
                  </a:cubicBezTo>
                  <a:cubicBezTo>
                    <a:pt x="0" y="13"/>
                    <a:pt x="5" y="17"/>
                    <a:pt x="14" y="17"/>
                  </a:cubicBezTo>
                  <a:cubicBezTo>
                    <a:pt x="22" y="17"/>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7" name="Freeform 851"/>
            <p:cNvSpPr>
              <a:spLocks/>
            </p:cNvSpPr>
            <p:nvPr/>
          </p:nvSpPr>
          <p:spPr bwMode="auto">
            <a:xfrm>
              <a:off x="2128838" y="3944938"/>
              <a:ext cx="120650" cy="55563"/>
            </a:xfrm>
            <a:custGeom>
              <a:avLst/>
              <a:gdLst>
                <a:gd name="T0" fmla="*/ 34 w 37"/>
                <a:gd name="T1" fmla="*/ 8 h 17"/>
                <a:gd name="T2" fmla="*/ 23 w 37"/>
                <a:gd name="T3" fmla="*/ 0 h 17"/>
                <a:gd name="T4" fmla="*/ 3 w 37"/>
                <a:gd name="T5" fmla="*/ 8 h 17"/>
                <a:gd name="T6" fmla="*/ 14 w 37"/>
                <a:gd name="T7" fmla="*/ 17 h 17"/>
                <a:gd name="T8" fmla="*/ 34 w 37"/>
                <a:gd name="T9" fmla="*/ 8 h 17"/>
              </a:gdLst>
              <a:ahLst/>
              <a:cxnLst>
                <a:cxn ang="0">
                  <a:pos x="T0" y="T1"/>
                </a:cxn>
                <a:cxn ang="0">
                  <a:pos x="T2" y="T3"/>
                </a:cxn>
                <a:cxn ang="0">
                  <a:pos x="T4" y="T5"/>
                </a:cxn>
                <a:cxn ang="0">
                  <a:pos x="T6" y="T7"/>
                </a:cxn>
                <a:cxn ang="0">
                  <a:pos x="T8" y="T9"/>
                </a:cxn>
              </a:cxnLst>
              <a:rect l="0" t="0" r="r" b="b"/>
              <a:pathLst>
                <a:path w="37" h="17">
                  <a:moveTo>
                    <a:pt x="34" y="8"/>
                  </a:moveTo>
                  <a:cubicBezTo>
                    <a:pt x="37" y="3"/>
                    <a:pt x="32" y="0"/>
                    <a:pt x="23" y="0"/>
                  </a:cubicBezTo>
                  <a:cubicBezTo>
                    <a:pt x="14" y="0"/>
                    <a:pt x="5" y="3"/>
                    <a:pt x="3" y="8"/>
                  </a:cubicBezTo>
                  <a:cubicBezTo>
                    <a:pt x="0" y="13"/>
                    <a:pt x="5" y="17"/>
                    <a:pt x="14" y="17"/>
                  </a:cubicBezTo>
                  <a:cubicBezTo>
                    <a:pt x="23" y="17"/>
                    <a:pt x="32" y="13"/>
                    <a:pt x="3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8" name="Freeform 852"/>
            <p:cNvSpPr>
              <a:spLocks/>
            </p:cNvSpPr>
            <p:nvPr/>
          </p:nvSpPr>
          <p:spPr bwMode="auto">
            <a:xfrm>
              <a:off x="2255838" y="3944938"/>
              <a:ext cx="117475" cy="55563"/>
            </a:xfrm>
            <a:custGeom>
              <a:avLst/>
              <a:gdLst>
                <a:gd name="T0" fmla="*/ 34 w 36"/>
                <a:gd name="T1" fmla="*/ 8 h 17"/>
                <a:gd name="T2" fmla="*/ 22 w 36"/>
                <a:gd name="T3" fmla="*/ 0 h 17"/>
                <a:gd name="T4" fmla="*/ 2 w 36"/>
                <a:gd name="T5" fmla="*/ 8 h 17"/>
                <a:gd name="T6" fmla="*/ 14 w 36"/>
                <a:gd name="T7" fmla="*/ 17 h 17"/>
                <a:gd name="T8" fmla="*/ 34 w 36"/>
                <a:gd name="T9" fmla="*/ 8 h 17"/>
              </a:gdLst>
              <a:ahLst/>
              <a:cxnLst>
                <a:cxn ang="0">
                  <a:pos x="T0" y="T1"/>
                </a:cxn>
                <a:cxn ang="0">
                  <a:pos x="T2" y="T3"/>
                </a:cxn>
                <a:cxn ang="0">
                  <a:pos x="T4" y="T5"/>
                </a:cxn>
                <a:cxn ang="0">
                  <a:pos x="T6" y="T7"/>
                </a:cxn>
                <a:cxn ang="0">
                  <a:pos x="T8" y="T9"/>
                </a:cxn>
              </a:cxnLst>
              <a:rect l="0" t="0" r="r" b="b"/>
              <a:pathLst>
                <a:path w="36" h="17">
                  <a:moveTo>
                    <a:pt x="34" y="8"/>
                  </a:moveTo>
                  <a:cubicBezTo>
                    <a:pt x="36" y="3"/>
                    <a:pt x="31" y="0"/>
                    <a:pt x="22" y="0"/>
                  </a:cubicBezTo>
                  <a:cubicBezTo>
                    <a:pt x="14" y="0"/>
                    <a:pt x="5" y="3"/>
                    <a:pt x="2" y="8"/>
                  </a:cubicBezTo>
                  <a:cubicBezTo>
                    <a:pt x="0" y="13"/>
                    <a:pt x="5" y="17"/>
                    <a:pt x="14" y="17"/>
                  </a:cubicBezTo>
                  <a:cubicBezTo>
                    <a:pt x="23" y="17"/>
                    <a:pt x="32" y="13"/>
                    <a:pt x="3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9" name="Freeform 853"/>
            <p:cNvSpPr>
              <a:spLocks/>
            </p:cNvSpPr>
            <p:nvPr/>
          </p:nvSpPr>
          <p:spPr bwMode="auto">
            <a:xfrm>
              <a:off x="2382838" y="3944938"/>
              <a:ext cx="119063" cy="55563"/>
            </a:xfrm>
            <a:custGeom>
              <a:avLst/>
              <a:gdLst>
                <a:gd name="T0" fmla="*/ 33 w 36"/>
                <a:gd name="T1" fmla="*/ 8 h 17"/>
                <a:gd name="T2" fmla="*/ 22 w 36"/>
                <a:gd name="T3" fmla="*/ 0 h 17"/>
                <a:gd name="T4" fmla="*/ 2 w 36"/>
                <a:gd name="T5" fmla="*/ 8 h 17"/>
                <a:gd name="T6" fmla="*/ 14 w 36"/>
                <a:gd name="T7" fmla="*/ 17 h 17"/>
                <a:gd name="T8" fmla="*/ 33 w 36"/>
                <a:gd name="T9" fmla="*/ 8 h 17"/>
              </a:gdLst>
              <a:ahLst/>
              <a:cxnLst>
                <a:cxn ang="0">
                  <a:pos x="T0" y="T1"/>
                </a:cxn>
                <a:cxn ang="0">
                  <a:pos x="T2" y="T3"/>
                </a:cxn>
                <a:cxn ang="0">
                  <a:pos x="T4" y="T5"/>
                </a:cxn>
                <a:cxn ang="0">
                  <a:pos x="T6" y="T7"/>
                </a:cxn>
                <a:cxn ang="0">
                  <a:pos x="T8" y="T9"/>
                </a:cxn>
              </a:cxnLst>
              <a:rect l="0" t="0" r="r" b="b"/>
              <a:pathLst>
                <a:path w="36" h="17">
                  <a:moveTo>
                    <a:pt x="33" y="8"/>
                  </a:moveTo>
                  <a:cubicBezTo>
                    <a:pt x="36" y="3"/>
                    <a:pt x="31" y="0"/>
                    <a:pt x="22" y="0"/>
                  </a:cubicBezTo>
                  <a:cubicBezTo>
                    <a:pt x="13" y="0"/>
                    <a:pt x="4" y="3"/>
                    <a:pt x="2" y="8"/>
                  </a:cubicBezTo>
                  <a:cubicBezTo>
                    <a:pt x="0" y="13"/>
                    <a:pt x="5" y="17"/>
                    <a:pt x="14" y="17"/>
                  </a:cubicBezTo>
                  <a:cubicBezTo>
                    <a:pt x="22" y="17"/>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0" name="Freeform 854"/>
            <p:cNvSpPr>
              <a:spLocks/>
            </p:cNvSpPr>
            <p:nvPr/>
          </p:nvSpPr>
          <p:spPr bwMode="auto">
            <a:xfrm>
              <a:off x="2219325" y="4013201"/>
              <a:ext cx="122238" cy="60325"/>
            </a:xfrm>
            <a:custGeom>
              <a:avLst/>
              <a:gdLst>
                <a:gd name="T0" fmla="*/ 34 w 37"/>
                <a:gd name="T1" fmla="*/ 9 h 18"/>
                <a:gd name="T2" fmla="*/ 23 w 37"/>
                <a:gd name="T3" fmla="*/ 0 h 18"/>
                <a:gd name="T4" fmla="*/ 3 w 37"/>
                <a:gd name="T5" fmla="*/ 9 h 18"/>
                <a:gd name="T6" fmla="*/ 14 w 37"/>
                <a:gd name="T7" fmla="*/ 18 h 18"/>
                <a:gd name="T8" fmla="*/ 34 w 37"/>
                <a:gd name="T9" fmla="*/ 9 h 18"/>
              </a:gdLst>
              <a:ahLst/>
              <a:cxnLst>
                <a:cxn ang="0">
                  <a:pos x="T0" y="T1"/>
                </a:cxn>
                <a:cxn ang="0">
                  <a:pos x="T2" y="T3"/>
                </a:cxn>
                <a:cxn ang="0">
                  <a:pos x="T4" y="T5"/>
                </a:cxn>
                <a:cxn ang="0">
                  <a:pos x="T6" y="T7"/>
                </a:cxn>
                <a:cxn ang="0">
                  <a:pos x="T8" y="T9"/>
                </a:cxn>
              </a:cxnLst>
              <a:rect l="0" t="0" r="r" b="b"/>
              <a:pathLst>
                <a:path w="37" h="18">
                  <a:moveTo>
                    <a:pt x="34" y="9"/>
                  </a:moveTo>
                  <a:cubicBezTo>
                    <a:pt x="37" y="4"/>
                    <a:pt x="32" y="0"/>
                    <a:pt x="23" y="0"/>
                  </a:cubicBezTo>
                  <a:cubicBezTo>
                    <a:pt x="14" y="0"/>
                    <a:pt x="5" y="4"/>
                    <a:pt x="3" y="9"/>
                  </a:cubicBezTo>
                  <a:cubicBezTo>
                    <a:pt x="0" y="14"/>
                    <a:pt x="5" y="18"/>
                    <a:pt x="14" y="18"/>
                  </a:cubicBezTo>
                  <a:cubicBezTo>
                    <a:pt x="23" y="18"/>
                    <a:pt x="32" y="14"/>
                    <a:pt x="3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1" name="Freeform 855"/>
            <p:cNvSpPr>
              <a:spLocks/>
            </p:cNvSpPr>
            <p:nvPr/>
          </p:nvSpPr>
          <p:spPr bwMode="auto">
            <a:xfrm>
              <a:off x="2347913" y="4013201"/>
              <a:ext cx="120650" cy="60325"/>
            </a:xfrm>
            <a:custGeom>
              <a:avLst/>
              <a:gdLst>
                <a:gd name="T0" fmla="*/ 34 w 37"/>
                <a:gd name="T1" fmla="*/ 9 h 18"/>
                <a:gd name="T2" fmla="*/ 23 w 37"/>
                <a:gd name="T3" fmla="*/ 0 h 18"/>
                <a:gd name="T4" fmla="*/ 2 w 37"/>
                <a:gd name="T5" fmla="*/ 9 h 18"/>
                <a:gd name="T6" fmla="*/ 14 w 37"/>
                <a:gd name="T7" fmla="*/ 18 h 18"/>
                <a:gd name="T8" fmla="*/ 34 w 37"/>
                <a:gd name="T9" fmla="*/ 9 h 18"/>
              </a:gdLst>
              <a:ahLst/>
              <a:cxnLst>
                <a:cxn ang="0">
                  <a:pos x="T0" y="T1"/>
                </a:cxn>
                <a:cxn ang="0">
                  <a:pos x="T2" y="T3"/>
                </a:cxn>
                <a:cxn ang="0">
                  <a:pos x="T4" y="T5"/>
                </a:cxn>
                <a:cxn ang="0">
                  <a:pos x="T6" y="T7"/>
                </a:cxn>
                <a:cxn ang="0">
                  <a:pos x="T8" y="T9"/>
                </a:cxn>
              </a:cxnLst>
              <a:rect l="0" t="0" r="r" b="b"/>
              <a:pathLst>
                <a:path w="37" h="18">
                  <a:moveTo>
                    <a:pt x="34" y="9"/>
                  </a:moveTo>
                  <a:cubicBezTo>
                    <a:pt x="37" y="4"/>
                    <a:pt x="31" y="0"/>
                    <a:pt x="23" y="0"/>
                  </a:cubicBezTo>
                  <a:cubicBezTo>
                    <a:pt x="14" y="0"/>
                    <a:pt x="5" y="4"/>
                    <a:pt x="2" y="9"/>
                  </a:cubicBezTo>
                  <a:cubicBezTo>
                    <a:pt x="0" y="14"/>
                    <a:pt x="5" y="18"/>
                    <a:pt x="14" y="18"/>
                  </a:cubicBezTo>
                  <a:cubicBezTo>
                    <a:pt x="23" y="18"/>
                    <a:pt x="32" y="14"/>
                    <a:pt x="3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2" name="Freeform 856"/>
            <p:cNvSpPr>
              <a:spLocks/>
            </p:cNvSpPr>
            <p:nvPr/>
          </p:nvSpPr>
          <p:spPr bwMode="auto">
            <a:xfrm>
              <a:off x="2311400" y="4086226"/>
              <a:ext cx="120650" cy="61913"/>
            </a:xfrm>
            <a:custGeom>
              <a:avLst/>
              <a:gdLst>
                <a:gd name="T0" fmla="*/ 35 w 37"/>
                <a:gd name="T1" fmla="*/ 10 h 19"/>
                <a:gd name="T2" fmla="*/ 23 w 37"/>
                <a:gd name="T3" fmla="*/ 0 h 19"/>
                <a:gd name="T4" fmla="*/ 3 w 37"/>
                <a:gd name="T5" fmla="*/ 10 h 19"/>
                <a:gd name="T6" fmla="*/ 15 w 37"/>
                <a:gd name="T7" fmla="*/ 19 h 19"/>
                <a:gd name="T8" fmla="*/ 35 w 37"/>
                <a:gd name="T9" fmla="*/ 10 h 19"/>
              </a:gdLst>
              <a:ahLst/>
              <a:cxnLst>
                <a:cxn ang="0">
                  <a:pos x="T0" y="T1"/>
                </a:cxn>
                <a:cxn ang="0">
                  <a:pos x="T2" y="T3"/>
                </a:cxn>
                <a:cxn ang="0">
                  <a:pos x="T4" y="T5"/>
                </a:cxn>
                <a:cxn ang="0">
                  <a:pos x="T6" y="T7"/>
                </a:cxn>
                <a:cxn ang="0">
                  <a:pos x="T8" y="T9"/>
                </a:cxn>
              </a:cxnLst>
              <a:rect l="0" t="0" r="r" b="b"/>
              <a:pathLst>
                <a:path w="37" h="19">
                  <a:moveTo>
                    <a:pt x="35" y="10"/>
                  </a:moveTo>
                  <a:cubicBezTo>
                    <a:pt x="37" y="4"/>
                    <a:pt x="32" y="0"/>
                    <a:pt x="23" y="0"/>
                  </a:cubicBezTo>
                  <a:cubicBezTo>
                    <a:pt x="14" y="0"/>
                    <a:pt x="5" y="4"/>
                    <a:pt x="3" y="10"/>
                  </a:cubicBezTo>
                  <a:cubicBezTo>
                    <a:pt x="0" y="15"/>
                    <a:pt x="6" y="19"/>
                    <a:pt x="15" y="19"/>
                  </a:cubicBezTo>
                  <a:cubicBezTo>
                    <a:pt x="23" y="19"/>
                    <a:pt x="33" y="15"/>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3" name="Freeform 857"/>
            <p:cNvSpPr>
              <a:spLocks/>
            </p:cNvSpPr>
            <p:nvPr/>
          </p:nvSpPr>
          <p:spPr bwMode="auto">
            <a:xfrm>
              <a:off x="2443163" y="4086226"/>
              <a:ext cx="120650" cy="61913"/>
            </a:xfrm>
            <a:custGeom>
              <a:avLst/>
              <a:gdLst>
                <a:gd name="T0" fmla="*/ 34 w 37"/>
                <a:gd name="T1" fmla="*/ 10 h 19"/>
                <a:gd name="T2" fmla="*/ 22 w 37"/>
                <a:gd name="T3" fmla="*/ 0 h 19"/>
                <a:gd name="T4" fmla="*/ 2 w 37"/>
                <a:gd name="T5" fmla="*/ 10 h 19"/>
                <a:gd name="T6" fmla="*/ 14 w 37"/>
                <a:gd name="T7" fmla="*/ 19 h 19"/>
                <a:gd name="T8" fmla="*/ 34 w 37"/>
                <a:gd name="T9" fmla="*/ 10 h 19"/>
              </a:gdLst>
              <a:ahLst/>
              <a:cxnLst>
                <a:cxn ang="0">
                  <a:pos x="T0" y="T1"/>
                </a:cxn>
                <a:cxn ang="0">
                  <a:pos x="T2" y="T3"/>
                </a:cxn>
                <a:cxn ang="0">
                  <a:pos x="T4" y="T5"/>
                </a:cxn>
                <a:cxn ang="0">
                  <a:pos x="T6" y="T7"/>
                </a:cxn>
                <a:cxn ang="0">
                  <a:pos x="T8" y="T9"/>
                </a:cxn>
              </a:cxnLst>
              <a:rect l="0" t="0" r="r" b="b"/>
              <a:pathLst>
                <a:path w="37" h="19">
                  <a:moveTo>
                    <a:pt x="34" y="10"/>
                  </a:moveTo>
                  <a:cubicBezTo>
                    <a:pt x="37" y="4"/>
                    <a:pt x="31" y="0"/>
                    <a:pt x="22" y="0"/>
                  </a:cubicBezTo>
                  <a:cubicBezTo>
                    <a:pt x="14" y="0"/>
                    <a:pt x="5" y="4"/>
                    <a:pt x="2" y="10"/>
                  </a:cubicBezTo>
                  <a:cubicBezTo>
                    <a:pt x="0" y="15"/>
                    <a:pt x="5" y="19"/>
                    <a:pt x="14" y="19"/>
                  </a:cubicBezTo>
                  <a:cubicBezTo>
                    <a:pt x="23" y="19"/>
                    <a:pt x="32" y="15"/>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4" name="Freeform 858"/>
            <p:cNvSpPr>
              <a:spLocks/>
            </p:cNvSpPr>
            <p:nvPr/>
          </p:nvSpPr>
          <p:spPr bwMode="auto">
            <a:xfrm>
              <a:off x="2406650" y="4160838"/>
              <a:ext cx="120650" cy="63500"/>
            </a:xfrm>
            <a:custGeom>
              <a:avLst/>
              <a:gdLst>
                <a:gd name="T0" fmla="*/ 35 w 37"/>
                <a:gd name="T1" fmla="*/ 10 h 19"/>
                <a:gd name="T2" fmla="*/ 23 w 37"/>
                <a:gd name="T3" fmla="*/ 0 h 19"/>
                <a:gd name="T4" fmla="*/ 3 w 37"/>
                <a:gd name="T5" fmla="*/ 10 h 19"/>
                <a:gd name="T6" fmla="*/ 15 w 37"/>
                <a:gd name="T7" fmla="*/ 19 h 19"/>
                <a:gd name="T8" fmla="*/ 35 w 37"/>
                <a:gd name="T9" fmla="*/ 10 h 19"/>
              </a:gdLst>
              <a:ahLst/>
              <a:cxnLst>
                <a:cxn ang="0">
                  <a:pos x="T0" y="T1"/>
                </a:cxn>
                <a:cxn ang="0">
                  <a:pos x="T2" y="T3"/>
                </a:cxn>
                <a:cxn ang="0">
                  <a:pos x="T4" y="T5"/>
                </a:cxn>
                <a:cxn ang="0">
                  <a:pos x="T6" y="T7"/>
                </a:cxn>
                <a:cxn ang="0">
                  <a:pos x="T8" y="T9"/>
                </a:cxn>
              </a:cxnLst>
              <a:rect l="0" t="0" r="r" b="b"/>
              <a:pathLst>
                <a:path w="37" h="19">
                  <a:moveTo>
                    <a:pt x="35" y="10"/>
                  </a:moveTo>
                  <a:cubicBezTo>
                    <a:pt x="37" y="4"/>
                    <a:pt x="32" y="0"/>
                    <a:pt x="23" y="0"/>
                  </a:cubicBezTo>
                  <a:cubicBezTo>
                    <a:pt x="14" y="0"/>
                    <a:pt x="5" y="4"/>
                    <a:pt x="3" y="10"/>
                  </a:cubicBezTo>
                  <a:cubicBezTo>
                    <a:pt x="0" y="15"/>
                    <a:pt x="6" y="19"/>
                    <a:pt x="15" y="19"/>
                  </a:cubicBezTo>
                  <a:cubicBezTo>
                    <a:pt x="24" y="19"/>
                    <a:pt x="33" y="15"/>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5" name="Freeform 859"/>
            <p:cNvSpPr>
              <a:spLocks/>
            </p:cNvSpPr>
            <p:nvPr/>
          </p:nvSpPr>
          <p:spPr bwMode="auto">
            <a:xfrm>
              <a:off x="2924175" y="3324226"/>
              <a:ext cx="104775" cy="46038"/>
            </a:xfrm>
            <a:custGeom>
              <a:avLst/>
              <a:gdLst>
                <a:gd name="T0" fmla="*/ 31 w 32"/>
                <a:gd name="T1" fmla="*/ 7 h 14"/>
                <a:gd name="T2" fmla="*/ 20 w 32"/>
                <a:gd name="T3" fmla="*/ 0 h 14"/>
                <a:gd name="T4" fmla="*/ 2 w 32"/>
                <a:gd name="T5" fmla="*/ 7 h 14"/>
                <a:gd name="T6" fmla="*/ 13 w 32"/>
                <a:gd name="T7" fmla="*/ 14 h 14"/>
                <a:gd name="T8" fmla="*/ 31 w 32"/>
                <a:gd name="T9" fmla="*/ 7 h 14"/>
              </a:gdLst>
              <a:ahLst/>
              <a:cxnLst>
                <a:cxn ang="0">
                  <a:pos x="T0" y="T1"/>
                </a:cxn>
                <a:cxn ang="0">
                  <a:pos x="T2" y="T3"/>
                </a:cxn>
                <a:cxn ang="0">
                  <a:pos x="T4" y="T5"/>
                </a:cxn>
                <a:cxn ang="0">
                  <a:pos x="T6" y="T7"/>
                </a:cxn>
                <a:cxn ang="0">
                  <a:pos x="T8" y="T9"/>
                </a:cxn>
              </a:cxnLst>
              <a:rect l="0" t="0" r="r" b="b"/>
              <a:pathLst>
                <a:path w="32" h="14">
                  <a:moveTo>
                    <a:pt x="31" y="7"/>
                  </a:moveTo>
                  <a:cubicBezTo>
                    <a:pt x="32" y="3"/>
                    <a:pt x="28" y="0"/>
                    <a:pt x="20" y="0"/>
                  </a:cubicBezTo>
                  <a:cubicBezTo>
                    <a:pt x="12" y="0"/>
                    <a:pt x="4" y="3"/>
                    <a:pt x="2" y="7"/>
                  </a:cubicBezTo>
                  <a:cubicBezTo>
                    <a:pt x="0" y="10"/>
                    <a:pt x="5" y="14"/>
                    <a:pt x="13" y="14"/>
                  </a:cubicBezTo>
                  <a:cubicBezTo>
                    <a:pt x="21" y="14"/>
                    <a:pt x="29" y="10"/>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6" name="Freeform 860"/>
            <p:cNvSpPr>
              <a:spLocks/>
            </p:cNvSpPr>
            <p:nvPr/>
          </p:nvSpPr>
          <p:spPr bwMode="auto">
            <a:xfrm>
              <a:off x="2897188" y="3379788"/>
              <a:ext cx="107950" cy="46038"/>
            </a:xfrm>
            <a:custGeom>
              <a:avLst/>
              <a:gdLst>
                <a:gd name="T0" fmla="*/ 31 w 33"/>
                <a:gd name="T1" fmla="*/ 7 h 14"/>
                <a:gd name="T2" fmla="*/ 20 w 33"/>
                <a:gd name="T3" fmla="*/ 0 h 14"/>
                <a:gd name="T4" fmla="*/ 2 w 33"/>
                <a:gd name="T5" fmla="*/ 7 h 14"/>
                <a:gd name="T6" fmla="*/ 13 w 33"/>
                <a:gd name="T7" fmla="*/ 14 h 14"/>
                <a:gd name="T8" fmla="*/ 31 w 33"/>
                <a:gd name="T9" fmla="*/ 7 h 14"/>
              </a:gdLst>
              <a:ahLst/>
              <a:cxnLst>
                <a:cxn ang="0">
                  <a:pos x="T0" y="T1"/>
                </a:cxn>
                <a:cxn ang="0">
                  <a:pos x="T2" y="T3"/>
                </a:cxn>
                <a:cxn ang="0">
                  <a:pos x="T4" y="T5"/>
                </a:cxn>
                <a:cxn ang="0">
                  <a:pos x="T6" y="T7"/>
                </a:cxn>
                <a:cxn ang="0">
                  <a:pos x="T8" y="T9"/>
                </a:cxn>
              </a:cxnLst>
              <a:rect l="0" t="0" r="r" b="b"/>
              <a:pathLst>
                <a:path w="33" h="14">
                  <a:moveTo>
                    <a:pt x="31" y="7"/>
                  </a:moveTo>
                  <a:cubicBezTo>
                    <a:pt x="33" y="3"/>
                    <a:pt x="28" y="0"/>
                    <a:pt x="20" y="0"/>
                  </a:cubicBezTo>
                  <a:cubicBezTo>
                    <a:pt x="12" y="0"/>
                    <a:pt x="4" y="3"/>
                    <a:pt x="2" y="7"/>
                  </a:cubicBezTo>
                  <a:cubicBezTo>
                    <a:pt x="0" y="11"/>
                    <a:pt x="5" y="14"/>
                    <a:pt x="13" y="14"/>
                  </a:cubicBezTo>
                  <a:cubicBezTo>
                    <a:pt x="21" y="14"/>
                    <a:pt x="29"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7" name="Freeform 861"/>
            <p:cNvSpPr>
              <a:spLocks/>
            </p:cNvSpPr>
            <p:nvPr/>
          </p:nvSpPr>
          <p:spPr bwMode="auto">
            <a:xfrm>
              <a:off x="2871788" y="3436938"/>
              <a:ext cx="107950" cy="46038"/>
            </a:xfrm>
            <a:custGeom>
              <a:avLst/>
              <a:gdLst>
                <a:gd name="T0" fmla="*/ 31 w 33"/>
                <a:gd name="T1" fmla="*/ 7 h 14"/>
                <a:gd name="T2" fmla="*/ 20 w 33"/>
                <a:gd name="T3" fmla="*/ 0 h 14"/>
                <a:gd name="T4" fmla="*/ 2 w 33"/>
                <a:gd name="T5" fmla="*/ 7 h 14"/>
                <a:gd name="T6" fmla="*/ 13 w 33"/>
                <a:gd name="T7" fmla="*/ 14 h 14"/>
                <a:gd name="T8" fmla="*/ 31 w 33"/>
                <a:gd name="T9" fmla="*/ 7 h 14"/>
              </a:gdLst>
              <a:ahLst/>
              <a:cxnLst>
                <a:cxn ang="0">
                  <a:pos x="T0" y="T1"/>
                </a:cxn>
                <a:cxn ang="0">
                  <a:pos x="T2" y="T3"/>
                </a:cxn>
                <a:cxn ang="0">
                  <a:pos x="T4" y="T5"/>
                </a:cxn>
                <a:cxn ang="0">
                  <a:pos x="T6" y="T7"/>
                </a:cxn>
                <a:cxn ang="0">
                  <a:pos x="T8" y="T9"/>
                </a:cxn>
              </a:cxnLst>
              <a:rect l="0" t="0" r="r" b="b"/>
              <a:pathLst>
                <a:path w="33" h="14">
                  <a:moveTo>
                    <a:pt x="31" y="7"/>
                  </a:moveTo>
                  <a:cubicBezTo>
                    <a:pt x="33" y="3"/>
                    <a:pt x="28" y="0"/>
                    <a:pt x="20" y="0"/>
                  </a:cubicBezTo>
                  <a:cubicBezTo>
                    <a:pt x="12" y="0"/>
                    <a:pt x="4" y="3"/>
                    <a:pt x="2" y="7"/>
                  </a:cubicBezTo>
                  <a:cubicBezTo>
                    <a:pt x="0" y="11"/>
                    <a:pt x="5" y="14"/>
                    <a:pt x="13" y="14"/>
                  </a:cubicBezTo>
                  <a:cubicBezTo>
                    <a:pt x="21" y="14"/>
                    <a:pt x="29" y="1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8" name="Freeform 862"/>
            <p:cNvSpPr>
              <a:spLocks/>
            </p:cNvSpPr>
            <p:nvPr/>
          </p:nvSpPr>
          <p:spPr bwMode="auto">
            <a:xfrm>
              <a:off x="2841625" y="3495676"/>
              <a:ext cx="111125" cy="49213"/>
            </a:xfrm>
            <a:custGeom>
              <a:avLst/>
              <a:gdLst>
                <a:gd name="T0" fmla="*/ 32 w 34"/>
                <a:gd name="T1" fmla="*/ 7 h 15"/>
                <a:gd name="T2" fmla="*/ 20 w 34"/>
                <a:gd name="T3" fmla="*/ 0 h 15"/>
                <a:gd name="T4" fmla="*/ 2 w 34"/>
                <a:gd name="T5" fmla="*/ 7 h 15"/>
                <a:gd name="T6" fmla="*/ 14 w 34"/>
                <a:gd name="T7" fmla="*/ 15 h 15"/>
                <a:gd name="T8" fmla="*/ 32 w 34"/>
                <a:gd name="T9" fmla="*/ 7 h 15"/>
              </a:gdLst>
              <a:ahLst/>
              <a:cxnLst>
                <a:cxn ang="0">
                  <a:pos x="T0" y="T1"/>
                </a:cxn>
                <a:cxn ang="0">
                  <a:pos x="T2" y="T3"/>
                </a:cxn>
                <a:cxn ang="0">
                  <a:pos x="T4" y="T5"/>
                </a:cxn>
                <a:cxn ang="0">
                  <a:pos x="T6" y="T7"/>
                </a:cxn>
                <a:cxn ang="0">
                  <a:pos x="T8" y="T9"/>
                </a:cxn>
              </a:cxnLst>
              <a:rect l="0" t="0" r="r" b="b"/>
              <a:pathLst>
                <a:path w="34" h="15">
                  <a:moveTo>
                    <a:pt x="32" y="7"/>
                  </a:moveTo>
                  <a:cubicBezTo>
                    <a:pt x="34" y="3"/>
                    <a:pt x="29" y="0"/>
                    <a:pt x="20" y="0"/>
                  </a:cubicBezTo>
                  <a:cubicBezTo>
                    <a:pt x="12" y="0"/>
                    <a:pt x="4" y="3"/>
                    <a:pt x="2" y="7"/>
                  </a:cubicBezTo>
                  <a:cubicBezTo>
                    <a:pt x="0" y="11"/>
                    <a:pt x="5" y="15"/>
                    <a:pt x="14" y="15"/>
                  </a:cubicBezTo>
                  <a:cubicBezTo>
                    <a:pt x="22" y="15"/>
                    <a:pt x="30" y="1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9" name="Freeform 863"/>
            <p:cNvSpPr>
              <a:spLocks/>
            </p:cNvSpPr>
            <p:nvPr/>
          </p:nvSpPr>
          <p:spPr bwMode="auto">
            <a:xfrm>
              <a:off x="2816225" y="3554413"/>
              <a:ext cx="107950" cy="49213"/>
            </a:xfrm>
            <a:custGeom>
              <a:avLst/>
              <a:gdLst>
                <a:gd name="T0" fmla="*/ 31 w 33"/>
                <a:gd name="T1" fmla="*/ 7 h 15"/>
                <a:gd name="T2" fmla="*/ 20 w 33"/>
                <a:gd name="T3" fmla="*/ 0 h 15"/>
                <a:gd name="T4" fmla="*/ 2 w 33"/>
                <a:gd name="T5" fmla="*/ 7 h 15"/>
                <a:gd name="T6" fmla="*/ 13 w 33"/>
                <a:gd name="T7" fmla="*/ 15 h 15"/>
                <a:gd name="T8" fmla="*/ 31 w 33"/>
                <a:gd name="T9" fmla="*/ 7 h 15"/>
              </a:gdLst>
              <a:ahLst/>
              <a:cxnLst>
                <a:cxn ang="0">
                  <a:pos x="T0" y="T1"/>
                </a:cxn>
                <a:cxn ang="0">
                  <a:pos x="T2" y="T3"/>
                </a:cxn>
                <a:cxn ang="0">
                  <a:pos x="T4" y="T5"/>
                </a:cxn>
                <a:cxn ang="0">
                  <a:pos x="T6" y="T7"/>
                </a:cxn>
                <a:cxn ang="0">
                  <a:pos x="T8" y="T9"/>
                </a:cxn>
              </a:cxnLst>
              <a:rect l="0" t="0" r="r" b="b"/>
              <a:pathLst>
                <a:path w="33" h="15">
                  <a:moveTo>
                    <a:pt x="31" y="7"/>
                  </a:moveTo>
                  <a:cubicBezTo>
                    <a:pt x="33" y="3"/>
                    <a:pt x="28" y="0"/>
                    <a:pt x="20" y="0"/>
                  </a:cubicBezTo>
                  <a:cubicBezTo>
                    <a:pt x="12" y="0"/>
                    <a:pt x="4" y="3"/>
                    <a:pt x="2" y="7"/>
                  </a:cubicBezTo>
                  <a:cubicBezTo>
                    <a:pt x="0" y="12"/>
                    <a:pt x="5" y="15"/>
                    <a:pt x="13" y="15"/>
                  </a:cubicBezTo>
                  <a:cubicBezTo>
                    <a:pt x="21" y="15"/>
                    <a:pt x="30" y="12"/>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0" name="Freeform 864"/>
            <p:cNvSpPr>
              <a:spLocks/>
            </p:cNvSpPr>
            <p:nvPr/>
          </p:nvSpPr>
          <p:spPr bwMode="auto">
            <a:xfrm>
              <a:off x="2786063" y="3613151"/>
              <a:ext cx="111125" cy="52388"/>
            </a:xfrm>
            <a:custGeom>
              <a:avLst/>
              <a:gdLst>
                <a:gd name="T0" fmla="*/ 32 w 34"/>
                <a:gd name="T1" fmla="*/ 8 h 16"/>
                <a:gd name="T2" fmla="*/ 21 w 34"/>
                <a:gd name="T3" fmla="*/ 0 h 16"/>
                <a:gd name="T4" fmla="*/ 2 w 34"/>
                <a:gd name="T5" fmla="*/ 8 h 16"/>
                <a:gd name="T6" fmla="*/ 14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4" y="4"/>
                    <a:pt x="29" y="0"/>
                    <a:pt x="21" y="0"/>
                  </a:cubicBezTo>
                  <a:cubicBezTo>
                    <a:pt x="12" y="0"/>
                    <a:pt x="4" y="4"/>
                    <a:pt x="2" y="8"/>
                  </a:cubicBezTo>
                  <a:cubicBezTo>
                    <a:pt x="0" y="12"/>
                    <a:pt x="5" y="16"/>
                    <a:pt x="14" y="16"/>
                  </a:cubicBezTo>
                  <a:cubicBezTo>
                    <a:pt x="22" y="16"/>
                    <a:pt x="30" y="12"/>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1" name="Freeform 865"/>
            <p:cNvSpPr>
              <a:spLocks/>
            </p:cNvSpPr>
            <p:nvPr/>
          </p:nvSpPr>
          <p:spPr bwMode="auto">
            <a:xfrm>
              <a:off x="2757488" y="3676651"/>
              <a:ext cx="111125" cy="52388"/>
            </a:xfrm>
            <a:custGeom>
              <a:avLst/>
              <a:gdLst>
                <a:gd name="T0" fmla="*/ 32 w 34"/>
                <a:gd name="T1" fmla="*/ 8 h 16"/>
                <a:gd name="T2" fmla="*/ 21 w 34"/>
                <a:gd name="T3" fmla="*/ 0 h 16"/>
                <a:gd name="T4" fmla="*/ 2 w 34"/>
                <a:gd name="T5" fmla="*/ 8 h 16"/>
                <a:gd name="T6" fmla="*/ 14 w 34"/>
                <a:gd name="T7" fmla="*/ 16 h 16"/>
                <a:gd name="T8" fmla="*/ 32 w 34"/>
                <a:gd name="T9" fmla="*/ 8 h 16"/>
              </a:gdLst>
              <a:ahLst/>
              <a:cxnLst>
                <a:cxn ang="0">
                  <a:pos x="T0" y="T1"/>
                </a:cxn>
                <a:cxn ang="0">
                  <a:pos x="T2" y="T3"/>
                </a:cxn>
                <a:cxn ang="0">
                  <a:pos x="T4" y="T5"/>
                </a:cxn>
                <a:cxn ang="0">
                  <a:pos x="T6" y="T7"/>
                </a:cxn>
                <a:cxn ang="0">
                  <a:pos x="T8" y="T9"/>
                </a:cxn>
              </a:cxnLst>
              <a:rect l="0" t="0" r="r" b="b"/>
              <a:pathLst>
                <a:path w="34" h="16">
                  <a:moveTo>
                    <a:pt x="32" y="8"/>
                  </a:moveTo>
                  <a:cubicBezTo>
                    <a:pt x="34" y="4"/>
                    <a:pt x="29" y="0"/>
                    <a:pt x="21" y="0"/>
                  </a:cubicBezTo>
                  <a:cubicBezTo>
                    <a:pt x="13" y="0"/>
                    <a:pt x="4" y="4"/>
                    <a:pt x="2" y="8"/>
                  </a:cubicBezTo>
                  <a:cubicBezTo>
                    <a:pt x="0" y="13"/>
                    <a:pt x="5" y="16"/>
                    <a:pt x="14" y="16"/>
                  </a:cubicBezTo>
                  <a:cubicBezTo>
                    <a:pt x="22" y="16"/>
                    <a:pt x="31" y="13"/>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2" name="Freeform 866"/>
            <p:cNvSpPr>
              <a:spLocks/>
            </p:cNvSpPr>
            <p:nvPr/>
          </p:nvSpPr>
          <p:spPr bwMode="auto">
            <a:xfrm>
              <a:off x="2727325" y="3741738"/>
              <a:ext cx="114300" cy="52388"/>
            </a:xfrm>
            <a:custGeom>
              <a:avLst/>
              <a:gdLst>
                <a:gd name="T0" fmla="*/ 33 w 35"/>
                <a:gd name="T1" fmla="*/ 8 h 16"/>
                <a:gd name="T2" fmla="*/ 21 w 35"/>
                <a:gd name="T3" fmla="*/ 0 h 16"/>
                <a:gd name="T4" fmla="*/ 2 w 35"/>
                <a:gd name="T5" fmla="*/ 8 h 16"/>
                <a:gd name="T6" fmla="*/ 14 w 35"/>
                <a:gd name="T7" fmla="*/ 16 h 16"/>
                <a:gd name="T8" fmla="*/ 33 w 35"/>
                <a:gd name="T9" fmla="*/ 8 h 16"/>
              </a:gdLst>
              <a:ahLst/>
              <a:cxnLst>
                <a:cxn ang="0">
                  <a:pos x="T0" y="T1"/>
                </a:cxn>
                <a:cxn ang="0">
                  <a:pos x="T2" y="T3"/>
                </a:cxn>
                <a:cxn ang="0">
                  <a:pos x="T4" y="T5"/>
                </a:cxn>
                <a:cxn ang="0">
                  <a:pos x="T6" y="T7"/>
                </a:cxn>
                <a:cxn ang="0">
                  <a:pos x="T8" y="T9"/>
                </a:cxn>
              </a:cxnLst>
              <a:rect l="0" t="0" r="r" b="b"/>
              <a:pathLst>
                <a:path w="35" h="16">
                  <a:moveTo>
                    <a:pt x="33" y="8"/>
                  </a:moveTo>
                  <a:cubicBezTo>
                    <a:pt x="35" y="4"/>
                    <a:pt x="30" y="0"/>
                    <a:pt x="21" y="0"/>
                  </a:cubicBezTo>
                  <a:cubicBezTo>
                    <a:pt x="13" y="0"/>
                    <a:pt x="4" y="4"/>
                    <a:pt x="2" y="8"/>
                  </a:cubicBezTo>
                  <a:cubicBezTo>
                    <a:pt x="0" y="13"/>
                    <a:pt x="5" y="16"/>
                    <a:pt x="14" y="16"/>
                  </a:cubicBezTo>
                  <a:cubicBezTo>
                    <a:pt x="22" y="16"/>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3" name="Freeform 867"/>
            <p:cNvSpPr>
              <a:spLocks/>
            </p:cNvSpPr>
            <p:nvPr/>
          </p:nvSpPr>
          <p:spPr bwMode="auto">
            <a:xfrm>
              <a:off x="2697163" y="3806826"/>
              <a:ext cx="115888" cy="55563"/>
            </a:xfrm>
            <a:custGeom>
              <a:avLst/>
              <a:gdLst>
                <a:gd name="T0" fmla="*/ 33 w 35"/>
                <a:gd name="T1" fmla="*/ 8 h 17"/>
                <a:gd name="T2" fmla="*/ 21 w 35"/>
                <a:gd name="T3" fmla="*/ 0 h 17"/>
                <a:gd name="T4" fmla="*/ 2 w 35"/>
                <a:gd name="T5" fmla="*/ 8 h 17"/>
                <a:gd name="T6" fmla="*/ 14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5" y="4"/>
                    <a:pt x="30" y="0"/>
                    <a:pt x="21" y="0"/>
                  </a:cubicBezTo>
                  <a:cubicBezTo>
                    <a:pt x="13" y="0"/>
                    <a:pt x="4" y="4"/>
                    <a:pt x="2" y="8"/>
                  </a:cubicBezTo>
                  <a:cubicBezTo>
                    <a:pt x="0" y="13"/>
                    <a:pt x="5" y="17"/>
                    <a:pt x="14" y="17"/>
                  </a:cubicBezTo>
                  <a:cubicBezTo>
                    <a:pt x="22" y="17"/>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4" name="Freeform 868"/>
            <p:cNvSpPr>
              <a:spLocks/>
            </p:cNvSpPr>
            <p:nvPr/>
          </p:nvSpPr>
          <p:spPr bwMode="auto">
            <a:xfrm>
              <a:off x="2668588" y="3876676"/>
              <a:ext cx="114300" cy="55563"/>
            </a:xfrm>
            <a:custGeom>
              <a:avLst/>
              <a:gdLst>
                <a:gd name="T0" fmla="*/ 33 w 35"/>
                <a:gd name="T1" fmla="*/ 8 h 17"/>
                <a:gd name="T2" fmla="*/ 21 w 35"/>
                <a:gd name="T3" fmla="*/ 0 h 17"/>
                <a:gd name="T4" fmla="*/ 2 w 35"/>
                <a:gd name="T5" fmla="*/ 8 h 17"/>
                <a:gd name="T6" fmla="*/ 13 w 35"/>
                <a:gd name="T7" fmla="*/ 17 h 17"/>
                <a:gd name="T8" fmla="*/ 33 w 35"/>
                <a:gd name="T9" fmla="*/ 8 h 17"/>
              </a:gdLst>
              <a:ahLst/>
              <a:cxnLst>
                <a:cxn ang="0">
                  <a:pos x="T0" y="T1"/>
                </a:cxn>
                <a:cxn ang="0">
                  <a:pos x="T2" y="T3"/>
                </a:cxn>
                <a:cxn ang="0">
                  <a:pos x="T4" y="T5"/>
                </a:cxn>
                <a:cxn ang="0">
                  <a:pos x="T6" y="T7"/>
                </a:cxn>
                <a:cxn ang="0">
                  <a:pos x="T8" y="T9"/>
                </a:cxn>
              </a:cxnLst>
              <a:rect l="0" t="0" r="r" b="b"/>
              <a:pathLst>
                <a:path w="35" h="17">
                  <a:moveTo>
                    <a:pt x="33" y="8"/>
                  </a:moveTo>
                  <a:cubicBezTo>
                    <a:pt x="35" y="3"/>
                    <a:pt x="30" y="0"/>
                    <a:pt x="21" y="0"/>
                  </a:cubicBezTo>
                  <a:cubicBezTo>
                    <a:pt x="12" y="0"/>
                    <a:pt x="4" y="3"/>
                    <a:pt x="2" y="8"/>
                  </a:cubicBezTo>
                  <a:cubicBezTo>
                    <a:pt x="0" y="13"/>
                    <a:pt x="5" y="17"/>
                    <a:pt x="13" y="17"/>
                  </a:cubicBezTo>
                  <a:cubicBezTo>
                    <a:pt x="22" y="17"/>
                    <a:pt x="31" y="13"/>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5" name="Freeform 869"/>
            <p:cNvSpPr>
              <a:spLocks/>
            </p:cNvSpPr>
            <p:nvPr/>
          </p:nvSpPr>
          <p:spPr bwMode="auto">
            <a:xfrm>
              <a:off x="2635250" y="3944938"/>
              <a:ext cx="119063" cy="55563"/>
            </a:xfrm>
            <a:custGeom>
              <a:avLst/>
              <a:gdLst>
                <a:gd name="T0" fmla="*/ 34 w 36"/>
                <a:gd name="T1" fmla="*/ 8 h 17"/>
                <a:gd name="T2" fmla="*/ 22 w 36"/>
                <a:gd name="T3" fmla="*/ 0 h 17"/>
                <a:gd name="T4" fmla="*/ 2 w 36"/>
                <a:gd name="T5" fmla="*/ 8 h 17"/>
                <a:gd name="T6" fmla="*/ 14 w 36"/>
                <a:gd name="T7" fmla="*/ 17 h 17"/>
                <a:gd name="T8" fmla="*/ 34 w 36"/>
                <a:gd name="T9" fmla="*/ 8 h 17"/>
              </a:gdLst>
              <a:ahLst/>
              <a:cxnLst>
                <a:cxn ang="0">
                  <a:pos x="T0" y="T1"/>
                </a:cxn>
                <a:cxn ang="0">
                  <a:pos x="T2" y="T3"/>
                </a:cxn>
                <a:cxn ang="0">
                  <a:pos x="T4" y="T5"/>
                </a:cxn>
                <a:cxn ang="0">
                  <a:pos x="T6" y="T7"/>
                </a:cxn>
                <a:cxn ang="0">
                  <a:pos x="T8" y="T9"/>
                </a:cxn>
              </a:cxnLst>
              <a:rect l="0" t="0" r="r" b="b"/>
              <a:pathLst>
                <a:path w="36" h="17">
                  <a:moveTo>
                    <a:pt x="34" y="8"/>
                  </a:moveTo>
                  <a:cubicBezTo>
                    <a:pt x="36" y="3"/>
                    <a:pt x="30" y="0"/>
                    <a:pt x="22" y="0"/>
                  </a:cubicBezTo>
                  <a:cubicBezTo>
                    <a:pt x="13" y="0"/>
                    <a:pt x="4" y="3"/>
                    <a:pt x="2" y="8"/>
                  </a:cubicBezTo>
                  <a:cubicBezTo>
                    <a:pt x="0" y="13"/>
                    <a:pt x="5" y="17"/>
                    <a:pt x="14" y="17"/>
                  </a:cubicBezTo>
                  <a:cubicBezTo>
                    <a:pt x="23" y="17"/>
                    <a:pt x="31" y="13"/>
                    <a:pt x="3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6" name="Freeform 870"/>
            <p:cNvSpPr>
              <a:spLocks/>
            </p:cNvSpPr>
            <p:nvPr/>
          </p:nvSpPr>
          <p:spPr bwMode="auto">
            <a:xfrm>
              <a:off x="2603500" y="4013201"/>
              <a:ext cx="117475" cy="60325"/>
            </a:xfrm>
            <a:custGeom>
              <a:avLst/>
              <a:gdLst>
                <a:gd name="T0" fmla="*/ 34 w 36"/>
                <a:gd name="T1" fmla="*/ 9 h 18"/>
                <a:gd name="T2" fmla="*/ 22 w 36"/>
                <a:gd name="T3" fmla="*/ 0 h 18"/>
                <a:gd name="T4" fmla="*/ 2 w 36"/>
                <a:gd name="T5" fmla="*/ 9 h 18"/>
                <a:gd name="T6" fmla="*/ 14 w 36"/>
                <a:gd name="T7" fmla="*/ 18 h 18"/>
                <a:gd name="T8" fmla="*/ 34 w 36"/>
                <a:gd name="T9" fmla="*/ 9 h 18"/>
              </a:gdLst>
              <a:ahLst/>
              <a:cxnLst>
                <a:cxn ang="0">
                  <a:pos x="T0" y="T1"/>
                </a:cxn>
                <a:cxn ang="0">
                  <a:pos x="T2" y="T3"/>
                </a:cxn>
                <a:cxn ang="0">
                  <a:pos x="T4" y="T5"/>
                </a:cxn>
                <a:cxn ang="0">
                  <a:pos x="T6" y="T7"/>
                </a:cxn>
                <a:cxn ang="0">
                  <a:pos x="T8" y="T9"/>
                </a:cxn>
              </a:cxnLst>
              <a:rect l="0" t="0" r="r" b="b"/>
              <a:pathLst>
                <a:path w="36" h="18">
                  <a:moveTo>
                    <a:pt x="34" y="9"/>
                  </a:moveTo>
                  <a:cubicBezTo>
                    <a:pt x="36" y="4"/>
                    <a:pt x="31" y="0"/>
                    <a:pt x="22" y="0"/>
                  </a:cubicBezTo>
                  <a:cubicBezTo>
                    <a:pt x="13" y="0"/>
                    <a:pt x="5" y="4"/>
                    <a:pt x="2" y="9"/>
                  </a:cubicBezTo>
                  <a:cubicBezTo>
                    <a:pt x="0" y="14"/>
                    <a:pt x="6" y="18"/>
                    <a:pt x="14" y="18"/>
                  </a:cubicBezTo>
                  <a:cubicBezTo>
                    <a:pt x="23" y="18"/>
                    <a:pt x="32" y="14"/>
                    <a:pt x="3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7" name="Freeform 871"/>
            <p:cNvSpPr>
              <a:spLocks/>
            </p:cNvSpPr>
            <p:nvPr/>
          </p:nvSpPr>
          <p:spPr bwMode="auto">
            <a:xfrm>
              <a:off x="2570163" y="4086226"/>
              <a:ext cx="120650" cy="61913"/>
            </a:xfrm>
            <a:custGeom>
              <a:avLst/>
              <a:gdLst>
                <a:gd name="T0" fmla="*/ 35 w 37"/>
                <a:gd name="T1" fmla="*/ 10 h 19"/>
                <a:gd name="T2" fmla="*/ 23 w 37"/>
                <a:gd name="T3" fmla="*/ 0 h 19"/>
                <a:gd name="T4" fmla="*/ 3 w 37"/>
                <a:gd name="T5" fmla="*/ 10 h 19"/>
                <a:gd name="T6" fmla="*/ 15 w 37"/>
                <a:gd name="T7" fmla="*/ 19 h 19"/>
                <a:gd name="T8" fmla="*/ 35 w 37"/>
                <a:gd name="T9" fmla="*/ 10 h 19"/>
              </a:gdLst>
              <a:ahLst/>
              <a:cxnLst>
                <a:cxn ang="0">
                  <a:pos x="T0" y="T1"/>
                </a:cxn>
                <a:cxn ang="0">
                  <a:pos x="T2" y="T3"/>
                </a:cxn>
                <a:cxn ang="0">
                  <a:pos x="T4" y="T5"/>
                </a:cxn>
                <a:cxn ang="0">
                  <a:pos x="T6" y="T7"/>
                </a:cxn>
                <a:cxn ang="0">
                  <a:pos x="T8" y="T9"/>
                </a:cxn>
              </a:cxnLst>
              <a:rect l="0" t="0" r="r" b="b"/>
              <a:pathLst>
                <a:path w="37" h="19">
                  <a:moveTo>
                    <a:pt x="35" y="10"/>
                  </a:moveTo>
                  <a:cubicBezTo>
                    <a:pt x="37" y="4"/>
                    <a:pt x="31" y="0"/>
                    <a:pt x="23" y="0"/>
                  </a:cubicBezTo>
                  <a:cubicBezTo>
                    <a:pt x="14" y="0"/>
                    <a:pt x="5" y="4"/>
                    <a:pt x="3" y="10"/>
                  </a:cubicBezTo>
                  <a:cubicBezTo>
                    <a:pt x="0" y="15"/>
                    <a:pt x="6" y="19"/>
                    <a:pt x="15" y="19"/>
                  </a:cubicBezTo>
                  <a:cubicBezTo>
                    <a:pt x="23" y="19"/>
                    <a:pt x="32" y="15"/>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8" name="Freeform 872"/>
            <p:cNvSpPr>
              <a:spLocks/>
            </p:cNvSpPr>
            <p:nvPr/>
          </p:nvSpPr>
          <p:spPr bwMode="auto">
            <a:xfrm>
              <a:off x="2536825" y="4160838"/>
              <a:ext cx="122238" cy="63500"/>
            </a:xfrm>
            <a:custGeom>
              <a:avLst/>
              <a:gdLst>
                <a:gd name="T0" fmla="*/ 35 w 37"/>
                <a:gd name="T1" fmla="*/ 10 h 19"/>
                <a:gd name="T2" fmla="*/ 23 w 37"/>
                <a:gd name="T3" fmla="*/ 0 h 19"/>
                <a:gd name="T4" fmla="*/ 2 w 37"/>
                <a:gd name="T5" fmla="*/ 10 h 19"/>
                <a:gd name="T6" fmla="*/ 15 w 37"/>
                <a:gd name="T7" fmla="*/ 19 h 19"/>
                <a:gd name="T8" fmla="*/ 35 w 37"/>
                <a:gd name="T9" fmla="*/ 10 h 19"/>
              </a:gdLst>
              <a:ahLst/>
              <a:cxnLst>
                <a:cxn ang="0">
                  <a:pos x="T0" y="T1"/>
                </a:cxn>
                <a:cxn ang="0">
                  <a:pos x="T2" y="T3"/>
                </a:cxn>
                <a:cxn ang="0">
                  <a:pos x="T4" y="T5"/>
                </a:cxn>
                <a:cxn ang="0">
                  <a:pos x="T6" y="T7"/>
                </a:cxn>
                <a:cxn ang="0">
                  <a:pos x="T8" y="T9"/>
                </a:cxn>
              </a:cxnLst>
              <a:rect l="0" t="0" r="r" b="b"/>
              <a:pathLst>
                <a:path w="37" h="19">
                  <a:moveTo>
                    <a:pt x="35" y="10"/>
                  </a:moveTo>
                  <a:cubicBezTo>
                    <a:pt x="37" y="4"/>
                    <a:pt x="32" y="0"/>
                    <a:pt x="23" y="0"/>
                  </a:cubicBezTo>
                  <a:cubicBezTo>
                    <a:pt x="14" y="0"/>
                    <a:pt x="5" y="4"/>
                    <a:pt x="2" y="10"/>
                  </a:cubicBezTo>
                  <a:cubicBezTo>
                    <a:pt x="0" y="15"/>
                    <a:pt x="6" y="19"/>
                    <a:pt x="15" y="19"/>
                  </a:cubicBezTo>
                  <a:cubicBezTo>
                    <a:pt x="24" y="19"/>
                    <a:pt x="33" y="15"/>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9" name="Freeform 873"/>
            <p:cNvSpPr>
              <a:spLocks/>
            </p:cNvSpPr>
            <p:nvPr/>
          </p:nvSpPr>
          <p:spPr bwMode="auto">
            <a:xfrm>
              <a:off x="2505075" y="4237038"/>
              <a:ext cx="120650" cy="65088"/>
            </a:xfrm>
            <a:custGeom>
              <a:avLst/>
              <a:gdLst>
                <a:gd name="T0" fmla="*/ 35 w 37"/>
                <a:gd name="T1" fmla="*/ 10 h 20"/>
                <a:gd name="T2" fmla="*/ 23 w 37"/>
                <a:gd name="T3" fmla="*/ 0 h 20"/>
                <a:gd name="T4" fmla="*/ 2 w 37"/>
                <a:gd name="T5" fmla="*/ 10 h 20"/>
                <a:gd name="T6" fmla="*/ 14 w 37"/>
                <a:gd name="T7" fmla="*/ 20 h 20"/>
                <a:gd name="T8" fmla="*/ 35 w 37"/>
                <a:gd name="T9" fmla="*/ 10 h 20"/>
              </a:gdLst>
              <a:ahLst/>
              <a:cxnLst>
                <a:cxn ang="0">
                  <a:pos x="T0" y="T1"/>
                </a:cxn>
                <a:cxn ang="0">
                  <a:pos x="T2" y="T3"/>
                </a:cxn>
                <a:cxn ang="0">
                  <a:pos x="T4" y="T5"/>
                </a:cxn>
                <a:cxn ang="0">
                  <a:pos x="T6" y="T7"/>
                </a:cxn>
                <a:cxn ang="0">
                  <a:pos x="T8" y="T9"/>
                </a:cxn>
              </a:cxnLst>
              <a:rect l="0" t="0" r="r" b="b"/>
              <a:pathLst>
                <a:path w="37" h="20">
                  <a:moveTo>
                    <a:pt x="35" y="10"/>
                  </a:moveTo>
                  <a:cubicBezTo>
                    <a:pt x="37" y="5"/>
                    <a:pt x="32" y="0"/>
                    <a:pt x="23" y="0"/>
                  </a:cubicBezTo>
                  <a:cubicBezTo>
                    <a:pt x="14" y="0"/>
                    <a:pt x="5" y="5"/>
                    <a:pt x="2" y="10"/>
                  </a:cubicBezTo>
                  <a:cubicBezTo>
                    <a:pt x="0" y="16"/>
                    <a:pt x="5" y="20"/>
                    <a:pt x="14" y="20"/>
                  </a:cubicBezTo>
                  <a:cubicBezTo>
                    <a:pt x="24" y="20"/>
                    <a:pt x="33" y="16"/>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40" name="Freeform 874"/>
            <p:cNvSpPr>
              <a:spLocks/>
            </p:cNvSpPr>
            <p:nvPr/>
          </p:nvSpPr>
          <p:spPr bwMode="auto">
            <a:xfrm>
              <a:off x="2468563" y="4316413"/>
              <a:ext cx="123825" cy="68263"/>
            </a:xfrm>
            <a:custGeom>
              <a:avLst/>
              <a:gdLst>
                <a:gd name="T0" fmla="*/ 36 w 38"/>
                <a:gd name="T1" fmla="*/ 10 h 21"/>
                <a:gd name="T2" fmla="*/ 24 w 38"/>
                <a:gd name="T3" fmla="*/ 0 h 21"/>
                <a:gd name="T4" fmla="*/ 3 w 38"/>
                <a:gd name="T5" fmla="*/ 10 h 21"/>
                <a:gd name="T6" fmla="*/ 15 w 38"/>
                <a:gd name="T7" fmla="*/ 21 h 21"/>
                <a:gd name="T8" fmla="*/ 36 w 38"/>
                <a:gd name="T9" fmla="*/ 10 h 21"/>
              </a:gdLst>
              <a:ahLst/>
              <a:cxnLst>
                <a:cxn ang="0">
                  <a:pos x="T0" y="T1"/>
                </a:cxn>
                <a:cxn ang="0">
                  <a:pos x="T2" y="T3"/>
                </a:cxn>
                <a:cxn ang="0">
                  <a:pos x="T4" y="T5"/>
                </a:cxn>
                <a:cxn ang="0">
                  <a:pos x="T6" y="T7"/>
                </a:cxn>
                <a:cxn ang="0">
                  <a:pos x="T8" y="T9"/>
                </a:cxn>
              </a:cxnLst>
              <a:rect l="0" t="0" r="r" b="b"/>
              <a:pathLst>
                <a:path w="38" h="21">
                  <a:moveTo>
                    <a:pt x="36" y="10"/>
                  </a:moveTo>
                  <a:cubicBezTo>
                    <a:pt x="38" y="5"/>
                    <a:pt x="33" y="0"/>
                    <a:pt x="24" y="0"/>
                  </a:cubicBezTo>
                  <a:cubicBezTo>
                    <a:pt x="14" y="0"/>
                    <a:pt x="5" y="5"/>
                    <a:pt x="3" y="10"/>
                  </a:cubicBezTo>
                  <a:cubicBezTo>
                    <a:pt x="0" y="16"/>
                    <a:pt x="6" y="21"/>
                    <a:pt x="15" y="21"/>
                  </a:cubicBezTo>
                  <a:cubicBezTo>
                    <a:pt x="24" y="21"/>
                    <a:pt x="34" y="16"/>
                    <a:pt x="3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41" name="Freeform 875"/>
            <p:cNvSpPr>
              <a:spLocks/>
            </p:cNvSpPr>
            <p:nvPr/>
          </p:nvSpPr>
          <p:spPr bwMode="auto">
            <a:xfrm>
              <a:off x="2603500" y="4316413"/>
              <a:ext cx="123825" cy="68263"/>
            </a:xfrm>
            <a:custGeom>
              <a:avLst/>
              <a:gdLst>
                <a:gd name="T0" fmla="*/ 36 w 38"/>
                <a:gd name="T1" fmla="*/ 10 h 21"/>
                <a:gd name="T2" fmla="*/ 23 w 38"/>
                <a:gd name="T3" fmla="*/ 0 h 21"/>
                <a:gd name="T4" fmla="*/ 2 w 38"/>
                <a:gd name="T5" fmla="*/ 10 h 21"/>
                <a:gd name="T6" fmla="*/ 15 w 38"/>
                <a:gd name="T7" fmla="*/ 21 h 21"/>
                <a:gd name="T8" fmla="*/ 36 w 38"/>
                <a:gd name="T9" fmla="*/ 10 h 21"/>
              </a:gdLst>
              <a:ahLst/>
              <a:cxnLst>
                <a:cxn ang="0">
                  <a:pos x="T0" y="T1"/>
                </a:cxn>
                <a:cxn ang="0">
                  <a:pos x="T2" y="T3"/>
                </a:cxn>
                <a:cxn ang="0">
                  <a:pos x="T4" y="T5"/>
                </a:cxn>
                <a:cxn ang="0">
                  <a:pos x="T6" y="T7"/>
                </a:cxn>
                <a:cxn ang="0">
                  <a:pos x="T8" y="T9"/>
                </a:cxn>
              </a:cxnLst>
              <a:rect l="0" t="0" r="r" b="b"/>
              <a:pathLst>
                <a:path w="38" h="21">
                  <a:moveTo>
                    <a:pt x="36" y="10"/>
                  </a:moveTo>
                  <a:cubicBezTo>
                    <a:pt x="38" y="5"/>
                    <a:pt x="32" y="0"/>
                    <a:pt x="23" y="0"/>
                  </a:cubicBezTo>
                  <a:cubicBezTo>
                    <a:pt x="14" y="0"/>
                    <a:pt x="5" y="5"/>
                    <a:pt x="2" y="10"/>
                  </a:cubicBezTo>
                  <a:cubicBezTo>
                    <a:pt x="0" y="16"/>
                    <a:pt x="6" y="21"/>
                    <a:pt x="15" y="21"/>
                  </a:cubicBezTo>
                  <a:cubicBezTo>
                    <a:pt x="24" y="21"/>
                    <a:pt x="33" y="16"/>
                    <a:pt x="3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42" name="Freeform 876"/>
            <p:cNvSpPr>
              <a:spLocks/>
            </p:cNvSpPr>
            <p:nvPr/>
          </p:nvSpPr>
          <p:spPr bwMode="auto">
            <a:xfrm>
              <a:off x="2736850" y="4316413"/>
              <a:ext cx="122238" cy="68263"/>
            </a:xfrm>
            <a:custGeom>
              <a:avLst/>
              <a:gdLst>
                <a:gd name="T0" fmla="*/ 35 w 37"/>
                <a:gd name="T1" fmla="*/ 10 h 21"/>
                <a:gd name="T2" fmla="*/ 22 w 37"/>
                <a:gd name="T3" fmla="*/ 0 h 21"/>
                <a:gd name="T4" fmla="*/ 2 w 37"/>
                <a:gd name="T5" fmla="*/ 10 h 21"/>
                <a:gd name="T6" fmla="*/ 15 w 37"/>
                <a:gd name="T7" fmla="*/ 21 h 21"/>
                <a:gd name="T8" fmla="*/ 35 w 37"/>
                <a:gd name="T9" fmla="*/ 10 h 21"/>
              </a:gdLst>
              <a:ahLst/>
              <a:cxnLst>
                <a:cxn ang="0">
                  <a:pos x="T0" y="T1"/>
                </a:cxn>
                <a:cxn ang="0">
                  <a:pos x="T2" y="T3"/>
                </a:cxn>
                <a:cxn ang="0">
                  <a:pos x="T4" y="T5"/>
                </a:cxn>
                <a:cxn ang="0">
                  <a:pos x="T6" y="T7"/>
                </a:cxn>
                <a:cxn ang="0">
                  <a:pos x="T8" y="T9"/>
                </a:cxn>
              </a:cxnLst>
              <a:rect l="0" t="0" r="r" b="b"/>
              <a:pathLst>
                <a:path w="37" h="21">
                  <a:moveTo>
                    <a:pt x="35" y="10"/>
                  </a:moveTo>
                  <a:cubicBezTo>
                    <a:pt x="37" y="5"/>
                    <a:pt x="32" y="0"/>
                    <a:pt x="22" y="0"/>
                  </a:cubicBezTo>
                  <a:cubicBezTo>
                    <a:pt x="13" y="0"/>
                    <a:pt x="4" y="5"/>
                    <a:pt x="2" y="10"/>
                  </a:cubicBezTo>
                  <a:cubicBezTo>
                    <a:pt x="0" y="16"/>
                    <a:pt x="5" y="21"/>
                    <a:pt x="15" y="21"/>
                  </a:cubicBezTo>
                  <a:cubicBezTo>
                    <a:pt x="24" y="21"/>
                    <a:pt x="33" y="16"/>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43" name="Freeform 877"/>
            <p:cNvSpPr>
              <a:spLocks/>
            </p:cNvSpPr>
            <p:nvPr/>
          </p:nvSpPr>
          <p:spPr bwMode="auto">
            <a:xfrm>
              <a:off x="2868613" y="4316413"/>
              <a:ext cx="123825" cy="68263"/>
            </a:xfrm>
            <a:custGeom>
              <a:avLst/>
              <a:gdLst>
                <a:gd name="T0" fmla="*/ 36 w 38"/>
                <a:gd name="T1" fmla="*/ 10 h 21"/>
                <a:gd name="T2" fmla="*/ 23 w 38"/>
                <a:gd name="T3" fmla="*/ 0 h 21"/>
                <a:gd name="T4" fmla="*/ 3 w 38"/>
                <a:gd name="T5" fmla="*/ 10 h 21"/>
                <a:gd name="T6" fmla="*/ 15 w 38"/>
                <a:gd name="T7" fmla="*/ 21 h 21"/>
                <a:gd name="T8" fmla="*/ 36 w 38"/>
                <a:gd name="T9" fmla="*/ 10 h 21"/>
              </a:gdLst>
              <a:ahLst/>
              <a:cxnLst>
                <a:cxn ang="0">
                  <a:pos x="T0" y="T1"/>
                </a:cxn>
                <a:cxn ang="0">
                  <a:pos x="T2" y="T3"/>
                </a:cxn>
                <a:cxn ang="0">
                  <a:pos x="T4" y="T5"/>
                </a:cxn>
                <a:cxn ang="0">
                  <a:pos x="T6" y="T7"/>
                </a:cxn>
                <a:cxn ang="0">
                  <a:pos x="T8" y="T9"/>
                </a:cxn>
              </a:cxnLst>
              <a:rect l="0" t="0" r="r" b="b"/>
              <a:pathLst>
                <a:path w="38" h="21">
                  <a:moveTo>
                    <a:pt x="36" y="10"/>
                  </a:moveTo>
                  <a:cubicBezTo>
                    <a:pt x="38" y="5"/>
                    <a:pt x="32" y="0"/>
                    <a:pt x="23" y="0"/>
                  </a:cubicBezTo>
                  <a:cubicBezTo>
                    <a:pt x="14" y="0"/>
                    <a:pt x="5" y="5"/>
                    <a:pt x="3" y="10"/>
                  </a:cubicBezTo>
                  <a:cubicBezTo>
                    <a:pt x="0" y="16"/>
                    <a:pt x="6" y="21"/>
                    <a:pt x="15" y="21"/>
                  </a:cubicBezTo>
                  <a:cubicBezTo>
                    <a:pt x="25" y="21"/>
                    <a:pt x="34" y="16"/>
                    <a:pt x="3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44" name="Freeform 878"/>
            <p:cNvSpPr>
              <a:spLocks/>
            </p:cNvSpPr>
            <p:nvPr/>
          </p:nvSpPr>
          <p:spPr bwMode="auto">
            <a:xfrm>
              <a:off x="2705100" y="4397376"/>
              <a:ext cx="123825" cy="69850"/>
            </a:xfrm>
            <a:custGeom>
              <a:avLst/>
              <a:gdLst>
                <a:gd name="T0" fmla="*/ 36 w 38"/>
                <a:gd name="T1" fmla="*/ 10 h 21"/>
                <a:gd name="T2" fmla="*/ 23 w 38"/>
                <a:gd name="T3" fmla="*/ 0 h 21"/>
                <a:gd name="T4" fmla="*/ 2 w 38"/>
                <a:gd name="T5" fmla="*/ 10 h 21"/>
                <a:gd name="T6" fmla="*/ 15 w 38"/>
                <a:gd name="T7" fmla="*/ 21 h 21"/>
                <a:gd name="T8" fmla="*/ 36 w 38"/>
                <a:gd name="T9" fmla="*/ 10 h 21"/>
              </a:gdLst>
              <a:ahLst/>
              <a:cxnLst>
                <a:cxn ang="0">
                  <a:pos x="T0" y="T1"/>
                </a:cxn>
                <a:cxn ang="0">
                  <a:pos x="T2" y="T3"/>
                </a:cxn>
                <a:cxn ang="0">
                  <a:pos x="T4" y="T5"/>
                </a:cxn>
                <a:cxn ang="0">
                  <a:pos x="T6" y="T7"/>
                </a:cxn>
                <a:cxn ang="0">
                  <a:pos x="T8" y="T9"/>
                </a:cxn>
              </a:cxnLst>
              <a:rect l="0" t="0" r="r" b="b"/>
              <a:pathLst>
                <a:path w="38" h="21">
                  <a:moveTo>
                    <a:pt x="36" y="10"/>
                  </a:moveTo>
                  <a:cubicBezTo>
                    <a:pt x="38" y="5"/>
                    <a:pt x="32" y="0"/>
                    <a:pt x="23" y="0"/>
                  </a:cubicBezTo>
                  <a:cubicBezTo>
                    <a:pt x="14" y="0"/>
                    <a:pt x="4" y="5"/>
                    <a:pt x="2" y="10"/>
                  </a:cubicBezTo>
                  <a:cubicBezTo>
                    <a:pt x="0" y="16"/>
                    <a:pt x="6" y="21"/>
                    <a:pt x="15" y="21"/>
                  </a:cubicBezTo>
                  <a:cubicBezTo>
                    <a:pt x="24" y="21"/>
                    <a:pt x="34" y="16"/>
                    <a:pt x="3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45" name="Freeform 879"/>
            <p:cNvSpPr>
              <a:spLocks/>
            </p:cNvSpPr>
            <p:nvPr/>
          </p:nvSpPr>
          <p:spPr bwMode="auto">
            <a:xfrm>
              <a:off x="2838450" y="4397376"/>
              <a:ext cx="125413" cy="69850"/>
            </a:xfrm>
            <a:custGeom>
              <a:avLst/>
              <a:gdLst>
                <a:gd name="T0" fmla="*/ 36 w 38"/>
                <a:gd name="T1" fmla="*/ 10 h 21"/>
                <a:gd name="T2" fmla="*/ 23 w 38"/>
                <a:gd name="T3" fmla="*/ 0 h 21"/>
                <a:gd name="T4" fmla="*/ 2 w 38"/>
                <a:gd name="T5" fmla="*/ 10 h 21"/>
                <a:gd name="T6" fmla="*/ 15 w 38"/>
                <a:gd name="T7" fmla="*/ 21 h 21"/>
                <a:gd name="T8" fmla="*/ 36 w 38"/>
                <a:gd name="T9" fmla="*/ 10 h 21"/>
              </a:gdLst>
              <a:ahLst/>
              <a:cxnLst>
                <a:cxn ang="0">
                  <a:pos x="T0" y="T1"/>
                </a:cxn>
                <a:cxn ang="0">
                  <a:pos x="T2" y="T3"/>
                </a:cxn>
                <a:cxn ang="0">
                  <a:pos x="T4" y="T5"/>
                </a:cxn>
                <a:cxn ang="0">
                  <a:pos x="T6" y="T7"/>
                </a:cxn>
                <a:cxn ang="0">
                  <a:pos x="T8" y="T9"/>
                </a:cxn>
              </a:cxnLst>
              <a:rect l="0" t="0" r="r" b="b"/>
              <a:pathLst>
                <a:path w="38" h="21">
                  <a:moveTo>
                    <a:pt x="36" y="10"/>
                  </a:moveTo>
                  <a:cubicBezTo>
                    <a:pt x="38" y="5"/>
                    <a:pt x="32" y="0"/>
                    <a:pt x="23" y="0"/>
                  </a:cubicBezTo>
                  <a:cubicBezTo>
                    <a:pt x="14" y="0"/>
                    <a:pt x="4" y="5"/>
                    <a:pt x="2" y="10"/>
                  </a:cubicBezTo>
                  <a:cubicBezTo>
                    <a:pt x="0" y="16"/>
                    <a:pt x="6" y="21"/>
                    <a:pt x="15" y="21"/>
                  </a:cubicBezTo>
                  <a:cubicBezTo>
                    <a:pt x="24" y="21"/>
                    <a:pt x="34" y="16"/>
                    <a:pt x="3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46" name="Freeform 880"/>
            <p:cNvSpPr>
              <a:spLocks/>
            </p:cNvSpPr>
            <p:nvPr/>
          </p:nvSpPr>
          <p:spPr bwMode="auto">
            <a:xfrm>
              <a:off x="2973388" y="4397376"/>
              <a:ext cx="123825" cy="69850"/>
            </a:xfrm>
            <a:custGeom>
              <a:avLst/>
              <a:gdLst>
                <a:gd name="T0" fmla="*/ 36 w 38"/>
                <a:gd name="T1" fmla="*/ 10 h 21"/>
                <a:gd name="T2" fmla="*/ 23 w 38"/>
                <a:gd name="T3" fmla="*/ 0 h 21"/>
                <a:gd name="T4" fmla="*/ 2 w 38"/>
                <a:gd name="T5" fmla="*/ 10 h 21"/>
                <a:gd name="T6" fmla="*/ 15 w 38"/>
                <a:gd name="T7" fmla="*/ 21 h 21"/>
                <a:gd name="T8" fmla="*/ 36 w 38"/>
                <a:gd name="T9" fmla="*/ 10 h 21"/>
              </a:gdLst>
              <a:ahLst/>
              <a:cxnLst>
                <a:cxn ang="0">
                  <a:pos x="T0" y="T1"/>
                </a:cxn>
                <a:cxn ang="0">
                  <a:pos x="T2" y="T3"/>
                </a:cxn>
                <a:cxn ang="0">
                  <a:pos x="T4" y="T5"/>
                </a:cxn>
                <a:cxn ang="0">
                  <a:pos x="T6" y="T7"/>
                </a:cxn>
                <a:cxn ang="0">
                  <a:pos x="T8" y="T9"/>
                </a:cxn>
              </a:cxnLst>
              <a:rect l="0" t="0" r="r" b="b"/>
              <a:pathLst>
                <a:path w="38" h="21">
                  <a:moveTo>
                    <a:pt x="36" y="10"/>
                  </a:moveTo>
                  <a:cubicBezTo>
                    <a:pt x="38" y="5"/>
                    <a:pt x="32" y="0"/>
                    <a:pt x="23" y="0"/>
                  </a:cubicBezTo>
                  <a:cubicBezTo>
                    <a:pt x="13" y="0"/>
                    <a:pt x="4" y="5"/>
                    <a:pt x="2" y="10"/>
                  </a:cubicBezTo>
                  <a:cubicBezTo>
                    <a:pt x="0" y="16"/>
                    <a:pt x="6" y="21"/>
                    <a:pt x="15" y="21"/>
                  </a:cubicBezTo>
                  <a:cubicBezTo>
                    <a:pt x="25" y="21"/>
                    <a:pt x="34" y="16"/>
                    <a:pt x="3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47" name="Freeform 881"/>
            <p:cNvSpPr>
              <a:spLocks/>
            </p:cNvSpPr>
            <p:nvPr/>
          </p:nvSpPr>
          <p:spPr bwMode="auto">
            <a:xfrm>
              <a:off x="2943225" y="4479926"/>
              <a:ext cx="125413" cy="71438"/>
            </a:xfrm>
            <a:custGeom>
              <a:avLst/>
              <a:gdLst>
                <a:gd name="T0" fmla="*/ 36 w 38"/>
                <a:gd name="T1" fmla="*/ 11 h 22"/>
                <a:gd name="T2" fmla="*/ 23 w 38"/>
                <a:gd name="T3" fmla="*/ 0 h 22"/>
                <a:gd name="T4" fmla="*/ 2 w 38"/>
                <a:gd name="T5" fmla="*/ 11 h 22"/>
                <a:gd name="T6" fmla="*/ 15 w 38"/>
                <a:gd name="T7" fmla="*/ 22 h 22"/>
                <a:gd name="T8" fmla="*/ 36 w 38"/>
                <a:gd name="T9" fmla="*/ 11 h 22"/>
              </a:gdLst>
              <a:ahLst/>
              <a:cxnLst>
                <a:cxn ang="0">
                  <a:pos x="T0" y="T1"/>
                </a:cxn>
                <a:cxn ang="0">
                  <a:pos x="T2" y="T3"/>
                </a:cxn>
                <a:cxn ang="0">
                  <a:pos x="T4" y="T5"/>
                </a:cxn>
                <a:cxn ang="0">
                  <a:pos x="T6" y="T7"/>
                </a:cxn>
                <a:cxn ang="0">
                  <a:pos x="T8" y="T9"/>
                </a:cxn>
              </a:cxnLst>
              <a:rect l="0" t="0" r="r" b="b"/>
              <a:pathLst>
                <a:path w="38" h="22">
                  <a:moveTo>
                    <a:pt x="36" y="11"/>
                  </a:moveTo>
                  <a:cubicBezTo>
                    <a:pt x="38" y="5"/>
                    <a:pt x="32" y="0"/>
                    <a:pt x="23" y="0"/>
                  </a:cubicBezTo>
                  <a:cubicBezTo>
                    <a:pt x="13" y="0"/>
                    <a:pt x="4" y="5"/>
                    <a:pt x="2" y="11"/>
                  </a:cubicBezTo>
                  <a:cubicBezTo>
                    <a:pt x="0" y="17"/>
                    <a:pt x="6" y="22"/>
                    <a:pt x="15" y="22"/>
                  </a:cubicBezTo>
                  <a:cubicBezTo>
                    <a:pt x="25" y="22"/>
                    <a:pt x="34" y="17"/>
                    <a:pt x="3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48" name="Freeform 882"/>
            <p:cNvSpPr>
              <a:spLocks/>
            </p:cNvSpPr>
            <p:nvPr/>
          </p:nvSpPr>
          <p:spPr bwMode="auto">
            <a:xfrm>
              <a:off x="3352800" y="4479926"/>
              <a:ext cx="120650" cy="71438"/>
            </a:xfrm>
            <a:custGeom>
              <a:avLst/>
              <a:gdLst>
                <a:gd name="T0" fmla="*/ 35 w 37"/>
                <a:gd name="T1" fmla="*/ 11 h 22"/>
                <a:gd name="T2" fmla="*/ 22 w 37"/>
                <a:gd name="T3" fmla="*/ 0 h 22"/>
                <a:gd name="T4" fmla="*/ 2 w 37"/>
                <a:gd name="T5" fmla="*/ 11 h 22"/>
                <a:gd name="T6" fmla="*/ 15 w 37"/>
                <a:gd name="T7" fmla="*/ 22 h 22"/>
                <a:gd name="T8" fmla="*/ 35 w 37"/>
                <a:gd name="T9" fmla="*/ 11 h 22"/>
              </a:gdLst>
              <a:ahLst/>
              <a:cxnLst>
                <a:cxn ang="0">
                  <a:pos x="T0" y="T1"/>
                </a:cxn>
                <a:cxn ang="0">
                  <a:pos x="T2" y="T3"/>
                </a:cxn>
                <a:cxn ang="0">
                  <a:pos x="T4" y="T5"/>
                </a:cxn>
                <a:cxn ang="0">
                  <a:pos x="T6" y="T7"/>
                </a:cxn>
                <a:cxn ang="0">
                  <a:pos x="T8" y="T9"/>
                </a:cxn>
              </a:cxnLst>
              <a:rect l="0" t="0" r="r" b="b"/>
              <a:pathLst>
                <a:path w="37" h="22">
                  <a:moveTo>
                    <a:pt x="35" y="11"/>
                  </a:moveTo>
                  <a:cubicBezTo>
                    <a:pt x="37" y="5"/>
                    <a:pt x="31" y="0"/>
                    <a:pt x="22" y="0"/>
                  </a:cubicBezTo>
                  <a:cubicBezTo>
                    <a:pt x="12" y="0"/>
                    <a:pt x="3" y="5"/>
                    <a:pt x="2" y="11"/>
                  </a:cubicBezTo>
                  <a:cubicBezTo>
                    <a:pt x="0" y="17"/>
                    <a:pt x="6" y="22"/>
                    <a:pt x="15" y="22"/>
                  </a:cubicBezTo>
                  <a:cubicBezTo>
                    <a:pt x="25" y="22"/>
                    <a:pt x="34" y="17"/>
                    <a:pt x="3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49" name="Freeform 883"/>
            <p:cNvSpPr>
              <a:spLocks/>
            </p:cNvSpPr>
            <p:nvPr/>
          </p:nvSpPr>
          <p:spPr bwMode="auto">
            <a:xfrm>
              <a:off x="3487738" y="4479926"/>
              <a:ext cx="120650" cy="71438"/>
            </a:xfrm>
            <a:custGeom>
              <a:avLst/>
              <a:gdLst>
                <a:gd name="T0" fmla="*/ 36 w 37"/>
                <a:gd name="T1" fmla="*/ 11 h 22"/>
                <a:gd name="T2" fmla="*/ 22 w 37"/>
                <a:gd name="T3" fmla="*/ 0 h 22"/>
                <a:gd name="T4" fmla="*/ 2 w 37"/>
                <a:gd name="T5" fmla="*/ 11 h 22"/>
                <a:gd name="T6" fmla="*/ 16 w 37"/>
                <a:gd name="T7" fmla="*/ 22 h 22"/>
                <a:gd name="T8" fmla="*/ 36 w 37"/>
                <a:gd name="T9" fmla="*/ 11 h 22"/>
              </a:gdLst>
              <a:ahLst/>
              <a:cxnLst>
                <a:cxn ang="0">
                  <a:pos x="T0" y="T1"/>
                </a:cxn>
                <a:cxn ang="0">
                  <a:pos x="T2" y="T3"/>
                </a:cxn>
                <a:cxn ang="0">
                  <a:pos x="T4" y="T5"/>
                </a:cxn>
                <a:cxn ang="0">
                  <a:pos x="T6" y="T7"/>
                </a:cxn>
                <a:cxn ang="0">
                  <a:pos x="T8" y="T9"/>
                </a:cxn>
              </a:cxnLst>
              <a:rect l="0" t="0" r="r" b="b"/>
              <a:pathLst>
                <a:path w="37" h="22">
                  <a:moveTo>
                    <a:pt x="36" y="11"/>
                  </a:moveTo>
                  <a:cubicBezTo>
                    <a:pt x="37" y="5"/>
                    <a:pt x="31" y="0"/>
                    <a:pt x="22" y="0"/>
                  </a:cubicBezTo>
                  <a:cubicBezTo>
                    <a:pt x="13" y="0"/>
                    <a:pt x="4" y="5"/>
                    <a:pt x="2" y="11"/>
                  </a:cubicBezTo>
                  <a:cubicBezTo>
                    <a:pt x="0" y="17"/>
                    <a:pt x="7" y="22"/>
                    <a:pt x="16" y="22"/>
                  </a:cubicBezTo>
                  <a:cubicBezTo>
                    <a:pt x="25" y="22"/>
                    <a:pt x="34" y="17"/>
                    <a:pt x="3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50" name="Freeform 884"/>
            <p:cNvSpPr>
              <a:spLocks/>
            </p:cNvSpPr>
            <p:nvPr/>
          </p:nvSpPr>
          <p:spPr bwMode="auto">
            <a:xfrm>
              <a:off x="3624263" y="4479926"/>
              <a:ext cx="122238" cy="71438"/>
            </a:xfrm>
            <a:custGeom>
              <a:avLst/>
              <a:gdLst>
                <a:gd name="T0" fmla="*/ 35 w 37"/>
                <a:gd name="T1" fmla="*/ 11 h 22"/>
                <a:gd name="T2" fmla="*/ 21 w 37"/>
                <a:gd name="T3" fmla="*/ 0 h 22"/>
                <a:gd name="T4" fmla="*/ 1 w 37"/>
                <a:gd name="T5" fmla="*/ 11 h 22"/>
                <a:gd name="T6" fmla="*/ 16 w 37"/>
                <a:gd name="T7" fmla="*/ 22 h 22"/>
                <a:gd name="T8" fmla="*/ 35 w 37"/>
                <a:gd name="T9" fmla="*/ 11 h 22"/>
              </a:gdLst>
              <a:ahLst/>
              <a:cxnLst>
                <a:cxn ang="0">
                  <a:pos x="T0" y="T1"/>
                </a:cxn>
                <a:cxn ang="0">
                  <a:pos x="T2" y="T3"/>
                </a:cxn>
                <a:cxn ang="0">
                  <a:pos x="T4" y="T5"/>
                </a:cxn>
                <a:cxn ang="0">
                  <a:pos x="T6" y="T7"/>
                </a:cxn>
                <a:cxn ang="0">
                  <a:pos x="T8" y="T9"/>
                </a:cxn>
              </a:cxnLst>
              <a:rect l="0" t="0" r="r" b="b"/>
              <a:pathLst>
                <a:path w="37" h="22">
                  <a:moveTo>
                    <a:pt x="35" y="11"/>
                  </a:moveTo>
                  <a:cubicBezTo>
                    <a:pt x="37" y="5"/>
                    <a:pt x="30" y="0"/>
                    <a:pt x="21" y="0"/>
                  </a:cubicBezTo>
                  <a:cubicBezTo>
                    <a:pt x="12" y="0"/>
                    <a:pt x="3" y="5"/>
                    <a:pt x="1" y="11"/>
                  </a:cubicBezTo>
                  <a:cubicBezTo>
                    <a:pt x="0" y="17"/>
                    <a:pt x="6" y="22"/>
                    <a:pt x="16" y="22"/>
                  </a:cubicBezTo>
                  <a:cubicBezTo>
                    <a:pt x="25" y="22"/>
                    <a:pt x="34" y="17"/>
                    <a:pt x="3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51" name="Freeform 885"/>
            <p:cNvSpPr>
              <a:spLocks/>
            </p:cNvSpPr>
            <p:nvPr/>
          </p:nvSpPr>
          <p:spPr bwMode="auto">
            <a:xfrm>
              <a:off x="3051175" y="4568826"/>
              <a:ext cx="125413" cy="68263"/>
            </a:xfrm>
            <a:custGeom>
              <a:avLst/>
              <a:gdLst>
                <a:gd name="T0" fmla="*/ 36 w 38"/>
                <a:gd name="T1" fmla="*/ 10 h 21"/>
                <a:gd name="T2" fmla="*/ 22 w 38"/>
                <a:gd name="T3" fmla="*/ 0 h 21"/>
                <a:gd name="T4" fmla="*/ 2 w 38"/>
                <a:gd name="T5" fmla="*/ 10 h 21"/>
                <a:gd name="T6" fmla="*/ 15 w 38"/>
                <a:gd name="T7" fmla="*/ 21 h 21"/>
                <a:gd name="T8" fmla="*/ 36 w 38"/>
                <a:gd name="T9" fmla="*/ 10 h 21"/>
              </a:gdLst>
              <a:ahLst/>
              <a:cxnLst>
                <a:cxn ang="0">
                  <a:pos x="T0" y="T1"/>
                </a:cxn>
                <a:cxn ang="0">
                  <a:pos x="T2" y="T3"/>
                </a:cxn>
                <a:cxn ang="0">
                  <a:pos x="T4" y="T5"/>
                </a:cxn>
                <a:cxn ang="0">
                  <a:pos x="T6" y="T7"/>
                </a:cxn>
                <a:cxn ang="0">
                  <a:pos x="T8" y="T9"/>
                </a:cxn>
              </a:cxnLst>
              <a:rect l="0" t="0" r="r" b="b"/>
              <a:pathLst>
                <a:path w="38" h="21">
                  <a:moveTo>
                    <a:pt x="36" y="10"/>
                  </a:moveTo>
                  <a:cubicBezTo>
                    <a:pt x="38" y="4"/>
                    <a:pt x="32" y="0"/>
                    <a:pt x="22" y="0"/>
                  </a:cubicBezTo>
                  <a:cubicBezTo>
                    <a:pt x="13" y="0"/>
                    <a:pt x="4" y="4"/>
                    <a:pt x="2" y="10"/>
                  </a:cubicBezTo>
                  <a:cubicBezTo>
                    <a:pt x="0" y="16"/>
                    <a:pt x="6" y="21"/>
                    <a:pt x="15" y="21"/>
                  </a:cubicBezTo>
                  <a:cubicBezTo>
                    <a:pt x="25" y="21"/>
                    <a:pt x="34" y="16"/>
                    <a:pt x="3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52" name="Freeform 886"/>
            <p:cNvSpPr>
              <a:spLocks/>
            </p:cNvSpPr>
            <p:nvPr/>
          </p:nvSpPr>
          <p:spPr bwMode="auto">
            <a:xfrm>
              <a:off x="3189288" y="4568826"/>
              <a:ext cx="123825" cy="68263"/>
            </a:xfrm>
            <a:custGeom>
              <a:avLst/>
              <a:gdLst>
                <a:gd name="T0" fmla="*/ 36 w 38"/>
                <a:gd name="T1" fmla="*/ 10 h 21"/>
                <a:gd name="T2" fmla="*/ 22 w 38"/>
                <a:gd name="T3" fmla="*/ 0 h 21"/>
                <a:gd name="T4" fmla="*/ 2 w 38"/>
                <a:gd name="T5" fmla="*/ 10 h 21"/>
                <a:gd name="T6" fmla="*/ 15 w 38"/>
                <a:gd name="T7" fmla="*/ 21 h 21"/>
                <a:gd name="T8" fmla="*/ 36 w 38"/>
                <a:gd name="T9" fmla="*/ 10 h 21"/>
              </a:gdLst>
              <a:ahLst/>
              <a:cxnLst>
                <a:cxn ang="0">
                  <a:pos x="T0" y="T1"/>
                </a:cxn>
                <a:cxn ang="0">
                  <a:pos x="T2" y="T3"/>
                </a:cxn>
                <a:cxn ang="0">
                  <a:pos x="T4" y="T5"/>
                </a:cxn>
                <a:cxn ang="0">
                  <a:pos x="T6" y="T7"/>
                </a:cxn>
                <a:cxn ang="0">
                  <a:pos x="T8" y="T9"/>
                </a:cxn>
              </a:cxnLst>
              <a:rect l="0" t="0" r="r" b="b"/>
              <a:pathLst>
                <a:path w="38" h="21">
                  <a:moveTo>
                    <a:pt x="36" y="10"/>
                  </a:moveTo>
                  <a:cubicBezTo>
                    <a:pt x="38" y="4"/>
                    <a:pt x="32" y="0"/>
                    <a:pt x="22" y="0"/>
                  </a:cubicBezTo>
                  <a:cubicBezTo>
                    <a:pt x="13" y="0"/>
                    <a:pt x="4" y="4"/>
                    <a:pt x="2" y="10"/>
                  </a:cubicBezTo>
                  <a:cubicBezTo>
                    <a:pt x="0" y="16"/>
                    <a:pt x="6" y="21"/>
                    <a:pt x="15" y="21"/>
                  </a:cubicBezTo>
                  <a:cubicBezTo>
                    <a:pt x="25" y="21"/>
                    <a:pt x="34" y="16"/>
                    <a:pt x="3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53" name="Freeform 887"/>
            <p:cNvSpPr>
              <a:spLocks/>
            </p:cNvSpPr>
            <p:nvPr/>
          </p:nvSpPr>
          <p:spPr bwMode="auto">
            <a:xfrm>
              <a:off x="3327400" y="4568826"/>
              <a:ext cx="123825" cy="68263"/>
            </a:xfrm>
            <a:custGeom>
              <a:avLst/>
              <a:gdLst>
                <a:gd name="T0" fmla="*/ 36 w 38"/>
                <a:gd name="T1" fmla="*/ 10 h 21"/>
                <a:gd name="T2" fmla="*/ 22 w 38"/>
                <a:gd name="T3" fmla="*/ 0 h 21"/>
                <a:gd name="T4" fmla="*/ 2 w 38"/>
                <a:gd name="T5" fmla="*/ 10 h 21"/>
                <a:gd name="T6" fmla="*/ 15 w 38"/>
                <a:gd name="T7" fmla="*/ 21 h 21"/>
                <a:gd name="T8" fmla="*/ 36 w 38"/>
                <a:gd name="T9" fmla="*/ 10 h 21"/>
              </a:gdLst>
              <a:ahLst/>
              <a:cxnLst>
                <a:cxn ang="0">
                  <a:pos x="T0" y="T1"/>
                </a:cxn>
                <a:cxn ang="0">
                  <a:pos x="T2" y="T3"/>
                </a:cxn>
                <a:cxn ang="0">
                  <a:pos x="T4" y="T5"/>
                </a:cxn>
                <a:cxn ang="0">
                  <a:pos x="T6" y="T7"/>
                </a:cxn>
                <a:cxn ang="0">
                  <a:pos x="T8" y="T9"/>
                </a:cxn>
              </a:cxnLst>
              <a:rect l="0" t="0" r="r" b="b"/>
              <a:pathLst>
                <a:path w="38" h="21">
                  <a:moveTo>
                    <a:pt x="36" y="10"/>
                  </a:moveTo>
                  <a:cubicBezTo>
                    <a:pt x="38" y="4"/>
                    <a:pt x="31" y="0"/>
                    <a:pt x="22" y="0"/>
                  </a:cubicBezTo>
                  <a:cubicBezTo>
                    <a:pt x="12" y="0"/>
                    <a:pt x="3" y="4"/>
                    <a:pt x="2" y="10"/>
                  </a:cubicBezTo>
                  <a:cubicBezTo>
                    <a:pt x="0" y="16"/>
                    <a:pt x="6" y="21"/>
                    <a:pt x="15" y="21"/>
                  </a:cubicBezTo>
                  <a:cubicBezTo>
                    <a:pt x="25" y="21"/>
                    <a:pt x="34" y="16"/>
                    <a:pt x="3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54" name="Freeform 888"/>
            <p:cNvSpPr>
              <a:spLocks/>
            </p:cNvSpPr>
            <p:nvPr/>
          </p:nvSpPr>
          <p:spPr bwMode="auto">
            <a:xfrm>
              <a:off x="3463925" y="4568826"/>
              <a:ext cx="122238" cy="68263"/>
            </a:xfrm>
            <a:custGeom>
              <a:avLst/>
              <a:gdLst>
                <a:gd name="T0" fmla="*/ 36 w 37"/>
                <a:gd name="T1" fmla="*/ 10 h 21"/>
                <a:gd name="T2" fmla="*/ 22 w 37"/>
                <a:gd name="T3" fmla="*/ 0 h 21"/>
                <a:gd name="T4" fmla="*/ 1 w 37"/>
                <a:gd name="T5" fmla="*/ 10 h 21"/>
                <a:gd name="T6" fmla="*/ 16 w 37"/>
                <a:gd name="T7" fmla="*/ 21 h 21"/>
                <a:gd name="T8" fmla="*/ 36 w 37"/>
                <a:gd name="T9" fmla="*/ 10 h 21"/>
              </a:gdLst>
              <a:ahLst/>
              <a:cxnLst>
                <a:cxn ang="0">
                  <a:pos x="T0" y="T1"/>
                </a:cxn>
                <a:cxn ang="0">
                  <a:pos x="T2" y="T3"/>
                </a:cxn>
                <a:cxn ang="0">
                  <a:pos x="T4" y="T5"/>
                </a:cxn>
                <a:cxn ang="0">
                  <a:pos x="T6" y="T7"/>
                </a:cxn>
                <a:cxn ang="0">
                  <a:pos x="T8" y="T9"/>
                </a:cxn>
              </a:cxnLst>
              <a:rect l="0" t="0" r="r" b="b"/>
              <a:pathLst>
                <a:path w="37" h="21">
                  <a:moveTo>
                    <a:pt x="36" y="10"/>
                  </a:moveTo>
                  <a:cubicBezTo>
                    <a:pt x="37" y="4"/>
                    <a:pt x="31" y="0"/>
                    <a:pt x="22" y="0"/>
                  </a:cubicBezTo>
                  <a:cubicBezTo>
                    <a:pt x="12" y="0"/>
                    <a:pt x="3" y="4"/>
                    <a:pt x="1" y="10"/>
                  </a:cubicBezTo>
                  <a:cubicBezTo>
                    <a:pt x="0" y="16"/>
                    <a:pt x="6" y="21"/>
                    <a:pt x="16" y="21"/>
                  </a:cubicBezTo>
                  <a:cubicBezTo>
                    <a:pt x="25" y="21"/>
                    <a:pt x="34" y="16"/>
                    <a:pt x="3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55" name="Freeform 889"/>
            <p:cNvSpPr>
              <a:spLocks/>
            </p:cNvSpPr>
            <p:nvPr/>
          </p:nvSpPr>
          <p:spPr bwMode="auto">
            <a:xfrm>
              <a:off x="3602038" y="4568826"/>
              <a:ext cx="120650" cy="68263"/>
            </a:xfrm>
            <a:custGeom>
              <a:avLst/>
              <a:gdLst>
                <a:gd name="T0" fmla="*/ 36 w 37"/>
                <a:gd name="T1" fmla="*/ 10 h 21"/>
                <a:gd name="T2" fmla="*/ 21 w 37"/>
                <a:gd name="T3" fmla="*/ 0 h 21"/>
                <a:gd name="T4" fmla="*/ 1 w 37"/>
                <a:gd name="T5" fmla="*/ 10 h 21"/>
                <a:gd name="T6" fmla="*/ 16 w 37"/>
                <a:gd name="T7" fmla="*/ 21 h 21"/>
                <a:gd name="T8" fmla="*/ 36 w 37"/>
                <a:gd name="T9" fmla="*/ 10 h 21"/>
              </a:gdLst>
              <a:ahLst/>
              <a:cxnLst>
                <a:cxn ang="0">
                  <a:pos x="T0" y="T1"/>
                </a:cxn>
                <a:cxn ang="0">
                  <a:pos x="T2" y="T3"/>
                </a:cxn>
                <a:cxn ang="0">
                  <a:pos x="T4" y="T5"/>
                </a:cxn>
                <a:cxn ang="0">
                  <a:pos x="T6" y="T7"/>
                </a:cxn>
                <a:cxn ang="0">
                  <a:pos x="T8" y="T9"/>
                </a:cxn>
              </a:cxnLst>
              <a:rect l="0" t="0" r="r" b="b"/>
              <a:pathLst>
                <a:path w="37" h="21">
                  <a:moveTo>
                    <a:pt x="36" y="10"/>
                  </a:moveTo>
                  <a:cubicBezTo>
                    <a:pt x="37" y="4"/>
                    <a:pt x="31" y="0"/>
                    <a:pt x="21" y="0"/>
                  </a:cubicBezTo>
                  <a:cubicBezTo>
                    <a:pt x="12" y="0"/>
                    <a:pt x="3" y="4"/>
                    <a:pt x="1" y="10"/>
                  </a:cubicBezTo>
                  <a:cubicBezTo>
                    <a:pt x="0" y="16"/>
                    <a:pt x="6" y="21"/>
                    <a:pt x="16" y="21"/>
                  </a:cubicBezTo>
                  <a:cubicBezTo>
                    <a:pt x="25" y="21"/>
                    <a:pt x="34" y="16"/>
                    <a:pt x="3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56" name="Freeform 890"/>
            <p:cNvSpPr>
              <a:spLocks/>
            </p:cNvSpPr>
            <p:nvPr/>
          </p:nvSpPr>
          <p:spPr bwMode="auto">
            <a:xfrm>
              <a:off x="3740150" y="4568826"/>
              <a:ext cx="120650" cy="68263"/>
            </a:xfrm>
            <a:custGeom>
              <a:avLst/>
              <a:gdLst>
                <a:gd name="T0" fmla="*/ 35 w 37"/>
                <a:gd name="T1" fmla="*/ 10 h 21"/>
                <a:gd name="T2" fmla="*/ 21 w 37"/>
                <a:gd name="T3" fmla="*/ 0 h 21"/>
                <a:gd name="T4" fmla="*/ 1 w 37"/>
                <a:gd name="T5" fmla="*/ 10 h 21"/>
                <a:gd name="T6" fmla="*/ 16 w 37"/>
                <a:gd name="T7" fmla="*/ 21 h 21"/>
                <a:gd name="T8" fmla="*/ 35 w 37"/>
                <a:gd name="T9" fmla="*/ 10 h 21"/>
              </a:gdLst>
              <a:ahLst/>
              <a:cxnLst>
                <a:cxn ang="0">
                  <a:pos x="T0" y="T1"/>
                </a:cxn>
                <a:cxn ang="0">
                  <a:pos x="T2" y="T3"/>
                </a:cxn>
                <a:cxn ang="0">
                  <a:pos x="T4" y="T5"/>
                </a:cxn>
                <a:cxn ang="0">
                  <a:pos x="T6" y="T7"/>
                </a:cxn>
                <a:cxn ang="0">
                  <a:pos x="T8" y="T9"/>
                </a:cxn>
              </a:cxnLst>
              <a:rect l="0" t="0" r="r" b="b"/>
              <a:pathLst>
                <a:path w="37" h="21">
                  <a:moveTo>
                    <a:pt x="35" y="10"/>
                  </a:moveTo>
                  <a:cubicBezTo>
                    <a:pt x="37" y="4"/>
                    <a:pt x="30" y="0"/>
                    <a:pt x="21" y="0"/>
                  </a:cubicBezTo>
                  <a:cubicBezTo>
                    <a:pt x="12" y="0"/>
                    <a:pt x="3" y="4"/>
                    <a:pt x="1" y="10"/>
                  </a:cubicBezTo>
                  <a:cubicBezTo>
                    <a:pt x="0" y="16"/>
                    <a:pt x="6" y="21"/>
                    <a:pt x="16" y="21"/>
                  </a:cubicBezTo>
                  <a:cubicBezTo>
                    <a:pt x="25" y="21"/>
                    <a:pt x="34" y="16"/>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57" name="Freeform 891"/>
            <p:cNvSpPr>
              <a:spLocks/>
            </p:cNvSpPr>
            <p:nvPr/>
          </p:nvSpPr>
          <p:spPr bwMode="auto">
            <a:xfrm>
              <a:off x="3159125" y="4652963"/>
              <a:ext cx="128588" cy="76200"/>
            </a:xfrm>
            <a:custGeom>
              <a:avLst/>
              <a:gdLst>
                <a:gd name="T0" fmla="*/ 37 w 39"/>
                <a:gd name="T1" fmla="*/ 12 h 23"/>
                <a:gd name="T2" fmla="*/ 23 w 39"/>
                <a:gd name="T3" fmla="*/ 0 h 23"/>
                <a:gd name="T4" fmla="*/ 2 w 39"/>
                <a:gd name="T5" fmla="*/ 12 h 23"/>
                <a:gd name="T6" fmla="*/ 16 w 39"/>
                <a:gd name="T7" fmla="*/ 23 h 23"/>
                <a:gd name="T8" fmla="*/ 37 w 39"/>
                <a:gd name="T9" fmla="*/ 12 h 23"/>
              </a:gdLst>
              <a:ahLst/>
              <a:cxnLst>
                <a:cxn ang="0">
                  <a:pos x="T0" y="T1"/>
                </a:cxn>
                <a:cxn ang="0">
                  <a:pos x="T2" y="T3"/>
                </a:cxn>
                <a:cxn ang="0">
                  <a:pos x="T4" y="T5"/>
                </a:cxn>
                <a:cxn ang="0">
                  <a:pos x="T6" y="T7"/>
                </a:cxn>
                <a:cxn ang="0">
                  <a:pos x="T8" y="T9"/>
                </a:cxn>
              </a:cxnLst>
              <a:rect l="0" t="0" r="r" b="b"/>
              <a:pathLst>
                <a:path w="39" h="23">
                  <a:moveTo>
                    <a:pt x="37" y="12"/>
                  </a:moveTo>
                  <a:cubicBezTo>
                    <a:pt x="39" y="5"/>
                    <a:pt x="32" y="0"/>
                    <a:pt x="23" y="0"/>
                  </a:cubicBezTo>
                  <a:cubicBezTo>
                    <a:pt x="13" y="0"/>
                    <a:pt x="4" y="5"/>
                    <a:pt x="2" y="12"/>
                  </a:cubicBezTo>
                  <a:cubicBezTo>
                    <a:pt x="0" y="18"/>
                    <a:pt x="6" y="23"/>
                    <a:pt x="16" y="23"/>
                  </a:cubicBezTo>
                  <a:cubicBezTo>
                    <a:pt x="26" y="23"/>
                    <a:pt x="35" y="18"/>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58" name="Freeform 892"/>
            <p:cNvSpPr>
              <a:spLocks/>
            </p:cNvSpPr>
            <p:nvPr/>
          </p:nvSpPr>
          <p:spPr bwMode="auto">
            <a:xfrm>
              <a:off x="3300413" y="4652963"/>
              <a:ext cx="125413" cy="76200"/>
            </a:xfrm>
            <a:custGeom>
              <a:avLst/>
              <a:gdLst>
                <a:gd name="T0" fmla="*/ 36 w 38"/>
                <a:gd name="T1" fmla="*/ 12 h 23"/>
                <a:gd name="T2" fmla="*/ 22 w 38"/>
                <a:gd name="T3" fmla="*/ 0 h 23"/>
                <a:gd name="T4" fmla="*/ 2 w 38"/>
                <a:gd name="T5" fmla="*/ 12 h 23"/>
                <a:gd name="T6" fmla="*/ 16 w 38"/>
                <a:gd name="T7" fmla="*/ 23 h 23"/>
                <a:gd name="T8" fmla="*/ 36 w 38"/>
                <a:gd name="T9" fmla="*/ 12 h 23"/>
              </a:gdLst>
              <a:ahLst/>
              <a:cxnLst>
                <a:cxn ang="0">
                  <a:pos x="T0" y="T1"/>
                </a:cxn>
                <a:cxn ang="0">
                  <a:pos x="T2" y="T3"/>
                </a:cxn>
                <a:cxn ang="0">
                  <a:pos x="T4" y="T5"/>
                </a:cxn>
                <a:cxn ang="0">
                  <a:pos x="T6" y="T7"/>
                </a:cxn>
                <a:cxn ang="0">
                  <a:pos x="T8" y="T9"/>
                </a:cxn>
              </a:cxnLst>
              <a:rect l="0" t="0" r="r" b="b"/>
              <a:pathLst>
                <a:path w="38" h="23">
                  <a:moveTo>
                    <a:pt x="36" y="12"/>
                  </a:moveTo>
                  <a:cubicBezTo>
                    <a:pt x="38" y="5"/>
                    <a:pt x="32" y="0"/>
                    <a:pt x="22" y="0"/>
                  </a:cubicBezTo>
                  <a:cubicBezTo>
                    <a:pt x="13" y="0"/>
                    <a:pt x="3" y="5"/>
                    <a:pt x="2" y="12"/>
                  </a:cubicBezTo>
                  <a:cubicBezTo>
                    <a:pt x="0" y="18"/>
                    <a:pt x="6" y="23"/>
                    <a:pt x="16" y="23"/>
                  </a:cubicBezTo>
                  <a:cubicBezTo>
                    <a:pt x="25" y="23"/>
                    <a:pt x="34" y="18"/>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59" name="Freeform 893"/>
            <p:cNvSpPr>
              <a:spLocks/>
            </p:cNvSpPr>
            <p:nvPr/>
          </p:nvSpPr>
          <p:spPr bwMode="auto">
            <a:xfrm>
              <a:off x="3438525" y="4652963"/>
              <a:ext cx="123825" cy="76200"/>
            </a:xfrm>
            <a:custGeom>
              <a:avLst/>
              <a:gdLst>
                <a:gd name="T0" fmla="*/ 36 w 38"/>
                <a:gd name="T1" fmla="*/ 12 h 23"/>
                <a:gd name="T2" fmla="*/ 22 w 38"/>
                <a:gd name="T3" fmla="*/ 0 h 23"/>
                <a:gd name="T4" fmla="*/ 2 w 38"/>
                <a:gd name="T5" fmla="*/ 12 h 23"/>
                <a:gd name="T6" fmla="*/ 16 w 38"/>
                <a:gd name="T7" fmla="*/ 23 h 23"/>
                <a:gd name="T8" fmla="*/ 36 w 38"/>
                <a:gd name="T9" fmla="*/ 12 h 23"/>
              </a:gdLst>
              <a:ahLst/>
              <a:cxnLst>
                <a:cxn ang="0">
                  <a:pos x="T0" y="T1"/>
                </a:cxn>
                <a:cxn ang="0">
                  <a:pos x="T2" y="T3"/>
                </a:cxn>
                <a:cxn ang="0">
                  <a:pos x="T4" y="T5"/>
                </a:cxn>
                <a:cxn ang="0">
                  <a:pos x="T6" y="T7"/>
                </a:cxn>
                <a:cxn ang="0">
                  <a:pos x="T8" y="T9"/>
                </a:cxn>
              </a:cxnLst>
              <a:rect l="0" t="0" r="r" b="b"/>
              <a:pathLst>
                <a:path w="38" h="23">
                  <a:moveTo>
                    <a:pt x="36" y="12"/>
                  </a:moveTo>
                  <a:cubicBezTo>
                    <a:pt x="38" y="5"/>
                    <a:pt x="32" y="0"/>
                    <a:pt x="22" y="0"/>
                  </a:cubicBezTo>
                  <a:cubicBezTo>
                    <a:pt x="13" y="0"/>
                    <a:pt x="4" y="5"/>
                    <a:pt x="2" y="12"/>
                  </a:cubicBezTo>
                  <a:cubicBezTo>
                    <a:pt x="0" y="18"/>
                    <a:pt x="6" y="23"/>
                    <a:pt x="16" y="23"/>
                  </a:cubicBezTo>
                  <a:cubicBezTo>
                    <a:pt x="26" y="23"/>
                    <a:pt x="35" y="18"/>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60" name="Freeform 894"/>
            <p:cNvSpPr>
              <a:spLocks/>
            </p:cNvSpPr>
            <p:nvPr/>
          </p:nvSpPr>
          <p:spPr bwMode="auto">
            <a:xfrm>
              <a:off x="3578225" y="4652963"/>
              <a:ext cx="122238" cy="76200"/>
            </a:xfrm>
            <a:custGeom>
              <a:avLst/>
              <a:gdLst>
                <a:gd name="T0" fmla="*/ 36 w 37"/>
                <a:gd name="T1" fmla="*/ 12 h 23"/>
                <a:gd name="T2" fmla="*/ 21 w 37"/>
                <a:gd name="T3" fmla="*/ 0 h 23"/>
                <a:gd name="T4" fmla="*/ 1 w 37"/>
                <a:gd name="T5" fmla="*/ 12 h 23"/>
                <a:gd name="T6" fmla="*/ 16 w 37"/>
                <a:gd name="T7" fmla="*/ 23 h 23"/>
                <a:gd name="T8" fmla="*/ 36 w 37"/>
                <a:gd name="T9" fmla="*/ 12 h 23"/>
              </a:gdLst>
              <a:ahLst/>
              <a:cxnLst>
                <a:cxn ang="0">
                  <a:pos x="T0" y="T1"/>
                </a:cxn>
                <a:cxn ang="0">
                  <a:pos x="T2" y="T3"/>
                </a:cxn>
                <a:cxn ang="0">
                  <a:pos x="T4" y="T5"/>
                </a:cxn>
                <a:cxn ang="0">
                  <a:pos x="T6" y="T7"/>
                </a:cxn>
                <a:cxn ang="0">
                  <a:pos x="T8" y="T9"/>
                </a:cxn>
              </a:cxnLst>
              <a:rect l="0" t="0" r="r" b="b"/>
              <a:pathLst>
                <a:path w="37" h="23">
                  <a:moveTo>
                    <a:pt x="36" y="12"/>
                  </a:moveTo>
                  <a:cubicBezTo>
                    <a:pt x="37" y="5"/>
                    <a:pt x="31" y="0"/>
                    <a:pt x="21" y="0"/>
                  </a:cubicBezTo>
                  <a:cubicBezTo>
                    <a:pt x="12" y="0"/>
                    <a:pt x="3" y="5"/>
                    <a:pt x="1" y="12"/>
                  </a:cubicBezTo>
                  <a:cubicBezTo>
                    <a:pt x="0" y="18"/>
                    <a:pt x="6" y="23"/>
                    <a:pt x="16" y="23"/>
                  </a:cubicBezTo>
                  <a:cubicBezTo>
                    <a:pt x="25" y="23"/>
                    <a:pt x="34" y="18"/>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61" name="Freeform 895"/>
            <p:cNvSpPr>
              <a:spLocks/>
            </p:cNvSpPr>
            <p:nvPr/>
          </p:nvSpPr>
          <p:spPr bwMode="auto">
            <a:xfrm>
              <a:off x="3716338" y="4652963"/>
              <a:ext cx="125413" cy="76200"/>
            </a:xfrm>
            <a:custGeom>
              <a:avLst/>
              <a:gdLst>
                <a:gd name="T0" fmla="*/ 36 w 38"/>
                <a:gd name="T1" fmla="*/ 12 h 23"/>
                <a:gd name="T2" fmla="*/ 22 w 38"/>
                <a:gd name="T3" fmla="*/ 0 h 23"/>
                <a:gd name="T4" fmla="*/ 2 w 38"/>
                <a:gd name="T5" fmla="*/ 12 h 23"/>
                <a:gd name="T6" fmla="*/ 16 w 38"/>
                <a:gd name="T7" fmla="*/ 23 h 23"/>
                <a:gd name="T8" fmla="*/ 36 w 38"/>
                <a:gd name="T9" fmla="*/ 12 h 23"/>
              </a:gdLst>
              <a:ahLst/>
              <a:cxnLst>
                <a:cxn ang="0">
                  <a:pos x="T0" y="T1"/>
                </a:cxn>
                <a:cxn ang="0">
                  <a:pos x="T2" y="T3"/>
                </a:cxn>
                <a:cxn ang="0">
                  <a:pos x="T4" y="T5"/>
                </a:cxn>
                <a:cxn ang="0">
                  <a:pos x="T6" y="T7"/>
                </a:cxn>
                <a:cxn ang="0">
                  <a:pos x="T8" y="T9"/>
                </a:cxn>
              </a:cxnLst>
              <a:rect l="0" t="0" r="r" b="b"/>
              <a:pathLst>
                <a:path w="38" h="23">
                  <a:moveTo>
                    <a:pt x="36" y="12"/>
                  </a:moveTo>
                  <a:cubicBezTo>
                    <a:pt x="38" y="5"/>
                    <a:pt x="31" y="0"/>
                    <a:pt x="22" y="0"/>
                  </a:cubicBezTo>
                  <a:cubicBezTo>
                    <a:pt x="12" y="0"/>
                    <a:pt x="3" y="5"/>
                    <a:pt x="2" y="12"/>
                  </a:cubicBezTo>
                  <a:cubicBezTo>
                    <a:pt x="0" y="18"/>
                    <a:pt x="7" y="23"/>
                    <a:pt x="16" y="23"/>
                  </a:cubicBezTo>
                  <a:cubicBezTo>
                    <a:pt x="26" y="23"/>
                    <a:pt x="35" y="18"/>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62" name="Freeform 896"/>
            <p:cNvSpPr>
              <a:spLocks/>
            </p:cNvSpPr>
            <p:nvPr/>
          </p:nvSpPr>
          <p:spPr bwMode="auto">
            <a:xfrm>
              <a:off x="3854450" y="4652963"/>
              <a:ext cx="123825" cy="76200"/>
            </a:xfrm>
            <a:custGeom>
              <a:avLst/>
              <a:gdLst>
                <a:gd name="T0" fmla="*/ 36 w 38"/>
                <a:gd name="T1" fmla="*/ 12 h 23"/>
                <a:gd name="T2" fmla="*/ 22 w 38"/>
                <a:gd name="T3" fmla="*/ 0 h 23"/>
                <a:gd name="T4" fmla="*/ 2 w 38"/>
                <a:gd name="T5" fmla="*/ 12 h 23"/>
                <a:gd name="T6" fmla="*/ 17 w 38"/>
                <a:gd name="T7" fmla="*/ 23 h 23"/>
                <a:gd name="T8" fmla="*/ 36 w 38"/>
                <a:gd name="T9" fmla="*/ 12 h 23"/>
              </a:gdLst>
              <a:ahLst/>
              <a:cxnLst>
                <a:cxn ang="0">
                  <a:pos x="T0" y="T1"/>
                </a:cxn>
                <a:cxn ang="0">
                  <a:pos x="T2" y="T3"/>
                </a:cxn>
                <a:cxn ang="0">
                  <a:pos x="T4" y="T5"/>
                </a:cxn>
                <a:cxn ang="0">
                  <a:pos x="T6" y="T7"/>
                </a:cxn>
                <a:cxn ang="0">
                  <a:pos x="T8" y="T9"/>
                </a:cxn>
              </a:cxnLst>
              <a:rect l="0" t="0" r="r" b="b"/>
              <a:pathLst>
                <a:path w="38" h="23">
                  <a:moveTo>
                    <a:pt x="36" y="12"/>
                  </a:moveTo>
                  <a:cubicBezTo>
                    <a:pt x="38" y="5"/>
                    <a:pt x="31" y="0"/>
                    <a:pt x="22" y="0"/>
                  </a:cubicBezTo>
                  <a:cubicBezTo>
                    <a:pt x="12" y="0"/>
                    <a:pt x="3" y="5"/>
                    <a:pt x="2" y="12"/>
                  </a:cubicBezTo>
                  <a:cubicBezTo>
                    <a:pt x="0" y="18"/>
                    <a:pt x="7" y="23"/>
                    <a:pt x="17" y="23"/>
                  </a:cubicBezTo>
                  <a:cubicBezTo>
                    <a:pt x="26" y="23"/>
                    <a:pt x="35" y="18"/>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63" name="Freeform 897"/>
            <p:cNvSpPr>
              <a:spLocks/>
            </p:cNvSpPr>
            <p:nvPr/>
          </p:nvSpPr>
          <p:spPr bwMode="auto">
            <a:xfrm>
              <a:off x="2992438" y="4745038"/>
              <a:ext cx="128588" cy="76200"/>
            </a:xfrm>
            <a:custGeom>
              <a:avLst/>
              <a:gdLst>
                <a:gd name="T0" fmla="*/ 37 w 39"/>
                <a:gd name="T1" fmla="*/ 12 h 23"/>
                <a:gd name="T2" fmla="*/ 23 w 39"/>
                <a:gd name="T3" fmla="*/ 0 h 23"/>
                <a:gd name="T4" fmla="*/ 2 w 39"/>
                <a:gd name="T5" fmla="*/ 12 h 23"/>
                <a:gd name="T6" fmla="*/ 15 w 39"/>
                <a:gd name="T7" fmla="*/ 23 h 23"/>
                <a:gd name="T8" fmla="*/ 37 w 39"/>
                <a:gd name="T9" fmla="*/ 12 h 23"/>
              </a:gdLst>
              <a:ahLst/>
              <a:cxnLst>
                <a:cxn ang="0">
                  <a:pos x="T0" y="T1"/>
                </a:cxn>
                <a:cxn ang="0">
                  <a:pos x="T2" y="T3"/>
                </a:cxn>
                <a:cxn ang="0">
                  <a:pos x="T4" y="T5"/>
                </a:cxn>
                <a:cxn ang="0">
                  <a:pos x="T6" y="T7"/>
                </a:cxn>
                <a:cxn ang="0">
                  <a:pos x="T8" y="T9"/>
                </a:cxn>
              </a:cxnLst>
              <a:rect l="0" t="0" r="r" b="b"/>
              <a:pathLst>
                <a:path w="39" h="23">
                  <a:moveTo>
                    <a:pt x="37" y="12"/>
                  </a:moveTo>
                  <a:cubicBezTo>
                    <a:pt x="39" y="5"/>
                    <a:pt x="32" y="0"/>
                    <a:pt x="23" y="0"/>
                  </a:cubicBezTo>
                  <a:cubicBezTo>
                    <a:pt x="13" y="0"/>
                    <a:pt x="4" y="5"/>
                    <a:pt x="2" y="12"/>
                  </a:cubicBezTo>
                  <a:cubicBezTo>
                    <a:pt x="0" y="18"/>
                    <a:pt x="6" y="23"/>
                    <a:pt x="15" y="23"/>
                  </a:cubicBezTo>
                  <a:cubicBezTo>
                    <a:pt x="25" y="23"/>
                    <a:pt x="35" y="18"/>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64" name="Freeform 898"/>
            <p:cNvSpPr>
              <a:spLocks/>
            </p:cNvSpPr>
            <p:nvPr/>
          </p:nvSpPr>
          <p:spPr bwMode="auto">
            <a:xfrm>
              <a:off x="3130550" y="4745038"/>
              <a:ext cx="127000" cy="76200"/>
            </a:xfrm>
            <a:custGeom>
              <a:avLst/>
              <a:gdLst>
                <a:gd name="T0" fmla="*/ 37 w 39"/>
                <a:gd name="T1" fmla="*/ 12 h 23"/>
                <a:gd name="T2" fmla="*/ 23 w 39"/>
                <a:gd name="T3" fmla="*/ 0 h 23"/>
                <a:gd name="T4" fmla="*/ 2 w 39"/>
                <a:gd name="T5" fmla="*/ 12 h 23"/>
                <a:gd name="T6" fmla="*/ 16 w 39"/>
                <a:gd name="T7" fmla="*/ 23 h 23"/>
                <a:gd name="T8" fmla="*/ 37 w 39"/>
                <a:gd name="T9" fmla="*/ 12 h 23"/>
              </a:gdLst>
              <a:ahLst/>
              <a:cxnLst>
                <a:cxn ang="0">
                  <a:pos x="T0" y="T1"/>
                </a:cxn>
                <a:cxn ang="0">
                  <a:pos x="T2" y="T3"/>
                </a:cxn>
                <a:cxn ang="0">
                  <a:pos x="T4" y="T5"/>
                </a:cxn>
                <a:cxn ang="0">
                  <a:pos x="T6" y="T7"/>
                </a:cxn>
                <a:cxn ang="0">
                  <a:pos x="T8" y="T9"/>
                </a:cxn>
              </a:cxnLst>
              <a:rect l="0" t="0" r="r" b="b"/>
              <a:pathLst>
                <a:path w="39" h="23">
                  <a:moveTo>
                    <a:pt x="37" y="12"/>
                  </a:moveTo>
                  <a:cubicBezTo>
                    <a:pt x="39" y="5"/>
                    <a:pt x="33" y="0"/>
                    <a:pt x="23" y="0"/>
                  </a:cubicBezTo>
                  <a:cubicBezTo>
                    <a:pt x="14" y="0"/>
                    <a:pt x="4" y="5"/>
                    <a:pt x="2" y="12"/>
                  </a:cubicBezTo>
                  <a:cubicBezTo>
                    <a:pt x="0" y="18"/>
                    <a:pt x="7" y="23"/>
                    <a:pt x="16" y="23"/>
                  </a:cubicBezTo>
                  <a:cubicBezTo>
                    <a:pt x="26" y="23"/>
                    <a:pt x="36" y="18"/>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65" name="Freeform 899"/>
            <p:cNvSpPr>
              <a:spLocks/>
            </p:cNvSpPr>
            <p:nvPr/>
          </p:nvSpPr>
          <p:spPr bwMode="auto">
            <a:xfrm>
              <a:off x="3271838" y="4745038"/>
              <a:ext cx="127000" cy="76200"/>
            </a:xfrm>
            <a:custGeom>
              <a:avLst/>
              <a:gdLst>
                <a:gd name="T0" fmla="*/ 37 w 39"/>
                <a:gd name="T1" fmla="*/ 12 h 23"/>
                <a:gd name="T2" fmla="*/ 23 w 39"/>
                <a:gd name="T3" fmla="*/ 0 h 23"/>
                <a:gd name="T4" fmla="*/ 2 w 39"/>
                <a:gd name="T5" fmla="*/ 12 h 23"/>
                <a:gd name="T6" fmla="*/ 16 w 39"/>
                <a:gd name="T7" fmla="*/ 23 h 23"/>
                <a:gd name="T8" fmla="*/ 37 w 39"/>
                <a:gd name="T9" fmla="*/ 12 h 23"/>
              </a:gdLst>
              <a:ahLst/>
              <a:cxnLst>
                <a:cxn ang="0">
                  <a:pos x="T0" y="T1"/>
                </a:cxn>
                <a:cxn ang="0">
                  <a:pos x="T2" y="T3"/>
                </a:cxn>
                <a:cxn ang="0">
                  <a:pos x="T4" y="T5"/>
                </a:cxn>
                <a:cxn ang="0">
                  <a:pos x="T6" y="T7"/>
                </a:cxn>
                <a:cxn ang="0">
                  <a:pos x="T8" y="T9"/>
                </a:cxn>
              </a:cxnLst>
              <a:rect l="0" t="0" r="r" b="b"/>
              <a:pathLst>
                <a:path w="39" h="23">
                  <a:moveTo>
                    <a:pt x="37" y="12"/>
                  </a:moveTo>
                  <a:cubicBezTo>
                    <a:pt x="39" y="5"/>
                    <a:pt x="33" y="0"/>
                    <a:pt x="23" y="0"/>
                  </a:cubicBezTo>
                  <a:cubicBezTo>
                    <a:pt x="13" y="0"/>
                    <a:pt x="4" y="5"/>
                    <a:pt x="2" y="12"/>
                  </a:cubicBezTo>
                  <a:cubicBezTo>
                    <a:pt x="0" y="18"/>
                    <a:pt x="7" y="23"/>
                    <a:pt x="16" y="23"/>
                  </a:cubicBezTo>
                  <a:cubicBezTo>
                    <a:pt x="26" y="23"/>
                    <a:pt x="35" y="18"/>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66" name="Freeform 900"/>
            <p:cNvSpPr>
              <a:spLocks/>
            </p:cNvSpPr>
            <p:nvPr/>
          </p:nvSpPr>
          <p:spPr bwMode="auto">
            <a:xfrm>
              <a:off x="3411538" y="4745038"/>
              <a:ext cx="128588" cy="76200"/>
            </a:xfrm>
            <a:custGeom>
              <a:avLst/>
              <a:gdLst>
                <a:gd name="T0" fmla="*/ 37 w 39"/>
                <a:gd name="T1" fmla="*/ 12 h 23"/>
                <a:gd name="T2" fmla="*/ 23 w 39"/>
                <a:gd name="T3" fmla="*/ 0 h 23"/>
                <a:gd name="T4" fmla="*/ 2 w 39"/>
                <a:gd name="T5" fmla="*/ 12 h 23"/>
                <a:gd name="T6" fmla="*/ 16 w 39"/>
                <a:gd name="T7" fmla="*/ 23 h 23"/>
                <a:gd name="T8" fmla="*/ 37 w 39"/>
                <a:gd name="T9" fmla="*/ 12 h 23"/>
              </a:gdLst>
              <a:ahLst/>
              <a:cxnLst>
                <a:cxn ang="0">
                  <a:pos x="T0" y="T1"/>
                </a:cxn>
                <a:cxn ang="0">
                  <a:pos x="T2" y="T3"/>
                </a:cxn>
                <a:cxn ang="0">
                  <a:pos x="T4" y="T5"/>
                </a:cxn>
                <a:cxn ang="0">
                  <a:pos x="T6" y="T7"/>
                </a:cxn>
                <a:cxn ang="0">
                  <a:pos x="T8" y="T9"/>
                </a:cxn>
              </a:cxnLst>
              <a:rect l="0" t="0" r="r" b="b"/>
              <a:pathLst>
                <a:path w="39" h="23">
                  <a:moveTo>
                    <a:pt x="37" y="12"/>
                  </a:moveTo>
                  <a:cubicBezTo>
                    <a:pt x="39" y="5"/>
                    <a:pt x="32" y="0"/>
                    <a:pt x="23" y="0"/>
                  </a:cubicBezTo>
                  <a:cubicBezTo>
                    <a:pt x="13" y="0"/>
                    <a:pt x="4" y="5"/>
                    <a:pt x="2" y="12"/>
                  </a:cubicBezTo>
                  <a:cubicBezTo>
                    <a:pt x="0" y="18"/>
                    <a:pt x="7" y="23"/>
                    <a:pt x="16" y="23"/>
                  </a:cubicBezTo>
                  <a:cubicBezTo>
                    <a:pt x="26" y="23"/>
                    <a:pt x="35" y="18"/>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67" name="Freeform 901"/>
            <p:cNvSpPr>
              <a:spLocks/>
            </p:cNvSpPr>
            <p:nvPr/>
          </p:nvSpPr>
          <p:spPr bwMode="auto">
            <a:xfrm>
              <a:off x="3552825" y="4745038"/>
              <a:ext cx="123825" cy="76200"/>
            </a:xfrm>
            <a:custGeom>
              <a:avLst/>
              <a:gdLst>
                <a:gd name="T0" fmla="*/ 37 w 38"/>
                <a:gd name="T1" fmla="*/ 12 h 23"/>
                <a:gd name="T2" fmla="*/ 22 w 38"/>
                <a:gd name="T3" fmla="*/ 0 h 23"/>
                <a:gd name="T4" fmla="*/ 2 w 38"/>
                <a:gd name="T5" fmla="*/ 12 h 23"/>
                <a:gd name="T6" fmla="*/ 16 w 38"/>
                <a:gd name="T7" fmla="*/ 23 h 23"/>
                <a:gd name="T8" fmla="*/ 37 w 38"/>
                <a:gd name="T9" fmla="*/ 12 h 23"/>
              </a:gdLst>
              <a:ahLst/>
              <a:cxnLst>
                <a:cxn ang="0">
                  <a:pos x="T0" y="T1"/>
                </a:cxn>
                <a:cxn ang="0">
                  <a:pos x="T2" y="T3"/>
                </a:cxn>
                <a:cxn ang="0">
                  <a:pos x="T4" y="T5"/>
                </a:cxn>
                <a:cxn ang="0">
                  <a:pos x="T6" y="T7"/>
                </a:cxn>
                <a:cxn ang="0">
                  <a:pos x="T8" y="T9"/>
                </a:cxn>
              </a:cxnLst>
              <a:rect l="0" t="0" r="r" b="b"/>
              <a:pathLst>
                <a:path w="38" h="23">
                  <a:moveTo>
                    <a:pt x="37" y="12"/>
                  </a:moveTo>
                  <a:cubicBezTo>
                    <a:pt x="38" y="5"/>
                    <a:pt x="32" y="0"/>
                    <a:pt x="22" y="0"/>
                  </a:cubicBezTo>
                  <a:cubicBezTo>
                    <a:pt x="13" y="0"/>
                    <a:pt x="4" y="5"/>
                    <a:pt x="2" y="12"/>
                  </a:cubicBezTo>
                  <a:cubicBezTo>
                    <a:pt x="0" y="18"/>
                    <a:pt x="7" y="23"/>
                    <a:pt x="16" y="23"/>
                  </a:cubicBezTo>
                  <a:cubicBezTo>
                    <a:pt x="26" y="23"/>
                    <a:pt x="35" y="18"/>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68" name="Freeform 902"/>
            <p:cNvSpPr>
              <a:spLocks/>
            </p:cNvSpPr>
            <p:nvPr/>
          </p:nvSpPr>
          <p:spPr bwMode="auto">
            <a:xfrm>
              <a:off x="3694113" y="4745038"/>
              <a:ext cx="123825" cy="76200"/>
            </a:xfrm>
            <a:custGeom>
              <a:avLst/>
              <a:gdLst>
                <a:gd name="T0" fmla="*/ 37 w 38"/>
                <a:gd name="T1" fmla="*/ 12 h 23"/>
                <a:gd name="T2" fmla="*/ 22 w 38"/>
                <a:gd name="T3" fmla="*/ 0 h 23"/>
                <a:gd name="T4" fmla="*/ 2 w 38"/>
                <a:gd name="T5" fmla="*/ 12 h 23"/>
                <a:gd name="T6" fmla="*/ 16 w 38"/>
                <a:gd name="T7" fmla="*/ 23 h 23"/>
                <a:gd name="T8" fmla="*/ 37 w 38"/>
                <a:gd name="T9" fmla="*/ 12 h 23"/>
              </a:gdLst>
              <a:ahLst/>
              <a:cxnLst>
                <a:cxn ang="0">
                  <a:pos x="T0" y="T1"/>
                </a:cxn>
                <a:cxn ang="0">
                  <a:pos x="T2" y="T3"/>
                </a:cxn>
                <a:cxn ang="0">
                  <a:pos x="T4" y="T5"/>
                </a:cxn>
                <a:cxn ang="0">
                  <a:pos x="T6" y="T7"/>
                </a:cxn>
                <a:cxn ang="0">
                  <a:pos x="T8" y="T9"/>
                </a:cxn>
              </a:cxnLst>
              <a:rect l="0" t="0" r="r" b="b"/>
              <a:pathLst>
                <a:path w="38" h="23">
                  <a:moveTo>
                    <a:pt x="37" y="12"/>
                  </a:moveTo>
                  <a:cubicBezTo>
                    <a:pt x="38" y="5"/>
                    <a:pt x="32" y="0"/>
                    <a:pt x="22" y="0"/>
                  </a:cubicBezTo>
                  <a:cubicBezTo>
                    <a:pt x="12" y="0"/>
                    <a:pt x="3" y="5"/>
                    <a:pt x="2" y="12"/>
                  </a:cubicBezTo>
                  <a:cubicBezTo>
                    <a:pt x="0" y="18"/>
                    <a:pt x="7" y="23"/>
                    <a:pt x="16" y="23"/>
                  </a:cubicBezTo>
                  <a:cubicBezTo>
                    <a:pt x="26" y="23"/>
                    <a:pt x="35" y="18"/>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69" name="Freeform 903"/>
            <p:cNvSpPr>
              <a:spLocks/>
            </p:cNvSpPr>
            <p:nvPr/>
          </p:nvSpPr>
          <p:spPr bwMode="auto">
            <a:xfrm>
              <a:off x="3833813" y="4745038"/>
              <a:ext cx="125413" cy="76200"/>
            </a:xfrm>
            <a:custGeom>
              <a:avLst/>
              <a:gdLst>
                <a:gd name="T0" fmla="*/ 36 w 38"/>
                <a:gd name="T1" fmla="*/ 12 h 23"/>
                <a:gd name="T2" fmla="*/ 22 w 38"/>
                <a:gd name="T3" fmla="*/ 0 h 23"/>
                <a:gd name="T4" fmla="*/ 2 w 38"/>
                <a:gd name="T5" fmla="*/ 12 h 23"/>
                <a:gd name="T6" fmla="*/ 16 w 38"/>
                <a:gd name="T7" fmla="*/ 23 h 23"/>
                <a:gd name="T8" fmla="*/ 36 w 38"/>
                <a:gd name="T9" fmla="*/ 12 h 23"/>
              </a:gdLst>
              <a:ahLst/>
              <a:cxnLst>
                <a:cxn ang="0">
                  <a:pos x="T0" y="T1"/>
                </a:cxn>
                <a:cxn ang="0">
                  <a:pos x="T2" y="T3"/>
                </a:cxn>
                <a:cxn ang="0">
                  <a:pos x="T4" y="T5"/>
                </a:cxn>
                <a:cxn ang="0">
                  <a:pos x="T6" y="T7"/>
                </a:cxn>
                <a:cxn ang="0">
                  <a:pos x="T8" y="T9"/>
                </a:cxn>
              </a:cxnLst>
              <a:rect l="0" t="0" r="r" b="b"/>
              <a:pathLst>
                <a:path w="38" h="23">
                  <a:moveTo>
                    <a:pt x="36" y="12"/>
                  </a:moveTo>
                  <a:cubicBezTo>
                    <a:pt x="38" y="5"/>
                    <a:pt x="31" y="0"/>
                    <a:pt x="22" y="0"/>
                  </a:cubicBezTo>
                  <a:cubicBezTo>
                    <a:pt x="12" y="0"/>
                    <a:pt x="3" y="5"/>
                    <a:pt x="2" y="12"/>
                  </a:cubicBezTo>
                  <a:cubicBezTo>
                    <a:pt x="0" y="18"/>
                    <a:pt x="7" y="23"/>
                    <a:pt x="16" y="23"/>
                  </a:cubicBezTo>
                  <a:cubicBezTo>
                    <a:pt x="26" y="23"/>
                    <a:pt x="35" y="18"/>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70" name="Freeform 904"/>
            <p:cNvSpPr>
              <a:spLocks/>
            </p:cNvSpPr>
            <p:nvPr/>
          </p:nvSpPr>
          <p:spPr bwMode="auto">
            <a:xfrm>
              <a:off x="3975100" y="4745038"/>
              <a:ext cx="123825" cy="76200"/>
            </a:xfrm>
            <a:custGeom>
              <a:avLst/>
              <a:gdLst>
                <a:gd name="T0" fmla="*/ 36 w 38"/>
                <a:gd name="T1" fmla="*/ 12 h 23"/>
                <a:gd name="T2" fmla="*/ 21 w 38"/>
                <a:gd name="T3" fmla="*/ 0 h 23"/>
                <a:gd name="T4" fmla="*/ 1 w 38"/>
                <a:gd name="T5" fmla="*/ 12 h 23"/>
                <a:gd name="T6" fmla="*/ 16 w 38"/>
                <a:gd name="T7" fmla="*/ 23 h 23"/>
                <a:gd name="T8" fmla="*/ 36 w 38"/>
                <a:gd name="T9" fmla="*/ 12 h 23"/>
              </a:gdLst>
              <a:ahLst/>
              <a:cxnLst>
                <a:cxn ang="0">
                  <a:pos x="T0" y="T1"/>
                </a:cxn>
                <a:cxn ang="0">
                  <a:pos x="T2" y="T3"/>
                </a:cxn>
                <a:cxn ang="0">
                  <a:pos x="T4" y="T5"/>
                </a:cxn>
                <a:cxn ang="0">
                  <a:pos x="T6" y="T7"/>
                </a:cxn>
                <a:cxn ang="0">
                  <a:pos x="T8" y="T9"/>
                </a:cxn>
              </a:cxnLst>
              <a:rect l="0" t="0" r="r" b="b"/>
              <a:pathLst>
                <a:path w="38" h="23">
                  <a:moveTo>
                    <a:pt x="36" y="12"/>
                  </a:moveTo>
                  <a:cubicBezTo>
                    <a:pt x="38" y="5"/>
                    <a:pt x="31" y="0"/>
                    <a:pt x="21" y="0"/>
                  </a:cubicBezTo>
                  <a:cubicBezTo>
                    <a:pt x="12" y="0"/>
                    <a:pt x="3" y="5"/>
                    <a:pt x="1" y="12"/>
                  </a:cubicBezTo>
                  <a:cubicBezTo>
                    <a:pt x="0" y="18"/>
                    <a:pt x="7" y="23"/>
                    <a:pt x="16" y="23"/>
                  </a:cubicBezTo>
                  <a:cubicBezTo>
                    <a:pt x="26" y="23"/>
                    <a:pt x="35" y="18"/>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71" name="Freeform 905"/>
            <p:cNvSpPr>
              <a:spLocks/>
            </p:cNvSpPr>
            <p:nvPr/>
          </p:nvSpPr>
          <p:spPr bwMode="auto">
            <a:xfrm>
              <a:off x="2960688" y="4837113"/>
              <a:ext cx="130175" cy="79375"/>
            </a:xfrm>
            <a:custGeom>
              <a:avLst/>
              <a:gdLst>
                <a:gd name="T0" fmla="*/ 38 w 40"/>
                <a:gd name="T1" fmla="*/ 12 h 24"/>
                <a:gd name="T2" fmla="*/ 24 w 40"/>
                <a:gd name="T3" fmla="*/ 0 h 24"/>
                <a:gd name="T4" fmla="*/ 2 w 40"/>
                <a:gd name="T5" fmla="*/ 12 h 24"/>
                <a:gd name="T6" fmla="*/ 16 w 40"/>
                <a:gd name="T7" fmla="*/ 24 h 24"/>
                <a:gd name="T8" fmla="*/ 38 w 40"/>
                <a:gd name="T9" fmla="*/ 12 h 24"/>
              </a:gdLst>
              <a:ahLst/>
              <a:cxnLst>
                <a:cxn ang="0">
                  <a:pos x="T0" y="T1"/>
                </a:cxn>
                <a:cxn ang="0">
                  <a:pos x="T2" y="T3"/>
                </a:cxn>
                <a:cxn ang="0">
                  <a:pos x="T4" y="T5"/>
                </a:cxn>
                <a:cxn ang="0">
                  <a:pos x="T6" y="T7"/>
                </a:cxn>
                <a:cxn ang="0">
                  <a:pos x="T8" y="T9"/>
                </a:cxn>
              </a:cxnLst>
              <a:rect l="0" t="0" r="r" b="b"/>
              <a:pathLst>
                <a:path w="40" h="24">
                  <a:moveTo>
                    <a:pt x="38" y="12"/>
                  </a:moveTo>
                  <a:cubicBezTo>
                    <a:pt x="40" y="6"/>
                    <a:pt x="33" y="0"/>
                    <a:pt x="24" y="0"/>
                  </a:cubicBezTo>
                  <a:cubicBezTo>
                    <a:pt x="14" y="0"/>
                    <a:pt x="4" y="6"/>
                    <a:pt x="2" y="12"/>
                  </a:cubicBezTo>
                  <a:cubicBezTo>
                    <a:pt x="0" y="19"/>
                    <a:pt x="6" y="24"/>
                    <a:pt x="16" y="24"/>
                  </a:cubicBezTo>
                  <a:cubicBezTo>
                    <a:pt x="26" y="24"/>
                    <a:pt x="36" y="19"/>
                    <a:pt x="3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72" name="Freeform 906"/>
            <p:cNvSpPr>
              <a:spLocks/>
            </p:cNvSpPr>
            <p:nvPr/>
          </p:nvSpPr>
          <p:spPr bwMode="auto">
            <a:xfrm>
              <a:off x="3103563" y="4837113"/>
              <a:ext cx="128588" cy="79375"/>
            </a:xfrm>
            <a:custGeom>
              <a:avLst/>
              <a:gdLst>
                <a:gd name="T0" fmla="*/ 37 w 39"/>
                <a:gd name="T1" fmla="*/ 12 h 24"/>
                <a:gd name="T2" fmla="*/ 23 w 39"/>
                <a:gd name="T3" fmla="*/ 0 h 24"/>
                <a:gd name="T4" fmla="*/ 2 w 39"/>
                <a:gd name="T5" fmla="*/ 12 h 24"/>
                <a:gd name="T6" fmla="*/ 16 w 39"/>
                <a:gd name="T7" fmla="*/ 24 h 24"/>
                <a:gd name="T8" fmla="*/ 37 w 39"/>
                <a:gd name="T9" fmla="*/ 12 h 24"/>
              </a:gdLst>
              <a:ahLst/>
              <a:cxnLst>
                <a:cxn ang="0">
                  <a:pos x="T0" y="T1"/>
                </a:cxn>
                <a:cxn ang="0">
                  <a:pos x="T2" y="T3"/>
                </a:cxn>
                <a:cxn ang="0">
                  <a:pos x="T4" y="T5"/>
                </a:cxn>
                <a:cxn ang="0">
                  <a:pos x="T6" y="T7"/>
                </a:cxn>
                <a:cxn ang="0">
                  <a:pos x="T8" y="T9"/>
                </a:cxn>
              </a:cxnLst>
              <a:rect l="0" t="0" r="r" b="b"/>
              <a:pathLst>
                <a:path w="39" h="24">
                  <a:moveTo>
                    <a:pt x="37" y="12"/>
                  </a:moveTo>
                  <a:cubicBezTo>
                    <a:pt x="39" y="6"/>
                    <a:pt x="33" y="0"/>
                    <a:pt x="23" y="0"/>
                  </a:cubicBezTo>
                  <a:cubicBezTo>
                    <a:pt x="13" y="0"/>
                    <a:pt x="4" y="6"/>
                    <a:pt x="2" y="12"/>
                  </a:cubicBezTo>
                  <a:cubicBezTo>
                    <a:pt x="0" y="19"/>
                    <a:pt x="6" y="24"/>
                    <a:pt x="16" y="24"/>
                  </a:cubicBezTo>
                  <a:cubicBezTo>
                    <a:pt x="25" y="24"/>
                    <a:pt x="35" y="19"/>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73" name="Freeform 907"/>
            <p:cNvSpPr>
              <a:spLocks/>
            </p:cNvSpPr>
            <p:nvPr/>
          </p:nvSpPr>
          <p:spPr bwMode="auto">
            <a:xfrm>
              <a:off x="3244850" y="4837113"/>
              <a:ext cx="128588" cy="79375"/>
            </a:xfrm>
            <a:custGeom>
              <a:avLst/>
              <a:gdLst>
                <a:gd name="T0" fmla="*/ 37 w 39"/>
                <a:gd name="T1" fmla="*/ 12 h 24"/>
                <a:gd name="T2" fmla="*/ 23 w 39"/>
                <a:gd name="T3" fmla="*/ 0 h 24"/>
                <a:gd name="T4" fmla="*/ 2 w 39"/>
                <a:gd name="T5" fmla="*/ 12 h 24"/>
                <a:gd name="T6" fmla="*/ 16 w 39"/>
                <a:gd name="T7" fmla="*/ 24 h 24"/>
                <a:gd name="T8" fmla="*/ 37 w 39"/>
                <a:gd name="T9" fmla="*/ 12 h 24"/>
              </a:gdLst>
              <a:ahLst/>
              <a:cxnLst>
                <a:cxn ang="0">
                  <a:pos x="T0" y="T1"/>
                </a:cxn>
                <a:cxn ang="0">
                  <a:pos x="T2" y="T3"/>
                </a:cxn>
                <a:cxn ang="0">
                  <a:pos x="T4" y="T5"/>
                </a:cxn>
                <a:cxn ang="0">
                  <a:pos x="T6" y="T7"/>
                </a:cxn>
                <a:cxn ang="0">
                  <a:pos x="T8" y="T9"/>
                </a:cxn>
              </a:cxnLst>
              <a:rect l="0" t="0" r="r" b="b"/>
              <a:pathLst>
                <a:path w="39" h="24">
                  <a:moveTo>
                    <a:pt x="37" y="12"/>
                  </a:moveTo>
                  <a:cubicBezTo>
                    <a:pt x="39" y="6"/>
                    <a:pt x="33" y="0"/>
                    <a:pt x="23" y="0"/>
                  </a:cubicBezTo>
                  <a:cubicBezTo>
                    <a:pt x="13" y="0"/>
                    <a:pt x="4" y="6"/>
                    <a:pt x="2" y="12"/>
                  </a:cubicBezTo>
                  <a:cubicBezTo>
                    <a:pt x="0" y="19"/>
                    <a:pt x="6" y="24"/>
                    <a:pt x="16" y="24"/>
                  </a:cubicBezTo>
                  <a:cubicBezTo>
                    <a:pt x="26" y="24"/>
                    <a:pt x="35" y="19"/>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74" name="Freeform 908"/>
            <p:cNvSpPr>
              <a:spLocks/>
            </p:cNvSpPr>
            <p:nvPr/>
          </p:nvSpPr>
          <p:spPr bwMode="auto">
            <a:xfrm>
              <a:off x="3386138" y="4837113"/>
              <a:ext cx="127000" cy="79375"/>
            </a:xfrm>
            <a:custGeom>
              <a:avLst/>
              <a:gdLst>
                <a:gd name="T0" fmla="*/ 37 w 39"/>
                <a:gd name="T1" fmla="*/ 12 h 24"/>
                <a:gd name="T2" fmla="*/ 23 w 39"/>
                <a:gd name="T3" fmla="*/ 0 h 24"/>
                <a:gd name="T4" fmla="*/ 2 w 39"/>
                <a:gd name="T5" fmla="*/ 12 h 24"/>
                <a:gd name="T6" fmla="*/ 17 w 39"/>
                <a:gd name="T7" fmla="*/ 24 h 24"/>
                <a:gd name="T8" fmla="*/ 37 w 39"/>
                <a:gd name="T9" fmla="*/ 12 h 24"/>
              </a:gdLst>
              <a:ahLst/>
              <a:cxnLst>
                <a:cxn ang="0">
                  <a:pos x="T0" y="T1"/>
                </a:cxn>
                <a:cxn ang="0">
                  <a:pos x="T2" y="T3"/>
                </a:cxn>
                <a:cxn ang="0">
                  <a:pos x="T4" y="T5"/>
                </a:cxn>
                <a:cxn ang="0">
                  <a:pos x="T6" y="T7"/>
                </a:cxn>
                <a:cxn ang="0">
                  <a:pos x="T8" y="T9"/>
                </a:cxn>
              </a:cxnLst>
              <a:rect l="0" t="0" r="r" b="b"/>
              <a:pathLst>
                <a:path w="39" h="24">
                  <a:moveTo>
                    <a:pt x="37" y="12"/>
                  </a:moveTo>
                  <a:cubicBezTo>
                    <a:pt x="39" y="6"/>
                    <a:pt x="33" y="0"/>
                    <a:pt x="23" y="0"/>
                  </a:cubicBezTo>
                  <a:cubicBezTo>
                    <a:pt x="13" y="0"/>
                    <a:pt x="4" y="6"/>
                    <a:pt x="2" y="12"/>
                  </a:cubicBezTo>
                  <a:cubicBezTo>
                    <a:pt x="0" y="19"/>
                    <a:pt x="7" y="24"/>
                    <a:pt x="17" y="24"/>
                  </a:cubicBezTo>
                  <a:cubicBezTo>
                    <a:pt x="26" y="24"/>
                    <a:pt x="36" y="19"/>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75" name="Freeform 909"/>
            <p:cNvSpPr>
              <a:spLocks/>
            </p:cNvSpPr>
            <p:nvPr/>
          </p:nvSpPr>
          <p:spPr bwMode="auto">
            <a:xfrm>
              <a:off x="3530600" y="4837113"/>
              <a:ext cx="123825" cy="79375"/>
            </a:xfrm>
            <a:custGeom>
              <a:avLst/>
              <a:gdLst>
                <a:gd name="T0" fmla="*/ 37 w 38"/>
                <a:gd name="T1" fmla="*/ 12 h 24"/>
                <a:gd name="T2" fmla="*/ 22 w 38"/>
                <a:gd name="T3" fmla="*/ 0 h 24"/>
                <a:gd name="T4" fmla="*/ 1 w 38"/>
                <a:gd name="T5" fmla="*/ 12 h 24"/>
                <a:gd name="T6" fmla="*/ 16 w 38"/>
                <a:gd name="T7" fmla="*/ 24 h 24"/>
                <a:gd name="T8" fmla="*/ 37 w 38"/>
                <a:gd name="T9" fmla="*/ 12 h 24"/>
              </a:gdLst>
              <a:ahLst/>
              <a:cxnLst>
                <a:cxn ang="0">
                  <a:pos x="T0" y="T1"/>
                </a:cxn>
                <a:cxn ang="0">
                  <a:pos x="T2" y="T3"/>
                </a:cxn>
                <a:cxn ang="0">
                  <a:pos x="T4" y="T5"/>
                </a:cxn>
                <a:cxn ang="0">
                  <a:pos x="T6" y="T7"/>
                </a:cxn>
                <a:cxn ang="0">
                  <a:pos x="T8" y="T9"/>
                </a:cxn>
              </a:cxnLst>
              <a:rect l="0" t="0" r="r" b="b"/>
              <a:pathLst>
                <a:path w="38" h="24">
                  <a:moveTo>
                    <a:pt x="37" y="12"/>
                  </a:moveTo>
                  <a:cubicBezTo>
                    <a:pt x="38" y="6"/>
                    <a:pt x="32" y="0"/>
                    <a:pt x="22" y="0"/>
                  </a:cubicBezTo>
                  <a:cubicBezTo>
                    <a:pt x="12" y="0"/>
                    <a:pt x="3" y="6"/>
                    <a:pt x="1" y="12"/>
                  </a:cubicBezTo>
                  <a:cubicBezTo>
                    <a:pt x="0" y="19"/>
                    <a:pt x="6" y="24"/>
                    <a:pt x="16" y="24"/>
                  </a:cubicBezTo>
                  <a:cubicBezTo>
                    <a:pt x="26" y="24"/>
                    <a:pt x="35" y="19"/>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76" name="Freeform 910"/>
            <p:cNvSpPr>
              <a:spLocks/>
            </p:cNvSpPr>
            <p:nvPr/>
          </p:nvSpPr>
          <p:spPr bwMode="auto">
            <a:xfrm>
              <a:off x="3670300" y="4837113"/>
              <a:ext cx="128588" cy="79375"/>
            </a:xfrm>
            <a:custGeom>
              <a:avLst/>
              <a:gdLst>
                <a:gd name="T0" fmla="*/ 37 w 39"/>
                <a:gd name="T1" fmla="*/ 12 h 24"/>
                <a:gd name="T2" fmla="*/ 22 w 39"/>
                <a:gd name="T3" fmla="*/ 0 h 24"/>
                <a:gd name="T4" fmla="*/ 2 w 39"/>
                <a:gd name="T5" fmla="*/ 12 h 24"/>
                <a:gd name="T6" fmla="*/ 17 w 39"/>
                <a:gd name="T7" fmla="*/ 24 h 24"/>
                <a:gd name="T8" fmla="*/ 37 w 39"/>
                <a:gd name="T9" fmla="*/ 12 h 24"/>
              </a:gdLst>
              <a:ahLst/>
              <a:cxnLst>
                <a:cxn ang="0">
                  <a:pos x="T0" y="T1"/>
                </a:cxn>
                <a:cxn ang="0">
                  <a:pos x="T2" y="T3"/>
                </a:cxn>
                <a:cxn ang="0">
                  <a:pos x="T4" y="T5"/>
                </a:cxn>
                <a:cxn ang="0">
                  <a:pos x="T6" y="T7"/>
                </a:cxn>
                <a:cxn ang="0">
                  <a:pos x="T8" y="T9"/>
                </a:cxn>
              </a:cxnLst>
              <a:rect l="0" t="0" r="r" b="b"/>
              <a:pathLst>
                <a:path w="39" h="24">
                  <a:moveTo>
                    <a:pt x="37" y="12"/>
                  </a:moveTo>
                  <a:cubicBezTo>
                    <a:pt x="39" y="6"/>
                    <a:pt x="32" y="0"/>
                    <a:pt x="22" y="0"/>
                  </a:cubicBezTo>
                  <a:cubicBezTo>
                    <a:pt x="12" y="0"/>
                    <a:pt x="3" y="6"/>
                    <a:pt x="2" y="12"/>
                  </a:cubicBezTo>
                  <a:cubicBezTo>
                    <a:pt x="0" y="19"/>
                    <a:pt x="7" y="24"/>
                    <a:pt x="17" y="24"/>
                  </a:cubicBezTo>
                  <a:cubicBezTo>
                    <a:pt x="26" y="24"/>
                    <a:pt x="36" y="19"/>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77" name="Freeform 911"/>
            <p:cNvSpPr>
              <a:spLocks/>
            </p:cNvSpPr>
            <p:nvPr/>
          </p:nvSpPr>
          <p:spPr bwMode="auto">
            <a:xfrm>
              <a:off x="3814763" y="4837113"/>
              <a:ext cx="123825" cy="79375"/>
            </a:xfrm>
            <a:custGeom>
              <a:avLst/>
              <a:gdLst>
                <a:gd name="T0" fmla="*/ 36 w 38"/>
                <a:gd name="T1" fmla="*/ 12 h 24"/>
                <a:gd name="T2" fmla="*/ 21 w 38"/>
                <a:gd name="T3" fmla="*/ 0 h 24"/>
                <a:gd name="T4" fmla="*/ 1 w 38"/>
                <a:gd name="T5" fmla="*/ 12 h 24"/>
                <a:gd name="T6" fmla="*/ 16 w 38"/>
                <a:gd name="T7" fmla="*/ 24 h 24"/>
                <a:gd name="T8" fmla="*/ 36 w 38"/>
                <a:gd name="T9" fmla="*/ 12 h 24"/>
              </a:gdLst>
              <a:ahLst/>
              <a:cxnLst>
                <a:cxn ang="0">
                  <a:pos x="T0" y="T1"/>
                </a:cxn>
                <a:cxn ang="0">
                  <a:pos x="T2" y="T3"/>
                </a:cxn>
                <a:cxn ang="0">
                  <a:pos x="T4" y="T5"/>
                </a:cxn>
                <a:cxn ang="0">
                  <a:pos x="T6" y="T7"/>
                </a:cxn>
                <a:cxn ang="0">
                  <a:pos x="T8" y="T9"/>
                </a:cxn>
              </a:cxnLst>
              <a:rect l="0" t="0" r="r" b="b"/>
              <a:pathLst>
                <a:path w="38" h="24">
                  <a:moveTo>
                    <a:pt x="36" y="12"/>
                  </a:moveTo>
                  <a:cubicBezTo>
                    <a:pt x="38" y="6"/>
                    <a:pt x="31" y="0"/>
                    <a:pt x="21" y="0"/>
                  </a:cubicBezTo>
                  <a:cubicBezTo>
                    <a:pt x="12" y="0"/>
                    <a:pt x="3" y="6"/>
                    <a:pt x="1" y="12"/>
                  </a:cubicBezTo>
                  <a:cubicBezTo>
                    <a:pt x="0" y="19"/>
                    <a:pt x="6" y="24"/>
                    <a:pt x="16" y="24"/>
                  </a:cubicBezTo>
                  <a:cubicBezTo>
                    <a:pt x="26" y="24"/>
                    <a:pt x="35" y="19"/>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78" name="Freeform 912"/>
            <p:cNvSpPr>
              <a:spLocks/>
            </p:cNvSpPr>
            <p:nvPr/>
          </p:nvSpPr>
          <p:spPr bwMode="auto">
            <a:xfrm>
              <a:off x="3956050" y="4837113"/>
              <a:ext cx="123825" cy="79375"/>
            </a:xfrm>
            <a:custGeom>
              <a:avLst/>
              <a:gdLst>
                <a:gd name="T0" fmla="*/ 37 w 38"/>
                <a:gd name="T1" fmla="*/ 12 h 24"/>
                <a:gd name="T2" fmla="*/ 21 w 38"/>
                <a:gd name="T3" fmla="*/ 0 h 24"/>
                <a:gd name="T4" fmla="*/ 1 w 38"/>
                <a:gd name="T5" fmla="*/ 12 h 24"/>
                <a:gd name="T6" fmla="*/ 17 w 38"/>
                <a:gd name="T7" fmla="*/ 24 h 24"/>
                <a:gd name="T8" fmla="*/ 37 w 38"/>
                <a:gd name="T9" fmla="*/ 12 h 24"/>
              </a:gdLst>
              <a:ahLst/>
              <a:cxnLst>
                <a:cxn ang="0">
                  <a:pos x="T0" y="T1"/>
                </a:cxn>
                <a:cxn ang="0">
                  <a:pos x="T2" y="T3"/>
                </a:cxn>
                <a:cxn ang="0">
                  <a:pos x="T4" y="T5"/>
                </a:cxn>
                <a:cxn ang="0">
                  <a:pos x="T6" y="T7"/>
                </a:cxn>
                <a:cxn ang="0">
                  <a:pos x="T8" y="T9"/>
                </a:cxn>
              </a:cxnLst>
              <a:rect l="0" t="0" r="r" b="b"/>
              <a:pathLst>
                <a:path w="38" h="24">
                  <a:moveTo>
                    <a:pt x="37" y="12"/>
                  </a:moveTo>
                  <a:cubicBezTo>
                    <a:pt x="38" y="6"/>
                    <a:pt x="31" y="0"/>
                    <a:pt x="21" y="0"/>
                  </a:cubicBezTo>
                  <a:cubicBezTo>
                    <a:pt x="12" y="0"/>
                    <a:pt x="3" y="6"/>
                    <a:pt x="1" y="12"/>
                  </a:cubicBezTo>
                  <a:cubicBezTo>
                    <a:pt x="0" y="19"/>
                    <a:pt x="7" y="24"/>
                    <a:pt x="17" y="24"/>
                  </a:cubicBezTo>
                  <a:cubicBezTo>
                    <a:pt x="26" y="24"/>
                    <a:pt x="35" y="19"/>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79" name="Freeform 913"/>
            <p:cNvSpPr>
              <a:spLocks/>
            </p:cNvSpPr>
            <p:nvPr/>
          </p:nvSpPr>
          <p:spPr bwMode="auto">
            <a:xfrm>
              <a:off x="4095750" y="4837113"/>
              <a:ext cx="125413" cy="79375"/>
            </a:xfrm>
            <a:custGeom>
              <a:avLst/>
              <a:gdLst>
                <a:gd name="T0" fmla="*/ 37 w 38"/>
                <a:gd name="T1" fmla="*/ 12 h 24"/>
                <a:gd name="T2" fmla="*/ 21 w 38"/>
                <a:gd name="T3" fmla="*/ 0 h 24"/>
                <a:gd name="T4" fmla="*/ 2 w 38"/>
                <a:gd name="T5" fmla="*/ 12 h 24"/>
                <a:gd name="T6" fmla="*/ 17 w 38"/>
                <a:gd name="T7" fmla="*/ 24 h 24"/>
                <a:gd name="T8" fmla="*/ 37 w 38"/>
                <a:gd name="T9" fmla="*/ 12 h 24"/>
              </a:gdLst>
              <a:ahLst/>
              <a:cxnLst>
                <a:cxn ang="0">
                  <a:pos x="T0" y="T1"/>
                </a:cxn>
                <a:cxn ang="0">
                  <a:pos x="T2" y="T3"/>
                </a:cxn>
                <a:cxn ang="0">
                  <a:pos x="T4" y="T5"/>
                </a:cxn>
                <a:cxn ang="0">
                  <a:pos x="T6" y="T7"/>
                </a:cxn>
                <a:cxn ang="0">
                  <a:pos x="T8" y="T9"/>
                </a:cxn>
              </a:cxnLst>
              <a:rect l="0" t="0" r="r" b="b"/>
              <a:pathLst>
                <a:path w="38" h="24">
                  <a:moveTo>
                    <a:pt x="37" y="12"/>
                  </a:moveTo>
                  <a:cubicBezTo>
                    <a:pt x="38" y="6"/>
                    <a:pt x="31" y="0"/>
                    <a:pt x="21" y="0"/>
                  </a:cubicBezTo>
                  <a:cubicBezTo>
                    <a:pt x="12" y="0"/>
                    <a:pt x="3" y="6"/>
                    <a:pt x="2" y="12"/>
                  </a:cubicBezTo>
                  <a:cubicBezTo>
                    <a:pt x="0" y="19"/>
                    <a:pt x="7" y="24"/>
                    <a:pt x="17" y="24"/>
                  </a:cubicBezTo>
                  <a:cubicBezTo>
                    <a:pt x="27" y="24"/>
                    <a:pt x="36" y="19"/>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0" name="Freeform 914"/>
            <p:cNvSpPr>
              <a:spLocks/>
            </p:cNvSpPr>
            <p:nvPr/>
          </p:nvSpPr>
          <p:spPr bwMode="auto">
            <a:xfrm>
              <a:off x="4240213" y="4837113"/>
              <a:ext cx="122238" cy="79375"/>
            </a:xfrm>
            <a:custGeom>
              <a:avLst/>
              <a:gdLst>
                <a:gd name="T0" fmla="*/ 36 w 37"/>
                <a:gd name="T1" fmla="*/ 12 h 24"/>
                <a:gd name="T2" fmla="*/ 21 w 37"/>
                <a:gd name="T3" fmla="*/ 0 h 24"/>
                <a:gd name="T4" fmla="*/ 1 w 37"/>
                <a:gd name="T5" fmla="*/ 12 h 24"/>
                <a:gd name="T6" fmla="*/ 17 w 37"/>
                <a:gd name="T7" fmla="*/ 24 h 24"/>
                <a:gd name="T8" fmla="*/ 36 w 37"/>
                <a:gd name="T9" fmla="*/ 12 h 24"/>
              </a:gdLst>
              <a:ahLst/>
              <a:cxnLst>
                <a:cxn ang="0">
                  <a:pos x="T0" y="T1"/>
                </a:cxn>
                <a:cxn ang="0">
                  <a:pos x="T2" y="T3"/>
                </a:cxn>
                <a:cxn ang="0">
                  <a:pos x="T4" y="T5"/>
                </a:cxn>
                <a:cxn ang="0">
                  <a:pos x="T6" y="T7"/>
                </a:cxn>
                <a:cxn ang="0">
                  <a:pos x="T8" y="T9"/>
                </a:cxn>
              </a:cxnLst>
              <a:rect l="0" t="0" r="r" b="b"/>
              <a:pathLst>
                <a:path w="37" h="24">
                  <a:moveTo>
                    <a:pt x="36" y="12"/>
                  </a:moveTo>
                  <a:cubicBezTo>
                    <a:pt x="37" y="6"/>
                    <a:pt x="30" y="0"/>
                    <a:pt x="21" y="0"/>
                  </a:cubicBezTo>
                  <a:cubicBezTo>
                    <a:pt x="11" y="0"/>
                    <a:pt x="2" y="6"/>
                    <a:pt x="1" y="12"/>
                  </a:cubicBezTo>
                  <a:cubicBezTo>
                    <a:pt x="0" y="19"/>
                    <a:pt x="7" y="24"/>
                    <a:pt x="17" y="24"/>
                  </a:cubicBezTo>
                  <a:cubicBezTo>
                    <a:pt x="26" y="24"/>
                    <a:pt x="35" y="19"/>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1" name="Freeform 915"/>
            <p:cNvSpPr>
              <a:spLocks/>
            </p:cNvSpPr>
            <p:nvPr/>
          </p:nvSpPr>
          <p:spPr bwMode="auto">
            <a:xfrm>
              <a:off x="3074988" y="4935538"/>
              <a:ext cx="127000" cy="79375"/>
            </a:xfrm>
            <a:custGeom>
              <a:avLst/>
              <a:gdLst>
                <a:gd name="T0" fmla="*/ 37 w 39"/>
                <a:gd name="T1" fmla="*/ 12 h 24"/>
                <a:gd name="T2" fmla="*/ 23 w 39"/>
                <a:gd name="T3" fmla="*/ 0 h 24"/>
                <a:gd name="T4" fmla="*/ 2 w 39"/>
                <a:gd name="T5" fmla="*/ 12 h 24"/>
                <a:gd name="T6" fmla="*/ 16 w 39"/>
                <a:gd name="T7" fmla="*/ 24 h 24"/>
                <a:gd name="T8" fmla="*/ 37 w 39"/>
                <a:gd name="T9" fmla="*/ 12 h 24"/>
              </a:gdLst>
              <a:ahLst/>
              <a:cxnLst>
                <a:cxn ang="0">
                  <a:pos x="T0" y="T1"/>
                </a:cxn>
                <a:cxn ang="0">
                  <a:pos x="T2" y="T3"/>
                </a:cxn>
                <a:cxn ang="0">
                  <a:pos x="T4" y="T5"/>
                </a:cxn>
                <a:cxn ang="0">
                  <a:pos x="T6" y="T7"/>
                </a:cxn>
                <a:cxn ang="0">
                  <a:pos x="T8" y="T9"/>
                </a:cxn>
              </a:cxnLst>
              <a:rect l="0" t="0" r="r" b="b"/>
              <a:pathLst>
                <a:path w="39" h="24">
                  <a:moveTo>
                    <a:pt x="37" y="12"/>
                  </a:moveTo>
                  <a:cubicBezTo>
                    <a:pt x="39" y="5"/>
                    <a:pt x="33" y="0"/>
                    <a:pt x="23" y="0"/>
                  </a:cubicBezTo>
                  <a:cubicBezTo>
                    <a:pt x="13" y="0"/>
                    <a:pt x="4" y="5"/>
                    <a:pt x="2" y="12"/>
                  </a:cubicBezTo>
                  <a:cubicBezTo>
                    <a:pt x="0" y="19"/>
                    <a:pt x="6" y="24"/>
                    <a:pt x="16" y="24"/>
                  </a:cubicBezTo>
                  <a:cubicBezTo>
                    <a:pt x="26" y="24"/>
                    <a:pt x="35" y="19"/>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2" name="Freeform 916"/>
            <p:cNvSpPr>
              <a:spLocks/>
            </p:cNvSpPr>
            <p:nvPr/>
          </p:nvSpPr>
          <p:spPr bwMode="auto">
            <a:xfrm>
              <a:off x="3214688" y="4935538"/>
              <a:ext cx="131763" cy="79375"/>
            </a:xfrm>
            <a:custGeom>
              <a:avLst/>
              <a:gdLst>
                <a:gd name="T0" fmla="*/ 38 w 40"/>
                <a:gd name="T1" fmla="*/ 12 h 24"/>
                <a:gd name="T2" fmla="*/ 24 w 40"/>
                <a:gd name="T3" fmla="*/ 0 h 24"/>
                <a:gd name="T4" fmla="*/ 2 w 40"/>
                <a:gd name="T5" fmla="*/ 12 h 24"/>
                <a:gd name="T6" fmla="*/ 17 w 40"/>
                <a:gd name="T7" fmla="*/ 24 h 24"/>
                <a:gd name="T8" fmla="*/ 38 w 40"/>
                <a:gd name="T9" fmla="*/ 12 h 24"/>
              </a:gdLst>
              <a:ahLst/>
              <a:cxnLst>
                <a:cxn ang="0">
                  <a:pos x="T0" y="T1"/>
                </a:cxn>
                <a:cxn ang="0">
                  <a:pos x="T2" y="T3"/>
                </a:cxn>
                <a:cxn ang="0">
                  <a:pos x="T4" y="T5"/>
                </a:cxn>
                <a:cxn ang="0">
                  <a:pos x="T6" y="T7"/>
                </a:cxn>
                <a:cxn ang="0">
                  <a:pos x="T8" y="T9"/>
                </a:cxn>
              </a:cxnLst>
              <a:rect l="0" t="0" r="r" b="b"/>
              <a:pathLst>
                <a:path w="40" h="24">
                  <a:moveTo>
                    <a:pt x="38" y="12"/>
                  </a:moveTo>
                  <a:cubicBezTo>
                    <a:pt x="40" y="5"/>
                    <a:pt x="33" y="0"/>
                    <a:pt x="24" y="0"/>
                  </a:cubicBezTo>
                  <a:cubicBezTo>
                    <a:pt x="14" y="0"/>
                    <a:pt x="4" y="5"/>
                    <a:pt x="2" y="12"/>
                  </a:cubicBezTo>
                  <a:cubicBezTo>
                    <a:pt x="0" y="19"/>
                    <a:pt x="7" y="24"/>
                    <a:pt x="17" y="24"/>
                  </a:cubicBezTo>
                  <a:cubicBezTo>
                    <a:pt x="27" y="24"/>
                    <a:pt x="36" y="19"/>
                    <a:pt x="3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3" name="Freeform 917"/>
            <p:cNvSpPr>
              <a:spLocks/>
            </p:cNvSpPr>
            <p:nvPr/>
          </p:nvSpPr>
          <p:spPr bwMode="auto">
            <a:xfrm>
              <a:off x="3359150" y="4935538"/>
              <a:ext cx="131763" cy="79375"/>
            </a:xfrm>
            <a:custGeom>
              <a:avLst/>
              <a:gdLst>
                <a:gd name="T0" fmla="*/ 38 w 40"/>
                <a:gd name="T1" fmla="*/ 12 h 24"/>
                <a:gd name="T2" fmla="*/ 23 w 40"/>
                <a:gd name="T3" fmla="*/ 0 h 24"/>
                <a:gd name="T4" fmla="*/ 2 w 40"/>
                <a:gd name="T5" fmla="*/ 12 h 24"/>
                <a:gd name="T6" fmla="*/ 17 w 40"/>
                <a:gd name="T7" fmla="*/ 24 h 24"/>
                <a:gd name="T8" fmla="*/ 38 w 40"/>
                <a:gd name="T9" fmla="*/ 12 h 24"/>
              </a:gdLst>
              <a:ahLst/>
              <a:cxnLst>
                <a:cxn ang="0">
                  <a:pos x="T0" y="T1"/>
                </a:cxn>
                <a:cxn ang="0">
                  <a:pos x="T2" y="T3"/>
                </a:cxn>
                <a:cxn ang="0">
                  <a:pos x="T4" y="T5"/>
                </a:cxn>
                <a:cxn ang="0">
                  <a:pos x="T6" y="T7"/>
                </a:cxn>
                <a:cxn ang="0">
                  <a:pos x="T8" y="T9"/>
                </a:cxn>
              </a:cxnLst>
              <a:rect l="0" t="0" r="r" b="b"/>
              <a:pathLst>
                <a:path w="40" h="24">
                  <a:moveTo>
                    <a:pt x="38" y="12"/>
                  </a:moveTo>
                  <a:cubicBezTo>
                    <a:pt x="40" y="5"/>
                    <a:pt x="33" y="0"/>
                    <a:pt x="23" y="0"/>
                  </a:cubicBezTo>
                  <a:cubicBezTo>
                    <a:pt x="13" y="0"/>
                    <a:pt x="4" y="5"/>
                    <a:pt x="2" y="12"/>
                  </a:cubicBezTo>
                  <a:cubicBezTo>
                    <a:pt x="0" y="19"/>
                    <a:pt x="7" y="24"/>
                    <a:pt x="17" y="24"/>
                  </a:cubicBezTo>
                  <a:cubicBezTo>
                    <a:pt x="27" y="24"/>
                    <a:pt x="36" y="19"/>
                    <a:pt x="3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4" name="Freeform 918"/>
            <p:cNvSpPr>
              <a:spLocks/>
            </p:cNvSpPr>
            <p:nvPr/>
          </p:nvSpPr>
          <p:spPr bwMode="auto">
            <a:xfrm>
              <a:off x="3503613" y="4935538"/>
              <a:ext cx="127000" cy="79375"/>
            </a:xfrm>
            <a:custGeom>
              <a:avLst/>
              <a:gdLst>
                <a:gd name="T0" fmla="*/ 38 w 39"/>
                <a:gd name="T1" fmla="*/ 12 h 24"/>
                <a:gd name="T2" fmla="*/ 23 w 39"/>
                <a:gd name="T3" fmla="*/ 0 h 24"/>
                <a:gd name="T4" fmla="*/ 2 w 39"/>
                <a:gd name="T5" fmla="*/ 12 h 24"/>
                <a:gd name="T6" fmla="*/ 17 w 39"/>
                <a:gd name="T7" fmla="*/ 24 h 24"/>
                <a:gd name="T8" fmla="*/ 38 w 39"/>
                <a:gd name="T9" fmla="*/ 12 h 24"/>
              </a:gdLst>
              <a:ahLst/>
              <a:cxnLst>
                <a:cxn ang="0">
                  <a:pos x="T0" y="T1"/>
                </a:cxn>
                <a:cxn ang="0">
                  <a:pos x="T2" y="T3"/>
                </a:cxn>
                <a:cxn ang="0">
                  <a:pos x="T4" y="T5"/>
                </a:cxn>
                <a:cxn ang="0">
                  <a:pos x="T6" y="T7"/>
                </a:cxn>
                <a:cxn ang="0">
                  <a:pos x="T8" y="T9"/>
                </a:cxn>
              </a:cxnLst>
              <a:rect l="0" t="0" r="r" b="b"/>
              <a:pathLst>
                <a:path w="39" h="24">
                  <a:moveTo>
                    <a:pt x="38" y="12"/>
                  </a:moveTo>
                  <a:cubicBezTo>
                    <a:pt x="39" y="5"/>
                    <a:pt x="33" y="0"/>
                    <a:pt x="23" y="0"/>
                  </a:cubicBezTo>
                  <a:cubicBezTo>
                    <a:pt x="13" y="0"/>
                    <a:pt x="4" y="5"/>
                    <a:pt x="2" y="12"/>
                  </a:cubicBezTo>
                  <a:cubicBezTo>
                    <a:pt x="0" y="19"/>
                    <a:pt x="7" y="24"/>
                    <a:pt x="17" y="24"/>
                  </a:cubicBezTo>
                  <a:cubicBezTo>
                    <a:pt x="27" y="24"/>
                    <a:pt x="36" y="19"/>
                    <a:pt x="3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5" name="Freeform 919"/>
            <p:cNvSpPr>
              <a:spLocks/>
            </p:cNvSpPr>
            <p:nvPr/>
          </p:nvSpPr>
          <p:spPr bwMode="auto">
            <a:xfrm>
              <a:off x="3648075" y="4935538"/>
              <a:ext cx="127000" cy="79375"/>
            </a:xfrm>
            <a:custGeom>
              <a:avLst/>
              <a:gdLst>
                <a:gd name="T0" fmla="*/ 37 w 39"/>
                <a:gd name="T1" fmla="*/ 12 h 24"/>
                <a:gd name="T2" fmla="*/ 22 w 39"/>
                <a:gd name="T3" fmla="*/ 0 h 24"/>
                <a:gd name="T4" fmla="*/ 2 w 39"/>
                <a:gd name="T5" fmla="*/ 12 h 24"/>
                <a:gd name="T6" fmla="*/ 17 w 39"/>
                <a:gd name="T7" fmla="*/ 24 h 24"/>
                <a:gd name="T8" fmla="*/ 37 w 39"/>
                <a:gd name="T9" fmla="*/ 12 h 24"/>
              </a:gdLst>
              <a:ahLst/>
              <a:cxnLst>
                <a:cxn ang="0">
                  <a:pos x="T0" y="T1"/>
                </a:cxn>
                <a:cxn ang="0">
                  <a:pos x="T2" y="T3"/>
                </a:cxn>
                <a:cxn ang="0">
                  <a:pos x="T4" y="T5"/>
                </a:cxn>
                <a:cxn ang="0">
                  <a:pos x="T6" y="T7"/>
                </a:cxn>
                <a:cxn ang="0">
                  <a:pos x="T8" y="T9"/>
                </a:cxn>
              </a:cxnLst>
              <a:rect l="0" t="0" r="r" b="b"/>
              <a:pathLst>
                <a:path w="39" h="24">
                  <a:moveTo>
                    <a:pt x="37" y="12"/>
                  </a:moveTo>
                  <a:cubicBezTo>
                    <a:pt x="39" y="5"/>
                    <a:pt x="32" y="0"/>
                    <a:pt x="22" y="0"/>
                  </a:cubicBezTo>
                  <a:cubicBezTo>
                    <a:pt x="13" y="0"/>
                    <a:pt x="3" y="5"/>
                    <a:pt x="2" y="12"/>
                  </a:cubicBezTo>
                  <a:cubicBezTo>
                    <a:pt x="0" y="19"/>
                    <a:pt x="7" y="24"/>
                    <a:pt x="17" y="24"/>
                  </a:cubicBezTo>
                  <a:cubicBezTo>
                    <a:pt x="27" y="24"/>
                    <a:pt x="36" y="19"/>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6" name="Freeform 920"/>
            <p:cNvSpPr>
              <a:spLocks/>
            </p:cNvSpPr>
            <p:nvPr/>
          </p:nvSpPr>
          <p:spPr bwMode="auto">
            <a:xfrm>
              <a:off x="3792538" y="4935538"/>
              <a:ext cx="127000" cy="79375"/>
            </a:xfrm>
            <a:custGeom>
              <a:avLst/>
              <a:gdLst>
                <a:gd name="T0" fmla="*/ 37 w 39"/>
                <a:gd name="T1" fmla="*/ 12 h 24"/>
                <a:gd name="T2" fmla="*/ 22 w 39"/>
                <a:gd name="T3" fmla="*/ 0 h 24"/>
                <a:gd name="T4" fmla="*/ 1 w 39"/>
                <a:gd name="T5" fmla="*/ 12 h 24"/>
                <a:gd name="T6" fmla="*/ 17 w 39"/>
                <a:gd name="T7" fmla="*/ 24 h 24"/>
                <a:gd name="T8" fmla="*/ 37 w 39"/>
                <a:gd name="T9" fmla="*/ 12 h 24"/>
              </a:gdLst>
              <a:ahLst/>
              <a:cxnLst>
                <a:cxn ang="0">
                  <a:pos x="T0" y="T1"/>
                </a:cxn>
                <a:cxn ang="0">
                  <a:pos x="T2" y="T3"/>
                </a:cxn>
                <a:cxn ang="0">
                  <a:pos x="T4" y="T5"/>
                </a:cxn>
                <a:cxn ang="0">
                  <a:pos x="T6" y="T7"/>
                </a:cxn>
                <a:cxn ang="0">
                  <a:pos x="T8" y="T9"/>
                </a:cxn>
              </a:cxnLst>
              <a:rect l="0" t="0" r="r" b="b"/>
              <a:pathLst>
                <a:path w="39" h="24">
                  <a:moveTo>
                    <a:pt x="37" y="12"/>
                  </a:moveTo>
                  <a:cubicBezTo>
                    <a:pt x="39" y="5"/>
                    <a:pt x="32" y="0"/>
                    <a:pt x="22" y="0"/>
                  </a:cubicBezTo>
                  <a:cubicBezTo>
                    <a:pt x="12" y="0"/>
                    <a:pt x="3" y="5"/>
                    <a:pt x="1" y="12"/>
                  </a:cubicBezTo>
                  <a:cubicBezTo>
                    <a:pt x="0" y="19"/>
                    <a:pt x="7" y="24"/>
                    <a:pt x="17" y="24"/>
                  </a:cubicBezTo>
                  <a:cubicBezTo>
                    <a:pt x="26" y="24"/>
                    <a:pt x="36" y="19"/>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7" name="Freeform 921"/>
            <p:cNvSpPr>
              <a:spLocks/>
            </p:cNvSpPr>
            <p:nvPr/>
          </p:nvSpPr>
          <p:spPr bwMode="auto">
            <a:xfrm>
              <a:off x="3935413" y="4935538"/>
              <a:ext cx="125413" cy="79375"/>
            </a:xfrm>
            <a:custGeom>
              <a:avLst/>
              <a:gdLst>
                <a:gd name="T0" fmla="*/ 37 w 38"/>
                <a:gd name="T1" fmla="*/ 12 h 24"/>
                <a:gd name="T2" fmla="*/ 21 w 38"/>
                <a:gd name="T3" fmla="*/ 0 h 24"/>
                <a:gd name="T4" fmla="*/ 1 w 38"/>
                <a:gd name="T5" fmla="*/ 12 h 24"/>
                <a:gd name="T6" fmla="*/ 17 w 38"/>
                <a:gd name="T7" fmla="*/ 24 h 24"/>
                <a:gd name="T8" fmla="*/ 37 w 38"/>
                <a:gd name="T9" fmla="*/ 12 h 24"/>
              </a:gdLst>
              <a:ahLst/>
              <a:cxnLst>
                <a:cxn ang="0">
                  <a:pos x="T0" y="T1"/>
                </a:cxn>
                <a:cxn ang="0">
                  <a:pos x="T2" y="T3"/>
                </a:cxn>
                <a:cxn ang="0">
                  <a:pos x="T4" y="T5"/>
                </a:cxn>
                <a:cxn ang="0">
                  <a:pos x="T6" y="T7"/>
                </a:cxn>
                <a:cxn ang="0">
                  <a:pos x="T8" y="T9"/>
                </a:cxn>
              </a:cxnLst>
              <a:rect l="0" t="0" r="r" b="b"/>
              <a:pathLst>
                <a:path w="38" h="24">
                  <a:moveTo>
                    <a:pt x="37" y="12"/>
                  </a:moveTo>
                  <a:cubicBezTo>
                    <a:pt x="38" y="5"/>
                    <a:pt x="31" y="0"/>
                    <a:pt x="21" y="0"/>
                  </a:cubicBezTo>
                  <a:cubicBezTo>
                    <a:pt x="12" y="0"/>
                    <a:pt x="3" y="5"/>
                    <a:pt x="1" y="12"/>
                  </a:cubicBezTo>
                  <a:cubicBezTo>
                    <a:pt x="0" y="19"/>
                    <a:pt x="7" y="24"/>
                    <a:pt x="17" y="24"/>
                  </a:cubicBezTo>
                  <a:cubicBezTo>
                    <a:pt x="26" y="24"/>
                    <a:pt x="36" y="19"/>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8" name="Freeform 922"/>
            <p:cNvSpPr>
              <a:spLocks/>
            </p:cNvSpPr>
            <p:nvPr/>
          </p:nvSpPr>
          <p:spPr bwMode="auto">
            <a:xfrm>
              <a:off x="4079875" y="4935538"/>
              <a:ext cx="123825" cy="79375"/>
            </a:xfrm>
            <a:custGeom>
              <a:avLst/>
              <a:gdLst>
                <a:gd name="T0" fmla="*/ 37 w 38"/>
                <a:gd name="T1" fmla="*/ 12 h 24"/>
                <a:gd name="T2" fmla="*/ 21 w 38"/>
                <a:gd name="T3" fmla="*/ 0 h 24"/>
                <a:gd name="T4" fmla="*/ 1 w 38"/>
                <a:gd name="T5" fmla="*/ 12 h 24"/>
                <a:gd name="T6" fmla="*/ 16 w 38"/>
                <a:gd name="T7" fmla="*/ 24 h 24"/>
                <a:gd name="T8" fmla="*/ 37 w 38"/>
                <a:gd name="T9" fmla="*/ 12 h 24"/>
              </a:gdLst>
              <a:ahLst/>
              <a:cxnLst>
                <a:cxn ang="0">
                  <a:pos x="T0" y="T1"/>
                </a:cxn>
                <a:cxn ang="0">
                  <a:pos x="T2" y="T3"/>
                </a:cxn>
                <a:cxn ang="0">
                  <a:pos x="T4" y="T5"/>
                </a:cxn>
                <a:cxn ang="0">
                  <a:pos x="T6" y="T7"/>
                </a:cxn>
                <a:cxn ang="0">
                  <a:pos x="T8" y="T9"/>
                </a:cxn>
              </a:cxnLst>
              <a:rect l="0" t="0" r="r" b="b"/>
              <a:pathLst>
                <a:path w="38" h="24">
                  <a:moveTo>
                    <a:pt x="37" y="12"/>
                  </a:moveTo>
                  <a:cubicBezTo>
                    <a:pt x="38" y="5"/>
                    <a:pt x="31" y="0"/>
                    <a:pt x="21" y="0"/>
                  </a:cubicBezTo>
                  <a:cubicBezTo>
                    <a:pt x="11" y="0"/>
                    <a:pt x="2" y="5"/>
                    <a:pt x="1" y="12"/>
                  </a:cubicBezTo>
                  <a:cubicBezTo>
                    <a:pt x="0" y="19"/>
                    <a:pt x="7" y="24"/>
                    <a:pt x="16" y="24"/>
                  </a:cubicBezTo>
                  <a:cubicBezTo>
                    <a:pt x="26" y="24"/>
                    <a:pt x="35" y="19"/>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9" name="Freeform 923"/>
            <p:cNvSpPr>
              <a:spLocks/>
            </p:cNvSpPr>
            <p:nvPr/>
          </p:nvSpPr>
          <p:spPr bwMode="auto">
            <a:xfrm>
              <a:off x="4221163" y="4935538"/>
              <a:ext cx="123825" cy="79375"/>
            </a:xfrm>
            <a:custGeom>
              <a:avLst/>
              <a:gdLst>
                <a:gd name="T0" fmla="*/ 37 w 38"/>
                <a:gd name="T1" fmla="*/ 12 h 24"/>
                <a:gd name="T2" fmla="*/ 22 w 38"/>
                <a:gd name="T3" fmla="*/ 0 h 24"/>
                <a:gd name="T4" fmla="*/ 2 w 38"/>
                <a:gd name="T5" fmla="*/ 12 h 24"/>
                <a:gd name="T6" fmla="*/ 17 w 38"/>
                <a:gd name="T7" fmla="*/ 24 h 24"/>
                <a:gd name="T8" fmla="*/ 37 w 38"/>
                <a:gd name="T9" fmla="*/ 12 h 24"/>
              </a:gdLst>
              <a:ahLst/>
              <a:cxnLst>
                <a:cxn ang="0">
                  <a:pos x="T0" y="T1"/>
                </a:cxn>
                <a:cxn ang="0">
                  <a:pos x="T2" y="T3"/>
                </a:cxn>
                <a:cxn ang="0">
                  <a:pos x="T4" y="T5"/>
                </a:cxn>
                <a:cxn ang="0">
                  <a:pos x="T6" y="T7"/>
                </a:cxn>
                <a:cxn ang="0">
                  <a:pos x="T8" y="T9"/>
                </a:cxn>
              </a:cxnLst>
              <a:rect l="0" t="0" r="r" b="b"/>
              <a:pathLst>
                <a:path w="38" h="24">
                  <a:moveTo>
                    <a:pt x="37" y="12"/>
                  </a:moveTo>
                  <a:cubicBezTo>
                    <a:pt x="38" y="5"/>
                    <a:pt x="31" y="0"/>
                    <a:pt x="22" y="0"/>
                  </a:cubicBezTo>
                  <a:cubicBezTo>
                    <a:pt x="12" y="0"/>
                    <a:pt x="3" y="5"/>
                    <a:pt x="2" y="12"/>
                  </a:cubicBezTo>
                  <a:cubicBezTo>
                    <a:pt x="0" y="19"/>
                    <a:pt x="8" y="24"/>
                    <a:pt x="17" y="24"/>
                  </a:cubicBezTo>
                  <a:cubicBezTo>
                    <a:pt x="27" y="24"/>
                    <a:pt x="36" y="19"/>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0" name="Freeform 924"/>
            <p:cNvSpPr>
              <a:spLocks/>
            </p:cNvSpPr>
            <p:nvPr/>
          </p:nvSpPr>
          <p:spPr bwMode="auto">
            <a:xfrm>
              <a:off x="4365625" y="4935538"/>
              <a:ext cx="123825" cy="79375"/>
            </a:xfrm>
            <a:custGeom>
              <a:avLst/>
              <a:gdLst>
                <a:gd name="T0" fmla="*/ 37 w 38"/>
                <a:gd name="T1" fmla="*/ 12 h 24"/>
                <a:gd name="T2" fmla="*/ 21 w 38"/>
                <a:gd name="T3" fmla="*/ 0 h 24"/>
                <a:gd name="T4" fmla="*/ 1 w 38"/>
                <a:gd name="T5" fmla="*/ 12 h 24"/>
                <a:gd name="T6" fmla="*/ 17 w 38"/>
                <a:gd name="T7" fmla="*/ 24 h 24"/>
                <a:gd name="T8" fmla="*/ 37 w 38"/>
                <a:gd name="T9" fmla="*/ 12 h 24"/>
              </a:gdLst>
              <a:ahLst/>
              <a:cxnLst>
                <a:cxn ang="0">
                  <a:pos x="T0" y="T1"/>
                </a:cxn>
                <a:cxn ang="0">
                  <a:pos x="T2" y="T3"/>
                </a:cxn>
                <a:cxn ang="0">
                  <a:pos x="T4" y="T5"/>
                </a:cxn>
                <a:cxn ang="0">
                  <a:pos x="T6" y="T7"/>
                </a:cxn>
                <a:cxn ang="0">
                  <a:pos x="T8" y="T9"/>
                </a:cxn>
              </a:cxnLst>
              <a:rect l="0" t="0" r="r" b="b"/>
              <a:pathLst>
                <a:path w="38" h="24">
                  <a:moveTo>
                    <a:pt x="37" y="12"/>
                  </a:moveTo>
                  <a:cubicBezTo>
                    <a:pt x="38" y="5"/>
                    <a:pt x="31" y="0"/>
                    <a:pt x="21" y="0"/>
                  </a:cubicBezTo>
                  <a:cubicBezTo>
                    <a:pt x="11" y="0"/>
                    <a:pt x="2" y="5"/>
                    <a:pt x="1" y="12"/>
                  </a:cubicBezTo>
                  <a:cubicBezTo>
                    <a:pt x="0" y="19"/>
                    <a:pt x="7" y="24"/>
                    <a:pt x="17" y="24"/>
                  </a:cubicBezTo>
                  <a:cubicBezTo>
                    <a:pt x="27" y="24"/>
                    <a:pt x="36" y="19"/>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1" name="Freeform 925"/>
            <p:cNvSpPr>
              <a:spLocks/>
            </p:cNvSpPr>
            <p:nvPr/>
          </p:nvSpPr>
          <p:spPr bwMode="auto">
            <a:xfrm>
              <a:off x="3041650" y="5033963"/>
              <a:ext cx="134938" cy="82550"/>
            </a:xfrm>
            <a:custGeom>
              <a:avLst/>
              <a:gdLst>
                <a:gd name="T0" fmla="*/ 39 w 41"/>
                <a:gd name="T1" fmla="*/ 13 h 25"/>
                <a:gd name="T2" fmla="*/ 24 w 41"/>
                <a:gd name="T3" fmla="*/ 0 h 25"/>
                <a:gd name="T4" fmla="*/ 2 w 41"/>
                <a:gd name="T5" fmla="*/ 13 h 25"/>
                <a:gd name="T6" fmla="*/ 17 w 41"/>
                <a:gd name="T7" fmla="*/ 25 h 25"/>
                <a:gd name="T8" fmla="*/ 39 w 41"/>
                <a:gd name="T9" fmla="*/ 13 h 25"/>
              </a:gdLst>
              <a:ahLst/>
              <a:cxnLst>
                <a:cxn ang="0">
                  <a:pos x="T0" y="T1"/>
                </a:cxn>
                <a:cxn ang="0">
                  <a:pos x="T2" y="T3"/>
                </a:cxn>
                <a:cxn ang="0">
                  <a:pos x="T4" y="T5"/>
                </a:cxn>
                <a:cxn ang="0">
                  <a:pos x="T6" y="T7"/>
                </a:cxn>
                <a:cxn ang="0">
                  <a:pos x="T8" y="T9"/>
                </a:cxn>
              </a:cxnLst>
              <a:rect l="0" t="0" r="r" b="b"/>
              <a:pathLst>
                <a:path w="41" h="25">
                  <a:moveTo>
                    <a:pt x="39" y="13"/>
                  </a:moveTo>
                  <a:cubicBezTo>
                    <a:pt x="41" y="6"/>
                    <a:pt x="34" y="0"/>
                    <a:pt x="24" y="0"/>
                  </a:cubicBezTo>
                  <a:cubicBezTo>
                    <a:pt x="14" y="0"/>
                    <a:pt x="4" y="6"/>
                    <a:pt x="2" y="13"/>
                  </a:cubicBezTo>
                  <a:cubicBezTo>
                    <a:pt x="0" y="20"/>
                    <a:pt x="7" y="25"/>
                    <a:pt x="17" y="25"/>
                  </a:cubicBezTo>
                  <a:cubicBezTo>
                    <a:pt x="27" y="25"/>
                    <a:pt x="37" y="20"/>
                    <a:pt x="3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2" name="Freeform 926"/>
            <p:cNvSpPr>
              <a:spLocks/>
            </p:cNvSpPr>
            <p:nvPr/>
          </p:nvSpPr>
          <p:spPr bwMode="auto">
            <a:xfrm>
              <a:off x="3189288" y="5033963"/>
              <a:ext cx="130175" cy="82550"/>
            </a:xfrm>
            <a:custGeom>
              <a:avLst/>
              <a:gdLst>
                <a:gd name="T0" fmla="*/ 38 w 40"/>
                <a:gd name="T1" fmla="*/ 13 h 25"/>
                <a:gd name="T2" fmla="*/ 23 w 40"/>
                <a:gd name="T3" fmla="*/ 0 h 25"/>
                <a:gd name="T4" fmla="*/ 2 w 40"/>
                <a:gd name="T5" fmla="*/ 13 h 25"/>
                <a:gd name="T6" fmla="*/ 16 w 40"/>
                <a:gd name="T7" fmla="*/ 25 h 25"/>
                <a:gd name="T8" fmla="*/ 38 w 40"/>
                <a:gd name="T9" fmla="*/ 13 h 25"/>
              </a:gdLst>
              <a:ahLst/>
              <a:cxnLst>
                <a:cxn ang="0">
                  <a:pos x="T0" y="T1"/>
                </a:cxn>
                <a:cxn ang="0">
                  <a:pos x="T2" y="T3"/>
                </a:cxn>
                <a:cxn ang="0">
                  <a:pos x="T4" y="T5"/>
                </a:cxn>
                <a:cxn ang="0">
                  <a:pos x="T6" y="T7"/>
                </a:cxn>
                <a:cxn ang="0">
                  <a:pos x="T8" y="T9"/>
                </a:cxn>
              </a:cxnLst>
              <a:rect l="0" t="0" r="r" b="b"/>
              <a:pathLst>
                <a:path w="40" h="25">
                  <a:moveTo>
                    <a:pt x="38" y="13"/>
                  </a:moveTo>
                  <a:cubicBezTo>
                    <a:pt x="40" y="6"/>
                    <a:pt x="33" y="0"/>
                    <a:pt x="23" y="0"/>
                  </a:cubicBezTo>
                  <a:cubicBezTo>
                    <a:pt x="13" y="0"/>
                    <a:pt x="4" y="6"/>
                    <a:pt x="2" y="13"/>
                  </a:cubicBezTo>
                  <a:cubicBezTo>
                    <a:pt x="0" y="20"/>
                    <a:pt x="6" y="25"/>
                    <a:pt x="16" y="25"/>
                  </a:cubicBezTo>
                  <a:cubicBezTo>
                    <a:pt x="26" y="25"/>
                    <a:pt x="36" y="20"/>
                    <a:pt x="38"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3" name="Freeform 927"/>
            <p:cNvSpPr>
              <a:spLocks/>
            </p:cNvSpPr>
            <p:nvPr/>
          </p:nvSpPr>
          <p:spPr bwMode="auto">
            <a:xfrm>
              <a:off x="3333750" y="5033963"/>
              <a:ext cx="130175" cy="82550"/>
            </a:xfrm>
            <a:custGeom>
              <a:avLst/>
              <a:gdLst>
                <a:gd name="T0" fmla="*/ 38 w 40"/>
                <a:gd name="T1" fmla="*/ 13 h 25"/>
                <a:gd name="T2" fmla="*/ 23 w 40"/>
                <a:gd name="T3" fmla="*/ 0 h 25"/>
                <a:gd name="T4" fmla="*/ 2 w 40"/>
                <a:gd name="T5" fmla="*/ 13 h 25"/>
                <a:gd name="T6" fmla="*/ 17 w 40"/>
                <a:gd name="T7" fmla="*/ 25 h 25"/>
                <a:gd name="T8" fmla="*/ 38 w 40"/>
                <a:gd name="T9" fmla="*/ 13 h 25"/>
              </a:gdLst>
              <a:ahLst/>
              <a:cxnLst>
                <a:cxn ang="0">
                  <a:pos x="T0" y="T1"/>
                </a:cxn>
                <a:cxn ang="0">
                  <a:pos x="T2" y="T3"/>
                </a:cxn>
                <a:cxn ang="0">
                  <a:pos x="T4" y="T5"/>
                </a:cxn>
                <a:cxn ang="0">
                  <a:pos x="T6" y="T7"/>
                </a:cxn>
                <a:cxn ang="0">
                  <a:pos x="T8" y="T9"/>
                </a:cxn>
              </a:cxnLst>
              <a:rect l="0" t="0" r="r" b="b"/>
              <a:pathLst>
                <a:path w="40" h="25">
                  <a:moveTo>
                    <a:pt x="38" y="13"/>
                  </a:moveTo>
                  <a:cubicBezTo>
                    <a:pt x="40" y="6"/>
                    <a:pt x="33" y="0"/>
                    <a:pt x="23" y="0"/>
                  </a:cubicBezTo>
                  <a:cubicBezTo>
                    <a:pt x="13" y="0"/>
                    <a:pt x="4" y="6"/>
                    <a:pt x="2" y="13"/>
                  </a:cubicBezTo>
                  <a:cubicBezTo>
                    <a:pt x="0" y="20"/>
                    <a:pt x="7" y="25"/>
                    <a:pt x="17" y="25"/>
                  </a:cubicBezTo>
                  <a:cubicBezTo>
                    <a:pt x="27" y="25"/>
                    <a:pt x="36" y="20"/>
                    <a:pt x="38"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4" name="Freeform 928"/>
            <p:cNvSpPr>
              <a:spLocks/>
            </p:cNvSpPr>
            <p:nvPr/>
          </p:nvSpPr>
          <p:spPr bwMode="auto">
            <a:xfrm>
              <a:off x="3478213" y="5033963"/>
              <a:ext cx="130175" cy="82550"/>
            </a:xfrm>
            <a:custGeom>
              <a:avLst/>
              <a:gdLst>
                <a:gd name="T0" fmla="*/ 38 w 40"/>
                <a:gd name="T1" fmla="*/ 13 h 25"/>
                <a:gd name="T2" fmla="*/ 23 w 40"/>
                <a:gd name="T3" fmla="*/ 0 h 25"/>
                <a:gd name="T4" fmla="*/ 2 w 40"/>
                <a:gd name="T5" fmla="*/ 13 h 25"/>
                <a:gd name="T6" fmla="*/ 17 w 40"/>
                <a:gd name="T7" fmla="*/ 25 h 25"/>
                <a:gd name="T8" fmla="*/ 38 w 40"/>
                <a:gd name="T9" fmla="*/ 13 h 25"/>
              </a:gdLst>
              <a:ahLst/>
              <a:cxnLst>
                <a:cxn ang="0">
                  <a:pos x="T0" y="T1"/>
                </a:cxn>
                <a:cxn ang="0">
                  <a:pos x="T2" y="T3"/>
                </a:cxn>
                <a:cxn ang="0">
                  <a:pos x="T4" y="T5"/>
                </a:cxn>
                <a:cxn ang="0">
                  <a:pos x="T6" y="T7"/>
                </a:cxn>
                <a:cxn ang="0">
                  <a:pos x="T8" y="T9"/>
                </a:cxn>
              </a:cxnLst>
              <a:rect l="0" t="0" r="r" b="b"/>
              <a:pathLst>
                <a:path w="40" h="25">
                  <a:moveTo>
                    <a:pt x="38" y="13"/>
                  </a:moveTo>
                  <a:cubicBezTo>
                    <a:pt x="40" y="6"/>
                    <a:pt x="33" y="0"/>
                    <a:pt x="23" y="0"/>
                  </a:cubicBezTo>
                  <a:cubicBezTo>
                    <a:pt x="13" y="0"/>
                    <a:pt x="4" y="6"/>
                    <a:pt x="2" y="13"/>
                  </a:cubicBezTo>
                  <a:cubicBezTo>
                    <a:pt x="0" y="20"/>
                    <a:pt x="7" y="25"/>
                    <a:pt x="17" y="25"/>
                  </a:cubicBezTo>
                  <a:cubicBezTo>
                    <a:pt x="27" y="25"/>
                    <a:pt x="37" y="20"/>
                    <a:pt x="38"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5" name="Freeform 929"/>
            <p:cNvSpPr>
              <a:spLocks/>
            </p:cNvSpPr>
            <p:nvPr/>
          </p:nvSpPr>
          <p:spPr bwMode="auto">
            <a:xfrm>
              <a:off x="3624263" y="5033963"/>
              <a:ext cx="128588" cy="82550"/>
            </a:xfrm>
            <a:custGeom>
              <a:avLst/>
              <a:gdLst>
                <a:gd name="T0" fmla="*/ 37 w 39"/>
                <a:gd name="T1" fmla="*/ 13 h 25"/>
                <a:gd name="T2" fmla="*/ 22 w 39"/>
                <a:gd name="T3" fmla="*/ 0 h 25"/>
                <a:gd name="T4" fmla="*/ 1 w 39"/>
                <a:gd name="T5" fmla="*/ 13 h 25"/>
                <a:gd name="T6" fmla="*/ 17 w 39"/>
                <a:gd name="T7" fmla="*/ 25 h 25"/>
                <a:gd name="T8" fmla="*/ 37 w 39"/>
                <a:gd name="T9" fmla="*/ 13 h 25"/>
              </a:gdLst>
              <a:ahLst/>
              <a:cxnLst>
                <a:cxn ang="0">
                  <a:pos x="T0" y="T1"/>
                </a:cxn>
                <a:cxn ang="0">
                  <a:pos x="T2" y="T3"/>
                </a:cxn>
                <a:cxn ang="0">
                  <a:pos x="T4" y="T5"/>
                </a:cxn>
                <a:cxn ang="0">
                  <a:pos x="T6" y="T7"/>
                </a:cxn>
                <a:cxn ang="0">
                  <a:pos x="T8" y="T9"/>
                </a:cxn>
              </a:cxnLst>
              <a:rect l="0" t="0" r="r" b="b"/>
              <a:pathLst>
                <a:path w="39" h="25">
                  <a:moveTo>
                    <a:pt x="37" y="13"/>
                  </a:moveTo>
                  <a:cubicBezTo>
                    <a:pt x="39" y="6"/>
                    <a:pt x="32" y="0"/>
                    <a:pt x="22" y="0"/>
                  </a:cubicBezTo>
                  <a:cubicBezTo>
                    <a:pt x="12" y="0"/>
                    <a:pt x="3" y="6"/>
                    <a:pt x="1" y="13"/>
                  </a:cubicBezTo>
                  <a:cubicBezTo>
                    <a:pt x="0" y="20"/>
                    <a:pt x="7" y="25"/>
                    <a:pt x="17" y="25"/>
                  </a:cubicBezTo>
                  <a:cubicBezTo>
                    <a:pt x="27" y="25"/>
                    <a:pt x="36" y="20"/>
                    <a:pt x="3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6" name="Freeform 930"/>
            <p:cNvSpPr>
              <a:spLocks/>
            </p:cNvSpPr>
            <p:nvPr/>
          </p:nvSpPr>
          <p:spPr bwMode="auto">
            <a:xfrm>
              <a:off x="3768725" y="5033963"/>
              <a:ext cx="128588" cy="82550"/>
            </a:xfrm>
            <a:custGeom>
              <a:avLst/>
              <a:gdLst>
                <a:gd name="T0" fmla="*/ 38 w 39"/>
                <a:gd name="T1" fmla="*/ 13 h 25"/>
                <a:gd name="T2" fmla="*/ 22 w 39"/>
                <a:gd name="T3" fmla="*/ 0 h 25"/>
                <a:gd name="T4" fmla="*/ 2 w 39"/>
                <a:gd name="T5" fmla="*/ 13 h 25"/>
                <a:gd name="T6" fmla="*/ 17 w 39"/>
                <a:gd name="T7" fmla="*/ 25 h 25"/>
                <a:gd name="T8" fmla="*/ 38 w 39"/>
                <a:gd name="T9" fmla="*/ 13 h 25"/>
              </a:gdLst>
              <a:ahLst/>
              <a:cxnLst>
                <a:cxn ang="0">
                  <a:pos x="T0" y="T1"/>
                </a:cxn>
                <a:cxn ang="0">
                  <a:pos x="T2" y="T3"/>
                </a:cxn>
                <a:cxn ang="0">
                  <a:pos x="T4" y="T5"/>
                </a:cxn>
                <a:cxn ang="0">
                  <a:pos x="T6" y="T7"/>
                </a:cxn>
                <a:cxn ang="0">
                  <a:pos x="T8" y="T9"/>
                </a:cxn>
              </a:cxnLst>
              <a:rect l="0" t="0" r="r" b="b"/>
              <a:pathLst>
                <a:path w="39" h="25">
                  <a:moveTo>
                    <a:pt x="38" y="13"/>
                  </a:moveTo>
                  <a:cubicBezTo>
                    <a:pt x="39" y="6"/>
                    <a:pt x="32" y="0"/>
                    <a:pt x="22" y="0"/>
                  </a:cubicBezTo>
                  <a:cubicBezTo>
                    <a:pt x="12" y="0"/>
                    <a:pt x="3" y="6"/>
                    <a:pt x="2" y="13"/>
                  </a:cubicBezTo>
                  <a:cubicBezTo>
                    <a:pt x="0" y="20"/>
                    <a:pt x="7" y="25"/>
                    <a:pt x="17" y="25"/>
                  </a:cubicBezTo>
                  <a:cubicBezTo>
                    <a:pt x="27" y="25"/>
                    <a:pt x="36" y="20"/>
                    <a:pt x="38"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7" name="Freeform 931"/>
            <p:cNvSpPr>
              <a:spLocks/>
            </p:cNvSpPr>
            <p:nvPr/>
          </p:nvSpPr>
          <p:spPr bwMode="auto">
            <a:xfrm>
              <a:off x="3913188" y="5033963"/>
              <a:ext cx="127000" cy="82550"/>
            </a:xfrm>
            <a:custGeom>
              <a:avLst/>
              <a:gdLst>
                <a:gd name="T0" fmla="*/ 38 w 39"/>
                <a:gd name="T1" fmla="*/ 13 h 25"/>
                <a:gd name="T2" fmla="*/ 22 w 39"/>
                <a:gd name="T3" fmla="*/ 0 h 25"/>
                <a:gd name="T4" fmla="*/ 2 w 39"/>
                <a:gd name="T5" fmla="*/ 13 h 25"/>
                <a:gd name="T6" fmla="*/ 17 w 39"/>
                <a:gd name="T7" fmla="*/ 25 h 25"/>
                <a:gd name="T8" fmla="*/ 38 w 39"/>
                <a:gd name="T9" fmla="*/ 13 h 25"/>
              </a:gdLst>
              <a:ahLst/>
              <a:cxnLst>
                <a:cxn ang="0">
                  <a:pos x="T0" y="T1"/>
                </a:cxn>
                <a:cxn ang="0">
                  <a:pos x="T2" y="T3"/>
                </a:cxn>
                <a:cxn ang="0">
                  <a:pos x="T4" y="T5"/>
                </a:cxn>
                <a:cxn ang="0">
                  <a:pos x="T6" y="T7"/>
                </a:cxn>
                <a:cxn ang="0">
                  <a:pos x="T8" y="T9"/>
                </a:cxn>
              </a:cxnLst>
              <a:rect l="0" t="0" r="r" b="b"/>
              <a:pathLst>
                <a:path w="39" h="25">
                  <a:moveTo>
                    <a:pt x="38" y="13"/>
                  </a:moveTo>
                  <a:cubicBezTo>
                    <a:pt x="39" y="6"/>
                    <a:pt x="32" y="0"/>
                    <a:pt x="22" y="0"/>
                  </a:cubicBezTo>
                  <a:cubicBezTo>
                    <a:pt x="13" y="0"/>
                    <a:pt x="3" y="6"/>
                    <a:pt x="2" y="13"/>
                  </a:cubicBezTo>
                  <a:cubicBezTo>
                    <a:pt x="0" y="20"/>
                    <a:pt x="7" y="25"/>
                    <a:pt x="17" y="25"/>
                  </a:cubicBezTo>
                  <a:cubicBezTo>
                    <a:pt x="27" y="25"/>
                    <a:pt x="37" y="20"/>
                    <a:pt x="38"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8" name="Freeform 932"/>
            <p:cNvSpPr>
              <a:spLocks/>
            </p:cNvSpPr>
            <p:nvPr/>
          </p:nvSpPr>
          <p:spPr bwMode="auto">
            <a:xfrm>
              <a:off x="4060825" y="5033963"/>
              <a:ext cx="123825" cy="82550"/>
            </a:xfrm>
            <a:custGeom>
              <a:avLst/>
              <a:gdLst>
                <a:gd name="T0" fmla="*/ 37 w 38"/>
                <a:gd name="T1" fmla="*/ 13 h 25"/>
                <a:gd name="T2" fmla="*/ 21 w 38"/>
                <a:gd name="T3" fmla="*/ 0 h 25"/>
                <a:gd name="T4" fmla="*/ 1 w 38"/>
                <a:gd name="T5" fmla="*/ 13 h 25"/>
                <a:gd name="T6" fmla="*/ 17 w 38"/>
                <a:gd name="T7" fmla="*/ 25 h 25"/>
                <a:gd name="T8" fmla="*/ 37 w 38"/>
                <a:gd name="T9" fmla="*/ 13 h 25"/>
              </a:gdLst>
              <a:ahLst/>
              <a:cxnLst>
                <a:cxn ang="0">
                  <a:pos x="T0" y="T1"/>
                </a:cxn>
                <a:cxn ang="0">
                  <a:pos x="T2" y="T3"/>
                </a:cxn>
                <a:cxn ang="0">
                  <a:pos x="T4" y="T5"/>
                </a:cxn>
                <a:cxn ang="0">
                  <a:pos x="T6" y="T7"/>
                </a:cxn>
                <a:cxn ang="0">
                  <a:pos x="T8" y="T9"/>
                </a:cxn>
              </a:cxnLst>
              <a:rect l="0" t="0" r="r" b="b"/>
              <a:pathLst>
                <a:path w="38" h="25">
                  <a:moveTo>
                    <a:pt x="37" y="13"/>
                  </a:moveTo>
                  <a:cubicBezTo>
                    <a:pt x="38" y="6"/>
                    <a:pt x="31" y="0"/>
                    <a:pt x="21" y="0"/>
                  </a:cubicBezTo>
                  <a:cubicBezTo>
                    <a:pt x="12" y="0"/>
                    <a:pt x="2" y="6"/>
                    <a:pt x="1" y="13"/>
                  </a:cubicBezTo>
                  <a:cubicBezTo>
                    <a:pt x="0" y="20"/>
                    <a:pt x="7" y="25"/>
                    <a:pt x="17" y="25"/>
                  </a:cubicBezTo>
                  <a:cubicBezTo>
                    <a:pt x="27" y="25"/>
                    <a:pt x="36" y="20"/>
                    <a:pt x="3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9" name="Freeform 933"/>
            <p:cNvSpPr>
              <a:spLocks/>
            </p:cNvSpPr>
            <p:nvPr/>
          </p:nvSpPr>
          <p:spPr bwMode="auto">
            <a:xfrm>
              <a:off x="4203700" y="5033963"/>
              <a:ext cx="128588" cy="82550"/>
            </a:xfrm>
            <a:custGeom>
              <a:avLst/>
              <a:gdLst>
                <a:gd name="T0" fmla="*/ 37 w 39"/>
                <a:gd name="T1" fmla="*/ 13 h 25"/>
                <a:gd name="T2" fmla="*/ 22 w 39"/>
                <a:gd name="T3" fmla="*/ 0 h 25"/>
                <a:gd name="T4" fmla="*/ 1 w 39"/>
                <a:gd name="T5" fmla="*/ 13 h 25"/>
                <a:gd name="T6" fmla="*/ 17 w 39"/>
                <a:gd name="T7" fmla="*/ 25 h 25"/>
                <a:gd name="T8" fmla="*/ 37 w 39"/>
                <a:gd name="T9" fmla="*/ 13 h 25"/>
              </a:gdLst>
              <a:ahLst/>
              <a:cxnLst>
                <a:cxn ang="0">
                  <a:pos x="T0" y="T1"/>
                </a:cxn>
                <a:cxn ang="0">
                  <a:pos x="T2" y="T3"/>
                </a:cxn>
                <a:cxn ang="0">
                  <a:pos x="T4" y="T5"/>
                </a:cxn>
                <a:cxn ang="0">
                  <a:pos x="T6" y="T7"/>
                </a:cxn>
                <a:cxn ang="0">
                  <a:pos x="T8" y="T9"/>
                </a:cxn>
              </a:cxnLst>
              <a:rect l="0" t="0" r="r" b="b"/>
              <a:pathLst>
                <a:path w="39" h="25">
                  <a:moveTo>
                    <a:pt x="37" y="13"/>
                  </a:moveTo>
                  <a:cubicBezTo>
                    <a:pt x="39" y="6"/>
                    <a:pt x="31" y="0"/>
                    <a:pt x="22" y="0"/>
                  </a:cubicBezTo>
                  <a:cubicBezTo>
                    <a:pt x="12" y="0"/>
                    <a:pt x="3" y="6"/>
                    <a:pt x="1" y="13"/>
                  </a:cubicBezTo>
                  <a:cubicBezTo>
                    <a:pt x="0" y="20"/>
                    <a:pt x="7" y="25"/>
                    <a:pt x="17" y="25"/>
                  </a:cubicBezTo>
                  <a:cubicBezTo>
                    <a:pt x="27" y="25"/>
                    <a:pt x="36" y="20"/>
                    <a:pt x="3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0" name="Freeform 934"/>
            <p:cNvSpPr>
              <a:spLocks/>
            </p:cNvSpPr>
            <p:nvPr/>
          </p:nvSpPr>
          <p:spPr bwMode="auto">
            <a:xfrm>
              <a:off x="3159125" y="5135563"/>
              <a:ext cx="131763" cy="85725"/>
            </a:xfrm>
            <a:custGeom>
              <a:avLst/>
              <a:gdLst>
                <a:gd name="T0" fmla="*/ 38 w 40"/>
                <a:gd name="T1" fmla="*/ 13 h 26"/>
                <a:gd name="T2" fmla="*/ 24 w 40"/>
                <a:gd name="T3" fmla="*/ 0 h 26"/>
                <a:gd name="T4" fmla="*/ 2 w 40"/>
                <a:gd name="T5" fmla="*/ 13 h 26"/>
                <a:gd name="T6" fmla="*/ 16 w 40"/>
                <a:gd name="T7" fmla="*/ 26 h 26"/>
                <a:gd name="T8" fmla="*/ 38 w 40"/>
                <a:gd name="T9" fmla="*/ 13 h 26"/>
              </a:gdLst>
              <a:ahLst/>
              <a:cxnLst>
                <a:cxn ang="0">
                  <a:pos x="T0" y="T1"/>
                </a:cxn>
                <a:cxn ang="0">
                  <a:pos x="T2" y="T3"/>
                </a:cxn>
                <a:cxn ang="0">
                  <a:pos x="T4" y="T5"/>
                </a:cxn>
                <a:cxn ang="0">
                  <a:pos x="T6" y="T7"/>
                </a:cxn>
                <a:cxn ang="0">
                  <a:pos x="T8" y="T9"/>
                </a:cxn>
              </a:cxnLst>
              <a:rect l="0" t="0" r="r" b="b"/>
              <a:pathLst>
                <a:path w="40" h="26">
                  <a:moveTo>
                    <a:pt x="38" y="13"/>
                  </a:moveTo>
                  <a:cubicBezTo>
                    <a:pt x="40" y="6"/>
                    <a:pt x="34" y="0"/>
                    <a:pt x="24" y="0"/>
                  </a:cubicBezTo>
                  <a:cubicBezTo>
                    <a:pt x="14" y="0"/>
                    <a:pt x="4" y="6"/>
                    <a:pt x="2" y="13"/>
                  </a:cubicBezTo>
                  <a:cubicBezTo>
                    <a:pt x="0" y="20"/>
                    <a:pt x="6" y="26"/>
                    <a:pt x="16" y="26"/>
                  </a:cubicBezTo>
                  <a:cubicBezTo>
                    <a:pt x="27" y="26"/>
                    <a:pt x="36" y="20"/>
                    <a:pt x="38"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1" name="Freeform 935"/>
            <p:cNvSpPr>
              <a:spLocks/>
            </p:cNvSpPr>
            <p:nvPr/>
          </p:nvSpPr>
          <p:spPr bwMode="auto">
            <a:xfrm>
              <a:off x="3306763" y="5135563"/>
              <a:ext cx="131763" cy="85725"/>
            </a:xfrm>
            <a:custGeom>
              <a:avLst/>
              <a:gdLst>
                <a:gd name="T0" fmla="*/ 38 w 40"/>
                <a:gd name="T1" fmla="*/ 13 h 26"/>
                <a:gd name="T2" fmla="*/ 23 w 40"/>
                <a:gd name="T3" fmla="*/ 0 h 26"/>
                <a:gd name="T4" fmla="*/ 2 w 40"/>
                <a:gd name="T5" fmla="*/ 13 h 26"/>
                <a:gd name="T6" fmla="*/ 16 w 40"/>
                <a:gd name="T7" fmla="*/ 26 h 26"/>
                <a:gd name="T8" fmla="*/ 38 w 40"/>
                <a:gd name="T9" fmla="*/ 13 h 26"/>
              </a:gdLst>
              <a:ahLst/>
              <a:cxnLst>
                <a:cxn ang="0">
                  <a:pos x="T0" y="T1"/>
                </a:cxn>
                <a:cxn ang="0">
                  <a:pos x="T2" y="T3"/>
                </a:cxn>
                <a:cxn ang="0">
                  <a:pos x="T4" y="T5"/>
                </a:cxn>
                <a:cxn ang="0">
                  <a:pos x="T6" y="T7"/>
                </a:cxn>
                <a:cxn ang="0">
                  <a:pos x="T8" y="T9"/>
                </a:cxn>
              </a:cxnLst>
              <a:rect l="0" t="0" r="r" b="b"/>
              <a:pathLst>
                <a:path w="40" h="26">
                  <a:moveTo>
                    <a:pt x="38" y="13"/>
                  </a:moveTo>
                  <a:cubicBezTo>
                    <a:pt x="40" y="6"/>
                    <a:pt x="33" y="0"/>
                    <a:pt x="23" y="0"/>
                  </a:cubicBezTo>
                  <a:cubicBezTo>
                    <a:pt x="13" y="0"/>
                    <a:pt x="3" y="6"/>
                    <a:pt x="2" y="13"/>
                  </a:cubicBezTo>
                  <a:cubicBezTo>
                    <a:pt x="0" y="20"/>
                    <a:pt x="6" y="26"/>
                    <a:pt x="16" y="26"/>
                  </a:cubicBezTo>
                  <a:cubicBezTo>
                    <a:pt x="27" y="26"/>
                    <a:pt x="36" y="20"/>
                    <a:pt x="38"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2" name="Freeform 936"/>
            <p:cNvSpPr>
              <a:spLocks/>
            </p:cNvSpPr>
            <p:nvPr/>
          </p:nvSpPr>
          <p:spPr bwMode="auto">
            <a:xfrm>
              <a:off x="3451225" y="5135563"/>
              <a:ext cx="131763" cy="85725"/>
            </a:xfrm>
            <a:custGeom>
              <a:avLst/>
              <a:gdLst>
                <a:gd name="T0" fmla="*/ 39 w 40"/>
                <a:gd name="T1" fmla="*/ 13 h 26"/>
                <a:gd name="T2" fmla="*/ 24 w 40"/>
                <a:gd name="T3" fmla="*/ 0 h 26"/>
                <a:gd name="T4" fmla="*/ 2 w 40"/>
                <a:gd name="T5" fmla="*/ 13 h 26"/>
                <a:gd name="T6" fmla="*/ 17 w 40"/>
                <a:gd name="T7" fmla="*/ 26 h 26"/>
                <a:gd name="T8" fmla="*/ 39 w 40"/>
                <a:gd name="T9" fmla="*/ 13 h 26"/>
              </a:gdLst>
              <a:ahLst/>
              <a:cxnLst>
                <a:cxn ang="0">
                  <a:pos x="T0" y="T1"/>
                </a:cxn>
                <a:cxn ang="0">
                  <a:pos x="T2" y="T3"/>
                </a:cxn>
                <a:cxn ang="0">
                  <a:pos x="T4" y="T5"/>
                </a:cxn>
                <a:cxn ang="0">
                  <a:pos x="T6" y="T7"/>
                </a:cxn>
                <a:cxn ang="0">
                  <a:pos x="T8" y="T9"/>
                </a:cxn>
              </a:cxnLst>
              <a:rect l="0" t="0" r="r" b="b"/>
              <a:pathLst>
                <a:path w="40" h="26">
                  <a:moveTo>
                    <a:pt x="39" y="13"/>
                  </a:moveTo>
                  <a:cubicBezTo>
                    <a:pt x="40" y="6"/>
                    <a:pt x="34" y="0"/>
                    <a:pt x="24" y="0"/>
                  </a:cubicBezTo>
                  <a:cubicBezTo>
                    <a:pt x="14" y="0"/>
                    <a:pt x="4" y="6"/>
                    <a:pt x="2" y="13"/>
                  </a:cubicBezTo>
                  <a:cubicBezTo>
                    <a:pt x="0" y="20"/>
                    <a:pt x="7" y="26"/>
                    <a:pt x="17" y="26"/>
                  </a:cubicBezTo>
                  <a:cubicBezTo>
                    <a:pt x="27" y="26"/>
                    <a:pt x="37" y="20"/>
                    <a:pt x="3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3" name="Freeform 937"/>
            <p:cNvSpPr>
              <a:spLocks/>
            </p:cNvSpPr>
            <p:nvPr/>
          </p:nvSpPr>
          <p:spPr bwMode="auto">
            <a:xfrm>
              <a:off x="3598863" y="5135563"/>
              <a:ext cx="130175" cy="85725"/>
            </a:xfrm>
            <a:custGeom>
              <a:avLst/>
              <a:gdLst>
                <a:gd name="T0" fmla="*/ 39 w 40"/>
                <a:gd name="T1" fmla="*/ 13 h 26"/>
                <a:gd name="T2" fmla="*/ 23 w 40"/>
                <a:gd name="T3" fmla="*/ 0 h 26"/>
                <a:gd name="T4" fmla="*/ 2 w 40"/>
                <a:gd name="T5" fmla="*/ 13 h 26"/>
                <a:gd name="T6" fmla="*/ 17 w 40"/>
                <a:gd name="T7" fmla="*/ 26 h 26"/>
                <a:gd name="T8" fmla="*/ 39 w 40"/>
                <a:gd name="T9" fmla="*/ 13 h 26"/>
              </a:gdLst>
              <a:ahLst/>
              <a:cxnLst>
                <a:cxn ang="0">
                  <a:pos x="T0" y="T1"/>
                </a:cxn>
                <a:cxn ang="0">
                  <a:pos x="T2" y="T3"/>
                </a:cxn>
                <a:cxn ang="0">
                  <a:pos x="T4" y="T5"/>
                </a:cxn>
                <a:cxn ang="0">
                  <a:pos x="T6" y="T7"/>
                </a:cxn>
                <a:cxn ang="0">
                  <a:pos x="T8" y="T9"/>
                </a:cxn>
              </a:cxnLst>
              <a:rect l="0" t="0" r="r" b="b"/>
              <a:pathLst>
                <a:path w="40" h="26">
                  <a:moveTo>
                    <a:pt x="39" y="13"/>
                  </a:moveTo>
                  <a:cubicBezTo>
                    <a:pt x="40" y="6"/>
                    <a:pt x="33" y="0"/>
                    <a:pt x="23" y="0"/>
                  </a:cubicBezTo>
                  <a:cubicBezTo>
                    <a:pt x="13" y="0"/>
                    <a:pt x="4" y="6"/>
                    <a:pt x="2" y="13"/>
                  </a:cubicBezTo>
                  <a:cubicBezTo>
                    <a:pt x="0" y="20"/>
                    <a:pt x="7" y="26"/>
                    <a:pt x="17" y="26"/>
                  </a:cubicBezTo>
                  <a:cubicBezTo>
                    <a:pt x="27" y="26"/>
                    <a:pt x="37" y="20"/>
                    <a:pt x="3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4" name="Freeform 938"/>
            <p:cNvSpPr>
              <a:spLocks/>
            </p:cNvSpPr>
            <p:nvPr/>
          </p:nvSpPr>
          <p:spPr bwMode="auto">
            <a:xfrm>
              <a:off x="3746500" y="5135563"/>
              <a:ext cx="130175" cy="85725"/>
            </a:xfrm>
            <a:custGeom>
              <a:avLst/>
              <a:gdLst>
                <a:gd name="T0" fmla="*/ 38 w 40"/>
                <a:gd name="T1" fmla="*/ 13 h 26"/>
                <a:gd name="T2" fmla="*/ 23 w 40"/>
                <a:gd name="T3" fmla="*/ 0 h 26"/>
                <a:gd name="T4" fmla="*/ 2 w 40"/>
                <a:gd name="T5" fmla="*/ 13 h 26"/>
                <a:gd name="T6" fmla="*/ 17 w 40"/>
                <a:gd name="T7" fmla="*/ 26 h 26"/>
                <a:gd name="T8" fmla="*/ 38 w 40"/>
                <a:gd name="T9" fmla="*/ 13 h 26"/>
              </a:gdLst>
              <a:ahLst/>
              <a:cxnLst>
                <a:cxn ang="0">
                  <a:pos x="T0" y="T1"/>
                </a:cxn>
                <a:cxn ang="0">
                  <a:pos x="T2" y="T3"/>
                </a:cxn>
                <a:cxn ang="0">
                  <a:pos x="T4" y="T5"/>
                </a:cxn>
                <a:cxn ang="0">
                  <a:pos x="T6" y="T7"/>
                </a:cxn>
                <a:cxn ang="0">
                  <a:pos x="T8" y="T9"/>
                </a:cxn>
              </a:cxnLst>
              <a:rect l="0" t="0" r="r" b="b"/>
              <a:pathLst>
                <a:path w="40" h="26">
                  <a:moveTo>
                    <a:pt x="38" y="13"/>
                  </a:moveTo>
                  <a:cubicBezTo>
                    <a:pt x="40" y="6"/>
                    <a:pt x="33" y="0"/>
                    <a:pt x="23" y="0"/>
                  </a:cubicBezTo>
                  <a:cubicBezTo>
                    <a:pt x="13" y="0"/>
                    <a:pt x="3" y="6"/>
                    <a:pt x="2" y="13"/>
                  </a:cubicBezTo>
                  <a:cubicBezTo>
                    <a:pt x="0" y="20"/>
                    <a:pt x="7" y="26"/>
                    <a:pt x="17" y="26"/>
                  </a:cubicBezTo>
                  <a:cubicBezTo>
                    <a:pt x="27" y="26"/>
                    <a:pt x="37" y="20"/>
                    <a:pt x="38"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5" name="Freeform 939"/>
            <p:cNvSpPr>
              <a:spLocks/>
            </p:cNvSpPr>
            <p:nvPr/>
          </p:nvSpPr>
          <p:spPr bwMode="auto">
            <a:xfrm>
              <a:off x="3894138" y="5135563"/>
              <a:ext cx="127000" cy="85725"/>
            </a:xfrm>
            <a:custGeom>
              <a:avLst/>
              <a:gdLst>
                <a:gd name="T0" fmla="*/ 38 w 39"/>
                <a:gd name="T1" fmla="*/ 13 h 26"/>
                <a:gd name="T2" fmla="*/ 22 w 39"/>
                <a:gd name="T3" fmla="*/ 0 h 26"/>
                <a:gd name="T4" fmla="*/ 1 w 39"/>
                <a:gd name="T5" fmla="*/ 13 h 26"/>
                <a:gd name="T6" fmla="*/ 17 w 39"/>
                <a:gd name="T7" fmla="*/ 26 h 26"/>
                <a:gd name="T8" fmla="*/ 38 w 39"/>
                <a:gd name="T9" fmla="*/ 13 h 26"/>
              </a:gdLst>
              <a:ahLst/>
              <a:cxnLst>
                <a:cxn ang="0">
                  <a:pos x="T0" y="T1"/>
                </a:cxn>
                <a:cxn ang="0">
                  <a:pos x="T2" y="T3"/>
                </a:cxn>
                <a:cxn ang="0">
                  <a:pos x="T4" y="T5"/>
                </a:cxn>
                <a:cxn ang="0">
                  <a:pos x="T6" y="T7"/>
                </a:cxn>
                <a:cxn ang="0">
                  <a:pos x="T8" y="T9"/>
                </a:cxn>
              </a:cxnLst>
              <a:rect l="0" t="0" r="r" b="b"/>
              <a:pathLst>
                <a:path w="39" h="26">
                  <a:moveTo>
                    <a:pt x="38" y="13"/>
                  </a:moveTo>
                  <a:cubicBezTo>
                    <a:pt x="39" y="6"/>
                    <a:pt x="32" y="0"/>
                    <a:pt x="22" y="0"/>
                  </a:cubicBezTo>
                  <a:cubicBezTo>
                    <a:pt x="12" y="0"/>
                    <a:pt x="3" y="6"/>
                    <a:pt x="1" y="13"/>
                  </a:cubicBezTo>
                  <a:cubicBezTo>
                    <a:pt x="0" y="20"/>
                    <a:pt x="7" y="26"/>
                    <a:pt x="17" y="26"/>
                  </a:cubicBezTo>
                  <a:cubicBezTo>
                    <a:pt x="27" y="26"/>
                    <a:pt x="37" y="20"/>
                    <a:pt x="38"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6" name="Freeform 940"/>
            <p:cNvSpPr>
              <a:spLocks/>
            </p:cNvSpPr>
            <p:nvPr/>
          </p:nvSpPr>
          <p:spPr bwMode="auto">
            <a:xfrm>
              <a:off x="4040188" y="5135563"/>
              <a:ext cx="128588" cy="85725"/>
            </a:xfrm>
            <a:custGeom>
              <a:avLst/>
              <a:gdLst>
                <a:gd name="T0" fmla="*/ 38 w 39"/>
                <a:gd name="T1" fmla="*/ 13 h 26"/>
                <a:gd name="T2" fmla="*/ 22 w 39"/>
                <a:gd name="T3" fmla="*/ 0 h 26"/>
                <a:gd name="T4" fmla="*/ 1 w 39"/>
                <a:gd name="T5" fmla="*/ 13 h 26"/>
                <a:gd name="T6" fmla="*/ 17 w 39"/>
                <a:gd name="T7" fmla="*/ 26 h 26"/>
                <a:gd name="T8" fmla="*/ 38 w 39"/>
                <a:gd name="T9" fmla="*/ 13 h 26"/>
              </a:gdLst>
              <a:ahLst/>
              <a:cxnLst>
                <a:cxn ang="0">
                  <a:pos x="T0" y="T1"/>
                </a:cxn>
                <a:cxn ang="0">
                  <a:pos x="T2" y="T3"/>
                </a:cxn>
                <a:cxn ang="0">
                  <a:pos x="T4" y="T5"/>
                </a:cxn>
                <a:cxn ang="0">
                  <a:pos x="T6" y="T7"/>
                </a:cxn>
                <a:cxn ang="0">
                  <a:pos x="T8" y="T9"/>
                </a:cxn>
              </a:cxnLst>
              <a:rect l="0" t="0" r="r" b="b"/>
              <a:pathLst>
                <a:path w="39" h="26">
                  <a:moveTo>
                    <a:pt x="38" y="13"/>
                  </a:moveTo>
                  <a:cubicBezTo>
                    <a:pt x="39" y="6"/>
                    <a:pt x="32" y="0"/>
                    <a:pt x="22" y="0"/>
                  </a:cubicBezTo>
                  <a:cubicBezTo>
                    <a:pt x="12" y="0"/>
                    <a:pt x="3" y="6"/>
                    <a:pt x="1" y="13"/>
                  </a:cubicBezTo>
                  <a:cubicBezTo>
                    <a:pt x="0" y="20"/>
                    <a:pt x="7" y="26"/>
                    <a:pt x="17" y="26"/>
                  </a:cubicBezTo>
                  <a:cubicBezTo>
                    <a:pt x="27" y="26"/>
                    <a:pt x="37" y="20"/>
                    <a:pt x="38"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7" name="Freeform 941"/>
            <p:cNvSpPr>
              <a:spLocks/>
            </p:cNvSpPr>
            <p:nvPr/>
          </p:nvSpPr>
          <p:spPr bwMode="auto">
            <a:xfrm>
              <a:off x="4187825" y="5135563"/>
              <a:ext cx="128588" cy="85725"/>
            </a:xfrm>
            <a:custGeom>
              <a:avLst/>
              <a:gdLst>
                <a:gd name="T0" fmla="*/ 38 w 39"/>
                <a:gd name="T1" fmla="*/ 13 h 26"/>
                <a:gd name="T2" fmla="*/ 21 w 39"/>
                <a:gd name="T3" fmla="*/ 0 h 26"/>
                <a:gd name="T4" fmla="*/ 1 w 39"/>
                <a:gd name="T5" fmla="*/ 13 h 26"/>
                <a:gd name="T6" fmla="*/ 17 w 39"/>
                <a:gd name="T7" fmla="*/ 26 h 26"/>
                <a:gd name="T8" fmla="*/ 38 w 39"/>
                <a:gd name="T9" fmla="*/ 13 h 26"/>
              </a:gdLst>
              <a:ahLst/>
              <a:cxnLst>
                <a:cxn ang="0">
                  <a:pos x="T0" y="T1"/>
                </a:cxn>
                <a:cxn ang="0">
                  <a:pos x="T2" y="T3"/>
                </a:cxn>
                <a:cxn ang="0">
                  <a:pos x="T4" y="T5"/>
                </a:cxn>
                <a:cxn ang="0">
                  <a:pos x="T6" y="T7"/>
                </a:cxn>
                <a:cxn ang="0">
                  <a:pos x="T8" y="T9"/>
                </a:cxn>
              </a:cxnLst>
              <a:rect l="0" t="0" r="r" b="b"/>
              <a:pathLst>
                <a:path w="39" h="26">
                  <a:moveTo>
                    <a:pt x="38" y="13"/>
                  </a:moveTo>
                  <a:cubicBezTo>
                    <a:pt x="39" y="6"/>
                    <a:pt x="31" y="0"/>
                    <a:pt x="21" y="0"/>
                  </a:cubicBezTo>
                  <a:cubicBezTo>
                    <a:pt x="11" y="0"/>
                    <a:pt x="2" y="6"/>
                    <a:pt x="1" y="13"/>
                  </a:cubicBezTo>
                  <a:cubicBezTo>
                    <a:pt x="0" y="20"/>
                    <a:pt x="7" y="26"/>
                    <a:pt x="17" y="26"/>
                  </a:cubicBezTo>
                  <a:cubicBezTo>
                    <a:pt x="27" y="26"/>
                    <a:pt x="36" y="20"/>
                    <a:pt x="38"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8" name="Freeform 942"/>
            <p:cNvSpPr>
              <a:spLocks/>
            </p:cNvSpPr>
            <p:nvPr/>
          </p:nvSpPr>
          <p:spPr bwMode="auto">
            <a:xfrm>
              <a:off x="3278188" y="5240338"/>
              <a:ext cx="133350" cy="88900"/>
            </a:xfrm>
            <a:custGeom>
              <a:avLst/>
              <a:gdLst>
                <a:gd name="T0" fmla="*/ 39 w 41"/>
                <a:gd name="T1" fmla="*/ 14 h 27"/>
                <a:gd name="T2" fmla="*/ 24 w 41"/>
                <a:gd name="T3" fmla="*/ 0 h 27"/>
                <a:gd name="T4" fmla="*/ 2 w 41"/>
                <a:gd name="T5" fmla="*/ 14 h 27"/>
                <a:gd name="T6" fmla="*/ 17 w 41"/>
                <a:gd name="T7" fmla="*/ 27 h 27"/>
                <a:gd name="T8" fmla="*/ 39 w 41"/>
                <a:gd name="T9" fmla="*/ 14 h 27"/>
              </a:gdLst>
              <a:ahLst/>
              <a:cxnLst>
                <a:cxn ang="0">
                  <a:pos x="T0" y="T1"/>
                </a:cxn>
                <a:cxn ang="0">
                  <a:pos x="T2" y="T3"/>
                </a:cxn>
                <a:cxn ang="0">
                  <a:pos x="T4" y="T5"/>
                </a:cxn>
                <a:cxn ang="0">
                  <a:pos x="T6" y="T7"/>
                </a:cxn>
                <a:cxn ang="0">
                  <a:pos x="T8" y="T9"/>
                </a:cxn>
              </a:cxnLst>
              <a:rect l="0" t="0" r="r" b="b"/>
              <a:pathLst>
                <a:path w="41" h="27">
                  <a:moveTo>
                    <a:pt x="39" y="14"/>
                  </a:moveTo>
                  <a:cubicBezTo>
                    <a:pt x="41" y="6"/>
                    <a:pt x="34" y="0"/>
                    <a:pt x="24" y="0"/>
                  </a:cubicBezTo>
                  <a:cubicBezTo>
                    <a:pt x="14" y="0"/>
                    <a:pt x="4" y="6"/>
                    <a:pt x="2" y="14"/>
                  </a:cubicBezTo>
                  <a:cubicBezTo>
                    <a:pt x="0" y="21"/>
                    <a:pt x="7" y="27"/>
                    <a:pt x="17" y="27"/>
                  </a:cubicBezTo>
                  <a:cubicBezTo>
                    <a:pt x="27" y="27"/>
                    <a:pt x="37" y="21"/>
                    <a:pt x="39"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9" name="Freeform 943"/>
            <p:cNvSpPr>
              <a:spLocks/>
            </p:cNvSpPr>
            <p:nvPr/>
          </p:nvSpPr>
          <p:spPr bwMode="auto">
            <a:xfrm>
              <a:off x="3425825" y="5240338"/>
              <a:ext cx="133350" cy="88900"/>
            </a:xfrm>
            <a:custGeom>
              <a:avLst/>
              <a:gdLst>
                <a:gd name="T0" fmla="*/ 39 w 41"/>
                <a:gd name="T1" fmla="*/ 14 h 27"/>
                <a:gd name="T2" fmla="*/ 24 w 41"/>
                <a:gd name="T3" fmla="*/ 0 h 27"/>
                <a:gd name="T4" fmla="*/ 2 w 41"/>
                <a:gd name="T5" fmla="*/ 14 h 27"/>
                <a:gd name="T6" fmla="*/ 17 w 41"/>
                <a:gd name="T7" fmla="*/ 27 h 27"/>
                <a:gd name="T8" fmla="*/ 39 w 41"/>
                <a:gd name="T9" fmla="*/ 14 h 27"/>
              </a:gdLst>
              <a:ahLst/>
              <a:cxnLst>
                <a:cxn ang="0">
                  <a:pos x="T0" y="T1"/>
                </a:cxn>
                <a:cxn ang="0">
                  <a:pos x="T2" y="T3"/>
                </a:cxn>
                <a:cxn ang="0">
                  <a:pos x="T4" y="T5"/>
                </a:cxn>
                <a:cxn ang="0">
                  <a:pos x="T6" y="T7"/>
                </a:cxn>
                <a:cxn ang="0">
                  <a:pos x="T8" y="T9"/>
                </a:cxn>
              </a:cxnLst>
              <a:rect l="0" t="0" r="r" b="b"/>
              <a:pathLst>
                <a:path w="41" h="27">
                  <a:moveTo>
                    <a:pt x="39" y="14"/>
                  </a:moveTo>
                  <a:cubicBezTo>
                    <a:pt x="41" y="6"/>
                    <a:pt x="34" y="0"/>
                    <a:pt x="24" y="0"/>
                  </a:cubicBezTo>
                  <a:cubicBezTo>
                    <a:pt x="14" y="0"/>
                    <a:pt x="4" y="6"/>
                    <a:pt x="2" y="14"/>
                  </a:cubicBezTo>
                  <a:cubicBezTo>
                    <a:pt x="0" y="21"/>
                    <a:pt x="7" y="27"/>
                    <a:pt x="17" y="27"/>
                  </a:cubicBezTo>
                  <a:cubicBezTo>
                    <a:pt x="28" y="27"/>
                    <a:pt x="37" y="21"/>
                    <a:pt x="39"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10" name="Freeform 944"/>
            <p:cNvSpPr>
              <a:spLocks/>
            </p:cNvSpPr>
            <p:nvPr/>
          </p:nvSpPr>
          <p:spPr bwMode="auto">
            <a:xfrm>
              <a:off x="3575050" y="5240338"/>
              <a:ext cx="131763" cy="88900"/>
            </a:xfrm>
            <a:custGeom>
              <a:avLst/>
              <a:gdLst>
                <a:gd name="T0" fmla="*/ 38 w 40"/>
                <a:gd name="T1" fmla="*/ 14 h 27"/>
                <a:gd name="T2" fmla="*/ 23 w 40"/>
                <a:gd name="T3" fmla="*/ 0 h 27"/>
                <a:gd name="T4" fmla="*/ 1 w 40"/>
                <a:gd name="T5" fmla="*/ 14 h 27"/>
                <a:gd name="T6" fmla="*/ 17 w 40"/>
                <a:gd name="T7" fmla="*/ 27 h 27"/>
                <a:gd name="T8" fmla="*/ 38 w 40"/>
                <a:gd name="T9" fmla="*/ 14 h 27"/>
              </a:gdLst>
              <a:ahLst/>
              <a:cxnLst>
                <a:cxn ang="0">
                  <a:pos x="T0" y="T1"/>
                </a:cxn>
                <a:cxn ang="0">
                  <a:pos x="T2" y="T3"/>
                </a:cxn>
                <a:cxn ang="0">
                  <a:pos x="T4" y="T5"/>
                </a:cxn>
                <a:cxn ang="0">
                  <a:pos x="T6" y="T7"/>
                </a:cxn>
                <a:cxn ang="0">
                  <a:pos x="T8" y="T9"/>
                </a:cxn>
              </a:cxnLst>
              <a:rect l="0" t="0" r="r" b="b"/>
              <a:pathLst>
                <a:path w="40" h="27">
                  <a:moveTo>
                    <a:pt x="38" y="14"/>
                  </a:moveTo>
                  <a:cubicBezTo>
                    <a:pt x="40" y="6"/>
                    <a:pt x="33" y="0"/>
                    <a:pt x="23" y="0"/>
                  </a:cubicBezTo>
                  <a:cubicBezTo>
                    <a:pt x="13" y="0"/>
                    <a:pt x="3" y="6"/>
                    <a:pt x="1" y="14"/>
                  </a:cubicBezTo>
                  <a:cubicBezTo>
                    <a:pt x="0" y="21"/>
                    <a:pt x="7" y="27"/>
                    <a:pt x="17" y="27"/>
                  </a:cubicBezTo>
                  <a:cubicBezTo>
                    <a:pt x="27" y="27"/>
                    <a:pt x="37" y="21"/>
                    <a:pt x="38"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11" name="Freeform 945"/>
            <p:cNvSpPr>
              <a:spLocks/>
            </p:cNvSpPr>
            <p:nvPr/>
          </p:nvSpPr>
          <p:spPr bwMode="auto">
            <a:xfrm>
              <a:off x="3722688" y="5240338"/>
              <a:ext cx="131763" cy="88900"/>
            </a:xfrm>
            <a:custGeom>
              <a:avLst/>
              <a:gdLst>
                <a:gd name="T0" fmla="*/ 39 w 40"/>
                <a:gd name="T1" fmla="*/ 14 h 27"/>
                <a:gd name="T2" fmla="*/ 23 w 40"/>
                <a:gd name="T3" fmla="*/ 0 h 27"/>
                <a:gd name="T4" fmla="*/ 2 w 40"/>
                <a:gd name="T5" fmla="*/ 14 h 27"/>
                <a:gd name="T6" fmla="*/ 17 w 40"/>
                <a:gd name="T7" fmla="*/ 27 h 27"/>
                <a:gd name="T8" fmla="*/ 39 w 40"/>
                <a:gd name="T9" fmla="*/ 14 h 27"/>
              </a:gdLst>
              <a:ahLst/>
              <a:cxnLst>
                <a:cxn ang="0">
                  <a:pos x="T0" y="T1"/>
                </a:cxn>
                <a:cxn ang="0">
                  <a:pos x="T2" y="T3"/>
                </a:cxn>
                <a:cxn ang="0">
                  <a:pos x="T4" y="T5"/>
                </a:cxn>
                <a:cxn ang="0">
                  <a:pos x="T6" y="T7"/>
                </a:cxn>
                <a:cxn ang="0">
                  <a:pos x="T8" y="T9"/>
                </a:cxn>
              </a:cxnLst>
              <a:rect l="0" t="0" r="r" b="b"/>
              <a:pathLst>
                <a:path w="40" h="27">
                  <a:moveTo>
                    <a:pt x="39" y="14"/>
                  </a:moveTo>
                  <a:cubicBezTo>
                    <a:pt x="40" y="6"/>
                    <a:pt x="33" y="0"/>
                    <a:pt x="23" y="0"/>
                  </a:cubicBezTo>
                  <a:cubicBezTo>
                    <a:pt x="13" y="0"/>
                    <a:pt x="3" y="6"/>
                    <a:pt x="2" y="14"/>
                  </a:cubicBezTo>
                  <a:cubicBezTo>
                    <a:pt x="0" y="21"/>
                    <a:pt x="7" y="27"/>
                    <a:pt x="17" y="27"/>
                  </a:cubicBezTo>
                  <a:cubicBezTo>
                    <a:pt x="28" y="27"/>
                    <a:pt x="37" y="21"/>
                    <a:pt x="39"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12" name="Freeform 946"/>
            <p:cNvSpPr>
              <a:spLocks/>
            </p:cNvSpPr>
            <p:nvPr/>
          </p:nvSpPr>
          <p:spPr bwMode="auto">
            <a:xfrm>
              <a:off x="3873500" y="5240338"/>
              <a:ext cx="128588" cy="88900"/>
            </a:xfrm>
            <a:custGeom>
              <a:avLst/>
              <a:gdLst>
                <a:gd name="T0" fmla="*/ 38 w 39"/>
                <a:gd name="T1" fmla="*/ 14 h 27"/>
                <a:gd name="T2" fmla="*/ 22 w 39"/>
                <a:gd name="T3" fmla="*/ 0 h 27"/>
                <a:gd name="T4" fmla="*/ 1 w 39"/>
                <a:gd name="T5" fmla="*/ 14 h 27"/>
                <a:gd name="T6" fmla="*/ 17 w 39"/>
                <a:gd name="T7" fmla="*/ 27 h 27"/>
                <a:gd name="T8" fmla="*/ 38 w 39"/>
                <a:gd name="T9" fmla="*/ 14 h 27"/>
              </a:gdLst>
              <a:ahLst/>
              <a:cxnLst>
                <a:cxn ang="0">
                  <a:pos x="T0" y="T1"/>
                </a:cxn>
                <a:cxn ang="0">
                  <a:pos x="T2" y="T3"/>
                </a:cxn>
                <a:cxn ang="0">
                  <a:pos x="T4" y="T5"/>
                </a:cxn>
                <a:cxn ang="0">
                  <a:pos x="T6" y="T7"/>
                </a:cxn>
                <a:cxn ang="0">
                  <a:pos x="T8" y="T9"/>
                </a:cxn>
              </a:cxnLst>
              <a:rect l="0" t="0" r="r" b="b"/>
              <a:pathLst>
                <a:path w="39" h="27">
                  <a:moveTo>
                    <a:pt x="38" y="14"/>
                  </a:moveTo>
                  <a:cubicBezTo>
                    <a:pt x="39" y="6"/>
                    <a:pt x="32" y="0"/>
                    <a:pt x="22" y="0"/>
                  </a:cubicBezTo>
                  <a:cubicBezTo>
                    <a:pt x="12" y="0"/>
                    <a:pt x="2" y="6"/>
                    <a:pt x="1" y="14"/>
                  </a:cubicBezTo>
                  <a:cubicBezTo>
                    <a:pt x="0" y="21"/>
                    <a:pt x="7" y="27"/>
                    <a:pt x="17" y="27"/>
                  </a:cubicBezTo>
                  <a:cubicBezTo>
                    <a:pt x="27" y="27"/>
                    <a:pt x="37" y="21"/>
                    <a:pt x="38"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13" name="Freeform 947"/>
            <p:cNvSpPr>
              <a:spLocks/>
            </p:cNvSpPr>
            <p:nvPr/>
          </p:nvSpPr>
          <p:spPr bwMode="auto">
            <a:xfrm>
              <a:off x="4021138" y="5240338"/>
              <a:ext cx="127000" cy="88900"/>
            </a:xfrm>
            <a:custGeom>
              <a:avLst/>
              <a:gdLst>
                <a:gd name="T0" fmla="*/ 38 w 39"/>
                <a:gd name="T1" fmla="*/ 14 h 27"/>
                <a:gd name="T2" fmla="*/ 22 w 39"/>
                <a:gd name="T3" fmla="*/ 0 h 27"/>
                <a:gd name="T4" fmla="*/ 1 w 39"/>
                <a:gd name="T5" fmla="*/ 14 h 27"/>
                <a:gd name="T6" fmla="*/ 17 w 39"/>
                <a:gd name="T7" fmla="*/ 27 h 27"/>
                <a:gd name="T8" fmla="*/ 38 w 39"/>
                <a:gd name="T9" fmla="*/ 14 h 27"/>
              </a:gdLst>
              <a:ahLst/>
              <a:cxnLst>
                <a:cxn ang="0">
                  <a:pos x="T0" y="T1"/>
                </a:cxn>
                <a:cxn ang="0">
                  <a:pos x="T2" y="T3"/>
                </a:cxn>
                <a:cxn ang="0">
                  <a:pos x="T4" y="T5"/>
                </a:cxn>
                <a:cxn ang="0">
                  <a:pos x="T6" y="T7"/>
                </a:cxn>
                <a:cxn ang="0">
                  <a:pos x="T8" y="T9"/>
                </a:cxn>
              </a:cxnLst>
              <a:rect l="0" t="0" r="r" b="b"/>
              <a:pathLst>
                <a:path w="39" h="27">
                  <a:moveTo>
                    <a:pt x="38" y="14"/>
                  </a:moveTo>
                  <a:cubicBezTo>
                    <a:pt x="39" y="6"/>
                    <a:pt x="32" y="0"/>
                    <a:pt x="22" y="0"/>
                  </a:cubicBezTo>
                  <a:cubicBezTo>
                    <a:pt x="12" y="0"/>
                    <a:pt x="3" y="6"/>
                    <a:pt x="1" y="14"/>
                  </a:cubicBezTo>
                  <a:cubicBezTo>
                    <a:pt x="0" y="21"/>
                    <a:pt x="7" y="27"/>
                    <a:pt x="17" y="27"/>
                  </a:cubicBezTo>
                  <a:cubicBezTo>
                    <a:pt x="28" y="27"/>
                    <a:pt x="37" y="21"/>
                    <a:pt x="38"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14" name="Freeform 948"/>
            <p:cNvSpPr>
              <a:spLocks/>
            </p:cNvSpPr>
            <p:nvPr/>
          </p:nvSpPr>
          <p:spPr bwMode="auto">
            <a:xfrm>
              <a:off x="4168775" y="5240338"/>
              <a:ext cx="130175" cy="88900"/>
            </a:xfrm>
            <a:custGeom>
              <a:avLst/>
              <a:gdLst>
                <a:gd name="T0" fmla="*/ 38 w 40"/>
                <a:gd name="T1" fmla="*/ 14 h 27"/>
                <a:gd name="T2" fmla="*/ 22 w 40"/>
                <a:gd name="T3" fmla="*/ 0 h 27"/>
                <a:gd name="T4" fmla="*/ 2 w 40"/>
                <a:gd name="T5" fmla="*/ 14 h 27"/>
                <a:gd name="T6" fmla="*/ 18 w 40"/>
                <a:gd name="T7" fmla="*/ 27 h 27"/>
                <a:gd name="T8" fmla="*/ 38 w 40"/>
                <a:gd name="T9" fmla="*/ 14 h 27"/>
              </a:gdLst>
              <a:ahLst/>
              <a:cxnLst>
                <a:cxn ang="0">
                  <a:pos x="T0" y="T1"/>
                </a:cxn>
                <a:cxn ang="0">
                  <a:pos x="T2" y="T3"/>
                </a:cxn>
                <a:cxn ang="0">
                  <a:pos x="T4" y="T5"/>
                </a:cxn>
                <a:cxn ang="0">
                  <a:pos x="T6" y="T7"/>
                </a:cxn>
                <a:cxn ang="0">
                  <a:pos x="T8" y="T9"/>
                </a:cxn>
              </a:cxnLst>
              <a:rect l="0" t="0" r="r" b="b"/>
              <a:pathLst>
                <a:path w="40" h="27">
                  <a:moveTo>
                    <a:pt x="38" y="14"/>
                  </a:moveTo>
                  <a:cubicBezTo>
                    <a:pt x="40" y="6"/>
                    <a:pt x="32" y="0"/>
                    <a:pt x="22" y="0"/>
                  </a:cubicBezTo>
                  <a:cubicBezTo>
                    <a:pt x="12" y="0"/>
                    <a:pt x="3" y="6"/>
                    <a:pt x="2" y="14"/>
                  </a:cubicBezTo>
                  <a:cubicBezTo>
                    <a:pt x="0" y="21"/>
                    <a:pt x="8" y="27"/>
                    <a:pt x="18" y="27"/>
                  </a:cubicBezTo>
                  <a:cubicBezTo>
                    <a:pt x="28" y="27"/>
                    <a:pt x="37" y="21"/>
                    <a:pt x="38"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15" name="Freeform 949"/>
            <p:cNvSpPr>
              <a:spLocks/>
            </p:cNvSpPr>
            <p:nvPr/>
          </p:nvSpPr>
          <p:spPr bwMode="auto">
            <a:xfrm>
              <a:off x="3248025" y="5349876"/>
              <a:ext cx="138113" cy="92075"/>
            </a:xfrm>
            <a:custGeom>
              <a:avLst/>
              <a:gdLst>
                <a:gd name="T0" fmla="*/ 40 w 42"/>
                <a:gd name="T1" fmla="*/ 14 h 28"/>
                <a:gd name="T2" fmla="*/ 24 w 42"/>
                <a:gd name="T3" fmla="*/ 0 h 28"/>
                <a:gd name="T4" fmla="*/ 2 w 42"/>
                <a:gd name="T5" fmla="*/ 14 h 28"/>
                <a:gd name="T6" fmla="*/ 17 w 42"/>
                <a:gd name="T7" fmla="*/ 28 h 28"/>
                <a:gd name="T8" fmla="*/ 40 w 42"/>
                <a:gd name="T9" fmla="*/ 14 h 28"/>
              </a:gdLst>
              <a:ahLst/>
              <a:cxnLst>
                <a:cxn ang="0">
                  <a:pos x="T0" y="T1"/>
                </a:cxn>
                <a:cxn ang="0">
                  <a:pos x="T2" y="T3"/>
                </a:cxn>
                <a:cxn ang="0">
                  <a:pos x="T4" y="T5"/>
                </a:cxn>
                <a:cxn ang="0">
                  <a:pos x="T6" y="T7"/>
                </a:cxn>
                <a:cxn ang="0">
                  <a:pos x="T8" y="T9"/>
                </a:cxn>
              </a:cxnLst>
              <a:rect l="0" t="0" r="r" b="b"/>
              <a:pathLst>
                <a:path w="42" h="28">
                  <a:moveTo>
                    <a:pt x="40" y="14"/>
                  </a:moveTo>
                  <a:cubicBezTo>
                    <a:pt x="42" y="7"/>
                    <a:pt x="35" y="0"/>
                    <a:pt x="24" y="0"/>
                  </a:cubicBezTo>
                  <a:cubicBezTo>
                    <a:pt x="14" y="0"/>
                    <a:pt x="4" y="7"/>
                    <a:pt x="2" y="14"/>
                  </a:cubicBezTo>
                  <a:cubicBezTo>
                    <a:pt x="0" y="22"/>
                    <a:pt x="7" y="28"/>
                    <a:pt x="17" y="28"/>
                  </a:cubicBezTo>
                  <a:cubicBezTo>
                    <a:pt x="28" y="28"/>
                    <a:pt x="38" y="22"/>
                    <a:pt x="4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16" name="Freeform 950"/>
            <p:cNvSpPr>
              <a:spLocks/>
            </p:cNvSpPr>
            <p:nvPr/>
          </p:nvSpPr>
          <p:spPr bwMode="auto">
            <a:xfrm>
              <a:off x="3398838" y="5349876"/>
              <a:ext cx="134938" cy="92075"/>
            </a:xfrm>
            <a:custGeom>
              <a:avLst/>
              <a:gdLst>
                <a:gd name="T0" fmla="*/ 39 w 41"/>
                <a:gd name="T1" fmla="*/ 14 h 28"/>
                <a:gd name="T2" fmla="*/ 24 w 41"/>
                <a:gd name="T3" fmla="*/ 0 h 28"/>
                <a:gd name="T4" fmla="*/ 2 w 41"/>
                <a:gd name="T5" fmla="*/ 14 h 28"/>
                <a:gd name="T6" fmla="*/ 17 w 41"/>
                <a:gd name="T7" fmla="*/ 28 h 28"/>
                <a:gd name="T8" fmla="*/ 39 w 41"/>
                <a:gd name="T9" fmla="*/ 14 h 28"/>
              </a:gdLst>
              <a:ahLst/>
              <a:cxnLst>
                <a:cxn ang="0">
                  <a:pos x="T0" y="T1"/>
                </a:cxn>
                <a:cxn ang="0">
                  <a:pos x="T2" y="T3"/>
                </a:cxn>
                <a:cxn ang="0">
                  <a:pos x="T4" y="T5"/>
                </a:cxn>
                <a:cxn ang="0">
                  <a:pos x="T6" y="T7"/>
                </a:cxn>
                <a:cxn ang="0">
                  <a:pos x="T8" y="T9"/>
                </a:cxn>
              </a:cxnLst>
              <a:rect l="0" t="0" r="r" b="b"/>
              <a:pathLst>
                <a:path w="41" h="28">
                  <a:moveTo>
                    <a:pt x="39" y="14"/>
                  </a:moveTo>
                  <a:cubicBezTo>
                    <a:pt x="41" y="7"/>
                    <a:pt x="34" y="0"/>
                    <a:pt x="24" y="0"/>
                  </a:cubicBezTo>
                  <a:cubicBezTo>
                    <a:pt x="14" y="0"/>
                    <a:pt x="4" y="7"/>
                    <a:pt x="2" y="14"/>
                  </a:cubicBezTo>
                  <a:cubicBezTo>
                    <a:pt x="0" y="22"/>
                    <a:pt x="7" y="28"/>
                    <a:pt x="17" y="28"/>
                  </a:cubicBezTo>
                  <a:cubicBezTo>
                    <a:pt x="28" y="28"/>
                    <a:pt x="38" y="22"/>
                    <a:pt x="39"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17" name="Freeform 951"/>
            <p:cNvSpPr>
              <a:spLocks/>
            </p:cNvSpPr>
            <p:nvPr/>
          </p:nvSpPr>
          <p:spPr bwMode="auto">
            <a:xfrm>
              <a:off x="3549650" y="5349876"/>
              <a:ext cx="133350" cy="92075"/>
            </a:xfrm>
            <a:custGeom>
              <a:avLst/>
              <a:gdLst>
                <a:gd name="T0" fmla="*/ 39 w 41"/>
                <a:gd name="T1" fmla="*/ 14 h 28"/>
                <a:gd name="T2" fmla="*/ 24 w 41"/>
                <a:gd name="T3" fmla="*/ 0 h 28"/>
                <a:gd name="T4" fmla="*/ 2 w 41"/>
                <a:gd name="T5" fmla="*/ 14 h 28"/>
                <a:gd name="T6" fmla="*/ 17 w 41"/>
                <a:gd name="T7" fmla="*/ 28 h 28"/>
                <a:gd name="T8" fmla="*/ 39 w 41"/>
                <a:gd name="T9" fmla="*/ 14 h 28"/>
              </a:gdLst>
              <a:ahLst/>
              <a:cxnLst>
                <a:cxn ang="0">
                  <a:pos x="T0" y="T1"/>
                </a:cxn>
                <a:cxn ang="0">
                  <a:pos x="T2" y="T3"/>
                </a:cxn>
                <a:cxn ang="0">
                  <a:pos x="T4" y="T5"/>
                </a:cxn>
                <a:cxn ang="0">
                  <a:pos x="T6" y="T7"/>
                </a:cxn>
                <a:cxn ang="0">
                  <a:pos x="T8" y="T9"/>
                </a:cxn>
              </a:cxnLst>
              <a:rect l="0" t="0" r="r" b="b"/>
              <a:pathLst>
                <a:path w="41" h="28">
                  <a:moveTo>
                    <a:pt x="39" y="14"/>
                  </a:moveTo>
                  <a:cubicBezTo>
                    <a:pt x="41" y="7"/>
                    <a:pt x="34" y="0"/>
                    <a:pt x="24" y="0"/>
                  </a:cubicBezTo>
                  <a:cubicBezTo>
                    <a:pt x="13" y="0"/>
                    <a:pt x="4" y="7"/>
                    <a:pt x="2" y="14"/>
                  </a:cubicBezTo>
                  <a:cubicBezTo>
                    <a:pt x="0" y="22"/>
                    <a:pt x="7" y="28"/>
                    <a:pt x="17" y="28"/>
                  </a:cubicBezTo>
                  <a:cubicBezTo>
                    <a:pt x="28" y="28"/>
                    <a:pt x="38" y="22"/>
                    <a:pt x="39"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18" name="Freeform 952"/>
            <p:cNvSpPr>
              <a:spLocks/>
            </p:cNvSpPr>
            <p:nvPr/>
          </p:nvSpPr>
          <p:spPr bwMode="auto">
            <a:xfrm>
              <a:off x="3700463" y="5349876"/>
              <a:ext cx="130175" cy="92075"/>
            </a:xfrm>
            <a:custGeom>
              <a:avLst/>
              <a:gdLst>
                <a:gd name="T0" fmla="*/ 39 w 40"/>
                <a:gd name="T1" fmla="*/ 14 h 28"/>
                <a:gd name="T2" fmla="*/ 23 w 40"/>
                <a:gd name="T3" fmla="*/ 0 h 28"/>
                <a:gd name="T4" fmla="*/ 2 w 40"/>
                <a:gd name="T5" fmla="*/ 14 h 28"/>
                <a:gd name="T6" fmla="*/ 17 w 40"/>
                <a:gd name="T7" fmla="*/ 28 h 28"/>
                <a:gd name="T8" fmla="*/ 39 w 40"/>
                <a:gd name="T9" fmla="*/ 14 h 28"/>
              </a:gdLst>
              <a:ahLst/>
              <a:cxnLst>
                <a:cxn ang="0">
                  <a:pos x="T0" y="T1"/>
                </a:cxn>
                <a:cxn ang="0">
                  <a:pos x="T2" y="T3"/>
                </a:cxn>
                <a:cxn ang="0">
                  <a:pos x="T4" y="T5"/>
                </a:cxn>
                <a:cxn ang="0">
                  <a:pos x="T6" y="T7"/>
                </a:cxn>
                <a:cxn ang="0">
                  <a:pos x="T8" y="T9"/>
                </a:cxn>
              </a:cxnLst>
              <a:rect l="0" t="0" r="r" b="b"/>
              <a:pathLst>
                <a:path w="40" h="28">
                  <a:moveTo>
                    <a:pt x="39" y="14"/>
                  </a:moveTo>
                  <a:cubicBezTo>
                    <a:pt x="40" y="7"/>
                    <a:pt x="33" y="0"/>
                    <a:pt x="23" y="0"/>
                  </a:cubicBezTo>
                  <a:cubicBezTo>
                    <a:pt x="13" y="0"/>
                    <a:pt x="3" y="7"/>
                    <a:pt x="2" y="14"/>
                  </a:cubicBezTo>
                  <a:cubicBezTo>
                    <a:pt x="0" y="22"/>
                    <a:pt x="7" y="28"/>
                    <a:pt x="17" y="28"/>
                  </a:cubicBezTo>
                  <a:cubicBezTo>
                    <a:pt x="28" y="28"/>
                    <a:pt x="37" y="22"/>
                    <a:pt x="39"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19" name="Freeform 953"/>
            <p:cNvSpPr>
              <a:spLocks/>
            </p:cNvSpPr>
            <p:nvPr/>
          </p:nvSpPr>
          <p:spPr bwMode="auto">
            <a:xfrm>
              <a:off x="3851275" y="5349876"/>
              <a:ext cx="130175" cy="92075"/>
            </a:xfrm>
            <a:custGeom>
              <a:avLst/>
              <a:gdLst>
                <a:gd name="T0" fmla="*/ 39 w 40"/>
                <a:gd name="T1" fmla="*/ 14 h 28"/>
                <a:gd name="T2" fmla="*/ 23 w 40"/>
                <a:gd name="T3" fmla="*/ 0 h 28"/>
                <a:gd name="T4" fmla="*/ 1 w 40"/>
                <a:gd name="T5" fmla="*/ 14 h 28"/>
                <a:gd name="T6" fmla="*/ 17 w 40"/>
                <a:gd name="T7" fmla="*/ 28 h 28"/>
                <a:gd name="T8" fmla="*/ 39 w 40"/>
                <a:gd name="T9" fmla="*/ 14 h 28"/>
              </a:gdLst>
              <a:ahLst/>
              <a:cxnLst>
                <a:cxn ang="0">
                  <a:pos x="T0" y="T1"/>
                </a:cxn>
                <a:cxn ang="0">
                  <a:pos x="T2" y="T3"/>
                </a:cxn>
                <a:cxn ang="0">
                  <a:pos x="T4" y="T5"/>
                </a:cxn>
                <a:cxn ang="0">
                  <a:pos x="T6" y="T7"/>
                </a:cxn>
                <a:cxn ang="0">
                  <a:pos x="T8" y="T9"/>
                </a:cxn>
              </a:cxnLst>
              <a:rect l="0" t="0" r="r" b="b"/>
              <a:pathLst>
                <a:path w="40" h="28">
                  <a:moveTo>
                    <a:pt x="39" y="14"/>
                  </a:moveTo>
                  <a:cubicBezTo>
                    <a:pt x="40" y="7"/>
                    <a:pt x="33" y="0"/>
                    <a:pt x="23" y="0"/>
                  </a:cubicBezTo>
                  <a:cubicBezTo>
                    <a:pt x="12" y="0"/>
                    <a:pt x="3" y="7"/>
                    <a:pt x="1" y="14"/>
                  </a:cubicBezTo>
                  <a:cubicBezTo>
                    <a:pt x="0" y="22"/>
                    <a:pt x="7" y="28"/>
                    <a:pt x="17" y="28"/>
                  </a:cubicBezTo>
                  <a:cubicBezTo>
                    <a:pt x="28" y="28"/>
                    <a:pt x="37" y="22"/>
                    <a:pt x="39"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20" name="Freeform 954"/>
            <p:cNvSpPr>
              <a:spLocks/>
            </p:cNvSpPr>
            <p:nvPr/>
          </p:nvSpPr>
          <p:spPr bwMode="auto">
            <a:xfrm>
              <a:off x="3219450" y="5464176"/>
              <a:ext cx="136525" cy="95250"/>
            </a:xfrm>
            <a:custGeom>
              <a:avLst/>
              <a:gdLst>
                <a:gd name="T0" fmla="*/ 40 w 42"/>
                <a:gd name="T1" fmla="*/ 14 h 29"/>
                <a:gd name="T2" fmla="*/ 25 w 42"/>
                <a:gd name="T3" fmla="*/ 0 h 29"/>
                <a:gd name="T4" fmla="*/ 2 w 42"/>
                <a:gd name="T5" fmla="*/ 14 h 29"/>
                <a:gd name="T6" fmla="*/ 18 w 42"/>
                <a:gd name="T7" fmla="*/ 29 h 29"/>
                <a:gd name="T8" fmla="*/ 40 w 42"/>
                <a:gd name="T9" fmla="*/ 14 h 29"/>
              </a:gdLst>
              <a:ahLst/>
              <a:cxnLst>
                <a:cxn ang="0">
                  <a:pos x="T0" y="T1"/>
                </a:cxn>
                <a:cxn ang="0">
                  <a:pos x="T2" y="T3"/>
                </a:cxn>
                <a:cxn ang="0">
                  <a:pos x="T4" y="T5"/>
                </a:cxn>
                <a:cxn ang="0">
                  <a:pos x="T6" y="T7"/>
                </a:cxn>
                <a:cxn ang="0">
                  <a:pos x="T8" y="T9"/>
                </a:cxn>
              </a:cxnLst>
              <a:rect l="0" t="0" r="r" b="b"/>
              <a:pathLst>
                <a:path w="42" h="29">
                  <a:moveTo>
                    <a:pt x="40" y="14"/>
                  </a:moveTo>
                  <a:cubicBezTo>
                    <a:pt x="42" y="6"/>
                    <a:pt x="35" y="0"/>
                    <a:pt x="25" y="0"/>
                  </a:cubicBezTo>
                  <a:cubicBezTo>
                    <a:pt x="15" y="0"/>
                    <a:pt x="5" y="6"/>
                    <a:pt x="2" y="14"/>
                  </a:cubicBezTo>
                  <a:cubicBezTo>
                    <a:pt x="0" y="22"/>
                    <a:pt x="7" y="29"/>
                    <a:pt x="18" y="29"/>
                  </a:cubicBezTo>
                  <a:cubicBezTo>
                    <a:pt x="28" y="29"/>
                    <a:pt x="38" y="22"/>
                    <a:pt x="4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21" name="Freeform 955"/>
            <p:cNvSpPr>
              <a:spLocks/>
            </p:cNvSpPr>
            <p:nvPr/>
          </p:nvSpPr>
          <p:spPr bwMode="auto">
            <a:xfrm>
              <a:off x="3373438" y="5464176"/>
              <a:ext cx="133350" cy="95250"/>
            </a:xfrm>
            <a:custGeom>
              <a:avLst/>
              <a:gdLst>
                <a:gd name="T0" fmla="*/ 40 w 41"/>
                <a:gd name="T1" fmla="*/ 14 h 29"/>
                <a:gd name="T2" fmla="*/ 24 w 41"/>
                <a:gd name="T3" fmla="*/ 0 h 29"/>
                <a:gd name="T4" fmla="*/ 2 w 41"/>
                <a:gd name="T5" fmla="*/ 14 h 29"/>
                <a:gd name="T6" fmla="*/ 17 w 41"/>
                <a:gd name="T7" fmla="*/ 29 h 29"/>
                <a:gd name="T8" fmla="*/ 40 w 41"/>
                <a:gd name="T9" fmla="*/ 14 h 29"/>
              </a:gdLst>
              <a:ahLst/>
              <a:cxnLst>
                <a:cxn ang="0">
                  <a:pos x="T0" y="T1"/>
                </a:cxn>
                <a:cxn ang="0">
                  <a:pos x="T2" y="T3"/>
                </a:cxn>
                <a:cxn ang="0">
                  <a:pos x="T4" y="T5"/>
                </a:cxn>
                <a:cxn ang="0">
                  <a:pos x="T6" y="T7"/>
                </a:cxn>
                <a:cxn ang="0">
                  <a:pos x="T8" y="T9"/>
                </a:cxn>
              </a:cxnLst>
              <a:rect l="0" t="0" r="r" b="b"/>
              <a:pathLst>
                <a:path w="41" h="29">
                  <a:moveTo>
                    <a:pt x="40" y="14"/>
                  </a:moveTo>
                  <a:cubicBezTo>
                    <a:pt x="41" y="6"/>
                    <a:pt x="34" y="0"/>
                    <a:pt x="24" y="0"/>
                  </a:cubicBezTo>
                  <a:cubicBezTo>
                    <a:pt x="14" y="0"/>
                    <a:pt x="4" y="6"/>
                    <a:pt x="2" y="14"/>
                  </a:cubicBezTo>
                  <a:cubicBezTo>
                    <a:pt x="0" y="22"/>
                    <a:pt x="7" y="29"/>
                    <a:pt x="17" y="29"/>
                  </a:cubicBezTo>
                  <a:cubicBezTo>
                    <a:pt x="28" y="29"/>
                    <a:pt x="38" y="22"/>
                    <a:pt x="4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22" name="Freeform 956"/>
            <p:cNvSpPr>
              <a:spLocks/>
            </p:cNvSpPr>
            <p:nvPr/>
          </p:nvSpPr>
          <p:spPr bwMode="auto">
            <a:xfrm>
              <a:off x="3522663" y="5464176"/>
              <a:ext cx="138113" cy="95250"/>
            </a:xfrm>
            <a:custGeom>
              <a:avLst/>
              <a:gdLst>
                <a:gd name="T0" fmla="*/ 40 w 42"/>
                <a:gd name="T1" fmla="*/ 14 h 29"/>
                <a:gd name="T2" fmla="*/ 24 w 42"/>
                <a:gd name="T3" fmla="*/ 0 h 29"/>
                <a:gd name="T4" fmla="*/ 2 w 42"/>
                <a:gd name="T5" fmla="*/ 14 h 29"/>
                <a:gd name="T6" fmla="*/ 18 w 42"/>
                <a:gd name="T7" fmla="*/ 29 h 29"/>
                <a:gd name="T8" fmla="*/ 40 w 42"/>
                <a:gd name="T9" fmla="*/ 14 h 29"/>
              </a:gdLst>
              <a:ahLst/>
              <a:cxnLst>
                <a:cxn ang="0">
                  <a:pos x="T0" y="T1"/>
                </a:cxn>
                <a:cxn ang="0">
                  <a:pos x="T2" y="T3"/>
                </a:cxn>
                <a:cxn ang="0">
                  <a:pos x="T4" y="T5"/>
                </a:cxn>
                <a:cxn ang="0">
                  <a:pos x="T6" y="T7"/>
                </a:cxn>
                <a:cxn ang="0">
                  <a:pos x="T8" y="T9"/>
                </a:cxn>
              </a:cxnLst>
              <a:rect l="0" t="0" r="r" b="b"/>
              <a:pathLst>
                <a:path w="42" h="29">
                  <a:moveTo>
                    <a:pt x="40" y="14"/>
                  </a:moveTo>
                  <a:cubicBezTo>
                    <a:pt x="42" y="6"/>
                    <a:pt x="34" y="0"/>
                    <a:pt x="24" y="0"/>
                  </a:cubicBezTo>
                  <a:cubicBezTo>
                    <a:pt x="14" y="0"/>
                    <a:pt x="4" y="6"/>
                    <a:pt x="2" y="14"/>
                  </a:cubicBezTo>
                  <a:cubicBezTo>
                    <a:pt x="0" y="22"/>
                    <a:pt x="7" y="29"/>
                    <a:pt x="18" y="29"/>
                  </a:cubicBezTo>
                  <a:cubicBezTo>
                    <a:pt x="28" y="29"/>
                    <a:pt x="38" y="22"/>
                    <a:pt x="4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23" name="Freeform 957"/>
            <p:cNvSpPr>
              <a:spLocks/>
            </p:cNvSpPr>
            <p:nvPr/>
          </p:nvSpPr>
          <p:spPr bwMode="auto">
            <a:xfrm>
              <a:off x="3676650" y="5464176"/>
              <a:ext cx="134938" cy="95250"/>
            </a:xfrm>
            <a:custGeom>
              <a:avLst/>
              <a:gdLst>
                <a:gd name="T0" fmla="*/ 39 w 41"/>
                <a:gd name="T1" fmla="*/ 14 h 29"/>
                <a:gd name="T2" fmla="*/ 23 w 41"/>
                <a:gd name="T3" fmla="*/ 0 h 29"/>
                <a:gd name="T4" fmla="*/ 1 w 41"/>
                <a:gd name="T5" fmla="*/ 14 h 29"/>
                <a:gd name="T6" fmla="*/ 17 w 41"/>
                <a:gd name="T7" fmla="*/ 29 h 29"/>
                <a:gd name="T8" fmla="*/ 39 w 41"/>
                <a:gd name="T9" fmla="*/ 14 h 29"/>
              </a:gdLst>
              <a:ahLst/>
              <a:cxnLst>
                <a:cxn ang="0">
                  <a:pos x="T0" y="T1"/>
                </a:cxn>
                <a:cxn ang="0">
                  <a:pos x="T2" y="T3"/>
                </a:cxn>
                <a:cxn ang="0">
                  <a:pos x="T4" y="T5"/>
                </a:cxn>
                <a:cxn ang="0">
                  <a:pos x="T6" y="T7"/>
                </a:cxn>
                <a:cxn ang="0">
                  <a:pos x="T8" y="T9"/>
                </a:cxn>
              </a:cxnLst>
              <a:rect l="0" t="0" r="r" b="b"/>
              <a:pathLst>
                <a:path w="41" h="29">
                  <a:moveTo>
                    <a:pt x="39" y="14"/>
                  </a:moveTo>
                  <a:cubicBezTo>
                    <a:pt x="41" y="6"/>
                    <a:pt x="34" y="0"/>
                    <a:pt x="23" y="0"/>
                  </a:cubicBezTo>
                  <a:cubicBezTo>
                    <a:pt x="13" y="0"/>
                    <a:pt x="3" y="6"/>
                    <a:pt x="1" y="14"/>
                  </a:cubicBezTo>
                  <a:cubicBezTo>
                    <a:pt x="0" y="22"/>
                    <a:pt x="7" y="29"/>
                    <a:pt x="17" y="29"/>
                  </a:cubicBezTo>
                  <a:cubicBezTo>
                    <a:pt x="28" y="29"/>
                    <a:pt x="38" y="22"/>
                    <a:pt x="39"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24" name="Freeform 958"/>
            <p:cNvSpPr>
              <a:spLocks/>
            </p:cNvSpPr>
            <p:nvPr/>
          </p:nvSpPr>
          <p:spPr bwMode="auto">
            <a:xfrm>
              <a:off x="3827463" y="5464176"/>
              <a:ext cx="134938" cy="95250"/>
            </a:xfrm>
            <a:custGeom>
              <a:avLst/>
              <a:gdLst>
                <a:gd name="T0" fmla="*/ 39 w 41"/>
                <a:gd name="T1" fmla="*/ 14 h 29"/>
                <a:gd name="T2" fmla="*/ 23 w 41"/>
                <a:gd name="T3" fmla="*/ 0 h 29"/>
                <a:gd name="T4" fmla="*/ 2 w 41"/>
                <a:gd name="T5" fmla="*/ 14 h 29"/>
                <a:gd name="T6" fmla="*/ 18 w 41"/>
                <a:gd name="T7" fmla="*/ 29 h 29"/>
                <a:gd name="T8" fmla="*/ 39 w 41"/>
                <a:gd name="T9" fmla="*/ 14 h 29"/>
              </a:gdLst>
              <a:ahLst/>
              <a:cxnLst>
                <a:cxn ang="0">
                  <a:pos x="T0" y="T1"/>
                </a:cxn>
                <a:cxn ang="0">
                  <a:pos x="T2" y="T3"/>
                </a:cxn>
                <a:cxn ang="0">
                  <a:pos x="T4" y="T5"/>
                </a:cxn>
                <a:cxn ang="0">
                  <a:pos x="T6" y="T7"/>
                </a:cxn>
                <a:cxn ang="0">
                  <a:pos x="T8" y="T9"/>
                </a:cxn>
              </a:cxnLst>
              <a:rect l="0" t="0" r="r" b="b"/>
              <a:pathLst>
                <a:path w="41" h="29">
                  <a:moveTo>
                    <a:pt x="39" y="14"/>
                  </a:moveTo>
                  <a:cubicBezTo>
                    <a:pt x="41" y="6"/>
                    <a:pt x="34" y="0"/>
                    <a:pt x="23" y="0"/>
                  </a:cubicBezTo>
                  <a:cubicBezTo>
                    <a:pt x="13" y="0"/>
                    <a:pt x="3" y="6"/>
                    <a:pt x="2" y="14"/>
                  </a:cubicBezTo>
                  <a:cubicBezTo>
                    <a:pt x="0" y="22"/>
                    <a:pt x="7" y="29"/>
                    <a:pt x="18" y="29"/>
                  </a:cubicBezTo>
                  <a:cubicBezTo>
                    <a:pt x="28" y="29"/>
                    <a:pt x="38" y="22"/>
                    <a:pt x="39"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25" name="Freeform 959"/>
            <p:cNvSpPr>
              <a:spLocks/>
            </p:cNvSpPr>
            <p:nvPr/>
          </p:nvSpPr>
          <p:spPr bwMode="auto">
            <a:xfrm>
              <a:off x="3189288" y="5578476"/>
              <a:ext cx="141288" cy="98425"/>
            </a:xfrm>
            <a:custGeom>
              <a:avLst/>
              <a:gdLst>
                <a:gd name="T0" fmla="*/ 41 w 43"/>
                <a:gd name="T1" fmla="*/ 15 h 30"/>
                <a:gd name="T2" fmla="*/ 25 w 43"/>
                <a:gd name="T3" fmla="*/ 0 h 30"/>
                <a:gd name="T4" fmla="*/ 3 w 43"/>
                <a:gd name="T5" fmla="*/ 15 h 30"/>
                <a:gd name="T6" fmla="*/ 18 w 43"/>
                <a:gd name="T7" fmla="*/ 30 h 30"/>
                <a:gd name="T8" fmla="*/ 41 w 43"/>
                <a:gd name="T9" fmla="*/ 15 h 30"/>
              </a:gdLst>
              <a:ahLst/>
              <a:cxnLst>
                <a:cxn ang="0">
                  <a:pos x="T0" y="T1"/>
                </a:cxn>
                <a:cxn ang="0">
                  <a:pos x="T2" y="T3"/>
                </a:cxn>
                <a:cxn ang="0">
                  <a:pos x="T4" y="T5"/>
                </a:cxn>
                <a:cxn ang="0">
                  <a:pos x="T6" y="T7"/>
                </a:cxn>
                <a:cxn ang="0">
                  <a:pos x="T8" y="T9"/>
                </a:cxn>
              </a:cxnLst>
              <a:rect l="0" t="0" r="r" b="b"/>
              <a:pathLst>
                <a:path w="43" h="30">
                  <a:moveTo>
                    <a:pt x="41" y="15"/>
                  </a:moveTo>
                  <a:cubicBezTo>
                    <a:pt x="43" y="7"/>
                    <a:pt x="36" y="0"/>
                    <a:pt x="25" y="0"/>
                  </a:cubicBezTo>
                  <a:cubicBezTo>
                    <a:pt x="15" y="0"/>
                    <a:pt x="5" y="7"/>
                    <a:pt x="3" y="15"/>
                  </a:cubicBezTo>
                  <a:cubicBezTo>
                    <a:pt x="0" y="23"/>
                    <a:pt x="7" y="30"/>
                    <a:pt x="18" y="30"/>
                  </a:cubicBezTo>
                  <a:cubicBezTo>
                    <a:pt x="29" y="30"/>
                    <a:pt x="39" y="23"/>
                    <a:pt x="4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26" name="Freeform 960"/>
            <p:cNvSpPr>
              <a:spLocks/>
            </p:cNvSpPr>
            <p:nvPr/>
          </p:nvSpPr>
          <p:spPr bwMode="auto">
            <a:xfrm>
              <a:off x="3343275" y="5578476"/>
              <a:ext cx="138113" cy="98425"/>
            </a:xfrm>
            <a:custGeom>
              <a:avLst/>
              <a:gdLst>
                <a:gd name="T0" fmla="*/ 41 w 42"/>
                <a:gd name="T1" fmla="*/ 15 h 30"/>
                <a:gd name="T2" fmla="*/ 25 w 42"/>
                <a:gd name="T3" fmla="*/ 0 h 30"/>
                <a:gd name="T4" fmla="*/ 2 w 42"/>
                <a:gd name="T5" fmla="*/ 15 h 30"/>
                <a:gd name="T6" fmla="*/ 18 w 42"/>
                <a:gd name="T7" fmla="*/ 30 h 30"/>
                <a:gd name="T8" fmla="*/ 41 w 42"/>
                <a:gd name="T9" fmla="*/ 15 h 30"/>
              </a:gdLst>
              <a:ahLst/>
              <a:cxnLst>
                <a:cxn ang="0">
                  <a:pos x="T0" y="T1"/>
                </a:cxn>
                <a:cxn ang="0">
                  <a:pos x="T2" y="T3"/>
                </a:cxn>
                <a:cxn ang="0">
                  <a:pos x="T4" y="T5"/>
                </a:cxn>
                <a:cxn ang="0">
                  <a:pos x="T6" y="T7"/>
                </a:cxn>
                <a:cxn ang="0">
                  <a:pos x="T8" y="T9"/>
                </a:cxn>
              </a:cxnLst>
              <a:rect l="0" t="0" r="r" b="b"/>
              <a:pathLst>
                <a:path w="42" h="30">
                  <a:moveTo>
                    <a:pt x="41" y="15"/>
                  </a:moveTo>
                  <a:cubicBezTo>
                    <a:pt x="42" y="7"/>
                    <a:pt x="35" y="0"/>
                    <a:pt x="25" y="0"/>
                  </a:cubicBezTo>
                  <a:cubicBezTo>
                    <a:pt x="14" y="0"/>
                    <a:pt x="4" y="7"/>
                    <a:pt x="2" y="15"/>
                  </a:cubicBezTo>
                  <a:cubicBezTo>
                    <a:pt x="0" y="23"/>
                    <a:pt x="7" y="30"/>
                    <a:pt x="18" y="30"/>
                  </a:cubicBezTo>
                  <a:cubicBezTo>
                    <a:pt x="29" y="30"/>
                    <a:pt x="39" y="23"/>
                    <a:pt x="4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27" name="Freeform 961"/>
            <p:cNvSpPr>
              <a:spLocks/>
            </p:cNvSpPr>
            <p:nvPr/>
          </p:nvSpPr>
          <p:spPr bwMode="auto">
            <a:xfrm>
              <a:off x="3497263" y="5578476"/>
              <a:ext cx="138113" cy="98425"/>
            </a:xfrm>
            <a:custGeom>
              <a:avLst/>
              <a:gdLst>
                <a:gd name="T0" fmla="*/ 40 w 42"/>
                <a:gd name="T1" fmla="*/ 15 h 30"/>
                <a:gd name="T2" fmla="*/ 24 w 42"/>
                <a:gd name="T3" fmla="*/ 0 h 30"/>
                <a:gd name="T4" fmla="*/ 2 w 42"/>
                <a:gd name="T5" fmla="*/ 15 h 30"/>
                <a:gd name="T6" fmla="*/ 18 w 42"/>
                <a:gd name="T7" fmla="*/ 30 h 30"/>
                <a:gd name="T8" fmla="*/ 40 w 42"/>
                <a:gd name="T9" fmla="*/ 15 h 30"/>
              </a:gdLst>
              <a:ahLst/>
              <a:cxnLst>
                <a:cxn ang="0">
                  <a:pos x="T0" y="T1"/>
                </a:cxn>
                <a:cxn ang="0">
                  <a:pos x="T2" y="T3"/>
                </a:cxn>
                <a:cxn ang="0">
                  <a:pos x="T4" y="T5"/>
                </a:cxn>
                <a:cxn ang="0">
                  <a:pos x="T6" y="T7"/>
                </a:cxn>
                <a:cxn ang="0">
                  <a:pos x="T8" y="T9"/>
                </a:cxn>
              </a:cxnLst>
              <a:rect l="0" t="0" r="r" b="b"/>
              <a:pathLst>
                <a:path w="42" h="30">
                  <a:moveTo>
                    <a:pt x="40" y="15"/>
                  </a:moveTo>
                  <a:cubicBezTo>
                    <a:pt x="42" y="7"/>
                    <a:pt x="35" y="0"/>
                    <a:pt x="24" y="0"/>
                  </a:cubicBezTo>
                  <a:cubicBezTo>
                    <a:pt x="14" y="0"/>
                    <a:pt x="4" y="7"/>
                    <a:pt x="2" y="15"/>
                  </a:cubicBezTo>
                  <a:cubicBezTo>
                    <a:pt x="0" y="23"/>
                    <a:pt x="7" y="30"/>
                    <a:pt x="18" y="30"/>
                  </a:cubicBezTo>
                  <a:cubicBezTo>
                    <a:pt x="29" y="30"/>
                    <a:pt x="39" y="23"/>
                    <a:pt x="4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28" name="Freeform 962"/>
            <p:cNvSpPr>
              <a:spLocks/>
            </p:cNvSpPr>
            <p:nvPr/>
          </p:nvSpPr>
          <p:spPr bwMode="auto">
            <a:xfrm>
              <a:off x="3651250" y="5578476"/>
              <a:ext cx="138113" cy="98425"/>
            </a:xfrm>
            <a:custGeom>
              <a:avLst/>
              <a:gdLst>
                <a:gd name="T0" fmla="*/ 40 w 42"/>
                <a:gd name="T1" fmla="*/ 15 h 30"/>
                <a:gd name="T2" fmla="*/ 24 w 42"/>
                <a:gd name="T3" fmla="*/ 0 h 30"/>
                <a:gd name="T4" fmla="*/ 2 w 42"/>
                <a:gd name="T5" fmla="*/ 15 h 30"/>
                <a:gd name="T6" fmla="*/ 18 w 42"/>
                <a:gd name="T7" fmla="*/ 30 h 30"/>
                <a:gd name="T8" fmla="*/ 40 w 42"/>
                <a:gd name="T9" fmla="*/ 15 h 30"/>
              </a:gdLst>
              <a:ahLst/>
              <a:cxnLst>
                <a:cxn ang="0">
                  <a:pos x="T0" y="T1"/>
                </a:cxn>
                <a:cxn ang="0">
                  <a:pos x="T2" y="T3"/>
                </a:cxn>
                <a:cxn ang="0">
                  <a:pos x="T4" y="T5"/>
                </a:cxn>
                <a:cxn ang="0">
                  <a:pos x="T6" y="T7"/>
                </a:cxn>
                <a:cxn ang="0">
                  <a:pos x="T8" y="T9"/>
                </a:cxn>
              </a:cxnLst>
              <a:rect l="0" t="0" r="r" b="b"/>
              <a:pathLst>
                <a:path w="42" h="30">
                  <a:moveTo>
                    <a:pt x="40" y="15"/>
                  </a:moveTo>
                  <a:cubicBezTo>
                    <a:pt x="42" y="7"/>
                    <a:pt x="35" y="0"/>
                    <a:pt x="24" y="0"/>
                  </a:cubicBezTo>
                  <a:cubicBezTo>
                    <a:pt x="14" y="0"/>
                    <a:pt x="4" y="7"/>
                    <a:pt x="2" y="15"/>
                  </a:cubicBezTo>
                  <a:cubicBezTo>
                    <a:pt x="0" y="23"/>
                    <a:pt x="8" y="30"/>
                    <a:pt x="18" y="30"/>
                  </a:cubicBezTo>
                  <a:cubicBezTo>
                    <a:pt x="29" y="30"/>
                    <a:pt x="39" y="23"/>
                    <a:pt x="4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29" name="Freeform 963"/>
            <p:cNvSpPr>
              <a:spLocks/>
            </p:cNvSpPr>
            <p:nvPr/>
          </p:nvSpPr>
          <p:spPr bwMode="auto">
            <a:xfrm>
              <a:off x="3005138" y="5700713"/>
              <a:ext cx="141288" cy="101600"/>
            </a:xfrm>
            <a:custGeom>
              <a:avLst/>
              <a:gdLst>
                <a:gd name="T0" fmla="*/ 41 w 43"/>
                <a:gd name="T1" fmla="*/ 15 h 31"/>
                <a:gd name="T2" fmla="*/ 25 w 43"/>
                <a:gd name="T3" fmla="*/ 0 h 31"/>
                <a:gd name="T4" fmla="*/ 2 w 43"/>
                <a:gd name="T5" fmla="*/ 15 h 31"/>
                <a:gd name="T6" fmla="*/ 17 w 43"/>
                <a:gd name="T7" fmla="*/ 31 h 31"/>
                <a:gd name="T8" fmla="*/ 41 w 43"/>
                <a:gd name="T9" fmla="*/ 15 h 31"/>
              </a:gdLst>
              <a:ahLst/>
              <a:cxnLst>
                <a:cxn ang="0">
                  <a:pos x="T0" y="T1"/>
                </a:cxn>
                <a:cxn ang="0">
                  <a:pos x="T2" y="T3"/>
                </a:cxn>
                <a:cxn ang="0">
                  <a:pos x="T4" y="T5"/>
                </a:cxn>
                <a:cxn ang="0">
                  <a:pos x="T6" y="T7"/>
                </a:cxn>
                <a:cxn ang="0">
                  <a:pos x="T8" y="T9"/>
                </a:cxn>
              </a:cxnLst>
              <a:rect l="0" t="0" r="r" b="b"/>
              <a:pathLst>
                <a:path w="43" h="31">
                  <a:moveTo>
                    <a:pt x="41" y="15"/>
                  </a:moveTo>
                  <a:cubicBezTo>
                    <a:pt x="43" y="6"/>
                    <a:pt x="36" y="0"/>
                    <a:pt x="25" y="0"/>
                  </a:cubicBezTo>
                  <a:cubicBezTo>
                    <a:pt x="15" y="0"/>
                    <a:pt x="4" y="6"/>
                    <a:pt x="2" y="15"/>
                  </a:cubicBezTo>
                  <a:cubicBezTo>
                    <a:pt x="0" y="24"/>
                    <a:pt x="7" y="31"/>
                    <a:pt x="17" y="31"/>
                  </a:cubicBezTo>
                  <a:cubicBezTo>
                    <a:pt x="28" y="31"/>
                    <a:pt x="39" y="24"/>
                    <a:pt x="4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30" name="Freeform 964"/>
            <p:cNvSpPr>
              <a:spLocks/>
            </p:cNvSpPr>
            <p:nvPr/>
          </p:nvSpPr>
          <p:spPr bwMode="auto">
            <a:xfrm>
              <a:off x="3159125" y="5700713"/>
              <a:ext cx="141288" cy="101600"/>
            </a:xfrm>
            <a:custGeom>
              <a:avLst/>
              <a:gdLst>
                <a:gd name="T0" fmla="*/ 41 w 43"/>
                <a:gd name="T1" fmla="*/ 15 h 31"/>
                <a:gd name="T2" fmla="*/ 25 w 43"/>
                <a:gd name="T3" fmla="*/ 0 h 31"/>
                <a:gd name="T4" fmla="*/ 2 w 43"/>
                <a:gd name="T5" fmla="*/ 15 h 31"/>
                <a:gd name="T6" fmla="*/ 18 w 43"/>
                <a:gd name="T7" fmla="*/ 31 h 31"/>
                <a:gd name="T8" fmla="*/ 41 w 43"/>
                <a:gd name="T9" fmla="*/ 15 h 31"/>
              </a:gdLst>
              <a:ahLst/>
              <a:cxnLst>
                <a:cxn ang="0">
                  <a:pos x="T0" y="T1"/>
                </a:cxn>
                <a:cxn ang="0">
                  <a:pos x="T2" y="T3"/>
                </a:cxn>
                <a:cxn ang="0">
                  <a:pos x="T4" y="T5"/>
                </a:cxn>
                <a:cxn ang="0">
                  <a:pos x="T6" y="T7"/>
                </a:cxn>
                <a:cxn ang="0">
                  <a:pos x="T8" y="T9"/>
                </a:cxn>
              </a:cxnLst>
              <a:rect l="0" t="0" r="r" b="b"/>
              <a:pathLst>
                <a:path w="43" h="31">
                  <a:moveTo>
                    <a:pt x="41" y="15"/>
                  </a:moveTo>
                  <a:cubicBezTo>
                    <a:pt x="43" y="6"/>
                    <a:pt x="36" y="0"/>
                    <a:pt x="25" y="0"/>
                  </a:cubicBezTo>
                  <a:cubicBezTo>
                    <a:pt x="15" y="0"/>
                    <a:pt x="4" y="6"/>
                    <a:pt x="2" y="15"/>
                  </a:cubicBezTo>
                  <a:cubicBezTo>
                    <a:pt x="0" y="24"/>
                    <a:pt x="7" y="31"/>
                    <a:pt x="18" y="31"/>
                  </a:cubicBezTo>
                  <a:cubicBezTo>
                    <a:pt x="29" y="31"/>
                    <a:pt x="39" y="24"/>
                    <a:pt x="4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31" name="Freeform 965"/>
            <p:cNvSpPr>
              <a:spLocks/>
            </p:cNvSpPr>
            <p:nvPr/>
          </p:nvSpPr>
          <p:spPr bwMode="auto">
            <a:xfrm>
              <a:off x="3316288" y="5700713"/>
              <a:ext cx="138113" cy="101600"/>
            </a:xfrm>
            <a:custGeom>
              <a:avLst/>
              <a:gdLst>
                <a:gd name="T0" fmla="*/ 40 w 42"/>
                <a:gd name="T1" fmla="*/ 15 h 31"/>
                <a:gd name="T2" fmla="*/ 24 w 42"/>
                <a:gd name="T3" fmla="*/ 0 h 31"/>
                <a:gd name="T4" fmla="*/ 2 w 42"/>
                <a:gd name="T5" fmla="*/ 15 h 31"/>
                <a:gd name="T6" fmla="*/ 18 w 42"/>
                <a:gd name="T7" fmla="*/ 31 h 31"/>
                <a:gd name="T8" fmla="*/ 40 w 42"/>
                <a:gd name="T9" fmla="*/ 15 h 31"/>
              </a:gdLst>
              <a:ahLst/>
              <a:cxnLst>
                <a:cxn ang="0">
                  <a:pos x="T0" y="T1"/>
                </a:cxn>
                <a:cxn ang="0">
                  <a:pos x="T2" y="T3"/>
                </a:cxn>
                <a:cxn ang="0">
                  <a:pos x="T4" y="T5"/>
                </a:cxn>
                <a:cxn ang="0">
                  <a:pos x="T6" y="T7"/>
                </a:cxn>
                <a:cxn ang="0">
                  <a:pos x="T8" y="T9"/>
                </a:cxn>
              </a:cxnLst>
              <a:rect l="0" t="0" r="r" b="b"/>
              <a:pathLst>
                <a:path w="42" h="31">
                  <a:moveTo>
                    <a:pt x="40" y="15"/>
                  </a:moveTo>
                  <a:cubicBezTo>
                    <a:pt x="42" y="6"/>
                    <a:pt x="35" y="0"/>
                    <a:pt x="24" y="0"/>
                  </a:cubicBezTo>
                  <a:cubicBezTo>
                    <a:pt x="14" y="0"/>
                    <a:pt x="4" y="6"/>
                    <a:pt x="2" y="15"/>
                  </a:cubicBezTo>
                  <a:cubicBezTo>
                    <a:pt x="0" y="24"/>
                    <a:pt x="7" y="31"/>
                    <a:pt x="18" y="31"/>
                  </a:cubicBezTo>
                  <a:cubicBezTo>
                    <a:pt x="28" y="31"/>
                    <a:pt x="38" y="24"/>
                    <a:pt x="4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32" name="Freeform 966"/>
            <p:cNvSpPr>
              <a:spLocks/>
            </p:cNvSpPr>
            <p:nvPr/>
          </p:nvSpPr>
          <p:spPr bwMode="auto">
            <a:xfrm>
              <a:off x="3470275" y="5700713"/>
              <a:ext cx="138113" cy="101600"/>
            </a:xfrm>
            <a:custGeom>
              <a:avLst/>
              <a:gdLst>
                <a:gd name="T0" fmla="*/ 41 w 42"/>
                <a:gd name="T1" fmla="*/ 15 h 31"/>
                <a:gd name="T2" fmla="*/ 25 w 42"/>
                <a:gd name="T3" fmla="*/ 0 h 31"/>
                <a:gd name="T4" fmla="*/ 2 w 42"/>
                <a:gd name="T5" fmla="*/ 15 h 31"/>
                <a:gd name="T6" fmla="*/ 18 w 42"/>
                <a:gd name="T7" fmla="*/ 31 h 31"/>
                <a:gd name="T8" fmla="*/ 41 w 42"/>
                <a:gd name="T9" fmla="*/ 15 h 31"/>
              </a:gdLst>
              <a:ahLst/>
              <a:cxnLst>
                <a:cxn ang="0">
                  <a:pos x="T0" y="T1"/>
                </a:cxn>
                <a:cxn ang="0">
                  <a:pos x="T2" y="T3"/>
                </a:cxn>
                <a:cxn ang="0">
                  <a:pos x="T4" y="T5"/>
                </a:cxn>
                <a:cxn ang="0">
                  <a:pos x="T6" y="T7"/>
                </a:cxn>
                <a:cxn ang="0">
                  <a:pos x="T8" y="T9"/>
                </a:cxn>
              </a:cxnLst>
              <a:rect l="0" t="0" r="r" b="b"/>
              <a:pathLst>
                <a:path w="42" h="31">
                  <a:moveTo>
                    <a:pt x="41" y="15"/>
                  </a:moveTo>
                  <a:cubicBezTo>
                    <a:pt x="42" y="6"/>
                    <a:pt x="35" y="0"/>
                    <a:pt x="25" y="0"/>
                  </a:cubicBezTo>
                  <a:cubicBezTo>
                    <a:pt x="14" y="0"/>
                    <a:pt x="4" y="6"/>
                    <a:pt x="2" y="15"/>
                  </a:cubicBezTo>
                  <a:cubicBezTo>
                    <a:pt x="0" y="24"/>
                    <a:pt x="7" y="31"/>
                    <a:pt x="18" y="31"/>
                  </a:cubicBezTo>
                  <a:cubicBezTo>
                    <a:pt x="29" y="31"/>
                    <a:pt x="39" y="24"/>
                    <a:pt x="4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33" name="Freeform 967"/>
            <p:cNvSpPr>
              <a:spLocks/>
            </p:cNvSpPr>
            <p:nvPr/>
          </p:nvSpPr>
          <p:spPr bwMode="auto">
            <a:xfrm>
              <a:off x="2973388" y="5821363"/>
              <a:ext cx="141288" cy="104775"/>
            </a:xfrm>
            <a:custGeom>
              <a:avLst/>
              <a:gdLst>
                <a:gd name="T0" fmla="*/ 41 w 43"/>
                <a:gd name="T1" fmla="*/ 16 h 32"/>
                <a:gd name="T2" fmla="*/ 26 w 43"/>
                <a:gd name="T3" fmla="*/ 0 h 32"/>
                <a:gd name="T4" fmla="*/ 2 w 43"/>
                <a:gd name="T5" fmla="*/ 16 h 32"/>
                <a:gd name="T6" fmla="*/ 18 w 43"/>
                <a:gd name="T7" fmla="*/ 32 h 32"/>
                <a:gd name="T8" fmla="*/ 41 w 43"/>
                <a:gd name="T9" fmla="*/ 16 h 32"/>
              </a:gdLst>
              <a:ahLst/>
              <a:cxnLst>
                <a:cxn ang="0">
                  <a:pos x="T0" y="T1"/>
                </a:cxn>
                <a:cxn ang="0">
                  <a:pos x="T2" y="T3"/>
                </a:cxn>
                <a:cxn ang="0">
                  <a:pos x="T4" y="T5"/>
                </a:cxn>
                <a:cxn ang="0">
                  <a:pos x="T6" y="T7"/>
                </a:cxn>
                <a:cxn ang="0">
                  <a:pos x="T8" y="T9"/>
                </a:cxn>
              </a:cxnLst>
              <a:rect l="0" t="0" r="r" b="b"/>
              <a:pathLst>
                <a:path w="43" h="32">
                  <a:moveTo>
                    <a:pt x="41" y="16"/>
                  </a:moveTo>
                  <a:cubicBezTo>
                    <a:pt x="43" y="8"/>
                    <a:pt x="36" y="0"/>
                    <a:pt x="26" y="0"/>
                  </a:cubicBezTo>
                  <a:cubicBezTo>
                    <a:pt x="15" y="0"/>
                    <a:pt x="4" y="8"/>
                    <a:pt x="2" y="16"/>
                  </a:cubicBezTo>
                  <a:cubicBezTo>
                    <a:pt x="0" y="25"/>
                    <a:pt x="7" y="32"/>
                    <a:pt x="18" y="32"/>
                  </a:cubicBezTo>
                  <a:cubicBezTo>
                    <a:pt x="29" y="32"/>
                    <a:pt x="39" y="25"/>
                    <a:pt x="4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34" name="Freeform 968"/>
            <p:cNvSpPr>
              <a:spLocks/>
            </p:cNvSpPr>
            <p:nvPr/>
          </p:nvSpPr>
          <p:spPr bwMode="auto">
            <a:xfrm>
              <a:off x="3130550" y="5821363"/>
              <a:ext cx="141288" cy="104775"/>
            </a:xfrm>
            <a:custGeom>
              <a:avLst/>
              <a:gdLst>
                <a:gd name="T0" fmla="*/ 41 w 43"/>
                <a:gd name="T1" fmla="*/ 16 h 32"/>
                <a:gd name="T2" fmla="*/ 25 w 43"/>
                <a:gd name="T3" fmla="*/ 0 h 32"/>
                <a:gd name="T4" fmla="*/ 2 w 43"/>
                <a:gd name="T5" fmla="*/ 16 h 32"/>
                <a:gd name="T6" fmla="*/ 18 w 43"/>
                <a:gd name="T7" fmla="*/ 32 h 32"/>
                <a:gd name="T8" fmla="*/ 41 w 43"/>
                <a:gd name="T9" fmla="*/ 16 h 32"/>
              </a:gdLst>
              <a:ahLst/>
              <a:cxnLst>
                <a:cxn ang="0">
                  <a:pos x="T0" y="T1"/>
                </a:cxn>
                <a:cxn ang="0">
                  <a:pos x="T2" y="T3"/>
                </a:cxn>
                <a:cxn ang="0">
                  <a:pos x="T4" y="T5"/>
                </a:cxn>
                <a:cxn ang="0">
                  <a:pos x="T6" y="T7"/>
                </a:cxn>
                <a:cxn ang="0">
                  <a:pos x="T8" y="T9"/>
                </a:cxn>
              </a:cxnLst>
              <a:rect l="0" t="0" r="r" b="b"/>
              <a:pathLst>
                <a:path w="43" h="32">
                  <a:moveTo>
                    <a:pt x="41" y="16"/>
                  </a:moveTo>
                  <a:cubicBezTo>
                    <a:pt x="43" y="8"/>
                    <a:pt x="36" y="0"/>
                    <a:pt x="25" y="0"/>
                  </a:cubicBezTo>
                  <a:cubicBezTo>
                    <a:pt x="15" y="0"/>
                    <a:pt x="4" y="8"/>
                    <a:pt x="2" y="16"/>
                  </a:cubicBezTo>
                  <a:cubicBezTo>
                    <a:pt x="0" y="25"/>
                    <a:pt x="7" y="32"/>
                    <a:pt x="18" y="32"/>
                  </a:cubicBezTo>
                  <a:cubicBezTo>
                    <a:pt x="29" y="32"/>
                    <a:pt x="39" y="25"/>
                    <a:pt x="4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35" name="Freeform 969"/>
            <p:cNvSpPr>
              <a:spLocks/>
            </p:cNvSpPr>
            <p:nvPr/>
          </p:nvSpPr>
          <p:spPr bwMode="auto">
            <a:xfrm>
              <a:off x="3287713" y="5821363"/>
              <a:ext cx="141288" cy="104775"/>
            </a:xfrm>
            <a:custGeom>
              <a:avLst/>
              <a:gdLst>
                <a:gd name="T0" fmla="*/ 41 w 43"/>
                <a:gd name="T1" fmla="*/ 16 h 32"/>
                <a:gd name="T2" fmla="*/ 25 w 43"/>
                <a:gd name="T3" fmla="*/ 0 h 32"/>
                <a:gd name="T4" fmla="*/ 2 w 43"/>
                <a:gd name="T5" fmla="*/ 16 h 32"/>
                <a:gd name="T6" fmla="*/ 18 w 43"/>
                <a:gd name="T7" fmla="*/ 32 h 32"/>
                <a:gd name="T8" fmla="*/ 41 w 43"/>
                <a:gd name="T9" fmla="*/ 16 h 32"/>
              </a:gdLst>
              <a:ahLst/>
              <a:cxnLst>
                <a:cxn ang="0">
                  <a:pos x="T0" y="T1"/>
                </a:cxn>
                <a:cxn ang="0">
                  <a:pos x="T2" y="T3"/>
                </a:cxn>
                <a:cxn ang="0">
                  <a:pos x="T4" y="T5"/>
                </a:cxn>
                <a:cxn ang="0">
                  <a:pos x="T6" y="T7"/>
                </a:cxn>
                <a:cxn ang="0">
                  <a:pos x="T8" y="T9"/>
                </a:cxn>
              </a:cxnLst>
              <a:rect l="0" t="0" r="r" b="b"/>
              <a:pathLst>
                <a:path w="43" h="32">
                  <a:moveTo>
                    <a:pt x="41" y="16"/>
                  </a:moveTo>
                  <a:cubicBezTo>
                    <a:pt x="43" y="8"/>
                    <a:pt x="36" y="0"/>
                    <a:pt x="25" y="0"/>
                  </a:cubicBezTo>
                  <a:cubicBezTo>
                    <a:pt x="14" y="0"/>
                    <a:pt x="4" y="8"/>
                    <a:pt x="2" y="16"/>
                  </a:cubicBezTo>
                  <a:cubicBezTo>
                    <a:pt x="0" y="25"/>
                    <a:pt x="7" y="32"/>
                    <a:pt x="18" y="32"/>
                  </a:cubicBezTo>
                  <a:cubicBezTo>
                    <a:pt x="29" y="32"/>
                    <a:pt x="39" y="25"/>
                    <a:pt x="4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36" name="Freeform 970"/>
            <p:cNvSpPr>
              <a:spLocks/>
            </p:cNvSpPr>
            <p:nvPr/>
          </p:nvSpPr>
          <p:spPr bwMode="auto">
            <a:xfrm>
              <a:off x="2940050" y="5953126"/>
              <a:ext cx="144463" cy="107950"/>
            </a:xfrm>
            <a:custGeom>
              <a:avLst/>
              <a:gdLst>
                <a:gd name="T0" fmla="*/ 42 w 44"/>
                <a:gd name="T1" fmla="*/ 16 h 33"/>
                <a:gd name="T2" fmla="*/ 26 w 44"/>
                <a:gd name="T3" fmla="*/ 0 h 33"/>
                <a:gd name="T4" fmla="*/ 2 w 44"/>
                <a:gd name="T5" fmla="*/ 16 h 33"/>
                <a:gd name="T6" fmla="*/ 18 w 44"/>
                <a:gd name="T7" fmla="*/ 33 h 33"/>
                <a:gd name="T8" fmla="*/ 42 w 44"/>
                <a:gd name="T9" fmla="*/ 16 h 33"/>
              </a:gdLst>
              <a:ahLst/>
              <a:cxnLst>
                <a:cxn ang="0">
                  <a:pos x="T0" y="T1"/>
                </a:cxn>
                <a:cxn ang="0">
                  <a:pos x="T2" y="T3"/>
                </a:cxn>
                <a:cxn ang="0">
                  <a:pos x="T4" y="T5"/>
                </a:cxn>
                <a:cxn ang="0">
                  <a:pos x="T6" y="T7"/>
                </a:cxn>
                <a:cxn ang="0">
                  <a:pos x="T8" y="T9"/>
                </a:cxn>
              </a:cxnLst>
              <a:rect l="0" t="0" r="r" b="b"/>
              <a:pathLst>
                <a:path w="44" h="33">
                  <a:moveTo>
                    <a:pt x="42" y="16"/>
                  </a:moveTo>
                  <a:cubicBezTo>
                    <a:pt x="44" y="7"/>
                    <a:pt x="37" y="0"/>
                    <a:pt x="26" y="0"/>
                  </a:cubicBezTo>
                  <a:cubicBezTo>
                    <a:pt x="15" y="0"/>
                    <a:pt x="4" y="7"/>
                    <a:pt x="2" y="16"/>
                  </a:cubicBezTo>
                  <a:cubicBezTo>
                    <a:pt x="0" y="25"/>
                    <a:pt x="7" y="33"/>
                    <a:pt x="18" y="33"/>
                  </a:cubicBezTo>
                  <a:cubicBezTo>
                    <a:pt x="29" y="33"/>
                    <a:pt x="39" y="25"/>
                    <a:pt x="4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37" name="Freeform 971"/>
            <p:cNvSpPr>
              <a:spLocks/>
            </p:cNvSpPr>
            <p:nvPr/>
          </p:nvSpPr>
          <p:spPr bwMode="auto">
            <a:xfrm>
              <a:off x="3097213" y="5953126"/>
              <a:ext cx="144463" cy="107950"/>
            </a:xfrm>
            <a:custGeom>
              <a:avLst/>
              <a:gdLst>
                <a:gd name="T0" fmla="*/ 42 w 44"/>
                <a:gd name="T1" fmla="*/ 16 h 33"/>
                <a:gd name="T2" fmla="*/ 26 w 44"/>
                <a:gd name="T3" fmla="*/ 0 h 33"/>
                <a:gd name="T4" fmla="*/ 3 w 44"/>
                <a:gd name="T5" fmla="*/ 16 h 33"/>
                <a:gd name="T6" fmla="*/ 18 w 44"/>
                <a:gd name="T7" fmla="*/ 33 h 33"/>
                <a:gd name="T8" fmla="*/ 42 w 44"/>
                <a:gd name="T9" fmla="*/ 16 h 33"/>
              </a:gdLst>
              <a:ahLst/>
              <a:cxnLst>
                <a:cxn ang="0">
                  <a:pos x="T0" y="T1"/>
                </a:cxn>
                <a:cxn ang="0">
                  <a:pos x="T2" y="T3"/>
                </a:cxn>
                <a:cxn ang="0">
                  <a:pos x="T4" y="T5"/>
                </a:cxn>
                <a:cxn ang="0">
                  <a:pos x="T6" y="T7"/>
                </a:cxn>
                <a:cxn ang="0">
                  <a:pos x="T8" y="T9"/>
                </a:cxn>
              </a:cxnLst>
              <a:rect l="0" t="0" r="r" b="b"/>
              <a:pathLst>
                <a:path w="44" h="33">
                  <a:moveTo>
                    <a:pt x="42" y="16"/>
                  </a:moveTo>
                  <a:cubicBezTo>
                    <a:pt x="44" y="7"/>
                    <a:pt x="37" y="0"/>
                    <a:pt x="26" y="0"/>
                  </a:cubicBezTo>
                  <a:cubicBezTo>
                    <a:pt x="15" y="0"/>
                    <a:pt x="5" y="7"/>
                    <a:pt x="3" y="16"/>
                  </a:cubicBezTo>
                  <a:cubicBezTo>
                    <a:pt x="0" y="25"/>
                    <a:pt x="8" y="33"/>
                    <a:pt x="18" y="33"/>
                  </a:cubicBezTo>
                  <a:cubicBezTo>
                    <a:pt x="29" y="33"/>
                    <a:pt x="40" y="25"/>
                    <a:pt x="4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38" name="Freeform 972"/>
            <p:cNvSpPr>
              <a:spLocks/>
            </p:cNvSpPr>
            <p:nvPr/>
          </p:nvSpPr>
          <p:spPr bwMode="auto">
            <a:xfrm>
              <a:off x="2908300" y="6084888"/>
              <a:ext cx="142875" cy="114300"/>
            </a:xfrm>
            <a:custGeom>
              <a:avLst/>
              <a:gdLst>
                <a:gd name="T0" fmla="*/ 42 w 44"/>
                <a:gd name="T1" fmla="*/ 17 h 35"/>
                <a:gd name="T2" fmla="*/ 26 w 44"/>
                <a:gd name="T3" fmla="*/ 0 h 35"/>
                <a:gd name="T4" fmla="*/ 2 w 44"/>
                <a:gd name="T5" fmla="*/ 17 h 35"/>
                <a:gd name="T6" fmla="*/ 18 w 44"/>
                <a:gd name="T7" fmla="*/ 35 h 35"/>
                <a:gd name="T8" fmla="*/ 42 w 44"/>
                <a:gd name="T9" fmla="*/ 17 h 35"/>
              </a:gdLst>
              <a:ahLst/>
              <a:cxnLst>
                <a:cxn ang="0">
                  <a:pos x="T0" y="T1"/>
                </a:cxn>
                <a:cxn ang="0">
                  <a:pos x="T2" y="T3"/>
                </a:cxn>
                <a:cxn ang="0">
                  <a:pos x="T4" y="T5"/>
                </a:cxn>
                <a:cxn ang="0">
                  <a:pos x="T6" y="T7"/>
                </a:cxn>
                <a:cxn ang="0">
                  <a:pos x="T8" y="T9"/>
                </a:cxn>
              </a:cxnLst>
              <a:rect l="0" t="0" r="r" b="b"/>
              <a:pathLst>
                <a:path w="44" h="35">
                  <a:moveTo>
                    <a:pt x="42" y="17"/>
                  </a:moveTo>
                  <a:cubicBezTo>
                    <a:pt x="44" y="8"/>
                    <a:pt x="37" y="0"/>
                    <a:pt x="26" y="0"/>
                  </a:cubicBezTo>
                  <a:cubicBezTo>
                    <a:pt x="15" y="0"/>
                    <a:pt x="4" y="8"/>
                    <a:pt x="2" y="17"/>
                  </a:cubicBezTo>
                  <a:cubicBezTo>
                    <a:pt x="0" y="27"/>
                    <a:pt x="7" y="35"/>
                    <a:pt x="18" y="35"/>
                  </a:cubicBezTo>
                  <a:cubicBezTo>
                    <a:pt x="29" y="35"/>
                    <a:pt x="40" y="27"/>
                    <a:pt x="42"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39" name="Freeform 973"/>
            <p:cNvSpPr>
              <a:spLocks/>
            </p:cNvSpPr>
            <p:nvPr/>
          </p:nvSpPr>
          <p:spPr bwMode="auto">
            <a:xfrm>
              <a:off x="3068638" y="6084888"/>
              <a:ext cx="142875" cy="114300"/>
            </a:xfrm>
            <a:custGeom>
              <a:avLst/>
              <a:gdLst>
                <a:gd name="T0" fmla="*/ 42 w 44"/>
                <a:gd name="T1" fmla="*/ 17 h 35"/>
                <a:gd name="T2" fmla="*/ 26 w 44"/>
                <a:gd name="T3" fmla="*/ 0 h 35"/>
                <a:gd name="T4" fmla="*/ 2 w 44"/>
                <a:gd name="T5" fmla="*/ 17 h 35"/>
                <a:gd name="T6" fmla="*/ 18 w 44"/>
                <a:gd name="T7" fmla="*/ 35 h 35"/>
                <a:gd name="T8" fmla="*/ 42 w 44"/>
                <a:gd name="T9" fmla="*/ 17 h 35"/>
              </a:gdLst>
              <a:ahLst/>
              <a:cxnLst>
                <a:cxn ang="0">
                  <a:pos x="T0" y="T1"/>
                </a:cxn>
                <a:cxn ang="0">
                  <a:pos x="T2" y="T3"/>
                </a:cxn>
                <a:cxn ang="0">
                  <a:pos x="T4" y="T5"/>
                </a:cxn>
                <a:cxn ang="0">
                  <a:pos x="T6" y="T7"/>
                </a:cxn>
                <a:cxn ang="0">
                  <a:pos x="T8" y="T9"/>
                </a:cxn>
              </a:cxnLst>
              <a:rect l="0" t="0" r="r" b="b"/>
              <a:pathLst>
                <a:path w="44" h="35">
                  <a:moveTo>
                    <a:pt x="42" y="17"/>
                  </a:moveTo>
                  <a:cubicBezTo>
                    <a:pt x="44" y="8"/>
                    <a:pt x="37" y="0"/>
                    <a:pt x="26" y="0"/>
                  </a:cubicBezTo>
                  <a:cubicBezTo>
                    <a:pt x="15" y="0"/>
                    <a:pt x="4" y="8"/>
                    <a:pt x="2" y="17"/>
                  </a:cubicBezTo>
                  <a:cubicBezTo>
                    <a:pt x="0" y="27"/>
                    <a:pt x="7" y="35"/>
                    <a:pt x="18" y="35"/>
                  </a:cubicBezTo>
                  <a:cubicBezTo>
                    <a:pt x="29" y="35"/>
                    <a:pt x="40" y="27"/>
                    <a:pt x="42"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40" name="Freeform 974"/>
            <p:cNvSpPr>
              <a:spLocks/>
            </p:cNvSpPr>
            <p:nvPr/>
          </p:nvSpPr>
          <p:spPr bwMode="auto">
            <a:xfrm>
              <a:off x="2871788" y="6221413"/>
              <a:ext cx="147638" cy="119063"/>
            </a:xfrm>
            <a:custGeom>
              <a:avLst/>
              <a:gdLst>
                <a:gd name="T0" fmla="*/ 43 w 45"/>
                <a:gd name="T1" fmla="*/ 18 h 36"/>
                <a:gd name="T2" fmla="*/ 27 w 45"/>
                <a:gd name="T3" fmla="*/ 0 h 36"/>
                <a:gd name="T4" fmla="*/ 2 w 45"/>
                <a:gd name="T5" fmla="*/ 18 h 36"/>
                <a:gd name="T6" fmla="*/ 19 w 45"/>
                <a:gd name="T7" fmla="*/ 36 h 36"/>
                <a:gd name="T8" fmla="*/ 43 w 45"/>
                <a:gd name="T9" fmla="*/ 18 h 36"/>
              </a:gdLst>
              <a:ahLst/>
              <a:cxnLst>
                <a:cxn ang="0">
                  <a:pos x="T0" y="T1"/>
                </a:cxn>
                <a:cxn ang="0">
                  <a:pos x="T2" y="T3"/>
                </a:cxn>
                <a:cxn ang="0">
                  <a:pos x="T4" y="T5"/>
                </a:cxn>
                <a:cxn ang="0">
                  <a:pos x="T6" y="T7"/>
                </a:cxn>
                <a:cxn ang="0">
                  <a:pos x="T8" y="T9"/>
                </a:cxn>
              </a:cxnLst>
              <a:rect l="0" t="0" r="r" b="b"/>
              <a:pathLst>
                <a:path w="45" h="36">
                  <a:moveTo>
                    <a:pt x="43" y="18"/>
                  </a:moveTo>
                  <a:cubicBezTo>
                    <a:pt x="45" y="8"/>
                    <a:pt x="38" y="0"/>
                    <a:pt x="27" y="0"/>
                  </a:cubicBezTo>
                  <a:cubicBezTo>
                    <a:pt x="16" y="0"/>
                    <a:pt x="5" y="8"/>
                    <a:pt x="2" y="18"/>
                  </a:cubicBezTo>
                  <a:cubicBezTo>
                    <a:pt x="0" y="28"/>
                    <a:pt x="7" y="36"/>
                    <a:pt x="19" y="36"/>
                  </a:cubicBezTo>
                  <a:cubicBezTo>
                    <a:pt x="30" y="36"/>
                    <a:pt x="41" y="28"/>
                    <a:pt x="4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41" name="Freeform 975"/>
            <p:cNvSpPr>
              <a:spLocks/>
            </p:cNvSpPr>
            <p:nvPr/>
          </p:nvSpPr>
          <p:spPr bwMode="auto">
            <a:xfrm>
              <a:off x="3035300" y="6221413"/>
              <a:ext cx="147638" cy="119063"/>
            </a:xfrm>
            <a:custGeom>
              <a:avLst/>
              <a:gdLst>
                <a:gd name="T0" fmla="*/ 43 w 45"/>
                <a:gd name="T1" fmla="*/ 18 h 36"/>
                <a:gd name="T2" fmla="*/ 26 w 45"/>
                <a:gd name="T3" fmla="*/ 0 h 36"/>
                <a:gd name="T4" fmla="*/ 2 w 45"/>
                <a:gd name="T5" fmla="*/ 18 h 36"/>
                <a:gd name="T6" fmla="*/ 18 w 45"/>
                <a:gd name="T7" fmla="*/ 36 h 36"/>
                <a:gd name="T8" fmla="*/ 43 w 45"/>
                <a:gd name="T9" fmla="*/ 18 h 36"/>
              </a:gdLst>
              <a:ahLst/>
              <a:cxnLst>
                <a:cxn ang="0">
                  <a:pos x="T0" y="T1"/>
                </a:cxn>
                <a:cxn ang="0">
                  <a:pos x="T2" y="T3"/>
                </a:cxn>
                <a:cxn ang="0">
                  <a:pos x="T4" y="T5"/>
                </a:cxn>
                <a:cxn ang="0">
                  <a:pos x="T6" y="T7"/>
                </a:cxn>
                <a:cxn ang="0">
                  <a:pos x="T8" y="T9"/>
                </a:cxn>
              </a:cxnLst>
              <a:rect l="0" t="0" r="r" b="b"/>
              <a:pathLst>
                <a:path w="45" h="36">
                  <a:moveTo>
                    <a:pt x="43" y="18"/>
                  </a:moveTo>
                  <a:cubicBezTo>
                    <a:pt x="45" y="8"/>
                    <a:pt x="37" y="0"/>
                    <a:pt x="26" y="0"/>
                  </a:cubicBezTo>
                  <a:cubicBezTo>
                    <a:pt x="15" y="0"/>
                    <a:pt x="4" y="8"/>
                    <a:pt x="2" y="18"/>
                  </a:cubicBezTo>
                  <a:cubicBezTo>
                    <a:pt x="0" y="28"/>
                    <a:pt x="7" y="36"/>
                    <a:pt x="18" y="36"/>
                  </a:cubicBezTo>
                  <a:cubicBezTo>
                    <a:pt x="30" y="36"/>
                    <a:pt x="40" y="28"/>
                    <a:pt x="4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42" name="Freeform 976"/>
            <p:cNvSpPr>
              <a:spLocks/>
            </p:cNvSpPr>
            <p:nvPr/>
          </p:nvSpPr>
          <p:spPr bwMode="auto">
            <a:xfrm>
              <a:off x="2835275" y="6365876"/>
              <a:ext cx="150813" cy="122238"/>
            </a:xfrm>
            <a:custGeom>
              <a:avLst/>
              <a:gdLst>
                <a:gd name="T0" fmla="*/ 44 w 46"/>
                <a:gd name="T1" fmla="*/ 18 h 37"/>
                <a:gd name="T2" fmla="*/ 28 w 46"/>
                <a:gd name="T3" fmla="*/ 0 h 37"/>
                <a:gd name="T4" fmla="*/ 3 w 46"/>
                <a:gd name="T5" fmla="*/ 18 h 37"/>
                <a:gd name="T6" fmla="*/ 19 w 46"/>
                <a:gd name="T7" fmla="*/ 37 h 37"/>
                <a:gd name="T8" fmla="*/ 44 w 46"/>
                <a:gd name="T9" fmla="*/ 18 h 37"/>
              </a:gdLst>
              <a:ahLst/>
              <a:cxnLst>
                <a:cxn ang="0">
                  <a:pos x="T0" y="T1"/>
                </a:cxn>
                <a:cxn ang="0">
                  <a:pos x="T2" y="T3"/>
                </a:cxn>
                <a:cxn ang="0">
                  <a:pos x="T4" y="T5"/>
                </a:cxn>
                <a:cxn ang="0">
                  <a:pos x="T6" y="T7"/>
                </a:cxn>
                <a:cxn ang="0">
                  <a:pos x="T8" y="T9"/>
                </a:cxn>
              </a:cxnLst>
              <a:rect l="0" t="0" r="r" b="b"/>
              <a:pathLst>
                <a:path w="46" h="37">
                  <a:moveTo>
                    <a:pt x="44" y="18"/>
                  </a:moveTo>
                  <a:cubicBezTo>
                    <a:pt x="46" y="8"/>
                    <a:pt x="39" y="0"/>
                    <a:pt x="28" y="0"/>
                  </a:cubicBezTo>
                  <a:cubicBezTo>
                    <a:pt x="16" y="0"/>
                    <a:pt x="5" y="8"/>
                    <a:pt x="3" y="18"/>
                  </a:cubicBezTo>
                  <a:cubicBezTo>
                    <a:pt x="0" y="28"/>
                    <a:pt x="8" y="37"/>
                    <a:pt x="19" y="37"/>
                  </a:cubicBezTo>
                  <a:cubicBezTo>
                    <a:pt x="31" y="37"/>
                    <a:pt x="42" y="28"/>
                    <a:pt x="4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43" name="Freeform 977"/>
            <p:cNvSpPr>
              <a:spLocks/>
            </p:cNvSpPr>
            <p:nvPr/>
          </p:nvSpPr>
          <p:spPr bwMode="auto">
            <a:xfrm>
              <a:off x="3001963" y="6365876"/>
              <a:ext cx="147638" cy="122238"/>
            </a:xfrm>
            <a:custGeom>
              <a:avLst/>
              <a:gdLst>
                <a:gd name="T0" fmla="*/ 43 w 45"/>
                <a:gd name="T1" fmla="*/ 18 h 37"/>
                <a:gd name="T2" fmla="*/ 27 w 45"/>
                <a:gd name="T3" fmla="*/ 0 h 37"/>
                <a:gd name="T4" fmla="*/ 2 w 45"/>
                <a:gd name="T5" fmla="*/ 18 h 37"/>
                <a:gd name="T6" fmla="*/ 19 w 45"/>
                <a:gd name="T7" fmla="*/ 37 h 37"/>
                <a:gd name="T8" fmla="*/ 43 w 45"/>
                <a:gd name="T9" fmla="*/ 18 h 37"/>
              </a:gdLst>
              <a:ahLst/>
              <a:cxnLst>
                <a:cxn ang="0">
                  <a:pos x="T0" y="T1"/>
                </a:cxn>
                <a:cxn ang="0">
                  <a:pos x="T2" y="T3"/>
                </a:cxn>
                <a:cxn ang="0">
                  <a:pos x="T4" y="T5"/>
                </a:cxn>
                <a:cxn ang="0">
                  <a:pos x="T6" y="T7"/>
                </a:cxn>
                <a:cxn ang="0">
                  <a:pos x="T8" y="T9"/>
                </a:cxn>
              </a:cxnLst>
              <a:rect l="0" t="0" r="r" b="b"/>
              <a:pathLst>
                <a:path w="45" h="37">
                  <a:moveTo>
                    <a:pt x="43" y="18"/>
                  </a:moveTo>
                  <a:cubicBezTo>
                    <a:pt x="45" y="8"/>
                    <a:pt x="38" y="0"/>
                    <a:pt x="27" y="0"/>
                  </a:cubicBezTo>
                  <a:cubicBezTo>
                    <a:pt x="15" y="0"/>
                    <a:pt x="4" y="8"/>
                    <a:pt x="2" y="18"/>
                  </a:cubicBezTo>
                  <a:cubicBezTo>
                    <a:pt x="0" y="28"/>
                    <a:pt x="7" y="37"/>
                    <a:pt x="19" y="37"/>
                  </a:cubicBezTo>
                  <a:cubicBezTo>
                    <a:pt x="30" y="37"/>
                    <a:pt x="41" y="28"/>
                    <a:pt x="4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44" name="Freeform 978"/>
            <p:cNvSpPr>
              <a:spLocks/>
            </p:cNvSpPr>
            <p:nvPr/>
          </p:nvSpPr>
          <p:spPr bwMode="auto">
            <a:xfrm>
              <a:off x="3167063" y="6365876"/>
              <a:ext cx="146050" cy="122238"/>
            </a:xfrm>
            <a:custGeom>
              <a:avLst/>
              <a:gdLst>
                <a:gd name="T0" fmla="*/ 43 w 45"/>
                <a:gd name="T1" fmla="*/ 18 h 37"/>
                <a:gd name="T2" fmla="*/ 27 w 45"/>
                <a:gd name="T3" fmla="*/ 0 h 37"/>
                <a:gd name="T4" fmla="*/ 2 w 45"/>
                <a:gd name="T5" fmla="*/ 18 h 37"/>
                <a:gd name="T6" fmla="*/ 19 w 45"/>
                <a:gd name="T7" fmla="*/ 37 h 37"/>
                <a:gd name="T8" fmla="*/ 43 w 45"/>
                <a:gd name="T9" fmla="*/ 18 h 37"/>
              </a:gdLst>
              <a:ahLst/>
              <a:cxnLst>
                <a:cxn ang="0">
                  <a:pos x="T0" y="T1"/>
                </a:cxn>
                <a:cxn ang="0">
                  <a:pos x="T2" y="T3"/>
                </a:cxn>
                <a:cxn ang="0">
                  <a:pos x="T4" y="T5"/>
                </a:cxn>
                <a:cxn ang="0">
                  <a:pos x="T6" y="T7"/>
                </a:cxn>
                <a:cxn ang="0">
                  <a:pos x="T8" y="T9"/>
                </a:cxn>
              </a:cxnLst>
              <a:rect l="0" t="0" r="r" b="b"/>
              <a:pathLst>
                <a:path w="45" h="37">
                  <a:moveTo>
                    <a:pt x="43" y="18"/>
                  </a:moveTo>
                  <a:cubicBezTo>
                    <a:pt x="45" y="8"/>
                    <a:pt x="38" y="0"/>
                    <a:pt x="27" y="0"/>
                  </a:cubicBezTo>
                  <a:cubicBezTo>
                    <a:pt x="15" y="0"/>
                    <a:pt x="5" y="8"/>
                    <a:pt x="2" y="18"/>
                  </a:cubicBezTo>
                  <a:cubicBezTo>
                    <a:pt x="0" y="28"/>
                    <a:pt x="8" y="37"/>
                    <a:pt x="19" y="37"/>
                  </a:cubicBezTo>
                  <a:cubicBezTo>
                    <a:pt x="30" y="37"/>
                    <a:pt x="41" y="28"/>
                    <a:pt x="4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045" name="Group 1044"/>
          <p:cNvGrpSpPr/>
          <p:nvPr/>
        </p:nvGrpSpPr>
        <p:grpSpPr>
          <a:xfrm>
            <a:off x="5606875" y="3583914"/>
            <a:ext cx="1087967" cy="1606551"/>
            <a:chOff x="5200651" y="795337"/>
            <a:chExt cx="815975" cy="1204913"/>
          </a:xfrm>
        </p:grpSpPr>
        <p:sp>
          <p:nvSpPr>
            <p:cNvPr id="1046" name="Freeform 5"/>
            <p:cNvSpPr>
              <a:spLocks/>
            </p:cNvSpPr>
            <p:nvPr/>
          </p:nvSpPr>
          <p:spPr bwMode="auto">
            <a:xfrm>
              <a:off x="5200651" y="795337"/>
              <a:ext cx="815975" cy="1204913"/>
            </a:xfrm>
            <a:custGeom>
              <a:avLst/>
              <a:gdLst>
                <a:gd name="T0" fmla="*/ 503 w 503"/>
                <a:gd name="T1" fmla="*/ 252 h 744"/>
                <a:gd name="T2" fmla="*/ 252 w 503"/>
                <a:gd name="T3" fmla="*/ 0 h 744"/>
                <a:gd name="T4" fmla="*/ 0 w 503"/>
                <a:gd name="T5" fmla="*/ 252 h 744"/>
                <a:gd name="T6" fmla="*/ 71 w 503"/>
                <a:gd name="T7" fmla="*/ 426 h 744"/>
                <a:gd name="T8" fmla="*/ 71 w 503"/>
                <a:gd name="T9" fmla="*/ 429 h 744"/>
                <a:gd name="T10" fmla="*/ 246 w 503"/>
                <a:gd name="T11" fmla="*/ 744 h 744"/>
                <a:gd name="T12" fmla="*/ 248 w 503"/>
                <a:gd name="T13" fmla="*/ 744 h 744"/>
                <a:gd name="T14" fmla="*/ 255 w 503"/>
                <a:gd name="T15" fmla="*/ 744 h 744"/>
                <a:gd name="T16" fmla="*/ 259 w 503"/>
                <a:gd name="T17" fmla="*/ 744 h 744"/>
                <a:gd name="T18" fmla="*/ 433 w 503"/>
                <a:gd name="T19" fmla="*/ 429 h 744"/>
                <a:gd name="T20" fmla="*/ 432 w 503"/>
                <a:gd name="T21" fmla="*/ 428 h 744"/>
                <a:gd name="T22" fmla="*/ 503 w 503"/>
                <a:gd name="T23" fmla="*/ 252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03" h="744">
                  <a:moveTo>
                    <a:pt x="503" y="252"/>
                  </a:moveTo>
                  <a:cubicBezTo>
                    <a:pt x="503" y="113"/>
                    <a:pt x="390" y="0"/>
                    <a:pt x="252" y="0"/>
                  </a:cubicBezTo>
                  <a:cubicBezTo>
                    <a:pt x="113" y="0"/>
                    <a:pt x="0" y="113"/>
                    <a:pt x="0" y="252"/>
                  </a:cubicBezTo>
                  <a:cubicBezTo>
                    <a:pt x="0" y="319"/>
                    <a:pt x="27" y="381"/>
                    <a:pt x="71" y="426"/>
                  </a:cubicBezTo>
                  <a:cubicBezTo>
                    <a:pt x="71" y="429"/>
                    <a:pt x="71" y="429"/>
                    <a:pt x="71" y="429"/>
                  </a:cubicBezTo>
                  <a:cubicBezTo>
                    <a:pt x="71" y="429"/>
                    <a:pt x="217" y="573"/>
                    <a:pt x="246" y="744"/>
                  </a:cubicBezTo>
                  <a:cubicBezTo>
                    <a:pt x="248" y="744"/>
                    <a:pt x="248" y="744"/>
                    <a:pt x="248" y="744"/>
                  </a:cubicBezTo>
                  <a:cubicBezTo>
                    <a:pt x="255" y="744"/>
                    <a:pt x="255" y="744"/>
                    <a:pt x="255" y="744"/>
                  </a:cubicBezTo>
                  <a:cubicBezTo>
                    <a:pt x="259" y="744"/>
                    <a:pt x="259" y="744"/>
                    <a:pt x="259" y="744"/>
                  </a:cubicBezTo>
                  <a:cubicBezTo>
                    <a:pt x="288" y="573"/>
                    <a:pt x="433" y="429"/>
                    <a:pt x="433" y="429"/>
                  </a:cubicBezTo>
                  <a:cubicBezTo>
                    <a:pt x="432" y="428"/>
                    <a:pt x="432" y="428"/>
                    <a:pt x="432" y="428"/>
                  </a:cubicBezTo>
                  <a:cubicBezTo>
                    <a:pt x="476" y="383"/>
                    <a:pt x="503" y="319"/>
                    <a:pt x="503" y="252"/>
                  </a:cubicBezTo>
                  <a:close/>
                </a:path>
              </a:pathLst>
            </a:custGeom>
            <a:solidFill>
              <a:schemeClr val="accent2">
                <a:lumMod val="75000"/>
              </a:schemeClr>
            </a:solidFill>
            <a:ln>
              <a:noFill/>
            </a:ln>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47" name="Oval 6"/>
            <p:cNvSpPr>
              <a:spLocks noChangeArrowheads="1"/>
            </p:cNvSpPr>
            <p:nvPr/>
          </p:nvSpPr>
          <p:spPr bwMode="auto">
            <a:xfrm>
              <a:off x="5265738" y="868363"/>
              <a:ext cx="687388" cy="685800"/>
            </a:xfrm>
            <a:prstGeom prst="ellipse">
              <a:avLst/>
            </a:prstGeom>
            <a:solidFill>
              <a:schemeClr val="accent2"/>
            </a:solidFill>
            <a:ln>
              <a:noFill/>
            </a:ln>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048" name="Group 1047"/>
          <p:cNvGrpSpPr/>
          <p:nvPr/>
        </p:nvGrpSpPr>
        <p:grpSpPr>
          <a:xfrm>
            <a:off x="7157915" y="2459594"/>
            <a:ext cx="1087967" cy="1606551"/>
            <a:chOff x="5200651" y="795337"/>
            <a:chExt cx="815975" cy="1204913"/>
          </a:xfrm>
        </p:grpSpPr>
        <p:sp>
          <p:nvSpPr>
            <p:cNvPr id="1049" name="Freeform 5"/>
            <p:cNvSpPr>
              <a:spLocks/>
            </p:cNvSpPr>
            <p:nvPr/>
          </p:nvSpPr>
          <p:spPr bwMode="auto">
            <a:xfrm>
              <a:off x="5200651" y="795337"/>
              <a:ext cx="815975" cy="1204913"/>
            </a:xfrm>
            <a:custGeom>
              <a:avLst/>
              <a:gdLst>
                <a:gd name="T0" fmla="*/ 503 w 503"/>
                <a:gd name="T1" fmla="*/ 252 h 744"/>
                <a:gd name="T2" fmla="*/ 252 w 503"/>
                <a:gd name="T3" fmla="*/ 0 h 744"/>
                <a:gd name="T4" fmla="*/ 0 w 503"/>
                <a:gd name="T5" fmla="*/ 252 h 744"/>
                <a:gd name="T6" fmla="*/ 71 w 503"/>
                <a:gd name="T7" fmla="*/ 426 h 744"/>
                <a:gd name="T8" fmla="*/ 71 w 503"/>
                <a:gd name="T9" fmla="*/ 429 h 744"/>
                <a:gd name="T10" fmla="*/ 246 w 503"/>
                <a:gd name="T11" fmla="*/ 744 h 744"/>
                <a:gd name="T12" fmla="*/ 248 w 503"/>
                <a:gd name="T13" fmla="*/ 744 h 744"/>
                <a:gd name="T14" fmla="*/ 255 w 503"/>
                <a:gd name="T15" fmla="*/ 744 h 744"/>
                <a:gd name="T16" fmla="*/ 259 w 503"/>
                <a:gd name="T17" fmla="*/ 744 h 744"/>
                <a:gd name="T18" fmla="*/ 433 w 503"/>
                <a:gd name="T19" fmla="*/ 429 h 744"/>
                <a:gd name="T20" fmla="*/ 432 w 503"/>
                <a:gd name="T21" fmla="*/ 428 h 744"/>
                <a:gd name="T22" fmla="*/ 503 w 503"/>
                <a:gd name="T23" fmla="*/ 252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03" h="744">
                  <a:moveTo>
                    <a:pt x="503" y="252"/>
                  </a:moveTo>
                  <a:cubicBezTo>
                    <a:pt x="503" y="113"/>
                    <a:pt x="390" y="0"/>
                    <a:pt x="252" y="0"/>
                  </a:cubicBezTo>
                  <a:cubicBezTo>
                    <a:pt x="113" y="0"/>
                    <a:pt x="0" y="113"/>
                    <a:pt x="0" y="252"/>
                  </a:cubicBezTo>
                  <a:cubicBezTo>
                    <a:pt x="0" y="319"/>
                    <a:pt x="27" y="381"/>
                    <a:pt x="71" y="426"/>
                  </a:cubicBezTo>
                  <a:cubicBezTo>
                    <a:pt x="71" y="429"/>
                    <a:pt x="71" y="429"/>
                    <a:pt x="71" y="429"/>
                  </a:cubicBezTo>
                  <a:cubicBezTo>
                    <a:pt x="71" y="429"/>
                    <a:pt x="217" y="573"/>
                    <a:pt x="246" y="744"/>
                  </a:cubicBezTo>
                  <a:cubicBezTo>
                    <a:pt x="248" y="744"/>
                    <a:pt x="248" y="744"/>
                    <a:pt x="248" y="744"/>
                  </a:cubicBezTo>
                  <a:cubicBezTo>
                    <a:pt x="255" y="744"/>
                    <a:pt x="255" y="744"/>
                    <a:pt x="255" y="744"/>
                  </a:cubicBezTo>
                  <a:cubicBezTo>
                    <a:pt x="259" y="744"/>
                    <a:pt x="259" y="744"/>
                    <a:pt x="259" y="744"/>
                  </a:cubicBezTo>
                  <a:cubicBezTo>
                    <a:pt x="288" y="573"/>
                    <a:pt x="433" y="429"/>
                    <a:pt x="433" y="429"/>
                  </a:cubicBezTo>
                  <a:cubicBezTo>
                    <a:pt x="432" y="428"/>
                    <a:pt x="432" y="428"/>
                    <a:pt x="432" y="428"/>
                  </a:cubicBezTo>
                  <a:cubicBezTo>
                    <a:pt x="476" y="383"/>
                    <a:pt x="503" y="319"/>
                    <a:pt x="503" y="252"/>
                  </a:cubicBezTo>
                  <a:close/>
                </a:path>
              </a:pathLst>
            </a:custGeom>
            <a:solidFill>
              <a:schemeClr val="accent3">
                <a:lumMod val="75000"/>
              </a:schemeClr>
            </a:solidFill>
            <a:ln>
              <a:noFill/>
            </a:ln>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50" name="Oval 6"/>
            <p:cNvSpPr>
              <a:spLocks noChangeArrowheads="1"/>
            </p:cNvSpPr>
            <p:nvPr/>
          </p:nvSpPr>
          <p:spPr bwMode="auto">
            <a:xfrm>
              <a:off x="5265738" y="868363"/>
              <a:ext cx="687388" cy="685800"/>
            </a:xfrm>
            <a:prstGeom prst="ellipse">
              <a:avLst/>
            </a:prstGeom>
            <a:solidFill>
              <a:schemeClr val="accent3"/>
            </a:solidFill>
            <a:ln>
              <a:noFill/>
            </a:ln>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051" name="Group 1050"/>
          <p:cNvGrpSpPr/>
          <p:nvPr/>
        </p:nvGrpSpPr>
        <p:grpSpPr>
          <a:xfrm>
            <a:off x="4948826" y="1899216"/>
            <a:ext cx="1087967" cy="2391581"/>
            <a:chOff x="3759244" y="1277873"/>
            <a:chExt cx="815975" cy="1793686"/>
          </a:xfrm>
        </p:grpSpPr>
        <p:grpSp>
          <p:nvGrpSpPr>
            <p:cNvPr id="1052" name="Group 1051"/>
            <p:cNvGrpSpPr/>
            <p:nvPr/>
          </p:nvGrpSpPr>
          <p:grpSpPr>
            <a:xfrm>
              <a:off x="3759244" y="1277873"/>
              <a:ext cx="815975" cy="1204913"/>
              <a:chOff x="5200651" y="795337"/>
              <a:chExt cx="815975" cy="1204913"/>
            </a:xfrm>
          </p:grpSpPr>
          <p:sp>
            <p:nvSpPr>
              <p:cNvPr id="1054" name="Freeform 5"/>
              <p:cNvSpPr>
                <a:spLocks/>
              </p:cNvSpPr>
              <p:nvPr/>
            </p:nvSpPr>
            <p:spPr bwMode="auto">
              <a:xfrm>
                <a:off x="5200651" y="795337"/>
                <a:ext cx="815975" cy="1204913"/>
              </a:xfrm>
              <a:custGeom>
                <a:avLst/>
                <a:gdLst>
                  <a:gd name="T0" fmla="*/ 503 w 503"/>
                  <a:gd name="T1" fmla="*/ 252 h 744"/>
                  <a:gd name="T2" fmla="*/ 252 w 503"/>
                  <a:gd name="T3" fmla="*/ 0 h 744"/>
                  <a:gd name="T4" fmla="*/ 0 w 503"/>
                  <a:gd name="T5" fmla="*/ 252 h 744"/>
                  <a:gd name="T6" fmla="*/ 71 w 503"/>
                  <a:gd name="T7" fmla="*/ 426 h 744"/>
                  <a:gd name="T8" fmla="*/ 71 w 503"/>
                  <a:gd name="T9" fmla="*/ 429 h 744"/>
                  <a:gd name="T10" fmla="*/ 246 w 503"/>
                  <a:gd name="T11" fmla="*/ 744 h 744"/>
                  <a:gd name="T12" fmla="*/ 248 w 503"/>
                  <a:gd name="T13" fmla="*/ 744 h 744"/>
                  <a:gd name="T14" fmla="*/ 255 w 503"/>
                  <a:gd name="T15" fmla="*/ 744 h 744"/>
                  <a:gd name="T16" fmla="*/ 259 w 503"/>
                  <a:gd name="T17" fmla="*/ 744 h 744"/>
                  <a:gd name="T18" fmla="*/ 433 w 503"/>
                  <a:gd name="T19" fmla="*/ 429 h 744"/>
                  <a:gd name="T20" fmla="*/ 432 w 503"/>
                  <a:gd name="T21" fmla="*/ 428 h 744"/>
                  <a:gd name="T22" fmla="*/ 503 w 503"/>
                  <a:gd name="T23" fmla="*/ 252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03" h="744">
                    <a:moveTo>
                      <a:pt x="503" y="252"/>
                    </a:moveTo>
                    <a:cubicBezTo>
                      <a:pt x="503" y="113"/>
                      <a:pt x="390" y="0"/>
                      <a:pt x="252" y="0"/>
                    </a:cubicBezTo>
                    <a:cubicBezTo>
                      <a:pt x="113" y="0"/>
                      <a:pt x="0" y="113"/>
                      <a:pt x="0" y="252"/>
                    </a:cubicBezTo>
                    <a:cubicBezTo>
                      <a:pt x="0" y="319"/>
                      <a:pt x="27" y="381"/>
                      <a:pt x="71" y="426"/>
                    </a:cubicBezTo>
                    <a:cubicBezTo>
                      <a:pt x="71" y="429"/>
                      <a:pt x="71" y="429"/>
                      <a:pt x="71" y="429"/>
                    </a:cubicBezTo>
                    <a:cubicBezTo>
                      <a:pt x="71" y="429"/>
                      <a:pt x="217" y="573"/>
                      <a:pt x="246" y="744"/>
                    </a:cubicBezTo>
                    <a:cubicBezTo>
                      <a:pt x="248" y="744"/>
                      <a:pt x="248" y="744"/>
                      <a:pt x="248" y="744"/>
                    </a:cubicBezTo>
                    <a:cubicBezTo>
                      <a:pt x="255" y="744"/>
                      <a:pt x="255" y="744"/>
                      <a:pt x="255" y="744"/>
                    </a:cubicBezTo>
                    <a:cubicBezTo>
                      <a:pt x="259" y="744"/>
                      <a:pt x="259" y="744"/>
                      <a:pt x="259" y="744"/>
                    </a:cubicBezTo>
                    <a:cubicBezTo>
                      <a:pt x="288" y="573"/>
                      <a:pt x="433" y="429"/>
                      <a:pt x="433" y="429"/>
                    </a:cubicBezTo>
                    <a:cubicBezTo>
                      <a:pt x="432" y="428"/>
                      <a:pt x="432" y="428"/>
                      <a:pt x="432" y="428"/>
                    </a:cubicBezTo>
                    <a:cubicBezTo>
                      <a:pt x="476" y="383"/>
                      <a:pt x="503" y="319"/>
                      <a:pt x="503" y="252"/>
                    </a:cubicBezTo>
                    <a:close/>
                  </a:path>
                </a:pathLst>
              </a:custGeom>
              <a:solidFill>
                <a:schemeClr val="accent1">
                  <a:lumMod val="75000"/>
                </a:schemeClr>
              </a:solidFill>
              <a:ln>
                <a:noFill/>
              </a:ln>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55" name="Oval 6"/>
              <p:cNvSpPr>
                <a:spLocks noChangeArrowheads="1"/>
              </p:cNvSpPr>
              <p:nvPr/>
            </p:nvSpPr>
            <p:spPr bwMode="auto">
              <a:xfrm>
                <a:off x="5264944" y="868363"/>
                <a:ext cx="687388" cy="685800"/>
              </a:xfrm>
              <a:prstGeom prst="ellipse">
                <a:avLst/>
              </a:prstGeom>
              <a:solidFill>
                <a:schemeClr val="accent1"/>
              </a:solidFill>
              <a:ln>
                <a:noFill/>
              </a:ln>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cxnSp>
          <p:nvCxnSpPr>
            <p:cNvPr id="1053" name="Straight Connector 1052"/>
            <p:cNvCxnSpPr/>
            <p:nvPr/>
          </p:nvCxnSpPr>
          <p:spPr>
            <a:xfrm>
              <a:off x="4167231" y="2359091"/>
              <a:ext cx="0" cy="712468"/>
            </a:xfrm>
            <a:prstGeom prst="line">
              <a:avLst/>
            </a:prstGeom>
            <a:ln w="19050">
              <a:solidFill>
                <a:schemeClr val="accent1">
                  <a:lumMod val="75000"/>
                </a:schemeClr>
              </a:solidFill>
              <a:tailEnd type="oval"/>
            </a:ln>
          </p:spPr>
          <p:style>
            <a:lnRef idx="1">
              <a:schemeClr val="accent1"/>
            </a:lnRef>
            <a:fillRef idx="0">
              <a:schemeClr val="accent1"/>
            </a:fillRef>
            <a:effectRef idx="0">
              <a:schemeClr val="accent1"/>
            </a:effectRef>
            <a:fontRef idx="minor">
              <a:schemeClr val="tx1"/>
            </a:fontRef>
          </p:style>
        </p:cxnSp>
      </p:grpSp>
      <p:grpSp>
        <p:nvGrpSpPr>
          <p:cNvPr id="1056" name="Group 1055"/>
          <p:cNvGrpSpPr/>
          <p:nvPr/>
        </p:nvGrpSpPr>
        <p:grpSpPr>
          <a:xfrm>
            <a:off x="9367003" y="2095937"/>
            <a:ext cx="1087967" cy="2375435"/>
            <a:chOff x="7025252" y="1425414"/>
            <a:chExt cx="815975" cy="1781576"/>
          </a:xfrm>
        </p:grpSpPr>
        <p:grpSp>
          <p:nvGrpSpPr>
            <p:cNvPr id="1057" name="Group 1056"/>
            <p:cNvGrpSpPr/>
            <p:nvPr/>
          </p:nvGrpSpPr>
          <p:grpSpPr>
            <a:xfrm>
              <a:off x="7025252" y="1425414"/>
              <a:ext cx="815975" cy="1204913"/>
              <a:chOff x="5200651" y="795337"/>
              <a:chExt cx="815975" cy="1204913"/>
            </a:xfrm>
          </p:grpSpPr>
          <p:sp>
            <p:nvSpPr>
              <p:cNvPr id="1059" name="Freeform 5"/>
              <p:cNvSpPr>
                <a:spLocks/>
              </p:cNvSpPr>
              <p:nvPr/>
            </p:nvSpPr>
            <p:spPr bwMode="auto">
              <a:xfrm>
                <a:off x="5200651" y="795337"/>
                <a:ext cx="815975" cy="1204913"/>
              </a:xfrm>
              <a:custGeom>
                <a:avLst/>
                <a:gdLst>
                  <a:gd name="T0" fmla="*/ 503 w 503"/>
                  <a:gd name="T1" fmla="*/ 252 h 744"/>
                  <a:gd name="T2" fmla="*/ 252 w 503"/>
                  <a:gd name="T3" fmla="*/ 0 h 744"/>
                  <a:gd name="T4" fmla="*/ 0 w 503"/>
                  <a:gd name="T5" fmla="*/ 252 h 744"/>
                  <a:gd name="T6" fmla="*/ 71 w 503"/>
                  <a:gd name="T7" fmla="*/ 426 h 744"/>
                  <a:gd name="T8" fmla="*/ 71 w 503"/>
                  <a:gd name="T9" fmla="*/ 429 h 744"/>
                  <a:gd name="T10" fmla="*/ 246 w 503"/>
                  <a:gd name="T11" fmla="*/ 744 h 744"/>
                  <a:gd name="T12" fmla="*/ 248 w 503"/>
                  <a:gd name="T13" fmla="*/ 744 h 744"/>
                  <a:gd name="T14" fmla="*/ 255 w 503"/>
                  <a:gd name="T15" fmla="*/ 744 h 744"/>
                  <a:gd name="T16" fmla="*/ 259 w 503"/>
                  <a:gd name="T17" fmla="*/ 744 h 744"/>
                  <a:gd name="T18" fmla="*/ 433 w 503"/>
                  <a:gd name="T19" fmla="*/ 429 h 744"/>
                  <a:gd name="T20" fmla="*/ 432 w 503"/>
                  <a:gd name="T21" fmla="*/ 428 h 744"/>
                  <a:gd name="T22" fmla="*/ 503 w 503"/>
                  <a:gd name="T23" fmla="*/ 252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03" h="744">
                    <a:moveTo>
                      <a:pt x="503" y="252"/>
                    </a:moveTo>
                    <a:cubicBezTo>
                      <a:pt x="503" y="113"/>
                      <a:pt x="390" y="0"/>
                      <a:pt x="252" y="0"/>
                    </a:cubicBezTo>
                    <a:cubicBezTo>
                      <a:pt x="113" y="0"/>
                      <a:pt x="0" y="113"/>
                      <a:pt x="0" y="252"/>
                    </a:cubicBezTo>
                    <a:cubicBezTo>
                      <a:pt x="0" y="319"/>
                      <a:pt x="27" y="381"/>
                      <a:pt x="71" y="426"/>
                    </a:cubicBezTo>
                    <a:cubicBezTo>
                      <a:pt x="71" y="429"/>
                      <a:pt x="71" y="429"/>
                      <a:pt x="71" y="429"/>
                    </a:cubicBezTo>
                    <a:cubicBezTo>
                      <a:pt x="71" y="429"/>
                      <a:pt x="217" y="573"/>
                      <a:pt x="246" y="744"/>
                    </a:cubicBezTo>
                    <a:cubicBezTo>
                      <a:pt x="248" y="744"/>
                      <a:pt x="248" y="744"/>
                      <a:pt x="248" y="744"/>
                    </a:cubicBezTo>
                    <a:cubicBezTo>
                      <a:pt x="255" y="744"/>
                      <a:pt x="255" y="744"/>
                      <a:pt x="255" y="744"/>
                    </a:cubicBezTo>
                    <a:cubicBezTo>
                      <a:pt x="259" y="744"/>
                      <a:pt x="259" y="744"/>
                      <a:pt x="259" y="744"/>
                    </a:cubicBezTo>
                    <a:cubicBezTo>
                      <a:pt x="288" y="573"/>
                      <a:pt x="433" y="429"/>
                      <a:pt x="433" y="429"/>
                    </a:cubicBezTo>
                    <a:cubicBezTo>
                      <a:pt x="432" y="428"/>
                      <a:pt x="432" y="428"/>
                      <a:pt x="432" y="428"/>
                    </a:cubicBezTo>
                    <a:cubicBezTo>
                      <a:pt x="476" y="383"/>
                      <a:pt x="503" y="319"/>
                      <a:pt x="503" y="252"/>
                    </a:cubicBezTo>
                    <a:close/>
                  </a:path>
                </a:pathLst>
              </a:custGeom>
              <a:solidFill>
                <a:schemeClr val="accent4">
                  <a:lumMod val="75000"/>
                </a:schemeClr>
              </a:solidFill>
              <a:ln>
                <a:noFill/>
              </a:ln>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60" name="Oval 6"/>
              <p:cNvSpPr>
                <a:spLocks noChangeArrowheads="1"/>
              </p:cNvSpPr>
              <p:nvPr/>
            </p:nvSpPr>
            <p:spPr bwMode="auto">
              <a:xfrm>
                <a:off x="5265738" y="868363"/>
                <a:ext cx="687388" cy="685800"/>
              </a:xfrm>
              <a:prstGeom prst="ellipse">
                <a:avLst/>
              </a:prstGeom>
              <a:solidFill>
                <a:schemeClr val="accent4"/>
              </a:solidFill>
              <a:ln>
                <a:noFill/>
              </a:ln>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cxnSp>
          <p:nvCxnSpPr>
            <p:cNvPr id="1058" name="Straight Connector 1057"/>
            <p:cNvCxnSpPr/>
            <p:nvPr/>
          </p:nvCxnSpPr>
          <p:spPr>
            <a:xfrm>
              <a:off x="7433239" y="2494522"/>
              <a:ext cx="0" cy="712468"/>
            </a:xfrm>
            <a:prstGeom prst="line">
              <a:avLst/>
            </a:prstGeom>
            <a:ln w="19050">
              <a:solidFill>
                <a:schemeClr val="accent4">
                  <a:lumMod val="75000"/>
                </a:schemeClr>
              </a:solidFill>
              <a:tailEnd type="oval"/>
            </a:ln>
          </p:spPr>
          <p:style>
            <a:lnRef idx="1">
              <a:schemeClr val="accent1"/>
            </a:lnRef>
            <a:fillRef idx="0">
              <a:schemeClr val="accent1"/>
            </a:fillRef>
            <a:effectRef idx="0">
              <a:schemeClr val="accent1"/>
            </a:effectRef>
            <a:fontRef idx="minor">
              <a:schemeClr val="tx1"/>
            </a:fontRef>
          </p:style>
        </p:cxnSp>
      </p:grpSp>
      <p:grpSp>
        <p:nvGrpSpPr>
          <p:cNvPr id="1061" name="Group 1060"/>
          <p:cNvGrpSpPr/>
          <p:nvPr/>
        </p:nvGrpSpPr>
        <p:grpSpPr>
          <a:xfrm>
            <a:off x="10488125" y="3292762"/>
            <a:ext cx="1087967" cy="2097220"/>
            <a:chOff x="7866093" y="2323032"/>
            <a:chExt cx="815975" cy="1572915"/>
          </a:xfrm>
        </p:grpSpPr>
        <p:grpSp>
          <p:nvGrpSpPr>
            <p:cNvPr id="1062" name="Group 1061"/>
            <p:cNvGrpSpPr/>
            <p:nvPr/>
          </p:nvGrpSpPr>
          <p:grpSpPr>
            <a:xfrm>
              <a:off x="7866093" y="2323032"/>
              <a:ext cx="815975" cy="1204913"/>
              <a:chOff x="5200651" y="795337"/>
              <a:chExt cx="815975" cy="1204913"/>
            </a:xfrm>
          </p:grpSpPr>
          <p:sp>
            <p:nvSpPr>
              <p:cNvPr id="1064" name="Freeform 5"/>
              <p:cNvSpPr>
                <a:spLocks/>
              </p:cNvSpPr>
              <p:nvPr/>
            </p:nvSpPr>
            <p:spPr bwMode="auto">
              <a:xfrm>
                <a:off x="5200651" y="795337"/>
                <a:ext cx="815975" cy="1204913"/>
              </a:xfrm>
              <a:custGeom>
                <a:avLst/>
                <a:gdLst>
                  <a:gd name="T0" fmla="*/ 503 w 503"/>
                  <a:gd name="T1" fmla="*/ 252 h 744"/>
                  <a:gd name="T2" fmla="*/ 252 w 503"/>
                  <a:gd name="T3" fmla="*/ 0 h 744"/>
                  <a:gd name="T4" fmla="*/ 0 w 503"/>
                  <a:gd name="T5" fmla="*/ 252 h 744"/>
                  <a:gd name="T6" fmla="*/ 71 w 503"/>
                  <a:gd name="T7" fmla="*/ 426 h 744"/>
                  <a:gd name="T8" fmla="*/ 71 w 503"/>
                  <a:gd name="T9" fmla="*/ 429 h 744"/>
                  <a:gd name="T10" fmla="*/ 246 w 503"/>
                  <a:gd name="T11" fmla="*/ 744 h 744"/>
                  <a:gd name="T12" fmla="*/ 248 w 503"/>
                  <a:gd name="T13" fmla="*/ 744 h 744"/>
                  <a:gd name="T14" fmla="*/ 255 w 503"/>
                  <a:gd name="T15" fmla="*/ 744 h 744"/>
                  <a:gd name="T16" fmla="*/ 259 w 503"/>
                  <a:gd name="T17" fmla="*/ 744 h 744"/>
                  <a:gd name="T18" fmla="*/ 433 w 503"/>
                  <a:gd name="T19" fmla="*/ 429 h 744"/>
                  <a:gd name="T20" fmla="*/ 432 w 503"/>
                  <a:gd name="T21" fmla="*/ 428 h 744"/>
                  <a:gd name="T22" fmla="*/ 503 w 503"/>
                  <a:gd name="T23" fmla="*/ 252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03" h="744">
                    <a:moveTo>
                      <a:pt x="503" y="252"/>
                    </a:moveTo>
                    <a:cubicBezTo>
                      <a:pt x="503" y="113"/>
                      <a:pt x="390" y="0"/>
                      <a:pt x="252" y="0"/>
                    </a:cubicBezTo>
                    <a:cubicBezTo>
                      <a:pt x="113" y="0"/>
                      <a:pt x="0" y="113"/>
                      <a:pt x="0" y="252"/>
                    </a:cubicBezTo>
                    <a:cubicBezTo>
                      <a:pt x="0" y="319"/>
                      <a:pt x="27" y="381"/>
                      <a:pt x="71" y="426"/>
                    </a:cubicBezTo>
                    <a:cubicBezTo>
                      <a:pt x="71" y="429"/>
                      <a:pt x="71" y="429"/>
                      <a:pt x="71" y="429"/>
                    </a:cubicBezTo>
                    <a:cubicBezTo>
                      <a:pt x="71" y="429"/>
                      <a:pt x="217" y="573"/>
                      <a:pt x="246" y="744"/>
                    </a:cubicBezTo>
                    <a:cubicBezTo>
                      <a:pt x="248" y="744"/>
                      <a:pt x="248" y="744"/>
                      <a:pt x="248" y="744"/>
                    </a:cubicBezTo>
                    <a:cubicBezTo>
                      <a:pt x="255" y="744"/>
                      <a:pt x="255" y="744"/>
                      <a:pt x="255" y="744"/>
                    </a:cubicBezTo>
                    <a:cubicBezTo>
                      <a:pt x="259" y="744"/>
                      <a:pt x="259" y="744"/>
                      <a:pt x="259" y="744"/>
                    </a:cubicBezTo>
                    <a:cubicBezTo>
                      <a:pt x="288" y="573"/>
                      <a:pt x="433" y="429"/>
                      <a:pt x="433" y="429"/>
                    </a:cubicBezTo>
                    <a:cubicBezTo>
                      <a:pt x="432" y="428"/>
                      <a:pt x="432" y="428"/>
                      <a:pt x="432" y="428"/>
                    </a:cubicBezTo>
                    <a:cubicBezTo>
                      <a:pt x="476" y="383"/>
                      <a:pt x="503" y="319"/>
                      <a:pt x="503" y="252"/>
                    </a:cubicBezTo>
                    <a:close/>
                  </a:path>
                </a:pathLst>
              </a:custGeom>
              <a:solidFill>
                <a:schemeClr val="accent5">
                  <a:lumMod val="75000"/>
                </a:schemeClr>
              </a:solidFill>
              <a:ln>
                <a:noFill/>
              </a:ln>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65" name="Oval 6"/>
              <p:cNvSpPr>
                <a:spLocks noChangeArrowheads="1"/>
              </p:cNvSpPr>
              <p:nvPr/>
            </p:nvSpPr>
            <p:spPr bwMode="auto">
              <a:xfrm>
                <a:off x="5265738" y="868363"/>
                <a:ext cx="687388" cy="685800"/>
              </a:xfrm>
              <a:prstGeom prst="ellipse">
                <a:avLst/>
              </a:prstGeom>
              <a:solidFill>
                <a:schemeClr val="accent5"/>
              </a:solidFill>
              <a:ln>
                <a:noFill/>
              </a:ln>
            </p:spPr>
            <p:txBody>
              <a:bodyPr vert="horz" wrap="square" lIns="121920" tIns="60960" rIns="121920" bIns="60960" numCol="1" anchor="t" anchorCtr="0" compatLnSpc="1">
                <a:prstTxWarp prst="textNoShape">
                  <a:avLst/>
                </a:prstTxWarp>
              </a:bodyPr>
              <a:lstStyle/>
              <a:p>
                <a:endParaRPr lang="id-ID"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cxnSp>
          <p:nvCxnSpPr>
            <p:cNvPr id="1063" name="Straight Connector 1062"/>
            <p:cNvCxnSpPr/>
            <p:nvPr/>
          </p:nvCxnSpPr>
          <p:spPr>
            <a:xfrm>
              <a:off x="8274080" y="3355947"/>
              <a:ext cx="0" cy="540000"/>
            </a:xfrm>
            <a:prstGeom prst="line">
              <a:avLst/>
            </a:prstGeom>
            <a:ln w="19050">
              <a:solidFill>
                <a:schemeClr val="accent5">
                  <a:lumMod val="75000"/>
                </a:schemeClr>
              </a:solidFill>
              <a:tailEnd type="oval"/>
            </a:ln>
          </p:spPr>
          <p:style>
            <a:lnRef idx="1">
              <a:schemeClr val="accent1"/>
            </a:lnRef>
            <a:fillRef idx="0">
              <a:schemeClr val="accent1"/>
            </a:fillRef>
            <a:effectRef idx="0">
              <a:schemeClr val="accent1"/>
            </a:effectRef>
            <a:fontRef idx="minor">
              <a:schemeClr val="tx1"/>
            </a:fontRef>
          </p:style>
        </p:cxnSp>
      </p:grpSp>
      <p:sp>
        <p:nvSpPr>
          <p:cNvPr id="1066" name="TextBox 1065"/>
          <p:cNvSpPr txBox="1"/>
          <p:nvPr/>
        </p:nvSpPr>
        <p:spPr>
          <a:xfrm>
            <a:off x="5048077" y="2181870"/>
            <a:ext cx="896400" cy="502766"/>
          </a:xfrm>
          <a:prstGeom prst="rect">
            <a:avLst/>
          </a:prstGeom>
          <a:noFill/>
        </p:spPr>
        <p:txBody>
          <a:bodyPr wrap="none" rtlCol="0">
            <a:spAutoFit/>
          </a:bodyPr>
          <a:lstStyle/>
          <a:p>
            <a:pPr algn="ctr"/>
            <a:r>
              <a:rPr lang="id-ID" sz="2667" dirty="0">
                <a:solidFill>
                  <a:schemeClr val="bg2"/>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55%</a:t>
            </a:r>
          </a:p>
        </p:txBody>
      </p:sp>
      <p:sp>
        <p:nvSpPr>
          <p:cNvPr id="1067" name="TextBox 1066"/>
          <p:cNvSpPr txBox="1"/>
          <p:nvPr/>
        </p:nvSpPr>
        <p:spPr>
          <a:xfrm>
            <a:off x="5708303" y="3859297"/>
            <a:ext cx="896400" cy="502766"/>
          </a:xfrm>
          <a:prstGeom prst="rect">
            <a:avLst/>
          </a:prstGeom>
          <a:noFill/>
        </p:spPr>
        <p:txBody>
          <a:bodyPr wrap="none" rtlCol="0">
            <a:spAutoFit/>
          </a:bodyPr>
          <a:lstStyle/>
          <a:p>
            <a:pPr algn="ctr"/>
            <a:r>
              <a:rPr lang="id-ID" sz="2667" dirty="0">
                <a:solidFill>
                  <a:schemeClr val="bg2"/>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17%</a:t>
            </a:r>
          </a:p>
        </p:txBody>
      </p:sp>
      <p:sp>
        <p:nvSpPr>
          <p:cNvPr id="1068" name="TextBox 1067"/>
          <p:cNvSpPr txBox="1"/>
          <p:nvPr/>
        </p:nvSpPr>
        <p:spPr>
          <a:xfrm>
            <a:off x="7258126" y="2764765"/>
            <a:ext cx="896400" cy="502766"/>
          </a:xfrm>
          <a:prstGeom prst="rect">
            <a:avLst/>
          </a:prstGeom>
          <a:noFill/>
        </p:spPr>
        <p:txBody>
          <a:bodyPr wrap="none" rtlCol="0">
            <a:spAutoFit/>
          </a:bodyPr>
          <a:lstStyle/>
          <a:p>
            <a:pPr algn="ctr"/>
            <a:r>
              <a:rPr lang="id-ID" sz="2667" dirty="0">
                <a:solidFill>
                  <a:schemeClr val="bg2"/>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47%</a:t>
            </a:r>
          </a:p>
        </p:txBody>
      </p:sp>
      <p:sp>
        <p:nvSpPr>
          <p:cNvPr id="1069" name="TextBox 1068"/>
          <p:cNvSpPr txBox="1"/>
          <p:nvPr/>
        </p:nvSpPr>
        <p:spPr>
          <a:xfrm>
            <a:off x="9560569" y="2396093"/>
            <a:ext cx="700833" cy="502766"/>
          </a:xfrm>
          <a:prstGeom prst="rect">
            <a:avLst/>
          </a:prstGeom>
          <a:noFill/>
        </p:spPr>
        <p:txBody>
          <a:bodyPr wrap="none" rtlCol="0">
            <a:spAutoFit/>
          </a:bodyPr>
          <a:lstStyle/>
          <a:p>
            <a:pPr algn="ctr"/>
            <a:r>
              <a:rPr lang="id-ID" sz="2667"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9%</a:t>
            </a:r>
          </a:p>
        </p:txBody>
      </p:sp>
      <p:sp>
        <p:nvSpPr>
          <p:cNvPr id="1070" name="TextBox 1069"/>
          <p:cNvSpPr txBox="1"/>
          <p:nvPr/>
        </p:nvSpPr>
        <p:spPr>
          <a:xfrm>
            <a:off x="10591205" y="3603210"/>
            <a:ext cx="896400" cy="502766"/>
          </a:xfrm>
          <a:prstGeom prst="rect">
            <a:avLst/>
          </a:prstGeom>
          <a:noFill/>
        </p:spPr>
        <p:txBody>
          <a:bodyPr wrap="none" rtlCol="0">
            <a:spAutoFit/>
          </a:bodyPr>
          <a:lstStyle/>
          <a:p>
            <a:pPr algn="ctr"/>
            <a:r>
              <a:rPr lang="id-ID" sz="2667" dirty="0">
                <a:solidFill>
                  <a:schemeClr val="bg2"/>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31%</a:t>
            </a:r>
          </a:p>
        </p:txBody>
      </p:sp>
      <p:sp>
        <p:nvSpPr>
          <p:cNvPr id="1071" name="TextBox 1070"/>
          <p:cNvSpPr txBox="1"/>
          <p:nvPr/>
        </p:nvSpPr>
        <p:spPr>
          <a:xfrm>
            <a:off x="584959" y="2403912"/>
            <a:ext cx="1104405" cy="338554"/>
          </a:xfrm>
          <a:prstGeom prst="rect">
            <a:avLst/>
          </a:prstGeom>
          <a:noFill/>
        </p:spPr>
        <p:txBody>
          <a:bodyPr wrap="none" rtlCol="0">
            <a:spAutoFit/>
          </a:bodyPr>
          <a:lstStyle/>
          <a:p>
            <a:r>
              <a:rPr lang="id-ID" sz="16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Fun Facts</a:t>
            </a:r>
          </a:p>
        </p:txBody>
      </p:sp>
      <p:sp>
        <p:nvSpPr>
          <p:cNvPr id="1072" name="TextBox 34"/>
          <p:cNvSpPr txBox="1"/>
          <p:nvPr/>
        </p:nvSpPr>
        <p:spPr>
          <a:xfrm>
            <a:off x="597659" y="2662753"/>
            <a:ext cx="3328484" cy="671915"/>
          </a:xfrm>
          <a:prstGeom prst="rect">
            <a:avLst/>
          </a:prstGeom>
          <a:noFill/>
        </p:spPr>
        <p:txBody>
          <a:bodyPr wrap="square" rtlCol="0">
            <a:spAutoFit/>
          </a:bodyPr>
          <a:lstStyle>
            <a:defPPr>
              <a:defRPr lang="id-ID"/>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a:lstStyle>
          <a:p>
            <a:pPr algn="just">
              <a:lnSpc>
                <a:spcPct val="150000"/>
              </a:lnSpc>
            </a:pPr>
            <a:r>
              <a:rPr lang="id-ID" sz="1333"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All elements are editable, just ungroup it, and then replace with your colors</a:t>
            </a:r>
            <a:endParaRPr lang="en-US" sz="1333"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1073" name="Group 1072"/>
          <p:cNvGrpSpPr/>
          <p:nvPr/>
        </p:nvGrpSpPr>
        <p:grpSpPr>
          <a:xfrm>
            <a:off x="744311" y="4197028"/>
            <a:ext cx="2181183" cy="454099"/>
            <a:chOff x="401183" y="3413432"/>
            <a:chExt cx="1635887" cy="340574"/>
          </a:xfrm>
        </p:grpSpPr>
        <p:grpSp>
          <p:nvGrpSpPr>
            <p:cNvPr id="1074" name="Group 1073"/>
            <p:cNvGrpSpPr/>
            <p:nvPr/>
          </p:nvGrpSpPr>
          <p:grpSpPr>
            <a:xfrm flipH="1">
              <a:off x="401183" y="3413432"/>
              <a:ext cx="143904" cy="340574"/>
              <a:chOff x="5505537" y="930389"/>
              <a:chExt cx="333375" cy="788988"/>
            </a:xfrm>
            <a:solidFill>
              <a:schemeClr val="accent1"/>
            </a:solidFill>
          </p:grpSpPr>
          <p:sp>
            <p:nvSpPr>
              <p:cNvPr id="1102" name="Oval 27"/>
              <p:cNvSpPr>
                <a:spLocks noChangeArrowheads="1"/>
              </p:cNvSpPr>
              <p:nvPr/>
            </p:nvSpPr>
            <p:spPr bwMode="auto">
              <a:xfrm>
                <a:off x="5602373" y="930389"/>
                <a:ext cx="141288" cy="1397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03" name="Freeform 28"/>
              <p:cNvSpPr>
                <a:spLocks/>
              </p:cNvSpPr>
              <p:nvPr/>
            </p:nvSpPr>
            <p:spPr bwMode="auto">
              <a:xfrm>
                <a:off x="5505537" y="1084378"/>
                <a:ext cx="333375" cy="634999"/>
              </a:xfrm>
              <a:custGeom>
                <a:avLst/>
                <a:gdLst>
                  <a:gd name="T0" fmla="*/ 87 w 87"/>
                  <a:gd name="T1" fmla="*/ 24 h 168"/>
                  <a:gd name="T2" fmla="*/ 62 w 87"/>
                  <a:gd name="T3" fmla="*/ 0 h 168"/>
                  <a:gd name="T4" fmla="*/ 37 w 87"/>
                  <a:gd name="T5" fmla="*/ 0 h 168"/>
                  <a:gd name="T6" fmla="*/ 35 w 87"/>
                  <a:gd name="T7" fmla="*/ 0 h 168"/>
                  <a:gd name="T8" fmla="*/ 25 w 87"/>
                  <a:gd name="T9" fmla="*/ 0 h 168"/>
                  <a:gd name="T10" fmla="*/ 0 w 87"/>
                  <a:gd name="T11" fmla="*/ 24 h 168"/>
                  <a:gd name="T12" fmla="*/ 0 w 87"/>
                  <a:gd name="T13" fmla="*/ 24 h 168"/>
                  <a:gd name="T14" fmla="*/ 0 w 87"/>
                  <a:gd name="T15" fmla="*/ 73 h 168"/>
                  <a:gd name="T16" fmla="*/ 8 w 87"/>
                  <a:gd name="T17" fmla="*/ 81 h 168"/>
                  <a:gd name="T18" fmla="*/ 16 w 87"/>
                  <a:gd name="T19" fmla="*/ 73 h 168"/>
                  <a:gd name="T20" fmla="*/ 16 w 87"/>
                  <a:gd name="T21" fmla="*/ 44 h 168"/>
                  <a:gd name="T22" fmla="*/ 16 w 87"/>
                  <a:gd name="T23" fmla="*/ 28 h 168"/>
                  <a:gd name="T24" fmla="*/ 20 w 87"/>
                  <a:gd name="T25" fmla="*/ 28 h 168"/>
                  <a:gd name="T26" fmla="*/ 20 w 87"/>
                  <a:gd name="T27" fmla="*/ 46 h 168"/>
                  <a:gd name="T28" fmla="*/ 20 w 87"/>
                  <a:gd name="T29" fmla="*/ 77 h 168"/>
                  <a:gd name="T30" fmla="*/ 20 w 87"/>
                  <a:gd name="T31" fmla="*/ 81 h 168"/>
                  <a:gd name="T32" fmla="*/ 20 w 87"/>
                  <a:gd name="T33" fmla="*/ 157 h 168"/>
                  <a:gd name="T34" fmla="*/ 31 w 87"/>
                  <a:gd name="T35" fmla="*/ 168 h 168"/>
                  <a:gd name="T36" fmla="*/ 41 w 87"/>
                  <a:gd name="T37" fmla="*/ 157 h 168"/>
                  <a:gd name="T38" fmla="*/ 41 w 87"/>
                  <a:gd name="T39" fmla="*/ 81 h 168"/>
                  <a:gd name="T40" fmla="*/ 46 w 87"/>
                  <a:gd name="T41" fmla="*/ 81 h 168"/>
                  <a:gd name="T42" fmla="*/ 46 w 87"/>
                  <a:gd name="T43" fmla="*/ 157 h 168"/>
                  <a:gd name="T44" fmla="*/ 56 w 87"/>
                  <a:gd name="T45" fmla="*/ 168 h 168"/>
                  <a:gd name="T46" fmla="*/ 67 w 87"/>
                  <a:gd name="T47" fmla="*/ 157 h 168"/>
                  <a:gd name="T48" fmla="*/ 67 w 87"/>
                  <a:gd name="T49" fmla="*/ 81 h 168"/>
                  <a:gd name="T50" fmla="*/ 67 w 87"/>
                  <a:gd name="T51" fmla="*/ 77 h 168"/>
                  <a:gd name="T52" fmla="*/ 67 w 87"/>
                  <a:gd name="T53" fmla="*/ 46 h 168"/>
                  <a:gd name="T54" fmla="*/ 67 w 87"/>
                  <a:gd name="T55" fmla="*/ 28 h 168"/>
                  <a:gd name="T56" fmla="*/ 71 w 87"/>
                  <a:gd name="T57" fmla="*/ 28 h 168"/>
                  <a:gd name="T58" fmla="*/ 71 w 87"/>
                  <a:gd name="T59" fmla="*/ 44 h 168"/>
                  <a:gd name="T60" fmla="*/ 71 w 87"/>
                  <a:gd name="T61" fmla="*/ 73 h 168"/>
                  <a:gd name="T62" fmla="*/ 79 w 87"/>
                  <a:gd name="T63" fmla="*/ 81 h 168"/>
                  <a:gd name="T64" fmla="*/ 87 w 87"/>
                  <a:gd name="T65" fmla="*/ 73 h 168"/>
                  <a:gd name="T66" fmla="*/ 87 w 87"/>
                  <a:gd name="T67" fmla="*/ 24 h 168"/>
                  <a:gd name="T68" fmla="*/ 87 w 87"/>
                  <a:gd name="T69" fmla="*/ 24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7" h="168">
                    <a:moveTo>
                      <a:pt x="87" y="24"/>
                    </a:moveTo>
                    <a:cubicBezTo>
                      <a:pt x="87" y="11"/>
                      <a:pt x="75" y="0"/>
                      <a:pt x="62" y="0"/>
                    </a:cubicBezTo>
                    <a:cubicBezTo>
                      <a:pt x="37" y="0"/>
                      <a:pt x="37" y="0"/>
                      <a:pt x="37" y="0"/>
                    </a:cubicBezTo>
                    <a:cubicBezTo>
                      <a:pt x="35" y="0"/>
                      <a:pt x="35" y="0"/>
                      <a:pt x="35" y="0"/>
                    </a:cubicBezTo>
                    <a:cubicBezTo>
                      <a:pt x="25" y="0"/>
                      <a:pt x="25" y="0"/>
                      <a:pt x="25" y="0"/>
                    </a:cubicBezTo>
                    <a:cubicBezTo>
                      <a:pt x="12" y="0"/>
                      <a:pt x="0" y="11"/>
                      <a:pt x="0" y="24"/>
                    </a:cubicBezTo>
                    <a:cubicBezTo>
                      <a:pt x="0" y="24"/>
                      <a:pt x="0" y="24"/>
                      <a:pt x="0" y="24"/>
                    </a:cubicBezTo>
                    <a:cubicBezTo>
                      <a:pt x="0" y="73"/>
                      <a:pt x="0" y="73"/>
                      <a:pt x="0" y="73"/>
                    </a:cubicBezTo>
                    <a:cubicBezTo>
                      <a:pt x="0" y="78"/>
                      <a:pt x="4" y="81"/>
                      <a:pt x="8" y="81"/>
                    </a:cubicBezTo>
                    <a:cubicBezTo>
                      <a:pt x="13" y="81"/>
                      <a:pt x="16" y="78"/>
                      <a:pt x="16" y="73"/>
                    </a:cubicBezTo>
                    <a:cubicBezTo>
                      <a:pt x="16" y="44"/>
                      <a:pt x="16" y="44"/>
                      <a:pt x="16" y="44"/>
                    </a:cubicBezTo>
                    <a:cubicBezTo>
                      <a:pt x="16" y="28"/>
                      <a:pt x="16" y="28"/>
                      <a:pt x="16" y="28"/>
                    </a:cubicBezTo>
                    <a:cubicBezTo>
                      <a:pt x="20" y="28"/>
                      <a:pt x="20" y="28"/>
                      <a:pt x="20" y="28"/>
                    </a:cubicBezTo>
                    <a:cubicBezTo>
                      <a:pt x="20" y="46"/>
                      <a:pt x="20" y="46"/>
                      <a:pt x="20" y="46"/>
                    </a:cubicBezTo>
                    <a:cubicBezTo>
                      <a:pt x="20" y="77"/>
                      <a:pt x="20" y="77"/>
                      <a:pt x="20" y="77"/>
                    </a:cubicBezTo>
                    <a:cubicBezTo>
                      <a:pt x="20" y="81"/>
                      <a:pt x="20" y="81"/>
                      <a:pt x="20" y="81"/>
                    </a:cubicBezTo>
                    <a:cubicBezTo>
                      <a:pt x="20" y="157"/>
                      <a:pt x="20" y="157"/>
                      <a:pt x="20" y="157"/>
                    </a:cubicBezTo>
                    <a:cubicBezTo>
                      <a:pt x="20" y="163"/>
                      <a:pt x="25" y="168"/>
                      <a:pt x="31" y="168"/>
                    </a:cubicBezTo>
                    <a:cubicBezTo>
                      <a:pt x="37" y="168"/>
                      <a:pt x="41" y="163"/>
                      <a:pt x="41" y="157"/>
                    </a:cubicBezTo>
                    <a:cubicBezTo>
                      <a:pt x="41" y="81"/>
                      <a:pt x="41" y="81"/>
                      <a:pt x="41" y="81"/>
                    </a:cubicBezTo>
                    <a:cubicBezTo>
                      <a:pt x="46" y="81"/>
                      <a:pt x="46" y="81"/>
                      <a:pt x="46" y="81"/>
                    </a:cubicBezTo>
                    <a:cubicBezTo>
                      <a:pt x="46" y="157"/>
                      <a:pt x="46" y="157"/>
                      <a:pt x="46" y="157"/>
                    </a:cubicBezTo>
                    <a:cubicBezTo>
                      <a:pt x="46" y="163"/>
                      <a:pt x="50" y="168"/>
                      <a:pt x="56" y="168"/>
                    </a:cubicBezTo>
                    <a:cubicBezTo>
                      <a:pt x="62" y="168"/>
                      <a:pt x="67" y="163"/>
                      <a:pt x="67" y="157"/>
                    </a:cubicBezTo>
                    <a:cubicBezTo>
                      <a:pt x="67" y="81"/>
                      <a:pt x="67" y="81"/>
                      <a:pt x="67" y="81"/>
                    </a:cubicBezTo>
                    <a:cubicBezTo>
                      <a:pt x="67" y="77"/>
                      <a:pt x="67" y="77"/>
                      <a:pt x="67" y="77"/>
                    </a:cubicBezTo>
                    <a:cubicBezTo>
                      <a:pt x="67" y="46"/>
                      <a:pt x="67" y="46"/>
                      <a:pt x="67" y="46"/>
                    </a:cubicBezTo>
                    <a:cubicBezTo>
                      <a:pt x="67" y="28"/>
                      <a:pt x="67" y="28"/>
                      <a:pt x="67" y="28"/>
                    </a:cubicBezTo>
                    <a:cubicBezTo>
                      <a:pt x="71" y="28"/>
                      <a:pt x="71" y="28"/>
                      <a:pt x="71" y="28"/>
                    </a:cubicBezTo>
                    <a:cubicBezTo>
                      <a:pt x="71" y="44"/>
                      <a:pt x="71" y="44"/>
                      <a:pt x="71" y="44"/>
                    </a:cubicBezTo>
                    <a:cubicBezTo>
                      <a:pt x="71" y="73"/>
                      <a:pt x="71" y="73"/>
                      <a:pt x="71" y="73"/>
                    </a:cubicBezTo>
                    <a:cubicBezTo>
                      <a:pt x="71" y="78"/>
                      <a:pt x="74" y="81"/>
                      <a:pt x="79" y="81"/>
                    </a:cubicBezTo>
                    <a:cubicBezTo>
                      <a:pt x="83" y="81"/>
                      <a:pt x="87" y="78"/>
                      <a:pt x="87" y="73"/>
                    </a:cubicBezTo>
                    <a:cubicBezTo>
                      <a:pt x="87" y="24"/>
                      <a:pt x="87" y="24"/>
                      <a:pt x="87" y="24"/>
                    </a:cubicBezTo>
                    <a:cubicBezTo>
                      <a:pt x="87" y="24"/>
                      <a:pt x="87" y="24"/>
                      <a:pt x="87"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075" name="Group 1074"/>
            <p:cNvGrpSpPr/>
            <p:nvPr/>
          </p:nvGrpSpPr>
          <p:grpSpPr>
            <a:xfrm flipH="1">
              <a:off x="567356" y="3413432"/>
              <a:ext cx="143904" cy="340574"/>
              <a:chOff x="5505537" y="930389"/>
              <a:chExt cx="333375" cy="788988"/>
            </a:xfrm>
            <a:solidFill>
              <a:schemeClr val="accent1"/>
            </a:solidFill>
          </p:grpSpPr>
          <p:sp>
            <p:nvSpPr>
              <p:cNvPr id="1100" name="Oval 27"/>
              <p:cNvSpPr>
                <a:spLocks noChangeArrowheads="1"/>
              </p:cNvSpPr>
              <p:nvPr/>
            </p:nvSpPr>
            <p:spPr bwMode="auto">
              <a:xfrm>
                <a:off x="5602373" y="930389"/>
                <a:ext cx="141288" cy="1397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01" name="Freeform 28"/>
              <p:cNvSpPr>
                <a:spLocks/>
              </p:cNvSpPr>
              <p:nvPr/>
            </p:nvSpPr>
            <p:spPr bwMode="auto">
              <a:xfrm>
                <a:off x="5505537" y="1084378"/>
                <a:ext cx="333375" cy="634999"/>
              </a:xfrm>
              <a:custGeom>
                <a:avLst/>
                <a:gdLst>
                  <a:gd name="T0" fmla="*/ 87 w 87"/>
                  <a:gd name="T1" fmla="*/ 24 h 168"/>
                  <a:gd name="T2" fmla="*/ 62 w 87"/>
                  <a:gd name="T3" fmla="*/ 0 h 168"/>
                  <a:gd name="T4" fmla="*/ 37 w 87"/>
                  <a:gd name="T5" fmla="*/ 0 h 168"/>
                  <a:gd name="T6" fmla="*/ 35 w 87"/>
                  <a:gd name="T7" fmla="*/ 0 h 168"/>
                  <a:gd name="T8" fmla="*/ 25 w 87"/>
                  <a:gd name="T9" fmla="*/ 0 h 168"/>
                  <a:gd name="T10" fmla="*/ 0 w 87"/>
                  <a:gd name="T11" fmla="*/ 24 h 168"/>
                  <a:gd name="T12" fmla="*/ 0 w 87"/>
                  <a:gd name="T13" fmla="*/ 24 h 168"/>
                  <a:gd name="T14" fmla="*/ 0 w 87"/>
                  <a:gd name="T15" fmla="*/ 73 h 168"/>
                  <a:gd name="T16" fmla="*/ 8 w 87"/>
                  <a:gd name="T17" fmla="*/ 81 h 168"/>
                  <a:gd name="T18" fmla="*/ 16 w 87"/>
                  <a:gd name="T19" fmla="*/ 73 h 168"/>
                  <a:gd name="T20" fmla="*/ 16 w 87"/>
                  <a:gd name="T21" fmla="*/ 44 h 168"/>
                  <a:gd name="T22" fmla="*/ 16 w 87"/>
                  <a:gd name="T23" fmla="*/ 28 h 168"/>
                  <a:gd name="T24" fmla="*/ 20 w 87"/>
                  <a:gd name="T25" fmla="*/ 28 h 168"/>
                  <a:gd name="T26" fmla="*/ 20 w 87"/>
                  <a:gd name="T27" fmla="*/ 46 h 168"/>
                  <a:gd name="T28" fmla="*/ 20 w 87"/>
                  <a:gd name="T29" fmla="*/ 77 h 168"/>
                  <a:gd name="T30" fmla="*/ 20 w 87"/>
                  <a:gd name="T31" fmla="*/ 81 h 168"/>
                  <a:gd name="T32" fmla="*/ 20 w 87"/>
                  <a:gd name="T33" fmla="*/ 157 h 168"/>
                  <a:gd name="T34" fmla="*/ 31 w 87"/>
                  <a:gd name="T35" fmla="*/ 168 h 168"/>
                  <a:gd name="T36" fmla="*/ 41 w 87"/>
                  <a:gd name="T37" fmla="*/ 157 h 168"/>
                  <a:gd name="T38" fmla="*/ 41 w 87"/>
                  <a:gd name="T39" fmla="*/ 81 h 168"/>
                  <a:gd name="T40" fmla="*/ 46 w 87"/>
                  <a:gd name="T41" fmla="*/ 81 h 168"/>
                  <a:gd name="T42" fmla="*/ 46 w 87"/>
                  <a:gd name="T43" fmla="*/ 157 h 168"/>
                  <a:gd name="T44" fmla="*/ 56 w 87"/>
                  <a:gd name="T45" fmla="*/ 168 h 168"/>
                  <a:gd name="T46" fmla="*/ 67 w 87"/>
                  <a:gd name="T47" fmla="*/ 157 h 168"/>
                  <a:gd name="T48" fmla="*/ 67 w 87"/>
                  <a:gd name="T49" fmla="*/ 81 h 168"/>
                  <a:gd name="T50" fmla="*/ 67 w 87"/>
                  <a:gd name="T51" fmla="*/ 77 h 168"/>
                  <a:gd name="T52" fmla="*/ 67 w 87"/>
                  <a:gd name="T53" fmla="*/ 46 h 168"/>
                  <a:gd name="T54" fmla="*/ 67 w 87"/>
                  <a:gd name="T55" fmla="*/ 28 h 168"/>
                  <a:gd name="T56" fmla="*/ 71 w 87"/>
                  <a:gd name="T57" fmla="*/ 28 h 168"/>
                  <a:gd name="T58" fmla="*/ 71 w 87"/>
                  <a:gd name="T59" fmla="*/ 44 h 168"/>
                  <a:gd name="T60" fmla="*/ 71 w 87"/>
                  <a:gd name="T61" fmla="*/ 73 h 168"/>
                  <a:gd name="T62" fmla="*/ 79 w 87"/>
                  <a:gd name="T63" fmla="*/ 81 h 168"/>
                  <a:gd name="T64" fmla="*/ 87 w 87"/>
                  <a:gd name="T65" fmla="*/ 73 h 168"/>
                  <a:gd name="T66" fmla="*/ 87 w 87"/>
                  <a:gd name="T67" fmla="*/ 24 h 168"/>
                  <a:gd name="T68" fmla="*/ 87 w 87"/>
                  <a:gd name="T69" fmla="*/ 24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7" h="168">
                    <a:moveTo>
                      <a:pt x="87" y="24"/>
                    </a:moveTo>
                    <a:cubicBezTo>
                      <a:pt x="87" y="11"/>
                      <a:pt x="75" y="0"/>
                      <a:pt x="62" y="0"/>
                    </a:cubicBezTo>
                    <a:cubicBezTo>
                      <a:pt x="37" y="0"/>
                      <a:pt x="37" y="0"/>
                      <a:pt x="37" y="0"/>
                    </a:cubicBezTo>
                    <a:cubicBezTo>
                      <a:pt x="35" y="0"/>
                      <a:pt x="35" y="0"/>
                      <a:pt x="35" y="0"/>
                    </a:cubicBezTo>
                    <a:cubicBezTo>
                      <a:pt x="25" y="0"/>
                      <a:pt x="25" y="0"/>
                      <a:pt x="25" y="0"/>
                    </a:cubicBezTo>
                    <a:cubicBezTo>
                      <a:pt x="12" y="0"/>
                      <a:pt x="0" y="11"/>
                      <a:pt x="0" y="24"/>
                    </a:cubicBezTo>
                    <a:cubicBezTo>
                      <a:pt x="0" y="24"/>
                      <a:pt x="0" y="24"/>
                      <a:pt x="0" y="24"/>
                    </a:cubicBezTo>
                    <a:cubicBezTo>
                      <a:pt x="0" y="73"/>
                      <a:pt x="0" y="73"/>
                      <a:pt x="0" y="73"/>
                    </a:cubicBezTo>
                    <a:cubicBezTo>
                      <a:pt x="0" y="78"/>
                      <a:pt x="4" y="81"/>
                      <a:pt x="8" y="81"/>
                    </a:cubicBezTo>
                    <a:cubicBezTo>
                      <a:pt x="13" y="81"/>
                      <a:pt x="16" y="78"/>
                      <a:pt x="16" y="73"/>
                    </a:cubicBezTo>
                    <a:cubicBezTo>
                      <a:pt x="16" y="44"/>
                      <a:pt x="16" y="44"/>
                      <a:pt x="16" y="44"/>
                    </a:cubicBezTo>
                    <a:cubicBezTo>
                      <a:pt x="16" y="28"/>
                      <a:pt x="16" y="28"/>
                      <a:pt x="16" y="28"/>
                    </a:cubicBezTo>
                    <a:cubicBezTo>
                      <a:pt x="20" y="28"/>
                      <a:pt x="20" y="28"/>
                      <a:pt x="20" y="28"/>
                    </a:cubicBezTo>
                    <a:cubicBezTo>
                      <a:pt x="20" y="46"/>
                      <a:pt x="20" y="46"/>
                      <a:pt x="20" y="46"/>
                    </a:cubicBezTo>
                    <a:cubicBezTo>
                      <a:pt x="20" y="77"/>
                      <a:pt x="20" y="77"/>
                      <a:pt x="20" y="77"/>
                    </a:cubicBezTo>
                    <a:cubicBezTo>
                      <a:pt x="20" y="81"/>
                      <a:pt x="20" y="81"/>
                      <a:pt x="20" y="81"/>
                    </a:cubicBezTo>
                    <a:cubicBezTo>
                      <a:pt x="20" y="157"/>
                      <a:pt x="20" y="157"/>
                      <a:pt x="20" y="157"/>
                    </a:cubicBezTo>
                    <a:cubicBezTo>
                      <a:pt x="20" y="163"/>
                      <a:pt x="25" y="168"/>
                      <a:pt x="31" y="168"/>
                    </a:cubicBezTo>
                    <a:cubicBezTo>
                      <a:pt x="37" y="168"/>
                      <a:pt x="41" y="163"/>
                      <a:pt x="41" y="157"/>
                    </a:cubicBezTo>
                    <a:cubicBezTo>
                      <a:pt x="41" y="81"/>
                      <a:pt x="41" y="81"/>
                      <a:pt x="41" y="81"/>
                    </a:cubicBezTo>
                    <a:cubicBezTo>
                      <a:pt x="46" y="81"/>
                      <a:pt x="46" y="81"/>
                      <a:pt x="46" y="81"/>
                    </a:cubicBezTo>
                    <a:cubicBezTo>
                      <a:pt x="46" y="157"/>
                      <a:pt x="46" y="157"/>
                      <a:pt x="46" y="157"/>
                    </a:cubicBezTo>
                    <a:cubicBezTo>
                      <a:pt x="46" y="163"/>
                      <a:pt x="50" y="168"/>
                      <a:pt x="56" y="168"/>
                    </a:cubicBezTo>
                    <a:cubicBezTo>
                      <a:pt x="62" y="168"/>
                      <a:pt x="67" y="163"/>
                      <a:pt x="67" y="157"/>
                    </a:cubicBezTo>
                    <a:cubicBezTo>
                      <a:pt x="67" y="81"/>
                      <a:pt x="67" y="81"/>
                      <a:pt x="67" y="81"/>
                    </a:cubicBezTo>
                    <a:cubicBezTo>
                      <a:pt x="67" y="77"/>
                      <a:pt x="67" y="77"/>
                      <a:pt x="67" y="77"/>
                    </a:cubicBezTo>
                    <a:cubicBezTo>
                      <a:pt x="67" y="46"/>
                      <a:pt x="67" y="46"/>
                      <a:pt x="67" y="46"/>
                    </a:cubicBezTo>
                    <a:cubicBezTo>
                      <a:pt x="67" y="28"/>
                      <a:pt x="67" y="28"/>
                      <a:pt x="67" y="28"/>
                    </a:cubicBezTo>
                    <a:cubicBezTo>
                      <a:pt x="71" y="28"/>
                      <a:pt x="71" y="28"/>
                      <a:pt x="71" y="28"/>
                    </a:cubicBezTo>
                    <a:cubicBezTo>
                      <a:pt x="71" y="44"/>
                      <a:pt x="71" y="44"/>
                      <a:pt x="71" y="44"/>
                    </a:cubicBezTo>
                    <a:cubicBezTo>
                      <a:pt x="71" y="73"/>
                      <a:pt x="71" y="73"/>
                      <a:pt x="71" y="73"/>
                    </a:cubicBezTo>
                    <a:cubicBezTo>
                      <a:pt x="71" y="78"/>
                      <a:pt x="74" y="81"/>
                      <a:pt x="79" y="81"/>
                    </a:cubicBezTo>
                    <a:cubicBezTo>
                      <a:pt x="83" y="81"/>
                      <a:pt x="87" y="78"/>
                      <a:pt x="87" y="73"/>
                    </a:cubicBezTo>
                    <a:cubicBezTo>
                      <a:pt x="87" y="24"/>
                      <a:pt x="87" y="24"/>
                      <a:pt x="87" y="24"/>
                    </a:cubicBezTo>
                    <a:cubicBezTo>
                      <a:pt x="87" y="24"/>
                      <a:pt x="87" y="24"/>
                      <a:pt x="87"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076" name="Group 1075"/>
            <p:cNvGrpSpPr/>
            <p:nvPr/>
          </p:nvGrpSpPr>
          <p:grpSpPr>
            <a:xfrm flipH="1">
              <a:off x="731439" y="3413432"/>
              <a:ext cx="143904" cy="340574"/>
              <a:chOff x="5505537" y="930389"/>
              <a:chExt cx="333375" cy="788988"/>
            </a:xfrm>
            <a:solidFill>
              <a:schemeClr val="accent1"/>
            </a:solidFill>
          </p:grpSpPr>
          <p:sp>
            <p:nvSpPr>
              <p:cNvPr id="1098" name="Oval 1097"/>
              <p:cNvSpPr>
                <a:spLocks noChangeArrowheads="1"/>
              </p:cNvSpPr>
              <p:nvPr/>
            </p:nvSpPr>
            <p:spPr bwMode="auto">
              <a:xfrm>
                <a:off x="5602373" y="930389"/>
                <a:ext cx="141288" cy="1397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99" name="Freeform 1098"/>
              <p:cNvSpPr>
                <a:spLocks/>
              </p:cNvSpPr>
              <p:nvPr/>
            </p:nvSpPr>
            <p:spPr bwMode="auto">
              <a:xfrm>
                <a:off x="5505537" y="1084378"/>
                <a:ext cx="333375" cy="634999"/>
              </a:xfrm>
              <a:custGeom>
                <a:avLst/>
                <a:gdLst>
                  <a:gd name="T0" fmla="*/ 87 w 87"/>
                  <a:gd name="T1" fmla="*/ 24 h 168"/>
                  <a:gd name="T2" fmla="*/ 62 w 87"/>
                  <a:gd name="T3" fmla="*/ 0 h 168"/>
                  <a:gd name="T4" fmla="*/ 37 w 87"/>
                  <a:gd name="T5" fmla="*/ 0 h 168"/>
                  <a:gd name="T6" fmla="*/ 35 w 87"/>
                  <a:gd name="T7" fmla="*/ 0 h 168"/>
                  <a:gd name="T8" fmla="*/ 25 w 87"/>
                  <a:gd name="T9" fmla="*/ 0 h 168"/>
                  <a:gd name="T10" fmla="*/ 0 w 87"/>
                  <a:gd name="T11" fmla="*/ 24 h 168"/>
                  <a:gd name="T12" fmla="*/ 0 w 87"/>
                  <a:gd name="T13" fmla="*/ 24 h 168"/>
                  <a:gd name="T14" fmla="*/ 0 w 87"/>
                  <a:gd name="T15" fmla="*/ 73 h 168"/>
                  <a:gd name="T16" fmla="*/ 8 w 87"/>
                  <a:gd name="T17" fmla="*/ 81 h 168"/>
                  <a:gd name="T18" fmla="*/ 16 w 87"/>
                  <a:gd name="T19" fmla="*/ 73 h 168"/>
                  <a:gd name="T20" fmla="*/ 16 w 87"/>
                  <a:gd name="T21" fmla="*/ 44 h 168"/>
                  <a:gd name="T22" fmla="*/ 16 w 87"/>
                  <a:gd name="T23" fmla="*/ 28 h 168"/>
                  <a:gd name="T24" fmla="*/ 20 w 87"/>
                  <a:gd name="T25" fmla="*/ 28 h 168"/>
                  <a:gd name="T26" fmla="*/ 20 w 87"/>
                  <a:gd name="T27" fmla="*/ 46 h 168"/>
                  <a:gd name="T28" fmla="*/ 20 w 87"/>
                  <a:gd name="T29" fmla="*/ 77 h 168"/>
                  <a:gd name="T30" fmla="*/ 20 w 87"/>
                  <a:gd name="T31" fmla="*/ 81 h 168"/>
                  <a:gd name="T32" fmla="*/ 20 w 87"/>
                  <a:gd name="T33" fmla="*/ 157 h 168"/>
                  <a:gd name="T34" fmla="*/ 31 w 87"/>
                  <a:gd name="T35" fmla="*/ 168 h 168"/>
                  <a:gd name="T36" fmla="*/ 41 w 87"/>
                  <a:gd name="T37" fmla="*/ 157 h 168"/>
                  <a:gd name="T38" fmla="*/ 41 w 87"/>
                  <a:gd name="T39" fmla="*/ 81 h 168"/>
                  <a:gd name="T40" fmla="*/ 46 w 87"/>
                  <a:gd name="T41" fmla="*/ 81 h 168"/>
                  <a:gd name="T42" fmla="*/ 46 w 87"/>
                  <a:gd name="T43" fmla="*/ 157 h 168"/>
                  <a:gd name="T44" fmla="*/ 56 w 87"/>
                  <a:gd name="T45" fmla="*/ 168 h 168"/>
                  <a:gd name="T46" fmla="*/ 67 w 87"/>
                  <a:gd name="T47" fmla="*/ 157 h 168"/>
                  <a:gd name="T48" fmla="*/ 67 w 87"/>
                  <a:gd name="T49" fmla="*/ 81 h 168"/>
                  <a:gd name="T50" fmla="*/ 67 w 87"/>
                  <a:gd name="T51" fmla="*/ 77 h 168"/>
                  <a:gd name="T52" fmla="*/ 67 w 87"/>
                  <a:gd name="T53" fmla="*/ 46 h 168"/>
                  <a:gd name="T54" fmla="*/ 67 w 87"/>
                  <a:gd name="T55" fmla="*/ 28 h 168"/>
                  <a:gd name="T56" fmla="*/ 71 w 87"/>
                  <a:gd name="T57" fmla="*/ 28 h 168"/>
                  <a:gd name="T58" fmla="*/ 71 w 87"/>
                  <a:gd name="T59" fmla="*/ 44 h 168"/>
                  <a:gd name="T60" fmla="*/ 71 w 87"/>
                  <a:gd name="T61" fmla="*/ 73 h 168"/>
                  <a:gd name="T62" fmla="*/ 79 w 87"/>
                  <a:gd name="T63" fmla="*/ 81 h 168"/>
                  <a:gd name="T64" fmla="*/ 87 w 87"/>
                  <a:gd name="T65" fmla="*/ 73 h 168"/>
                  <a:gd name="T66" fmla="*/ 87 w 87"/>
                  <a:gd name="T67" fmla="*/ 24 h 168"/>
                  <a:gd name="T68" fmla="*/ 87 w 87"/>
                  <a:gd name="T69" fmla="*/ 24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7" h="168">
                    <a:moveTo>
                      <a:pt x="87" y="24"/>
                    </a:moveTo>
                    <a:cubicBezTo>
                      <a:pt x="87" y="11"/>
                      <a:pt x="75" y="0"/>
                      <a:pt x="62" y="0"/>
                    </a:cubicBezTo>
                    <a:cubicBezTo>
                      <a:pt x="37" y="0"/>
                      <a:pt x="37" y="0"/>
                      <a:pt x="37" y="0"/>
                    </a:cubicBezTo>
                    <a:cubicBezTo>
                      <a:pt x="35" y="0"/>
                      <a:pt x="35" y="0"/>
                      <a:pt x="35" y="0"/>
                    </a:cubicBezTo>
                    <a:cubicBezTo>
                      <a:pt x="25" y="0"/>
                      <a:pt x="25" y="0"/>
                      <a:pt x="25" y="0"/>
                    </a:cubicBezTo>
                    <a:cubicBezTo>
                      <a:pt x="12" y="0"/>
                      <a:pt x="0" y="11"/>
                      <a:pt x="0" y="24"/>
                    </a:cubicBezTo>
                    <a:cubicBezTo>
                      <a:pt x="0" y="24"/>
                      <a:pt x="0" y="24"/>
                      <a:pt x="0" y="24"/>
                    </a:cubicBezTo>
                    <a:cubicBezTo>
                      <a:pt x="0" y="73"/>
                      <a:pt x="0" y="73"/>
                      <a:pt x="0" y="73"/>
                    </a:cubicBezTo>
                    <a:cubicBezTo>
                      <a:pt x="0" y="78"/>
                      <a:pt x="4" y="81"/>
                      <a:pt x="8" y="81"/>
                    </a:cubicBezTo>
                    <a:cubicBezTo>
                      <a:pt x="13" y="81"/>
                      <a:pt x="16" y="78"/>
                      <a:pt x="16" y="73"/>
                    </a:cubicBezTo>
                    <a:cubicBezTo>
                      <a:pt x="16" y="44"/>
                      <a:pt x="16" y="44"/>
                      <a:pt x="16" y="44"/>
                    </a:cubicBezTo>
                    <a:cubicBezTo>
                      <a:pt x="16" y="28"/>
                      <a:pt x="16" y="28"/>
                      <a:pt x="16" y="28"/>
                    </a:cubicBezTo>
                    <a:cubicBezTo>
                      <a:pt x="20" y="28"/>
                      <a:pt x="20" y="28"/>
                      <a:pt x="20" y="28"/>
                    </a:cubicBezTo>
                    <a:cubicBezTo>
                      <a:pt x="20" y="46"/>
                      <a:pt x="20" y="46"/>
                      <a:pt x="20" y="46"/>
                    </a:cubicBezTo>
                    <a:cubicBezTo>
                      <a:pt x="20" y="77"/>
                      <a:pt x="20" y="77"/>
                      <a:pt x="20" y="77"/>
                    </a:cubicBezTo>
                    <a:cubicBezTo>
                      <a:pt x="20" y="81"/>
                      <a:pt x="20" y="81"/>
                      <a:pt x="20" y="81"/>
                    </a:cubicBezTo>
                    <a:cubicBezTo>
                      <a:pt x="20" y="157"/>
                      <a:pt x="20" y="157"/>
                      <a:pt x="20" y="157"/>
                    </a:cubicBezTo>
                    <a:cubicBezTo>
                      <a:pt x="20" y="163"/>
                      <a:pt x="25" y="168"/>
                      <a:pt x="31" y="168"/>
                    </a:cubicBezTo>
                    <a:cubicBezTo>
                      <a:pt x="37" y="168"/>
                      <a:pt x="41" y="163"/>
                      <a:pt x="41" y="157"/>
                    </a:cubicBezTo>
                    <a:cubicBezTo>
                      <a:pt x="41" y="81"/>
                      <a:pt x="41" y="81"/>
                      <a:pt x="41" y="81"/>
                    </a:cubicBezTo>
                    <a:cubicBezTo>
                      <a:pt x="46" y="81"/>
                      <a:pt x="46" y="81"/>
                      <a:pt x="46" y="81"/>
                    </a:cubicBezTo>
                    <a:cubicBezTo>
                      <a:pt x="46" y="157"/>
                      <a:pt x="46" y="157"/>
                      <a:pt x="46" y="157"/>
                    </a:cubicBezTo>
                    <a:cubicBezTo>
                      <a:pt x="46" y="163"/>
                      <a:pt x="50" y="168"/>
                      <a:pt x="56" y="168"/>
                    </a:cubicBezTo>
                    <a:cubicBezTo>
                      <a:pt x="62" y="168"/>
                      <a:pt x="67" y="163"/>
                      <a:pt x="67" y="157"/>
                    </a:cubicBezTo>
                    <a:cubicBezTo>
                      <a:pt x="67" y="81"/>
                      <a:pt x="67" y="81"/>
                      <a:pt x="67" y="81"/>
                    </a:cubicBezTo>
                    <a:cubicBezTo>
                      <a:pt x="67" y="77"/>
                      <a:pt x="67" y="77"/>
                      <a:pt x="67" y="77"/>
                    </a:cubicBezTo>
                    <a:cubicBezTo>
                      <a:pt x="67" y="46"/>
                      <a:pt x="67" y="46"/>
                      <a:pt x="67" y="46"/>
                    </a:cubicBezTo>
                    <a:cubicBezTo>
                      <a:pt x="67" y="28"/>
                      <a:pt x="67" y="28"/>
                      <a:pt x="67" y="28"/>
                    </a:cubicBezTo>
                    <a:cubicBezTo>
                      <a:pt x="71" y="28"/>
                      <a:pt x="71" y="28"/>
                      <a:pt x="71" y="28"/>
                    </a:cubicBezTo>
                    <a:cubicBezTo>
                      <a:pt x="71" y="44"/>
                      <a:pt x="71" y="44"/>
                      <a:pt x="71" y="44"/>
                    </a:cubicBezTo>
                    <a:cubicBezTo>
                      <a:pt x="71" y="73"/>
                      <a:pt x="71" y="73"/>
                      <a:pt x="71" y="73"/>
                    </a:cubicBezTo>
                    <a:cubicBezTo>
                      <a:pt x="71" y="78"/>
                      <a:pt x="74" y="81"/>
                      <a:pt x="79" y="81"/>
                    </a:cubicBezTo>
                    <a:cubicBezTo>
                      <a:pt x="83" y="81"/>
                      <a:pt x="87" y="78"/>
                      <a:pt x="87" y="73"/>
                    </a:cubicBezTo>
                    <a:cubicBezTo>
                      <a:pt x="87" y="24"/>
                      <a:pt x="87" y="24"/>
                      <a:pt x="87" y="24"/>
                    </a:cubicBezTo>
                    <a:cubicBezTo>
                      <a:pt x="87" y="24"/>
                      <a:pt x="87" y="24"/>
                      <a:pt x="87"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077" name="Group 1076"/>
            <p:cNvGrpSpPr/>
            <p:nvPr/>
          </p:nvGrpSpPr>
          <p:grpSpPr>
            <a:xfrm flipH="1">
              <a:off x="897612" y="3413432"/>
              <a:ext cx="143904" cy="340574"/>
              <a:chOff x="5505537" y="930389"/>
              <a:chExt cx="333375" cy="788988"/>
            </a:xfrm>
            <a:solidFill>
              <a:schemeClr val="accent1"/>
            </a:solidFill>
          </p:grpSpPr>
          <p:sp>
            <p:nvSpPr>
              <p:cNvPr id="1096" name="Oval 27"/>
              <p:cNvSpPr>
                <a:spLocks noChangeArrowheads="1"/>
              </p:cNvSpPr>
              <p:nvPr/>
            </p:nvSpPr>
            <p:spPr bwMode="auto">
              <a:xfrm>
                <a:off x="5602373" y="930389"/>
                <a:ext cx="141288" cy="1397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97" name="Freeform 28"/>
              <p:cNvSpPr>
                <a:spLocks/>
              </p:cNvSpPr>
              <p:nvPr/>
            </p:nvSpPr>
            <p:spPr bwMode="auto">
              <a:xfrm>
                <a:off x="5505537" y="1084378"/>
                <a:ext cx="333375" cy="634999"/>
              </a:xfrm>
              <a:custGeom>
                <a:avLst/>
                <a:gdLst>
                  <a:gd name="T0" fmla="*/ 87 w 87"/>
                  <a:gd name="T1" fmla="*/ 24 h 168"/>
                  <a:gd name="T2" fmla="*/ 62 w 87"/>
                  <a:gd name="T3" fmla="*/ 0 h 168"/>
                  <a:gd name="T4" fmla="*/ 37 w 87"/>
                  <a:gd name="T5" fmla="*/ 0 h 168"/>
                  <a:gd name="T6" fmla="*/ 35 w 87"/>
                  <a:gd name="T7" fmla="*/ 0 h 168"/>
                  <a:gd name="T8" fmla="*/ 25 w 87"/>
                  <a:gd name="T9" fmla="*/ 0 h 168"/>
                  <a:gd name="T10" fmla="*/ 0 w 87"/>
                  <a:gd name="T11" fmla="*/ 24 h 168"/>
                  <a:gd name="T12" fmla="*/ 0 w 87"/>
                  <a:gd name="T13" fmla="*/ 24 h 168"/>
                  <a:gd name="T14" fmla="*/ 0 w 87"/>
                  <a:gd name="T15" fmla="*/ 73 h 168"/>
                  <a:gd name="T16" fmla="*/ 8 w 87"/>
                  <a:gd name="T17" fmla="*/ 81 h 168"/>
                  <a:gd name="T18" fmla="*/ 16 w 87"/>
                  <a:gd name="T19" fmla="*/ 73 h 168"/>
                  <a:gd name="T20" fmla="*/ 16 w 87"/>
                  <a:gd name="T21" fmla="*/ 44 h 168"/>
                  <a:gd name="T22" fmla="*/ 16 w 87"/>
                  <a:gd name="T23" fmla="*/ 28 h 168"/>
                  <a:gd name="T24" fmla="*/ 20 w 87"/>
                  <a:gd name="T25" fmla="*/ 28 h 168"/>
                  <a:gd name="T26" fmla="*/ 20 w 87"/>
                  <a:gd name="T27" fmla="*/ 46 h 168"/>
                  <a:gd name="T28" fmla="*/ 20 w 87"/>
                  <a:gd name="T29" fmla="*/ 77 h 168"/>
                  <a:gd name="T30" fmla="*/ 20 w 87"/>
                  <a:gd name="T31" fmla="*/ 81 h 168"/>
                  <a:gd name="T32" fmla="*/ 20 w 87"/>
                  <a:gd name="T33" fmla="*/ 157 h 168"/>
                  <a:gd name="T34" fmla="*/ 31 w 87"/>
                  <a:gd name="T35" fmla="*/ 168 h 168"/>
                  <a:gd name="T36" fmla="*/ 41 w 87"/>
                  <a:gd name="T37" fmla="*/ 157 h 168"/>
                  <a:gd name="T38" fmla="*/ 41 w 87"/>
                  <a:gd name="T39" fmla="*/ 81 h 168"/>
                  <a:gd name="T40" fmla="*/ 46 w 87"/>
                  <a:gd name="T41" fmla="*/ 81 h 168"/>
                  <a:gd name="T42" fmla="*/ 46 w 87"/>
                  <a:gd name="T43" fmla="*/ 157 h 168"/>
                  <a:gd name="T44" fmla="*/ 56 w 87"/>
                  <a:gd name="T45" fmla="*/ 168 h 168"/>
                  <a:gd name="T46" fmla="*/ 67 w 87"/>
                  <a:gd name="T47" fmla="*/ 157 h 168"/>
                  <a:gd name="T48" fmla="*/ 67 w 87"/>
                  <a:gd name="T49" fmla="*/ 81 h 168"/>
                  <a:gd name="T50" fmla="*/ 67 w 87"/>
                  <a:gd name="T51" fmla="*/ 77 h 168"/>
                  <a:gd name="T52" fmla="*/ 67 w 87"/>
                  <a:gd name="T53" fmla="*/ 46 h 168"/>
                  <a:gd name="T54" fmla="*/ 67 w 87"/>
                  <a:gd name="T55" fmla="*/ 28 h 168"/>
                  <a:gd name="T56" fmla="*/ 71 w 87"/>
                  <a:gd name="T57" fmla="*/ 28 h 168"/>
                  <a:gd name="T58" fmla="*/ 71 w 87"/>
                  <a:gd name="T59" fmla="*/ 44 h 168"/>
                  <a:gd name="T60" fmla="*/ 71 w 87"/>
                  <a:gd name="T61" fmla="*/ 73 h 168"/>
                  <a:gd name="T62" fmla="*/ 79 w 87"/>
                  <a:gd name="T63" fmla="*/ 81 h 168"/>
                  <a:gd name="T64" fmla="*/ 87 w 87"/>
                  <a:gd name="T65" fmla="*/ 73 h 168"/>
                  <a:gd name="T66" fmla="*/ 87 w 87"/>
                  <a:gd name="T67" fmla="*/ 24 h 168"/>
                  <a:gd name="T68" fmla="*/ 87 w 87"/>
                  <a:gd name="T69" fmla="*/ 24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7" h="168">
                    <a:moveTo>
                      <a:pt x="87" y="24"/>
                    </a:moveTo>
                    <a:cubicBezTo>
                      <a:pt x="87" y="11"/>
                      <a:pt x="75" y="0"/>
                      <a:pt x="62" y="0"/>
                    </a:cubicBezTo>
                    <a:cubicBezTo>
                      <a:pt x="37" y="0"/>
                      <a:pt x="37" y="0"/>
                      <a:pt x="37" y="0"/>
                    </a:cubicBezTo>
                    <a:cubicBezTo>
                      <a:pt x="35" y="0"/>
                      <a:pt x="35" y="0"/>
                      <a:pt x="35" y="0"/>
                    </a:cubicBezTo>
                    <a:cubicBezTo>
                      <a:pt x="25" y="0"/>
                      <a:pt x="25" y="0"/>
                      <a:pt x="25" y="0"/>
                    </a:cubicBezTo>
                    <a:cubicBezTo>
                      <a:pt x="12" y="0"/>
                      <a:pt x="0" y="11"/>
                      <a:pt x="0" y="24"/>
                    </a:cubicBezTo>
                    <a:cubicBezTo>
                      <a:pt x="0" y="24"/>
                      <a:pt x="0" y="24"/>
                      <a:pt x="0" y="24"/>
                    </a:cubicBezTo>
                    <a:cubicBezTo>
                      <a:pt x="0" y="73"/>
                      <a:pt x="0" y="73"/>
                      <a:pt x="0" y="73"/>
                    </a:cubicBezTo>
                    <a:cubicBezTo>
                      <a:pt x="0" y="78"/>
                      <a:pt x="4" y="81"/>
                      <a:pt x="8" y="81"/>
                    </a:cubicBezTo>
                    <a:cubicBezTo>
                      <a:pt x="13" y="81"/>
                      <a:pt x="16" y="78"/>
                      <a:pt x="16" y="73"/>
                    </a:cubicBezTo>
                    <a:cubicBezTo>
                      <a:pt x="16" y="44"/>
                      <a:pt x="16" y="44"/>
                      <a:pt x="16" y="44"/>
                    </a:cubicBezTo>
                    <a:cubicBezTo>
                      <a:pt x="16" y="28"/>
                      <a:pt x="16" y="28"/>
                      <a:pt x="16" y="28"/>
                    </a:cubicBezTo>
                    <a:cubicBezTo>
                      <a:pt x="20" y="28"/>
                      <a:pt x="20" y="28"/>
                      <a:pt x="20" y="28"/>
                    </a:cubicBezTo>
                    <a:cubicBezTo>
                      <a:pt x="20" y="46"/>
                      <a:pt x="20" y="46"/>
                      <a:pt x="20" y="46"/>
                    </a:cubicBezTo>
                    <a:cubicBezTo>
                      <a:pt x="20" y="77"/>
                      <a:pt x="20" y="77"/>
                      <a:pt x="20" y="77"/>
                    </a:cubicBezTo>
                    <a:cubicBezTo>
                      <a:pt x="20" y="81"/>
                      <a:pt x="20" y="81"/>
                      <a:pt x="20" y="81"/>
                    </a:cubicBezTo>
                    <a:cubicBezTo>
                      <a:pt x="20" y="157"/>
                      <a:pt x="20" y="157"/>
                      <a:pt x="20" y="157"/>
                    </a:cubicBezTo>
                    <a:cubicBezTo>
                      <a:pt x="20" y="163"/>
                      <a:pt x="25" y="168"/>
                      <a:pt x="31" y="168"/>
                    </a:cubicBezTo>
                    <a:cubicBezTo>
                      <a:pt x="37" y="168"/>
                      <a:pt x="41" y="163"/>
                      <a:pt x="41" y="157"/>
                    </a:cubicBezTo>
                    <a:cubicBezTo>
                      <a:pt x="41" y="81"/>
                      <a:pt x="41" y="81"/>
                      <a:pt x="41" y="81"/>
                    </a:cubicBezTo>
                    <a:cubicBezTo>
                      <a:pt x="46" y="81"/>
                      <a:pt x="46" y="81"/>
                      <a:pt x="46" y="81"/>
                    </a:cubicBezTo>
                    <a:cubicBezTo>
                      <a:pt x="46" y="157"/>
                      <a:pt x="46" y="157"/>
                      <a:pt x="46" y="157"/>
                    </a:cubicBezTo>
                    <a:cubicBezTo>
                      <a:pt x="46" y="163"/>
                      <a:pt x="50" y="168"/>
                      <a:pt x="56" y="168"/>
                    </a:cubicBezTo>
                    <a:cubicBezTo>
                      <a:pt x="62" y="168"/>
                      <a:pt x="67" y="163"/>
                      <a:pt x="67" y="157"/>
                    </a:cubicBezTo>
                    <a:cubicBezTo>
                      <a:pt x="67" y="81"/>
                      <a:pt x="67" y="81"/>
                      <a:pt x="67" y="81"/>
                    </a:cubicBezTo>
                    <a:cubicBezTo>
                      <a:pt x="67" y="77"/>
                      <a:pt x="67" y="77"/>
                      <a:pt x="67" y="77"/>
                    </a:cubicBezTo>
                    <a:cubicBezTo>
                      <a:pt x="67" y="46"/>
                      <a:pt x="67" y="46"/>
                      <a:pt x="67" y="46"/>
                    </a:cubicBezTo>
                    <a:cubicBezTo>
                      <a:pt x="67" y="28"/>
                      <a:pt x="67" y="28"/>
                      <a:pt x="67" y="28"/>
                    </a:cubicBezTo>
                    <a:cubicBezTo>
                      <a:pt x="71" y="28"/>
                      <a:pt x="71" y="28"/>
                      <a:pt x="71" y="28"/>
                    </a:cubicBezTo>
                    <a:cubicBezTo>
                      <a:pt x="71" y="44"/>
                      <a:pt x="71" y="44"/>
                      <a:pt x="71" y="44"/>
                    </a:cubicBezTo>
                    <a:cubicBezTo>
                      <a:pt x="71" y="73"/>
                      <a:pt x="71" y="73"/>
                      <a:pt x="71" y="73"/>
                    </a:cubicBezTo>
                    <a:cubicBezTo>
                      <a:pt x="71" y="78"/>
                      <a:pt x="74" y="81"/>
                      <a:pt x="79" y="81"/>
                    </a:cubicBezTo>
                    <a:cubicBezTo>
                      <a:pt x="83" y="81"/>
                      <a:pt x="87" y="78"/>
                      <a:pt x="87" y="73"/>
                    </a:cubicBezTo>
                    <a:cubicBezTo>
                      <a:pt x="87" y="24"/>
                      <a:pt x="87" y="24"/>
                      <a:pt x="87" y="24"/>
                    </a:cubicBezTo>
                    <a:cubicBezTo>
                      <a:pt x="87" y="24"/>
                      <a:pt x="87" y="24"/>
                      <a:pt x="87"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078" name="Group 1077"/>
            <p:cNvGrpSpPr/>
            <p:nvPr/>
          </p:nvGrpSpPr>
          <p:grpSpPr>
            <a:xfrm flipH="1">
              <a:off x="1066717" y="3413432"/>
              <a:ext cx="143904" cy="340574"/>
              <a:chOff x="5505537" y="930389"/>
              <a:chExt cx="333375" cy="788988"/>
            </a:xfrm>
            <a:solidFill>
              <a:schemeClr val="accent1"/>
            </a:solidFill>
          </p:grpSpPr>
          <p:sp>
            <p:nvSpPr>
              <p:cNvPr id="1094" name="Oval 27"/>
              <p:cNvSpPr>
                <a:spLocks noChangeArrowheads="1"/>
              </p:cNvSpPr>
              <p:nvPr/>
            </p:nvSpPr>
            <p:spPr bwMode="auto">
              <a:xfrm>
                <a:off x="5602373" y="930389"/>
                <a:ext cx="141288" cy="1397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95" name="Freeform 28"/>
              <p:cNvSpPr>
                <a:spLocks/>
              </p:cNvSpPr>
              <p:nvPr/>
            </p:nvSpPr>
            <p:spPr bwMode="auto">
              <a:xfrm>
                <a:off x="5505537" y="1084378"/>
                <a:ext cx="333375" cy="634999"/>
              </a:xfrm>
              <a:custGeom>
                <a:avLst/>
                <a:gdLst>
                  <a:gd name="T0" fmla="*/ 87 w 87"/>
                  <a:gd name="T1" fmla="*/ 24 h 168"/>
                  <a:gd name="T2" fmla="*/ 62 w 87"/>
                  <a:gd name="T3" fmla="*/ 0 h 168"/>
                  <a:gd name="T4" fmla="*/ 37 w 87"/>
                  <a:gd name="T5" fmla="*/ 0 h 168"/>
                  <a:gd name="T6" fmla="*/ 35 w 87"/>
                  <a:gd name="T7" fmla="*/ 0 h 168"/>
                  <a:gd name="T8" fmla="*/ 25 w 87"/>
                  <a:gd name="T9" fmla="*/ 0 h 168"/>
                  <a:gd name="T10" fmla="*/ 0 w 87"/>
                  <a:gd name="T11" fmla="*/ 24 h 168"/>
                  <a:gd name="T12" fmla="*/ 0 w 87"/>
                  <a:gd name="T13" fmla="*/ 24 h 168"/>
                  <a:gd name="T14" fmla="*/ 0 w 87"/>
                  <a:gd name="T15" fmla="*/ 73 h 168"/>
                  <a:gd name="T16" fmla="*/ 8 w 87"/>
                  <a:gd name="T17" fmla="*/ 81 h 168"/>
                  <a:gd name="T18" fmla="*/ 16 w 87"/>
                  <a:gd name="T19" fmla="*/ 73 h 168"/>
                  <a:gd name="T20" fmla="*/ 16 w 87"/>
                  <a:gd name="T21" fmla="*/ 44 h 168"/>
                  <a:gd name="T22" fmla="*/ 16 w 87"/>
                  <a:gd name="T23" fmla="*/ 28 h 168"/>
                  <a:gd name="T24" fmla="*/ 20 w 87"/>
                  <a:gd name="T25" fmla="*/ 28 h 168"/>
                  <a:gd name="T26" fmla="*/ 20 w 87"/>
                  <a:gd name="T27" fmla="*/ 46 h 168"/>
                  <a:gd name="T28" fmla="*/ 20 w 87"/>
                  <a:gd name="T29" fmla="*/ 77 h 168"/>
                  <a:gd name="T30" fmla="*/ 20 w 87"/>
                  <a:gd name="T31" fmla="*/ 81 h 168"/>
                  <a:gd name="T32" fmla="*/ 20 w 87"/>
                  <a:gd name="T33" fmla="*/ 157 h 168"/>
                  <a:gd name="T34" fmla="*/ 31 w 87"/>
                  <a:gd name="T35" fmla="*/ 168 h 168"/>
                  <a:gd name="T36" fmla="*/ 41 w 87"/>
                  <a:gd name="T37" fmla="*/ 157 h 168"/>
                  <a:gd name="T38" fmla="*/ 41 w 87"/>
                  <a:gd name="T39" fmla="*/ 81 h 168"/>
                  <a:gd name="T40" fmla="*/ 46 w 87"/>
                  <a:gd name="T41" fmla="*/ 81 h 168"/>
                  <a:gd name="T42" fmla="*/ 46 w 87"/>
                  <a:gd name="T43" fmla="*/ 157 h 168"/>
                  <a:gd name="T44" fmla="*/ 56 w 87"/>
                  <a:gd name="T45" fmla="*/ 168 h 168"/>
                  <a:gd name="T46" fmla="*/ 67 w 87"/>
                  <a:gd name="T47" fmla="*/ 157 h 168"/>
                  <a:gd name="T48" fmla="*/ 67 w 87"/>
                  <a:gd name="T49" fmla="*/ 81 h 168"/>
                  <a:gd name="T50" fmla="*/ 67 w 87"/>
                  <a:gd name="T51" fmla="*/ 77 h 168"/>
                  <a:gd name="T52" fmla="*/ 67 w 87"/>
                  <a:gd name="T53" fmla="*/ 46 h 168"/>
                  <a:gd name="T54" fmla="*/ 67 w 87"/>
                  <a:gd name="T55" fmla="*/ 28 h 168"/>
                  <a:gd name="T56" fmla="*/ 71 w 87"/>
                  <a:gd name="T57" fmla="*/ 28 h 168"/>
                  <a:gd name="T58" fmla="*/ 71 w 87"/>
                  <a:gd name="T59" fmla="*/ 44 h 168"/>
                  <a:gd name="T60" fmla="*/ 71 w 87"/>
                  <a:gd name="T61" fmla="*/ 73 h 168"/>
                  <a:gd name="T62" fmla="*/ 79 w 87"/>
                  <a:gd name="T63" fmla="*/ 81 h 168"/>
                  <a:gd name="T64" fmla="*/ 87 w 87"/>
                  <a:gd name="T65" fmla="*/ 73 h 168"/>
                  <a:gd name="T66" fmla="*/ 87 w 87"/>
                  <a:gd name="T67" fmla="*/ 24 h 168"/>
                  <a:gd name="T68" fmla="*/ 87 w 87"/>
                  <a:gd name="T69" fmla="*/ 24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7" h="168">
                    <a:moveTo>
                      <a:pt x="87" y="24"/>
                    </a:moveTo>
                    <a:cubicBezTo>
                      <a:pt x="87" y="11"/>
                      <a:pt x="75" y="0"/>
                      <a:pt x="62" y="0"/>
                    </a:cubicBezTo>
                    <a:cubicBezTo>
                      <a:pt x="37" y="0"/>
                      <a:pt x="37" y="0"/>
                      <a:pt x="37" y="0"/>
                    </a:cubicBezTo>
                    <a:cubicBezTo>
                      <a:pt x="35" y="0"/>
                      <a:pt x="35" y="0"/>
                      <a:pt x="35" y="0"/>
                    </a:cubicBezTo>
                    <a:cubicBezTo>
                      <a:pt x="25" y="0"/>
                      <a:pt x="25" y="0"/>
                      <a:pt x="25" y="0"/>
                    </a:cubicBezTo>
                    <a:cubicBezTo>
                      <a:pt x="12" y="0"/>
                      <a:pt x="0" y="11"/>
                      <a:pt x="0" y="24"/>
                    </a:cubicBezTo>
                    <a:cubicBezTo>
                      <a:pt x="0" y="24"/>
                      <a:pt x="0" y="24"/>
                      <a:pt x="0" y="24"/>
                    </a:cubicBezTo>
                    <a:cubicBezTo>
                      <a:pt x="0" y="73"/>
                      <a:pt x="0" y="73"/>
                      <a:pt x="0" y="73"/>
                    </a:cubicBezTo>
                    <a:cubicBezTo>
                      <a:pt x="0" y="78"/>
                      <a:pt x="4" y="81"/>
                      <a:pt x="8" y="81"/>
                    </a:cubicBezTo>
                    <a:cubicBezTo>
                      <a:pt x="13" y="81"/>
                      <a:pt x="16" y="78"/>
                      <a:pt x="16" y="73"/>
                    </a:cubicBezTo>
                    <a:cubicBezTo>
                      <a:pt x="16" y="44"/>
                      <a:pt x="16" y="44"/>
                      <a:pt x="16" y="44"/>
                    </a:cubicBezTo>
                    <a:cubicBezTo>
                      <a:pt x="16" y="28"/>
                      <a:pt x="16" y="28"/>
                      <a:pt x="16" y="28"/>
                    </a:cubicBezTo>
                    <a:cubicBezTo>
                      <a:pt x="20" y="28"/>
                      <a:pt x="20" y="28"/>
                      <a:pt x="20" y="28"/>
                    </a:cubicBezTo>
                    <a:cubicBezTo>
                      <a:pt x="20" y="46"/>
                      <a:pt x="20" y="46"/>
                      <a:pt x="20" y="46"/>
                    </a:cubicBezTo>
                    <a:cubicBezTo>
                      <a:pt x="20" y="77"/>
                      <a:pt x="20" y="77"/>
                      <a:pt x="20" y="77"/>
                    </a:cubicBezTo>
                    <a:cubicBezTo>
                      <a:pt x="20" y="81"/>
                      <a:pt x="20" y="81"/>
                      <a:pt x="20" y="81"/>
                    </a:cubicBezTo>
                    <a:cubicBezTo>
                      <a:pt x="20" y="157"/>
                      <a:pt x="20" y="157"/>
                      <a:pt x="20" y="157"/>
                    </a:cubicBezTo>
                    <a:cubicBezTo>
                      <a:pt x="20" y="163"/>
                      <a:pt x="25" y="168"/>
                      <a:pt x="31" y="168"/>
                    </a:cubicBezTo>
                    <a:cubicBezTo>
                      <a:pt x="37" y="168"/>
                      <a:pt x="41" y="163"/>
                      <a:pt x="41" y="157"/>
                    </a:cubicBezTo>
                    <a:cubicBezTo>
                      <a:pt x="41" y="81"/>
                      <a:pt x="41" y="81"/>
                      <a:pt x="41" y="81"/>
                    </a:cubicBezTo>
                    <a:cubicBezTo>
                      <a:pt x="46" y="81"/>
                      <a:pt x="46" y="81"/>
                      <a:pt x="46" y="81"/>
                    </a:cubicBezTo>
                    <a:cubicBezTo>
                      <a:pt x="46" y="157"/>
                      <a:pt x="46" y="157"/>
                      <a:pt x="46" y="157"/>
                    </a:cubicBezTo>
                    <a:cubicBezTo>
                      <a:pt x="46" y="163"/>
                      <a:pt x="50" y="168"/>
                      <a:pt x="56" y="168"/>
                    </a:cubicBezTo>
                    <a:cubicBezTo>
                      <a:pt x="62" y="168"/>
                      <a:pt x="67" y="163"/>
                      <a:pt x="67" y="157"/>
                    </a:cubicBezTo>
                    <a:cubicBezTo>
                      <a:pt x="67" y="81"/>
                      <a:pt x="67" y="81"/>
                      <a:pt x="67" y="81"/>
                    </a:cubicBezTo>
                    <a:cubicBezTo>
                      <a:pt x="67" y="77"/>
                      <a:pt x="67" y="77"/>
                      <a:pt x="67" y="77"/>
                    </a:cubicBezTo>
                    <a:cubicBezTo>
                      <a:pt x="67" y="46"/>
                      <a:pt x="67" y="46"/>
                      <a:pt x="67" y="46"/>
                    </a:cubicBezTo>
                    <a:cubicBezTo>
                      <a:pt x="67" y="28"/>
                      <a:pt x="67" y="28"/>
                      <a:pt x="67" y="28"/>
                    </a:cubicBezTo>
                    <a:cubicBezTo>
                      <a:pt x="71" y="28"/>
                      <a:pt x="71" y="28"/>
                      <a:pt x="71" y="28"/>
                    </a:cubicBezTo>
                    <a:cubicBezTo>
                      <a:pt x="71" y="44"/>
                      <a:pt x="71" y="44"/>
                      <a:pt x="71" y="44"/>
                    </a:cubicBezTo>
                    <a:cubicBezTo>
                      <a:pt x="71" y="73"/>
                      <a:pt x="71" y="73"/>
                      <a:pt x="71" y="73"/>
                    </a:cubicBezTo>
                    <a:cubicBezTo>
                      <a:pt x="71" y="78"/>
                      <a:pt x="74" y="81"/>
                      <a:pt x="79" y="81"/>
                    </a:cubicBezTo>
                    <a:cubicBezTo>
                      <a:pt x="83" y="81"/>
                      <a:pt x="87" y="78"/>
                      <a:pt x="87" y="73"/>
                    </a:cubicBezTo>
                    <a:cubicBezTo>
                      <a:pt x="87" y="24"/>
                      <a:pt x="87" y="24"/>
                      <a:pt x="87" y="24"/>
                    </a:cubicBezTo>
                    <a:cubicBezTo>
                      <a:pt x="87" y="24"/>
                      <a:pt x="87" y="24"/>
                      <a:pt x="87"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079" name="Group 1078"/>
            <p:cNvGrpSpPr/>
            <p:nvPr/>
          </p:nvGrpSpPr>
          <p:grpSpPr>
            <a:xfrm flipH="1">
              <a:off x="1232889" y="3413432"/>
              <a:ext cx="143904" cy="340574"/>
              <a:chOff x="5505537" y="930389"/>
              <a:chExt cx="333375" cy="788988"/>
            </a:xfrm>
            <a:solidFill>
              <a:schemeClr val="accent1"/>
            </a:solidFill>
          </p:grpSpPr>
          <p:sp>
            <p:nvSpPr>
              <p:cNvPr id="1092" name="Oval 27"/>
              <p:cNvSpPr>
                <a:spLocks noChangeArrowheads="1"/>
              </p:cNvSpPr>
              <p:nvPr/>
            </p:nvSpPr>
            <p:spPr bwMode="auto">
              <a:xfrm>
                <a:off x="5602373" y="930389"/>
                <a:ext cx="141288" cy="1397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93" name="Freeform 28"/>
              <p:cNvSpPr>
                <a:spLocks/>
              </p:cNvSpPr>
              <p:nvPr/>
            </p:nvSpPr>
            <p:spPr bwMode="auto">
              <a:xfrm>
                <a:off x="5505537" y="1084378"/>
                <a:ext cx="333375" cy="634999"/>
              </a:xfrm>
              <a:custGeom>
                <a:avLst/>
                <a:gdLst>
                  <a:gd name="T0" fmla="*/ 87 w 87"/>
                  <a:gd name="T1" fmla="*/ 24 h 168"/>
                  <a:gd name="T2" fmla="*/ 62 w 87"/>
                  <a:gd name="T3" fmla="*/ 0 h 168"/>
                  <a:gd name="T4" fmla="*/ 37 w 87"/>
                  <a:gd name="T5" fmla="*/ 0 h 168"/>
                  <a:gd name="T6" fmla="*/ 35 w 87"/>
                  <a:gd name="T7" fmla="*/ 0 h 168"/>
                  <a:gd name="T8" fmla="*/ 25 w 87"/>
                  <a:gd name="T9" fmla="*/ 0 h 168"/>
                  <a:gd name="T10" fmla="*/ 0 w 87"/>
                  <a:gd name="T11" fmla="*/ 24 h 168"/>
                  <a:gd name="T12" fmla="*/ 0 w 87"/>
                  <a:gd name="T13" fmla="*/ 24 h 168"/>
                  <a:gd name="T14" fmla="*/ 0 w 87"/>
                  <a:gd name="T15" fmla="*/ 73 h 168"/>
                  <a:gd name="T16" fmla="*/ 8 w 87"/>
                  <a:gd name="T17" fmla="*/ 81 h 168"/>
                  <a:gd name="T18" fmla="*/ 16 w 87"/>
                  <a:gd name="T19" fmla="*/ 73 h 168"/>
                  <a:gd name="T20" fmla="*/ 16 w 87"/>
                  <a:gd name="T21" fmla="*/ 44 h 168"/>
                  <a:gd name="T22" fmla="*/ 16 w 87"/>
                  <a:gd name="T23" fmla="*/ 28 h 168"/>
                  <a:gd name="T24" fmla="*/ 20 w 87"/>
                  <a:gd name="T25" fmla="*/ 28 h 168"/>
                  <a:gd name="T26" fmla="*/ 20 w 87"/>
                  <a:gd name="T27" fmla="*/ 46 h 168"/>
                  <a:gd name="T28" fmla="*/ 20 w 87"/>
                  <a:gd name="T29" fmla="*/ 77 h 168"/>
                  <a:gd name="T30" fmla="*/ 20 w 87"/>
                  <a:gd name="T31" fmla="*/ 81 h 168"/>
                  <a:gd name="T32" fmla="*/ 20 w 87"/>
                  <a:gd name="T33" fmla="*/ 157 h 168"/>
                  <a:gd name="T34" fmla="*/ 31 w 87"/>
                  <a:gd name="T35" fmla="*/ 168 h 168"/>
                  <a:gd name="T36" fmla="*/ 41 w 87"/>
                  <a:gd name="T37" fmla="*/ 157 h 168"/>
                  <a:gd name="T38" fmla="*/ 41 w 87"/>
                  <a:gd name="T39" fmla="*/ 81 h 168"/>
                  <a:gd name="T40" fmla="*/ 46 w 87"/>
                  <a:gd name="T41" fmla="*/ 81 h 168"/>
                  <a:gd name="T42" fmla="*/ 46 w 87"/>
                  <a:gd name="T43" fmla="*/ 157 h 168"/>
                  <a:gd name="T44" fmla="*/ 56 w 87"/>
                  <a:gd name="T45" fmla="*/ 168 h 168"/>
                  <a:gd name="T46" fmla="*/ 67 w 87"/>
                  <a:gd name="T47" fmla="*/ 157 h 168"/>
                  <a:gd name="T48" fmla="*/ 67 w 87"/>
                  <a:gd name="T49" fmla="*/ 81 h 168"/>
                  <a:gd name="T50" fmla="*/ 67 w 87"/>
                  <a:gd name="T51" fmla="*/ 77 h 168"/>
                  <a:gd name="T52" fmla="*/ 67 w 87"/>
                  <a:gd name="T53" fmla="*/ 46 h 168"/>
                  <a:gd name="T54" fmla="*/ 67 w 87"/>
                  <a:gd name="T55" fmla="*/ 28 h 168"/>
                  <a:gd name="T56" fmla="*/ 71 w 87"/>
                  <a:gd name="T57" fmla="*/ 28 h 168"/>
                  <a:gd name="T58" fmla="*/ 71 w 87"/>
                  <a:gd name="T59" fmla="*/ 44 h 168"/>
                  <a:gd name="T60" fmla="*/ 71 w 87"/>
                  <a:gd name="T61" fmla="*/ 73 h 168"/>
                  <a:gd name="T62" fmla="*/ 79 w 87"/>
                  <a:gd name="T63" fmla="*/ 81 h 168"/>
                  <a:gd name="T64" fmla="*/ 87 w 87"/>
                  <a:gd name="T65" fmla="*/ 73 h 168"/>
                  <a:gd name="T66" fmla="*/ 87 w 87"/>
                  <a:gd name="T67" fmla="*/ 24 h 168"/>
                  <a:gd name="T68" fmla="*/ 87 w 87"/>
                  <a:gd name="T69" fmla="*/ 24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7" h="168">
                    <a:moveTo>
                      <a:pt x="87" y="24"/>
                    </a:moveTo>
                    <a:cubicBezTo>
                      <a:pt x="87" y="11"/>
                      <a:pt x="75" y="0"/>
                      <a:pt x="62" y="0"/>
                    </a:cubicBezTo>
                    <a:cubicBezTo>
                      <a:pt x="37" y="0"/>
                      <a:pt x="37" y="0"/>
                      <a:pt x="37" y="0"/>
                    </a:cubicBezTo>
                    <a:cubicBezTo>
                      <a:pt x="35" y="0"/>
                      <a:pt x="35" y="0"/>
                      <a:pt x="35" y="0"/>
                    </a:cubicBezTo>
                    <a:cubicBezTo>
                      <a:pt x="25" y="0"/>
                      <a:pt x="25" y="0"/>
                      <a:pt x="25" y="0"/>
                    </a:cubicBezTo>
                    <a:cubicBezTo>
                      <a:pt x="12" y="0"/>
                      <a:pt x="0" y="11"/>
                      <a:pt x="0" y="24"/>
                    </a:cubicBezTo>
                    <a:cubicBezTo>
                      <a:pt x="0" y="24"/>
                      <a:pt x="0" y="24"/>
                      <a:pt x="0" y="24"/>
                    </a:cubicBezTo>
                    <a:cubicBezTo>
                      <a:pt x="0" y="73"/>
                      <a:pt x="0" y="73"/>
                      <a:pt x="0" y="73"/>
                    </a:cubicBezTo>
                    <a:cubicBezTo>
                      <a:pt x="0" y="78"/>
                      <a:pt x="4" y="81"/>
                      <a:pt x="8" y="81"/>
                    </a:cubicBezTo>
                    <a:cubicBezTo>
                      <a:pt x="13" y="81"/>
                      <a:pt x="16" y="78"/>
                      <a:pt x="16" y="73"/>
                    </a:cubicBezTo>
                    <a:cubicBezTo>
                      <a:pt x="16" y="44"/>
                      <a:pt x="16" y="44"/>
                      <a:pt x="16" y="44"/>
                    </a:cubicBezTo>
                    <a:cubicBezTo>
                      <a:pt x="16" y="28"/>
                      <a:pt x="16" y="28"/>
                      <a:pt x="16" y="28"/>
                    </a:cubicBezTo>
                    <a:cubicBezTo>
                      <a:pt x="20" y="28"/>
                      <a:pt x="20" y="28"/>
                      <a:pt x="20" y="28"/>
                    </a:cubicBezTo>
                    <a:cubicBezTo>
                      <a:pt x="20" y="46"/>
                      <a:pt x="20" y="46"/>
                      <a:pt x="20" y="46"/>
                    </a:cubicBezTo>
                    <a:cubicBezTo>
                      <a:pt x="20" y="77"/>
                      <a:pt x="20" y="77"/>
                      <a:pt x="20" y="77"/>
                    </a:cubicBezTo>
                    <a:cubicBezTo>
                      <a:pt x="20" y="81"/>
                      <a:pt x="20" y="81"/>
                      <a:pt x="20" y="81"/>
                    </a:cubicBezTo>
                    <a:cubicBezTo>
                      <a:pt x="20" y="157"/>
                      <a:pt x="20" y="157"/>
                      <a:pt x="20" y="157"/>
                    </a:cubicBezTo>
                    <a:cubicBezTo>
                      <a:pt x="20" y="163"/>
                      <a:pt x="25" y="168"/>
                      <a:pt x="31" y="168"/>
                    </a:cubicBezTo>
                    <a:cubicBezTo>
                      <a:pt x="37" y="168"/>
                      <a:pt x="41" y="163"/>
                      <a:pt x="41" y="157"/>
                    </a:cubicBezTo>
                    <a:cubicBezTo>
                      <a:pt x="41" y="81"/>
                      <a:pt x="41" y="81"/>
                      <a:pt x="41" y="81"/>
                    </a:cubicBezTo>
                    <a:cubicBezTo>
                      <a:pt x="46" y="81"/>
                      <a:pt x="46" y="81"/>
                      <a:pt x="46" y="81"/>
                    </a:cubicBezTo>
                    <a:cubicBezTo>
                      <a:pt x="46" y="157"/>
                      <a:pt x="46" y="157"/>
                      <a:pt x="46" y="157"/>
                    </a:cubicBezTo>
                    <a:cubicBezTo>
                      <a:pt x="46" y="163"/>
                      <a:pt x="50" y="168"/>
                      <a:pt x="56" y="168"/>
                    </a:cubicBezTo>
                    <a:cubicBezTo>
                      <a:pt x="62" y="168"/>
                      <a:pt x="67" y="163"/>
                      <a:pt x="67" y="157"/>
                    </a:cubicBezTo>
                    <a:cubicBezTo>
                      <a:pt x="67" y="81"/>
                      <a:pt x="67" y="81"/>
                      <a:pt x="67" y="81"/>
                    </a:cubicBezTo>
                    <a:cubicBezTo>
                      <a:pt x="67" y="77"/>
                      <a:pt x="67" y="77"/>
                      <a:pt x="67" y="77"/>
                    </a:cubicBezTo>
                    <a:cubicBezTo>
                      <a:pt x="67" y="46"/>
                      <a:pt x="67" y="46"/>
                      <a:pt x="67" y="46"/>
                    </a:cubicBezTo>
                    <a:cubicBezTo>
                      <a:pt x="67" y="28"/>
                      <a:pt x="67" y="28"/>
                      <a:pt x="67" y="28"/>
                    </a:cubicBezTo>
                    <a:cubicBezTo>
                      <a:pt x="71" y="28"/>
                      <a:pt x="71" y="28"/>
                      <a:pt x="71" y="28"/>
                    </a:cubicBezTo>
                    <a:cubicBezTo>
                      <a:pt x="71" y="44"/>
                      <a:pt x="71" y="44"/>
                      <a:pt x="71" y="44"/>
                    </a:cubicBezTo>
                    <a:cubicBezTo>
                      <a:pt x="71" y="73"/>
                      <a:pt x="71" y="73"/>
                      <a:pt x="71" y="73"/>
                    </a:cubicBezTo>
                    <a:cubicBezTo>
                      <a:pt x="71" y="78"/>
                      <a:pt x="74" y="81"/>
                      <a:pt x="79" y="81"/>
                    </a:cubicBezTo>
                    <a:cubicBezTo>
                      <a:pt x="83" y="81"/>
                      <a:pt x="87" y="78"/>
                      <a:pt x="87" y="73"/>
                    </a:cubicBezTo>
                    <a:cubicBezTo>
                      <a:pt x="87" y="24"/>
                      <a:pt x="87" y="24"/>
                      <a:pt x="87" y="24"/>
                    </a:cubicBezTo>
                    <a:cubicBezTo>
                      <a:pt x="87" y="24"/>
                      <a:pt x="87" y="24"/>
                      <a:pt x="87"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080" name="Group 1079"/>
            <p:cNvGrpSpPr/>
            <p:nvPr/>
          </p:nvGrpSpPr>
          <p:grpSpPr>
            <a:xfrm flipH="1">
              <a:off x="1396973" y="3413432"/>
              <a:ext cx="143904" cy="340574"/>
              <a:chOff x="5505537" y="930389"/>
              <a:chExt cx="333375" cy="788988"/>
            </a:xfrm>
            <a:solidFill>
              <a:schemeClr val="accent1"/>
            </a:solidFill>
          </p:grpSpPr>
          <p:sp>
            <p:nvSpPr>
              <p:cNvPr id="1090" name="Oval 1089"/>
              <p:cNvSpPr>
                <a:spLocks noChangeArrowheads="1"/>
              </p:cNvSpPr>
              <p:nvPr/>
            </p:nvSpPr>
            <p:spPr bwMode="auto">
              <a:xfrm>
                <a:off x="5602373" y="930389"/>
                <a:ext cx="141288" cy="1397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91" name="Freeform 1090"/>
              <p:cNvSpPr>
                <a:spLocks/>
              </p:cNvSpPr>
              <p:nvPr/>
            </p:nvSpPr>
            <p:spPr bwMode="auto">
              <a:xfrm>
                <a:off x="5505537" y="1084378"/>
                <a:ext cx="333375" cy="634999"/>
              </a:xfrm>
              <a:custGeom>
                <a:avLst/>
                <a:gdLst>
                  <a:gd name="T0" fmla="*/ 87 w 87"/>
                  <a:gd name="T1" fmla="*/ 24 h 168"/>
                  <a:gd name="T2" fmla="*/ 62 w 87"/>
                  <a:gd name="T3" fmla="*/ 0 h 168"/>
                  <a:gd name="T4" fmla="*/ 37 w 87"/>
                  <a:gd name="T5" fmla="*/ 0 h 168"/>
                  <a:gd name="T6" fmla="*/ 35 w 87"/>
                  <a:gd name="T7" fmla="*/ 0 h 168"/>
                  <a:gd name="T8" fmla="*/ 25 w 87"/>
                  <a:gd name="T9" fmla="*/ 0 h 168"/>
                  <a:gd name="T10" fmla="*/ 0 w 87"/>
                  <a:gd name="T11" fmla="*/ 24 h 168"/>
                  <a:gd name="T12" fmla="*/ 0 w 87"/>
                  <a:gd name="T13" fmla="*/ 24 h 168"/>
                  <a:gd name="T14" fmla="*/ 0 w 87"/>
                  <a:gd name="T15" fmla="*/ 73 h 168"/>
                  <a:gd name="T16" fmla="*/ 8 w 87"/>
                  <a:gd name="T17" fmla="*/ 81 h 168"/>
                  <a:gd name="T18" fmla="*/ 16 w 87"/>
                  <a:gd name="T19" fmla="*/ 73 h 168"/>
                  <a:gd name="T20" fmla="*/ 16 w 87"/>
                  <a:gd name="T21" fmla="*/ 44 h 168"/>
                  <a:gd name="T22" fmla="*/ 16 w 87"/>
                  <a:gd name="T23" fmla="*/ 28 h 168"/>
                  <a:gd name="T24" fmla="*/ 20 w 87"/>
                  <a:gd name="T25" fmla="*/ 28 h 168"/>
                  <a:gd name="T26" fmla="*/ 20 w 87"/>
                  <a:gd name="T27" fmla="*/ 46 h 168"/>
                  <a:gd name="T28" fmla="*/ 20 w 87"/>
                  <a:gd name="T29" fmla="*/ 77 h 168"/>
                  <a:gd name="T30" fmla="*/ 20 w 87"/>
                  <a:gd name="T31" fmla="*/ 81 h 168"/>
                  <a:gd name="T32" fmla="*/ 20 w 87"/>
                  <a:gd name="T33" fmla="*/ 157 h 168"/>
                  <a:gd name="T34" fmla="*/ 31 w 87"/>
                  <a:gd name="T35" fmla="*/ 168 h 168"/>
                  <a:gd name="T36" fmla="*/ 41 w 87"/>
                  <a:gd name="T37" fmla="*/ 157 h 168"/>
                  <a:gd name="T38" fmla="*/ 41 w 87"/>
                  <a:gd name="T39" fmla="*/ 81 h 168"/>
                  <a:gd name="T40" fmla="*/ 46 w 87"/>
                  <a:gd name="T41" fmla="*/ 81 h 168"/>
                  <a:gd name="T42" fmla="*/ 46 w 87"/>
                  <a:gd name="T43" fmla="*/ 157 h 168"/>
                  <a:gd name="T44" fmla="*/ 56 w 87"/>
                  <a:gd name="T45" fmla="*/ 168 h 168"/>
                  <a:gd name="T46" fmla="*/ 67 w 87"/>
                  <a:gd name="T47" fmla="*/ 157 h 168"/>
                  <a:gd name="T48" fmla="*/ 67 w 87"/>
                  <a:gd name="T49" fmla="*/ 81 h 168"/>
                  <a:gd name="T50" fmla="*/ 67 w 87"/>
                  <a:gd name="T51" fmla="*/ 77 h 168"/>
                  <a:gd name="T52" fmla="*/ 67 w 87"/>
                  <a:gd name="T53" fmla="*/ 46 h 168"/>
                  <a:gd name="T54" fmla="*/ 67 w 87"/>
                  <a:gd name="T55" fmla="*/ 28 h 168"/>
                  <a:gd name="T56" fmla="*/ 71 w 87"/>
                  <a:gd name="T57" fmla="*/ 28 h 168"/>
                  <a:gd name="T58" fmla="*/ 71 w 87"/>
                  <a:gd name="T59" fmla="*/ 44 h 168"/>
                  <a:gd name="T60" fmla="*/ 71 w 87"/>
                  <a:gd name="T61" fmla="*/ 73 h 168"/>
                  <a:gd name="T62" fmla="*/ 79 w 87"/>
                  <a:gd name="T63" fmla="*/ 81 h 168"/>
                  <a:gd name="T64" fmla="*/ 87 w 87"/>
                  <a:gd name="T65" fmla="*/ 73 h 168"/>
                  <a:gd name="T66" fmla="*/ 87 w 87"/>
                  <a:gd name="T67" fmla="*/ 24 h 168"/>
                  <a:gd name="T68" fmla="*/ 87 w 87"/>
                  <a:gd name="T69" fmla="*/ 24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7" h="168">
                    <a:moveTo>
                      <a:pt x="87" y="24"/>
                    </a:moveTo>
                    <a:cubicBezTo>
                      <a:pt x="87" y="11"/>
                      <a:pt x="75" y="0"/>
                      <a:pt x="62" y="0"/>
                    </a:cubicBezTo>
                    <a:cubicBezTo>
                      <a:pt x="37" y="0"/>
                      <a:pt x="37" y="0"/>
                      <a:pt x="37" y="0"/>
                    </a:cubicBezTo>
                    <a:cubicBezTo>
                      <a:pt x="35" y="0"/>
                      <a:pt x="35" y="0"/>
                      <a:pt x="35" y="0"/>
                    </a:cubicBezTo>
                    <a:cubicBezTo>
                      <a:pt x="25" y="0"/>
                      <a:pt x="25" y="0"/>
                      <a:pt x="25" y="0"/>
                    </a:cubicBezTo>
                    <a:cubicBezTo>
                      <a:pt x="12" y="0"/>
                      <a:pt x="0" y="11"/>
                      <a:pt x="0" y="24"/>
                    </a:cubicBezTo>
                    <a:cubicBezTo>
                      <a:pt x="0" y="24"/>
                      <a:pt x="0" y="24"/>
                      <a:pt x="0" y="24"/>
                    </a:cubicBezTo>
                    <a:cubicBezTo>
                      <a:pt x="0" y="73"/>
                      <a:pt x="0" y="73"/>
                      <a:pt x="0" y="73"/>
                    </a:cubicBezTo>
                    <a:cubicBezTo>
                      <a:pt x="0" y="78"/>
                      <a:pt x="4" y="81"/>
                      <a:pt x="8" y="81"/>
                    </a:cubicBezTo>
                    <a:cubicBezTo>
                      <a:pt x="13" y="81"/>
                      <a:pt x="16" y="78"/>
                      <a:pt x="16" y="73"/>
                    </a:cubicBezTo>
                    <a:cubicBezTo>
                      <a:pt x="16" y="44"/>
                      <a:pt x="16" y="44"/>
                      <a:pt x="16" y="44"/>
                    </a:cubicBezTo>
                    <a:cubicBezTo>
                      <a:pt x="16" y="28"/>
                      <a:pt x="16" y="28"/>
                      <a:pt x="16" y="28"/>
                    </a:cubicBezTo>
                    <a:cubicBezTo>
                      <a:pt x="20" y="28"/>
                      <a:pt x="20" y="28"/>
                      <a:pt x="20" y="28"/>
                    </a:cubicBezTo>
                    <a:cubicBezTo>
                      <a:pt x="20" y="46"/>
                      <a:pt x="20" y="46"/>
                      <a:pt x="20" y="46"/>
                    </a:cubicBezTo>
                    <a:cubicBezTo>
                      <a:pt x="20" y="77"/>
                      <a:pt x="20" y="77"/>
                      <a:pt x="20" y="77"/>
                    </a:cubicBezTo>
                    <a:cubicBezTo>
                      <a:pt x="20" y="81"/>
                      <a:pt x="20" y="81"/>
                      <a:pt x="20" y="81"/>
                    </a:cubicBezTo>
                    <a:cubicBezTo>
                      <a:pt x="20" y="157"/>
                      <a:pt x="20" y="157"/>
                      <a:pt x="20" y="157"/>
                    </a:cubicBezTo>
                    <a:cubicBezTo>
                      <a:pt x="20" y="163"/>
                      <a:pt x="25" y="168"/>
                      <a:pt x="31" y="168"/>
                    </a:cubicBezTo>
                    <a:cubicBezTo>
                      <a:pt x="37" y="168"/>
                      <a:pt x="41" y="163"/>
                      <a:pt x="41" y="157"/>
                    </a:cubicBezTo>
                    <a:cubicBezTo>
                      <a:pt x="41" y="81"/>
                      <a:pt x="41" y="81"/>
                      <a:pt x="41" y="81"/>
                    </a:cubicBezTo>
                    <a:cubicBezTo>
                      <a:pt x="46" y="81"/>
                      <a:pt x="46" y="81"/>
                      <a:pt x="46" y="81"/>
                    </a:cubicBezTo>
                    <a:cubicBezTo>
                      <a:pt x="46" y="157"/>
                      <a:pt x="46" y="157"/>
                      <a:pt x="46" y="157"/>
                    </a:cubicBezTo>
                    <a:cubicBezTo>
                      <a:pt x="46" y="163"/>
                      <a:pt x="50" y="168"/>
                      <a:pt x="56" y="168"/>
                    </a:cubicBezTo>
                    <a:cubicBezTo>
                      <a:pt x="62" y="168"/>
                      <a:pt x="67" y="163"/>
                      <a:pt x="67" y="157"/>
                    </a:cubicBezTo>
                    <a:cubicBezTo>
                      <a:pt x="67" y="81"/>
                      <a:pt x="67" y="81"/>
                      <a:pt x="67" y="81"/>
                    </a:cubicBezTo>
                    <a:cubicBezTo>
                      <a:pt x="67" y="77"/>
                      <a:pt x="67" y="77"/>
                      <a:pt x="67" y="77"/>
                    </a:cubicBezTo>
                    <a:cubicBezTo>
                      <a:pt x="67" y="46"/>
                      <a:pt x="67" y="46"/>
                      <a:pt x="67" y="46"/>
                    </a:cubicBezTo>
                    <a:cubicBezTo>
                      <a:pt x="67" y="28"/>
                      <a:pt x="67" y="28"/>
                      <a:pt x="67" y="28"/>
                    </a:cubicBezTo>
                    <a:cubicBezTo>
                      <a:pt x="71" y="28"/>
                      <a:pt x="71" y="28"/>
                      <a:pt x="71" y="28"/>
                    </a:cubicBezTo>
                    <a:cubicBezTo>
                      <a:pt x="71" y="44"/>
                      <a:pt x="71" y="44"/>
                      <a:pt x="71" y="44"/>
                    </a:cubicBezTo>
                    <a:cubicBezTo>
                      <a:pt x="71" y="73"/>
                      <a:pt x="71" y="73"/>
                      <a:pt x="71" y="73"/>
                    </a:cubicBezTo>
                    <a:cubicBezTo>
                      <a:pt x="71" y="78"/>
                      <a:pt x="74" y="81"/>
                      <a:pt x="79" y="81"/>
                    </a:cubicBezTo>
                    <a:cubicBezTo>
                      <a:pt x="83" y="81"/>
                      <a:pt x="87" y="78"/>
                      <a:pt x="87" y="73"/>
                    </a:cubicBezTo>
                    <a:cubicBezTo>
                      <a:pt x="87" y="24"/>
                      <a:pt x="87" y="24"/>
                      <a:pt x="87" y="24"/>
                    </a:cubicBezTo>
                    <a:cubicBezTo>
                      <a:pt x="87" y="24"/>
                      <a:pt x="87" y="24"/>
                      <a:pt x="87"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081" name="Group 1080"/>
            <p:cNvGrpSpPr/>
            <p:nvPr/>
          </p:nvGrpSpPr>
          <p:grpSpPr>
            <a:xfrm flipH="1">
              <a:off x="1563145" y="3413432"/>
              <a:ext cx="143904" cy="340574"/>
              <a:chOff x="5505537" y="930389"/>
              <a:chExt cx="333375" cy="788988"/>
            </a:xfrm>
            <a:solidFill>
              <a:schemeClr val="bg1">
                <a:lumMod val="75000"/>
              </a:schemeClr>
            </a:solidFill>
          </p:grpSpPr>
          <p:sp>
            <p:nvSpPr>
              <p:cNvPr id="1088" name="Oval 1087"/>
              <p:cNvSpPr>
                <a:spLocks noChangeArrowheads="1"/>
              </p:cNvSpPr>
              <p:nvPr/>
            </p:nvSpPr>
            <p:spPr bwMode="auto">
              <a:xfrm>
                <a:off x="5602373" y="930389"/>
                <a:ext cx="141288" cy="139700"/>
              </a:xfrm>
              <a:prstGeom prst="ellipse">
                <a:avLst/>
              </a:prstGeom>
              <a:solidFill>
                <a:schemeClr val="tx1">
                  <a:lumMod val="40000"/>
                  <a:lumOff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89" name="Freeform 1088"/>
              <p:cNvSpPr>
                <a:spLocks/>
              </p:cNvSpPr>
              <p:nvPr/>
            </p:nvSpPr>
            <p:spPr bwMode="auto">
              <a:xfrm>
                <a:off x="5505537" y="1084378"/>
                <a:ext cx="333375" cy="634999"/>
              </a:xfrm>
              <a:custGeom>
                <a:avLst/>
                <a:gdLst>
                  <a:gd name="T0" fmla="*/ 87 w 87"/>
                  <a:gd name="T1" fmla="*/ 24 h 168"/>
                  <a:gd name="T2" fmla="*/ 62 w 87"/>
                  <a:gd name="T3" fmla="*/ 0 h 168"/>
                  <a:gd name="T4" fmla="*/ 37 w 87"/>
                  <a:gd name="T5" fmla="*/ 0 h 168"/>
                  <a:gd name="T6" fmla="*/ 35 w 87"/>
                  <a:gd name="T7" fmla="*/ 0 h 168"/>
                  <a:gd name="T8" fmla="*/ 25 w 87"/>
                  <a:gd name="T9" fmla="*/ 0 h 168"/>
                  <a:gd name="T10" fmla="*/ 0 w 87"/>
                  <a:gd name="T11" fmla="*/ 24 h 168"/>
                  <a:gd name="T12" fmla="*/ 0 w 87"/>
                  <a:gd name="T13" fmla="*/ 24 h 168"/>
                  <a:gd name="T14" fmla="*/ 0 w 87"/>
                  <a:gd name="T15" fmla="*/ 73 h 168"/>
                  <a:gd name="T16" fmla="*/ 8 w 87"/>
                  <a:gd name="T17" fmla="*/ 81 h 168"/>
                  <a:gd name="T18" fmla="*/ 16 w 87"/>
                  <a:gd name="T19" fmla="*/ 73 h 168"/>
                  <a:gd name="T20" fmla="*/ 16 w 87"/>
                  <a:gd name="T21" fmla="*/ 44 h 168"/>
                  <a:gd name="T22" fmla="*/ 16 w 87"/>
                  <a:gd name="T23" fmla="*/ 28 h 168"/>
                  <a:gd name="T24" fmla="*/ 20 w 87"/>
                  <a:gd name="T25" fmla="*/ 28 h 168"/>
                  <a:gd name="T26" fmla="*/ 20 w 87"/>
                  <a:gd name="T27" fmla="*/ 46 h 168"/>
                  <a:gd name="T28" fmla="*/ 20 w 87"/>
                  <a:gd name="T29" fmla="*/ 77 h 168"/>
                  <a:gd name="T30" fmla="*/ 20 w 87"/>
                  <a:gd name="T31" fmla="*/ 81 h 168"/>
                  <a:gd name="T32" fmla="*/ 20 w 87"/>
                  <a:gd name="T33" fmla="*/ 157 h 168"/>
                  <a:gd name="T34" fmla="*/ 31 w 87"/>
                  <a:gd name="T35" fmla="*/ 168 h 168"/>
                  <a:gd name="T36" fmla="*/ 41 w 87"/>
                  <a:gd name="T37" fmla="*/ 157 h 168"/>
                  <a:gd name="T38" fmla="*/ 41 w 87"/>
                  <a:gd name="T39" fmla="*/ 81 h 168"/>
                  <a:gd name="T40" fmla="*/ 46 w 87"/>
                  <a:gd name="T41" fmla="*/ 81 h 168"/>
                  <a:gd name="T42" fmla="*/ 46 w 87"/>
                  <a:gd name="T43" fmla="*/ 157 h 168"/>
                  <a:gd name="T44" fmla="*/ 56 w 87"/>
                  <a:gd name="T45" fmla="*/ 168 h 168"/>
                  <a:gd name="T46" fmla="*/ 67 w 87"/>
                  <a:gd name="T47" fmla="*/ 157 h 168"/>
                  <a:gd name="T48" fmla="*/ 67 w 87"/>
                  <a:gd name="T49" fmla="*/ 81 h 168"/>
                  <a:gd name="T50" fmla="*/ 67 w 87"/>
                  <a:gd name="T51" fmla="*/ 77 h 168"/>
                  <a:gd name="T52" fmla="*/ 67 w 87"/>
                  <a:gd name="T53" fmla="*/ 46 h 168"/>
                  <a:gd name="T54" fmla="*/ 67 w 87"/>
                  <a:gd name="T55" fmla="*/ 28 h 168"/>
                  <a:gd name="T56" fmla="*/ 71 w 87"/>
                  <a:gd name="T57" fmla="*/ 28 h 168"/>
                  <a:gd name="T58" fmla="*/ 71 w 87"/>
                  <a:gd name="T59" fmla="*/ 44 h 168"/>
                  <a:gd name="T60" fmla="*/ 71 w 87"/>
                  <a:gd name="T61" fmla="*/ 73 h 168"/>
                  <a:gd name="T62" fmla="*/ 79 w 87"/>
                  <a:gd name="T63" fmla="*/ 81 h 168"/>
                  <a:gd name="T64" fmla="*/ 87 w 87"/>
                  <a:gd name="T65" fmla="*/ 73 h 168"/>
                  <a:gd name="T66" fmla="*/ 87 w 87"/>
                  <a:gd name="T67" fmla="*/ 24 h 168"/>
                  <a:gd name="T68" fmla="*/ 87 w 87"/>
                  <a:gd name="T69" fmla="*/ 24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7" h="168">
                    <a:moveTo>
                      <a:pt x="87" y="24"/>
                    </a:moveTo>
                    <a:cubicBezTo>
                      <a:pt x="87" y="11"/>
                      <a:pt x="75" y="0"/>
                      <a:pt x="62" y="0"/>
                    </a:cubicBezTo>
                    <a:cubicBezTo>
                      <a:pt x="37" y="0"/>
                      <a:pt x="37" y="0"/>
                      <a:pt x="37" y="0"/>
                    </a:cubicBezTo>
                    <a:cubicBezTo>
                      <a:pt x="35" y="0"/>
                      <a:pt x="35" y="0"/>
                      <a:pt x="35" y="0"/>
                    </a:cubicBezTo>
                    <a:cubicBezTo>
                      <a:pt x="25" y="0"/>
                      <a:pt x="25" y="0"/>
                      <a:pt x="25" y="0"/>
                    </a:cubicBezTo>
                    <a:cubicBezTo>
                      <a:pt x="12" y="0"/>
                      <a:pt x="0" y="11"/>
                      <a:pt x="0" y="24"/>
                    </a:cubicBezTo>
                    <a:cubicBezTo>
                      <a:pt x="0" y="24"/>
                      <a:pt x="0" y="24"/>
                      <a:pt x="0" y="24"/>
                    </a:cubicBezTo>
                    <a:cubicBezTo>
                      <a:pt x="0" y="73"/>
                      <a:pt x="0" y="73"/>
                      <a:pt x="0" y="73"/>
                    </a:cubicBezTo>
                    <a:cubicBezTo>
                      <a:pt x="0" y="78"/>
                      <a:pt x="4" y="81"/>
                      <a:pt x="8" y="81"/>
                    </a:cubicBezTo>
                    <a:cubicBezTo>
                      <a:pt x="13" y="81"/>
                      <a:pt x="16" y="78"/>
                      <a:pt x="16" y="73"/>
                    </a:cubicBezTo>
                    <a:cubicBezTo>
                      <a:pt x="16" y="44"/>
                      <a:pt x="16" y="44"/>
                      <a:pt x="16" y="44"/>
                    </a:cubicBezTo>
                    <a:cubicBezTo>
                      <a:pt x="16" y="28"/>
                      <a:pt x="16" y="28"/>
                      <a:pt x="16" y="28"/>
                    </a:cubicBezTo>
                    <a:cubicBezTo>
                      <a:pt x="20" y="28"/>
                      <a:pt x="20" y="28"/>
                      <a:pt x="20" y="28"/>
                    </a:cubicBezTo>
                    <a:cubicBezTo>
                      <a:pt x="20" y="46"/>
                      <a:pt x="20" y="46"/>
                      <a:pt x="20" y="46"/>
                    </a:cubicBezTo>
                    <a:cubicBezTo>
                      <a:pt x="20" y="77"/>
                      <a:pt x="20" y="77"/>
                      <a:pt x="20" y="77"/>
                    </a:cubicBezTo>
                    <a:cubicBezTo>
                      <a:pt x="20" y="81"/>
                      <a:pt x="20" y="81"/>
                      <a:pt x="20" y="81"/>
                    </a:cubicBezTo>
                    <a:cubicBezTo>
                      <a:pt x="20" y="157"/>
                      <a:pt x="20" y="157"/>
                      <a:pt x="20" y="157"/>
                    </a:cubicBezTo>
                    <a:cubicBezTo>
                      <a:pt x="20" y="163"/>
                      <a:pt x="25" y="168"/>
                      <a:pt x="31" y="168"/>
                    </a:cubicBezTo>
                    <a:cubicBezTo>
                      <a:pt x="37" y="168"/>
                      <a:pt x="41" y="163"/>
                      <a:pt x="41" y="157"/>
                    </a:cubicBezTo>
                    <a:cubicBezTo>
                      <a:pt x="41" y="81"/>
                      <a:pt x="41" y="81"/>
                      <a:pt x="41" y="81"/>
                    </a:cubicBezTo>
                    <a:cubicBezTo>
                      <a:pt x="46" y="81"/>
                      <a:pt x="46" y="81"/>
                      <a:pt x="46" y="81"/>
                    </a:cubicBezTo>
                    <a:cubicBezTo>
                      <a:pt x="46" y="157"/>
                      <a:pt x="46" y="157"/>
                      <a:pt x="46" y="157"/>
                    </a:cubicBezTo>
                    <a:cubicBezTo>
                      <a:pt x="46" y="163"/>
                      <a:pt x="50" y="168"/>
                      <a:pt x="56" y="168"/>
                    </a:cubicBezTo>
                    <a:cubicBezTo>
                      <a:pt x="62" y="168"/>
                      <a:pt x="67" y="163"/>
                      <a:pt x="67" y="157"/>
                    </a:cubicBezTo>
                    <a:cubicBezTo>
                      <a:pt x="67" y="81"/>
                      <a:pt x="67" y="81"/>
                      <a:pt x="67" y="81"/>
                    </a:cubicBezTo>
                    <a:cubicBezTo>
                      <a:pt x="67" y="77"/>
                      <a:pt x="67" y="77"/>
                      <a:pt x="67" y="77"/>
                    </a:cubicBezTo>
                    <a:cubicBezTo>
                      <a:pt x="67" y="46"/>
                      <a:pt x="67" y="46"/>
                      <a:pt x="67" y="46"/>
                    </a:cubicBezTo>
                    <a:cubicBezTo>
                      <a:pt x="67" y="28"/>
                      <a:pt x="67" y="28"/>
                      <a:pt x="67" y="28"/>
                    </a:cubicBezTo>
                    <a:cubicBezTo>
                      <a:pt x="71" y="28"/>
                      <a:pt x="71" y="28"/>
                      <a:pt x="71" y="28"/>
                    </a:cubicBezTo>
                    <a:cubicBezTo>
                      <a:pt x="71" y="44"/>
                      <a:pt x="71" y="44"/>
                      <a:pt x="71" y="44"/>
                    </a:cubicBezTo>
                    <a:cubicBezTo>
                      <a:pt x="71" y="73"/>
                      <a:pt x="71" y="73"/>
                      <a:pt x="71" y="73"/>
                    </a:cubicBezTo>
                    <a:cubicBezTo>
                      <a:pt x="71" y="78"/>
                      <a:pt x="74" y="81"/>
                      <a:pt x="79" y="81"/>
                    </a:cubicBezTo>
                    <a:cubicBezTo>
                      <a:pt x="83" y="81"/>
                      <a:pt x="87" y="78"/>
                      <a:pt x="87" y="73"/>
                    </a:cubicBezTo>
                    <a:cubicBezTo>
                      <a:pt x="87" y="24"/>
                      <a:pt x="87" y="24"/>
                      <a:pt x="87" y="24"/>
                    </a:cubicBezTo>
                    <a:cubicBezTo>
                      <a:pt x="87" y="24"/>
                      <a:pt x="87" y="24"/>
                      <a:pt x="87" y="24"/>
                    </a:cubicBezTo>
                    <a:close/>
                  </a:path>
                </a:pathLst>
              </a:custGeom>
              <a:solidFill>
                <a:schemeClr val="tx1">
                  <a:lumMod val="40000"/>
                  <a:lumOff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082" name="Group 1081"/>
            <p:cNvGrpSpPr/>
            <p:nvPr/>
          </p:nvGrpSpPr>
          <p:grpSpPr>
            <a:xfrm flipH="1">
              <a:off x="1726993" y="3413432"/>
              <a:ext cx="143904" cy="340574"/>
              <a:chOff x="5505537" y="930389"/>
              <a:chExt cx="333375" cy="788988"/>
            </a:xfrm>
            <a:solidFill>
              <a:schemeClr val="bg1">
                <a:lumMod val="75000"/>
              </a:schemeClr>
            </a:solidFill>
          </p:grpSpPr>
          <p:sp>
            <p:nvSpPr>
              <p:cNvPr id="1086" name="Oval 1085"/>
              <p:cNvSpPr>
                <a:spLocks noChangeArrowheads="1"/>
              </p:cNvSpPr>
              <p:nvPr/>
            </p:nvSpPr>
            <p:spPr bwMode="auto">
              <a:xfrm>
                <a:off x="5602373" y="930389"/>
                <a:ext cx="141288" cy="139700"/>
              </a:xfrm>
              <a:prstGeom prst="ellipse">
                <a:avLst/>
              </a:prstGeom>
              <a:solidFill>
                <a:schemeClr val="tx1">
                  <a:lumMod val="40000"/>
                  <a:lumOff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87" name="Freeform 1086"/>
              <p:cNvSpPr>
                <a:spLocks/>
              </p:cNvSpPr>
              <p:nvPr/>
            </p:nvSpPr>
            <p:spPr bwMode="auto">
              <a:xfrm>
                <a:off x="5505537" y="1084378"/>
                <a:ext cx="333375" cy="634999"/>
              </a:xfrm>
              <a:custGeom>
                <a:avLst/>
                <a:gdLst>
                  <a:gd name="T0" fmla="*/ 87 w 87"/>
                  <a:gd name="T1" fmla="*/ 24 h 168"/>
                  <a:gd name="T2" fmla="*/ 62 w 87"/>
                  <a:gd name="T3" fmla="*/ 0 h 168"/>
                  <a:gd name="T4" fmla="*/ 37 w 87"/>
                  <a:gd name="T5" fmla="*/ 0 h 168"/>
                  <a:gd name="T6" fmla="*/ 35 w 87"/>
                  <a:gd name="T7" fmla="*/ 0 h 168"/>
                  <a:gd name="T8" fmla="*/ 25 w 87"/>
                  <a:gd name="T9" fmla="*/ 0 h 168"/>
                  <a:gd name="T10" fmla="*/ 0 w 87"/>
                  <a:gd name="T11" fmla="*/ 24 h 168"/>
                  <a:gd name="T12" fmla="*/ 0 w 87"/>
                  <a:gd name="T13" fmla="*/ 24 h 168"/>
                  <a:gd name="T14" fmla="*/ 0 w 87"/>
                  <a:gd name="T15" fmla="*/ 73 h 168"/>
                  <a:gd name="T16" fmla="*/ 8 w 87"/>
                  <a:gd name="T17" fmla="*/ 81 h 168"/>
                  <a:gd name="T18" fmla="*/ 16 w 87"/>
                  <a:gd name="T19" fmla="*/ 73 h 168"/>
                  <a:gd name="T20" fmla="*/ 16 w 87"/>
                  <a:gd name="T21" fmla="*/ 44 h 168"/>
                  <a:gd name="T22" fmla="*/ 16 w 87"/>
                  <a:gd name="T23" fmla="*/ 28 h 168"/>
                  <a:gd name="T24" fmla="*/ 20 w 87"/>
                  <a:gd name="T25" fmla="*/ 28 h 168"/>
                  <a:gd name="T26" fmla="*/ 20 w 87"/>
                  <a:gd name="T27" fmla="*/ 46 h 168"/>
                  <a:gd name="T28" fmla="*/ 20 w 87"/>
                  <a:gd name="T29" fmla="*/ 77 h 168"/>
                  <a:gd name="T30" fmla="*/ 20 w 87"/>
                  <a:gd name="T31" fmla="*/ 81 h 168"/>
                  <a:gd name="T32" fmla="*/ 20 w 87"/>
                  <a:gd name="T33" fmla="*/ 157 h 168"/>
                  <a:gd name="T34" fmla="*/ 31 w 87"/>
                  <a:gd name="T35" fmla="*/ 168 h 168"/>
                  <a:gd name="T36" fmla="*/ 41 w 87"/>
                  <a:gd name="T37" fmla="*/ 157 h 168"/>
                  <a:gd name="T38" fmla="*/ 41 w 87"/>
                  <a:gd name="T39" fmla="*/ 81 h 168"/>
                  <a:gd name="T40" fmla="*/ 46 w 87"/>
                  <a:gd name="T41" fmla="*/ 81 h 168"/>
                  <a:gd name="T42" fmla="*/ 46 w 87"/>
                  <a:gd name="T43" fmla="*/ 157 h 168"/>
                  <a:gd name="T44" fmla="*/ 56 w 87"/>
                  <a:gd name="T45" fmla="*/ 168 h 168"/>
                  <a:gd name="T46" fmla="*/ 67 w 87"/>
                  <a:gd name="T47" fmla="*/ 157 h 168"/>
                  <a:gd name="T48" fmla="*/ 67 w 87"/>
                  <a:gd name="T49" fmla="*/ 81 h 168"/>
                  <a:gd name="T50" fmla="*/ 67 w 87"/>
                  <a:gd name="T51" fmla="*/ 77 h 168"/>
                  <a:gd name="T52" fmla="*/ 67 w 87"/>
                  <a:gd name="T53" fmla="*/ 46 h 168"/>
                  <a:gd name="T54" fmla="*/ 67 w 87"/>
                  <a:gd name="T55" fmla="*/ 28 h 168"/>
                  <a:gd name="T56" fmla="*/ 71 w 87"/>
                  <a:gd name="T57" fmla="*/ 28 h 168"/>
                  <a:gd name="T58" fmla="*/ 71 w 87"/>
                  <a:gd name="T59" fmla="*/ 44 h 168"/>
                  <a:gd name="T60" fmla="*/ 71 w 87"/>
                  <a:gd name="T61" fmla="*/ 73 h 168"/>
                  <a:gd name="T62" fmla="*/ 79 w 87"/>
                  <a:gd name="T63" fmla="*/ 81 h 168"/>
                  <a:gd name="T64" fmla="*/ 87 w 87"/>
                  <a:gd name="T65" fmla="*/ 73 h 168"/>
                  <a:gd name="T66" fmla="*/ 87 w 87"/>
                  <a:gd name="T67" fmla="*/ 24 h 168"/>
                  <a:gd name="T68" fmla="*/ 87 w 87"/>
                  <a:gd name="T69" fmla="*/ 24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7" h="168">
                    <a:moveTo>
                      <a:pt x="87" y="24"/>
                    </a:moveTo>
                    <a:cubicBezTo>
                      <a:pt x="87" y="11"/>
                      <a:pt x="75" y="0"/>
                      <a:pt x="62" y="0"/>
                    </a:cubicBezTo>
                    <a:cubicBezTo>
                      <a:pt x="37" y="0"/>
                      <a:pt x="37" y="0"/>
                      <a:pt x="37" y="0"/>
                    </a:cubicBezTo>
                    <a:cubicBezTo>
                      <a:pt x="35" y="0"/>
                      <a:pt x="35" y="0"/>
                      <a:pt x="35" y="0"/>
                    </a:cubicBezTo>
                    <a:cubicBezTo>
                      <a:pt x="25" y="0"/>
                      <a:pt x="25" y="0"/>
                      <a:pt x="25" y="0"/>
                    </a:cubicBezTo>
                    <a:cubicBezTo>
                      <a:pt x="12" y="0"/>
                      <a:pt x="0" y="11"/>
                      <a:pt x="0" y="24"/>
                    </a:cubicBezTo>
                    <a:cubicBezTo>
                      <a:pt x="0" y="24"/>
                      <a:pt x="0" y="24"/>
                      <a:pt x="0" y="24"/>
                    </a:cubicBezTo>
                    <a:cubicBezTo>
                      <a:pt x="0" y="73"/>
                      <a:pt x="0" y="73"/>
                      <a:pt x="0" y="73"/>
                    </a:cubicBezTo>
                    <a:cubicBezTo>
                      <a:pt x="0" y="78"/>
                      <a:pt x="4" y="81"/>
                      <a:pt x="8" y="81"/>
                    </a:cubicBezTo>
                    <a:cubicBezTo>
                      <a:pt x="13" y="81"/>
                      <a:pt x="16" y="78"/>
                      <a:pt x="16" y="73"/>
                    </a:cubicBezTo>
                    <a:cubicBezTo>
                      <a:pt x="16" y="44"/>
                      <a:pt x="16" y="44"/>
                      <a:pt x="16" y="44"/>
                    </a:cubicBezTo>
                    <a:cubicBezTo>
                      <a:pt x="16" y="28"/>
                      <a:pt x="16" y="28"/>
                      <a:pt x="16" y="28"/>
                    </a:cubicBezTo>
                    <a:cubicBezTo>
                      <a:pt x="20" y="28"/>
                      <a:pt x="20" y="28"/>
                      <a:pt x="20" y="28"/>
                    </a:cubicBezTo>
                    <a:cubicBezTo>
                      <a:pt x="20" y="46"/>
                      <a:pt x="20" y="46"/>
                      <a:pt x="20" y="46"/>
                    </a:cubicBezTo>
                    <a:cubicBezTo>
                      <a:pt x="20" y="77"/>
                      <a:pt x="20" y="77"/>
                      <a:pt x="20" y="77"/>
                    </a:cubicBezTo>
                    <a:cubicBezTo>
                      <a:pt x="20" y="81"/>
                      <a:pt x="20" y="81"/>
                      <a:pt x="20" y="81"/>
                    </a:cubicBezTo>
                    <a:cubicBezTo>
                      <a:pt x="20" y="157"/>
                      <a:pt x="20" y="157"/>
                      <a:pt x="20" y="157"/>
                    </a:cubicBezTo>
                    <a:cubicBezTo>
                      <a:pt x="20" y="163"/>
                      <a:pt x="25" y="168"/>
                      <a:pt x="31" y="168"/>
                    </a:cubicBezTo>
                    <a:cubicBezTo>
                      <a:pt x="37" y="168"/>
                      <a:pt x="41" y="163"/>
                      <a:pt x="41" y="157"/>
                    </a:cubicBezTo>
                    <a:cubicBezTo>
                      <a:pt x="41" y="81"/>
                      <a:pt x="41" y="81"/>
                      <a:pt x="41" y="81"/>
                    </a:cubicBezTo>
                    <a:cubicBezTo>
                      <a:pt x="46" y="81"/>
                      <a:pt x="46" y="81"/>
                      <a:pt x="46" y="81"/>
                    </a:cubicBezTo>
                    <a:cubicBezTo>
                      <a:pt x="46" y="157"/>
                      <a:pt x="46" y="157"/>
                      <a:pt x="46" y="157"/>
                    </a:cubicBezTo>
                    <a:cubicBezTo>
                      <a:pt x="46" y="163"/>
                      <a:pt x="50" y="168"/>
                      <a:pt x="56" y="168"/>
                    </a:cubicBezTo>
                    <a:cubicBezTo>
                      <a:pt x="62" y="168"/>
                      <a:pt x="67" y="163"/>
                      <a:pt x="67" y="157"/>
                    </a:cubicBezTo>
                    <a:cubicBezTo>
                      <a:pt x="67" y="81"/>
                      <a:pt x="67" y="81"/>
                      <a:pt x="67" y="81"/>
                    </a:cubicBezTo>
                    <a:cubicBezTo>
                      <a:pt x="67" y="77"/>
                      <a:pt x="67" y="77"/>
                      <a:pt x="67" y="77"/>
                    </a:cubicBezTo>
                    <a:cubicBezTo>
                      <a:pt x="67" y="46"/>
                      <a:pt x="67" y="46"/>
                      <a:pt x="67" y="46"/>
                    </a:cubicBezTo>
                    <a:cubicBezTo>
                      <a:pt x="67" y="28"/>
                      <a:pt x="67" y="28"/>
                      <a:pt x="67" y="28"/>
                    </a:cubicBezTo>
                    <a:cubicBezTo>
                      <a:pt x="71" y="28"/>
                      <a:pt x="71" y="28"/>
                      <a:pt x="71" y="28"/>
                    </a:cubicBezTo>
                    <a:cubicBezTo>
                      <a:pt x="71" y="44"/>
                      <a:pt x="71" y="44"/>
                      <a:pt x="71" y="44"/>
                    </a:cubicBezTo>
                    <a:cubicBezTo>
                      <a:pt x="71" y="73"/>
                      <a:pt x="71" y="73"/>
                      <a:pt x="71" y="73"/>
                    </a:cubicBezTo>
                    <a:cubicBezTo>
                      <a:pt x="71" y="78"/>
                      <a:pt x="74" y="81"/>
                      <a:pt x="79" y="81"/>
                    </a:cubicBezTo>
                    <a:cubicBezTo>
                      <a:pt x="83" y="81"/>
                      <a:pt x="87" y="78"/>
                      <a:pt x="87" y="73"/>
                    </a:cubicBezTo>
                    <a:cubicBezTo>
                      <a:pt x="87" y="24"/>
                      <a:pt x="87" y="24"/>
                      <a:pt x="87" y="24"/>
                    </a:cubicBezTo>
                    <a:cubicBezTo>
                      <a:pt x="87" y="24"/>
                      <a:pt x="87" y="24"/>
                      <a:pt x="87" y="24"/>
                    </a:cubicBezTo>
                    <a:close/>
                  </a:path>
                </a:pathLst>
              </a:custGeom>
              <a:solidFill>
                <a:schemeClr val="tx1">
                  <a:lumMod val="40000"/>
                  <a:lumOff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083" name="Group 1082"/>
            <p:cNvGrpSpPr/>
            <p:nvPr/>
          </p:nvGrpSpPr>
          <p:grpSpPr>
            <a:xfrm flipH="1">
              <a:off x="1893166" y="3413432"/>
              <a:ext cx="143904" cy="340574"/>
              <a:chOff x="5505537" y="930389"/>
              <a:chExt cx="333375" cy="788988"/>
            </a:xfrm>
            <a:solidFill>
              <a:schemeClr val="bg1">
                <a:lumMod val="75000"/>
              </a:schemeClr>
            </a:solidFill>
          </p:grpSpPr>
          <p:sp>
            <p:nvSpPr>
              <p:cNvPr id="1084" name="Oval 1083"/>
              <p:cNvSpPr>
                <a:spLocks noChangeArrowheads="1"/>
              </p:cNvSpPr>
              <p:nvPr/>
            </p:nvSpPr>
            <p:spPr bwMode="auto">
              <a:xfrm>
                <a:off x="5602373" y="930389"/>
                <a:ext cx="141288" cy="139700"/>
              </a:xfrm>
              <a:prstGeom prst="ellipse">
                <a:avLst/>
              </a:prstGeom>
              <a:solidFill>
                <a:schemeClr val="tx1">
                  <a:lumMod val="40000"/>
                  <a:lumOff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85" name="Freeform 1084"/>
              <p:cNvSpPr>
                <a:spLocks/>
              </p:cNvSpPr>
              <p:nvPr/>
            </p:nvSpPr>
            <p:spPr bwMode="auto">
              <a:xfrm>
                <a:off x="5505537" y="1084378"/>
                <a:ext cx="333375" cy="634999"/>
              </a:xfrm>
              <a:custGeom>
                <a:avLst/>
                <a:gdLst>
                  <a:gd name="T0" fmla="*/ 87 w 87"/>
                  <a:gd name="T1" fmla="*/ 24 h 168"/>
                  <a:gd name="T2" fmla="*/ 62 w 87"/>
                  <a:gd name="T3" fmla="*/ 0 h 168"/>
                  <a:gd name="T4" fmla="*/ 37 w 87"/>
                  <a:gd name="T5" fmla="*/ 0 h 168"/>
                  <a:gd name="T6" fmla="*/ 35 w 87"/>
                  <a:gd name="T7" fmla="*/ 0 h 168"/>
                  <a:gd name="T8" fmla="*/ 25 w 87"/>
                  <a:gd name="T9" fmla="*/ 0 h 168"/>
                  <a:gd name="T10" fmla="*/ 0 w 87"/>
                  <a:gd name="T11" fmla="*/ 24 h 168"/>
                  <a:gd name="T12" fmla="*/ 0 w 87"/>
                  <a:gd name="T13" fmla="*/ 24 h 168"/>
                  <a:gd name="T14" fmla="*/ 0 w 87"/>
                  <a:gd name="T15" fmla="*/ 73 h 168"/>
                  <a:gd name="T16" fmla="*/ 8 w 87"/>
                  <a:gd name="T17" fmla="*/ 81 h 168"/>
                  <a:gd name="T18" fmla="*/ 16 w 87"/>
                  <a:gd name="T19" fmla="*/ 73 h 168"/>
                  <a:gd name="T20" fmla="*/ 16 w 87"/>
                  <a:gd name="T21" fmla="*/ 44 h 168"/>
                  <a:gd name="T22" fmla="*/ 16 w 87"/>
                  <a:gd name="T23" fmla="*/ 28 h 168"/>
                  <a:gd name="T24" fmla="*/ 20 w 87"/>
                  <a:gd name="T25" fmla="*/ 28 h 168"/>
                  <a:gd name="T26" fmla="*/ 20 w 87"/>
                  <a:gd name="T27" fmla="*/ 46 h 168"/>
                  <a:gd name="T28" fmla="*/ 20 w 87"/>
                  <a:gd name="T29" fmla="*/ 77 h 168"/>
                  <a:gd name="T30" fmla="*/ 20 w 87"/>
                  <a:gd name="T31" fmla="*/ 81 h 168"/>
                  <a:gd name="T32" fmla="*/ 20 w 87"/>
                  <a:gd name="T33" fmla="*/ 157 h 168"/>
                  <a:gd name="T34" fmla="*/ 31 w 87"/>
                  <a:gd name="T35" fmla="*/ 168 h 168"/>
                  <a:gd name="T36" fmla="*/ 41 w 87"/>
                  <a:gd name="T37" fmla="*/ 157 h 168"/>
                  <a:gd name="T38" fmla="*/ 41 w 87"/>
                  <a:gd name="T39" fmla="*/ 81 h 168"/>
                  <a:gd name="T40" fmla="*/ 46 w 87"/>
                  <a:gd name="T41" fmla="*/ 81 h 168"/>
                  <a:gd name="T42" fmla="*/ 46 w 87"/>
                  <a:gd name="T43" fmla="*/ 157 h 168"/>
                  <a:gd name="T44" fmla="*/ 56 w 87"/>
                  <a:gd name="T45" fmla="*/ 168 h 168"/>
                  <a:gd name="T46" fmla="*/ 67 w 87"/>
                  <a:gd name="T47" fmla="*/ 157 h 168"/>
                  <a:gd name="T48" fmla="*/ 67 w 87"/>
                  <a:gd name="T49" fmla="*/ 81 h 168"/>
                  <a:gd name="T50" fmla="*/ 67 w 87"/>
                  <a:gd name="T51" fmla="*/ 77 h 168"/>
                  <a:gd name="T52" fmla="*/ 67 w 87"/>
                  <a:gd name="T53" fmla="*/ 46 h 168"/>
                  <a:gd name="T54" fmla="*/ 67 w 87"/>
                  <a:gd name="T55" fmla="*/ 28 h 168"/>
                  <a:gd name="T56" fmla="*/ 71 w 87"/>
                  <a:gd name="T57" fmla="*/ 28 h 168"/>
                  <a:gd name="T58" fmla="*/ 71 w 87"/>
                  <a:gd name="T59" fmla="*/ 44 h 168"/>
                  <a:gd name="T60" fmla="*/ 71 w 87"/>
                  <a:gd name="T61" fmla="*/ 73 h 168"/>
                  <a:gd name="T62" fmla="*/ 79 w 87"/>
                  <a:gd name="T63" fmla="*/ 81 h 168"/>
                  <a:gd name="T64" fmla="*/ 87 w 87"/>
                  <a:gd name="T65" fmla="*/ 73 h 168"/>
                  <a:gd name="T66" fmla="*/ 87 w 87"/>
                  <a:gd name="T67" fmla="*/ 24 h 168"/>
                  <a:gd name="T68" fmla="*/ 87 w 87"/>
                  <a:gd name="T69" fmla="*/ 24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7" h="168">
                    <a:moveTo>
                      <a:pt x="87" y="24"/>
                    </a:moveTo>
                    <a:cubicBezTo>
                      <a:pt x="87" y="11"/>
                      <a:pt x="75" y="0"/>
                      <a:pt x="62" y="0"/>
                    </a:cubicBezTo>
                    <a:cubicBezTo>
                      <a:pt x="37" y="0"/>
                      <a:pt x="37" y="0"/>
                      <a:pt x="37" y="0"/>
                    </a:cubicBezTo>
                    <a:cubicBezTo>
                      <a:pt x="35" y="0"/>
                      <a:pt x="35" y="0"/>
                      <a:pt x="35" y="0"/>
                    </a:cubicBezTo>
                    <a:cubicBezTo>
                      <a:pt x="25" y="0"/>
                      <a:pt x="25" y="0"/>
                      <a:pt x="25" y="0"/>
                    </a:cubicBezTo>
                    <a:cubicBezTo>
                      <a:pt x="12" y="0"/>
                      <a:pt x="0" y="11"/>
                      <a:pt x="0" y="24"/>
                    </a:cubicBezTo>
                    <a:cubicBezTo>
                      <a:pt x="0" y="24"/>
                      <a:pt x="0" y="24"/>
                      <a:pt x="0" y="24"/>
                    </a:cubicBezTo>
                    <a:cubicBezTo>
                      <a:pt x="0" y="73"/>
                      <a:pt x="0" y="73"/>
                      <a:pt x="0" y="73"/>
                    </a:cubicBezTo>
                    <a:cubicBezTo>
                      <a:pt x="0" y="78"/>
                      <a:pt x="4" y="81"/>
                      <a:pt x="8" y="81"/>
                    </a:cubicBezTo>
                    <a:cubicBezTo>
                      <a:pt x="13" y="81"/>
                      <a:pt x="16" y="78"/>
                      <a:pt x="16" y="73"/>
                    </a:cubicBezTo>
                    <a:cubicBezTo>
                      <a:pt x="16" y="44"/>
                      <a:pt x="16" y="44"/>
                      <a:pt x="16" y="44"/>
                    </a:cubicBezTo>
                    <a:cubicBezTo>
                      <a:pt x="16" y="28"/>
                      <a:pt x="16" y="28"/>
                      <a:pt x="16" y="28"/>
                    </a:cubicBezTo>
                    <a:cubicBezTo>
                      <a:pt x="20" y="28"/>
                      <a:pt x="20" y="28"/>
                      <a:pt x="20" y="28"/>
                    </a:cubicBezTo>
                    <a:cubicBezTo>
                      <a:pt x="20" y="46"/>
                      <a:pt x="20" y="46"/>
                      <a:pt x="20" y="46"/>
                    </a:cubicBezTo>
                    <a:cubicBezTo>
                      <a:pt x="20" y="77"/>
                      <a:pt x="20" y="77"/>
                      <a:pt x="20" y="77"/>
                    </a:cubicBezTo>
                    <a:cubicBezTo>
                      <a:pt x="20" y="81"/>
                      <a:pt x="20" y="81"/>
                      <a:pt x="20" y="81"/>
                    </a:cubicBezTo>
                    <a:cubicBezTo>
                      <a:pt x="20" y="157"/>
                      <a:pt x="20" y="157"/>
                      <a:pt x="20" y="157"/>
                    </a:cubicBezTo>
                    <a:cubicBezTo>
                      <a:pt x="20" y="163"/>
                      <a:pt x="25" y="168"/>
                      <a:pt x="31" y="168"/>
                    </a:cubicBezTo>
                    <a:cubicBezTo>
                      <a:pt x="37" y="168"/>
                      <a:pt x="41" y="163"/>
                      <a:pt x="41" y="157"/>
                    </a:cubicBezTo>
                    <a:cubicBezTo>
                      <a:pt x="41" y="81"/>
                      <a:pt x="41" y="81"/>
                      <a:pt x="41" y="81"/>
                    </a:cubicBezTo>
                    <a:cubicBezTo>
                      <a:pt x="46" y="81"/>
                      <a:pt x="46" y="81"/>
                      <a:pt x="46" y="81"/>
                    </a:cubicBezTo>
                    <a:cubicBezTo>
                      <a:pt x="46" y="157"/>
                      <a:pt x="46" y="157"/>
                      <a:pt x="46" y="157"/>
                    </a:cubicBezTo>
                    <a:cubicBezTo>
                      <a:pt x="46" y="163"/>
                      <a:pt x="50" y="168"/>
                      <a:pt x="56" y="168"/>
                    </a:cubicBezTo>
                    <a:cubicBezTo>
                      <a:pt x="62" y="168"/>
                      <a:pt x="67" y="163"/>
                      <a:pt x="67" y="157"/>
                    </a:cubicBezTo>
                    <a:cubicBezTo>
                      <a:pt x="67" y="81"/>
                      <a:pt x="67" y="81"/>
                      <a:pt x="67" y="81"/>
                    </a:cubicBezTo>
                    <a:cubicBezTo>
                      <a:pt x="67" y="77"/>
                      <a:pt x="67" y="77"/>
                      <a:pt x="67" y="77"/>
                    </a:cubicBezTo>
                    <a:cubicBezTo>
                      <a:pt x="67" y="46"/>
                      <a:pt x="67" y="46"/>
                      <a:pt x="67" y="46"/>
                    </a:cubicBezTo>
                    <a:cubicBezTo>
                      <a:pt x="67" y="28"/>
                      <a:pt x="67" y="28"/>
                      <a:pt x="67" y="28"/>
                    </a:cubicBezTo>
                    <a:cubicBezTo>
                      <a:pt x="71" y="28"/>
                      <a:pt x="71" y="28"/>
                      <a:pt x="71" y="28"/>
                    </a:cubicBezTo>
                    <a:cubicBezTo>
                      <a:pt x="71" y="44"/>
                      <a:pt x="71" y="44"/>
                      <a:pt x="71" y="44"/>
                    </a:cubicBezTo>
                    <a:cubicBezTo>
                      <a:pt x="71" y="73"/>
                      <a:pt x="71" y="73"/>
                      <a:pt x="71" y="73"/>
                    </a:cubicBezTo>
                    <a:cubicBezTo>
                      <a:pt x="71" y="78"/>
                      <a:pt x="74" y="81"/>
                      <a:pt x="79" y="81"/>
                    </a:cubicBezTo>
                    <a:cubicBezTo>
                      <a:pt x="83" y="81"/>
                      <a:pt x="87" y="78"/>
                      <a:pt x="87" y="73"/>
                    </a:cubicBezTo>
                    <a:cubicBezTo>
                      <a:pt x="87" y="24"/>
                      <a:pt x="87" y="24"/>
                      <a:pt x="87" y="24"/>
                    </a:cubicBezTo>
                    <a:cubicBezTo>
                      <a:pt x="87" y="24"/>
                      <a:pt x="87" y="24"/>
                      <a:pt x="87" y="24"/>
                    </a:cubicBezTo>
                    <a:close/>
                  </a:path>
                </a:pathLst>
              </a:custGeom>
              <a:solidFill>
                <a:schemeClr val="tx1">
                  <a:lumMod val="40000"/>
                  <a:lumOff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sp>
        <p:nvSpPr>
          <p:cNvPr id="1104" name="TextBox 1103"/>
          <p:cNvSpPr txBox="1"/>
          <p:nvPr/>
        </p:nvSpPr>
        <p:spPr>
          <a:xfrm>
            <a:off x="668111" y="3509007"/>
            <a:ext cx="1037463" cy="584775"/>
          </a:xfrm>
          <a:prstGeom prst="rect">
            <a:avLst/>
          </a:prstGeom>
          <a:noFill/>
        </p:spPr>
        <p:txBody>
          <a:bodyPr wrap="none" rtlCol="0">
            <a:spAutoFit/>
          </a:bodyPr>
          <a:lstStyle/>
          <a:p>
            <a:r>
              <a:rPr lang="id-ID" sz="3200" dirty="0">
                <a:solidFill>
                  <a:schemeClr val="accent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55%</a:t>
            </a:r>
          </a:p>
        </p:txBody>
      </p:sp>
      <p:sp>
        <p:nvSpPr>
          <p:cNvPr id="1105" name="TextBox 1104"/>
          <p:cNvSpPr txBox="1"/>
          <p:nvPr/>
        </p:nvSpPr>
        <p:spPr>
          <a:xfrm>
            <a:off x="1534516" y="3550043"/>
            <a:ext cx="572593" cy="502573"/>
          </a:xfrm>
          <a:prstGeom prst="rect">
            <a:avLst/>
          </a:prstGeom>
          <a:noFill/>
        </p:spPr>
        <p:txBody>
          <a:bodyPr wrap="none" rtlCol="0">
            <a:spAutoFit/>
          </a:bodyPr>
          <a:lstStyle/>
          <a:p>
            <a:r>
              <a:rPr lang="id-ID" sz="1333"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Male</a:t>
            </a:r>
          </a:p>
          <a:p>
            <a:r>
              <a:rPr lang="id-ID" sz="1333"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user</a:t>
            </a:r>
          </a:p>
        </p:txBody>
      </p:sp>
      <p:grpSp>
        <p:nvGrpSpPr>
          <p:cNvPr id="1106" name="Group 1105"/>
          <p:cNvGrpSpPr/>
          <p:nvPr/>
        </p:nvGrpSpPr>
        <p:grpSpPr>
          <a:xfrm>
            <a:off x="744312" y="5660863"/>
            <a:ext cx="2332937" cy="450631"/>
            <a:chOff x="2481493" y="3414733"/>
            <a:chExt cx="1749703" cy="337973"/>
          </a:xfrm>
        </p:grpSpPr>
        <p:grpSp>
          <p:nvGrpSpPr>
            <p:cNvPr id="1107" name="Group 1106"/>
            <p:cNvGrpSpPr/>
            <p:nvPr/>
          </p:nvGrpSpPr>
          <p:grpSpPr>
            <a:xfrm>
              <a:off x="2481493" y="3414733"/>
              <a:ext cx="157310" cy="337973"/>
              <a:chOff x="5670652" y="1738427"/>
              <a:chExt cx="363539" cy="781050"/>
            </a:xfrm>
            <a:solidFill>
              <a:schemeClr val="accent2"/>
            </a:solidFill>
          </p:grpSpPr>
          <p:sp>
            <p:nvSpPr>
              <p:cNvPr id="1135" name="Oval 25"/>
              <p:cNvSpPr>
                <a:spLocks noChangeArrowheads="1"/>
              </p:cNvSpPr>
              <p:nvPr/>
            </p:nvSpPr>
            <p:spPr bwMode="auto">
              <a:xfrm>
                <a:off x="5781760" y="1738427"/>
                <a:ext cx="141288" cy="1397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36" name="Freeform 26"/>
              <p:cNvSpPr>
                <a:spLocks/>
              </p:cNvSpPr>
              <p:nvPr/>
            </p:nvSpPr>
            <p:spPr bwMode="auto">
              <a:xfrm>
                <a:off x="5670652" y="1889240"/>
                <a:ext cx="363539" cy="630237"/>
              </a:xfrm>
              <a:custGeom>
                <a:avLst/>
                <a:gdLst>
                  <a:gd name="T0" fmla="*/ 94 w 95"/>
                  <a:gd name="T1" fmla="*/ 64 h 167"/>
                  <a:gd name="T2" fmla="*/ 80 w 95"/>
                  <a:gd name="T3" fmla="*/ 19 h 167"/>
                  <a:gd name="T4" fmla="*/ 79 w 95"/>
                  <a:gd name="T5" fmla="*/ 18 h 167"/>
                  <a:gd name="T6" fmla="*/ 56 w 95"/>
                  <a:gd name="T7" fmla="*/ 0 h 167"/>
                  <a:gd name="T8" fmla="*/ 49 w 95"/>
                  <a:gd name="T9" fmla="*/ 0 h 167"/>
                  <a:gd name="T10" fmla="*/ 46 w 95"/>
                  <a:gd name="T11" fmla="*/ 0 h 167"/>
                  <a:gd name="T12" fmla="*/ 39 w 95"/>
                  <a:gd name="T13" fmla="*/ 0 h 167"/>
                  <a:gd name="T14" fmla="*/ 16 w 95"/>
                  <a:gd name="T15" fmla="*/ 18 h 167"/>
                  <a:gd name="T16" fmla="*/ 15 w 95"/>
                  <a:gd name="T17" fmla="*/ 19 h 167"/>
                  <a:gd name="T18" fmla="*/ 1 w 95"/>
                  <a:gd name="T19" fmla="*/ 64 h 167"/>
                  <a:gd name="T20" fmla="*/ 5 w 95"/>
                  <a:gd name="T21" fmla="*/ 73 h 167"/>
                  <a:gd name="T22" fmla="*/ 15 w 95"/>
                  <a:gd name="T23" fmla="*/ 69 h 167"/>
                  <a:gd name="T24" fmla="*/ 28 w 95"/>
                  <a:gd name="T25" fmla="*/ 25 h 167"/>
                  <a:gd name="T26" fmla="*/ 32 w 95"/>
                  <a:gd name="T27" fmla="*/ 25 h 167"/>
                  <a:gd name="T28" fmla="*/ 8 w 95"/>
                  <a:gd name="T29" fmla="*/ 100 h 167"/>
                  <a:gd name="T30" fmla="*/ 27 w 95"/>
                  <a:gd name="T31" fmla="*/ 100 h 167"/>
                  <a:gd name="T32" fmla="*/ 27 w 95"/>
                  <a:gd name="T33" fmla="*/ 158 h 167"/>
                  <a:gd name="T34" fmla="*/ 36 w 95"/>
                  <a:gd name="T35" fmla="*/ 167 h 167"/>
                  <a:gd name="T36" fmla="*/ 44 w 95"/>
                  <a:gd name="T37" fmla="*/ 158 h 167"/>
                  <a:gd name="T38" fmla="*/ 44 w 95"/>
                  <a:gd name="T39" fmla="*/ 100 h 167"/>
                  <a:gd name="T40" fmla="*/ 51 w 95"/>
                  <a:gd name="T41" fmla="*/ 100 h 167"/>
                  <a:gd name="T42" fmla="*/ 51 w 95"/>
                  <a:gd name="T43" fmla="*/ 158 h 167"/>
                  <a:gd name="T44" fmla="*/ 59 w 95"/>
                  <a:gd name="T45" fmla="*/ 167 h 167"/>
                  <a:gd name="T46" fmla="*/ 68 w 95"/>
                  <a:gd name="T47" fmla="*/ 158 h 167"/>
                  <a:gd name="T48" fmla="*/ 68 w 95"/>
                  <a:gd name="T49" fmla="*/ 100 h 167"/>
                  <a:gd name="T50" fmla="*/ 87 w 95"/>
                  <a:gd name="T51" fmla="*/ 100 h 167"/>
                  <a:gd name="T52" fmla="*/ 63 w 95"/>
                  <a:gd name="T53" fmla="*/ 25 h 167"/>
                  <a:gd name="T54" fmla="*/ 67 w 95"/>
                  <a:gd name="T55" fmla="*/ 25 h 167"/>
                  <a:gd name="T56" fmla="*/ 80 w 95"/>
                  <a:gd name="T57" fmla="*/ 69 h 167"/>
                  <a:gd name="T58" fmla="*/ 90 w 95"/>
                  <a:gd name="T59" fmla="*/ 73 h 167"/>
                  <a:gd name="T60" fmla="*/ 94 w 95"/>
                  <a:gd name="T61" fmla="*/ 6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5" h="167">
                    <a:moveTo>
                      <a:pt x="94" y="64"/>
                    </a:moveTo>
                    <a:cubicBezTo>
                      <a:pt x="80" y="19"/>
                      <a:pt x="80" y="19"/>
                      <a:pt x="80" y="19"/>
                    </a:cubicBezTo>
                    <a:cubicBezTo>
                      <a:pt x="80" y="19"/>
                      <a:pt x="79" y="18"/>
                      <a:pt x="79" y="18"/>
                    </a:cubicBezTo>
                    <a:cubicBezTo>
                      <a:pt x="74" y="4"/>
                      <a:pt x="61" y="0"/>
                      <a:pt x="56" y="0"/>
                    </a:cubicBezTo>
                    <a:cubicBezTo>
                      <a:pt x="52" y="0"/>
                      <a:pt x="53" y="0"/>
                      <a:pt x="49" y="0"/>
                    </a:cubicBezTo>
                    <a:cubicBezTo>
                      <a:pt x="48" y="0"/>
                      <a:pt x="47" y="0"/>
                      <a:pt x="46" y="0"/>
                    </a:cubicBezTo>
                    <a:cubicBezTo>
                      <a:pt x="42" y="0"/>
                      <a:pt x="43" y="0"/>
                      <a:pt x="39" y="0"/>
                    </a:cubicBezTo>
                    <a:cubicBezTo>
                      <a:pt x="34" y="0"/>
                      <a:pt x="21" y="4"/>
                      <a:pt x="16" y="18"/>
                    </a:cubicBezTo>
                    <a:cubicBezTo>
                      <a:pt x="16" y="18"/>
                      <a:pt x="15" y="19"/>
                      <a:pt x="15" y="19"/>
                    </a:cubicBezTo>
                    <a:cubicBezTo>
                      <a:pt x="1" y="64"/>
                      <a:pt x="1" y="64"/>
                      <a:pt x="1" y="64"/>
                    </a:cubicBezTo>
                    <a:cubicBezTo>
                      <a:pt x="0" y="68"/>
                      <a:pt x="2" y="72"/>
                      <a:pt x="5" y="73"/>
                    </a:cubicBezTo>
                    <a:cubicBezTo>
                      <a:pt x="9" y="74"/>
                      <a:pt x="13" y="72"/>
                      <a:pt x="15" y="69"/>
                    </a:cubicBezTo>
                    <a:cubicBezTo>
                      <a:pt x="28" y="25"/>
                      <a:pt x="28" y="25"/>
                      <a:pt x="28" y="25"/>
                    </a:cubicBezTo>
                    <a:cubicBezTo>
                      <a:pt x="32" y="25"/>
                      <a:pt x="32" y="25"/>
                      <a:pt x="32" y="25"/>
                    </a:cubicBezTo>
                    <a:cubicBezTo>
                      <a:pt x="8" y="100"/>
                      <a:pt x="8" y="100"/>
                      <a:pt x="8" y="100"/>
                    </a:cubicBezTo>
                    <a:cubicBezTo>
                      <a:pt x="27" y="100"/>
                      <a:pt x="27" y="100"/>
                      <a:pt x="27" y="100"/>
                    </a:cubicBezTo>
                    <a:cubicBezTo>
                      <a:pt x="27" y="158"/>
                      <a:pt x="27" y="158"/>
                      <a:pt x="27" y="158"/>
                    </a:cubicBezTo>
                    <a:cubicBezTo>
                      <a:pt x="27" y="163"/>
                      <a:pt x="31" y="167"/>
                      <a:pt x="36" y="167"/>
                    </a:cubicBezTo>
                    <a:cubicBezTo>
                      <a:pt x="41" y="167"/>
                      <a:pt x="44" y="163"/>
                      <a:pt x="44" y="158"/>
                    </a:cubicBezTo>
                    <a:cubicBezTo>
                      <a:pt x="44" y="100"/>
                      <a:pt x="44" y="100"/>
                      <a:pt x="44" y="100"/>
                    </a:cubicBezTo>
                    <a:cubicBezTo>
                      <a:pt x="51" y="100"/>
                      <a:pt x="51" y="100"/>
                      <a:pt x="51" y="100"/>
                    </a:cubicBezTo>
                    <a:cubicBezTo>
                      <a:pt x="51" y="158"/>
                      <a:pt x="51" y="158"/>
                      <a:pt x="51" y="158"/>
                    </a:cubicBezTo>
                    <a:cubicBezTo>
                      <a:pt x="51" y="163"/>
                      <a:pt x="54" y="167"/>
                      <a:pt x="59" y="167"/>
                    </a:cubicBezTo>
                    <a:cubicBezTo>
                      <a:pt x="64" y="167"/>
                      <a:pt x="68" y="163"/>
                      <a:pt x="68" y="158"/>
                    </a:cubicBezTo>
                    <a:cubicBezTo>
                      <a:pt x="68" y="100"/>
                      <a:pt x="68" y="100"/>
                      <a:pt x="68" y="100"/>
                    </a:cubicBezTo>
                    <a:cubicBezTo>
                      <a:pt x="87" y="100"/>
                      <a:pt x="87" y="100"/>
                      <a:pt x="87" y="100"/>
                    </a:cubicBezTo>
                    <a:cubicBezTo>
                      <a:pt x="63" y="25"/>
                      <a:pt x="63" y="25"/>
                      <a:pt x="63" y="25"/>
                    </a:cubicBezTo>
                    <a:cubicBezTo>
                      <a:pt x="67" y="25"/>
                      <a:pt x="67" y="25"/>
                      <a:pt x="67" y="25"/>
                    </a:cubicBezTo>
                    <a:cubicBezTo>
                      <a:pt x="80" y="69"/>
                      <a:pt x="80" y="69"/>
                      <a:pt x="80" y="69"/>
                    </a:cubicBezTo>
                    <a:cubicBezTo>
                      <a:pt x="82" y="72"/>
                      <a:pt x="86" y="74"/>
                      <a:pt x="90" y="73"/>
                    </a:cubicBezTo>
                    <a:cubicBezTo>
                      <a:pt x="93" y="72"/>
                      <a:pt x="95" y="68"/>
                      <a:pt x="94"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108" name="Group 1107"/>
            <p:cNvGrpSpPr/>
            <p:nvPr/>
          </p:nvGrpSpPr>
          <p:grpSpPr>
            <a:xfrm>
              <a:off x="2657709" y="3414733"/>
              <a:ext cx="157310" cy="337973"/>
              <a:chOff x="5670652" y="1738427"/>
              <a:chExt cx="363539" cy="781050"/>
            </a:xfrm>
            <a:solidFill>
              <a:schemeClr val="accent2"/>
            </a:solidFill>
          </p:grpSpPr>
          <p:sp>
            <p:nvSpPr>
              <p:cNvPr id="1133" name="Oval 25"/>
              <p:cNvSpPr>
                <a:spLocks noChangeArrowheads="1"/>
              </p:cNvSpPr>
              <p:nvPr/>
            </p:nvSpPr>
            <p:spPr bwMode="auto">
              <a:xfrm>
                <a:off x="5781760" y="1738427"/>
                <a:ext cx="141288" cy="1397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34" name="Freeform 26"/>
              <p:cNvSpPr>
                <a:spLocks/>
              </p:cNvSpPr>
              <p:nvPr/>
            </p:nvSpPr>
            <p:spPr bwMode="auto">
              <a:xfrm>
                <a:off x="5670652" y="1889240"/>
                <a:ext cx="363539" cy="630237"/>
              </a:xfrm>
              <a:custGeom>
                <a:avLst/>
                <a:gdLst>
                  <a:gd name="T0" fmla="*/ 94 w 95"/>
                  <a:gd name="T1" fmla="*/ 64 h 167"/>
                  <a:gd name="T2" fmla="*/ 80 w 95"/>
                  <a:gd name="T3" fmla="*/ 19 h 167"/>
                  <a:gd name="T4" fmla="*/ 79 w 95"/>
                  <a:gd name="T5" fmla="*/ 18 h 167"/>
                  <a:gd name="T6" fmla="*/ 56 w 95"/>
                  <a:gd name="T7" fmla="*/ 0 h 167"/>
                  <a:gd name="T8" fmla="*/ 49 w 95"/>
                  <a:gd name="T9" fmla="*/ 0 h 167"/>
                  <a:gd name="T10" fmla="*/ 46 w 95"/>
                  <a:gd name="T11" fmla="*/ 0 h 167"/>
                  <a:gd name="T12" fmla="*/ 39 w 95"/>
                  <a:gd name="T13" fmla="*/ 0 h 167"/>
                  <a:gd name="T14" fmla="*/ 16 w 95"/>
                  <a:gd name="T15" fmla="*/ 18 h 167"/>
                  <a:gd name="T16" fmla="*/ 15 w 95"/>
                  <a:gd name="T17" fmla="*/ 19 h 167"/>
                  <a:gd name="T18" fmla="*/ 1 w 95"/>
                  <a:gd name="T19" fmla="*/ 64 h 167"/>
                  <a:gd name="T20" fmla="*/ 5 w 95"/>
                  <a:gd name="T21" fmla="*/ 73 h 167"/>
                  <a:gd name="T22" fmla="*/ 15 w 95"/>
                  <a:gd name="T23" fmla="*/ 69 h 167"/>
                  <a:gd name="T24" fmla="*/ 28 w 95"/>
                  <a:gd name="T25" fmla="*/ 25 h 167"/>
                  <a:gd name="T26" fmla="*/ 32 w 95"/>
                  <a:gd name="T27" fmla="*/ 25 h 167"/>
                  <a:gd name="T28" fmla="*/ 8 w 95"/>
                  <a:gd name="T29" fmla="*/ 100 h 167"/>
                  <a:gd name="T30" fmla="*/ 27 w 95"/>
                  <a:gd name="T31" fmla="*/ 100 h 167"/>
                  <a:gd name="T32" fmla="*/ 27 w 95"/>
                  <a:gd name="T33" fmla="*/ 158 h 167"/>
                  <a:gd name="T34" fmla="*/ 36 w 95"/>
                  <a:gd name="T35" fmla="*/ 167 h 167"/>
                  <a:gd name="T36" fmla="*/ 44 w 95"/>
                  <a:gd name="T37" fmla="*/ 158 h 167"/>
                  <a:gd name="T38" fmla="*/ 44 w 95"/>
                  <a:gd name="T39" fmla="*/ 100 h 167"/>
                  <a:gd name="T40" fmla="*/ 51 w 95"/>
                  <a:gd name="T41" fmla="*/ 100 h 167"/>
                  <a:gd name="T42" fmla="*/ 51 w 95"/>
                  <a:gd name="T43" fmla="*/ 158 h 167"/>
                  <a:gd name="T44" fmla="*/ 59 w 95"/>
                  <a:gd name="T45" fmla="*/ 167 h 167"/>
                  <a:gd name="T46" fmla="*/ 68 w 95"/>
                  <a:gd name="T47" fmla="*/ 158 h 167"/>
                  <a:gd name="T48" fmla="*/ 68 w 95"/>
                  <a:gd name="T49" fmla="*/ 100 h 167"/>
                  <a:gd name="T50" fmla="*/ 87 w 95"/>
                  <a:gd name="T51" fmla="*/ 100 h 167"/>
                  <a:gd name="T52" fmla="*/ 63 w 95"/>
                  <a:gd name="T53" fmla="*/ 25 h 167"/>
                  <a:gd name="T54" fmla="*/ 67 w 95"/>
                  <a:gd name="T55" fmla="*/ 25 h 167"/>
                  <a:gd name="T56" fmla="*/ 80 w 95"/>
                  <a:gd name="T57" fmla="*/ 69 h 167"/>
                  <a:gd name="T58" fmla="*/ 90 w 95"/>
                  <a:gd name="T59" fmla="*/ 73 h 167"/>
                  <a:gd name="T60" fmla="*/ 94 w 95"/>
                  <a:gd name="T61" fmla="*/ 6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5" h="167">
                    <a:moveTo>
                      <a:pt x="94" y="64"/>
                    </a:moveTo>
                    <a:cubicBezTo>
                      <a:pt x="80" y="19"/>
                      <a:pt x="80" y="19"/>
                      <a:pt x="80" y="19"/>
                    </a:cubicBezTo>
                    <a:cubicBezTo>
                      <a:pt x="80" y="19"/>
                      <a:pt x="79" y="18"/>
                      <a:pt x="79" y="18"/>
                    </a:cubicBezTo>
                    <a:cubicBezTo>
                      <a:pt x="74" y="4"/>
                      <a:pt x="61" y="0"/>
                      <a:pt x="56" y="0"/>
                    </a:cubicBezTo>
                    <a:cubicBezTo>
                      <a:pt x="52" y="0"/>
                      <a:pt x="53" y="0"/>
                      <a:pt x="49" y="0"/>
                    </a:cubicBezTo>
                    <a:cubicBezTo>
                      <a:pt x="48" y="0"/>
                      <a:pt x="47" y="0"/>
                      <a:pt x="46" y="0"/>
                    </a:cubicBezTo>
                    <a:cubicBezTo>
                      <a:pt x="42" y="0"/>
                      <a:pt x="43" y="0"/>
                      <a:pt x="39" y="0"/>
                    </a:cubicBezTo>
                    <a:cubicBezTo>
                      <a:pt x="34" y="0"/>
                      <a:pt x="21" y="4"/>
                      <a:pt x="16" y="18"/>
                    </a:cubicBezTo>
                    <a:cubicBezTo>
                      <a:pt x="16" y="18"/>
                      <a:pt x="15" y="19"/>
                      <a:pt x="15" y="19"/>
                    </a:cubicBezTo>
                    <a:cubicBezTo>
                      <a:pt x="1" y="64"/>
                      <a:pt x="1" y="64"/>
                      <a:pt x="1" y="64"/>
                    </a:cubicBezTo>
                    <a:cubicBezTo>
                      <a:pt x="0" y="68"/>
                      <a:pt x="2" y="72"/>
                      <a:pt x="5" y="73"/>
                    </a:cubicBezTo>
                    <a:cubicBezTo>
                      <a:pt x="9" y="74"/>
                      <a:pt x="13" y="72"/>
                      <a:pt x="15" y="69"/>
                    </a:cubicBezTo>
                    <a:cubicBezTo>
                      <a:pt x="28" y="25"/>
                      <a:pt x="28" y="25"/>
                      <a:pt x="28" y="25"/>
                    </a:cubicBezTo>
                    <a:cubicBezTo>
                      <a:pt x="32" y="25"/>
                      <a:pt x="32" y="25"/>
                      <a:pt x="32" y="25"/>
                    </a:cubicBezTo>
                    <a:cubicBezTo>
                      <a:pt x="8" y="100"/>
                      <a:pt x="8" y="100"/>
                      <a:pt x="8" y="100"/>
                    </a:cubicBezTo>
                    <a:cubicBezTo>
                      <a:pt x="27" y="100"/>
                      <a:pt x="27" y="100"/>
                      <a:pt x="27" y="100"/>
                    </a:cubicBezTo>
                    <a:cubicBezTo>
                      <a:pt x="27" y="158"/>
                      <a:pt x="27" y="158"/>
                      <a:pt x="27" y="158"/>
                    </a:cubicBezTo>
                    <a:cubicBezTo>
                      <a:pt x="27" y="163"/>
                      <a:pt x="31" y="167"/>
                      <a:pt x="36" y="167"/>
                    </a:cubicBezTo>
                    <a:cubicBezTo>
                      <a:pt x="41" y="167"/>
                      <a:pt x="44" y="163"/>
                      <a:pt x="44" y="158"/>
                    </a:cubicBezTo>
                    <a:cubicBezTo>
                      <a:pt x="44" y="100"/>
                      <a:pt x="44" y="100"/>
                      <a:pt x="44" y="100"/>
                    </a:cubicBezTo>
                    <a:cubicBezTo>
                      <a:pt x="51" y="100"/>
                      <a:pt x="51" y="100"/>
                      <a:pt x="51" y="100"/>
                    </a:cubicBezTo>
                    <a:cubicBezTo>
                      <a:pt x="51" y="158"/>
                      <a:pt x="51" y="158"/>
                      <a:pt x="51" y="158"/>
                    </a:cubicBezTo>
                    <a:cubicBezTo>
                      <a:pt x="51" y="163"/>
                      <a:pt x="54" y="167"/>
                      <a:pt x="59" y="167"/>
                    </a:cubicBezTo>
                    <a:cubicBezTo>
                      <a:pt x="64" y="167"/>
                      <a:pt x="68" y="163"/>
                      <a:pt x="68" y="158"/>
                    </a:cubicBezTo>
                    <a:cubicBezTo>
                      <a:pt x="68" y="100"/>
                      <a:pt x="68" y="100"/>
                      <a:pt x="68" y="100"/>
                    </a:cubicBezTo>
                    <a:cubicBezTo>
                      <a:pt x="87" y="100"/>
                      <a:pt x="87" y="100"/>
                      <a:pt x="87" y="100"/>
                    </a:cubicBezTo>
                    <a:cubicBezTo>
                      <a:pt x="63" y="25"/>
                      <a:pt x="63" y="25"/>
                      <a:pt x="63" y="25"/>
                    </a:cubicBezTo>
                    <a:cubicBezTo>
                      <a:pt x="67" y="25"/>
                      <a:pt x="67" y="25"/>
                      <a:pt x="67" y="25"/>
                    </a:cubicBezTo>
                    <a:cubicBezTo>
                      <a:pt x="80" y="69"/>
                      <a:pt x="80" y="69"/>
                      <a:pt x="80" y="69"/>
                    </a:cubicBezTo>
                    <a:cubicBezTo>
                      <a:pt x="82" y="72"/>
                      <a:pt x="86" y="74"/>
                      <a:pt x="90" y="73"/>
                    </a:cubicBezTo>
                    <a:cubicBezTo>
                      <a:pt x="93" y="72"/>
                      <a:pt x="95" y="68"/>
                      <a:pt x="94"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109" name="Group 1108"/>
            <p:cNvGrpSpPr/>
            <p:nvPr/>
          </p:nvGrpSpPr>
          <p:grpSpPr>
            <a:xfrm>
              <a:off x="2833924" y="3414733"/>
              <a:ext cx="157310" cy="337973"/>
              <a:chOff x="5670652" y="1738427"/>
              <a:chExt cx="363539" cy="781050"/>
            </a:xfrm>
            <a:solidFill>
              <a:schemeClr val="accent2"/>
            </a:solidFill>
          </p:grpSpPr>
          <p:sp>
            <p:nvSpPr>
              <p:cNvPr id="1131" name="Oval 25"/>
              <p:cNvSpPr>
                <a:spLocks noChangeArrowheads="1"/>
              </p:cNvSpPr>
              <p:nvPr/>
            </p:nvSpPr>
            <p:spPr bwMode="auto">
              <a:xfrm>
                <a:off x="5781760" y="1738427"/>
                <a:ext cx="141288" cy="1397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32" name="Freeform 26"/>
              <p:cNvSpPr>
                <a:spLocks/>
              </p:cNvSpPr>
              <p:nvPr/>
            </p:nvSpPr>
            <p:spPr bwMode="auto">
              <a:xfrm>
                <a:off x="5670652" y="1889240"/>
                <a:ext cx="363539" cy="630237"/>
              </a:xfrm>
              <a:custGeom>
                <a:avLst/>
                <a:gdLst>
                  <a:gd name="T0" fmla="*/ 94 w 95"/>
                  <a:gd name="T1" fmla="*/ 64 h 167"/>
                  <a:gd name="T2" fmla="*/ 80 w 95"/>
                  <a:gd name="T3" fmla="*/ 19 h 167"/>
                  <a:gd name="T4" fmla="*/ 79 w 95"/>
                  <a:gd name="T5" fmla="*/ 18 h 167"/>
                  <a:gd name="T6" fmla="*/ 56 w 95"/>
                  <a:gd name="T7" fmla="*/ 0 h 167"/>
                  <a:gd name="T8" fmla="*/ 49 w 95"/>
                  <a:gd name="T9" fmla="*/ 0 h 167"/>
                  <a:gd name="T10" fmla="*/ 46 w 95"/>
                  <a:gd name="T11" fmla="*/ 0 h 167"/>
                  <a:gd name="T12" fmla="*/ 39 w 95"/>
                  <a:gd name="T13" fmla="*/ 0 h 167"/>
                  <a:gd name="T14" fmla="*/ 16 w 95"/>
                  <a:gd name="T15" fmla="*/ 18 h 167"/>
                  <a:gd name="T16" fmla="*/ 15 w 95"/>
                  <a:gd name="T17" fmla="*/ 19 h 167"/>
                  <a:gd name="T18" fmla="*/ 1 w 95"/>
                  <a:gd name="T19" fmla="*/ 64 h 167"/>
                  <a:gd name="T20" fmla="*/ 5 w 95"/>
                  <a:gd name="T21" fmla="*/ 73 h 167"/>
                  <a:gd name="T22" fmla="*/ 15 w 95"/>
                  <a:gd name="T23" fmla="*/ 69 h 167"/>
                  <a:gd name="T24" fmla="*/ 28 w 95"/>
                  <a:gd name="T25" fmla="*/ 25 h 167"/>
                  <a:gd name="T26" fmla="*/ 32 w 95"/>
                  <a:gd name="T27" fmla="*/ 25 h 167"/>
                  <a:gd name="T28" fmla="*/ 8 w 95"/>
                  <a:gd name="T29" fmla="*/ 100 h 167"/>
                  <a:gd name="T30" fmla="*/ 27 w 95"/>
                  <a:gd name="T31" fmla="*/ 100 h 167"/>
                  <a:gd name="T32" fmla="*/ 27 w 95"/>
                  <a:gd name="T33" fmla="*/ 158 h 167"/>
                  <a:gd name="T34" fmla="*/ 36 w 95"/>
                  <a:gd name="T35" fmla="*/ 167 h 167"/>
                  <a:gd name="T36" fmla="*/ 44 w 95"/>
                  <a:gd name="T37" fmla="*/ 158 h 167"/>
                  <a:gd name="T38" fmla="*/ 44 w 95"/>
                  <a:gd name="T39" fmla="*/ 100 h 167"/>
                  <a:gd name="T40" fmla="*/ 51 w 95"/>
                  <a:gd name="T41" fmla="*/ 100 h 167"/>
                  <a:gd name="T42" fmla="*/ 51 w 95"/>
                  <a:gd name="T43" fmla="*/ 158 h 167"/>
                  <a:gd name="T44" fmla="*/ 59 w 95"/>
                  <a:gd name="T45" fmla="*/ 167 h 167"/>
                  <a:gd name="T46" fmla="*/ 68 w 95"/>
                  <a:gd name="T47" fmla="*/ 158 h 167"/>
                  <a:gd name="T48" fmla="*/ 68 w 95"/>
                  <a:gd name="T49" fmla="*/ 100 h 167"/>
                  <a:gd name="T50" fmla="*/ 87 w 95"/>
                  <a:gd name="T51" fmla="*/ 100 h 167"/>
                  <a:gd name="T52" fmla="*/ 63 w 95"/>
                  <a:gd name="T53" fmla="*/ 25 h 167"/>
                  <a:gd name="T54" fmla="*/ 67 w 95"/>
                  <a:gd name="T55" fmla="*/ 25 h 167"/>
                  <a:gd name="T56" fmla="*/ 80 w 95"/>
                  <a:gd name="T57" fmla="*/ 69 h 167"/>
                  <a:gd name="T58" fmla="*/ 90 w 95"/>
                  <a:gd name="T59" fmla="*/ 73 h 167"/>
                  <a:gd name="T60" fmla="*/ 94 w 95"/>
                  <a:gd name="T61" fmla="*/ 6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5" h="167">
                    <a:moveTo>
                      <a:pt x="94" y="64"/>
                    </a:moveTo>
                    <a:cubicBezTo>
                      <a:pt x="80" y="19"/>
                      <a:pt x="80" y="19"/>
                      <a:pt x="80" y="19"/>
                    </a:cubicBezTo>
                    <a:cubicBezTo>
                      <a:pt x="80" y="19"/>
                      <a:pt x="79" y="18"/>
                      <a:pt x="79" y="18"/>
                    </a:cubicBezTo>
                    <a:cubicBezTo>
                      <a:pt x="74" y="4"/>
                      <a:pt x="61" y="0"/>
                      <a:pt x="56" y="0"/>
                    </a:cubicBezTo>
                    <a:cubicBezTo>
                      <a:pt x="52" y="0"/>
                      <a:pt x="53" y="0"/>
                      <a:pt x="49" y="0"/>
                    </a:cubicBezTo>
                    <a:cubicBezTo>
                      <a:pt x="48" y="0"/>
                      <a:pt x="47" y="0"/>
                      <a:pt x="46" y="0"/>
                    </a:cubicBezTo>
                    <a:cubicBezTo>
                      <a:pt x="42" y="0"/>
                      <a:pt x="43" y="0"/>
                      <a:pt x="39" y="0"/>
                    </a:cubicBezTo>
                    <a:cubicBezTo>
                      <a:pt x="34" y="0"/>
                      <a:pt x="21" y="4"/>
                      <a:pt x="16" y="18"/>
                    </a:cubicBezTo>
                    <a:cubicBezTo>
                      <a:pt x="16" y="18"/>
                      <a:pt x="15" y="19"/>
                      <a:pt x="15" y="19"/>
                    </a:cubicBezTo>
                    <a:cubicBezTo>
                      <a:pt x="1" y="64"/>
                      <a:pt x="1" y="64"/>
                      <a:pt x="1" y="64"/>
                    </a:cubicBezTo>
                    <a:cubicBezTo>
                      <a:pt x="0" y="68"/>
                      <a:pt x="2" y="72"/>
                      <a:pt x="5" y="73"/>
                    </a:cubicBezTo>
                    <a:cubicBezTo>
                      <a:pt x="9" y="74"/>
                      <a:pt x="13" y="72"/>
                      <a:pt x="15" y="69"/>
                    </a:cubicBezTo>
                    <a:cubicBezTo>
                      <a:pt x="28" y="25"/>
                      <a:pt x="28" y="25"/>
                      <a:pt x="28" y="25"/>
                    </a:cubicBezTo>
                    <a:cubicBezTo>
                      <a:pt x="32" y="25"/>
                      <a:pt x="32" y="25"/>
                      <a:pt x="32" y="25"/>
                    </a:cubicBezTo>
                    <a:cubicBezTo>
                      <a:pt x="8" y="100"/>
                      <a:pt x="8" y="100"/>
                      <a:pt x="8" y="100"/>
                    </a:cubicBezTo>
                    <a:cubicBezTo>
                      <a:pt x="27" y="100"/>
                      <a:pt x="27" y="100"/>
                      <a:pt x="27" y="100"/>
                    </a:cubicBezTo>
                    <a:cubicBezTo>
                      <a:pt x="27" y="158"/>
                      <a:pt x="27" y="158"/>
                      <a:pt x="27" y="158"/>
                    </a:cubicBezTo>
                    <a:cubicBezTo>
                      <a:pt x="27" y="163"/>
                      <a:pt x="31" y="167"/>
                      <a:pt x="36" y="167"/>
                    </a:cubicBezTo>
                    <a:cubicBezTo>
                      <a:pt x="41" y="167"/>
                      <a:pt x="44" y="163"/>
                      <a:pt x="44" y="158"/>
                    </a:cubicBezTo>
                    <a:cubicBezTo>
                      <a:pt x="44" y="100"/>
                      <a:pt x="44" y="100"/>
                      <a:pt x="44" y="100"/>
                    </a:cubicBezTo>
                    <a:cubicBezTo>
                      <a:pt x="51" y="100"/>
                      <a:pt x="51" y="100"/>
                      <a:pt x="51" y="100"/>
                    </a:cubicBezTo>
                    <a:cubicBezTo>
                      <a:pt x="51" y="158"/>
                      <a:pt x="51" y="158"/>
                      <a:pt x="51" y="158"/>
                    </a:cubicBezTo>
                    <a:cubicBezTo>
                      <a:pt x="51" y="163"/>
                      <a:pt x="54" y="167"/>
                      <a:pt x="59" y="167"/>
                    </a:cubicBezTo>
                    <a:cubicBezTo>
                      <a:pt x="64" y="167"/>
                      <a:pt x="68" y="163"/>
                      <a:pt x="68" y="158"/>
                    </a:cubicBezTo>
                    <a:cubicBezTo>
                      <a:pt x="68" y="100"/>
                      <a:pt x="68" y="100"/>
                      <a:pt x="68" y="100"/>
                    </a:cubicBezTo>
                    <a:cubicBezTo>
                      <a:pt x="87" y="100"/>
                      <a:pt x="87" y="100"/>
                      <a:pt x="87" y="100"/>
                    </a:cubicBezTo>
                    <a:cubicBezTo>
                      <a:pt x="63" y="25"/>
                      <a:pt x="63" y="25"/>
                      <a:pt x="63" y="25"/>
                    </a:cubicBezTo>
                    <a:cubicBezTo>
                      <a:pt x="67" y="25"/>
                      <a:pt x="67" y="25"/>
                      <a:pt x="67" y="25"/>
                    </a:cubicBezTo>
                    <a:cubicBezTo>
                      <a:pt x="80" y="69"/>
                      <a:pt x="80" y="69"/>
                      <a:pt x="80" y="69"/>
                    </a:cubicBezTo>
                    <a:cubicBezTo>
                      <a:pt x="82" y="72"/>
                      <a:pt x="86" y="74"/>
                      <a:pt x="90" y="73"/>
                    </a:cubicBezTo>
                    <a:cubicBezTo>
                      <a:pt x="93" y="72"/>
                      <a:pt x="95" y="68"/>
                      <a:pt x="94"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110" name="Group 1109"/>
            <p:cNvGrpSpPr/>
            <p:nvPr/>
          </p:nvGrpSpPr>
          <p:grpSpPr>
            <a:xfrm>
              <a:off x="3010140" y="3414733"/>
              <a:ext cx="157310" cy="337973"/>
              <a:chOff x="5670652" y="1738427"/>
              <a:chExt cx="363539" cy="781050"/>
            </a:xfrm>
            <a:solidFill>
              <a:schemeClr val="accent2"/>
            </a:solidFill>
          </p:grpSpPr>
          <p:sp>
            <p:nvSpPr>
              <p:cNvPr id="1129" name="Oval 25"/>
              <p:cNvSpPr>
                <a:spLocks noChangeArrowheads="1"/>
              </p:cNvSpPr>
              <p:nvPr/>
            </p:nvSpPr>
            <p:spPr bwMode="auto">
              <a:xfrm>
                <a:off x="5781760" y="1738427"/>
                <a:ext cx="141288" cy="1397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30" name="Freeform 26"/>
              <p:cNvSpPr>
                <a:spLocks/>
              </p:cNvSpPr>
              <p:nvPr/>
            </p:nvSpPr>
            <p:spPr bwMode="auto">
              <a:xfrm>
                <a:off x="5670652" y="1889240"/>
                <a:ext cx="363539" cy="630237"/>
              </a:xfrm>
              <a:custGeom>
                <a:avLst/>
                <a:gdLst>
                  <a:gd name="T0" fmla="*/ 94 w 95"/>
                  <a:gd name="T1" fmla="*/ 64 h 167"/>
                  <a:gd name="T2" fmla="*/ 80 w 95"/>
                  <a:gd name="T3" fmla="*/ 19 h 167"/>
                  <a:gd name="T4" fmla="*/ 79 w 95"/>
                  <a:gd name="T5" fmla="*/ 18 h 167"/>
                  <a:gd name="T6" fmla="*/ 56 w 95"/>
                  <a:gd name="T7" fmla="*/ 0 h 167"/>
                  <a:gd name="T8" fmla="*/ 49 w 95"/>
                  <a:gd name="T9" fmla="*/ 0 h 167"/>
                  <a:gd name="T10" fmla="*/ 46 w 95"/>
                  <a:gd name="T11" fmla="*/ 0 h 167"/>
                  <a:gd name="T12" fmla="*/ 39 w 95"/>
                  <a:gd name="T13" fmla="*/ 0 h 167"/>
                  <a:gd name="T14" fmla="*/ 16 w 95"/>
                  <a:gd name="T15" fmla="*/ 18 h 167"/>
                  <a:gd name="T16" fmla="*/ 15 w 95"/>
                  <a:gd name="T17" fmla="*/ 19 h 167"/>
                  <a:gd name="T18" fmla="*/ 1 w 95"/>
                  <a:gd name="T19" fmla="*/ 64 h 167"/>
                  <a:gd name="T20" fmla="*/ 5 w 95"/>
                  <a:gd name="T21" fmla="*/ 73 h 167"/>
                  <a:gd name="T22" fmla="*/ 15 w 95"/>
                  <a:gd name="T23" fmla="*/ 69 h 167"/>
                  <a:gd name="T24" fmla="*/ 28 w 95"/>
                  <a:gd name="T25" fmla="*/ 25 h 167"/>
                  <a:gd name="T26" fmla="*/ 32 w 95"/>
                  <a:gd name="T27" fmla="*/ 25 h 167"/>
                  <a:gd name="T28" fmla="*/ 8 w 95"/>
                  <a:gd name="T29" fmla="*/ 100 h 167"/>
                  <a:gd name="T30" fmla="*/ 27 w 95"/>
                  <a:gd name="T31" fmla="*/ 100 h 167"/>
                  <a:gd name="T32" fmla="*/ 27 w 95"/>
                  <a:gd name="T33" fmla="*/ 158 h 167"/>
                  <a:gd name="T34" fmla="*/ 36 w 95"/>
                  <a:gd name="T35" fmla="*/ 167 h 167"/>
                  <a:gd name="T36" fmla="*/ 44 w 95"/>
                  <a:gd name="T37" fmla="*/ 158 h 167"/>
                  <a:gd name="T38" fmla="*/ 44 w 95"/>
                  <a:gd name="T39" fmla="*/ 100 h 167"/>
                  <a:gd name="T40" fmla="*/ 51 w 95"/>
                  <a:gd name="T41" fmla="*/ 100 h 167"/>
                  <a:gd name="T42" fmla="*/ 51 w 95"/>
                  <a:gd name="T43" fmla="*/ 158 h 167"/>
                  <a:gd name="T44" fmla="*/ 59 w 95"/>
                  <a:gd name="T45" fmla="*/ 167 h 167"/>
                  <a:gd name="T46" fmla="*/ 68 w 95"/>
                  <a:gd name="T47" fmla="*/ 158 h 167"/>
                  <a:gd name="T48" fmla="*/ 68 w 95"/>
                  <a:gd name="T49" fmla="*/ 100 h 167"/>
                  <a:gd name="T50" fmla="*/ 87 w 95"/>
                  <a:gd name="T51" fmla="*/ 100 h 167"/>
                  <a:gd name="T52" fmla="*/ 63 w 95"/>
                  <a:gd name="T53" fmla="*/ 25 h 167"/>
                  <a:gd name="T54" fmla="*/ 67 w 95"/>
                  <a:gd name="T55" fmla="*/ 25 h 167"/>
                  <a:gd name="T56" fmla="*/ 80 w 95"/>
                  <a:gd name="T57" fmla="*/ 69 h 167"/>
                  <a:gd name="T58" fmla="*/ 90 w 95"/>
                  <a:gd name="T59" fmla="*/ 73 h 167"/>
                  <a:gd name="T60" fmla="*/ 94 w 95"/>
                  <a:gd name="T61" fmla="*/ 6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5" h="167">
                    <a:moveTo>
                      <a:pt x="94" y="64"/>
                    </a:moveTo>
                    <a:cubicBezTo>
                      <a:pt x="80" y="19"/>
                      <a:pt x="80" y="19"/>
                      <a:pt x="80" y="19"/>
                    </a:cubicBezTo>
                    <a:cubicBezTo>
                      <a:pt x="80" y="19"/>
                      <a:pt x="79" y="18"/>
                      <a:pt x="79" y="18"/>
                    </a:cubicBezTo>
                    <a:cubicBezTo>
                      <a:pt x="74" y="4"/>
                      <a:pt x="61" y="0"/>
                      <a:pt x="56" y="0"/>
                    </a:cubicBezTo>
                    <a:cubicBezTo>
                      <a:pt x="52" y="0"/>
                      <a:pt x="53" y="0"/>
                      <a:pt x="49" y="0"/>
                    </a:cubicBezTo>
                    <a:cubicBezTo>
                      <a:pt x="48" y="0"/>
                      <a:pt x="47" y="0"/>
                      <a:pt x="46" y="0"/>
                    </a:cubicBezTo>
                    <a:cubicBezTo>
                      <a:pt x="42" y="0"/>
                      <a:pt x="43" y="0"/>
                      <a:pt x="39" y="0"/>
                    </a:cubicBezTo>
                    <a:cubicBezTo>
                      <a:pt x="34" y="0"/>
                      <a:pt x="21" y="4"/>
                      <a:pt x="16" y="18"/>
                    </a:cubicBezTo>
                    <a:cubicBezTo>
                      <a:pt x="16" y="18"/>
                      <a:pt x="15" y="19"/>
                      <a:pt x="15" y="19"/>
                    </a:cubicBezTo>
                    <a:cubicBezTo>
                      <a:pt x="1" y="64"/>
                      <a:pt x="1" y="64"/>
                      <a:pt x="1" y="64"/>
                    </a:cubicBezTo>
                    <a:cubicBezTo>
                      <a:pt x="0" y="68"/>
                      <a:pt x="2" y="72"/>
                      <a:pt x="5" y="73"/>
                    </a:cubicBezTo>
                    <a:cubicBezTo>
                      <a:pt x="9" y="74"/>
                      <a:pt x="13" y="72"/>
                      <a:pt x="15" y="69"/>
                    </a:cubicBezTo>
                    <a:cubicBezTo>
                      <a:pt x="28" y="25"/>
                      <a:pt x="28" y="25"/>
                      <a:pt x="28" y="25"/>
                    </a:cubicBezTo>
                    <a:cubicBezTo>
                      <a:pt x="32" y="25"/>
                      <a:pt x="32" y="25"/>
                      <a:pt x="32" y="25"/>
                    </a:cubicBezTo>
                    <a:cubicBezTo>
                      <a:pt x="8" y="100"/>
                      <a:pt x="8" y="100"/>
                      <a:pt x="8" y="100"/>
                    </a:cubicBezTo>
                    <a:cubicBezTo>
                      <a:pt x="27" y="100"/>
                      <a:pt x="27" y="100"/>
                      <a:pt x="27" y="100"/>
                    </a:cubicBezTo>
                    <a:cubicBezTo>
                      <a:pt x="27" y="158"/>
                      <a:pt x="27" y="158"/>
                      <a:pt x="27" y="158"/>
                    </a:cubicBezTo>
                    <a:cubicBezTo>
                      <a:pt x="27" y="163"/>
                      <a:pt x="31" y="167"/>
                      <a:pt x="36" y="167"/>
                    </a:cubicBezTo>
                    <a:cubicBezTo>
                      <a:pt x="41" y="167"/>
                      <a:pt x="44" y="163"/>
                      <a:pt x="44" y="158"/>
                    </a:cubicBezTo>
                    <a:cubicBezTo>
                      <a:pt x="44" y="100"/>
                      <a:pt x="44" y="100"/>
                      <a:pt x="44" y="100"/>
                    </a:cubicBezTo>
                    <a:cubicBezTo>
                      <a:pt x="51" y="100"/>
                      <a:pt x="51" y="100"/>
                      <a:pt x="51" y="100"/>
                    </a:cubicBezTo>
                    <a:cubicBezTo>
                      <a:pt x="51" y="158"/>
                      <a:pt x="51" y="158"/>
                      <a:pt x="51" y="158"/>
                    </a:cubicBezTo>
                    <a:cubicBezTo>
                      <a:pt x="51" y="163"/>
                      <a:pt x="54" y="167"/>
                      <a:pt x="59" y="167"/>
                    </a:cubicBezTo>
                    <a:cubicBezTo>
                      <a:pt x="64" y="167"/>
                      <a:pt x="68" y="163"/>
                      <a:pt x="68" y="158"/>
                    </a:cubicBezTo>
                    <a:cubicBezTo>
                      <a:pt x="68" y="100"/>
                      <a:pt x="68" y="100"/>
                      <a:pt x="68" y="100"/>
                    </a:cubicBezTo>
                    <a:cubicBezTo>
                      <a:pt x="87" y="100"/>
                      <a:pt x="87" y="100"/>
                      <a:pt x="87" y="100"/>
                    </a:cubicBezTo>
                    <a:cubicBezTo>
                      <a:pt x="63" y="25"/>
                      <a:pt x="63" y="25"/>
                      <a:pt x="63" y="25"/>
                    </a:cubicBezTo>
                    <a:cubicBezTo>
                      <a:pt x="67" y="25"/>
                      <a:pt x="67" y="25"/>
                      <a:pt x="67" y="25"/>
                    </a:cubicBezTo>
                    <a:cubicBezTo>
                      <a:pt x="80" y="69"/>
                      <a:pt x="80" y="69"/>
                      <a:pt x="80" y="69"/>
                    </a:cubicBezTo>
                    <a:cubicBezTo>
                      <a:pt x="82" y="72"/>
                      <a:pt x="86" y="74"/>
                      <a:pt x="90" y="73"/>
                    </a:cubicBezTo>
                    <a:cubicBezTo>
                      <a:pt x="93" y="72"/>
                      <a:pt x="95" y="68"/>
                      <a:pt x="94"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111" name="Group 1110"/>
            <p:cNvGrpSpPr/>
            <p:nvPr/>
          </p:nvGrpSpPr>
          <p:grpSpPr>
            <a:xfrm>
              <a:off x="3186355" y="3414733"/>
              <a:ext cx="157310" cy="337973"/>
              <a:chOff x="5670652" y="1738427"/>
              <a:chExt cx="363539" cy="781050"/>
            </a:xfrm>
            <a:solidFill>
              <a:schemeClr val="accent2"/>
            </a:solidFill>
          </p:grpSpPr>
          <p:sp>
            <p:nvSpPr>
              <p:cNvPr id="1127" name="Oval 25"/>
              <p:cNvSpPr>
                <a:spLocks noChangeArrowheads="1"/>
              </p:cNvSpPr>
              <p:nvPr/>
            </p:nvSpPr>
            <p:spPr bwMode="auto">
              <a:xfrm>
                <a:off x="5781760" y="1738427"/>
                <a:ext cx="141288" cy="1397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28" name="Freeform 26"/>
              <p:cNvSpPr>
                <a:spLocks/>
              </p:cNvSpPr>
              <p:nvPr/>
            </p:nvSpPr>
            <p:spPr bwMode="auto">
              <a:xfrm>
                <a:off x="5670652" y="1889240"/>
                <a:ext cx="363539" cy="630237"/>
              </a:xfrm>
              <a:custGeom>
                <a:avLst/>
                <a:gdLst>
                  <a:gd name="T0" fmla="*/ 94 w 95"/>
                  <a:gd name="T1" fmla="*/ 64 h 167"/>
                  <a:gd name="T2" fmla="*/ 80 w 95"/>
                  <a:gd name="T3" fmla="*/ 19 h 167"/>
                  <a:gd name="T4" fmla="*/ 79 w 95"/>
                  <a:gd name="T5" fmla="*/ 18 h 167"/>
                  <a:gd name="T6" fmla="*/ 56 w 95"/>
                  <a:gd name="T7" fmla="*/ 0 h 167"/>
                  <a:gd name="T8" fmla="*/ 49 w 95"/>
                  <a:gd name="T9" fmla="*/ 0 h 167"/>
                  <a:gd name="T10" fmla="*/ 46 w 95"/>
                  <a:gd name="T11" fmla="*/ 0 h 167"/>
                  <a:gd name="T12" fmla="*/ 39 w 95"/>
                  <a:gd name="T13" fmla="*/ 0 h 167"/>
                  <a:gd name="T14" fmla="*/ 16 w 95"/>
                  <a:gd name="T15" fmla="*/ 18 h 167"/>
                  <a:gd name="T16" fmla="*/ 15 w 95"/>
                  <a:gd name="T17" fmla="*/ 19 h 167"/>
                  <a:gd name="T18" fmla="*/ 1 w 95"/>
                  <a:gd name="T19" fmla="*/ 64 h 167"/>
                  <a:gd name="T20" fmla="*/ 5 w 95"/>
                  <a:gd name="T21" fmla="*/ 73 h 167"/>
                  <a:gd name="T22" fmla="*/ 15 w 95"/>
                  <a:gd name="T23" fmla="*/ 69 h 167"/>
                  <a:gd name="T24" fmla="*/ 28 w 95"/>
                  <a:gd name="T25" fmla="*/ 25 h 167"/>
                  <a:gd name="T26" fmla="*/ 32 w 95"/>
                  <a:gd name="T27" fmla="*/ 25 h 167"/>
                  <a:gd name="T28" fmla="*/ 8 w 95"/>
                  <a:gd name="T29" fmla="*/ 100 h 167"/>
                  <a:gd name="T30" fmla="*/ 27 w 95"/>
                  <a:gd name="T31" fmla="*/ 100 h 167"/>
                  <a:gd name="T32" fmla="*/ 27 w 95"/>
                  <a:gd name="T33" fmla="*/ 158 h 167"/>
                  <a:gd name="T34" fmla="*/ 36 w 95"/>
                  <a:gd name="T35" fmla="*/ 167 h 167"/>
                  <a:gd name="T36" fmla="*/ 44 w 95"/>
                  <a:gd name="T37" fmla="*/ 158 h 167"/>
                  <a:gd name="T38" fmla="*/ 44 w 95"/>
                  <a:gd name="T39" fmla="*/ 100 h 167"/>
                  <a:gd name="T40" fmla="*/ 51 w 95"/>
                  <a:gd name="T41" fmla="*/ 100 h 167"/>
                  <a:gd name="T42" fmla="*/ 51 w 95"/>
                  <a:gd name="T43" fmla="*/ 158 h 167"/>
                  <a:gd name="T44" fmla="*/ 59 w 95"/>
                  <a:gd name="T45" fmla="*/ 167 h 167"/>
                  <a:gd name="T46" fmla="*/ 68 w 95"/>
                  <a:gd name="T47" fmla="*/ 158 h 167"/>
                  <a:gd name="T48" fmla="*/ 68 w 95"/>
                  <a:gd name="T49" fmla="*/ 100 h 167"/>
                  <a:gd name="T50" fmla="*/ 87 w 95"/>
                  <a:gd name="T51" fmla="*/ 100 h 167"/>
                  <a:gd name="T52" fmla="*/ 63 w 95"/>
                  <a:gd name="T53" fmla="*/ 25 h 167"/>
                  <a:gd name="T54" fmla="*/ 67 w 95"/>
                  <a:gd name="T55" fmla="*/ 25 h 167"/>
                  <a:gd name="T56" fmla="*/ 80 w 95"/>
                  <a:gd name="T57" fmla="*/ 69 h 167"/>
                  <a:gd name="T58" fmla="*/ 90 w 95"/>
                  <a:gd name="T59" fmla="*/ 73 h 167"/>
                  <a:gd name="T60" fmla="*/ 94 w 95"/>
                  <a:gd name="T61" fmla="*/ 6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5" h="167">
                    <a:moveTo>
                      <a:pt x="94" y="64"/>
                    </a:moveTo>
                    <a:cubicBezTo>
                      <a:pt x="80" y="19"/>
                      <a:pt x="80" y="19"/>
                      <a:pt x="80" y="19"/>
                    </a:cubicBezTo>
                    <a:cubicBezTo>
                      <a:pt x="80" y="19"/>
                      <a:pt x="79" y="18"/>
                      <a:pt x="79" y="18"/>
                    </a:cubicBezTo>
                    <a:cubicBezTo>
                      <a:pt x="74" y="4"/>
                      <a:pt x="61" y="0"/>
                      <a:pt x="56" y="0"/>
                    </a:cubicBezTo>
                    <a:cubicBezTo>
                      <a:pt x="52" y="0"/>
                      <a:pt x="53" y="0"/>
                      <a:pt x="49" y="0"/>
                    </a:cubicBezTo>
                    <a:cubicBezTo>
                      <a:pt x="48" y="0"/>
                      <a:pt x="47" y="0"/>
                      <a:pt x="46" y="0"/>
                    </a:cubicBezTo>
                    <a:cubicBezTo>
                      <a:pt x="42" y="0"/>
                      <a:pt x="43" y="0"/>
                      <a:pt x="39" y="0"/>
                    </a:cubicBezTo>
                    <a:cubicBezTo>
                      <a:pt x="34" y="0"/>
                      <a:pt x="21" y="4"/>
                      <a:pt x="16" y="18"/>
                    </a:cubicBezTo>
                    <a:cubicBezTo>
                      <a:pt x="16" y="18"/>
                      <a:pt x="15" y="19"/>
                      <a:pt x="15" y="19"/>
                    </a:cubicBezTo>
                    <a:cubicBezTo>
                      <a:pt x="1" y="64"/>
                      <a:pt x="1" y="64"/>
                      <a:pt x="1" y="64"/>
                    </a:cubicBezTo>
                    <a:cubicBezTo>
                      <a:pt x="0" y="68"/>
                      <a:pt x="2" y="72"/>
                      <a:pt x="5" y="73"/>
                    </a:cubicBezTo>
                    <a:cubicBezTo>
                      <a:pt x="9" y="74"/>
                      <a:pt x="13" y="72"/>
                      <a:pt x="15" y="69"/>
                    </a:cubicBezTo>
                    <a:cubicBezTo>
                      <a:pt x="28" y="25"/>
                      <a:pt x="28" y="25"/>
                      <a:pt x="28" y="25"/>
                    </a:cubicBezTo>
                    <a:cubicBezTo>
                      <a:pt x="32" y="25"/>
                      <a:pt x="32" y="25"/>
                      <a:pt x="32" y="25"/>
                    </a:cubicBezTo>
                    <a:cubicBezTo>
                      <a:pt x="8" y="100"/>
                      <a:pt x="8" y="100"/>
                      <a:pt x="8" y="100"/>
                    </a:cubicBezTo>
                    <a:cubicBezTo>
                      <a:pt x="27" y="100"/>
                      <a:pt x="27" y="100"/>
                      <a:pt x="27" y="100"/>
                    </a:cubicBezTo>
                    <a:cubicBezTo>
                      <a:pt x="27" y="158"/>
                      <a:pt x="27" y="158"/>
                      <a:pt x="27" y="158"/>
                    </a:cubicBezTo>
                    <a:cubicBezTo>
                      <a:pt x="27" y="163"/>
                      <a:pt x="31" y="167"/>
                      <a:pt x="36" y="167"/>
                    </a:cubicBezTo>
                    <a:cubicBezTo>
                      <a:pt x="41" y="167"/>
                      <a:pt x="44" y="163"/>
                      <a:pt x="44" y="158"/>
                    </a:cubicBezTo>
                    <a:cubicBezTo>
                      <a:pt x="44" y="100"/>
                      <a:pt x="44" y="100"/>
                      <a:pt x="44" y="100"/>
                    </a:cubicBezTo>
                    <a:cubicBezTo>
                      <a:pt x="51" y="100"/>
                      <a:pt x="51" y="100"/>
                      <a:pt x="51" y="100"/>
                    </a:cubicBezTo>
                    <a:cubicBezTo>
                      <a:pt x="51" y="158"/>
                      <a:pt x="51" y="158"/>
                      <a:pt x="51" y="158"/>
                    </a:cubicBezTo>
                    <a:cubicBezTo>
                      <a:pt x="51" y="163"/>
                      <a:pt x="54" y="167"/>
                      <a:pt x="59" y="167"/>
                    </a:cubicBezTo>
                    <a:cubicBezTo>
                      <a:pt x="64" y="167"/>
                      <a:pt x="68" y="163"/>
                      <a:pt x="68" y="158"/>
                    </a:cubicBezTo>
                    <a:cubicBezTo>
                      <a:pt x="68" y="100"/>
                      <a:pt x="68" y="100"/>
                      <a:pt x="68" y="100"/>
                    </a:cubicBezTo>
                    <a:cubicBezTo>
                      <a:pt x="87" y="100"/>
                      <a:pt x="87" y="100"/>
                      <a:pt x="87" y="100"/>
                    </a:cubicBezTo>
                    <a:cubicBezTo>
                      <a:pt x="63" y="25"/>
                      <a:pt x="63" y="25"/>
                      <a:pt x="63" y="25"/>
                    </a:cubicBezTo>
                    <a:cubicBezTo>
                      <a:pt x="67" y="25"/>
                      <a:pt x="67" y="25"/>
                      <a:pt x="67" y="25"/>
                    </a:cubicBezTo>
                    <a:cubicBezTo>
                      <a:pt x="80" y="69"/>
                      <a:pt x="80" y="69"/>
                      <a:pt x="80" y="69"/>
                    </a:cubicBezTo>
                    <a:cubicBezTo>
                      <a:pt x="82" y="72"/>
                      <a:pt x="86" y="74"/>
                      <a:pt x="90" y="73"/>
                    </a:cubicBezTo>
                    <a:cubicBezTo>
                      <a:pt x="93" y="72"/>
                      <a:pt x="95" y="68"/>
                      <a:pt x="94"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112" name="Group 1111"/>
            <p:cNvGrpSpPr/>
            <p:nvPr/>
          </p:nvGrpSpPr>
          <p:grpSpPr>
            <a:xfrm>
              <a:off x="3362571" y="3414733"/>
              <a:ext cx="157310" cy="337973"/>
              <a:chOff x="5670652" y="1738427"/>
              <a:chExt cx="363539" cy="781050"/>
            </a:xfrm>
            <a:solidFill>
              <a:schemeClr val="accent2"/>
            </a:solidFill>
          </p:grpSpPr>
          <p:sp>
            <p:nvSpPr>
              <p:cNvPr id="1125" name="Oval 25"/>
              <p:cNvSpPr>
                <a:spLocks noChangeArrowheads="1"/>
              </p:cNvSpPr>
              <p:nvPr/>
            </p:nvSpPr>
            <p:spPr bwMode="auto">
              <a:xfrm>
                <a:off x="5781760" y="1738427"/>
                <a:ext cx="141288" cy="1397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26" name="Freeform 26"/>
              <p:cNvSpPr>
                <a:spLocks/>
              </p:cNvSpPr>
              <p:nvPr/>
            </p:nvSpPr>
            <p:spPr bwMode="auto">
              <a:xfrm>
                <a:off x="5670652" y="1889240"/>
                <a:ext cx="363539" cy="630237"/>
              </a:xfrm>
              <a:custGeom>
                <a:avLst/>
                <a:gdLst>
                  <a:gd name="T0" fmla="*/ 94 w 95"/>
                  <a:gd name="T1" fmla="*/ 64 h 167"/>
                  <a:gd name="T2" fmla="*/ 80 w 95"/>
                  <a:gd name="T3" fmla="*/ 19 h 167"/>
                  <a:gd name="T4" fmla="*/ 79 w 95"/>
                  <a:gd name="T5" fmla="*/ 18 h 167"/>
                  <a:gd name="T6" fmla="*/ 56 w 95"/>
                  <a:gd name="T7" fmla="*/ 0 h 167"/>
                  <a:gd name="T8" fmla="*/ 49 w 95"/>
                  <a:gd name="T9" fmla="*/ 0 h 167"/>
                  <a:gd name="T10" fmla="*/ 46 w 95"/>
                  <a:gd name="T11" fmla="*/ 0 h 167"/>
                  <a:gd name="T12" fmla="*/ 39 w 95"/>
                  <a:gd name="T13" fmla="*/ 0 h 167"/>
                  <a:gd name="T14" fmla="*/ 16 w 95"/>
                  <a:gd name="T15" fmla="*/ 18 h 167"/>
                  <a:gd name="T16" fmla="*/ 15 w 95"/>
                  <a:gd name="T17" fmla="*/ 19 h 167"/>
                  <a:gd name="T18" fmla="*/ 1 w 95"/>
                  <a:gd name="T19" fmla="*/ 64 h 167"/>
                  <a:gd name="T20" fmla="*/ 5 w 95"/>
                  <a:gd name="T21" fmla="*/ 73 h 167"/>
                  <a:gd name="T22" fmla="*/ 15 w 95"/>
                  <a:gd name="T23" fmla="*/ 69 h 167"/>
                  <a:gd name="T24" fmla="*/ 28 w 95"/>
                  <a:gd name="T25" fmla="*/ 25 h 167"/>
                  <a:gd name="T26" fmla="*/ 32 w 95"/>
                  <a:gd name="T27" fmla="*/ 25 h 167"/>
                  <a:gd name="T28" fmla="*/ 8 w 95"/>
                  <a:gd name="T29" fmla="*/ 100 h 167"/>
                  <a:gd name="T30" fmla="*/ 27 w 95"/>
                  <a:gd name="T31" fmla="*/ 100 h 167"/>
                  <a:gd name="T32" fmla="*/ 27 w 95"/>
                  <a:gd name="T33" fmla="*/ 158 h 167"/>
                  <a:gd name="T34" fmla="*/ 36 w 95"/>
                  <a:gd name="T35" fmla="*/ 167 h 167"/>
                  <a:gd name="T36" fmla="*/ 44 w 95"/>
                  <a:gd name="T37" fmla="*/ 158 h 167"/>
                  <a:gd name="T38" fmla="*/ 44 w 95"/>
                  <a:gd name="T39" fmla="*/ 100 h 167"/>
                  <a:gd name="T40" fmla="*/ 51 w 95"/>
                  <a:gd name="T41" fmla="*/ 100 h 167"/>
                  <a:gd name="T42" fmla="*/ 51 w 95"/>
                  <a:gd name="T43" fmla="*/ 158 h 167"/>
                  <a:gd name="T44" fmla="*/ 59 w 95"/>
                  <a:gd name="T45" fmla="*/ 167 h 167"/>
                  <a:gd name="T46" fmla="*/ 68 w 95"/>
                  <a:gd name="T47" fmla="*/ 158 h 167"/>
                  <a:gd name="T48" fmla="*/ 68 w 95"/>
                  <a:gd name="T49" fmla="*/ 100 h 167"/>
                  <a:gd name="T50" fmla="*/ 87 w 95"/>
                  <a:gd name="T51" fmla="*/ 100 h 167"/>
                  <a:gd name="T52" fmla="*/ 63 w 95"/>
                  <a:gd name="T53" fmla="*/ 25 h 167"/>
                  <a:gd name="T54" fmla="*/ 67 w 95"/>
                  <a:gd name="T55" fmla="*/ 25 h 167"/>
                  <a:gd name="T56" fmla="*/ 80 w 95"/>
                  <a:gd name="T57" fmla="*/ 69 h 167"/>
                  <a:gd name="T58" fmla="*/ 90 w 95"/>
                  <a:gd name="T59" fmla="*/ 73 h 167"/>
                  <a:gd name="T60" fmla="*/ 94 w 95"/>
                  <a:gd name="T61" fmla="*/ 6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5" h="167">
                    <a:moveTo>
                      <a:pt x="94" y="64"/>
                    </a:moveTo>
                    <a:cubicBezTo>
                      <a:pt x="80" y="19"/>
                      <a:pt x="80" y="19"/>
                      <a:pt x="80" y="19"/>
                    </a:cubicBezTo>
                    <a:cubicBezTo>
                      <a:pt x="80" y="19"/>
                      <a:pt x="79" y="18"/>
                      <a:pt x="79" y="18"/>
                    </a:cubicBezTo>
                    <a:cubicBezTo>
                      <a:pt x="74" y="4"/>
                      <a:pt x="61" y="0"/>
                      <a:pt x="56" y="0"/>
                    </a:cubicBezTo>
                    <a:cubicBezTo>
                      <a:pt x="52" y="0"/>
                      <a:pt x="53" y="0"/>
                      <a:pt x="49" y="0"/>
                    </a:cubicBezTo>
                    <a:cubicBezTo>
                      <a:pt x="48" y="0"/>
                      <a:pt x="47" y="0"/>
                      <a:pt x="46" y="0"/>
                    </a:cubicBezTo>
                    <a:cubicBezTo>
                      <a:pt x="42" y="0"/>
                      <a:pt x="43" y="0"/>
                      <a:pt x="39" y="0"/>
                    </a:cubicBezTo>
                    <a:cubicBezTo>
                      <a:pt x="34" y="0"/>
                      <a:pt x="21" y="4"/>
                      <a:pt x="16" y="18"/>
                    </a:cubicBezTo>
                    <a:cubicBezTo>
                      <a:pt x="16" y="18"/>
                      <a:pt x="15" y="19"/>
                      <a:pt x="15" y="19"/>
                    </a:cubicBezTo>
                    <a:cubicBezTo>
                      <a:pt x="1" y="64"/>
                      <a:pt x="1" y="64"/>
                      <a:pt x="1" y="64"/>
                    </a:cubicBezTo>
                    <a:cubicBezTo>
                      <a:pt x="0" y="68"/>
                      <a:pt x="2" y="72"/>
                      <a:pt x="5" y="73"/>
                    </a:cubicBezTo>
                    <a:cubicBezTo>
                      <a:pt x="9" y="74"/>
                      <a:pt x="13" y="72"/>
                      <a:pt x="15" y="69"/>
                    </a:cubicBezTo>
                    <a:cubicBezTo>
                      <a:pt x="28" y="25"/>
                      <a:pt x="28" y="25"/>
                      <a:pt x="28" y="25"/>
                    </a:cubicBezTo>
                    <a:cubicBezTo>
                      <a:pt x="32" y="25"/>
                      <a:pt x="32" y="25"/>
                      <a:pt x="32" y="25"/>
                    </a:cubicBezTo>
                    <a:cubicBezTo>
                      <a:pt x="8" y="100"/>
                      <a:pt x="8" y="100"/>
                      <a:pt x="8" y="100"/>
                    </a:cubicBezTo>
                    <a:cubicBezTo>
                      <a:pt x="27" y="100"/>
                      <a:pt x="27" y="100"/>
                      <a:pt x="27" y="100"/>
                    </a:cubicBezTo>
                    <a:cubicBezTo>
                      <a:pt x="27" y="158"/>
                      <a:pt x="27" y="158"/>
                      <a:pt x="27" y="158"/>
                    </a:cubicBezTo>
                    <a:cubicBezTo>
                      <a:pt x="27" y="163"/>
                      <a:pt x="31" y="167"/>
                      <a:pt x="36" y="167"/>
                    </a:cubicBezTo>
                    <a:cubicBezTo>
                      <a:pt x="41" y="167"/>
                      <a:pt x="44" y="163"/>
                      <a:pt x="44" y="158"/>
                    </a:cubicBezTo>
                    <a:cubicBezTo>
                      <a:pt x="44" y="100"/>
                      <a:pt x="44" y="100"/>
                      <a:pt x="44" y="100"/>
                    </a:cubicBezTo>
                    <a:cubicBezTo>
                      <a:pt x="51" y="100"/>
                      <a:pt x="51" y="100"/>
                      <a:pt x="51" y="100"/>
                    </a:cubicBezTo>
                    <a:cubicBezTo>
                      <a:pt x="51" y="158"/>
                      <a:pt x="51" y="158"/>
                      <a:pt x="51" y="158"/>
                    </a:cubicBezTo>
                    <a:cubicBezTo>
                      <a:pt x="51" y="163"/>
                      <a:pt x="54" y="167"/>
                      <a:pt x="59" y="167"/>
                    </a:cubicBezTo>
                    <a:cubicBezTo>
                      <a:pt x="64" y="167"/>
                      <a:pt x="68" y="163"/>
                      <a:pt x="68" y="158"/>
                    </a:cubicBezTo>
                    <a:cubicBezTo>
                      <a:pt x="68" y="100"/>
                      <a:pt x="68" y="100"/>
                      <a:pt x="68" y="100"/>
                    </a:cubicBezTo>
                    <a:cubicBezTo>
                      <a:pt x="87" y="100"/>
                      <a:pt x="87" y="100"/>
                      <a:pt x="87" y="100"/>
                    </a:cubicBezTo>
                    <a:cubicBezTo>
                      <a:pt x="63" y="25"/>
                      <a:pt x="63" y="25"/>
                      <a:pt x="63" y="25"/>
                    </a:cubicBezTo>
                    <a:cubicBezTo>
                      <a:pt x="67" y="25"/>
                      <a:pt x="67" y="25"/>
                      <a:pt x="67" y="25"/>
                    </a:cubicBezTo>
                    <a:cubicBezTo>
                      <a:pt x="80" y="69"/>
                      <a:pt x="80" y="69"/>
                      <a:pt x="80" y="69"/>
                    </a:cubicBezTo>
                    <a:cubicBezTo>
                      <a:pt x="82" y="72"/>
                      <a:pt x="86" y="74"/>
                      <a:pt x="90" y="73"/>
                    </a:cubicBezTo>
                    <a:cubicBezTo>
                      <a:pt x="93" y="72"/>
                      <a:pt x="95" y="68"/>
                      <a:pt x="94"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113" name="Group 1112"/>
            <p:cNvGrpSpPr/>
            <p:nvPr/>
          </p:nvGrpSpPr>
          <p:grpSpPr>
            <a:xfrm>
              <a:off x="3538787" y="3414733"/>
              <a:ext cx="157310" cy="337973"/>
              <a:chOff x="5670652" y="1738427"/>
              <a:chExt cx="363539" cy="781050"/>
            </a:xfrm>
            <a:solidFill>
              <a:schemeClr val="bg1">
                <a:lumMod val="75000"/>
              </a:schemeClr>
            </a:solidFill>
          </p:grpSpPr>
          <p:sp>
            <p:nvSpPr>
              <p:cNvPr id="1123" name="Oval 25"/>
              <p:cNvSpPr>
                <a:spLocks noChangeArrowheads="1"/>
              </p:cNvSpPr>
              <p:nvPr/>
            </p:nvSpPr>
            <p:spPr bwMode="auto">
              <a:xfrm>
                <a:off x="5781760" y="1738427"/>
                <a:ext cx="141288" cy="139700"/>
              </a:xfrm>
              <a:prstGeom prst="ellipse">
                <a:avLst/>
              </a:prstGeom>
              <a:solidFill>
                <a:schemeClr val="tx1">
                  <a:lumMod val="40000"/>
                  <a:lumOff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24" name="Freeform 26"/>
              <p:cNvSpPr>
                <a:spLocks/>
              </p:cNvSpPr>
              <p:nvPr/>
            </p:nvSpPr>
            <p:spPr bwMode="auto">
              <a:xfrm>
                <a:off x="5670652" y="1889240"/>
                <a:ext cx="363539" cy="630237"/>
              </a:xfrm>
              <a:custGeom>
                <a:avLst/>
                <a:gdLst>
                  <a:gd name="T0" fmla="*/ 94 w 95"/>
                  <a:gd name="T1" fmla="*/ 64 h 167"/>
                  <a:gd name="T2" fmla="*/ 80 w 95"/>
                  <a:gd name="T3" fmla="*/ 19 h 167"/>
                  <a:gd name="T4" fmla="*/ 79 w 95"/>
                  <a:gd name="T5" fmla="*/ 18 h 167"/>
                  <a:gd name="T6" fmla="*/ 56 w 95"/>
                  <a:gd name="T7" fmla="*/ 0 h 167"/>
                  <a:gd name="T8" fmla="*/ 49 w 95"/>
                  <a:gd name="T9" fmla="*/ 0 h 167"/>
                  <a:gd name="T10" fmla="*/ 46 w 95"/>
                  <a:gd name="T11" fmla="*/ 0 h 167"/>
                  <a:gd name="T12" fmla="*/ 39 w 95"/>
                  <a:gd name="T13" fmla="*/ 0 h 167"/>
                  <a:gd name="T14" fmla="*/ 16 w 95"/>
                  <a:gd name="T15" fmla="*/ 18 h 167"/>
                  <a:gd name="T16" fmla="*/ 15 w 95"/>
                  <a:gd name="T17" fmla="*/ 19 h 167"/>
                  <a:gd name="T18" fmla="*/ 1 w 95"/>
                  <a:gd name="T19" fmla="*/ 64 h 167"/>
                  <a:gd name="T20" fmla="*/ 5 w 95"/>
                  <a:gd name="T21" fmla="*/ 73 h 167"/>
                  <a:gd name="T22" fmla="*/ 15 w 95"/>
                  <a:gd name="T23" fmla="*/ 69 h 167"/>
                  <a:gd name="T24" fmla="*/ 28 w 95"/>
                  <a:gd name="T25" fmla="*/ 25 h 167"/>
                  <a:gd name="T26" fmla="*/ 32 w 95"/>
                  <a:gd name="T27" fmla="*/ 25 h 167"/>
                  <a:gd name="T28" fmla="*/ 8 w 95"/>
                  <a:gd name="T29" fmla="*/ 100 h 167"/>
                  <a:gd name="T30" fmla="*/ 27 w 95"/>
                  <a:gd name="T31" fmla="*/ 100 h 167"/>
                  <a:gd name="T32" fmla="*/ 27 w 95"/>
                  <a:gd name="T33" fmla="*/ 158 h 167"/>
                  <a:gd name="T34" fmla="*/ 36 w 95"/>
                  <a:gd name="T35" fmla="*/ 167 h 167"/>
                  <a:gd name="T36" fmla="*/ 44 w 95"/>
                  <a:gd name="T37" fmla="*/ 158 h 167"/>
                  <a:gd name="T38" fmla="*/ 44 w 95"/>
                  <a:gd name="T39" fmla="*/ 100 h 167"/>
                  <a:gd name="T40" fmla="*/ 51 w 95"/>
                  <a:gd name="T41" fmla="*/ 100 h 167"/>
                  <a:gd name="T42" fmla="*/ 51 w 95"/>
                  <a:gd name="T43" fmla="*/ 158 h 167"/>
                  <a:gd name="T44" fmla="*/ 59 w 95"/>
                  <a:gd name="T45" fmla="*/ 167 h 167"/>
                  <a:gd name="T46" fmla="*/ 68 w 95"/>
                  <a:gd name="T47" fmla="*/ 158 h 167"/>
                  <a:gd name="T48" fmla="*/ 68 w 95"/>
                  <a:gd name="T49" fmla="*/ 100 h 167"/>
                  <a:gd name="T50" fmla="*/ 87 w 95"/>
                  <a:gd name="T51" fmla="*/ 100 h 167"/>
                  <a:gd name="T52" fmla="*/ 63 w 95"/>
                  <a:gd name="T53" fmla="*/ 25 h 167"/>
                  <a:gd name="T54" fmla="*/ 67 w 95"/>
                  <a:gd name="T55" fmla="*/ 25 h 167"/>
                  <a:gd name="T56" fmla="*/ 80 w 95"/>
                  <a:gd name="T57" fmla="*/ 69 h 167"/>
                  <a:gd name="T58" fmla="*/ 90 w 95"/>
                  <a:gd name="T59" fmla="*/ 73 h 167"/>
                  <a:gd name="T60" fmla="*/ 94 w 95"/>
                  <a:gd name="T61" fmla="*/ 6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5" h="167">
                    <a:moveTo>
                      <a:pt x="94" y="64"/>
                    </a:moveTo>
                    <a:cubicBezTo>
                      <a:pt x="80" y="19"/>
                      <a:pt x="80" y="19"/>
                      <a:pt x="80" y="19"/>
                    </a:cubicBezTo>
                    <a:cubicBezTo>
                      <a:pt x="80" y="19"/>
                      <a:pt x="79" y="18"/>
                      <a:pt x="79" y="18"/>
                    </a:cubicBezTo>
                    <a:cubicBezTo>
                      <a:pt x="74" y="4"/>
                      <a:pt x="61" y="0"/>
                      <a:pt x="56" y="0"/>
                    </a:cubicBezTo>
                    <a:cubicBezTo>
                      <a:pt x="52" y="0"/>
                      <a:pt x="53" y="0"/>
                      <a:pt x="49" y="0"/>
                    </a:cubicBezTo>
                    <a:cubicBezTo>
                      <a:pt x="48" y="0"/>
                      <a:pt x="47" y="0"/>
                      <a:pt x="46" y="0"/>
                    </a:cubicBezTo>
                    <a:cubicBezTo>
                      <a:pt x="42" y="0"/>
                      <a:pt x="43" y="0"/>
                      <a:pt x="39" y="0"/>
                    </a:cubicBezTo>
                    <a:cubicBezTo>
                      <a:pt x="34" y="0"/>
                      <a:pt x="21" y="4"/>
                      <a:pt x="16" y="18"/>
                    </a:cubicBezTo>
                    <a:cubicBezTo>
                      <a:pt x="16" y="18"/>
                      <a:pt x="15" y="19"/>
                      <a:pt x="15" y="19"/>
                    </a:cubicBezTo>
                    <a:cubicBezTo>
                      <a:pt x="1" y="64"/>
                      <a:pt x="1" y="64"/>
                      <a:pt x="1" y="64"/>
                    </a:cubicBezTo>
                    <a:cubicBezTo>
                      <a:pt x="0" y="68"/>
                      <a:pt x="2" y="72"/>
                      <a:pt x="5" y="73"/>
                    </a:cubicBezTo>
                    <a:cubicBezTo>
                      <a:pt x="9" y="74"/>
                      <a:pt x="13" y="72"/>
                      <a:pt x="15" y="69"/>
                    </a:cubicBezTo>
                    <a:cubicBezTo>
                      <a:pt x="28" y="25"/>
                      <a:pt x="28" y="25"/>
                      <a:pt x="28" y="25"/>
                    </a:cubicBezTo>
                    <a:cubicBezTo>
                      <a:pt x="32" y="25"/>
                      <a:pt x="32" y="25"/>
                      <a:pt x="32" y="25"/>
                    </a:cubicBezTo>
                    <a:cubicBezTo>
                      <a:pt x="8" y="100"/>
                      <a:pt x="8" y="100"/>
                      <a:pt x="8" y="100"/>
                    </a:cubicBezTo>
                    <a:cubicBezTo>
                      <a:pt x="27" y="100"/>
                      <a:pt x="27" y="100"/>
                      <a:pt x="27" y="100"/>
                    </a:cubicBezTo>
                    <a:cubicBezTo>
                      <a:pt x="27" y="158"/>
                      <a:pt x="27" y="158"/>
                      <a:pt x="27" y="158"/>
                    </a:cubicBezTo>
                    <a:cubicBezTo>
                      <a:pt x="27" y="163"/>
                      <a:pt x="31" y="167"/>
                      <a:pt x="36" y="167"/>
                    </a:cubicBezTo>
                    <a:cubicBezTo>
                      <a:pt x="41" y="167"/>
                      <a:pt x="44" y="163"/>
                      <a:pt x="44" y="158"/>
                    </a:cubicBezTo>
                    <a:cubicBezTo>
                      <a:pt x="44" y="100"/>
                      <a:pt x="44" y="100"/>
                      <a:pt x="44" y="100"/>
                    </a:cubicBezTo>
                    <a:cubicBezTo>
                      <a:pt x="51" y="100"/>
                      <a:pt x="51" y="100"/>
                      <a:pt x="51" y="100"/>
                    </a:cubicBezTo>
                    <a:cubicBezTo>
                      <a:pt x="51" y="158"/>
                      <a:pt x="51" y="158"/>
                      <a:pt x="51" y="158"/>
                    </a:cubicBezTo>
                    <a:cubicBezTo>
                      <a:pt x="51" y="163"/>
                      <a:pt x="54" y="167"/>
                      <a:pt x="59" y="167"/>
                    </a:cubicBezTo>
                    <a:cubicBezTo>
                      <a:pt x="64" y="167"/>
                      <a:pt x="68" y="163"/>
                      <a:pt x="68" y="158"/>
                    </a:cubicBezTo>
                    <a:cubicBezTo>
                      <a:pt x="68" y="100"/>
                      <a:pt x="68" y="100"/>
                      <a:pt x="68" y="100"/>
                    </a:cubicBezTo>
                    <a:cubicBezTo>
                      <a:pt x="87" y="100"/>
                      <a:pt x="87" y="100"/>
                      <a:pt x="87" y="100"/>
                    </a:cubicBezTo>
                    <a:cubicBezTo>
                      <a:pt x="63" y="25"/>
                      <a:pt x="63" y="25"/>
                      <a:pt x="63" y="25"/>
                    </a:cubicBezTo>
                    <a:cubicBezTo>
                      <a:pt x="67" y="25"/>
                      <a:pt x="67" y="25"/>
                      <a:pt x="67" y="25"/>
                    </a:cubicBezTo>
                    <a:cubicBezTo>
                      <a:pt x="80" y="69"/>
                      <a:pt x="80" y="69"/>
                      <a:pt x="80" y="69"/>
                    </a:cubicBezTo>
                    <a:cubicBezTo>
                      <a:pt x="82" y="72"/>
                      <a:pt x="86" y="74"/>
                      <a:pt x="90" y="73"/>
                    </a:cubicBezTo>
                    <a:cubicBezTo>
                      <a:pt x="93" y="72"/>
                      <a:pt x="95" y="68"/>
                      <a:pt x="94" y="64"/>
                    </a:cubicBezTo>
                    <a:close/>
                  </a:path>
                </a:pathLst>
              </a:custGeom>
              <a:solidFill>
                <a:schemeClr val="tx1">
                  <a:lumMod val="40000"/>
                  <a:lumOff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114" name="Group 1113"/>
            <p:cNvGrpSpPr/>
            <p:nvPr/>
          </p:nvGrpSpPr>
          <p:grpSpPr>
            <a:xfrm>
              <a:off x="3715003" y="3414733"/>
              <a:ext cx="157310" cy="337973"/>
              <a:chOff x="5670652" y="1738427"/>
              <a:chExt cx="363539" cy="781050"/>
            </a:xfrm>
            <a:solidFill>
              <a:schemeClr val="bg1">
                <a:lumMod val="75000"/>
              </a:schemeClr>
            </a:solidFill>
          </p:grpSpPr>
          <p:sp>
            <p:nvSpPr>
              <p:cNvPr id="1121" name="Oval 25"/>
              <p:cNvSpPr>
                <a:spLocks noChangeArrowheads="1"/>
              </p:cNvSpPr>
              <p:nvPr/>
            </p:nvSpPr>
            <p:spPr bwMode="auto">
              <a:xfrm>
                <a:off x="5781760" y="1738427"/>
                <a:ext cx="141288" cy="139700"/>
              </a:xfrm>
              <a:prstGeom prst="ellipse">
                <a:avLst/>
              </a:prstGeom>
              <a:solidFill>
                <a:schemeClr val="tx1">
                  <a:lumMod val="40000"/>
                  <a:lumOff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22" name="Freeform 26"/>
              <p:cNvSpPr>
                <a:spLocks/>
              </p:cNvSpPr>
              <p:nvPr/>
            </p:nvSpPr>
            <p:spPr bwMode="auto">
              <a:xfrm>
                <a:off x="5670652" y="1889240"/>
                <a:ext cx="363539" cy="630237"/>
              </a:xfrm>
              <a:custGeom>
                <a:avLst/>
                <a:gdLst>
                  <a:gd name="T0" fmla="*/ 94 w 95"/>
                  <a:gd name="T1" fmla="*/ 64 h 167"/>
                  <a:gd name="T2" fmla="*/ 80 w 95"/>
                  <a:gd name="T3" fmla="*/ 19 h 167"/>
                  <a:gd name="T4" fmla="*/ 79 w 95"/>
                  <a:gd name="T5" fmla="*/ 18 h 167"/>
                  <a:gd name="T6" fmla="*/ 56 w 95"/>
                  <a:gd name="T7" fmla="*/ 0 h 167"/>
                  <a:gd name="T8" fmla="*/ 49 w 95"/>
                  <a:gd name="T9" fmla="*/ 0 h 167"/>
                  <a:gd name="T10" fmla="*/ 46 w 95"/>
                  <a:gd name="T11" fmla="*/ 0 h 167"/>
                  <a:gd name="T12" fmla="*/ 39 w 95"/>
                  <a:gd name="T13" fmla="*/ 0 h 167"/>
                  <a:gd name="T14" fmla="*/ 16 w 95"/>
                  <a:gd name="T15" fmla="*/ 18 h 167"/>
                  <a:gd name="T16" fmla="*/ 15 w 95"/>
                  <a:gd name="T17" fmla="*/ 19 h 167"/>
                  <a:gd name="T18" fmla="*/ 1 w 95"/>
                  <a:gd name="T19" fmla="*/ 64 h 167"/>
                  <a:gd name="T20" fmla="*/ 5 w 95"/>
                  <a:gd name="T21" fmla="*/ 73 h 167"/>
                  <a:gd name="T22" fmla="*/ 15 w 95"/>
                  <a:gd name="T23" fmla="*/ 69 h 167"/>
                  <a:gd name="T24" fmla="*/ 28 w 95"/>
                  <a:gd name="T25" fmla="*/ 25 h 167"/>
                  <a:gd name="T26" fmla="*/ 32 w 95"/>
                  <a:gd name="T27" fmla="*/ 25 h 167"/>
                  <a:gd name="T28" fmla="*/ 8 w 95"/>
                  <a:gd name="T29" fmla="*/ 100 h 167"/>
                  <a:gd name="T30" fmla="*/ 27 w 95"/>
                  <a:gd name="T31" fmla="*/ 100 h 167"/>
                  <a:gd name="T32" fmla="*/ 27 w 95"/>
                  <a:gd name="T33" fmla="*/ 158 h 167"/>
                  <a:gd name="T34" fmla="*/ 36 w 95"/>
                  <a:gd name="T35" fmla="*/ 167 h 167"/>
                  <a:gd name="T36" fmla="*/ 44 w 95"/>
                  <a:gd name="T37" fmla="*/ 158 h 167"/>
                  <a:gd name="T38" fmla="*/ 44 w 95"/>
                  <a:gd name="T39" fmla="*/ 100 h 167"/>
                  <a:gd name="T40" fmla="*/ 51 w 95"/>
                  <a:gd name="T41" fmla="*/ 100 h 167"/>
                  <a:gd name="T42" fmla="*/ 51 w 95"/>
                  <a:gd name="T43" fmla="*/ 158 h 167"/>
                  <a:gd name="T44" fmla="*/ 59 w 95"/>
                  <a:gd name="T45" fmla="*/ 167 h 167"/>
                  <a:gd name="T46" fmla="*/ 68 w 95"/>
                  <a:gd name="T47" fmla="*/ 158 h 167"/>
                  <a:gd name="T48" fmla="*/ 68 w 95"/>
                  <a:gd name="T49" fmla="*/ 100 h 167"/>
                  <a:gd name="T50" fmla="*/ 87 w 95"/>
                  <a:gd name="T51" fmla="*/ 100 h 167"/>
                  <a:gd name="T52" fmla="*/ 63 w 95"/>
                  <a:gd name="T53" fmla="*/ 25 h 167"/>
                  <a:gd name="T54" fmla="*/ 67 w 95"/>
                  <a:gd name="T55" fmla="*/ 25 h 167"/>
                  <a:gd name="T56" fmla="*/ 80 w 95"/>
                  <a:gd name="T57" fmla="*/ 69 h 167"/>
                  <a:gd name="T58" fmla="*/ 90 w 95"/>
                  <a:gd name="T59" fmla="*/ 73 h 167"/>
                  <a:gd name="T60" fmla="*/ 94 w 95"/>
                  <a:gd name="T61" fmla="*/ 6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5" h="167">
                    <a:moveTo>
                      <a:pt x="94" y="64"/>
                    </a:moveTo>
                    <a:cubicBezTo>
                      <a:pt x="80" y="19"/>
                      <a:pt x="80" y="19"/>
                      <a:pt x="80" y="19"/>
                    </a:cubicBezTo>
                    <a:cubicBezTo>
                      <a:pt x="80" y="19"/>
                      <a:pt x="79" y="18"/>
                      <a:pt x="79" y="18"/>
                    </a:cubicBezTo>
                    <a:cubicBezTo>
                      <a:pt x="74" y="4"/>
                      <a:pt x="61" y="0"/>
                      <a:pt x="56" y="0"/>
                    </a:cubicBezTo>
                    <a:cubicBezTo>
                      <a:pt x="52" y="0"/>
                      <a:pt x="53" y="0"/>
                      <a:pt x="49" y="0"/>
                    </a:cubicBezTo>
                    <a:cubicBezTo>
                      <a:pt x="48" y="0"/>
                      <a:pt x="47" y="0"/>
                      <a:pt x="46" y="0"/>
                    </a:cubicBezTo>
                    <a:cubicBezTo>
                      <a:pt x="42" y="0"/>
                      <a:pt x="43" y="0"/>
                      <a:pt x="39" y="0"/>
                    </a:cubicBezTo>
                    <a:cubicBezTo>
                      <a:pt x="34" y="0"/>
                      <a:pt x="21" y="4"/>
                      <a:pt x="16" y="18"/>
                    </a:cubicBezTo>
                    <a:cubicBezTo>
                      <a:pt x="16" y="18"/>
                      <a:pt x="15" y="19"/>
                      <a:pt x="15" y="19"/>
                    </a:cubicBezTo>
                    <a:cubicBezTo>
                      <a:pt x="1" y="64"/>
                      <a:pt x="1" y="64"/>
                      <a:pt x="1" y="64"/>
                    </a:cubicBezTo>
                    <a:cubicBezTo>
                      <a:pt x="0" y="68"/>
                      <a:pt x="2" y="72"/>
                      <a:pt x="5" y="73"/>
                    </a:cubicBezTo>
                    <a:cubicBezTo>
                      <a:pt x="9" y="74"/>
                      <a:pt x="13" y="72"/>
                      <a:pt x="15" y="69"/>
                    </a:cubicBezTo>
                    <a:cubicBezTo>
                      <a:pt x="28" y="25"/>
                      <a:pt x="28" y="25"/>
                      <a:pt x="28" y="25"/>
                    </a:cubicBezTo>
                    <a:cubicBezTo>
                      <a:pt x="32" y="25"/>
                      <a:pt x="32" y="25"/>
                      <a:pt x="32" y="25"/>
                    </a:cubicBezTo>
                    <a:cubicBezTo>
                      <a:pt x="8" y="100"/>
                      <a:pt x="8" y="100"/>
                      <a:pt x="8" y="100"/>
                    </a:cubicBezTo>
                    <a:cubicBezTo>
                      <a:pt x="27" y="100"/>
                      <a:pt x="27" y="100"/>
                      <a:pt x="27" y="100"/>
                    </a:cubicBezTo>
                    <a:cubicBezTo>
                      <a:pt x="27" y="158"/>
                      <a:pt x="27" y="158"/>
                      <a:pt x="27" y="158"/>
                    </a:cubicBezTo>
                    <a:cubicBezTo>
                      <a:pt x="27" y="163"/>
                      <a:pt x="31" y="167"/>
                      <a:pt x="36" y="167"/>
                    </a:cubicBezTo>
                    <a:cubicBezTo>
                      <a:pt x="41" y="167"/>
                      <a:pt x="44" y="163"/>
                      <a:pt x="44" y="158"/>
                    </a:cubicBezTo>
                    <a:cubicBezTo>
                      <a:pt x="44" y="100"/>
                      <a:pt x="44" y="100"/>
                      <a:pt x="44" y="100"/>
                    </a:cubicBezTo>
                    <a:cubicBezTo>
                      <a:pt x="51" y="100"/>
                      <a:pt x="51" y="100"/>
                      <a:pt x="51" y="100"/>
                    </a:cubicBezTo>
                    <a:cubicBezTo>
                      <a:pt x="51" y="158"/>
                      <a:pt x="51" y="158"/>
                      <a:pt x="51" y="158"/>
                    </a:cubicBezTo>
                    <a:cubicBezTo>
                      <a:pt x="51" y="163"/>
                      <a:pt x="54" y="167"/>
                      <a:pt x="59" y="167"/>
                    </a:cubicBezTo>
                    <a:cubicBezTo>
                      <a:pt x="64" y="167"/>
                      <a:pt x="68" y="163"/>
                      <a:pt x="68" y="158"/>
                    </a:cubicBezTo>
                    <a:cubicBezTo>
                      <a:pt x="68" y="100"/>
                      <a:pt x="68" y="100"/>
                      <a:pt x="68" y="100"/>
                    </a:cubicBezTo>
                    <a:cubicBezTo>
                      <a:pt x="87" y="100"/>
                      <a:pt x="87" y="100"/>
                      <a:pt x="87" y="100"/>
                    </a:cubicBezTo>
                    <a:cubicBezTo>
                      <a:pt x="63" y="25"/>
                      <a:pt x="63" y="25"/>
                      <a:pt x="63" y="25"/>
                    </a:cubicBezTo>
                    <a:cubicBezTo>
                      <a:pt x="67" y="25"/>
                      <a:pt x="67" y="25"/>
                      <a:pt x="67" y="25"/>
                    </a:cubicBezTo>
                    <a:cubicBezTo>
                      <a:pt x="80" y="69"/>
                      <a:pt x="80" y="69"/>
                      <a:pt x="80" y="69"/>
                    </a:cubicBezTo>
                    <a:cubicBezTo>
                      <a:pt x="82" y="72"/>
                      <a:pt x="86" y="74"/>
                      <a:pt x="90" y="73"/>
                    </a:cubicBezTo>
                    <a:cubicBezTo>
                      <a:pt x="93" y="72"/>
                      <a:pt x="95" y="68"/>
                      <a:pt x="94" y="64"/>
                    </a:cubicBezTo>
                    <a:close/>
                  </a:path>
                </a:pathLst>
              </a:custGeom>
              <a:solidFill>
                <a:schemeClr val="tx1">
                  <a:lumMod val="40000"/>
                  <a:lumOff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115" name="Group 1114"/>
            <p:cNvGrpSpPr/>
            <p:nvPr/>
          </p:nvGrpSpPr>
          <p:grpSpPr>
            <a:xfrm>
              <a:off x="3897671" y="3414733"/>
              <a:ext cx="157310" cy="337973"/>
              <a:chOff x="5670652" y="1738427"/>
              <a:chExt cx="363539" cy="781050"/>
            </a:xfrm>
            <a:solidFill>
              <a:schemeClr val="bg1">
                <a:lumMod val="75000"/>
              </a:schemeClr>
            </a:solidFill>
          </p:grpSpPr>
          <p:sp>
            <p:nvSpPr>
              <p:cNvPr id="1119" name="Oval 25"/>
              <p:cNvSpPr>
                <a:spLocks noChangeArrowheads="1"/>
              </p:cNvSpPr>
              <p:nvPr/>
            </p:nvSpPr>
            <p:spPr bwMode="auto">
              <a:xfrm>
                <a:off x="5781760" y="1738427"/>
                <a:ext cx="141288" cy="139700"/>
              </a:xfrm>
              <a:prstGeom prst="ellipse">
                <a:avLst/>
              </a:prstGeom>
              <a:solidFill>
                <a:schemeClr val="tx1">
                  <a:lumMod val="40000"/>
                  <a:lumOff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20" name="Freeform 26"/>
              <p:cNvSpPr>
                <a:spLocks/>
              </p:cNvSpPr>
              <p:nvPr/>
            </p:nvSpPr>
            <p:spPr bwMode="auto">
              <a:xfrm>
                <a:off x="5670652" y="1889240"/>
                <a:ext cx="363539" cy="630237"/>
              </a:xfrm>
              <a:custGeom>
                <a:avLst/>
                <a:gdLst>
                  <a:gd name="T0" fmla="*/ 94 w 95"/>
                  <a:gd name="T1" fmla="*/ 64 h 167"/>
                  <a:gd name="T2" fmla="*/ 80 w 95"/>
                  <a:gd name="T3" fmla="*/ 19 h 167"/>
                  <a:gd name="T4" fmla="*/ 79 w 95"/>
                  <a:gd name="T5" fmla="*/ 18 h 167"/>
                  <a:gd name="T6" fmla="*/ 56 w 95"/>
                  <a:gd name="T7" fmla="*/ 0 h 167"/>
                  <a:gd name="T8" fmla="*/ 49 w 95"/>
                  <a:gd name="T9" fmla="*/ 0 h 167"/>
                  <a:gd name="T10" fmla="*/ 46 w 95"/>
                  <a:gd name="T11" fmla="*/ 0 h 167"/>
                  <a:gd name="T12" fmla="*/ 39 w 95"/>
                  <a:gd name="T13" fmla="*/ 0 h 167"/>
                  <a:gd name="T14" fmla="*/ 16 w 95"/>
                  <a:gd name="T15" fmla="*/ 18 h 167"/>
                  <a:gd name="T16" fmla="*/ 15 w 95"/>
                  <a:gd name="T17" fmla="*/ 19 h 167"/>
                  <a:gd name="T18" fmla="*/ 1 w 95"/>
                  <a:gd name="T19" fmla="*/ 64 h 167"/>
                  <a:gd name="T20" fmla="*/ 5 w 95"/>
                  <a:gd name="T21" fmla="*/ 73 h 167"/>
                  <a:gd name="T22" fmla="*/ 15 w 95"/>
                  <a:gd name="T23" fmla="*/ 69 h 167"/>
                  <a:gd name="T24" fmla="*/ 28 w 95"/>
                  <a:gd name="T25" fmla="*/ 25 h 167"/>
                  <a:gd name="T26" fmla="*/ 32 w 95"/>
                  <a:gd name="T27" fmla="*/ 25 h 167"/>
                  <a:gd name="T28" fmla="*/ 8 w 95"/>
                  <a:gd name="T29" fmla="*/ 100 h 167"/>
                  <a:gd name="T30" fmla="*/ 27 w 95"/>
                  <a:gd name="T31" fmla="*/ 100 h 167"/>
                  <a:gd name="T32" fmla="*/ 27 w 95"/>
                  <a:gd name="T33" fmla="*/ 158 h 167"/>
                  <a:gd name="T34" fmla="*/ 36 w 95"/>
                  <a:gd name="T35" fmla="*/ 167 h 167"/>
                  <a:gd name="T36" fmla="*/ 44 w 95"/>
                  <a:gd name="T37" fmla="*/ 158 h 167"/>
                  <a:gd name="T38" fmla="*/ 44 w 95"/>
                  <a:gd name="T39" fmla="*/ 100 h 167"/>
                  <a:gd name="T40" fmla="*/ 51 w 95"/>
                  <a:gd name="T41" fmla="*/ 100 h 167"/>
                  <a:gd name="T42" fmla="*/ 51 w 95"/>
                  <a:gd name="T43" fmla="*/ 158 h 167"/>
                  <a:gd name="T44" fmla="*/ 59 w 95"/>
                  <a:gd name="T45" fmla="*/ 167 h 167"/>
                  <a:gd name="T46" fmla="*/ 68 w 95"/>
                  <a:gd name="T47" fmla="*/ 158 h 167"/>
                  <a:gd name="T48" fmla="*/ 68 w 95"/>
                  <a:gd name="T49" fmla="*/ 100 h 167"/>
                  <a:gd name="T50" fmla="*/ 87 w 95"/>
                  <a:gd name="T51" fmla="*/ 100 h 167"/>
                  <a:gd name="T52" fmla="*/ 63 w 95"/>
                  <a:gd name="T53" fmla="*/ 25 h 167"/>
                  <a:gd name="T54" fmla="*/ 67 w 95"/>
                  <a:gd name="T55" fmla="*/ 25 h 167"/>
                  <a:gd name="T56" fmla="*/ 80 w 95"/>
                  <a:gd name="T57" fmla="*/ 69 h 167"/>
                  <a:gd name="T58" fmla="*/ 90 w 95"/>
                  <a:gd name="T59" fmla="*/ 73 h 167"/>
                  <a:gd name="T60" fmla="*/ 94 w 95"/>
                  <a:gd name="T61" fmla="*/ 6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5" h="167">
                    <a:moveTo>
                      <a:pt x="94" y="64"/>
                    </a:moveTo>
                    <a:cubicBezTo>
                      <a:pt x="80" y="19"/>
                      <a:pt x="80" y="19"/>
                      <a:pt x="80" y="19"/>
                    </a:cubicBezTo>
                    <a:cubicBezTo>
                      <a:pt x="80" y="19"/>
                      <a:pt x="79" y="18"/>
                      <a:pt x="79" y="18"/>
                    </a:cubicBezTo>
                    <a:cubicBezTo>
                      <a:pt x="74" y="4"/>
                      <a:pt x="61" y="0"/>
                      <a:pt x="56" y="0"/>
                    </a:cubicBezTo>
                    <a:cubicBezTo>
                      <a:pt x="52" y="0"/>
                      <a:pt x="53" y="0"/>
                      <a:pt x="49" y="0"/>
                    </a:cubicBezTo>
                    <a:cubicBezTo>
                      <a:pt x="48" y="0"/>
                      <a:pt x="47" y="0"/>
                      <a:pt x="46" y="0"/>
                    </a:cubicBezTo>
                    <a:cubicBezTo>
                      <a:pt x="42" y="0"/>
                      <a:pt x="43" y="0"/>
                      <a:pt x="39" y="0"/>
                    </a:cubicBezTo>
                    <a:cubicBezTo>
                      <a:pt x="34" y="0"/>
                      <a:pt x="21" y="4"/>
                      <a:pt x="16" y="18"/>
                    </a:cubicBezTo>
                    <a:cubicBezTo>
                      <a:pt x="16" y="18"/>
                      <a:pt x="15" y="19"/>
                      <a:pt x="15" y="19"/>
                    </a:cubicBezTo>
                    <a:cubicBezTo>
                      <a:pt x="1" y="64"/>
                      <a:pt x="1" y="64"/>
                      <a:pt x="1" y="64"/>
                    </a:cubicBezTo>
                    <a:cubicBezTo>
                      <a:pt x="0" y="68"/>
                      <a:pt x="2" y="72"/>
                      <a:pt x="5" y="73"/>
                    </a:cubicBezTo>
                    <a:cubicBezTo>
                      <a:pt x="9" y="74"/>
                      <a:pt x="13" y="72"/>
                      <a:pt x="15" y="69"/>
                    </a:cubicBezTo>
                    <a:cubicBezTo>
                      <a:pt x="28" y="25"/>
                      <a:pt x="28" y="25"/>
                      <a:pt x="28" y="25"/>
                    </a:cubicBezTo>
                    <a:cubicBezTo>
                      <a:pt x="32" y="25"/>
                      <a:pt x="32" y="25"/>
                      <a:pt x="32" y="25"/>
                    </a:cubicBezTo>
                    <a:cubicBezTo>
                      <a:pt x="8" y="100"/>
                      <a:pt x="8" y="100"/>
                      <a:pt x="8" y="100"/>
                    </a:cubicBezTo>
                    <a:cubicBezTo>
                      <a:pt x="27" y="100"/>
                      <a:pt x="27" y="100"/>
                      <a:pt x="27" y="100"/>
                    </a:cubicBezTo>
                    <a:cubicBezTo>
                      <a:pt x="27" y="158"/>
                      <a:pt x="27" y="158"/>
                      <a:pt x="27" y="158"/>
                    </a:cubicBezTo>
                    <a:cubicBezTo>
                      <a:pt x="27" y="163"/>
                      <a:pt x="31" y="167"/>
                      <a:pt x="36" y="167"/>
                    </a:cubicBezTo>
                    <a:cubicBezTo>
                      <a:pt x="41" y="167"/>
                      <a:pt x="44" y="163"/>
                      <a:pt x="44" y="158"/>
                    </a:cubicBezTo>
                    <a:cubicBezTo>
                      <a:pt x="44" y="100"/>
                      <a:pt x="44" y="100"/>
                      <a:pt x="44" y="100"/>
                    </a:cubicBezTo>
                    <a:cubicBezTo>
                      <a:pt x="51" y="100"/>
                      <a:pt x="51" y="100"/>
                      <a:pt x="51" y="100"/>
                    </a:cubicBezTo>
                    <a:cubicBezTo>
                      <a:pt x="51" y="158"/>
                      <a:pt x="51" y="158"/>
                      <a:pt x="51" y="158"/>
                    </a:cubicBezTo>
                    <a:cubicBezTo>
                      <a:pt x="51" y="163"/>
                      <a:pt x="54" y="167"/>
                      <a:pt x="59" y="167"/>
                    </a:cubicBezTo>
                    <a:cubicBezTo>
                      <a:pt x="64" y="167"/>
                      <a:pt x="68" y="163"/>
                      <a:pt x="68" y="158"/>
                    </a:cubicBezTo>
                    <a:cubicBezTo>
                      <a:pt x="68" y="100"/>
                      <a:pt x="68" y="100"/>
                      <a:pt x="68" y="100"/>
                    </a:cubicBezTo>
                    <a:cubicBezTo>
                      <a:pt x="87" y="100"/>
                      <a:pt x="87" y="100"/>
                      <a:pt x="87" y="100"/>
                    </a:cubicBezTo>
                    <a:cubicBezTo>
                      <a:pt x="63" y="25"/>
                      <a:pt x="63" y="25"/>
                      <a:pt x="63" y="25"/>
                    </a:cubicBezTo>
                    <a:cubicBezTo>
                      <a:pt x="67" y="25"/>
                      <a:pt x="67" y="25"/>
                      <a:pt x="67" y="25"/>
                    </a:cubicBezTo>
                    <a:cubicBezTo>
                      <a:pt x="80" y="69"/>
                      <a:pt x="80" y="69"/>
                      <a:pt x="80" y="69"/>
                    </a:cubicBezTo>
                    <a:cubicBezTo>
                      <a:pt x="82" y="72"/>
                      <a:pt x="86" y="74"/>
                      <a:pt x="90" y="73"/>
                    </a:cubicBezTo>
                    <a:cubicBezTo>
                      <a:pt x="93" y="72"/>
                      <a:pt x="95" y="68"/>
                      <a:pt x="94" y="64"/>
                    </a:cubicBezTo>
                    <a:close/>
                  </a:path>
                </a:pathLst>
              </a:custGeom>
              <a:solidFill>
                <a:schemeClr val="tx1">
                  <a:lumMod val="40000"/>
                  <a:lumOff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116" name="Group 1115"/>
            <p:cNvGrpSpPr/>
            <p:nvPr/>
          </p:nvGrpSpPr>
          <p:grpSpPr>
            <a:xfrm>
              <a:off x="4073886" y="3414733"/>
              <a:ext cx="157310" cy="337973"/>
              <a:chOff x="5670652" y="1738427"/>
              <a:chExt cx="363539" cy="781050"/>
            </a:xfrm>
            <a:solidFill>
              <a:schemeClr val="bg1">
                <a:lumMod val="75000"/>
              </a:schemeClr>
            </a:solidFill>
          </p:grpSpPr>
          <p:sp>
            <p:nvSpPr>
              <p:cNvPr id="1117" name="Oval 25"/>
              <p:cNvSpPr>
                <a:spLocks noChangeArrowheads="1"/>
              </p:cNvSpPr>
              <p:nvPr/>
            </p:nvSpPr>
            <p:spPr bwMode="auto">
              <a:xfrm>
                <a:off x="5781760" y="1738427"/>
                <a:ext cx="141288" cy="139700"/>
              </a:xfrm>
              <a:prstGeom prst="ellipse">
                <a:avLst/>
              </a:prstGeom>
              <a:solidFill>
                <a:schemeClr val="tx1">
                  <a:lumMod val="40000"/>
                  <a:lumOff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18" name="Freeform 26"/>
              <p:cNvSpPr>
                <a:spLocks/>
              </p:cNvSpPr>
              <p:nvPr/>
            </p:nvSpPr>
            <p:spPr bwMode="auto">
              <a:xfrm>
                <a:off x="5670652" y="1889240"/>
                <a:ext cx="363539" cy="630237"/>
              </a:xfrm>
              <a:custGeom>
                <a:avLst/>
                <a:gdLst>
                  <a:gd name="T0" fmla="*/ 94 w 95"/>
                  <a:gd name="T1" fmla="*/ 64 h 167"/>
                  <a:gd name="T2" fmla="*/ 80 w 95"/>
                  <a:gd name="T3" fmla="*/ 19 h 167"/>
                  <a:gd name="T4" fmla="*/ 79 w 95"/>
                  <a:gd name="T5" fmla="*/ 18 h 167"/>
                  <a:gd name="T6" fmla="*/ 56 w 95"/>
                  <a:gd name="T7" fmla="*/ 0 h 167"/>
                  <a:gd name="T8" fmla="*/ 49 w 95"/>
                  <a:gd name="T9" fmla="*/ 0 h 167"/>
                  <a:gd name="T10" fmla="*/ 46 w 95"/>
                  <a:gd name="T11" fmla="*/ 0 h 167"/>
                  <a:gd name="T12" fmla="*/ 39 w 95"/>
                  <a:gd name="T13" fmla="*/ 0 h 167"/>
                  <a:gd name="T14" fmla="*/ 16 w 95"/>
                  <a:gd name="T15" fmla="*/ 18 h 167"/>
                  <a:gd name="T16" fmla="*/ 15 w 95"/>
                  <a:gd name="T17" fmla="*/ 19 h 167"/>
                  <a:gd name="T18" fmla="*/ 1 w 95"/>
                  <a:gd name="T19" fmla="*/ 64 h 167"/>
                  <a:gd name="T20" fmla="*/ 5 w 95"/>
                  <a:gd name="T21" fmla="*/ 73 h 167"/>
                  <a:gd name="T22" fmla="*/ 15 w 95"/>
                  <a:gd name="T23" fmla="*/ 69 h 167"/>
                  <a:gd name="T24" fmla="*/ 28 w 95"/>
                  <a:gd name="T25" fmla="*/ 25 h 167"/>
                  <a:gd name="T26" fmla="*/ 32 w 95"/>
                  <a:gd name="T27" fmla="*/ 25 h 167"/>
                  <a:gd name="T28" fmla="*/ 8 w 95"/>
                  <a:gd name="T29" fmla="*/ 100 h 167"/>
                  <a:gd name="T30" fmla="*/ 27 w 95"/>
                  <a:gd name="T31" fmla="*/ 100 h 167"/>
                  <a:gd name="T32" fmla="*/ 27 w 95"/>
                  <a:gd name="T33" fmla="*/ 158 h 167"/>
                  <a:gd name="T34" fmla="*/ 36 w 95"/>
                  <a:gd name="T35" fmla="*/ 167 h 167"/>
                  <a:gd name="T36" fmla="*/ 44 w 95"/>
                  <a:gd name="T37" fmla="*/ 158 h 167"/>
                  <a:gd name="T38" fmla="*/ 44 w 95"/>
                  <a:gd name="T39" fmla="*/ 100 h 167"/>
                  <a:gd name="T40" fmla="*/ 51 w 95"/>
                  <a:gd name="T41" fmla="*/ 100 h 167"/>
                  <a:gd name="T42" fmla="*/ 51 w 95"/>
                  <a:gd name="T43" fmla="*/ 158 h 167"/>
                  <a:gd name="T44" fmla="*/ 59 w 95"/>
                  <a:gd name="T45" fmla="*/ 167 h 167"/>
                  <a:gd name="T46" fmla="*/ 68 w 95"/>
                  <a:gd name="T47" fmla="*/ 158 h 167"/>
                  <a:gd name="T48" fmla="*/ 68 w 95"/>
                  <a:gd name="T49" fmla="*/ 100 h 167"/>
                  <a:gd name="T50" fmla="*/ 87 w 95"/>
                  <a:gd name="T51" fmla="*/ 100 h 167"/>
                  <a:gd name="T52" fmla="*/ 63 w 95"/>
                  <a:gd name="T53" fmla="*/ 25 h 167"/>
                  <a:gd name="T54" fmla="*/ 67 w 95"/>
                  <a:gd name="T55" fmla="*/ 25 h 167"/>
                  <a:gd name="T56" fmla="*/ 80 w 95"/>
                  <a:gd name="T57" fmla="*/ 69 h 167"/>
                  <a:gd name="T58" fmla="*/ 90 w 95"/>
                  <a:gd name="T59" fmla="*/ 73 h 167"/>
                  <a:gd name="T60" fmla="*/ 94 w 95"/>
                  <a:gd name="T61" fmla="*/ 6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5" h="167">
                    <a:moveTo>
                      <a:pt x="94" y="64"/>
                    </a:moveTo>
                    <a:cubicBezTo>
                      <a:pt x="80" y="19"/>
                      <a:pt x="80" y="19"/>
                      <a:pt x="80" y="19"/>
                    </a:cubicBezTo>
                    <a:cubicBezTo>
                      <a:pt x="80" y="19"/>
                      <a:pt x="79" y="18"/>
                      <a:pt x="79" y="18"/>
                    </a:cubicBezTo>
                    <a:cubicBezTo>
                      <a:pt x="74" y="4"/>
                      <a:pt x="61" y="0"/>
                      <a:pt x="56" y="0"/>
                    </a:cubicBezTo>
                    <a:cubicBezTo>
                      <a:pt x="52" y="0"/>
                      <a:pt x="53" y="0"/>
                      <a:pt x="49" y="0"/>
                    </a:cubicBezTo>
                    <a:cubicBezTo>
                      <a:pt x="48" y="0"/>
                      <a:pt x="47" y="0"/>
                      <a:pt x="46" y="0"/>
                    </a:cubicBezTo>
                    <a:cubicBezTo>
                      <a:pt x="42" y="0"/>
                      <a:pt x="43" y="0"/>
                      <a:pt x="39" y="0"/>
                    </a:cubicBezTo>
                    <a:cubicBezTo>
                      <a:pt x="34" y="0"/>
                      <a:pt x="21" y="4"/>
                      <a:pt x="16" y="18"/>
                    </a:cubicBezTo>
                    <a:cubicBezTo>
                      <a:pt x="16" y="18"/>
                      <a:pt x="15" y="19"/>
                      <a:pt x="15" y="19"/>
                    </a:cubicBezTo>
                    <a:cubicBezTo>
                      <a:pt x="1" y="64"/>
                      <a:pt x="1" y="64"/>
                      <a:pt x="1" y="64"/>
                    </a:cubicBezTo>
                    <a:cubicBezTo>
                      <a:pt x="0" y="68"/>
                      <a:pt x="2" y="72"/>
                      <a:pt x="5" y="73"/>
                    </a:cubicBezTo>
                    <a:cubicBezTo>
                      <a:pt x="9" y="74"/>
                      <a:pt x="13" y="72"/>
                      <a:pt x="15" y="69"/>
                    </a:cubicBezTo>
                    <a:cubicBezTo>
                      <a:pt x="28" y="25"/>
                      <a:pt x="28" y="25"/>
                      <a:pt x="28" y="25"/>
                    </a:cubicBezTo>
                    <a:cubicBezTo>
                      <a:pt x="32" y="25"/>
                      <a:pt x="32" y="25"/>
                      <a:pt x="32" y="25"/>
                    </a:cubicBezTo>
                    <a:cubicBezTo>
                      <a:pt x="8" y="100"/>
                      <a:pt x="8" y="100"/>
                      <a:pt x="8" y="100"/>
                    </a:cubicBezTo>
                    <a:cubicBezTo>
                      <a:pt x="27" y="100"/>
                      <a:pt x="27" y="100"/>
                      <a:pt x="27" y="100"/>
                    </a:cubicBezTo>
                    <a:cubicBezTo>
                      <a:pt x="27" y="158"/>
                      <a:pt x="27" y="158"/>
                      <a:pt x="27" y="158"/>
                    </a:cubicBezTo>
                    <a:cubicBezTo>
                      <a:pt x="27" y="163"/>
                      <a:pt x="31" y="167"/>
                      <a:pt x="36" y="167"/>
                    </a:cubicBezTo>
                    <a:cubicBezTo>
                      <a:pt x="41" y="167"/>
                      <a:pt x="44" y="163"/>
                      <a:pt x="44" y="158"/>
                    </a:cubicBezTo>
                    <a:cubicBezTo>
                      <a:pt x="44" y="100"/>
                      <a:pt x="44" y="100"/>
                      <a:pt x="44" y="100"/>
                    </a:cubicBezTo>
                    <a:cubicBezTo>
                      <a:pt x="51" y="100"/>
                      <a:pt x="51" y="100"/>
                      <a:pt x="51" y="100"/>
                    </a:cubicBezTo>
                    <a:cubicBezTo>
                      <a:pt x="51" y="158"/>
                      <a:pt x="51" y="158"/>
                      <a:pt x="51" y="158"/>
                    </a:cubicBezTo>
                    <a:cubicBezTo>
                      <a:pt x="51" y="163"/>
                      <a:pt x="54" y="167"/>
                      <a:pt x="59" y="167"/>
                    </a:cubicBezTo>
                    <a:cubicBezTo>
                      <a:pt x="64" y="167"/>
                      <a:pt x="68" y="163"/>
                      <a:pt x="68" y="158"/>
                    </a:cubicBezTo>
                    <a:cubicBezTo>
                      <a:pt x="68" y="100"/>
                      <a:pt x="68" y="100"/>
                      <a:pt x="68" y="100"/>
                    </a:cubicBezTo>
                    <a:cubicBezTo>
                      <a:pt x="87" y="100"/>
                      <a:pt x="87" y="100"/>
                      <a:pt x="87" y="100"/>
                    </a:cubicBezTo>
                    <a:cubicBezTo>
                      <a:pt x="63" y="25"/>
                      <a:pt x="63" y="25"/>
                      <a:pt x="63" y="25"/>
                    </a:cubicBezTo>
                    <a:cubicBezTo>
                      <a:pt x="67" y="25"/>
                      <a:pt x="67" y="25"/>
                      <a:pt x="67" y="25"/>
                    </a:cubicBezTo>
                    <a:cubicBezTo>
                      <a:pt x="80" y="69"/>
                      <a:pt x="80" y="69"/>
                      <a:pt x="80" y="69"/>
                    </a:cubicBezTo>
                    <a:cubicBezTo>
                      <a:pt x="82" y="72"/>
                      <a:pt x="86" y="74"/>
                      <a:pt x="90" y="73"/>
                    </a:cubicBezTo>
                    <a:cubicBezTo>
                      <a:pt x="93" y="72"/>
                      <a:pt x="95" y="68"/>
                      <a:pt x="94" y="64"/>
                    </a:cubicBezTo>
                    <a:close/>
                  </a:path>
                </a:pathLst>
              </a:custGeom>
              <a:solidFill>
                <a:schemeClr val="tx1">
                  <a:lumMod val="40000"/>
                  <a:lumOff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id-ID" sz="2400">
                  <a:solidFill>
                    <a:srgbClr val="404040"/>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sp>
        <p:nvSpPr>
          <p:cNvPr id="1137" name="TextBox 1136"/>
          <p:cNvSpPr txBox="1"/>
          <p:nvPr/>
        </p:nvSpPr>
        <p:spPr>
          <a:xfrm>
            <a:off x="668111" y="4996507"/>
            <a:ext cx="1037463" cy="584775"/>
          </a:xfrm>
          <a:prstGeom prst="rect">
            <a:avLst/>
          </a:prstGeom>
          <a:noFill/>
        </p:spPr>
        <p:txBody>
          <a:bodyPr wrap="none" rtlCol="0">
            <a:spAutoFit/>
          </a:bodyPr>
          <a:lstStyle/>
          <a:p>
            <a:r>
              <a:rPr lang="id-ID" sz="3200" dirty="0">
                <a:solidFill>
                  <a:schemeClr val="accent2"/>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45%</a:t>
            </a:r>
          </a:p>
        </p:txBody>
      </p:sp>
      <p:sp>
        <p:nvSpPr>
          <p:cNvPr id="1138" name="TextBox 1137"/>
          <p:cNvSpPr txBox="1"/>
          <p:nvPr/>
        </p:nvSpPr>
        <p:spPr>
          <a:xfrm>
            <a:off x="1534516" y="5037543"/>
            <a:ext cx="743858" cy="502573"/>
          </a:xfrm>
          <a:prstGeom prst="rect">
            <a:avLst/>
          </a:prstGeom>
          <a:noFill/>
        </p:spPr>
        <p:txBody>
          <a:bodyPr wrap="none" rtlCol="0">
            <a:spAutoFit/>
          </a:bodyPr>
          <a:lstStyle/>
          <a:p>
            <a:r>
              <a:rPr lang="id-ID" sz="1333"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female</a:t>
            </a:r>
          </a:p>
          <a:p>
            <a:r>
              <a:rPr lang="id-ID" sz="1333"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user</a:t>
            </a:r>
          </a:p>
        </p:txBody>
      </p:sp>
      <p:cxnSp>
        <p:nvCxnSpPr>
          <p:cNvPr id="1139" name="Straight Connector 1138"/>
          <p:cNvCxnSpPr/>
          <p:nvPr/>
        </p:nvCxnSpPr>
        <p:spPr>
          <a:xfrm>
            <a:off x="668111" y="4863522"/>
            <a:ext cx="2882900" cy="0"/>
          </a:xfrm>
          <a:prstGeom prst="line">
            <a:avLst/>
          </a:prstGeom>
          <a:ln>
            <a:solidFill>
              <a:schemeClr val="tx1">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40" name="Title 1_1">
            <a:extLst>
              <a:ext uri="{FF2B5EF4-FFF2-40B4-BE49-F238E27FC236}">
                <a16:creationId xmlns:a16="http://schemas.microsoft.com/office/drawing/2014/main" id="{CBECF6A5-5542-47DD-ACFB-131F984C946B}"/>
              </a:ext>
            </a:extLst>
          </p:cNvPr>
          <p:cNvSpPr txBox="1">
            <a:spLocks/>
          </p:cNvSpPr>
          <p:nvPr/>
        </p:nvSpPr>
        <p:spPr>
          <a:xfrm>
            <a:off x="4306423" y="611474"/>
            <a:ext cx="3687304" cy="562527"/>
          </a:xfrm>
          <a:prstGeom prst="rect">
            <a:avLst/>
          </a:prstGeom>
        </p:spPr>
        <p:txBody>
          <a:bodyPr lIns="0" tIns="0" rIns="0" bIns="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d-ID" sz="3000" dirty="0">
                <a:latin typeface="思源黑体 CN Medium" panose="020B0600000000000000" pitchFamily="34" charset="-122"/>
                <a:ea typeface="思源黑体 CN Medium" panose="020B0600000000000000" pitchFamily="34" charset="-122"/>
                <a:cs typeface="Lato Heavy" panose="020F0502020204030203" pitchFamily="34" charset="0"/>
                <a:sym typeface="思源黑体 CN Medium" panose="020B0600000000000000" pitchFamily="34" charset="-122"/>
              </a:rPr>
              <a:t>Business Process</a:t>
            </a:r>
          </a:p>
        </p:txBody>
      </p:sp>
      <p:cxnSp>
        <p:nvCxnSpPr>
          <p:cNvPr id="1141" name="Straight Connector 105_1">
            <a:extLst>
              <a:ext uri="{FF2B5EF4-FFF2-40B4-BE49-F238E27FC236}">
                <a16:creationId xmlns:a16="http://schemas.microsoft.com/office/drawing/2014/main" id="{C2F51D0B-811D-4F3C-B620-D4782910CE93}"/>
              </a:ext>
            </a:extLst>
          </p:cNvPr>
          <p:cNvCxnSpPr/>
          <p:nvPr/>
        </p:nvCxnSpPr>
        <p:spPr>
          <a:xfrm>
            <a:off x="5537436" y="1138303"/>
            <a:ext cx="1225279"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144" name="TextBox 13_1">
            <a:extLst>
              <a:ext uri="{FF2B5EF4-FFF2-40B4-BE49-F238E27FC236}">
                <a16:creationId xmlns:a16="http://schemas.microsoft.com/office/drawing/2014/main" id="{8991504B-F079-4091-936C-52E9FB79B0BC}"/>
              </a:ext>
            </a:extLst>
          </p:cNvPr>
          <p:cNvSpPr txBox="1"/>
          <p:nvPr/>
        </p:nvSpPr>
        <p:spPr>
          <a:xfrm flipH="1">
            <a:off x="3417119" y="1182485"/>
            <a:ext cx="5465912" cy="525016"/>
          </a:xfrm>
          <a:prstGeom prst="rect">
            <a:avLst/>
          </a:prstGeom>
          <a:noFill/>
          <a:ln>
            <a:noFill/>
          </a:ln>
        </p:spPr>
        <p:txBody>
          <a:bodyPr wrap="square" lIns="0" tIns="0" rIns="0" bIns="0">
            <a:spAutoFit/>
          </a:bodyPr>
          <a:lstStyle/>
          <a:p>
            <a:pPr algn="ctr">
              <a:lnSpc>
                <a:spcPct val="150000"/>
              </a:lnSpc>
            </a:pP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Lorem ipsum dolor sit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amet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consectetur</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adipiscing</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elit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sed</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do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eiusmod</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tempor</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incididunt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ut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labore</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et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dolore</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magna</a:t>
            </a:r>
          </a:p>
        </p:txBody>
      </p:sp>
      <p:grpSp>
        <p:nvGrpSpPr>
          <p:cNvPr id="1142" name="Group 2_1">
            <a:extLst>
              <a:ext uri="{FF2B5EF4-FFF2-40B4-BE49-F238E27FC236}">
                <a16:creationId xmlns:a16="http://schemas.microsoft.com/office/drawing/2014/main" id="{D3FA10FC-BF4D-46FE-9A26-F2120C3E9D2F}"/>
              </a:ext>
            </a:extLst>
          </p:cNvPr>
          <p:cNvGrpSpPr/>
          <p:nvPr/>
        </p:nvGrpSpPr>
        <p:grpSpPr>
          <a:xfrm>
            <a:off x="0" y="0"/>
            <a:ext cx="1751115" cy="1097152"/>
            <a:chOff x="0" y="0"/>
            <a:chExt cx="1751115" cy="1097152"/>
          </a:xfrm>
        </p:grpSpPr>
        <p:grpSp>
          <p:nvGrpSpPr>
            <p:cNvPr id="1143" name="组合 1142">
              <a:extLst>
                <a:ext uri="{FF2B5EF4-FFF2-40B4-BE49-F238E27FC236}">
                  <a16:creationId xmlns:a16="http://schemas.microsoft.com/office/drawing/2014/main" id="{484DCAAA-31CE-4943-AC74-424C2509B60D}"/>
                </a:ext>
              </a:extLst>
            </p:cNvPr>
            <p:cNvGrpSpPr/>
            <p:nvPr/>
          </p:nvGrpSpPr>
          <p:grpSpPr>
            <a:xfrm>
              <a:off x="0" y="0"/>
              <a:ext cx="1751115" cy="1097152"/>
              <a:chOff x="-1832690" y="-1312191"/>
              <a:chExt cx="4302458" cy="3292533"/>
            </a:xfrm>
          </p:grpSpPr>
          <p:pic>
            <p:nvPicPr>
              <p:cNvPr id="1146" name="PA-图片 2">
                <a:extLst>
                  <a:ext uri="{FF2B5EF4-FFF2-40B4-BE49-F238E27FC236}">
                    <a16:creationId xmlns:a16="http://schemas.microsoft.com/office/drawing/2014/main" id="{EDB41C64-286F-4D00-9504-B1C8E5530111}"/>
                  </a:ext>
                </a:extLst>
              </p:cNvPr>
              <p:cNvPicPr>
                <a:picLocks noChangeAspect="1"/>
              </p:cNvPicPr>
              <p:nvPr>
                <p:custDataLst>
                  <p:tags r:id="rId2"/>
                </p:custDataLst>
              </p:nvPr>
            </p:nvPicPr>
            <p:blipFill rotWithShape="1">
              <a:blip r:embed="rId6" cstate="print">
                <a:extLst>
                  <a:ext uri="{28A0092B-C50C-407E-A947-70E740481C1C}">
                    <a14:useLocalDpi xmlns:a14="http://schemas.microsoft.com/office/drawing/2010/main" val="0"/>
                  </a:ext>
                </a:extLst>
              </a:blip>
              <a:srcRect l="15664" t="61151"/>
              <a:stretch/>
            </p:blipFill>
            <p:spPr>
              <a:xfrm>
                <a:off x="-1832690" y="-1312191"/>
                <a:ext cx="4302458" cy="2664265"/>
              </a:xfrm>
              <a:prstGeom prst="rect">
                <a:avLst/>
              </a:prstGeom>
            </p:spPr>
          </p:pic>
          <p:pic>
            <p:nvPicPr>
              <p:cNvPr id="1147" name="PA-图片 7">
                <a:extLst>
                  <a:ext uri="{FF2B5EF4-FFF2-40B4-BE49-F238E27FC236}">
                    <a16:creationId xmlns:a16="http://schemas.microsoft.com/office/drawing/2014/main" id="{274A4B50-CA82-42E3-98B5-11163445A6FE}"/>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975373" y="1127025"/>
                <a:ext cx="775743" cy="853317"/>
              </a:xfrm>
              <a:prstGeom prst="rect">
                <a:avLst/>
              </a:prstGeom>
            </p:spPr>
          </p:pic>
        </p:grpSp>
        <p:sp>
          <p:nvSpPr>
            <p:cNvPr id="1145" name="PA-矩形8435759">
              <a:extLst>
                <a:ext uri="{FF2B5EF4-FFF2-40B4-BE49-F238E27FC236}">
                  <a16:creationId xmlns:a16="http://schemas.microsoft.com/office/drawing/2014/main" id="{1C7B2FF3-46D9-4AE7-9983-23F25CAB9657}"/>
                </a:ext>
              </a:extLst>
            </p:cNvPr>
            <p:cNvSpPr/>
            <p:nvPr>
              <p:custDataLst>
                <p:tags r:id="rId1"/>
              </p:custDataLst>
            </p:nvPr>
          </p:nvSpPr>
          <p:spPr>
            <a:xfrm>
              <a:off x="60033" y="136009"/>
              <a:ext cx="1398588" cy="400110"/>
            </a:xfrm>
            <a:prstGeom prst="rect">
              <a:avLst/>
            </a:prstGeom>
          </p:spPr>
          <p:txBody>
            <a:bodyPr wrap="none">
              <a:spAutoFit/>
            </a:bodyPr>
            <a:lstStyle/>
            <a:p>
              <a:r>
                <a:rPr lang="en-US" altLang="zh-CN" sz="2000" dirty="0">
                  <a:latin typeface="思源黑体 CN Medium" panose="020B0600000000000000" pitchFamily="34" charset="-122"/>
                  <a:ea typeface="思源黑体 CN Medium" panose="020B0600000000000000" pitchFamily="34" charset="-122"/>
                  <a:sym typeface="思源黑体" panose="020B0400000000000000" pitchFamily="34" charset="-122"/>
                </a:rPr>
                <a:t>Enter title</a:t>
              </a:r>
              <a:endParaRPr lang="zh-CN" altLang="en-US" sz="2000" dirty="0">
                <a:latin typeface="思源黑体 CN Medium" panose="020B0600000000000000" pitchFamily="34" charset="-122"/>
                <a:ea typeface="思源黑体 CN Medium" panose="020B0600000000000000" pitchFamily="34" charset="-122"/>
              </a:endParaRPr>
            </a:p>
          </p:txBody>
        </p:sp>
      </p:grpSp>
    </p:spTree>
    <p:extLst>
      <p:ext uri="{BB962C8B-B14F-4D97-AF65-F5344CB8AC3E}">
        <p14:creationId xmlns:p14="http://schemas.microsoft.com/office/powerpoint/2010/main" val="4534988"/>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14:presetBounceEnd="60000">
                                      <p:stCondLst>
                                        <p:cond delay="0"/>
                                      </p:stCondLst>
                                      <p:childTnLst>
                                        <p:set>
                                          <p:cBhvr>
                                            <p:cTn id="6" dur="1" fill="hold">
                                              <p:stCondLst>
                                                <p:cond delay="0"/>
                                              </p:stCondLst>
                                            </p:cTn>
                                            <p:tgtEl>
                                              <p:spTgt spid="70"/>
                                            </p:tgtEl>
                                            <p:attrNameLst>
                                              <p:attrName>style.visibility</p:attrName>
                                            </p:attrNameLst>
                                          </p:cBhvr>
                                          <p:to>
                                            <p:strVal val="visible"/>
                                          </p:to>
                                        </p:set>
                                        <p:anim calcmode="lin" valueType="num" p14:bounceEnd="60000">
                                          <p:cBhvr additive="base">
                                            <p:cTn id="7" dur="500" fill="hold"/>
                                            <p:tgtEl>
                                              <p:spTgt spid="70"/>
                                            </p:tgtEl>
                                            <p:attrNameLst>
                                              <p:attrName>ppt_x</p:attrName>
                                            </p:attrNameLst>
                                          </p:cBhvr>
                                          <p:tavLst>
                                            <p:tav tm="0">
                                              <p:val>
                                                <p:strVal val="#ppt_x"/>
                                              </p:val>
                                            </p:tav>
                                            <p:tav tm="100000">
                                              <p:val>
                                                <p:strVal val="#ppt_x"/>
                                              </p:val>
                                            </p:tav>
                                          </p:tavLst>
                                        </p:anim>
                                        <p:anim calcmode="lin" valueType="num" p14:bounceEnd="60000">
                                          <p:cBhvr additive="base">
                                            <p:cTn id="8" dur="500" fill="hold"/>
                                            <p:tgtEl>
                                              <p:spTgt spid="7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2" presetClass="entr" presetSubtype="4" fill="hold" nodeType="afterEffect">
                                      <p:stCondLst>
                                        <p:cond delay="0"/>
                                      </p:stCondLst>
                                      <p:childTnLst>
                                        <p:set>
                                          <p:cBhvr>
                                            <p:cTn id="11" dur="1" fill="hold">
                                              <p:stCondLst>
                                                <p:cond delay="0"/>
                                              </p:stCondLst>
                                            </p:cTn>
                                            <p:tgtEl>
                                              <p:spTgt spid="1061"/>
                                            </p:tgtEl>
                                            <p:attrNameLst>
                                              <p:attrName>style.visibility</p:attrName>
                                            </p:attrNameLst>
                                          </p:cBhvr>
                                          <p:to>
                                            <p:strVal val="visible"/>
                                          </p:to>
                                        </p:set>
                                        <p:animEffect transition="in" filter="wipe(down)">
                                          <p:cBhvr>
                                            <p:cTn id="12" dur="500"/>
                                            <p:tgtEl>
                                              <p:spTgt spid="1061"/>
                                            </p:tgtEl>
                                          </p:cBhvr>
                                        </p:animEffect>
                                      </p:childTnLst>
                                    </p:cTn>
                                  </p:par>
                                  <p:par>
                                    <p:cTn id="13" presetID="22" presetClass="entr" presetSubtype="4" fill="hold" nodeType="withEffect">
                                      <p:stCondLst>
                                        <p:cond delay="0"/>
                                      </p:stCondLst>
                                      <p:childTnLst>
                                        <p:set>
                                          <p:cBhvr>
                                            <p:cTn id="14" dur="1" fill="hold">
                                              <p:stCondLst>
                                                <p:cond delay="0"/>
                                              </p:stCondLst>
                                            </p:cTn>
                                            <p:tgtEl>
                                              <p:spTgt spid="1045"/>
                                            </p:tgtEl>
                                            <p:attrNameLst>
                                              <p:attrName>style.visibility</p:attrName>
                                            </p:attrNameLst>
                                          </p:cBhvr>
                                          <p:to>
                                            <p:strVal val="visible"/>
                                          </p:to>
                                        </p:set>
                                        <p:animEffect transition="in" filter="wipe(down)">
                                          <p:cBhvr>
                                            <p:cTn id="15" dur="500"/>
                                            <p:tgtEl>
                                              <p:spTgt spid="1045"/>
                                            </p:tgtEl>
                                          </p:cBhvr>
                                        </p:animEffect>
                                      </p:childTnLst>
                                    </p:cTn>
                                  </p:par>
                                  <p:par>
                                    <p:cTn id="16" presetID="22" presetClass="entr" presetSubtype="4" fill="hold" nodeType="withEffect">
                                      <p:stCondLst>
                                        <p:cond delay="0"/>
                                      </p:stCondLst>
                                      <p:childTnLst>
                                        <p:set>
                                          <p:cBhvr>
                                            <p:cTn id="17" dur="1" fill="hold">
                                              <p:stCondLst>
                                                <p:cond delay="0"/>
                                              </p:stCondLst>
                                            </p:cTn>
                                            <p:tgtEl>
                                              <p:spTgt spid="1051"/>
                                            </p:tgtEl>
                                            <p:attrNameLst>
                                              <p:attrName>style.visibility</p:attrName>
                                            </p:attrNameLst>
                                          </p:cBhvr>
                                          <p:to>
                                            <p:strVal val="visible"/>
                                          </p:to>
                                        </p:set>
                                        <p:animEffect transition="in" filter="wipe(down)">
                                          <p:cBhvr>
                                            <p:cTn id="18" dur="500"/>
                                            <p:tgtEl>
                                              <p:spTgt spid="1051"/>
                                            </p:tgtEl>
                                          </p:cBhvr>
                                        </p:animEffect>
                                      </p:childTnLst>
                                    </p:cTn>
                                  </p:par>
                                  <p:par>
                                    <p:cTn id="19" presetID="22" presetClass="entr" presetSubtype="4" fill="hold" nodeType="withEffect">
                                      <p:stCondLst>
                                        <p:cond delay="0"/>
                                      </p:stCondLst>
                                      <p:childTnLst>
                                        <p:set>
                                          <p:cBhvr>
                                            <p:cTn id="20" dur="1" fill="hold">
                                              <p:stCondLst>
                                                <p:cond delay="0"/>
                                              </p:stCondLst>
                                            </p:cTn>
                                            <p:tgtEl>
                                              <p:spTgt spid="1048"/>
                                            </p:tgtEl>
                                            <p:attrNameLst>
                                              <p:attrName>style.visibility</p:attrName>
                                            </p:attrNameLst>
                                          </p:cBhvr>
                                          <p:to>
                                            <p:strVal val="visible"/>
                                          </p:to>
                                        </p:set>
                                        <p:animEffect transition="in" filter="wipe(down)">
                                          <p:cBhvr>
                                            <p:cTn id="21" dur="500"/>
                                            <p:tgtEl>
                                              <p:spTgt spid="1048"/>
                                            </p:tgtEl>
                                          </p:cBhvr>
                                        </p:animEffect>
                                      </p:childTnLst>
                                    </p:cTn>
                                  </p:par>
                                  <p:par>
                                    <p:cTn id="22" presetID="22" presetClass="entr" presetSubtype="4" fill="hold" nodeType="withEffect">
                                      <p:stCondLst>
                                        <p:cond delay="0"/>
                                      </p:stCondLst>
                                      <p:childTnLst>
                                        <p:set>
                                          <p:cBhvr>
                                            <p:cTn id="23" dur="1" fill="hold">
                                              <p:stCondLst>
                                                <p:cond delay="0"/>
                                              </p:stCondLst>
                                            </p:cTn>
                                            <p:tgtEl>
                                              <p:spTgt spid="1056"/>
                                            </p:tgtEl>
                                            <p:attrNameLst>
                                              <p:attrName>style.visibility</p:attrName>
                                            </p:attrNameLst>
                                          </p:cBhvr>
                                          <p:to>
                                            <p:strVal val="visible"/>
                                          </p:to>
                                        </p:set>
                                        <p:animEffect transition="in" filter="wipe(down)">
                                          <p:cBhvr>
                                            <p:cTn id="24" dur="500"/>
                                            <p:tgtEl>
                                              <p:spTgt spid="1056"/>
                                            </p:tgtEl>
                                          </p:cBhvr>
                                        </p:animEffect>
                                      </p:childTnLst>
                                    </p:cTn>
                                  </p:par>
                                </p:childTnLst>
                              </p:cTn>
                            </p:par>
                            <p:par>
                              <p:cTn id="25" fill="hold">
                                <p:stCondLst>
                                  <p:cond delay="1000"/>
                                </p:stCondLst>
                                <p:childTnLst>
                                  <p:par>
                                    <p:cTn id="26" presetID="10" presetClass="entr" presetSubtype="0" fill="hold" grpId="0" nodeType="afterEffect">
                                      <p:stCondLst>
                                        <p:cond delay="0"/>
                                      </p:stCondLst>
                                      <p:childTnLst>
                                        <p:set>
                                          <p:cBhvr>
                                            <p:cTn id="27" dur="1" fill="hold">
                                              <p:stCondLst>
                                                <p:cond delay="0"/>
                                              </p:stCondLst>
                                            </p:cTn>
                                            <p:tgtEl>
                                              <p:spTgt spid="1066"/>
                                            </p:tgtEl>
                                            <p:attrNameLst>
                                              <p:attrName>style.visibility</p:attrName>
                                            </p:attrNameLst>
                                          </p:cBhvr>
                                          <p:to>
                                            <p:strVal val="visible"/>
                                          </p:to>
                                        </p:set>
                                        <p:animEffect transition="in" filter="fade">
                                          <p:cBhvr>
                                            <p:cTn id="28" dur="500"/>
                                            <p:tgtEl>
                                              <p:spTgt spid="106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67"/>
                                            </p:tgtEl>
                                            <p:attrNameLst>
                                              <p:attrName>style.visibility</p:attrName>
                                            </p:attrNameLst>
                                          </p:cBhvr>
                                          <p:to>
                                            <p:strVal val="visible"/>
                                          </p:to>
                                        </p:set>
                                        <p:animEffect transition="in" filter="fade">
                                          <p:cBhvr>
                                            <p:cTn id="31" dur="500"/>
                                            <p:tgtEl>
                                              <p:spTgt spid="106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068"/>
                                            </p:tgtEl>
                                            <p:attrNameLst>
                                              <p:attrName>style.visibility</p:attrName>
                                            </p:attrNameLst>
                                          </p:cBhvr>
                                          <p:to>
                                            <p:strVal val="visible"/>
                                          </p:to>
                                        </p:set>
                                        <p:animEffect transition="in" filter="fade">
                                          <p:cBhvr>
                                            <p:cTn id="34" dur="500"/>
                                            <p:tgtEl>
                                              <p:spTgt spid="106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069"/>
                                            </p:tgtEl>
                                            <p:attrNameLst>
                                              <p:attrName>style.visibility</p:attrName>
                                            </p:attrNameLst>
                                          </p:cBhvr>
                                          <p:to>
                                            <p:strVal val="visible"/>
                                          </p:to>
                                        </p:set>
                                        <p:animEffect transition="in" filter="fade">
                                          <p:cBhvr>
                                            <p:cTn id="37" dur="500"/>
                                            <p:tgtEl>
                                              <p:spTgt spid="106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070"/>
                                            </p:tgtEl>
                                            <p:attrNameLst>
                                              <p:attrName>style.visibility</p:attrName>
                                            </p:attrNameLst>
                                          </p:cBhvr>
                                          <p:to>
                                            <p:strVal val="visible"/>
                                          </p:to>
                                        </p:set>
                                        <p:animEffect transition="in" filter="fade">
                                          <p:cBhvr>
                                            <p:cTn id="40" dur="500"/>
                                            <p:tgtEl>
                                              <p:spTgt spid="1070"/>
                                            </p:tgtEl>
                                          </p:cBhvr>
                                        </p:animEffect>
                                      </p:childTnLst>
                                    </p:cTn>
                                  </p:par>
                                </p:childTnLst>
                              </p:cTn>
                            </p:par>
                            <p:par>
                              <p:cTn id="41" fill="hold">
                                <p:stCondLst>
                                  <p:cond delay="1500"/>
                                </p:stCondLst>
                                <p:childTnLst>
                                  <p:par>
                                    <p:cTn id="42" presetID="10" presetClass="entr" presetSubtype="0" fill="hold" grpId="0" nodeType="afterEffect">
                                      <p:stCondLst>
                                        <p:cond delay="0"/>
                                      </p:stCondLst>
                                      <p:childTnLst>
                                        <p:set>
                                          <p:cBhvr>
                                            <p:cTn id="43" dur="1" fill="hold">
                                              <p:stCondLst>
                                                <p:cond delay="0"/>
                                              </p:stCondLst>
                                            </p:cTn>
                                            <p:tgtEl>
                                              <p:spTgt spid="1071"/>
                                            </p:tgtEl>
                                            <p:attrNameLst>
                                              <p:attrName>style.visibility</p:attrName>
                                            </p:attrNameLst>
                                          </p:cBhvr>
                                          <p:to>
                                            <p:strVal val="visible"/>
                                          </p:to>
                                        </p:set>
                                        <p:animEffect transition="in" filter="fade">
                                          <p:cBhvr>
                                            <p:cTn id="44" dur="500"/>
                                            <p:tgtEl>
                                              <p:spTgt spid="1071"/>
                                            </p:tgtEl>
                                          </p:cBhvr>
                                        </p:animEffect>
                                      </p:childTnLst>
                                    </p:cTn>
                                  </p:par>
                                </p:childTnLst>
                              </p:cTn>
                            </p:par>
                            <p:par>
                              <p:cTn id="45" fill="hold">
                                <p:stCondLst>
                                  <p:cond delay="2000"/>
                                </p:stCondLst>
                                <p:childTnLst>
                                  <p:par>
                                    <p:cTn id="46" presetID="10" presetClass="entr" presetSubtype="0" fill="hold" grpId="0" nodeType="afterEffect">
                                      <p:stCondLst>
                                        <p:cond delay="0"/>
                                      </p:stCondLst>
                                      <p:childTnLst>
                                        <p:set>
                                          <p:cBhvr>
                                            <p:cTn id="47" dur="1" fill="hold">
                                              <p:stCondLst>
                                                <p:cond delay="0"/>
                                              </p:stCondLst>
                                            </p:cTn>
                                            <p:tgtEl>
                                              <p:spTgt spid="1072"/>
                                            </p:tgtEl>
                                            <p:attrNameLst>
                                              <p:attrName>style.visibility</p:attrName>
                                            </p:attrNameLst>
                                          </p:cBhvr>
                                          <p:to>
                                            <p:strVal val="visible"/>
                                          </p:to>
                                        </p:set>
                                        <p:animEffect transition="in" filter="fade">
                                          <p:cBhvr>
                                            <p:cTn id="48" dur="500"/>
                                            <p:tgtEl>
                                              <p:spTgt spid="1072"/>
                                            </p:tgtEl>
                                          </p:cBhvr>
                                        </p:animEffect>
                                      </p:childTnLst>
                                    </p:cTn>
                                  </p:par>
                                </p:childTnLst>
                              </p:cTn>
                            </p:par>
                            <p:par>
                              <p:cTn id="49" fill="hold">
                                <p:stCondLst>
                                  <p:cond delay="2500"/>
                                </p:stCondLst>
                                <p:childTnLst>
                                  <p:par>
                                    <p:cTn id="50" presetID="22" presetClass="entr" presetSubtype="8" fill="hold" nodeType="afterEffect">
                                      <p:stCondLst>
                                        <p:cond delay="0"/>
                                      </p:stCondLst>
                                      <p:childTnLst>
                                        <p:set>
                                          <p:cBhvr>
                                            <p:cTn id="51" dur="1" fill="hold">
                                              <p:stCondLst>
                                                <p:cond delay="0"/>
                                              </p:stCondLst>
                                            </p:cTn>
                                            <p:tgtEl>
                                              <p:spTgt spid="1139"/>
                                            </p:tgtEl>
                                            <p:attrNameLst>
                                              <p:attrName>style.visibility</p:attrName>
                                            </p:attrNameLst>
                                          </p:cBhvr>
                                          <p:to>
                                            <p:strVal val="visible"/>
                                          </p:to>
                                        </p:set>
                                        <p:animEffect transition="in" filter="wipe(left)">
                                          <p:cBhvr>
                                            <p:cTn id="52" dur="500"/>
                                            <p:tgtEl>
                                              <p:spTgt spid="1139"/>
                                            </p:tgtEl>
                                          </p:cBhvr>
                                        </p:animEffect>
                                      </p:childTnLst>
                                    </p:cTn>
                                  </p:par>
                                </p:childTnLst>
                              </p:cTn>
                            </p:par>
                            <p:par>
                              <p:cTn id="53" fill="hold">
                                <p:stCondLst>
                                  <p:cond delay="3000"/>
                                </p:stCondLst>
                                <p:childTnLst>
                                  <p:par>
                                    <p:cTn id="54" presetID="53" presetClass="entr" presetSubtype="16" fill="hold" grpId="0" nodeType="afterEffect">
                                      <p:stCondLst>
                                        <p:cond delay="0"/>
                                      </p:stCondLst>
                                      <p:childTnLst>
                                        <p:set>
                                          <p:cBhvr>
                                            <p:cTn id="55" dur="1" fill="hold">
                                              <p:stCondLst>
                                                <p:cond delay="0"/>
                                              </p:stCondLst>
                                            </p:cTn>
                                            <p:tgtEl>
                                              <p:spTgt spid="1104"/>
                                            </p:tgtEl>
                                            <p:attrNameLst>
                                              <p:attrName>style.visibility</p:attrName>
                                            </p:attrNameLst>
                                          </p:cBhvr>
                                          <p:to>
                                            <p:strVal val="visible"/>
                                          </p:to>
                                        </p:set>
                                        <p:anim calcmode="lin" valueType="num">
                                          <p:cBhvr>
                                            <p:cTn id="56" dur="500" fill="hold"/>
                                            <p:tgtEl>
                                              <p:spTgt spid="1104"/>
                                            </p:tgtEl>
                                            <p:attrNameLst>
                                              <p:attrName>ppt_w</p:attrName>
                                            </p:attrNameLst>
                                          </p:cBhvr>
                                          <p:tavLst>
                                            <p:tav tm="0">
                                              <p:val>
                                                <p:fltVal val="0"/>
                                              </p:val>
                                            </p:tav>
                                            <p:tav tm="100000">
                                              <p:val>
                                                <p:strVal val="#ppt_w"/>
                                              </p:val>
                                            </p:tav>
                                          </p:tavLst>
                                        </p:anim>
                                        <p:anim calcmode="lin" valueType="num">
                                          <p:cBhvr>
                                            <p:cTn id="57" dur="500" fill="hold"/>
                                            <p:tgtEl>
                                              <p:spTgt spid="1104"/>
                                            </p:tgtEl>
                                            <p:attrNameLst>
                                              <p:attrName>ppt_h</p:attrName>
                                            </p:attrNameLst>
                                          </p:cBhvr>
                                          <p:tavLst>
                                            <p:tav tm="0">
                                              <p:val>
                                                <p:fltVal val="0"/>
                                              </p:val>
                                            </p:tav>
                                            <p:tav tm="100000">
                                              <p:val>
                                                <p:strVal val="#ppt_h"/>
                                              </p:val>
                                            </p:tav>
                                          </p:tavLst>
                                        </p:anim>
                                        <p:animEffect transition="in" filter="fade">
                                          <p:cBhvr>
                                            <p:cTn id="58" dur="500"/>
                                            <p:tgtEl>
                                              <p:spTgt spid="1104"/>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1137"/>
                                            </p:tgtEl>
                                            <p:attrNameLst>
                                              <p:attrName>style.visibility</p:attrName>
                                            </p:attrNameLst>
                                          </p:cBhvr>
                                          <p:to>
                                            <p:strVal val="visible"/>
                                          </p:to>
                                        </p:set>
                                        <p:anim calcmode="lin" valueType="num">
                                          <p:cBhvr>
                                            <p:cTn id="61" dur="500" fill="hold"/>
                                            <p:tgtEl>
                                              <p:spTgt spid="1137"/>
                                            </p:tgtEl>
                                            <p:attrNameLst>
                                              <p:attrName>ppt_w</p:attrName>
                                            </p:attrNameLst>
                                          </p:cBhvr>
                                          <p:tavLst>
                                            <p:tav tm="0">
                                              <p:val>
                                                <p:fltVal val="0"/>
                                              </p:val>
                                            </p:tav>
                                            <p:tav tm="100000">
                                              <p:val>
                                                <p:strVal val="#ppt_w"/>
                                              </p:val>
                                            </p:tav>
                                          </p:tavLst>
                                        </p:anim>
                                        <p:anim calcmode="lin" valueType="num">
                                          <p:cBhvr>
                                            <p:cTn id="62" dur="500" fill="hold"/>
                                            <p:tgtEl>
                                              <p:spTgt spid="1137"/>
                                            </p:tgtEl>
                                            <p:attrNameLst>
                                              <p:attrName>ppt_h</p:attrName>
                                            </p:attrNameLst>
                                          </p:cBhvr>
                                          <p:tavLst>
                                            <p:tav tm="0">
                                              <p:val>
                                                <p:fltVal val="0"/>
                                              </p:val>
                                            </p:tav>
                                            <p:tav tm="100000">
                                              <p:val>
                                                <p:strVal val="#ppt_h"/>
                                              </p:val>
                                            </p:tav>
                                          </p:tavLst>
                                        </p:anim>
                                        <p:animEffect transition="in" filter="fade">
                                          <p:cBhvr>
                                            <p:cTn id="63" dur="500"/>
                                            <p:tgtEl>
                                              <p:spTgt spid="1137"/>
                                            </p:tgtEl>
                                          </p:cBhvr>
                                        </p:animEffect>
                                      </p:childTnLst>
                                    </p:cTn>
                                  </p:par>
                                </p:childTnLst>
                              </p:cTn>
                            </p:par>
                            <p:par>
                              <p:cTn id="64" fill="hold">
                                <p:stCondLst>
                                  <p:cond delay="3500"/>
                                </p:stCondLst>
                                <p:childTnLst>
                                  <p:par>
                                    <p:cTn id="65" presetID="10" presetClass="entr" presetSubtype="0" fill="hold" grpId="0" nodeType="afterEffect">
                                      <p:stCondLst>
                                        <p:cond delay="0"/>
                                      </p:stCondLst>
                                      <p:childTnLst>
                                        <p:set>
                                          <p:cBhvr>
                                            <p:cTn id="66" dur="1" fill="hold">
                                              <p:stCondLst>
                                                <p:cond delay="0"/>
                                              </p:stCondLst>
                                            </p:cTn>
                                            <p:tgtEl>
                                              <p:spTgt spid="1105"/>
                                            </p:tgtEl>
                                            <p:attrNameLst>
                                              <p:attrName>style.visibility</p:attrName>
                                            </p:attrNameLst>
                                          </p:cBhvr>
                                          <p:to>
                                            <p:strVal val="visible"/>
                                          </p:to>
                                        </p:set>
                                        <p:animEffect transition="in" filter="fade">
                                          <p:cBhvr>
                                            <p:cTn id="67" dur="500"/>
                                            <p:tgtEl>
                                              <p:spTgt spid="110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138"/>
                                            </p:tgtEl>
                                            <p:attrNameLst>
                                              <p:attrName>style.visibility</p:attrName>
                                            </p:attrNameLst>
                                          </p:cBhvr>
                                          <p:to>
                                            <p:strVal val="visible"/>
                                          </p:to>
                                        </p:set>
                                        <p:animEffect transition="in" filter="fade">
                                          <p:cBhvr>
                                            <p:cTn id="70" dur="500"/>
                                            <p:tgtEl>
                                              <p:spTgt spid="1138"/>
                                            </p:tgtEl>
                                          </p:cBhvr>
                                        </p:animEffect>
                                      </p:childTnLst>
                                    </p:cTn>
                                  </p:par>
                                </p:childTnLst>
                              </p:cTn>
                            </p:par>
                            <p:par>
                              <p:cTn id="71" fill="hold">
                                <p:stCondLst>
                                  <p:cond delay="4000"/>
                                </p:stCondLst>
                                <p:childTnLst>
                                  <p:par>
                                    <p:cTn id="72" presetID="22" presetClass="entr" presetSubtype="8" fill="hold" nodeType="afterEffect">
                                      <p:stCondLst>
                                        <p:cond delay="0"/>
                                      </p:stCondLst>
                                      <p:childTnLst>
                                        <p:set>
                                          <p:cBhvr>
                                            <p:cTn id="73" dur="1" fill="hold">
                                              <p:stCondLst>
                                                <p:cond delay="0"/>
                                              </p:stCondLst>
                                            </p:cTn>
                                            <p:tgtEl>
                                              <p:spTgt spid="1073"/>
                                            </p:tgtEl>
                                            <p:attrNameLst>
                                              <p:attrName>style.visibility</p:attrName>
                                            </p:attrNameLst>
                                          </p:cBhvr>
                                          <p:to>
                                            <p:strVal val="visible"/>
                                          </p:to>
                                        </p:set>
                                        <p:animEffect transition="in" filter="wipe(left)">
                                          <p:cBhvr>
                                            <p:cTn id="74" dur="500"/>
                                            <p:tgtEl>
                                              <p:spTgt spid="1073"/>
                                            </p:tgtEl>
                                          </p:cBhvr>
                                        </p:animEffect>
                                      </p:childTnLst>
                                    </p:cTn>
                                  </p:par>
                                  <p:par>
                                    <p:cTn id="75" presetID="22" presetClass="entr" presetSubtype="8" fill="hold" nodeType="withEffect">
                                      <p:stCondLst>
                                        <p:cond delay="0"/>
                                      </p:stCondLst>
                                      <p:childTnLst>
                                        <p:set>
                                          <p:cBhvr>
                                            <p:cTn id="76" dur="1" fill="hold">
                                              <p:stCondLst>
                                                <p:cond delay="0"/>
                                              </p:stCondLst>
                                            </p:cTn>
                                            <p:tgtEl>
                                              <p:spTgt spid="1106"/>
                                            </p:tgtEl>
                                            <p:attrNameLst>
                                              <p:attrName>style.visibility</p:attrName>
                                            </p:attrNameLst>
                                          </p:cBhvr>
                                          <p:to>
                                            <p:strVal val="visible"/>
                                          </p:to>
                                        </p:set>
                                        <p:animEffect transition="in" filter="wipe(left)">
                                          <p:cBhvr>
                                            <p:cTn id="77" dur="500"/>
                                            <p:tgtEl>
                                              <p:spTgt spid="1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6" grpId="0"/>
          <p:bldP spid="1067" grpId="0"/>
          <p:bldP spid="1068" grpId="0"/>
          <p:bldP spid="1069" grpId="0"/>
          <p:bldP spid="1070" grpId="0"/>
          <p:bldP spid="1071" grpId="0"/>
          <p:bldP spid="1072" grpId="0"/>
          <p:bldP spid="1104" grpId="0"/>
          <p:bldP spid="1105" grpId="0"/>
          <p:bldP spid="1137" grpId="0"/>
          <p:bldP spid="113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70"/>
                                            </p:tgtEl>
                                            <p:attrNameLst>
                                              <p:attrName>style.visibility</p:attrName>
                                            </p:attrNameLst>
                                          </p:cBhvr>
                                          <p:to>
                                            <p:strVal val="visible"/>
                                          </p:to>
                                        </p:set>
                                        <p:anim calcmode="lin" valueType="num">
                                          <p:cBhvr additive="base">
                                            <p:cTn id="7" dur="500" fill="hold"/>
                                            <p:tgtEl>
                                              <p:spTgt spid="70"/>
                                            </p:tgtEl>
                                            <p:attrNameLst>
                                              <p:attrName>ppt_x</p:attrName>
                                            </p:attrNameLst>
                                          </p:cBhvr>
                                          <p:tavLst>
                                            <p:tav tm="0">
                                              <p:val>
                                                <p:strVal val="#ppt_x"/>
                                              </p:val>
                                            </p:tav>
                                            <p:tav tm="100000">
                                              <p:val>
                                                <p:strVal val="#ppt_x"/>
                                              </p:val>
                                            </p:tav>
                                          </p:tavLst>
                                        </p:anim>
                                        <p:anim calcmode="lin" valueType="num">
                                          <p:cBhvr additive="base">
                                            <p:cTn id="8" dur="500" fill="hold"/>
                                            <p:tgtEl>
                                              <p:spTgt spid="7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2" presetClass="entr" presetSubtype="4" fill="hold" nodeType="afterEffect">
                                      <p:stCondLst>
                                        <p:cond delay="0"/>
                                      </p:stCondLst>
                                      <p:childTnLst>
                                        <p:set>
                                          <p:cBhvr>
                                            <p:cTn id="11" dur="1" fill="hold">
                                              <p:stCondLst>
                                                <p:cond delay="0"/>
                                              </p:stCondLst>
                                            </p:cTn>
                                            <p:tgtEl>
                                              <p:spTgt spid="1061"/>
                                            </p:tgtEl>
                                            <p:attrNameLst>
                                              <p:attrName>style.visibility</p:attrName>
                                            </p:attrNameLst>
                                          </p:cBhvr>
                                          <p:to>
                                            <p:strVal val="visible"/>
                                          </p:to>
                                        </p:set>
                                        <p:animEffect transition="in" filter="wipe(down)">
                                          <p:cBhvr>
                                            <p:cTn id="12" dur="500"/>
                                            <p:tgtEl>
                                              <p:spTgt spid="1061"/>
                                            </p:tgtEl>
                                          </p:cBhvr>
                                        </p:animEffect>
                                      </p:childTnLst>
                                    </p:cTn>
                                  </p:par>
                                  <p:par>
                                    <p:cTn id="13" presetID="22" presetClass="entr" presetSubtype="4" fill="hold" nodeType="withEffect">
                                      <p:stCondLst>
                                        <p:cond delay="0"/>
                                      </p:stCondLst>
                                      <p:childTnLst>
                                        <p:set>
                                          <p:cBhvr>
                                            <p:cTn id="14" dur="1" fill="hold">
                                              <p:stCondLst>
                                                <p:cond delay="0"/>
                                              </p:stCondLst>
                                            </p:cTn>
                                            <p:tgtEl>
                                              <p:spTgt spid="1045"/>
                                            </p:tgtEl>
                                            <p:attrNameLst>
                                              <p:attrName>style.visibility</p:attrName>
                                            </p:attrNameLst>
                                          </p:cBhvr>
                                          <p:to>
                                            <p:strVal val="visible"/>
                                          </p:to>
                                        </p:set>
                                        <p:animEffect transition="in" filter="wipe(down)">
                                          <p:cBhvr>
                                            <p:cTn id="15" dur="500"/>
                                            <p:tgtEl>
                                              <p:spTgt spid="1045"/>
                                            </p:tgtEl>
                                          </p:cBhvr>
                                        </p:animEffect>
                                      </p:childTnLst>
                                    </p:cTn>
                                  </p:par>
                                  <p:par>
                                    <p:cTn id="16" presetID="22" presetClass="entr" presetSubtype="4" fill="hold" nodeType="withEffect">
                                      <p:stCondLst>
                                        <p:cond delay="0"/>
                                      </p:stCondLst>
                                      <p:childTnLst>
                                        <p:set>
                                          <p:cBhvr>
                                            <p:cTn id="17" dur="1" fill="hold">
                                              <p:stCondLst>
                                                <p:cond delay="0"/>
                                              </p:stCondLst>
                                            </p:cTn>
                                            <p:tgtEl>
                                              <p:spTgt spid="1051"/>
                                            </p:tgtEl>
                                            <p:attrNameLst>
                                              <p:attrName>style.visibility</p:attrName>
                                            </p:attrNameLst>
                                          </p:cBhvr>
                                          <p:to>
                                            <p:strVal val="visible"/>
                                          </p:to>
                                        </p:set>
                                        <p:animEffect transition="in" filter="wipe(down)">
                                          <p:cBhvr>
                                            <p:cTn id="18" dur="500"/>
                                            <p:tgtEl>
                                              <p:spTgt spid="1051"/>
                                            </p:tgtEl>
                                          </p:cBhvr>
                                        </p:animEffect>
                                      </p:childTnLst>
                                    </p:cTn>
                                  </p:par>
                                  <p:par>
                                    <p:cTn id="19" presetID="22" presetClass="entr" presetSubtype="4" fill="hold" nodeType="withEffect">
                                      <p:stCondLst>
                                        <p:cond delay="0"/>
                                      </p:stCondLst>
                                      <p:childTnLst>
                                        <p:set>
                                          <p:cBhvr>
                                            <p:cTn id="20" dur="1" fill="hold">
                                              <p:stCondLst>
                                                <p:cond delay="0"/>
                                              </p:stCondLst>
                                            </p:cTn>
                                            <p:tgtEl>
                                              <p:spTgt spid="1048"/>
                                            </p:tgtEl>
                                            <p:attrNameLst>
                                              <p:attrName>style.visibility</p:attrName>
                                            </p:attrNameLst>
                                          </p:cBhvr>
                                          <p:to>
                                            <p:strVal val="visible"/>
                                          </p:to>
                                        </p:set>
                                        <p:animEffect transition="in" filter="wipe(down)">
                                          <p:cBhvr>
                                            <p:cTn id="21" dur="500"/>
                                            <p:tgtEl>
                                              <p:spTgt spid="1048"/>
                                            </p:tgtEl>
                                          </p:cBhvr>
                                        </p:animEffect>
                                      </p:childTnLst>
                                    </p:cTn>
                                  </p:par>
                                  <p:par>
                                    <p:cTn id="22" presetID="22" presetClass="entr" presetSubtype="4" fill="hold" nodeType="withEffect">
                                      <p:stCondLst>
                                        <p:cond delay="0"/>
                                      </p:stCondLst>
                                      <p:childTnLst>
                                        <p:set>
                                          <p:cBhvr>
                                            <p:cTn id="23" dur="1" fill="hold">
                                              <p:stCondLst>
                                                <p:cond delay="0"/>
                                              </p:stCondLst>
                                            </p:cTn>
                                            <p:tgtEl>
                                              <p:spTgt spid="1056"/>
                                            </p:tgtEl>
                                            <p:attrNameLst>
                                              <p:attrName>style.visibility</p:attrName>
                                            </p:attrNameLst>
                                          </p:cBhvr>
                                          <p:to>
                                            <p:strVal val="visible"/>
                                          </p:to>
                                        </p:set>
                                        <p:animEffect transition="in" filter="wipe(down)">
                                          <p:cBhvr>
                                            <p:cTn id="24" dur="500"/>
                                            <p:tgtEl>
                                              <p:spTgt spid="1056"/>
                                            </p:tgtEl>
                                          </p:cBhvr>
                                        </p:animEffect>
                                      </p:childTnLst>
                                    </p:cTn>
                                  </p:par>
                                </p:childTnLst>
                              </p:cTn>
                            </p:par>
                            <p:par>
                              <p:cTn id="25" fill="hold">
                                <p:stCondLst>
                                  <p:cond delay="1000"/>
                                </p:stCondLst>
                                <p:childTnLst>
                                  <p:par>
                                    <p:cTn id="26" presetID="10" presetClass="entr" presetSubtype="0" fill="hold" grpId="0" nodeType="afterEffect">
                                      <p:stCondLst>
                                        <p:cond delay="0"/>
                                      </p:stCondLst>
                                      <p:childTnLst>
                                        <p:set>
                                          <p:cBhvr>
                                            <p:cTn id="27" dur="1" fill="hold">
                                              <p:stCondLst>
                                                <p:cond delay="0"/>
                                              </p:stCondLst>
                                            </p:cTn>
                                            <p:tgtEl>
                                              <p:spTgt spid="1066"/>
                                            </p:tgtEl>
                                            <p:attrNameLst>
                                              <p:attrName>style.visibility</p:attrName>
                                            </p:attrNameLst>
                                          </p:cBhvr>
                                          <p:to>
                                            <p:strVal val="visible"/>
                                          </p:to>
                                        </p:set>
                                        <p:animEffect transition="in" filter="fade">
                                          <p:cBhvr>
                                            <p:cTn id="28" dur="500"/>
                                            <p:tgtEl>
                                              <p:spTgt spid="106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67"/>
                                            </p:tgtEl>
                                            <p:attrNameLst>
                                              <p:attrName>style.visibility</p:attrName>
                                            </p:attrNameLst>
                                          </p:cBhvr>
                                          <p:to>
                                            <p:strVal val="visible"/>
                                          </p:to>
                                        </p:set>
                                        <p:animEffect transition="in" filter="fade">
                                          <p:cBhvr>
                                            <p:cTn id="31" dur="500"/>
                                            <p:tgtEl>
                                              <p:spTgt spid="106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068"/>
                                            </p:tgtEl>
                                            <p:attrNameLst>
                                              <p:attrName>style.visibility</p:attrName>
                                            </p:attrNameLst>
                                          </p:cBhvr>
                                          <p:to>
                                            <p:strVal val="visible"/>
                                          </p:to>
                                        </p:set>
                                        <p:animEffect transition="in" filter="fade">
                                          <p:cBhvr>
                                            <p:cTn id="34" dur="500"/>
                                            <p:tgtEl>
                                              <p:spTgt spid="106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069"/>
                                            </p:tgtEl>
                                            <p:attrNameLst>
                                              <p:attrName>style.visibility</p:attrName>
                                            </p:attrNameLst>
                                          </p:cBhvr>
                                          <p:to>
                                            <p:strVal val="visible"/>
                                          </p:to>
                                        </p:set>
                                        <p:animEffect transition="in" filter="fade">
                                          <p:cBhvr>
                                            <p:cTn id="37" dur="500"/>
                                            <p:tgtEl>
                                              <p:spTgt spid="106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070"/>
                                            </p:tgtEl>
                                            <p:attrNameLst>
                                              <p:attrName>style.visibility</p:attrName>
                                            </p:attrNameLst>
                                          </p:cBhvr>
                                          <p:to>
                                            <p:strVal val="visible"/>
                                          </p:to>
                                        </p:set>
                                        <p:animEffect transition="in" filter="fade">
                                          <p:cBhvr>
                                            <p:cTn id="40" dur="500"/>
                                            <p:tgtEl>
                                              <p:spTgt spid="1070"/>
                                            </p:tgtEl>
                                          </p:cBhvr>
                                        </p:animEffect>
                                      </p:childTnLst>
                                    </p:cTn>
                                  </p:par>
                                </p:childTnLst>
                              </p:cTn>
                            </p:par>
                            <p:par>
                              <p:cTn id="41" fill="hold">
                                <p:stCondLst>
                                  <p:cond delay="1500"/>
                                </p:stCondLst>
                                <p:childTnLst>
                                  <p:par>
                                    <p:cTn id="42" presetID="10" presetClass="entr" presetSubtype="0" fill="hold" grpId="0" nodeType="afterEffect">
                                      <p:stCondLst>
                                        <p:cond delay="0"/>
                                      </p:stCondLst>
                                      <p:childTnLst>
                                        <p:set>
                                          <p:cBhvr>
                                            <p:cTn id="43" dur="1" fill="hold">
                                              <p:stCondLst>
                                                <p:cond delay="0"/>
                                              </p:stCondLst>
                                            </p:cTn>
                                            <p:tgtEl>
                                              <p:spTgt spid="1071"/>
                                            </p:tgtEl>
                                            <p:attrNameLst>
                                              <p:attrName>style.visibility</p:attrName>
                                            </p:attrNameLst>
                                          </p:cBhvr>
                                          <p:to>
                                            <p:strVal val="visible"/>
                                          </p:to>
                                        </p:set>
                                        <p:animEffect transition="in" filter="fade">
                                          <p:cBhvr>
                                            <p:cTn id="44" dur="500"/>
                                            <p:tgtEl>
                                              <p:spTgt spid="1071"/>
                                            </p:tgtEl>
                                          </p:cBhvr>
                                        </p:animEffect>
                                      </p:childTnLst>
                                    </p:cTn>
                                  </p:par>
                                </p:childTnLst>
                              </p:cTn>
                            </p:par>
                            <p:par>
                              <p:cTn id="45" fill="hold">
                                <p:stCondLst>
                                  <p:cond delay="2000"/>
                                </p:stCondLst>
                                <p:childTnLst>
                                  <p:par>
                                    <p:cTn id="46" presetID="10" presetClass="entr" presetSubtype="0" fill="hold" grpId="0" nodeType="afterEffect">
                                      <p:stCondLst>
                                        <p:cond delay="0"/>
                                      </p:stCondLst>
                                      <p:childTnLst>
                                        <p:set>
                                          <p:cBhvr>
                                            <p:cTn id="47" dur="1" fill="hold">
                                              <p:stCondLst>
                                                <p:cond delay="0"/>
                                              </p:stCondLst>
                                            </p:cTn>
                                            <p:tgtEl>
                                              <p:spTgt spid="1072"/>
                                            </p:tgtEl>
                                            <p:attrNameLst>
                                              <p:attrName>style.visibility</p:attrName>
                                            </p:attrNameLst>
                                          </p:cBhvr>
                                          <p:to>
                                            <p:strVal val="visible"/>
                                          </p:to>
                                        </p:set>
                                        <p:animEffect transition="in" filter="fade">
                                          <p:cBhvr>
                                            <p:cTn id="48" dur="500"/>
                                            <p:tgtEl>
                                              <p:spTgt spid="1072"/>
                                            </p:tgtEl>
                                          </p:cBhvr>
                                        </p:animEffect>
                                      </p:childTnLst>
                                    </p:cTn>
                                  </p:par>
                                </p:childTnLst>
                              </p:cTn>
                            </p:par>
                            <p:par>
                              <p:cTn id="49" fill="hold">
                                <p:stCondLst>
                                  <p:cond delay="2500"/>
                                </p:stCondLst>
                                <p:childTnLst>
                                  <p:par>
                                    <p:cTn id="50" presetID="22" presetClass="entr" presetSubtype="8" fill="hold" nodeType="afterEffect">
                                      <p:stCondLst>
                                        <p:cond delay="0"/>
                                      </p:stCondLst>
                                      <p:childTnLst>
                                        <p:set>
                                          <p:cBhvr>
                                            <p:cTn id="51" dur="1" fill="hold">
                                              <p:stCondLst>
                                                <p:cond delay="0"/>
                                              </p:stCondLst>
                                            </p:cTn>
                                            <p:tgtEl>
                                              <p:spTgt spid="1139"/>
                                            </p:tgtEl>
                                            <p:attrNameLst>
                                              <p:attrName>style.visibility</p:attrName>
                                            </p:attrNameLst>
                                          </p:cBhvr>
                                          <p:to>
                                            <p:strVal val="visible"/>
                                          </p:to>
                                        </p:set>
                                        <p:animEffect transition="in" filter="wipe(left)">
                                          <p:cBhvr>
                                            <p:cTn id="52" dur="500"/>
                                            <p:tgtEl>
                                              <p:spTgt spid="1139"/>
                                            </p:tgtEl>
                                          </p:cBhvr>
                                        </p:animEffect>
                                      </p:childTnLst>
                                    </p:cTn>
                                  </p:par>
                                </p:childTnLst>
                              </p:cTn>
                            </p:par>
                            <p:par>
                              <p:cTn id="53" fill="hold">
                                <p:stCondLst>
                                  <p:cond delay="3000"/>
                                </p:stCondLst>
                                <p:childTnLst>
                                  <p:par>
                                    <p:cTn id="54" presetID="53" presetClass="entr" presetSubtype="16" fill="hold" grpId="0" nodeType="afterEffect">
                                      <p:stCondLst>
                                        <p:cond delay="0"/>
                                      </p:stCondLst>
                                      <p:childTnLst>
                                        <p:set>
                                          <p:cBhvr>
                                            <p:cTn id="55" dur="1" fill="hold">
                                              <p:stCondLst>
                                                <p:cond delay="0"/>
                                              </p:stCondLst>
                                            </p:cTn>
                                            <p:tgtEl>
                                              <p:spTgt spid="1104"/>
                                            </p:tgtEl>
                                            <p:attrNameLst>
                                              <p:attrName>style.visibility</p:attrName>
                                            </p:attrNameLst>
                                          </p:cBhvr>
                                          <p:to>
                                            <p:strVal val="visible"/>
                                          </p:to>
                                        </p:set>
                                        <p:anim calcmode="lin" valueType="num">
                                          <p:cBhvr>
                                            <p:cTn id="56" dur="500" fill="hold"/>
                                            <p:tgtEl>
                                              <p:spTgt spid="1104"/>
                                            </p:tgtEl>
                                            <p:attrNameLst>
                                              <p:attrName>ppt_w</p:attrName>
                                            </p:attrNameLst>
                                          </p:cBhvr>
                                          <p:tavLst>
                                            <p:tav tm="0">
                                              <p:val>
                                                <p:fltVal val="0"/>
                                              </p:val>
                                            </p:tav>
                                            <p:tav tm="100000">
                                              <p:val>
                                                <p:strVal val="#ppt_w"/>
                                              </p:val>
                                            </p:tav>
                                          </p:tavLst>
                                        </p:anim>
                                        <p:anim calcmode="lin" valueType="num">
                                          <p:cBhvr>
                                            <p:cTn id="57" dur="500" fill="hold"/>
                                            <p:tgtEl>
                                              <p:spTgt spid="1104"/>
                                            </p:tgtEl>
                                            <p:attrNameLst>
                                              <p:attrName>ppt_h</p:attrName>
                                            </p:attrNameLst>
                                          </p:cBhvr>
                                          <p:tavLst>
                                            <p:tav tm="0">
                                              <p:val>
                                                <p:fltVal val="0"/>
                                              </p:val>
                                            </p:tav>
                                            <p:tav tm="100000">
                                              <p:val>
                                                <p:strVal val="#ppt_h"/>
                                              </p:val>
                                            </p:tav>
                                          </p:tavLst>
                                        </p:anim>
                                        <p:animEffect transition="in" filter="fade">
                                          <p:cBhvr>
                                            <p:cTn id="58" dur="500"/>
                                            <p:tgtEl>
                                              <p:spTgt spid="1104"/>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1137"/>
                                            </p:tgtEl>
                                            <p:attrNameLst>
                                              <p:attrName>style.visibility</p:attrName>
                                            </p:attrNameLst>
                                          </p:cBhvr>
                                          <p:to>
                                            <p:strVal val="visible"/>
                                          </p:to>
                                        </p:set>
                                        <p:anim calcmode="lin" valueType="num">
                                          <p:cBhvr>
                                            <p:cTn id="61" dur="500" fill="hold"/>
                                            <p:tgtEl>
                                              <p:spTgt spid="1137"/>
                                            </p:tgtEl>
                                            <p:attrNameLst>
                                              <p:attrName>ppt_w</p:attrName>
                                            </p:attrNameLst>
                                          </p:cBhvr>
                                          <p:tavLst>
                                            <p:tav tm="0">
                                              <p:val>
                                                <p:fltVal val="0"/>
                                              </p:val>
                                            </p:tav>
                                            <p:tav tm="100000">
                                              <p:val>
                                                <p:strVal val="#ppt_w"/>
                                              </p:val>
                                            </p:tav>
                                          </p:tavLst>
                                        </p:anim>
                                        <p:anim calcmode="lin" valueType="num">
                                          <p:cBhvr>
                                            <p:cTn id="62" dur="500" fill="hold"/>
                                            <p:tgtEl>
                                              <p:spTgt spid="1137"/>
                                            </p:tgtEl>
                                            <p:attrNameLst>
                                              <p:attrName>ppt_h</p:attrName>
                                            </p:attrNameLst>
                                          </p:cBhvr>
                                          <p:tavLst>
                                            <p:tav tm="0">
                                              <p:val>
                                                <p:fltVal val="0"/>
                                              </p:val>
                                            </p:tav>
                                            <p:tav tm="100000">
                                              <p:val>
                                                <p:strVal val="#ppt_h"/>
                                              </p:val>
                                            </p:tav>
                                          </p:tavLst>
                                        </p:anim>
                                        <p:animEffect transition="in" filter="fade">
                                          <p:cBhvr>
                                            <p:cTn id="63" dur="500"/>
                                            <p:tgtEl>
                                              <p:spTgt spid="1137"/>
                                            </p:tgtEl>
                                          </p:cBhvr>
                                        </p:animEffect>
                                      </p:childTnLst>
                                    </p:cTn>
                                  </p:par>
                                </p:childTnLst>
                              </p:cTn>
                            </p:par>
                            <p:par>
                              <p:cTn id="64" fill="hold">
                                <p:stCondLst>
                                  <p:cond delay="3500"/>
                                </p:stCondLst>
                                <p:childTnLst>
                                  <p:par>
                                    <p:cTn id="65" presetID="10" presetClass="entr" presetSubtype="0" fill="hold" grpId="0" nodeType="afterEffect">
                                      <p:stCondLst>
                                        <p:cond delay="0"/>
                                      </p:stCondLst>
                                      <p:childTnLst>
                                        <p:set>
                                          <p:cBhvr>
                                            <p:cTn id="66" dur="1" fill="hold">
                                              <p:stCondLst>
                                                <p:cond delay="0"/>
                                              </p:stCondLst>
                                            </p:cTn>
                                            <p:tgtEl>
                                              <p:spTgt spid="1105"/>
                                            </p:tgtEl>
                                            <p:attrNameLst>
                                              <p:attrName>style.visibility</p:attrName>
                                            </p:attrNameLst>
                                          </p:cBhvr>
                                          <p:to>
                                            <p:strVal val="visible"/>
                                          </p:to>
                                        </p:set>
                                        <p:animEffect transition="in" filter="fade">
                                          <p:cBhvr>
                                            <p:cTn id="67" dur="500"/>
                                            <p:tgtEl>
                                              <p:spTgt spid="110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138"/>
                                            </p:tgtEl>
                                            <p:attrNameLst>
                                              <p:attrName>style.visibility</p:attrName>
                                            </p:attrNameLst>
                                          </p:cBhvr>
                                          <p:to>
                                            <p:strVal val="visible"/>
                                          </p:to>
                                        </p:set>
                                        <p:animEffect transition="in" filter="fade">
                                          <p:cBhvr>
                                            <p:cTn id="70" dur="500"/>
                                            <p:tgtEl>
                                              <p:spTgt spid="1138"/>
                                            </p:tgtEl>
                                          </p:cBhvr>
                                        </p:animEffect>
                                      </p:childTnLst>
                                    </p:cTn>
                                  </p:par>
                                </p:childTnLst>
                              </p:cTn>
                            </p:par>
                            <p:par>
                              <p:cTn id="71" fill="hold">
                                <p:stCondLst>
                                  <p:cond delay="4000"/>
                                </p:stCondLst>
                                <p:childTnLst>
                                  <p:par>
                                    <p:cTn id="72" presetID="22" presetClass="entr" presetSubtype="8" fill="hold" nodeType="afterEffect">
                                      <p:stCondLst>
                                        <p:cond delay="0"/>
                                      </p:stCondLst>
                                      <p:childTnLst>
                                        <p:set>
                                          <p:cBhvr>
                                            <p:cTn id="73" dur="1" fill="hold">
                                              <p:stCondLst>
                                                <p:cond delay="0"/>
                                              </p:stCondLst>
                                            </p:cTn>
                                            <p:tgtEl>
                                              <p:spTgt spid="1073"/>
                                            </p:tgtEl>
                                            <p:attrNameLst>
                                              <p:attrName>style.visibility</p:attrName>
                                            </p:attrNameLst>
                                          </p:cBhvr>
                                          <p:to>
                                            <p:strVal val="visible"/>
                                          </p:to>
                                        </p:set>
                                        <p:animEffect transition="in" filter="wipe(left)">
                                          <p:cBhvr>
                                            <p:cTn id="74" dur="500"/>
                                            <p:tgtEl>
                                              <p:spTgt spid="1073"/>
                                            </p:tgtEl>
                                          </p:cBhvr>
                                        </p:animEffect>
                                      </p:childTnLst>
                                    </p:cTn>
                                  </p:par>
                                  <p:par>
                                    <p:cTn id="75" presetID="22" presetClass="entr" presetSubtype="8" fill="hold" nodeType="withEffect">
                                      <p:stCondLst>
                                        <p:cond delay="0"/>
                                      </p:stCondLst>
                                      <p:childTnLst>
                                        <p:set>
                                          <p:cBhvr>
                                            <p:cTn id="76" dur="1" fill="hold">
                                              <p:stCondLst>
                                                <p:cond delay="0"/>
                                              </p:stCondLst>
                                            </p:cTn>
                                            <p:tgtEl>
                                              <p:spTgt spid="1106"/>
                                            </p:tgtEl>
                                            <p:attrNameLst>
                                              <p:attrName>style.visibility</p:attrName>
                                            </p:attrNameLst>
                                          </p:cBhvr>
                                          <p:to>
                                            <p:strVal val="visible"/>
                                          </p:to>
                                        </p:set>
                                        <p:animEffect transition="in" filter="wipe(left)">
                                          <p:cBhvr>
                                            <p:cTn id="77" dur="500"/>
                                            <p:tgtEl>
                                              <p:spTgt spid="1106"/>
                                            </p:tgtEl>
                                          </p:cBhvr>
                                        </p:animEffect>
                                      </p:childTnLst>
                                    </p:cTn>
                                  </p:par>
                                  <p:par>
                                    <p:cTn id="78" presetID="42" presetClass="entr" presetSubtype="0" fill="hold" grpId="0" nodeType="withEffect">
                                      <p:stCondLst>
                                        <p:cond delay="1250"/>
                                      </p:stCondLst>
                                      <p:childTnLst>
                                        <p:set>
                                          <p:cBhvr>
                                            <p:cTn id="79" dur="1" fill="hold">
                                              <p:stCondLst>
                                                <p:cond delay="0"/>
                                              </p:stCondLst>
                                            </p:cTn>
                                            <p:tgtEl>
                                              <p:spTgt spid="1142"/>
                                            </p:tgtEl>
                                            <p:attrNameLst>
                                              <p:attrName>style.visibility</p:attrName>
                                            </p:attrNameLst>
                                          </p:cBhvr>
                                          <p:to>
                                            <p:strVal val="visible"/>
                                          </p:to>
                                        </p:set>
                                        <p:animEffect transition="in" filter="fade">
                                          <p:cBhvr>
                                            <p:cTn id="80" dur="500"/>
                                            <p:tgtEl>
                                              <p:spTgt spid="1142"/>
                                            </p:tgtEl>
                                          </p:cBhvr>
                                        </p:animEffect>
                                        <p:anim calcmode="lin" valueType="num">
                                          <p:cBhvr>
                                            <p:cTn id="81" dur="500" fill="hold"/>
                                            <p:tgtEl>
                                              <p:spTgt spid="1142"/>
                                            </p:tgtEl>
                                            <p:attrNameLst>
                                              <p:attrName>ppt_x</p:attrName>
                                            </p:attrNameLst>
                                          </p:cBhvr>
                                          <p:tavLst>
                                            <p:tav tm="0">
                                              <p:val>
                                                <p:strVal val="#ppt_x"/>
                                              </p:val>
                                            </p:tav>
                                            <p:tav tm="100000">
                                              <p:val>
                                                <p:strVal val="#ppt_x"/>
                                              </p:val>
                                            </p:tav>
                                          </p:tavLst>
                                        </p:anim>
                                        <p:anim calcmode="lin" valueType="num">
                                          <p:cBhvr>
                                            <p:cTn id="82" dur="500" fill="hold"/>
                                            <p:tgtEl>
                                              <p:spTgt spid="1142"/>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1500"/>
                                      </p:stCondLst>
                                      <p:childTnLst>
                                        <p:set>
                                          <p:cBhvr>
                                            <p:cTn id="84" dur="1" fill="hold">
                                              <p:stCondLst>
                                                <p:cond delay="0"/>
                                              </p:stCondLst>
                                            </p:cTn>
                                            <p:tgtEl>
                                              <p:spTgt spid="1143"/>
                                            </p:tgtEl>
                                            <p:attrNameLst>
                                              <p:attrName>style.visibility</p:attrName>
                                            </p:attrNameLst>
                                          </p:cBhvr>
                                          <p:to>
                                            <p:strVal val="visible"/>
                                          </p:to>
                                        </p:set>
                                        <p:animEffect transition="in" filter="fade">
                                          <p:cBhvr>
                                            <p:cTn id="85" dur="500"/>
                                            <p:tgtEl>
                                              <p:spTgt spid="1143"/>
                                            </p:tgtEl>
                                          </p:cBhvr>
                                        </p:animEffect>
                                        <p:anim calcmode="lin" valueType="num">
                                          <p:cBhvr>
                                            <p:cTn id="86" dur="500" fill="hold"/>
                                            <p:tgtEl>
                                              <p:spTgt spid="1143"/>
                                            </p:tgtEl>
                                            <p:attrNameLst>
                                              <p:attrName>ppt_x</p:attrName>
                                            </p:attrNameLst>
                                          </p:cBhvr>
                                          <p:tavLst>
                                            <p:tav tm="0">
                                              <p:val>
                                                <p:strVal val="#ppt_x"/>
                                              </p:val>
                                            </p:tav>
                                            <p:tav tm="100000">
                                              <p:val>
                                                <p:strVal val="#ppt_x"/>
                                              </p:val>
                                            </p:tav>
                                          </p:tavLst>
                                        </p:anim>
                                        <p:anim calcmode="lin" valueType="num">
                                          <p:cBhvr>
                                            <p:cTn id="87" dur="500" fill="hold"/>
                                            <p:tgtEl>
                                              <p:spTgt spid="11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6" grpId="0"/>
          <p:bldP spid="1067" grpId="0"/>
          <p:bldP spid="1068" grpId="0"/>
          <p:bldP spid="1069" grpId="0"/>
          <p:bldP spid="1070" grpId="0"/>
          <p:bldP spid="1071" grpId="0"/>
          <p:bldP spid="1072" grpId="0"/>
          <p:bldP spid="1104" grpId="0"/>
          <p:bldP spid="1105" grpId="0"/>
          <p:bldP spid="1137" grpId="0"/>
          <p:bldP spid="1138" grpId="0"/>
          <p:bldP spid="1142" grpId="0"/>
          <p:bldP spid="1143" grpId="0"/>
        </p:bldLst>
      </p:timing>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A-图片 2">
            <a:extLst>
              <a:ext uri="{FF2B5EF4-FFF2-40B4-BE49-F238E27FC236}">
                <a16:creationId xmlns:a16="http://schemas.microsoft.com/office/drawing/2014/main" id="{C152380C-1044-4F54-9247-E54E4912CA58}"/>
              </a:ext>
            </a:extLst>
          </p:cNvPr>
          <p:cNvPicPr>
            <a:picLocks noChangeAspect="1"/>
          </p:cNvPicPr>
          <p:nvPr>
            <p:custDataLst>
              <p:tags r:id="rId1"/>
            </p:custDataLst>
          </p:nvPr>
        </p:nvPicPr>
        <p:blipFill>
          <a:blip r:embed="rId12" cstate="print">
            <a:extLst>
              <a:ext uri="{28A0092B-C50C-407E-A947-70E740481C1C}">
                <a14:useLocalDpi xmlns:a14="http://schemas.microsoft.com/office/drawing/2010/main" val="0"/>
              </a:ext>
            </a:extLst>
          </a:blip>
          <a:stretch>
            <a:fillRect/>
          </a:stretch>
        </p:blipFill>
        <p:spPr>
          <a:xfrm>
            <a:off x="684458" y="-1489165"/>
            <a:ext cx="5101551" cy="6858000"/>
          </a:xfrm>
          <a:prstGeom prst="rect">
            <a:avLst/>
          </a:prstGeom>
        </p:spPr>
      </p:pic>
      <p:sp>
        <p:nvSpPr>
          <p:cNvPr id="4" name="PA-文本框矩形8435759">
            <a:extLst>
              <a:ext uri="{FF2B5EF4-FFF2-40B4-BE49-F238E27FC236}">
                <a16:creationId xmlns:a16="http://schemas.microsoft.com/office/drawing/2014/main" id="{A5F55E60-3D57-4D3A-8B09-4A773B243F83}"/>
              </a:ext>
            </a:extLst>
          </p:cNvPr>
          <p:cNvSpPr txBox="1"/>
          <p:nvPr>
            <p:custDataLst>
              <p:tags r:id="rId2"/>
            </p:custDataLst>
          </p:nvPr>
        </p:nvSpPr>
        <p:spPr>
          <a:xfrm>
            <a:off x="6418854" y="4084008"/>
            <a:ext cx="1083347" cy="900000"/>
          </a:xfrm>
          <a:prstGeom prst="rect">
            <a:avLst/>
          </a:prstGeom>
          <a:noFill/>
          <a:ln w="117475">
            <a:noFill/>
          </a:ln>
        </p:spPr>
        <p:txBody>
          <a:bodyPr wrap="none" rtlCol="0">
            <a:prstTxWarp prst="textPlain">
              <a:avLst/>
            </a:prstTxWarp>
            <a:spAutoFit/>
          </a:bodyPr>
          <a:lstStyle/>
          <a:p>
            <a:r>
              <a:rPr lang="en-US" altLang="zh-CN" spc="100" dirty="0">
                <a:latin typeface="思源黑体 CN Heavy" panose="020B0A00000000000000" pitchFamily="34" charset="-122"/>
                <a:ea typeface="思源黑体 CN Heavy" panose="020B0A00000000000000" pitchFamily="34" charset="-122"/>
                <a:cs typeface="Arial" panose="020B0604020202020204" pitchFamily="34" charset="0"/>
                <a:sym typeface="思源黑体" panose="020B0400000000000000" pitchFamily="34" charset="-122"/>
              </a:rPr>
              <a:t>03</a:t>
            </a:r>
            <a:endParaRPr lang="zh-CN" altLang="en-US" spc="100" dirty="0">
              <a:latin typeface="思源黑体 CN Heavy" panose="020B0A00000000000000" pitchFamily="34" charset="-122"/>
              <a:ea typeface="思源黑体 CN Heavy" panose="020B0A00000000000000" pitchFamily="34" charset="-122"/>
              <a:cs typeface="Arial" panose="020B0604020202020204" pitchFamily="34" charset="0"/>
              <a:sym typeface="思源黑体" panose="020B0400000000000000" pitchFamily="34" charset="-122"/>
            </a:endParaRPr>
          </a:p>
        </p:txBody>
      </p:sp>
      <p:sp>
        <p:nvSpPr>
          <p:cNvPr id="5" name="PA-矩形 4">
            <a:extLst>
              <a:ext uri="{FF2B5EF4-FFF2-40B4-BE49-F238E27FC236}">
                <a16:creationId xmlns:a16="http://schemas.microsoft.com/office/drawing/2014/main" id="{6A12246E-8450-421C-BE84-A5BF121BF8FB}"/>
              </a:ext>
            </a:extLst>
          </p:cNvPr>
          <p:cNvSpPr/>
          <p:nvPr>
            <p:custDataLst>
              <p:tags r:id="rId3"/>
            </p:custDataLst>
          </p:nvPr>
        </p:nvSpPr>
        <p:spPr>
          <a:xfrm>
            <a:off x="6096000" y="5167399"/>
            <a:ext cx="1859414" cy="2083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solidFill>
            </a:endParaRPr>
          </a:p>
        </p:txBody>
      </p:sp>
      <p:sp>
        <p:nvSpPr>
          <p:cNvPr id="6" name="PA-矩形8435759">
            <a:extLst>
              <a:ext uri="{FF2B5EF4-FFF2-40B4-BE49-F238E27FC236}">
                <a16:creationId xmlns:a16="http://schemas.microsoft.com/office/drawing/2014/main" id="{D2F0FC0D-40C2-48FF-8D01-FD44F7430546}"/>
              </a:ext>
            </a:extLst>
          </p:cNvPr>
          <p:cNvSpPr/>
          <p:nvPr>
            <p:custDataLst>
              <p:tags r:id="rId4"/>
            </p:custDataLst>
          </p:nvPr>
        </p:nvSpPr>
        <p:spPr>
          <a:xfrm>
            <a:off x="8043354" y="4768671"/>
            <a:ext cx="3220874" cy="600164"/>
          </a:xfrm>
          <a:prstGeom prst="rect">
            <a:avLst/>
          </a:prstGeom>
        </p:spPr>
        <p:txBody>
          <a:bodyPr wrap="square">
            <a:spAutoFit/>
          </a:bodyPr>
          <a:lstStyle/>
          <a:p>
            <a:pPr lvl="0"/>
            <a:r>
              <a:rPr lang="en-US" altLang="zh-CN" sz="1100" dirty="0">
                <a:latin typeface="思源黑体 CN Medium" panose="020B0600000000000000" pitchFamily="34" charset="-122"/>
                <a:ea typeface="思源黑体 CN Medium" panose="020B0600000000000000" pitchFamily="34" charset="-122"/>
                <a:sym typeface="思源黑体" panose="020B0400000000000000" pitchFamily="34" charset="-122"/>
              </a:rPr>
              <a:t>This </a:t>
            </a:r>
            <a:r>
              <a:rPr lang="en-US" altLang="zh-CN" sz="1100" dirty="0" err="1">
                <a:latin typeface="思源黑体 CN Medium" panose="020B0600000000000000" pitchFamily="34" charset="-122"/>
                <a:ea typeface="思源黑体 CN Medium" panose="020B0600000000000000" pitchFamily="34" charset="-122"/>
                <a:sym typeface="思源黑体" panose="020B0400000000000000" pitchFamily="34" charset="-122"/>
              </a:rPr>
              <a:t>powerpoint</a:t>
            </a:r>
            <a:r>
              <a:rPr lang="en-US" altLang="zh-CN" sz="1100" dirty="0">
                <a:latin typeface="思源黑体 CN Medium" panose="020B0600000000000000" pitchFamily="34" charset="-122"/>
                <a:ea typeface="思源黑体 CN Medium" panose="020B0600000000000000" pitchFamily="34" charset="-122"/>
                <a:sym typeface="思源黑体" panose="020B0400000000000000" pitchFamily="34" charset="-122"/>
              </a:rPr>
              <a:t> is made by </a:t>
            </a:r>
            <a:r>
              <a:rPr lang="en-US" altLang="zh-CN" sz="1100" dirty="0" err="1">
                <a:latin typeface="思源黑体 CN Medium" panose="020B0600000000000000" pitchFamily="34" charset="-122"/>
                <a:ea typeface="思源黑体 CN Medium" panose="020B0600000000000000" pitchFamily="34" charset="-122"/>
                <a:sym typeface="思源黑体" panose="020B0400000000000000" pitchFamily="34" charset="-122"/>
              </a:rPr>
              <a:t>senyan</a:t>
            </a:r>
            <a:r>
              <a:rPr lang="en-US" altLang="zh-CN" sz="1100" dirty="0">
                <a:latin typeface="思源黑体 CN Medium" panose="020B0600000000000000" pitchFamily="34" charset="-122"/>
                <a:ea typeface="思源黑体 CN Medium" panose="020B0600000000000000" pitchFamily="34" charset="-122"/>
                <a:sym typeface="思源黑体" panose="020B0400000000000000" pitchFamily="34" charset="-122"/>
              </a:rPr>
              <a:t>. everything in this template is all </a:t>
            </a:r>
            <a:r>
              <a:rPr lang="en-US" altLang="zh-CN" sz="1100" dirty="0" err="1">
                <a:latin typeface="思源黑体 CN Medium" panose="020B0600000000000000" pitchFamily="34" charset="-122"/>
                <a:ea typeface="思源黑体 CN Medium" panose="020B0600000000000000" pitchFamily="34" charset="-122"/>
                <a:sym typeface="思源黑体" panose="020B0400000000000000" pitchFamily="34" charset="-122"/>
              </a:rPr>
              <a:t>orginal</a:t>
            </a:r>
            <a:r>
              <a:rPr lang="en-US" altLang="zh-CN" sz="1100" dirty="0">
                <a:latin typeface="思源黑体 CN Medium" panose="020B0600000000000000" pitchFamily="34" charset="-122"/>
                <a:ea typeface="思源黑体 CN Medium" panose="020B0600000000000000" pitchFamily="34" charset="-122"/>
                <a:sym typeface="思源黑体" panose="020B0400000000000000" pitchFamily="34" charset="-122"/>
              </a:rPr>
              <a:t>. This </a:t>
            </a:r>
            <a:r>
              <a:rPr lang="en-US" altLang="zh-CN" sz="1100" dirty="0" err="1">
                <a:latin typeface="思源黑体 CN Medium" panose="020B0600000000000000" pitchFamily="34" charset="-122"/>
                <a:ea typeface="思源黑体 CN Medium" panose="020B0600000000000000" pitchFamily="34" charset="-122"/>
                <a:sym typeface="思源黑体" panose="020B0400000000000000" pitchFamily="34" charset="-122"/>
              </a:rPr>
              <a:t>powerpoint</a:t>
            </a:r>
            <a:r>
              <a:rPr lang="en-US" altLang="zh-CN" sz="1100" dirty="0">
                <a:latin typeface="思源黑体 CN Medium" panose="020B0600000000000000" pitchFamily="34" charset="-122"/>
                <a:ea typeface="思源黑体 CN Medium" panose="020B0600000000000000" pitchFamily="34" charset="-122"/>
                <a:sym typeface="思源黑体" panose="020B0400000000000000" pitchFamily="34" charset="-122"/>
              </a:rPr>
              <a:t> is made by </a:t>
            </a:r>
            <a:r>
              <a:rPr lang="en-US" altLang="zh-CN" sz="1100" dirty="0" err="1">
                <a:latin typeface="思源黑体 CN Medium" panose="020B0600000000000000" pitchFamily="34" charset="-122"/>
                <a:ea typeface="思源黑体 CN Medium" panose="020B0600000000000000" pitchFamily="34" charset="-122"/>
                <a:sym typeface="思源黑体" panose="020B0400000000000000" pitchFamily="34" charset="-122"/>
              </a:rPr>
              <a:t>senyan</a:t>
            </a:r>
            <a:r>
              <a:rPr lang="en-US" altLang="zh-CN" sz="1100" dirty="0">
                <a:latin typeface="思源黑体 CN Medium" panose="020B0600000000000000" pitchFamily="34" charset="-122"/>
                <a:ea typeface="思源黑体 CN Medium" panose="020B0600000000000000" pitchFamily="34" charset="-122"/>
                <a:sym typeface="思源黑体" panose="020B0400000000000000" pitchFamily="34" charset="-122"/>
              </a:rPr>
              <a:t>. </a:t>
            </a:r>
            <a:endParaRPr lang="zh-CN" altLang="en-US" sz="1100" dirty="0">
              <a:latin typeface="思源黑体 CN Medium" panose="020B0600000000000000" pitchFamily="34" charset="-122"/>
              <a:ea typeface="思源黑体 CN Medium" panose="020B0600000000000000" pitchFamily="34" charset="-122"/>
              <a:sym typeface="思源黑体" panose="020B0400000000000000" pitchFamily="34" charset="-122"/>
            </a:endParaRPr>
          </a:p>
        </p:txBody>
      </p:sp>
      <p:sp>
        <p:nvSpPr>
          <p:cNvPr id="7" name="PA-矩形8435759">
            <a:extLst>
              <a:ext uri="{FF2B5EF4-FFF2-40B4-BE49-F238E27FC236}">
                <a16:creationId xmlns:a16="http://schemas.microsoft.com/office/drawing/2014/main" id="{C3226FB4-3186-459F-B276-2366E3CF8400}"/>
              </a:ext>
            </a:extLst>
          </p:cNvPr>
          <p:cNvSpPr/>
          <p:nvPr>
            <p:custDataLst>
              <p:tags r:id="rId5"/>
            </p:custDataLst>
          </p:nvPr>
        </p:nvSpPr>
        <p:spPr>
          <a:xfrm>
            <a:off x="8008563" y="4091710"/>
            <a:ext cx="3839577" cy="707886"/>
          </a:xfrm>
          <a:prstGeom prst="rect">
            <a:avLst/>
          </a:prstGeom>
        </p:spPr>
        <p:txBody>
          <a:bodyPr wrap="none">
            <a:spAutoFit/>
          </a:bodyPr>
          <a:lstStyle/>
          <a:p>
            <a:r>
              <a:rPr lang="en-US" altLang="zh-CN" sz="4000" dirty="0">
                <a:latin typeface="思源黑体 CN Medium" panose="020B0600000000000000" pitchFamily="34" charset="-122"/>
                <a:ea typeface="思源黑体 CN Medium" panose="020B0600000000000000" pitchFamily="34" charset="-122"/>
                <a:sym typeface="思源黑体" panose="020B0400000000000000" pitchFamily="34" charset="-122"/>
              </a:rPr>
              <a:t>Enter title here</a:t>
            </a:r>
            <a:endParaRPr lang="zh-CN" altLang="en-US" sz="4000" dirty="0">
              <a:latin typeface="思源黑体 CN Medium" panose="020B0600000000000000" pitchFamily="34" charset="-122"/>
              <a:ea typeface="思源黑体 CN Medium" panose="020B0600000000000000" pitchFamily="34" charset="-122"/>
            </a:endParaRPr>
          </a:p>
        </p:txBody>
      </p:sp>
      <p:pic>
        <p:nvPicPr>
          <p:cNvPr id="8" name="PA-图片 7">
            <a:extLst>
              <a:ext uri="{FF2B5EF4-FFF2-40B4-BE49-F238E27FC236}">
                <a16:creationId xmlns:a16="http://schemas.microsoft.com/office/drawing/2014/main" id="{3FF4F8E7-B25A-45CE-8EF8-5FBB439AA9BB}"/>
              </a:ext>
            </a:extLst>
          </p:cNvPr>
          <p:cNvPicPr>
            <a:picLocks noChangeAspect="1"/>
          </p:cNvPicPr>
          <p:nvPr>
            <p:custDataLst>
              <p:tags r:id="rId6"/>
            </p:custDataLst>
          </p:nvPr>
        </p:nvPicPr>
        <p:blipFill>
          <a:blip r:embed="rId13" cstate="print">
            <a:extLst>
              <a:ext uri="{28A0092B-C50C-407E-A947-70E740481C1C}">
                <a14:useLocalDpi xmlns:a14="http://schemas.microsoft.com/office/drawing/2010/main" val="0"/>
              </a:ext>
            </a:extLst>
          </a:blip>
          <a:stretch>
            <a:fillRect/>
          </a:stretch>
        </p:blipFill>
        <p:spPr>
          <a:xfrm>
            <a:off x="1924910" y="5144650"/>
            <a:ext cx="775742" cy="853316"/>
          </a:xfrm>
          <a:prstGeom prst="rect">
            <a:avLst/>
          </a:prstGeom>
        </p:spPr>
      </p:pic>
      <p:sp>
        <p:nvSpPr>
          <p:cNvPr id="9" name="PA-文本框 8">
            <a:extLst>
              <a:ext uri="{FF2B5EF4-FFF2-40B4-BE49-F238E27FC236}">
                <a16:creationId xmlns:a16="http://schemas.microsoft.com/office/drawing/2014/main" id="{6FB9BC49-B583-4E7C-922A-B378B0CF2D3F}"/>
              </a:ext>
            </a:extLst>
          </p:cNvPr>
          <p:cNvSpPr txBox="1"/>
          <p:nvPr>
            <p:custDataLst>
              <p:tags r:id="rId7"/>
            </p:custDataLst>
          </p:nvPr>
        </p:nvSpPr>
        <p:spPr>
          <a:xfrm>
            <a:off x="1757444" y="1096746"/>
            <a:ext cx="2793157" cy="584775"/>
          </a:xfrm>
          <a:prstGeom prst="rect">
            <a:avLst/>
          </a:prstGeom>
        </p:spPr>
        <p:txBody>
          <a:bodyPr wrap="square">
            <a:spAutoFit/>
          </a:bodyPr>
          <a:lstStyle>
            <a:defPPr>
              <a:defRPr lang="zh-CN"/>
            </a:defPPr>
            <a:lvl1pPr>
              <a:defRPr/>
            </a:lvl1pPr>
          </a:lstStyle>
          <a:p>
            <a:pPr algn="dist"/>
            <a:r>
              <a:rPr lang="en-US" altLang="zh-CN" sz="3200" dirty="0">
                <a:solidFill>
                  <a:srgbClr val="39445F"/>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BUSINESS</a:t>
            </a:r>
          </a:p>
        </p:txBody>
      </p:sp>
      <p:sp>
        <p:nvSpPr>
          <p:cNvPr id="10" name="PA-矩形 9">
            <a:extLst>
              <a:ext uri="{FF2B5EF4-FFF2-40B4-BE49-F238E27FC236}">
                <a16:creationId xmlns:a16="http://schemas.microsoft.com/office/drawing/2014/main" id="{2499CC8F-B292-4BBC-B189-B6901DFB0608}"/>
              </a:ext>
            </a:extLst>
          </p:cNvPr>
          <p:cNvSpPr/>
          <p:nvPr>
            <p:custDataLst>
              <p:tags r:id="rId8"/>
            </p:custDataLst>
          </p:nvPr>
        </p:nvSpPr>
        <p:spPr>
          <a:xfrm>
            <a:off x="1695445" y="1635409"/>
            <a:ext cx="3672553" cy="923330"/>
          </a:xfrm>
          <a:prstGeom prst="rect">
            <a:avLst/>
          </a:prstGeom>
        </p:spPr>
        <p:txBody>
          <a:bodyPr wrap="square">
            <a:spAutoFit/>
          </a:bodyPr>
          <a:lstStyle/>
          <a:p>
            <a:pPr algn="dist"/>
            <a:r>
              <a:rPr lang="en-US" altLang="zh-CN" sz="5400" b="1" dirty="0">
                <a:solidFill>
                  <a:srgbClr val="39445F"/>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SUMMARY</a:t>
            </a:r>
          </a:p>
        </p:txBody>
      </p:sp>
      <p:sp>
        <p:nvSpPr>
          <p:cNvPr id="11" name="PA-矩形 10">
            <a:extLst>
              <a:ext uri="{FF2B5EF4-FFF2-40B4-BE49-F238E27FC236}">
                <a16:creationId xmlns:a16="http://schemas.microsoft.com/office/drawing/2014/main" id="{1AD56DF1-FEBE-4B3C-8E41-DB0F6F731CDD}"/>
              </a:ext>
            </a:extLst>
          </p:cNvPr>
          <p:cNvSpPr/>
          <p:nvPr>
            <p:custDataLst>
              <p:tags r:id="rId9"/>
            </p:custDataLst>
          </p:nvPr>
        </p:nvSpPr>
        <p:spPr>
          <a:xfrm>
            <a:off x="1886558" y="2558739"/>
            <a:ext cx="1628187"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06170665"/>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decel="70000" fill="hold" nodeType="withEffect">
                                  <p:stCondLst>
                                    <p:cond delay="0"/>
                                  </p:stCondLst>
                                  <p:childTnLst>
                                    <p:set>
                                      <p:cBhvr>
                                        <p:cTn id="6" dur="855" fill="hold">
                                          <p:stCondLst>
                                            <p:cond delay="1"/>
                                          </p:stCondLst>
                                        </p:cTn>
                                        <p:tgtEl>
                                          <p:spTgt spid="3"/>
                                        </p:tgtEl>
                                        <p:attrNameLst>
                                          <p:attrName>style.visibility</p:attrName>
                                        </p:attrNameLst>
                                      </p:cBhvr>
                                      <p:to>
                                        <p:strVal val="visible"/>
                                      </p:to>
                                    </p:set>
                                    <p:anim to="" calcmode="lin" valueType="num">
                                      <p:cBhvr>
                                        <p:cTn id="7" dur="1" fill="hold">
                                          <p:stCondLst>
                                            <p:cond delay="0"/>
                                          </p:stCondLst>
                                        </p:cTn>
                                        <p:tgtEl>
                                          <p:spTgt spid="3"/>
                                        </p:tgtEl>
                                        <p:attrNameLst>
                                          <p:attrName>ppt_x</p:attrName>
                                        </p:attrNameLst>
                                      </p:cBhvr>
                                      <p:tavLst>
                                        <p:tav tm="0">
                                          <p:val>
                                            <p:strVal val="#ppt_x"/>
                                          </p:val>
                                        </p:tav>
                                        <p:tav tm="100000">
                                          <p:val>
                                            <p:strVal val="#ppt_x+0.15*sin(rand(0-360)+0)+2"/>
                                          </p:val>
                                        </p:tav>
                                      </p:tavLst>
                                    </p:anim>
                                    <p:anim to="" calcmode="lin" valueType="num">
                                      <p:cBhvr>
                                        <p:cTn id="8" dur="1" fill="hold">
                                          <p:stCondLst>
                                            <p:cond delay="0"/>
                                          </p:stCondLst>
                                        </p:cTn>
                                        <p:tgtEl>
                                          <p:spTgt spid="3"/>
                                        </p:tgtEl>
                                        <p:attrNameLst>
                                          <p:attrName>ppt_y</p:attrName>
                                        </p:attrNameLst>
                                      </p:cBhvr>
                                      <p:tavLst>
                                        <p:tav tm="0">
                                          <p:val>
                                            <p:strVal val="#ppt_y"/>
                                          </p:val>
                                        </p:tav>
                                        <p:tav tm="100000">
                                          <p:val>
                                            <p:strVal val="#ppt_y+0.15*sin(rand(0-360)+0)+2"/>
                                          </p:val>
                                        </p:tav>
                                      </p:tavLst>
                                    </p:anim>
                                    <p:anim to="" calcmode="lin" valueType="num">
                                      <p:cBhvr>
                                        <p:cTn id="9" dur="998" fill="hold">
                                          <p:stCondLst>
                                            <p:cond delay="2"/>
                                          </p:stCondLst>
                                        </p:cTn>
                                        <p:tgtEl>
                                          <p:spTgt spid="3"/>
                                        </p:tgtEl>
                                        <p:attrNameLst>
                                          <p:attrName>style.opacity</p:attrName>
                                        </p:attrNameLst>
                                      </p:cBhvr>
                                      <p:tavLst>
                                        <p:tav tm="0">
                                          <p:val>
                                            <p:strVal val="0"/>
                                          </p:val>
                                        </p:tav>
                                        <p:tav tm="100000">
                                          <p:val>
                                            <p:strVal val="1"/>
                                          </p:val>
                                        </p:tav>
                                      </p:tavLst>
                                    </p:anim>
                                    <p:animScale>
                                      <p:cBhvr>
                                        <p:cTn id="10" dur="998" fill="hold">
                                          <p:stCondLst>
                                            <p:cond delay="1"/>
                                          </p:stCondLst>
                                        </p:cTn>
                                        <p:tgtEl>
                                          <p:spTgt spid="3"/>
                                        </p:tgtEl>
                                      </p:cBhvr>
                                      <p:from x="500000" y="500000"/>
                                      <p:to x="100000" y="100000"/>
                                    </p:animScale>
                                    <p:anim to="" calcmode="lin" valueType="num">
                                      <p:cBhvr>
                                        <p:cTn id="11" dur="714" fill="hold">
                                          <p:stCondLst>
                                            <p:cond delay="286"/>
                                          </p:stCondLst>
                                        </p:cTn>
                                        <p:tgtEl>
                                          <p:spTgt spid="3"/>
                                        </p:tgtEl>
                                        <p:attrNameLst>
                                          <p:attrName>ppt_x</p:attrName>
                                        </p:attrNameLst>
                                      </p:cBhvr>
                                      <p:tavLst>
                                        <p:tav tm="0">
                                          <p:val>
                                            <p:strVal val="ppt_x-2"/>
                                          </p:val>
                                        </p:tav>
                                        <p:tav tm="100000">
                                          <p:val>
                                            <p:strVal val="#ppt_x"/>
                                          </p:val>
                                        </p:tav>
                                      </p:tavLst>
                                    </p:anim>
                                    <p:anim to="" calcmode="lin" valueType="num">
                                      <p:cBhvr>
                                        <p:cTn id="12" dur="714" fill="hold">
                                          <p:stCondLst>
                                            <p:cond delay="286"/>
                                          </p:stCondLst>
                                        </p:cTn>
                                        <p:tgtEl>
                                          <p:spTgt spid="3"/>
                                        </p:tgtEl>
                                        <p:attrNameLst>
                                          <p:attrName>ppt_y</p:attrName>
                                        </p:attrNameLst>
                                      </p:cBhvr>
                                      <p:tavLst>
                                        <p:tav tm="0">
                                          <p:val>
                                            <p:strVal val="ppt_y-2"/>
                                          </p:val>
                                        </p:tav>
                                        <p:tav tm="100000">
                                          <p:val>
                                            <p:strVal val="#ppt_y"/>
                                          </p:val>
                                        </p:tav>
                                      </p:tavLst>
                                    </p:anim>
                                  </p:childTnLst>
                                </p:cTn>
                              </p:par>
                              <p:par>
                                <p:cTn id="13" presetID="0" presetClass="entr" presetSubtype="0" decel="70000" fill="hold" nodeType="withEffect">
                                  <p:stCondLst>
                                    <p:cond delay="0"/>
                                  </p:stCondLst>
                                  <p:childTnLst>
                                    <p:set>
                                      <p:cBhvr>
                                        <p:cTn id="14" dur="855" fill="hold">
                                          <p:stCondLst>
                                            <p:cond delay="1"/>
                                          </p:stCondLst>
                                        </p:cTn>
                                        <p:tgtEl>
                                          <p:spTgt spid="8"/>
                                        </p:tgtEl>
                                        <p:attrNameLst>
                                          <p:attrName>style.visibility</p:attrName>
                                        </p:attrNameLst>
                                      </p:cBhvr>
                                      <p:to>
                                        <p:strVal val="visible"/>
                                      </p:to>
                                    </p:set>
                                    <p:anim to="" calcmode="lin" valueType="num">
                                      <p:cBhvr>
                                        <p:cTn id="15" dur="1" fill="hold">
                                          <p:stCondLst>
                                            <p:cond delay="0"/>
                                          </p:stCondLst>
                                        </p:cTn>
                                        <p:tgtEl>
                                          <p:spTgt spid="8"/>
                                        </p:tgtEl>
                                        <p:attrNameLst>
                                          <p:attrName>ppt_x</p:attrName>
                                        </p:attrNameLst>
                                      </p:cBhvr>
                                      <p:tavLst>
                                        <p:tav tm="0">
                                          <p:val>
                                            <p:strVal val="#ppt_x"/>
                                          </p:val>
                                        </p:tav>
                                        <p:tav tm="100000">
                                          <p:val>
                                            <p:strVal val="#ppt_x+0.15*sin(rand(0-360)+0)+2"/>
                                          </p:val>
                                        </p:tav>
                                      </p:tavLst>
                                    </p:anim>
                                    <p:anim to="" calcmode="lin" valueType="num">
                                      <p:cBhvr>
                                        <p:cTn id="16" dur="1" fill="hold">
                                          <p:stCondLst>
                                            <p:cond delay="0"/>
                                          </p:stCondLst>
                                        </p:cTn>
                                        <p:tgtEl>
                                          <p:spTgt spid="8"/>
                                        </p:tgtEl>
                                        <p:attrNameLst>
                                          <p:attrName>ppt_y</p:attrName>
                                        </p:attrNameLst>
                                      </p:cBhvr>
                                      <p:tavLst>
                                        <p:tav tm="0">
                                          <p:val>
                                            <p:strVal val="#ppt_y"/>
                                          </p:val>
                                        </p:tav>
                                        <p:tav tm="100000">
                                          <p:val>
                                            <p:strVal val="#ppt_y+0.15*sin(rand(0-360)+0)+2"/>
                                          </p:val>
                                        </p:tav>
                                      </p:tavLst>
                                    </p:anim>
                                    <p:anim to="" calcmode="lin" valueType="num">
                                      <p:cBhvr>
                                        <p:cTn id="17" dur="998" fill="hold">
                                          <p:stCondLst>
                                            <p:cond delay="2"/>
                                          </p:stCondLst>
                                        </p:cTn>
                                        <p:tgtEl>
                                          <p:spTgt spid="8"/>
                                        </p:tgtEl>
                                        <p:attrNameLst>
                                          <p:attrName>style.opacity</p:attrName>
                                        </p:attrNameLst>
                                      </p:cBhvr>
                                      <p:tavLst>
                                        <p:tav tm="0">
                                          <p:val>
                                            <p:strVal val="0"/>
                                          </p:val>
                                        </p:tav>
                                        <p:tav tm="100000">
                                          <p:val>
                                            <p:strVal val="1"/>
                                          </p:val>
                                        </p:tav>
                                      </p:tavLst>
                                    </p:anim>
                                    <p:animScale>
                                      <p:cBhvr>
                                        <p:cTn id="18" dur="998" fill="hold">
                                          <p:stCondLst>
                                            <p:cond delay="1"/>
                                          </p:stCondLst>
                                        </p:cTn>
                                        <p:tgtEl>
                                          <p:spTgt spid="8"/>
                                        </p:tgtEl>
                                      </p:cBhvr>
                                      <p:from x="500000" y="500000"/>
                                      <p:to x="100000" y="100000"/>
                                    </p:animScale>
                                    <p:anim to="" calcmode="lin" valueType="num">
                                      <p:cBhvr>
                                        <p:cTn id="19" dur="714" fill="hold">
                                          <p:stCondLst>
                                            <p:cond delay="286"/>
                                          </p:stCondLst>
                                        </p:cTn>
                                        <p:tgtEl>
                                          <p:spTgt spid="8"/>
                                        </p:tgtEl>
                                        <p:attrNameLst>
                                          <p:attrName>ppt_x</p:attrName>
                                        </p:attrNameLst>
                                      </p:cBhvr>
                                      <p:tavLst>
                                        <p:tav tm="0">
                                          <p:val>
                                            <p:strVal val="ppt_x-2"/>
                                          </p:val>
                                        </p:tav>
                                        <p:tav tm="100000">
                                          <p:val>
                                            <p:strVal val="#ppt_x"/>
                                          </p:val>
                                        </p:tav>
                                      </p:tavLst>
                                    </p:anim>
                                    <p:anim to="" calcmode="lin" valueType="num">
                                      <p:cBhvr>
                                        <p:cTn id="20" dur="714" fill="hold">
                                          <p:stCondLst>
                                            <p:cond delay="286"/>
                                          </p:stCondLst>
                                        </p:cTn>
                                        <p:tgtEl>
                                          <p:spTgt spid="8"/>
                                        </p:tgtEl>
                                        <p:attrNameLst>
                                          <p:attrName>ppt_y</p:attrName>
                                        </p:attrNameLst>
                                      </p:cBhvr>
                                      <p:tavLst>
                                        <p:tav tm="0">
                                          <p:val>
                                            <p:strVal val="ppt_y-2"/>
                                          </p:val>
                                        </p:tav>
                                        <p:tav tm="100000">
                                          <p:val>
                                            <p:strVal val="#ppt_y"/>
                                          </p:val>
                                        </p:tav>
                                      </p:tavLst>
                                    </p:anim>
                                  </p:childTnLst>
                                </p:cTn>
                              </p:par>
                              <p:par>
                                <p:cTn id="21" presetID="0" presetClass="entr" presetSubtype="0" decel="70000" fill="hold" grpId="0" nodeType="withEffect">
                                  <p:stCondLst>
                                    <p:cond delay="0"/>
                                  </p:stCondLst>
                                  <p:childTnLst>
                                    <p:set>
                                      <p:cBhvr>
                                        <p:cTn id="22" dur="855" fill="hold">
                                          <p:stCondLst>
                                            <p:cond delay="1"/>
                                          </p:stCondLst>
                                        </p:cTn>
                                        <p:tgtEl>
                                          <p:spTgt spid="9"/>
                                        </p:tgtEl>
                                        <p:attrNameLst>
                                          <p:attrName>style.visibility</p:attrName>
                                        </p:attrNameLst>
                                      </p:cBhvr>
                                      <p:to>
                                        <p:strVal val="visible"/>
                                      </p:to>
                                    </p:set>
                                    <p:anim to="" calcmode="lin" valueType="num">
                                      <p:cBhvr>
                                        <p:cTn id="23" dur="1" fill="hold">
                                          <p:stCondLst>
                                            <p:cond delay="0"/>
                                          </p:stCondLst>
                                        </p:cTn>
                                        <p:tgtEl>
                                          <p:spTgt spid="9"/>
                                        </p:tgtEl>
                                        <p:attrNameLst>
                                          <p:attrName>ppt_x</p:attrName>
                                        </p:attrNameLst>
                                      </p:cBhvr>
                                      <p:tavLst>
                                        <p:tav tm="0">
                                          <p:val>
                                            <p:strVal val="#ppt_x"/>
                                          </p:val>
                                        </p:tav>
                                        <p:tav tm="100000">
                                          <p:val>
                                            <p:strVal val="#ppt_x+0.15*sin(rand(0-360)+0)+2"/>
                                          </p:val>
                                        </p:tav>
                                      </p:tavLst>
                                    </p:anim>
                                    <p:anim to="" calcmode="lin" valueType="num">
                                      <p:cBhvr>
                                        <p:cTn id="24" dur="1" fill="hold">
                                          <p:stCondLst>
                                            <p:cond delay="0"/>
                                          </p:stCondLst>
                                        </p:cTn>
                                        <p:tgtEl>
                                          <p:spTgt spid="9"/>
                                        </p:tgtEl>
                                        <p:attrNameLst>
                                          <p:attrName>ppt_y</p:attrName>
                                        </p:attrNameLst>
                                      </p:cBhvr>
                                      <p:tavLst>
                                        <p:tav tm="0">
                                          <p:val>
                                            <p:strVal val="#ppt_y"/>
                                          </p:val>
                                        </p:tav>
                                        <p:tav tm="100000">
                                          <p:val>
                                            <p:strVal val="#ppt_y+0.15*sin(rand(0-360)+0)+2"/>
                                          </p:val>
                                        </p:tav>
                                      </p:tavLst>
                                    </p:anim>
                                    <p:anim to="" calcmode="lin" valueType="num">
                                      <p:cBhvr>
                                        <p:cTn id="25" dur="998" fill="hold">
                                          <p:stCondLst>
                                            <p:cond delay="2"/>
                                          </p:stCondLst>
                                        </p:cTn>
                                        <p:tgtEl>
                                          <p:spTgt spid="9"/>
                                        </p:tgtEl>
                                        <p:attrNameLst>
                                          <p:attrName>style.opacity</p:attrName>
                                        </p:attrNameLst>
                                      </p:cBhvr>
                                      <p:tavLst>
                                        <p:tav tm="0">
                                          <p:val>
                                            <p:strVal val="0"/>
                                          </p:val>
                                        </p:tav>
                                        <p:tav tm="100000">
                                          <p:val>
                                            <p:strVal val="1"/>
                                          </p:val>
                                        </p:tav>
                                      </p:tavLst>
                                    </p:anim>
                                    <p:animScale>
                                      <p:cBhvr>
                                        <p:cTn id="26" dur="998" fill="hold">
                                          <p:stCondLst>
                                            <p:cond delay="1"/>
                                          </p:stCondLst>
                                        </p:cTn>
                                        <p:tgtEl>
                                          <p:spTgt spid="9"/>
                                        </p:tgtEl>
                                      </p:cBhvr>
                                      <p:from x="500000" y="500000"/>
                                      <p:to x="100000" y="100000"/>
                                    </p:animScale>
                                    <p:anim to="" calcmode="lin" valueType="num">
                                      <p:cBhvr>
                                        <p:cTn id="27" dur="714" fill="hold">
                                          <p:stCondLst>
                                            <p:cond delay="286"/>
                                          </p:stCondLst>
                                        </p:cTn>
                                        <p:tgtEl>
                                          <p:spTgt spid="9"/>
                                        </p:tgtEl>
                                        <p:attrNameLst>
                                          <p:attrName>ppt_x</p:attrName>
                                        </p:attrNameLst>
                                      </p:cBhvr>
                                      <p:tavLst>
                                        <p:tav tm="0">
                                          <p:val>
                                            <p:strVal val="ppt_x-2"/>
                                          </p:val>
                                        </p:tav>
                                        <p:tav tm="100000">
                                          <p:val>
                                            <p:strVal val="#ppt_x"/>
                                          </p:val>
                                        </p:tav>
                                      </p:tavLst>
                                    </p:anim>
                                    <p:anim to="" calcmode="lin" valueType="num">
                                      <p:cBhvr>
                                        <p:cTn id="28" dur="714" fill="hold">
                                          <p:stCondLst>
                                            <p:cond delay="286"/>
                                          </p:stCondLst>
                                        </p:cTn>
                                        <p:tgtEl>
                                          <p:spTgt spid="9"/>
                                        </p:tgtEl>
                                        <p:attrNameLst>
                                          <p:attrName>ppt_y</p:attrName>
                                        </p:attrNameLst>
                                      </p:cBhvr>
                                      <p:tavLst>
                                        <p:tav tm="0">
                                          <p:val>
                                            <p:strVal val="ppt_y-2"/>
                                          </p:val>
                                        </p:tav>
                                        <p:tav tm="100000">
                                          <p:val>
                                            <p:strVal val="#ppt_y"/>
                                          </p:val>
                                        </p:tav>
                                      </p:tavLst>
                                    </p:anim>
                                  </p:childTnLst>
                                </p:cTn>
                              </p:par>
                              <p:par>
                                <p:cTn id="29" presetID="0" presetClass="entr" presetSubtype="0" decel="70000" fill="hold" grpId="0" nodeType="withEffect">
                                  <p:stCondLst>
                                    <p:cond delay="0"/>
                                  </p:stCondLst>
                                  <p:childTnLst>
                                    <p:set>
                                      <p:cBhvr>
                                        <p:cTn id="30" dur="855" fill="hold">
                                          <p:stCondLst>
                                            <p:cond delay="1"/>
                                          </p:stCondLst>
                                        </p:cTn>
                                        <p:tgtEl>
                                          <p:spTgt spid="10"/>
                                        </p:tgtEl>
                                        <p:attrNameLst>
                                          <p:attrName>style.visibility</p:attrName>
                                        </p:attrNameLst>
                                      </p:cBhvr>
                                      <p:to>
                                        <p:strVal val="visible"/>
                                      </p:to>
                                    </p:set>
                                    <p:anim to="" calcmode="lin" valueType="num">
                                      <p:cBhvr>
                                        <p:cTn id="31" dur="1" fill="hold">
                                          <p:stCondLst>
                                            <p:cond delay="0"/>
                                          </p:stCondLst>
                                        </p:cTn>
                                        <p:tgtEl>
                                          <p:spTgt spid="10"/>
                                        </p:tgtEl>
                                        <p:attrNameLst>
                                          <p:attrName>ppt_x</p:attrName>
                                        </p:attrNameLst>
                                      </p:cBhvr>
                                      <p:tavLst>
                                        <p:tav tm="0">
                                          <p:val>
                                            <p:strVal val="#ppt_x"/>
                                          </p:val>
                                        </p:tav>
                                        <p:tav tm="100000">
                                          <p:val>
                                            <p:strVal val="#ppt_x+0.15*sin(rand(0-360)+0)+2"/>
                                          </p:val>
                                        </p:tav>
                                      </p:tavLst>
                                    </p:anim>
                                    <p:anim to="" calcmode="lin" valueType="num">
                                      <p:cBhvr>
                                        <p:cTn id="32" dur="1" fill="hold">
                                          <p:stCondLst>
                                            <p:cond delay="0"/>
                                          </p:stCondLst>
                                        </p:cTn>
                                        <p:tgtEl>
                                          <p:spTgt spid="10"/>
                                        </p:tgtEl>
                                        <p:attrNameLst>
                                          <p:attrName>ppt_y</p:attrName>
                                        </p:attrNameLst>
                                      </p:cBhvr>
                                      <p:tavLst>
                                        <p:tav tm="0">
                                          <p:val>
                                            <p:strVal val="#ppt_y"/>
                                          </p:val>
                                        </p:tav>
                                        <p:tav tm="100000">
                                          <p:val>
                                            <p:strVal val="#ppt_y+0.15*sin(rand(0-360)+0)+2"/>
                                          </p:val>
                                        </p:tav>
                                      </p:tavLst>
                                    </p:anim>
                                    <p:anim to="" calcmode="lin" valueType="num">
                                      <p:cBhvr>
                                        <p:cTn id="33" dur="998" fill="hold">
                                          <p:stCondLst>
                                            <p:cond delay="2"/>
                                          </p:stCondLst>
                                        </p:cTn>
                                        <p:tgtEl>
                                          <p:spTgt spid="10"/>
                                        </p:tgtEl>
                                        <p:attrNameLst>
                                          <p:attrName>style.opacity</p:attrName>
                                        </p:attrNameLst>
                                      </p:cBhvr>
                                      <p:tavLst>
                                        <p:tav tm="0">
                                          <p:val>
                                            <p:strVal val="0"/>
                                          </p:val>
                                        </p:tav>
                                        <p:tav tm="100000">
                                          <p:val>
                                            <p:strVal val="1"/>
                                          </p:val>
                                        </p:tav>
                                      </p:tavLst>
                                    </p:anim>
                                    <p:animScale>
                                      <p:cBhvr>
                                        <p:cTn id="34" dur="998" fill="hold">
                                          <p:stCondLst>
                                            <p:cond delay="1"/>
                                          </p:stCondLst>
                                        </p:cTn>
                                        <p:tgtEl>
                                          <p:spTgt spid="10"/>
                                        </p:tgtEl>
                                      </p:cBhvr>
                                      <p:from x="500000" y="500000"/>
                                      <p:to x="100000" y="100000"/>
                                    </p:animScale>
                                    <p:anim to="" calcmode="lin" valueType="num">
                                      <p:cBhvr>
                                        <p:cTn id="35" dur="714" fill="hold">
                                          <p:stCondLst>
                                            <p:cond delay="286"/>
                                          </p:stCondLst>
                                        </p:cTn>
                                        <p:tgtEl>
                                          <p:spTgt spid="10"/>
                                        </p:tgtEl>
                                        <p:attrNameLst>
                                          <p:attrName>ppt_x</p:attrName>
                                        </p:attrNameLst>
                                      </p:cBhvr>
                                      <p:tavLst>
                                        <p:tav tm="0">
                                          <p:val>
                                            <p:strVal val="ppt_x-2"/>
                                          </p:val>
                                        </p:tav>
                                        <p:tav tm="100000">
                                          <p:val>
                                            <p:strVal val="#ppt_x"/>
                                          </p:val>
                                        </p:tav>
                                      </p:tavLst>
                                    </p:anim>
                                    <p:anim to="" calcmode="lin" valueType="num">
                                      <p:cBhvr>
                                        <p:cTn id="36" dur="714" fill="hold">
                                          <p:stCondLst>
                                            <p:cond delay="286"/>
                                          </p:stCondLst>
                                        </p:cTn>
                                        <p:tgtEl>
                                          <p:spTgt spid="10"/>
                                        </p:tgtEl>
                                        <p:attrNameLst>
                                          <p:attrName>ppt_y</p:attrName>
                                        </p:attrNameLst>
                                      </p:cBhvr>
                                      <p:tavLst>
                                        <p:tav tm="0">
                                          <p:val>
                                            <p:strVal val="ppt_y-2"/>
                                          </p:val>
                                        </p:tav>
                                        <p:tav tm="100000">
                                          <p:val>
                                            <p:strVal val="#ppt_y"/>
                                          </p:val>
                                        </p:tav>
                                      </p:tavLst>
                                    </p:anim>
                                  </p:childTnLst>
                                </p:cTn>
                              </p:par>
                              <p:par>
                                <p:cTn id="37" presetID="0" presetClass="entr" presetSubtype="0" decel="70000" fill="hold" grpId="0" nodeType="withEffect">
                                  <p:stCondLst>
                                    <p:cond delay="0"/>
                                  </p:stCondLst>
                                  <p:childTnLst>
                                    <p:set>
                                      <p:cBhvr>
                                        <p:cTn id="38" dur="855" fill="hold">
                                          <p:stCondLst>
                                            <p:cond delay="1"/>
                                          </p:stCondLst>
                                        </p:cTn>
                                        <p:tgtEl>
                                          <p:spTgt spid="11"/>
                                        </p:tgtEl>
                                        <p:attrNameLst>
                                          <p:attrName>style.visibility</p:attrName>
                                        </p:attrNameLst>
                                      </p:cBhvr>
                                      <p:to>
                                        <p:strVal val="visible"/>
                                      </p:to>
                                    </p:set>
                                    <p:anim to="" calcmode="lin" valueType="num">
                                      <p:cBhvr>
                                        <p:cTn id="39" dur="1" fill="hold">
                                          <p:stCondLst>
                                            <p:cond delay="0"/>
                                          </p:stCondLst>
                                        </p:cTn>
                                        <p:tgtEl>
                                          <p:spTgt spid="11"/>
                                        </p:tgtEl>
                                        <p:attrNameLst>
                                          <p:attrName>ppt_x</p:attrName>
                                        </p:attrNameLst>
                                      </p:cBhvr>
                                      <p:tavLst>
                                        <p:tav tm="0">
                                          <p:val>
                                            <p:strVal val="#ppt_x"/>
                                          </p:val>
                                        </p:tav>
                                        <p:tav tm="100000">
                                          <p:val>
                                            <p:strVal val="#ppt_x+0.15*sin(rand(0-360)+0)+2"/>
                                          </p:val>
                                        </p:tav>
                                      </p:tavLst>
                                    </p:anim>
                                    <p:anim to="" calcmode="lin" valueType="num">
                                      <p:cBhvr>
                                        <p:cTn id="40" dur="1" fill="hold">
                                          <p:stCondLst>
                                            <p:cond delay="0"/>
                                          </p:stCondLst>
                                        </p:cTn>
                                        <p:tgtEl>
                                          <p:spTgt spid="11"/>
                                        </p:tgtEl>
                                        <p:attrNameLst>
                                          <p:attrName>ppt_y</p:attrName>
                                        </p:attrNameLst>
                                      </p:cBhvr>
                                      <p:tavLst>
                                        <p:tav tm="0">
                                          <p:val>
                                            <p:strVal val="#ppt_y"/>
                                          </p:val>
                                        </p:tav>
                                        <p:tav tm="100000">
                                          <p:val>
                                            <p:strVal val="#ppt_y+0.15*sin(rand(0-360)+0)+2"/>
                                          </p:val>
                                        </p:tav>
                                      </p:tavLst>
                                    </p:anim>
                                    <p:anim to="" calcmode="lin" valueType="num">
                                      <p:cBhvr>
                                        <p:cTn id="41" dur="998" fill="hold">
                                          <p:stCondLst>
                                            <p:cond delay="2"/>
                                          </p:stCondLst>
                                        </p:cTn>
                                        <p:tgtEl>
                                          <p:spTgt spid="11"/>
                                        </p:tgtEl>
                                        <p:attrNameLst>
                                          <p:attrName>style.opacity</p:attrName>
                                        </p:attrNameLst>
                                      </p:cBhvr>
                                      <p:tavLst>
                                        <p:tav tm="0">
                                          <p:val>
                                            <p:strVal val="0"/>
                                          </p:val>
                                        </p:tav>
                                        <p:tav tm="100000">
                                          <p:val>
                                            <p:strVal val="1"/>
                                          </p:val>
                                        </p:tav>
                                      </p:tavLst>
                                    </p:anim>
                                    <p:animScale>
                                      <p:cBhvr>
                                        <p:cTn id="42" dur="998" fill="hold">
                                          <p:stCondLst>
                                            <p:cond delay="1"/>
                                          </p:stCondLst>
                                        </p:cTn>
                                        <p:tgtEl>
                                          <p:spTgt spid="11"/>
                                        </p:tgtEl>
                                      </p:cBhvr>
                                      <p:from x="500000" y="500000"/>
                                      <p:to x="100000" y="100000"/>
                                    </p:animScale>
                                    <p:anim to="" calcmode="lin" valueType="num">
                                      <p:cBhvr>
                                        <p:cTn id="43" dur="714" fill="hold">
                                          <p:stCondLst>
                                            <p:cond delay="286"/>
                                          </p:stCondLst>
                                        </p:cTn>
                                        <p:tgtEl>
                                          <p:spTgt spid="11"/>
                                        </p:tgtEl>
                                        <p:attrNameLst>
                                          <p:attrName>ppt_x</p:attrName>
                                        </p:attrNameLst>
                                      </p:cBhvr>
                                      <p:tavLst>
                                        <p:tav tm="0">
                                          <p:val>
                                            <p:strVal val="ppt_x-2"/>
                                          </p:val>
                                        </p:tav>
                                        <p:tav tm="100000">
                                          <p:val>
                                            <p:strVal val="#ppt_x"/>
                                          </p:val>
                                        </p:tav>
                                      </p:tavLst>
                                    </p:anim>
                                    <p:anim to="" calcmode="lin" valueType="num">
                                      <p:cBhvr>
                                        <p:cTn id="44" dur="714" fill="hold">
                                          <p:stCondLst>
                                            <p:cond delay="286"/>
                                          </p:stCondLst>
                                        </p:cTn>
                                        <p:tgtEl>
                                          <p:spTgt spid="11"/>
                                        </p:tgtEl>
                                        <p:attrNameLst>
                                          <p:attrName>ppt_y</p:attrName>
                                        </p:attrNameLst>
                                      </p:cBhvr>
                                      <p:tavLst>
                                        <p:tav tm="0">
                                          <p:val>
                                            <p:strVal val="ppt_y-2"/>
                                          </p:val>
                                        </p:tav>
                                        <p:tav tm="100000">
                                          <p:val>
                                            <p:strVal val="#ppt_y"/>
                                          </p:val>
                                        </p:tav>
                                      </p:tavLst>
                                    </p:anim>
                                  </p:childTnLst>
                                </p:cTn>
                              </p:par>
                              <p:par>
                                <p:cTn id="45" presetID="0" presetClass="entr" presetSubtype="0" fill="hold" grpId="0" nodeType="withEffect">
                                  <p:stCondLst>
                                    <p:cond delay="0"/>
                                  </p:stCondLst>
                                  <p:iterate type="lt">
                                    <p:tmPct val="10000"/>
                                  </p:iterate>
                                  <p:childTnLst>
                                    <p:set>
                                      <p:cBhvr>
                                        <p:cTn id="46" dur="1" fill="hold">
                                          <p:stCondLst>
                                            <p:cond delay="0"/>
                                          </p:stCondLst>
                                        </p:cTn>
                                        <p:tgtEl>
                                          <p:spTgt spid="4"/>
                                        </p:tgtEl>
                                        <p:attrNameLst>
                                          <p:attrName>style.visibility</p:attrName>
                                        </p:attrNameLst>
                                      </p:cBhvr>
                                      <p:to>
                                        <p:strVal val="visible"/>
                                      </p:to>
                                    </p:set>
                                    <p:anim to="" calcmode="lin" valueType="num">
                                      <p:cBhvr>
                                        <p:cTn id="47" dur="700" fill="hold">
                                          <p:stCondLst>
                                            <p:cond delay="0"/>
                                          </p:stCondLst>
                                        </p:cTn>
                                        <p:tgtEl>
                                          <p:spTgt spid="4"/>
                                        </p:tgtEl>
                                        <p:attrNameLst>
                                          <p:attrName>ppt_x</p:attrName>
                                        </p:attrNameLst>
                                      </p:cBhvr>
                                      <p:tavLst>
                                        <p:tav tm="0" fmla="#ppt_x+(-#ppt_w/2*cos(ppt_r/180*pi))*((1.5-1.5*$)^2-(1.5-1.5*$)^3)">
                                          <p:val>
                                            <p:strVal val="0"/>
                                          </p:val>
                                        </p:tav>
                                        <p:tav tm="100000">
                                          <p:val>
                                            <p:strVal val="1"/>
                                          </p:val>
                                        </p:tav>
                                      </p:tavLst>
                                    </p:anim>
                                    <p:anim to="" calcmode="lin" valueType="num">
                                      <p:cBhvr>
                                        <p:cTn id="48" dur="700" fill="hold">
                                          <p:stCondLst>
                                            <p:cond delay="0"/>
                                          </p:stCondLst>
                                        </p:cTn>
                                        <p:tgtEl>
                                          <p:spTgt spid="4"/>
                                        </p:tgtEl>
                                        <p:attrNameLst>
                                          <p:attrName>ppt_y</p:attrName>
                                        </p:attrNameLst>
                                      </p:cBhvr>
                                      <p:tavLst>
                                        <p:tav tm="0" fmla="#ppt_y-(-#ppt_h/2*cos(ppt_r/180*pi))*((1.5-1.5*$)^2-(1.5-1.5*$)^3)">
                                          <p:val>
                                            <p:strVal val="0"/>
                                          </p:val>
                                        </p:tav>
                                        <p:tav tm="100000">
                                          <p:val>
                                            <p:strVal val="1"/>
                                          </p:val>
                                        </p:tav>
                                      </p:tavLst>
                                    </p:anim>
                                    <p:anim to="" calcmode="lin" valueType="num">
                                      <p:cBhvr>
                                        <p:cTn id="49" dur="700" fill="hold">
                                          <p:stCondLst>
                                            <p:cond delay="0"/>
                                          </p:stCondLst>
                                        </p:cTn>
                                        <p:tgtEl>
                                          <p:spTgt spid="4"/>
                                        </p:tgtEl>
                                        <p:attrNameLst>
                                          <p:attrName>ppt_h</p:attrName>
                                        </p:attrNameLst>
                                      </p:cBhvr>
                                      <p:tavLst>
                                        <p:tav tm="0" fmla="#ppt_h-(-#ppt_h)*((1.5-1.5*$)^2-(1.5-1.5*$)^3)">
                                          <p:val>
                                            <p:strVal val="0"/>
                                          </p:val>
                                        </p:tav>
                                        <p:tav tm="100000">
                                          <p:val>
                                            <p:strVal val="1"/>
                                          </p:val>
                                        </p:tav>
                                      </p:tavLst>
                                    </p:anim>
                                    <p:anim to="" calcmode="lin" valueType="num">
                                      <p:cBhvr>
                                        <p:cTn id="50" dur="700" fill="hold">
                                          <p:stCondLst>
                                            <p:cond delay="0"/>
                                          </p:stCondLst>
                                        </p:cTn>
                                        <p:tgtEl>
                                          <p:spTgt spid="4"/>
                                        </p:tgtEl>
                                        <p:attrNameLst>
                                          <p:attrName>ppt_w</p:attrName>
                                        </p:attrNameLst>
                                      </p:cBhvr>
                                      <p:tavLst>
                                        <p:tav tm="0" fmla="#ppt_w-(-#ppt_w)*((1.5-1.5*$)^2-(1.5-1.5*$)^3)">
                                          <p:val>
                                            <p:strVal val="0"/>
                                          </p:val>
                                        </p:tav>
                                        <p:tav tm="100000">
                                          <p:val>
                                            <p:strVal val="1"/>
                                          </p:val>
                                        </p:tav>
                                      </p:tavLst>
                                    </p:anim>
                                  </p:childTnLst>
                                </p:cTn>
                              </p:par>
                              <p:par>
                                <p:cTn id="51" presetID="0" presetClass="entr" presetSubtype="0" fill="hold" grpId="0" nodeType="withEffect">
                                  <p:stCondLst>
                                    <p:cond delay="0"/>
                                  </p:stCondLst>
                                  <p:iterate type="lt">
                                    <p:tmPct val="10000"/>
                                  </p:iterate>
                                  <p:childTnLst>
                                    <p:set>
                                      <p:cBhvr>
                                        <p:cTn id="52" dur="1" fill="hold">
                                          <p:stCondLst>
                                            <p:cond delay="0"/>
                                          </p:stCondLst>
                                        </p:cTn>
                                        <p:tgtEl>
                                          <p:spTgt spid="5"/>
                                        </p:tgtEl>
                                        <p:attrNameLst>
                                          <p:attrName>style.visibility</p:attrName>
                                        </p:attrNameLst>
                                      </p:cBhvr>
                                      <p:to>
                                        <p:strVal val="visible"/>
                                      </p:to>
                                    </p:set>
                                    <p:anim to="" calcmode="lin" valueType="num">
                                      <p:cBhvr>
                                        <p:cTn id="53" dur="700" fill="hold">
                                          <p:stCondLst>
                                            <p:cond delay="0"/>
                                          </p:stCondLst>
                                        </p:cTn>
                                        <p:tgtEl>
                                          <p:spTgt spid="5"/>
                                        </p:tgtEl>
                                        <p:attrNameLst>
                                          <p:attrName>ppt_x</p:attrName>
                                        </p:attrNameLst>
                                      </p:cBhvr>
                                      <p:tavLst>
                                        <p:tav tm="0" fmla="#ppt_x+(-#ppt_w/2*cos(ppt_r/180*pi))*((1.5-1.5*$)^2-(1.5-1.5*$)^3)">
                                          <p:val>
                                            <p:strVal val="0"/>
                                          </p:val>
                                        </p:tav>
                                        <p:tav tm="100000">
                                          <p:val>
                                            <p:strVal val="1"/>
                                          </p:val>
                                        </p:tav>
                                      </p:tavLst>
                                    </p:anim>
                                    <p:anim to="" calcmode="lin" valueType="num">
                                      <p:cBhvr>
                                        <p:cTn id="54" dur="700" fill="hold">
                                          <p:stCondLst>
                                            <p:cond delay="0"/>
                                          </p:stCondLst>
                                        </p:cTn>
                                        <p:tgtEl>
                                          <p:spTgt spid="5"/>
                                        </p:tgtEl>
                                        <p:attrNameLst>
                                          <p:attrName>ppt_y</p:attrName>
                                        </p:attrNameLst>
                                      </p:cBhvr>
                                      <p:tavLst>
                                        <p:tav tm="0" fmla="#ppt_y-(-#ppt_h/2*cos(ppt_r/180*pi))*((1.5-1.5*$)^2-(1.5-1.5*$)^3)">
                                          <p:val>
                                            <p:strVal val="0"/>
                                          </p:val>
                                        </p:tav>
                                        <p:tav tm="100000">
                                          <p:val>
                                            <p:strVal val="1"/>
                                          </p:val>
                                        </p:tav>
                                      </p:tavLst>
                                    </p:anim>
                                    <p:anim to="" calcmode="lin" valueType="num">
                                      <p:cBhvr>
                                        <p:cTn id="55" dur="700" fill="hold">
                                          <p:stCondLst>
                                            <p:cond delay="0"/>
                                          </p:stCondLst>
                                        </p:cTn>
                                        <p:tgtEl>
                                          <p:spTgt spid="5"/>
                                        </p:tgtEl>
                                        <p:attrNameLst>
                                          <p:attrName>ppt_h</p:attrName>
                                        </p:attrNameLst>
                                      </p:cBhvr>
                                      <p:tavLst>
                                        <p:tav tm="0" fmla="#ppt_h-(-#ppt_h)*((1.5-1.5*$)^2-(1.5-1.5*$)^3)">
                                          <p:val>
                                            <p:strVal val="0"/>
                                          </p:val>
                                        </p:tav>
                                        <p:tav tm="100000">
                                          <p:val>
                                            <p:strVal val="1"/>
                                          </p:val>
                                        </p:tav>
                                      </p:tavLst>
                                    </p:anim>
                                    <p:anim to="" calcmode="lin" valueType="num">
                                      <p:cBhvr>
                                        <p:cTn id="56" dur="700" fill="hold">
                                          <p:stCondLst>
                                            <p:cond delay="0"/>
                                          </p:stCondLst>
                                        </p:cTn>
                                        <p:tgtEl>
                                          <p:spTgt spid="5"/>
                                        </p:tgtEl>
                                        <p:attrNameLst>
                                          <p:attrName>ppt_w</p:attrName>
                                        </p:attrNameLst>
                                      </p:cBhvr>
                                      <p:tavLst>
                                        <p:tav tm="0" fmla="#ppt_w-(-#ppt_w)*((1.5-1.5*$)^2-(1.5-1.5*$)^3)">
                                          <p:val>
                                            <p:strVal val="0"/>
                                          </p:val>
                                        </p:tav>
                                        <p:tav tm="100000">
                                          <p:val>
                                            <p:strVal val="1"/>
                                          </p:val>
                                        </p:tav>
                                      </p:tavLst>
                                    </p:anim>
                                  </p:childTnLst>
                                </p:cTn>
                              </p:par>
                              <p:par>
                                <p:cTn id="57" presetID="0" presetClass="entr" presetSubtype="0" fill="hold" grpId="0" nodeType="withEffect">
                                  <p:stCondLst>
                                    <p:cond delay="0"/>
                                  </p:stCondLst>
                                  <p:iterate type="lt">
                                    <p:tmPct val="10000"/>
                                  </p:iterate>
                                  <p:childTnLst>
                                    <p:set>
                                      <p:cBhvr>
                                        <p:cTn id="58" dur="1" fill="hold">
                                          <p:stCondLst>
                                            <p:cond delay="0"/>
                                          </p:stCondLst>
                                        </p:cTn>
                                        <p:tgtEl>
                                          <p:spTgt spid="7"/>
                                        </p:tgtEl>
                                        <p:attrNameLst>
                                          <p:attrName>style.visibility</p:attrName>
                                        </p:attrNameLst>
                                      </p:cBhvr>
                                      <p:to>
                                        <p:strVal val="visible"/>
                                      </p:to>
                                    </p:set>
                                    <p:anim to="" calcmode="lin" valueType="num">
                                      <p:cBhvr>
                                        <p:cTn id="59" dur="700" fill="hold">
                                          <p:stCondLst>
                                            <p:cond delay="0"/>
                                          </p:stCondLst>
                                        </p:cTn>
                                        <p:tgtEl>
                                          <p:spTgt spid="7"/>
                                        </p:tgtEl>
                                        <p:attrNameLst>
                                          <p:attrName>ppt_x</p:attrName>
                                        </p:attrNameLst>
                                      </p:cBhvr>
                                      <p:tavLst>
                                        <p:tav tm="0" fmla="#ppt_x+(-#ppt_w/2*cos(ppt_r/180*pi))*((1.5-1.5*$)^2-(1.5-1.5*$)^3)">
                                          <p:val>
                                            <p:strVal val="0"/>
                                          </p:val>
                                        </p:tav>
                                        <p:tav tm="100000">
                                          <p:val>
                                            <p:strVal val="1"/>
                                          </p:val>
                                        </p:tav>
                                      </p:tavLst>
                                    </p:anim>
                                    <p:anim to="" calcmode="lin" valueType="num">
                                      <p:cBhvr>
                                        <p:cTn id="60" dur="700" fill="hold">
                                          <p:stCondLst>
                                            <p:cond delay="0"/>
                                          </p:stCondLst>
                                        </p:cTn>
                                        <p:tgtEl>
                                          <p:spTgt spid="7"/>
                                        </p:tgtEl>
                                        <p:attrNameLst>
                                          <p:attrName>ppt_y</p:attrName>
                                        </p:attrNameLst>
                                      </p:cBhvr>
                                      <p:tavLst>
                                        <p:tav tm="0" fmla="#ppt_y-(-#ppt_h/2*cos(ppt_r/180*pi))*((1.5-1.5*$)^2-(1.5-1.5*$)^3)">
                                          <p:val>
                                            <p:strVal val="0"/>
                                          </p:val>
                                        </p:tav>
                                        <p:tav tm="100000">
                                          <p:val>
                                            <p:strVal val="1"/>
                                          </p:val>
                                        </p:tav>
                                      </p:tavLst>
                                    </p:anim>
                                    <p:anim to="" calcmode="lin" valueType="num">
                                      <p:cBhvr>
                                        <p:cTn id="61" dur="700" fill="hold">
                                          <p:stCondLst>
                                            <p:cond delay="0"/>
                                          </p:stCondLst>
                                        </p:cTn>
                                        <p:tgtEl>
                                          <p:spTgt spid="7"/>
                                        </p:tgtEl>
                                        <p:attrNameLst>
                                          <p:attrName>ppt_h</p:attrName>
                                        </p:attrNameLst>
                                      </p:cBhvr>
                                      <p:tavLst>
                                        <p:tav tm="0" fmla="#ppt_h-(-#ppt_h)*((1.5-1.5*$)^2-(1.5-1.5*$)^3)">
                                          <p:val>
                                            <p:strVal val="0"/>
                                          </p:val>
                                        </p:tav>
                                        <p:tav tm="100000">
                                          <p:val>
                                            <p:strVal val="1"/>
                                          </p:val>
                                        </p:tav>
                                      </p:tavLst>
                                    </p:anim>
                                    <p:anim to="" calcmode="lin" valueType="num">
                                      <p:cBhvr>
                                        <p:cTn id="62" dur="700" fill="hold">
                                          <p:stCondLst>
                                            <p:cond delay="0"/>
                                          </p:stCondLst>
                                        </p:cTn>
                                        <p:tgtEl>
                                          <p:spTgt spid="7"/>
                                        </p:tgtEl>
                                        <p:attrNameLst>
                                          <p:attrName>ppt_w</p:attrName>
                                        </p:attrNameLst>
                                      </p:cBhvr>
                                      <p:tavLst>
                                        <p:tav tm="0" fmla="#ppt_w-(-#ppt_w)*((1.5-1.5*$)^2-(1.5-1.5*$)^3)">
                                          <p:val>
                                            <p:strVal val="0"/>
                                          </p:val>
                                        </p:tav>
                                        <p:tav tm="100000">
                                          <p:val>
                                            <p:strVal val="1"/>
                                          </p:val>
                                        </p:tav>
                                      </p:tavLst>
                                    </p:anim>
                                  </p:childTnLst>
                                </p:cTn>
                              </p:par>
                              <p:par>
                                <p:cTn id="63" presetID="0" presetClass="entr" presetSubtype="0" fill="hold" grpId="0" nodeType="withEffect">
                                  <p:stCondLst>
                                    <p:cond delay="0"/>
                                  </p:stCondLst>
                                  <p:childTnLst>
                                    <p:set>
                                      <p:cBhvr>
                                        <p:cTn id="64" dur="750" fill="hold">
                                          <p:stCondLst>
                                            <p:cond delay="0"/>
                                          </p:stCondLst>
                                        </p:cTn>
                                        <p:tgtEl>
                                          <p:spTgt spid="6"/>
                                        </p:tgtEl>
                                        <p:attrNameLst>
                                          <p:attrName>style.visibility</p:attrName>
                                        </p:attrNameLst>
                                      </p:cBhvr>
                                      <p:to>
                                        <p:strVal val="visible"/>
                                      </p:to>
                                    </p:set>
                                    <p:anim to="" calcmode="lin" valueType="num">
                                      <p:cBhvr>
                                        <p:cTn id="65" dur="750" fill="hold">
                                          <p:stCondLst>
                                            <p:cond delay="0"/>
                                          </p:stCondLst>
                                        </p:cTn>
                                        <p:tgtEl>
                                          <p:spTgt spid="6"/>
                                        </p:tgtEl>
                                        <p:attrNameLst>
                                          <p:attrName>ppt_h</p:attrName>
                                        </p:attrNameLst>
                                      </p:cBhvr>
                                      <p:tavLst>
                                        <p:tav tm="0" fmla="#ppt_h/2*($)^8">
                                          <p:val>
                                            <p:strVal val="0"/>
                                          </p:val>
                                        </p:tav>
                                        <p:tav tm="50000" fmla="#ppt_h-#ppt_h/2*(2-$)^8">
                                          <p:val>
                                            <p:strVal val="1"/>
                                          </p:val>
                                        </p:tav>
                                        <p:tav tm="100000">
                                          <p:val>
                                            <p:strVal val="2"/>
                                          </p:val>
                                        </p:tav>
                                      </p:tavLst>
                                    </p:anim>
                                    <p:anim to="" calcmode="lin" valueType="num">
                                      <p:cBhvr>
                                        <p:cTn id="66" dur="750" fill="hold">
                                          <p:stCondLst>
                                            <p:cond delay="0"/>
                                          </p:stCondLst>
                                        </p:cTn>
                                        <p:tgtEl>
                                          <p:spTgt spid="6"/>
                                        </p:tgtEl>
                                        <p:attrNameLst>
                                          <p:attrName>ppt_w</p:attrName>
                                        </p:attrNameLst>
                                      </p:cBhvr>
                                      <p:tavLst>
                                        <p:tav tm="0" fmla="#ppt_w/2*($)^8">
                                          <p:val>
                                            <p:strVal val="0"/>
                                          </p:val>
                                        </p:tav>
                                        <p:tav tm="50000" fmla="#ppt_w-#ppt_w/2*(2-$)^8">
                                          <p:val>
                                            <p:strVal val="1"/>
                                          </p:val>
                                        </p:tav>
                                        <p:tav tm="100000">
                                          <p:val>
                                            <p:strVal val="2"/>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p:bldP spid="9" grpId="0"/>
      <p:bldP spid="10" grpId="0"/>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reeform 4"/>
          <p:cNvSpPr>
            <a:spLocks/>
          </p:cNvSpPr>
          <p:nvPr/>
        </p:nvSpPr>
        <p:spPr bwMode="auto">
          <a:xfrm>
            <a:off x="7824047" y="3488267"/>
            <a:ext cx="1064684" cy="755651"/>
          </a:xfrm>
          <a:custGeom>
            <a:avLst/>
            <a:gdLst>
              <a:gd name="T0" fmla="*/ 0 w 155"/>
              <a:gd name="T1" fmla="*/ 110 h 110"/>
              <a:gd name="T2" fmla="*/ 155 w 155"/>
              <a:gd name="T3" fmla="*/ 110 h 110"/>
              <a:gd name="T4" fmla="*/ 110 w 155"/>
              <a:gd name="T5" fmla="*/ 0 h 110"/>
              <a:gd name="T6" fmla="*/ 0 w 155"/>
              <a:gd name="T7" fmla="*/ 110 h 110"/>
            </a:gdLst>
            <a:ahLst/>
            <a:cxnLst>
              <a:cxn ang="0">
                <a:pos x="T0" y="T1"/>
              </a:cxn>
              <a:cxn ang="0">
                <a:pos x="T2" y="T3"/>
              </a:cxn>
              <a:cxn ang="0">
                <a:pos x="T4" y="T5"/>
              </a:cxn>
              <a:cxn ang="0">
                <a:pos x="T6" y="T7"/>
              </a:cxn>
            </a:cxnLst>
            <a:rect l="0" t="0" r="r" b="b"/>
            <a:pathLst>
              <a:path w="155" h="110">
                <a:moveTo>
                  <a:pt x="0" y="110"/>
                </a:moveTo>
                <a:cubicBezTo>
                  <a:pt x="155" y="110"/>
                  <a:pt x="155" y="110"/>
                  <a:pt x="155" y="110"/>
                </a:cubicBezTo>
                <a:cubicBezTo>
                  <a:pt x="155" y="67"/>
                  <a:pt x="138" y="28"/>
                  <a:pt x="110" y="0"/>
                </a:cubicBezTo>
                <a:cubicBezTo>
                  <a:pt x="0" y="110"/>
                  <a:pt x="0" y="110"/>
                  <a:pt x="0" y="110"/>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7" name="Freeform 7"/>
          <p:cNvSpPr>
            <a:spLocks/>
          </p:cNvSpPr>
          <p:nvPr/>
        </p:nvSpPr>
        <p:spPr bwMode="auto">
          <a:xfrm>
            <a:off x="7070514" y="3179234"/>
            <a:ext cx="753533" cy="1064684"/>
          </a:xfrm>
          <a:custGeom>
            <a:avLst/>
            <a:gdLst>
              <a:gd name="T0" fmla="*/ 110 w 110"/>
              <a:gd name="T1" fmla="*/ 155 h 155"/>
              <a:gd name="T2" fmla="*/ 110 w 110"/>
              <a:gd name="T3" fmla="*/ 0 h 155"/>
              <a:gd name="T4" fmla="*/ 0 w 110"/>
              <a:gd name="T5" fmla="*/ 45 h 155"/>
              <a:gd name="T6" fmla="*/ 110 w 110"/>
              <a:gd name="T7" fmla="*/ 155 h 155"/>
            </a:gdLst>
            <a:ahLst/>
            <a:cxnLst>
              <a:cxn ang="0">
                <a:pos x="T0" y="T1"/>
              </a:cxn>
              <a:cxn ang="0">
                <a:pos x="T2" y="T3"/>
              </a:cxn>
              <a:cxn ang="0">
                <a:pos x="T4" y="T5"/>
              </a:cxn>
              <a:cxn ang="0">
                <a:pos x="T6" y="T7"/>
              </a:cxn>
            </a:cxnLst>
            <a:rect l="0" t="0" r="r" b="b"/>
            <a:pathLst>
              <a:path w="110" h="155">
                <a:moveTo>
                  <a:pt x="110" y="155"/>
                </a:moveTo>
                <a:cubicBezTo>
                  <a:pt x="110" y="0"/>
                  <a:pt x="110" y="0"/>
                  <a:pt x="110" y="0"/>
                </a:cubicBezTo>
                <a:cubicBezTo>
                  <a:pt x="67" y="0"/>
                  <a:pt x="28" y="17"/>
                  <a:pt x="0" y="45"/>
                </a:cubicBezTo>
                <a:cubicBezTo>
                  <a:pt x="110" y="155"/>
                  <a:pt x="110" y="155"/>
                  <a:pt x="110" y="15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 name="Freeform 8"/>
          <p:cNvSpPr>
            <a:spLocks/>
          </p:cNvSpPr>
          <p:nvPr/>
        </p:nvSpPr>
        <p:spPr bwMode="auto">
          <a:xfrm>
            <a:off x="7824047" y="3179234"/>
            <a:ext cx="755651" cy="1064684"/>
          </a:xfrm>
          <a:custGeom>
            <a:avLst/>
            <a:gdLst>
              <a:gd name="T0" fmla="*/ 110 w 110"/>
              <a:gd name="T1" fmla="*/ 45 h 155"/>
              <a:gd name="T2" fmla="*/ 0 w 110"/>
              <a:gd name="T3" fmla="*/ 0 h 155"/>
              <a:gd name="T4" fmla="*/ 0 w 110"/>
              <a:gd name="T5" fmla="*/ 0 h 155"/>
              <a:gd name="T6" fmla="*/ 0 w 110"/>
              <a:gd name="T7" fmla="*/ 155 h 155"/>
              <a:gd name="T8" fmla="*/ 110 w 110"/>
              <a:gd name="T9" fmla="*/ 45 h 155"/>
            </a:gdLst>
            <a:ahLst/>
            <a:cxnLst>
              <a:cxn ang="0">
                <a:pos x="T0" y="T1"/>
              </a:cxn>
              <a:cxn ang="0">
                <a:pos x="T2" y="T3"/>
              </a:cxn>
              <a:cxn ang="0">
                <a:pos x="T4" y="T5"/>
              </a:cxn>
              <a:cxn ang="0">
                <a:pos x="T6" y="T7"/>
              </a:cxn>
              <a:cxn ang="0">
                <a:pos x="T8" y="T9"/>
              </a:cxn>
            </a:cxnLst>
            <a:rect l="0" t="0" r="r" b="b"/>
            <a:pathLst>
              <a:path w="110" h="155">
                <a:moveTo>
                  <a:pt x="110" y="45"/>
                </a:moveTo>
                <a:cubicBezTo>
                  <a:pt x="82" y="17"/>
                  <a:pt x="43" y="0"/>
                  <a:pt x="0" y="0"/>
                </a:cubicBezTo>
                <a:cubicBezTo>
                  <a:pt x="0" y="0"/>
                  <a:pt x="0" y="0"/>
                  <a:pt x="0" y="0"/>
                </a:cubicBezTo>
                <a:cubicBezTo>
                  <a:pt x="0" y="155"/>
                  <a:pt x="0" y="155"/>
                  <a:pt x="0" y="155"/>
                </a:cubicBezTo>
                <a:lnTo>
                  <a:pt x="110" y="45"/>
                </a:ln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 name="Freeform 9"/>
          <p:cNvSpPr>
            <a:spLocks/>
          </p:cNvSpPr>
          <p:nvPr/>
        </p:nvSpPr>
        <p:spPr bwMode="auto">
          <a:xfrm>
            <a:off x="7824047" y="4243918"/>
            <a:ext cx="755651" cy="1073151"/>
          </a:xfrm>
          <a:custGeom>
            <a:avLst/>
            <a:gdLst>
              <a:gd name="T0" fmla="*/ 0 w 110"/>
              <a:gd name="T1" fmla="*/ 156 h 156"/>
              <a:gd name="T2" fmla="*/ 0 w 110"/>
              <a:gd name="T3" fmla="*/ 156 h 156"/>
              <a:gd name="T4" fmla="*/ 110 w 110"/>
              <a:gd name="T5" fmla="*/ 110 h 156"/>
              <a:gd name="T6" fmla="*/ 0 w 110"/>
              <a:gd name="T7" fmla="*/ 0 h 156"/>
              <a:gd name="T8" fmla="*/ 0 w 110"/>
              <a:gd name="T9" fmla="*/ 156 h 156"/>
            </a:gdLst>
            <a:ahLst/>
            <a:cxnLst>
              <a:cxn ang="0">
                <a:pos x="T0" y="T1"/>
              </a:cxn>
              <a:cxn ang="0">
                <a:pos x="T2" y="T3"/>
              </a:cxn>
              <a:cxn ang="0">
                <a:pos x="T4" y="T5"/>
              </a:cxn>
              <a:cxn ang="0">
                <a:pos x="T6" y="T7"/>
              </a:cxn>
              <a:cxn ang="0">
                <a:pos x="T8" y="T9"/>
              </a:cxn>
            </a:cxnLst>
            <a:rect l="0" t="0" r="r" b="b"/>
            <a:pathLst>
              <a:path w="110" h="156">
                <a:moveTo>
                  <a:pt x="0" y="156"/>
                </a:moveTo>
                <a:cubicBezTo>
                  <a:pt x="0" y="156"/>
                  <a:pt x="0" y="156"/>
                  <a:pt x="0" y="156"/>
                </a:cubicBezTo>
                <a:cubicBezTo>
                  <a:pt x="43" y="156"/>
                  <a:pt x="82" y="138"/>
                  <a:pt x="110" y="110"/>
                </a:cubicBezTo>
                <a:cubicBezTo>
                  <a:pt x="0" y="0"/>
                  <a:pt x="0" y="0"/>
                  <a:pt x="0" y="0"/>
                </a:cubicBezTo>
                <a:lnTo>
                  <a:pt x="0" y="156"/>
                </a:lnTo>
                <a:close/>
              </a:path>
            </a:pathLst>
          </a:custGeom>
          <a:solidFill>
            <a:schemeClr val="accent3"/>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 name="Freeform 10"/>
          <p:cNvSpPr>
            <a:spLocks/>
          </p:cNvSpPr>
          <p:nvPr/>
        </p:nvSpPr>
        <p:spPr bwMode="auto">
          <a:xfrm>
            <a:off x="7824047" y="4243918"/>
            <a:ext cx="1064684" cy="757767"/>
          </a:xfrm>
          <a:custGeom>
            <a:avLst/>
            <a:gdLst>
              <a:gd name="T0" fmla="*/ 155 w 155"/>
              <a:gd name="T1" fmla="*/ 0 h 110"/>
              <a:gd name="T2" fmla="*/ 155 w 155"/>
              <a:gd name="T3" fmla="*/ 0 h 110"/>
              <a:gd name="T4" fmla="*/ 0 w 155"/>
              <a:gd name="T5" fmla="*/ 0 h 110"/>
              <a:gd name="T6" fmla="*/ 0 w 155"/>
              <a:gd name="T7" fmla="*/ 0 h 110"/>
              <a:gd name="T8" fmla="*/ 110 w 155"/>
              <a:gd name="T9" fmla="*/ 110 h 110"/>
              <a:gd name="T10" fmla="*/ 155 w 155"/>
              <a:gd name="T11" fmla="*/ 0 h 110"/>
            </a:gdLst>
            <a:ahLst/>
            <a:cxnLst>
              <a:cxn ang="0">
                <a:pos x="T0" y="T1"/>
              </a:cxn>
              <a:cxn ang="0">
                <a:pos x="T2" y="T3"/>
              </a:cxn>
              <a:cxn ang="0">
                <a:pos x="T4" y="T5"/>
              </a:cxn>
              <a:cxn ang="0">
                <a:pos x="T6" y="T7"/>
              </a:cxn>
              <a:cxn ang="0">
                <a:pos x="T8" y="T9"/>
              </a:cxn>
              <a:cxn ang="0">
                <a:pos x="T10" y="T11"/>
              </a:cxn>
            </a:cxnLst>
            <a:rect l="0" t="0" r="r" b="b"/>
            <a:pathLst>
              <a:path w="155" h="110">
                <a:moveTo>
                  <a:pt x="155" y="0"/>
                </a:moveTo>
                <a:cubicBezTo>
                  <a:pt x="155" y="0"/>
                  <a:pt x="155" y="0"/>
                  <a:pt x="155" y="0"/>
                </a:cubicBezTo>
                <a:cubicBezTo>
                  <a:pt x="0" y="0"/>
                  <a:pt x="0" y="0"/>
                  <a:pt x="0" y="0"/>
                </a:cubicBezTo>
                <a:cubicBezTo>
                  <a:pt x="0" y="0"/>
                  <a:pt x="0" y="0"/>
                  <a:pt x="0" y="0"/>
                </a:cubicBezTo>
                <a:cubicBezTo>
                  <a:pt x="110" y="110"/>
                  <a:pt x="110" y="110"/>
                  <a:pt x="110" y="110"/>
                </a:cubicBezTo>
                <a:cubicBezTo>
                  <a:pt x="138" y="82"/>
                  <a:pt x="155" y="43"/>
                  <a:pt x="155" y="0"/>
                </a:cubicBezTo>
                <a:close/>
              </a:path>
            </a:pathLst>
          </a:custGeom>
          <a:solidFill>
            <a:schemeClr val="accent6"/>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1" name="Freeform 11"/>
          <p:cNvSpPr>
            <a:spLocks/>
          </p:cNvSpPr>
          <p:nvPr/>
        </p:nvSpPr>
        <p:spPr bwMode="auto">
          <a:xfrm>
            <a:off x="7070514" y="4243918"/>
            <a:ext cx="753533" cy="1073151"/>
          </a:xfrm>
          <a:custGeom>
            <a:avLst/>
            <a:gdLst>
              <a:gd name="T0" fmla="*/ 110 w 110"/>
              <a:gd name="T1" fmla="*/ 0 h 156"/>
              <a:gd name="T2" fmla="*/ 0 w 110"/>
              <a:gd name="T3" fmla="*/ 110 h 156"/>
              <a:gd name="T4" fmla="*/ 110 w 110"/>
              <a:gd name="T5" fmla="*/ 156 h 156"/>
              <a:gd name="T6" fmla="*/ 110 w 110"/>
              <a:gd name="T7" fmla="*/ 0 h 156"/>
            </a:gdLst>
            <a:ahLst/>
            <a:cxnLst>
              <a:cxn ang="0">
                <a:pos x="T0" y="T1"/>
              </a:cxn>
              <a:cxn ang="0">
                <a:pos x="T2" y="T3"/>
              </a:cxn>
              <a:cxn ang="0">
                <a:pos x="T4" y="T5"/>
              </a:cxn>
              <a:cxn ang="0">
                <a:pos x="T6" y="T7"/>
              </a:cxn>
            </a:cxnLst>
            <a:rect l="0" t="0" r="r" b="b"/>
            <a:pathLst>
              <a:path w="110" h="156">
                <a:moveTo>
                  <a:pt x="110" y="0"/>
                </a:moveTo>
                <a:cubicBezTo>
                  <a:pt x="0" y="110"/>
                  <a:pt x="0" y="110"/>
                  <a:pt x="0" y="110"/>
                </a:cubicBezTo>
                <a:cubicBezTo>
                  <a:pt x="28" y="138"/>
                  <a:pt x="67" y="156"/>
                  <a:pt x="110" y="156"/>
                </a:cubicBezTo>
                <a:cubicBezTo>
                  <a:pt x="110" y="0"/>
                  <a:pt x="110" y="0"/>
                  <a:pt x="110" y="0"/>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2" name="Freeform 12"/>
          <p:cNvSpPr>
            <a:spLocks/>
          </p:cNvSpPr>
          <p:nvPr/>
        </p:nvSpPr>
        <p:spPr bwMode="auto">
          <a:xfrm>
            <a:off x="6755131" y="3488267"/>
            <a:ext cx="1068917" cy="755651"/>
          </a:xfrm>
          <a:custGeom>
            <a:avLst/>
            <a:gdLst>
              <a:gd name="T0" fmla="*/ 46 w 156"/>
              <a:gd name="T1" fmla="*/ 0 h 110"/>
              <a:gd name="T2" fmla="*/ 0 w 156"/>
              <a:gd name="T3" fmla="*/ 110 h 110"/>
              <a:gd name="T4" fmla="*/ 156 w 156"/>
              <a:gd name="T5" fmla="*/ 110 h 110"/>
              <a:gd name="T6" fmla="*/ 46 w 156"/>
              <a:gd name="T7" fmla="*/ 0 h 110"/>
            </a:gdLst>
            <a:ahLst/>
            <a:cxnLst>
              <a:cxn ang="0">
                <a:pos x="T0" y="T1"/>
              </a:cxn>
              <a:cxn ang="0">
                <a:pos x="T2" y="T3"/>
              </a:cxn>
              <a:cxn ang="0">
                <a:pos x="T4" y="T5"/>
              </a:cxn>
              <a:cxn ang="0">
                <a:pos x="T6" y="T7"/>
              </a:cxn>
            </a:cxnLst>
            <a:rect l="0" t="0" r="r" b="b"/>
            <a:pathLst>
              <a:path w="156" h="110">
                <a:moveTo>
                  <a:pt x="46" y="0"/>
                </a:moveTo>
                <a:cubicBezTo>
                  <a:pt x="18" y="28"/>
                  <a:pt x="0" y="67"/>
                  <a:pt x="0" y="110"/>
                </a:cubicBezTo>
                <a:cubicBezTo>
                  <a:pt x="156" y="110"/>
                  <a:pt x="156" y="110"/>
                  <a:pt x="156" y="110"/>
                </a:cubicBezTo>
                <a:lnTo>
                  <a:pt x="46" y="0"/>
                </a:lnTo>
                <a:close/>
              </a:path>
            </a:pathLst>
          </a:custGeom>
          <a:solidFill>
            <a:schemeClr val="accent3"/>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3" name="Freeform 13"/>
          <p:cNvSpPr>
            <a:spLocks/>
          </p:cNvSpPr>
          <p:nvPr/>
        </p:nvSpPr>
        <p:spPr bwMode="auto">
          <a:xfrm>
            <a:off x="6755131" y="4243918"/>
            <a:ext cx="1068917" cy="757767"/>
          </a:xfrm>
          <a:custGeom>
            <a:avLst/>
            <a:gdLst>
              <a:gd name="T0" fmla="*/ 0 w 156"/>
              <a:gd name="T1" fmla="*/ 0 h 110"/>
              <a:gd name="T2" fmla="*/ 0 w 156"/>
              <a:gd name="T3" fmla="*/ 0 h 110"/>
              <a:gd name="T4" fmla="*/ 46 w 156"/>
              <a:gd name="T5" fmla="*/ 110 h 110"/>
              <a:gd name="T6" fmla="*/ 156 w 156"/>
              <a:gd name="T7" fmla="*/ 0 h 110"/>
              <a:gd name="T8" fmla="*/ 0 w 156"/>
              <a:gd name="T9" fmla="*/ 0 h 110"/>
            </a:gdLst>
            <a:ahLst/>
            <a:cxnLst>
              <a:cxn ang="0">
                <a:pos x="T0" y="T1"/>
              </a:cxn>
              <a:cxn ang="0">
                <a:pos x="T2" y="T3"/>
              </a:cxn>
              <a:cxn ang="0">
                <a:pos x="T4" y="T5"/>
              </a:cxn>
              <a:cxn ang="0">
                <a:pos x="T6" y="T7"/>
              </a:cxn>
              <a:cxn ang="0">
                <a:pos x="T8" y="T9"/>
              </a:cxn>
            </a:cxnLst>
            <a:rect l="0" t="0" r="r" b="b"/>
            <a:pathLst>
              <a:path w="156" h="110">
                <a:moveTo>
                  <a:pt x="0" y="0"/>
                </a:moveTo>
                <a:cubicBezTo>
                  <a:pt x="0" y="0"/>
                  <a:pt x="0" y="0"/>
                  <a:pt x="0" y="0"/>
                </a:cubicBezTo>
                <a:cubicBezTo>
                  <a:pt x="0" y="43"/>
                  <a:pt x="18" y="82"/>
                  <a:pt x="46" y="110"/>
                </a:cubicBezTo>
                <a:cubicBezTo>
                  <a:pt x="156" y="0"/>
                  <a:pt x="156" y="0"/>
                  <a:pt x="156" y="0"/>
                </a:cubicBezTo>
                <a:lnTo>
                  <a:pt x="0" y="0"/>
                </a:lnTo>
                <a:close/>
              </a:path>
            </a:pathLst>
          </a:custGeom>
          <a:solidFill>
            <a:schemeClr val="accent4"/>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4" name="Oval 14"/>
          <p:cNvSpPr>
            <a:spLocks noChangeArrowheads="1"/>
          </p:cNvSpPr>
          <p:nvPr/>
        </p:nvSpPr>
        <p:spPr bwMode="auto">
          <a:xfrm>
            <a:off x="7474798" y="3894668"/>
            <a:ext cx="692151" cy="700617"/>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5" name="Freeform 15"/>
          <p:cNvSpPr>
            <a:spLocks/>
          </p:cNvSpPr>
          <p:nvPr/>
        </p:nvSpPr>
        <p:spPr bwMode="auto">
          <a:xfrm>
            <a:off x="4551681" y="3488267"/>
            <a:ext cx="1064684" cy="755651"/>
          </a:xfrm>
          <a:custGeom>
            <a:avLst/>
            <a:gdLst>
              <a:gd name="T0" fmla="*/ 0 w 155"/>
              <a:gd name="T1" fmla="*/ 110 h 110"/>
              <a:gd name="T2" fmla="*/ 155 w 155"/>
              <a:gd name="T3" fmla="*/ 110 h 110"/>
              <a:gd name="T4" fmla="*/ 110 w 155"/>
              <a:gd name="T5" fmla="*/ 0 h 110"/>
              <a:gd name="T6" fmla="*/ 0 w 155"/>
              <a:gd name="T7" fmla="*/ 110 h 110"/>
            </a:gdLst>
            <a:ahLst/>
            <a:cxnLst>
              <a:cxn ang="0">
                <a:pos x="T0" y="T1"/>
              </a:cxn>
              <a:cxn ang="0">
                <a:pos x="T2" y="T3"/>
              </a:cxn>
              <a:cxn ang="0">
                <a:pos x="T4" y="T5"/>
              </a:cxn>
              <a:cxn ang="0">
                <a:pos x="T6" y="T7"/>
              </a:cxn>
            </a:cxnLst>
            <a:rect l="0" t="0" r="r" b="b"/>
            <a:pathLst>
              <a:path w="155" h="110">
                <a:moveTo>
                  <a:pt x="0" y="110"/>
                </a:moveTo>
                <a:cubicBezTo>
                  <a:pt x="155" y="110"/>
                  <a:pt x="155" y="110"/>
                  <a:pt x="155" y="110"/>
                </a:cubicBezTo>
                <a:cubicBezTo>
                  <a:pt x="155" y="67"/>
                  <a:pt x="138" y="28"/>
                  <a:pt x="110" y="0"/>
                </a:cubicBezTo>
                <a:cubicBezTo>
                  <a:pt x="0" y="110"/>
                  <a:pt x="0" y="110"/>
                  <a:pt x="0" y="110"/>
                </a:cubicBezTo>
                <a:close/>
              </a:path>
            </a:pathLst>
          </a:custGeom>
          <a:solidFill>
            <a:schemeClr val="accent1"/>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6" name="Rectangle 16"/>
          <p:cNvSpPr>
            <a:spLocks noChangeArrowheads="1"/>
          </p:cNvSpPr>
          <p:nvPr/>
        </p:nvSpPr>
        <p:spPr bwMode="auto">
          <a:xfrm>
            <a:off x="4551680" y="4243918"/>
            <a:ext cx="2117" cy="2117"/>
          </a:xfrm>
          <a:prstGeom prst="rect">
            <a:avLst/>
          </a:prstGeom>
          <a:solidFill>
            <a:srgbClr val="FFFFFF"/>
          </a:solidFill>
          <a:ln w="20638" cap="flat">
            <a:solidFill>
              <a:srgbClr val="000000"/>
            </a:solidFill>
            <a:prstDash val="solid"/>
            <a:miter lim="800000"/>
            <a:headEnd/>
            <a:tailEnd/>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7" name="Rectangle 17"/>
          <p:cNvSpPr>
            <a:spLocks noChangeArrowheads="1"/>
          </p:cNvSpPr>
          <p:nvPr/>
        </p:nvSpPr>
        <p:spPr bwMode="auto">
          <a:xfrm>
            <a:off x="4551680" y="4243918"/>
            <a:ext cx="2117" cy="2117"/>
          </a:xfrm>
          <a:prstGeom prst="rect">
            <a:avLst/>
          </a:prstGeom>
          <a:solidFill>
            <a:srgbClr val="FFFFFF"/>
          </a:solidFill>
          <a:ln w="20638" cap="flat">
            <a:solidFill>
              <a:srgbClr val="000000"/>
            </a:solidFill>
            <a:prstDash val="solid"/>
            <a:miter lim="800000"/>
            <a:headEnd/>
            <a:tailEnd/>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8" name="Freeform 18"/>
          <p:cNvSpPr>
            <a:spLocks/>
          </p:cNvSpPr>
          <p:nvPr/>
        </p:nvSpPr>
        <p:spPr bwMode="auto">
          <a:xfrm>
            <a:off x="3798147" y="3179234"/>
            <a:ext cx="753533" cy="1064684"/>
          </a:xfrm>
          <a:custGeom>
            <a:avLst/>
            <a:gdLst>
              <a:gd name="T0" fmla="*/ 110 w 110"/>
              <a:gd name="T1" fmla="*/ 155 h 155"/>
              <a:gd name="T2" fmla="*/ 110 w 110"/>
              <a:gd name="T3" fmla="*/ 0 h 155"/>
              <a:gd name="T4" fmla="*/ 0 w 110"/>
              <a:gd name="T5" fmla="*/ 45 h 155"/>
              <a:gd name="T6" fmla="*/ 110 w 110"/>
              <a:gd name="T7" fmla="*/ 155 h 155"/>
            </a:gdLst>
            <a:ahLst/>
            <a:cxnLst>
              <a:cxn ang="0">
                <a:pos x="T0" y="T1"/>
              </a:cxn>
              <a:cxn ang="0">
                <a:pos x="T2" y="T3"/>
              </a:cxn>
              <a:cxn ang="0">
                <a:pos x="T4" y="T5"/>
              </a:cxn>
              <a:cxn ang="0">
                <a:pos x="T6" y="T7"/>
              </a:cxn>
            </a:cxnLst>
            <a:rect l="0" t="0" r="r" b="b"/>
            <a:pathLst>
              <a:path w="110" h="155">
                <a:moveTo>
                  <a:pt x="110" y="155"/>
                </a:moveTo>
                <a:cubicBezTo>
                  <a:pt x="110" y="0"/>
                  <a:pt x="110" y="0"/>
                  <a:pt x="110" y="0"/>
                </a:cubicBezTo>
                <a:cubicBezTo>
                  <a:pt x="67" y="0"/>
                  <a:pt x="28" y="17"/>
                  <a:pt x="0" y="45"/>
                </a:cubicBezTo>
                <a:cubicBezTo>
                  <a:pt x="110" y="155"/>
                  <a:pt x="110" y="155"/>
                  <a:pt x="110" y="155"/>
                </a:cubicBezTo>
                <a:close/>
              </a:path>
            </a:pathLst>
          </a:custGeom>
          <a:solidFill>
            <a:schemeClr val="accent1"/>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9" name="Freeform 19"/>
          <p:cNvSpPr>
            <a:spLocks/>
          </p:cNvSpPr>
          <p:nvPr/>
        </p:nvSpPr>
        <p:spPr bwMode="auto">
          <a:xfrm>
            <a:off x="4551680" y="3179234"/>
            <a:ext cx="755651" cy="1064684"/>
          </a:xfrm>
          <a:custGeom>
            <a:avLst/>
            <a:gdLst>
              <a:gd name="T0" fmla="*/ 110 w 110"/>
              <a:gd name="T1" fmla="*/ 45 h 155"/>
              <a:gd name="T2" fmla="*/ 0 w 110"/>
              <a:gd name="T3" fmla="*/ 0 h 155"/>
              <a:gd name="T4" fmla="*/ 0 w 110"/>
              <a:gd name="T5" fmla="*/ 0 h 155"/>
              <a:gd name="T6" fmla="*/ 0 w 110"/>
              <a:gd name="T7" fmla="*/ 155 h 155"/>
              <a:gd name="T8" fmla="*/ 110 w 110"/>
              <a:gd name="T9" fmla="*/ 45 h 155"/>
            </a:gdLst>
            <a:ahLst/>
            <a:cxnLst>
              <a:cxn ang="0">
                <a:pos x="T0" y="T1"/>
              </a:cxn>
              <a:cxn ang="0">
                <a:pos x="T2" y="T3"/>
              </a:cxn>
              <a:cxn ang="0">
                <a:pos x="T4" y="T5"/>
              </a:cxn>
              <a:cxn ang="0">
                <a:pos x="T6" y="T7"/>
              </a:cxn>
              <a:cxn ang="0">
                <a:pos x="T8" y="T9"/>
              </a:cxn>
            </a:cxnLst>
            <a:rect l="0" t="0" r="r" b="b"/>
            <a:pathLst>
              <a:path w="110" h="155">
                <a:moveTo>
                  <a:pt x="110" y="45"/>
                </a:moveTo>
                <a:cubicBezTo>
                  <a:pt x="82" y="17"/>
                  <a:pt x="43" y="0"/>
                  <a:pt x="0" y="0"/>
                </a:cubicBezTo>
                <a:cubicBezTo>
                  <a:pt x="0" y="0"/>
                  <a:pt x="0" y="0"/>
                  <a:pt x="0" y="0"/>
                </a:cubicBezTo>
                <a:cubicBezTo>
                  <a:pt x="0" y="155"/>
                  <a:pt x="0" y="155"/>
                  <a:pt x="0" y="155"/>
                </a:cubicBezTo>
                <a:lnTo>
                  <a:pt x="110" y="45"/>
                </a:lnTo>
                <a:close/>
              </a:path>
            </a:pathLst>
          </a:custGeom>
          <a:solidFill>
            <a:schemeClr val="accent1"/>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0" name="Freeform 20"/>
          <p:cNvSpPr>
            <a:spLocks/>
          </p:cNvSpPr>
          <p:nvPr/>
        </p:nvSpPr>
        <p:spPr bwMode="auto">
          <a:xfrm>
            <a:off x="4551680" y="4243918"/>
            <a:ext cx="755651" cy="1073151"/>
          </a:xfrm>
          <a:custGeom>
            <a:avLst/>
            <a:gdLst>
              <a:gd name="T0" fmla="*/ 0 w 110"/>
              <a:gd name="T1" fmla="*/ 156 h 156"/>
              <a:gd name="T2" fmla="*/ 0 w 110"/>
              <a:gd name="T3" fmla="*/ 156 h 156"/>
              <a:gd name="T4" fmla="*/ 110 w 110"/>
              <a:gd name="T5" fmla="*/ 110 h 156"/>
              <a:gd name="T6" fmla="*/ 0 w 110"/>
              <a:gd name="T7" fmla="*/ 0 h 156"/>
              <a:gd name="T8" fmla="*/ 0 w 110"/>
              <a:gd name="T9" fmla="*/ 156 h 156"/>
            </a:gdLst>
            <a:ahLst/>
            <a:cxnLst>
              <a:cxn ang="0">
                <a:pos x="T0" y="T1"/>
              </a:cxn>
              <a:cxn ang="0">
                <a:pos x="T2" y="T3"/>
              </a:cxn>
              <a:cxn ang="0">
                <a:pos x="T4" y="T5"/>
              </a:cxn>
              <a:cxn ang="0">
                <a:pos x="T6" y="T7"/>
              </a:cxn>
              <a:cxn ang="0">
                <a:pos x="T8" y="T9"/>
              </a:cxn>
            </a:cxnLst>
            <a:rect l="0" t="0" r="r" b="b"/>
            <a:pathLst>
              <a:path w="110" h="156">
                <a:moveTo>
                  <a:pt x="0" y="156"/>
                </a:moveTo>
                <a:cubicBezTo>
                  <a:pt x="0" y="156"/>
                  <a:pt x="0" y="156"/>
                  <a:pt x="0" y="156"/>
                </a:cubicBezTo>
                <a:cubicBezTo>
                  <a:pt x="43" y="156"/>
                  <a:pt x="82" y="138"/>
                  <a:pt x="110" y="110"/>
                </a:cubicBezTo>
                <a:cubicBezTo>
                  <a:pt x="0" y="0"/>
                  <a:pt x="0" y="0"/>
                  <a:pt x="0" y="0"/>
                </a:cubicBezTo>
                <a:lnTo>
                  <a:pt x="0" y="156"/>
                </a:lnTo>
                <a:close/>
              </a:path>
            </a:pathLst>
          </a:custGeom>
          <a:solidFill>
            <a:schemeClr val="tx2"/>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1" name="Freeform 21"/>
          <p:cNvSpPr>
            <a:spLocks/>
          </p:cNvSpPr>
          <p:nvPr/>
        </p:nvSpPr>
        <p:spPr bwMode="auto">
          <a:xfrm>
            <a:off x="4551681" y="4243918"/>
            <a:ext cx="1064684" cy="757767"/>
          </a:xfrm>
          <a:custGeom>
            <a:avLst/>
            <a:gdLst>
              <a:gd name="T0" fmla="*/ 155 w 155"/>
              <a:gd name="T1" fmla="*/ 0 h 110"/>
              <a:gd name="T2" fmla="*/ 155 w 155"/>
              <a:gd name="T3" fmla="*/ 0 h 110"/>
              <a:gd name="T4" fmla="*/ 0 w 155"/>
              <a:gd name="T5" fmla="*/ 0 h 110"/>
              <a:gd name="T6" fmla="*/ 0 w 155"/>
              <a:gd name="T7" fmla="*/ 0 h 110"/>
              <a:gd name="T8" fmla="*/ 110 w 155"/>
              <a:gd name="T9" fmla="*/ 110 h 110"/>
              <a:gd name="T10" fmla="*/ 155 w 155"/>
              <a:gd name="T11" fmla="*/ 0 h 110"/>
            </a:gdLst>
            <a:ahLst/>
            <a:cxnLst>
              <a:cxn ang="0">
                <a:pos x="T0" y="T1"/>
              </a:cxn>
              <a:cxn ang="0">
                <a:pos x="T2" y="T3"/>
              </a:cxn>
              <a:cxn ang="0">
                <a:pos x="T4" y="T5"/>
              </a:cxn>
              <a:cxn ang="0">
                <a:pos x="T6" y="T7"/>
              </a:cxn>
              <a:cxn ang="0">
                <a:pos x="T8" y="T9"/>
              </a:cxn>
              <a:cxn ang="0">
                <a:pos x="T10" y="T11"/>
              </a:cxn>
            </a:cxnLst>
            <a:rect l="0" t="0" r="r" b="b"/>
            <a:pathLst>
              <a:path w="155" h="110">
                <a:moveTo>
                  <a:pt x="155" y="0"/>
                </a:moveTo>
                <a:cubicBezTo>
                  <a:pt x="155" y="0"/>
                  <a:pt x="155" y="0"/>
                  <a:pt x="155" y="0"/>
                </a:cubicBezTo>
                <a:cubicBezTo>
                  <a:pt x="0" y="0"/>
                  <a:pt x="0" y="0"/>
                  <a:pt x="0" y="0"/>
                </a:cubicBezTo>
                <a:cubicBezTo>
                  <a:pt x="0" y="0"/>
                  <a:pt x="0" y="0"/>
                  <a:pt x="0" y="0"/>
                </a:cubicBezTo>
                <a:cubicBezTo>
                  <a:pt x="110" y="110"/>
                  <a:pt x="110" y="110"/>
                  <a:pt x="110" y="110"/>
                </a:cubicBezTo>
                <a:cubicBezTo>
                  <a:pt x="138" y="82"/>
                  <a:pt x="155" y="43"/>
                  <a:pt x="155" y="0"/>
                </a:cubicBezTo>
                <a:close/>
              </a:path>
            </a:pathLst>
          </a:custGeom>
          <a:solidFill>
            <a:schemeClr val="accent2"/>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2" name="Freeform 22"/>
          <p:cNvSpPr>
            <a:spLocks/>
          </p:cNvSpPr>
          <p:nvPr/>
        </p:nvSpPr>
        <p:spPr bwMode="auto">
          <a:xfrm>
            <a:off x="3798147" y="4243918"/>
            <a:ext cx="753533" cy="1073151"/>
          </a:xfrm>
          <a:custGeom>
            <a:avLst/>
            <a:gdLst>
              <a:gd name="T0" fmla="*/ 110 w 110"/>
              <a:gd name="T1" fmla="*/ 0 h 156"/>
              <a:gd name="T2" fmla="*/ 0 w 110"/>
              <a:gd name="T3" fmla="*/ 110 h 156"/>
              <a:gd name="T4" fmla="*/ 110 w 110"/>
              <a:gd name="T5" fmla="*/ 156 h 156"/>
              <a:gd name="T6" fmla="*/ 110 w 110"/>
              <a:gd name="T7" fmla="*/ 0 h 156"/>
            </a:gdLst>
            <a:ahLst/>
            <a:cxnLst>
              <a:cxn ang="0">
                <a:pos x="T0" y="T1"/>
              </a:cxn>
              <a:cxn ang="0">
                <a:pos x="T2" y="T3"/>
              </a:cxn>
              <a:cxn ang="0">
                <a:pos x="T4" y="T5"/>
              </a:cxn>
              <a:cxn ang="0">
                <a:pos x="T6" y="T7"/>
              </a:cxn>
            </a:cxnLst>
            <a:rect l="0" t="0" r="r" b="b"/>
            <a:pathLst>
              <a:path w="110" h="156">
                <a:moveTo>
                  <a:pt x="110" y="0"/>
                </a:moveTo>
                <a:cubicBezTo>
                  <a:pt x="0" y="110"/>
                  <a:pt x="0" y="110"/>
                  <a:pt x="0" y="110"/>
                </a:cubicBezTo>
                <a:cubicBezTo>
                  <a:pt x="28" y="138"/>
                  <a:pt x="67" y="156"/>
                  <a:pt x="110" y="156"/>
                </a:cubicBezTo>
                <a:cubicBezTo>
                  <a:pt x="110" y="0"/>
                  <a:pt x="110" y="0"/>
                  <a:pt x="110" y="0"/>
                </a:cubicBezTo>
                <a:close/>
              </a:path>
            </a:pathLst>
          </a:custGeom>
          <a:solidFill>
            <a:schemeClr val="bg2"/>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3" name="Freeform 23"/>
          <p:cNvSpPr>
            <a:spLocks/>
          </p:cNvSpPr>
          <p:nvPr/>
        </p:nvSpPr>
        <p:spPr bwMode="auto">
          <a:xfrm>
            <a:off x="3482764" y="3488267"/>
            <a:ext cx="1068917" cy="755651"/>
          </a:xfrm>
          <a:custGeom>
            <a:avLst/>
            <a:gdLst>
              <a:gd name="T0" fmla="*/ 46 w 156"/>
              <a:gd name="T1" fmla="*/ 0 h 110"/>
              <a:gd name="T2" fmla="*/ 0 w 156"/>
              <a:gd name="T3" fmla="*/ 110 h 110"/>
              <a:gd name="T4" fmla="*/ 156 w 156"/>
              <a:gd name="T5" fmla="*/ 110 h 110"/>
              <a:gd name="T6" fmla="*/ 46 w 156"/>
              <a:gd name="T7" fmla="*/ 0 h 110"/>
            </a:gdLst>
            <a:ahLst/>
            <a:cxnLst>
              <a:cxn ang="0">
                <a:pos x="T0" y="T1"/>
              </a:cxn>
              <a:cxn ang="0">
                <a:pos x="T2" y="T3"/>
              </a:cxn>
              <a:cxn ang="0">
                <a:pos x="T4" y="T5"/>
              </a:cxn>
              <a:cxn ang="0">
                <a:pos x="T6" y="T7"/>
              </a:cxn>
            </a:cxnLst>
            <a:rect l="0" t="0" r="r" b="b"/>
            <a:pathLst>
              <a:path w="156" h="110">
                <a:moveTo>
                  <a:pt x="46" y="0"/>
                </a:moveTo>
                <a:cubicBezTo>
                  <a:pt x="18" y="28"/>
                  <a:pt x="0" y="67"/>
                  <a:pt x="0" y="110"/>
                </a:cubicBezTo>
                <a:cubicBezTo>
                  <a:pt x="156" y="110"/>
                  <a:pt x="156" y="110"/>
                  <a:pt x="156" y="110"/>
                </a:cubicBezTo>
                <a:lnTo>
                  <a:pt x="46" y="0"/>
                </a:lnTo>
                <a:close/>
              </a:path>
            </a:pathLst>
          </a:custGeom>
          <a:solidFill>
            <a:schemeClr val="bg2"/>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4" name="Freeform 24"/>
          <p:cNvSpPr>
            <a:spLocks/>
          </p:cNvSpPr>
          <p:nvPr/>
        </p:nvSpPr>
        <p:spPr bwMode="auto">
          <a:xfrm>
            <a:off x="3482764" y="4243918"/>
            <a:ext cx="1068917" cy="757767"/>
          </a:xfrm>
          <a:custGeom>
            <a:avLst/>
            <a:gdLst>
              <a:gd name="T0" fmla="*/ 0 w 156"/>
              <a:gd name="T1" fmla="*/ 0 h 110"/>
              <a:gd name="T2" fmla="*/ 0 w 156"/>
              <a:gd name="T3" fmla="*/ 0 h 110"/>
              <a:gd name="T4" fmla="*/ 46 w 156"/>
              <a:gd name="T5" fmla="*/ 110 h 110"/>
              <a:gd name="T6" fmla="*/ 156 w 156"/>
              <a:gd name="T7" fmla="*/ 0 h 110"/>
              <a:gd name="T8" fmla="*/ 0 w 156"/>
              <a:gd name="T9" fmla="*/ 0 h 110"/>
            </a:gdLst>
            <a:ahLst/>
            <a:cxnLst>
              <a:cxn ang="0">
                <a:pos x="T0" y="T1"/>
              </a:cxn>
              <a:cxn ang="0">
                <a:pos x="T2" y="T3"/>
              </a:cxn>
              <a:cxn ang="0">
                <a:pos x="T4" y="T5"/>
              </a:cxn>
              <a:cxn ang="0">
                <a:pos x="T6" y="T7"/>
              </a:cxn>
              <a:cxn ang="0">
                <a:pos x="T8" y="T9"/>
              </a:cxn>
            </a:cxnLst>
            <a:rect l="0" t="0" r="r" b="b"/>
            <a:pathLst>
              <a:path w="156" h="110">
                <a:moveTo>
                  <a:pt x="0" y="0"/>
                </a:moveTo>
                <a:cubicBezTo>
                  <a:pt x="0" y="0"/>
                  <a:pt x="0" y="0"/>
                  <a:pt x="0" y="0"/>
                </a:cubicBezTo>
                <a:cubicBezTo>
                  <a:pt x="0" y="43"/>
                  <a:pt x="18" y="82"/>
                  <a:pt x="46" y="110"/>
                </a:cubicBezTo>
                <a:cubicBezTo>
                  <a:pt x="156" y="0"/>
                  <a:pt x="156" y="0"/>
                  <a:pt x="156" y="0"/>
                </a:cubicBezTo>
                <a:lnTo>
                  <a:pt x="0" y="0"/>
                </a:lnTo>
                <a:close/>
              </a:path>
            </a:pathLst>
          </a:custGeom>
          <a:solidFill>
            <a:schemeClr val="tx2"/>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5" name="Oval 25"/>
          <p:cNvSpPr>
            <a:spLocks noChangeArrowheads="1"/>
          </p:cNvSpPr>
          <p:nvPr/>
        </p:nvSpPr>
        <p:spPr bwMode="auto">
          <a:xfrm>
            <a:off x="4202431" y="3894668"/>
            <a:ext cx="692151" cy="700617"/>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57" name="组合 56"/>
          <p:cNvGrpSpPr/>
          <p:nvPr/>
        </p:nvGrpSpPr>
        <p:grpSpPr>
          <a:xfrm>
            <a:off x="3474297" y="1873252"/>
            <a:ext cx="5154083" cy="2935817"/>
            <a:chOff x="2497138" y="1481138"/>
            <a:chExt cx="3865562" cy="2201863"/>
          </a:xfrm>
        </p:grpSpPr>
        <p:grpSp>
          <p:nvGrpSpPr>
            <p:cNvPr id="55" name="组合 54"/>
            <p:cNvGrpSpPr/>
            <p:nvPr/>
          </p:nvGrpSpPr>
          <p:grpSpPr>
            <a:xfrm>
              <a:off x="2574925" y="2398713"/>
              <a:ext cx="153988" cy="293687"/>
              <a:chOff x="2574925" y="2398713"/>
              <a:chExt cx="153988" cy="293687"/>
            </a:xfrm>
          </p:grpSpPr>
          <p:sp>
            <p:nvSpPr>
              <p:cNvPr id="41" name="Oval 31"/>
              <p:cNvSpPr>
                <a:spLocks noChangeArrowheads="1"/>
              </p:cNvSpPr>
              <p:nvPr/>
            </p:nvSpPr>
            <p:spPr bwMode="auto">
              <a:xfrm>
                <a:off x="2574925" y="2398713"/>
                <a:ext cx="46038" cy="50800"/>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2" name="Oval 32"/>
              <p:cNvSpPr>
                <a:spLocks noChangeArrowheads="1"/>
              </p:cNvSpPr>
              <p:nvPr/>
            </p:nvSpPr>
            <p:spPr bwMode="auto">
              <a:xfrm>
                <a:off x="2620963" y="2460625"/>
                <a:ext cx="46038" cy="4603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3" name="Oval 33"/>
              <p:cNvSpPr>
                <a:spLocks noChangeArrowheads="1"/>
              </p:cNvSpPr>
              <p:nvPr/>
            </p:nvSpPr>
            <p:spPr bwMode="auto">
              <a:xfrm>
                <a:off x="2662238" y="2511425"/>
                <a:ext cx="66675" cy="68263"/>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4" name="Oval 34"/>
              <p:cNvSpPr>
                <a:spLocks noChangeArrowheads="1"/>
              </p:cNvSpPr>
              <p:nvPr/>
            </p:nvSpPr>
            <p:spPr bwMode="auto">
              <a:xfrm>
                <a:off x="2620963" y="2584450"/>
                <a:ext cx="46038" cy="4603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5" name="Oval 35"/>
              <p:cNvSpPr>
                <a:spLocks noChangeArrowheads="1"/>
              </p:cNvSpPr>
              <p:nvPr/>
            </p:nvSpPr>
            <p:spPr bwMode="auto">
              <a:xfrm>
                <a:off x="2574925" y="2641600"/>
                <a:ext cx="46038" cy="50800"/>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48" name="Freeform 154"/>
            <p:cNvSpPr>
              <a:spLocks noEditPoints="1"/>
            </p:cNvSpPr>
            <p:nvPr/>
          </p:nvSpPr>
          <p:spPr bwMode="auto">
            <a:xfrm>
              <a:off x="2667000" y="1481138"/>
              <a:ext cx="3190875" cy="2201863"/>
            </a:xfrm>
            <a:custGeom>
              <a:avLst/>
              <a:gdLst>
                <a:gd name="T0" fmla="*/ 515 w 620"/>
                <a:gd name="T1" fmla="*/ 75 h 427"/>
                <a:gd name="T2" fmla="*/ 522 w 620"/>
                <a:gd name="T3" fmla="*/ 43 h 427"/>
                <a:gd name="T4" fmla="*/ 547 w 620"/>
                <a:gd name="T5" fmla="*/ 26 h 427"/>
                <a:gd name="T6" fmla="*/ 557 w 620"/>
                <a:gd name="T7" fmla="*/ 17 h 427"/>
                <a:gd name="T8" fmla="*/ 478 w 620"/>
                <a:gd name="T9" fmla="*/ 0 h 427"/>
                <a:gd name="T10" fmla="*/ 471 w 620"/>
                <a:gd name="T11" fmla="*/ 14 h 427"/>
                <a:gd name="T12" fmla="*/ 463 w 620"/>
                <a:gd name="T13" fmla="*/ 21 h 427"/>
                <a:gd name="T14" fmla="*/ 515 w 620"/>
                <a:gd name="T15" fmla="*/ 29 h 427"/>
                <a:gd name="T16" fmla="*/ 500 w 620"/>
                <a:gd name="T17" fmla="*/ 81 h 427"/>
                <a:gd name="T18" fmla="*/ 278 w 620"/>
                <a:gd name="T19" fmla="*/ 159 h 427"/>
                <a:gd name="T20" fmla="*/ 261 w 620"/>
                <a:gd name="T21" fmla="*/ 93 h 427"/>
                <a:gd name="T22" fmla="*/ 324 w 620"/>
                <a:gd name="T23" fmla="*/ 73 h 427"/>
                <a:gd name="T24" fmla="*/ 248 w 620"/>
                <a:gd name="T25" fmla="*/ 54 h 427"/>
                <a:gd name="T26" fmla="*/ 192 w 620"/>
                <a:gd name="T27" fmla="*/ 70 h 427"/>
                <a:gd name="T28" fmla="*/ 217 w 620"/>
                <a:gd name="T29" fmla="*/ 89 h 427"/>
                <a:gd name="T30" fmla="*/ 241 w 620"/>
                <a:gd name="T31" fmla="*/ 99 h 427"/>
                <a:gd name="T32" fmla="*/ 257 w 620"/>
                <a:gd name="T33" fmla="*/ 174 h 427"/>
                <a:gd name="T34" fmla="*/ 224 w 620"/>
                <a:gd name="T35" fmla="*/ 158 h 427"/>
                <a:gd name="T36" fmla="*/ 12 w 620"/>
                <a:gd name="T37" fmla="*/ 157 h 427"/>
                <a:gd name="T38" fmla="*/ 8 w 620"/>
                <a:gd name="T39" fmla="*/ 188 h 427"/>
                <a:gd name="T40" fmla="*/ 97 w 620"/>
                <a:gd name="T41" fmla="*/ 343 h 427"/>
                <a:gd name="T42" fmla="*/ 120 w 620"/>
                <a:gd name="T43" fmla="*/ 370 h 427"/>
                <a:gd name="T44" fmla="*/ 327 w 620"/>
                <a:gd name="T45" fmla="*/ 416 h 427"/>
                <a:gd name="T46" fmla="*/ 334 w 620"/>
                <a:gd name="T47" fmla="*/ 418 h 427"/>
                <a:gd name="T48" fmla="*/ 336 w 620"/>
                <a:gd name="T49" fmla="*/ 417 h 427"/>
                <a:gd name="T50" fmla="*/ 394 w 620"/>
                <a:gd name="T51" fmla="*/ 409 h 427"/>
                <a:gd name="T52" fmla="*/ 399 w 620"/>
                <a:gd name="T53" fmla="*/ 427 h 427"/>
                <a:gd name="T54" fmla="*/ 409 w 620"/>
                <a:gd name="T55" fmla="*/ 386 h 427"/>
                <a:gd name="T56" fmla="*/ 383 w 620"/>
                <a:gd name="T57" fmla="*/ 382 h 427"/>
                <a:gd name="T58" fmla="*/ 371 w 620"/>
                <a:gd name="T59" fmla="*/ 333 h 427"/>
                <a:gd name="T60" fmla="*/ 588 w 620"/>
                <a:gd name="T61" fmla="*/ 328 h 427"/>
                <a:gd name="T62" fmla="*/ 601 w 620"/>
                <a:gd name="T63" fmla="*/ 362 h 427"/>
                <a:gd name="T64" fmla="*/ 602 w 620"/>
                <a:gd name="T65" fmla="*/ 323 h 427"/>
                <a:gd name="T66" fmla="*/ 144 w 620"/>
                <a:gd name="T67" fmla="*/ 323 h 427"/>
                <a:gd name="T68" fmla="*/ 315 w 620"/>
                <a:gd name="T69" fmla="*/ 323 h 427"/>
                <a:gd name="T70" fmla="*/ 151 w 620"/>
                <a:gd name="T71" fmla="*/ 339 h 427"/>
                <a:gd name="T72" fmla="*/ 325 w 620"/>
                <a:gd name="T73" fmla="*/ 350 h 427"/>
                <a:gd name="T74" fmla="*/ 324 w 620"/>
                <a:gd name="T75" fmla="*/ 347 h 427"/>
                <a:gd name="T76" fmla="*/ 340 w 620"/>
                <a:gd name="T77" fmla="*/ 344 h 427"/>
                <a:gd name="T78" fmla="*/ 340 w 620"/>
                <a:gd name="T79" fmla="*/ 346 h 427"/>
                <a:gd name="T80" fmla="*/ 221 w 620"/>
                <a:gd name="T81" fmla="*/ 89 h 427"/>
                <a:gd name="T82" fmla="*/ 234 w 620"/>
                <a:gd name="T83" fmla="*/ 96 h 427"/>
                <a:gd name="T84" fmla="*/ 231 w 620"/>
                <a:gd name="T85" fmla="*/ 100 h 427"/>
                <a:gd name="T86" fmla="*/ 150 w 620"/>
                <a:gd name="T87" fmla="*/ 316 h 427"/>
                <a:gd name="T88" fmla="*/ 315 w 620"/>
                <a:gd name="T89" fmla="*/ 319 h 427"/>
                <a:gd name="T90" fmla="*/ 251 w 620"/>
                <a:gd name="T91" fmla="*/ 180 h 427"/>
                <a:gd name="T92" fmla="*/ 129 w 620"/>
                <a:gd name="T93" fmla="*/ 316 h 427"/>
                <a:gd name="T94" fmla="*/ 132 w 620"/>
                <a:gd name="T95" fmla="*/ 165 h 427"/>
                <a:gd name="T96" fmla="*/ 9 w 620"/>
                <a:gd name="T97" fmla="*/ 170 h 427"/>
                <a:gd name="T98" fmla="*/ 124 w 620"/>
                <a:gd name="T99" fmla="*/ 165 h 427"/>
                <a:gd name="T100" fmla="*/ 110 w 620"/>
                <a:gd name="T101" fmla="*/ 320 h 427"/>
                <a:gd name="T102" fmla="*/ 9 w 620"/>
                <a:gd name="T103" fmla="*/ 170 h 427"/>
                <a:gd name="T104" fmla="*/ 149 w 620"/>
                <a:gd name="T105" fmla="*/ 354 h 427"/>
                <a:gd name="T106" fmla="*/ 286 w 620"/>
                <a:gd name="T107" fmla="*/ 367 h 427"/>
                <a:gd name="T108" fmla="*/ 132 w 620"/>
                <a:gd name="T109" fmla="*/ 369 h 427"/>
                <a:gd name="T110" fmla="*/ 312 w 620"/>
                <a:gd name="T111" fmla="*/ 367 h 427"/>
                <a:gd name="T112" fmla="*/ 332 w 620"/>
                <a:gd name="T113" fmla="*/ 366 h 427"/>
                <a:gd name="T114" fmla="*/ 336 w 620"/>
                <a:gd name="T115" fmla="*/ 391 h 427"/>
                <a:gd name="T116" fmla="*/ 349 w 620"/>
                <a:gd name="T117" fmla="*/ 359 h 427"/>
                <a:gd name="T118" fmla="*/ 359 w 620"/>
                <a:gd name="T119" fmla="*/ 366 h 427"/>
                <a:gd name="T120" fmla="*/ 336 w 620"/>
                <a:gd name="T121" fmla="*/ 318 h 427"/>
                <a:gd name="T122" fmla="*/ 282 w 620"/>
                <a:gd name="T123" fmla="*/ 173 h 427"/>
                <a:gd name="T124" fmla="*/ 519 w 620"/>
                <a:gd name="T125" fmla="*/ 135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20" h="427">
                  <a:moveTo>
                    <a:pt x="602" y="323"/>
                  </a:moveTo>
                  <a:cubicBezTo>
                    <a:pt x="515" y="75"/>
                    <a:pt x="515" y="75"/>
                    <a:pt x="515" y="75"/>
                  </a:cubicBezTo>
                  <a:cubicBezTo>
                    <a:pt x="514" y="75"/>
                    <a:pt x="514" y="74"/>
                    <a:pt x="514" y="74"/>
                  </a:cubicBezTo>
                  <a:cubicBezTo>
                    <a:pt x="513" y="72"/>
                    <a:pt x="504" y="57"/>
                    <a:pt x="522" y="43"/>
                  </a:cubicBezTo>
                  <a:cubicBezTo>
                    <a:pt x="531" y="36"/>
                    <a:pt x="538" y="32"/>
                    <a:pt x="542" y="29"/>
                  </a:cubicBezTo>
                  <a:cubicBezTo>
                    <a:pt x="544" y="29"/>
                    <a:pt x="546" y="28"/>
                    <a:pt x="547" y="26"/>
                  </a:cubicBezTo>
                  <a:cubicBezTo>
                    <a:pt x="549" y="25"/>
                    <a:pt x="550" y="25"/>
                    <a:pt x="551" y="25"/>
                  </a:cubicBezTo>
                  <a:cubicBezTo>
                    <a:pt x="554" y="24"/>
                    <a:pt x="557" y="21"/>
                    <a:pt x="557" y="17"/>
                  </a:cubicBezTo>
                  <a:cubicBezTo>
                    <a:pt x="557" y="13"/>
                    <a:pt x="554" y="10"/>
                    <a:pt x="550" y="9"/>
                  </a:cubicBezTo>
                  <a:cubicBezTo>
                    <a:pt x="478" y="0"/>
                    <a:pt x="478" y="0"/>
                    <a:pt x="478" y="0"/>
                  </a:cubicBezTo>
                  <a:cubicBezTo>
                    <a:pt x="473" y="0"/>
                    <a:pt x="470" y="3"/>
                    <a:pt x="469" y="7"/>
                  </a:cubicBezTo>
                  <a:cubicBezTo>
                    <a:pt x="469" y="10"/>
                    <a:pt x="470" y="12"/>
                    <a:pt x="471" y="14"/>
                  </a:cubicBezTo>
                  <a:cubicBezTo>
                    <a:pt x="471" y="14"/>
                    <a:pt x="471" y="14"/>
                    <a:pt x="471" y="14"/>
                  </a:cubicBezTo>
                  <a:cubicBezTo>
                    <a:pt x="467" y="14"/>
                    <a:pt x="463" y="17"/>
                    <a:pt x="463" y="21"/>
                  </a:cubicBezTo>
                  <a:cubicBezTo>
                    <a:pt x="463" y="26"/>
                    <a:pt x="467" y="29"/>
                    <a:pt x="471" y="29"/>
                  </a:cubicBezTo>
                  <a:cubicBezTo>
                    <a:pt x="515" y="29"/>
                    <a:pt x="515" y="29"/>
                    <a:pt x="515" y="29"/>
                  </a:cubicBezTo>
                  <a:cubicBezTo>
                    <a:pt x="514" y="30"/>
                    <a:pt x="513" y="31"/>
                    <a:pt x="513" y="31"/>
                  </a:cubicBezTo>
                  <a:cubicBezTo>
                    <a:pt x="490" y="49"/>
                    <a:pt x="494" y="71"/>
                    <a:pt x="500" y="81"/>
                  </a:cubicBezTo>
                  <a:cubicBezTo>
                    <a:pt x="506" y="99"/>
                    <a:pt x="506" y="99"/>
                    <a:pt x="506" y="99"/>
                  </a:cubicBezTo>
                  <a:cubicBezTo>
                    <a:pt x="278" y="159"/>
                    <a:pt x="278" y="159"/>
                    <a:pt x="278" y="159"/>
                  </a:cubicBezTo>
                  <a:cubicBezTo>
                    <a:pt x="256" y="95"/>
                    <a:pt x="256" y="95"/>
                    <a:pt x="256" y="95"/>
                  </a:cubicBezTo>
                  <a:cubicBezTo>
                    <a:pt x="258" y="94"/>
                    <a:pt x="260" y="94"/>
                    <a:pt x="261" y="93"/>
                  </a:cubicBezTo>
                  <a:cubicBezTo>
                    <a:pt x="269" y="89"/>
                    <a:pt x="293" y="74"/>
                    <a:pt x="300" y="75"/>
                  </a:cubicBezTo>
                  <a:cubicBezTo>
                    <a:pt x="308" y="77"/>
                    <a:pt x="324" y="73"/>
                    <a:pt x="324" y="73"/>
                  </a:cubicBezTo>
                  <a:cubicBezTo>
                    <a:pt x="324" y="73"/>
                    <a:pt x="323" y="56"/>
                    <a:pt x="309" y="55"/>
                  </a:cubicBezTo>
                  <a:cubicBezTo>
                    <a:pt x="295" y="54"/>
                    <a:pt x="258" y="56"/>
                    <a:pt x="248" y="54"/>
                  </a:cubicBezTo>
                  <a:cubicBezTo>
                    <a:pt x="238" y="51"/>
                    <a:pt x="220" y="46"/>
                    <a:pt x="208" y="50"/>
                  </a:cubicBezTo>
                  <a:cubicBezTo>
                    <a:pt x="195" y="54"/>
                    <a:pt x="185" y="63"/>
                    <a:pt x="192" y="70"/>
                  </a:cubicBezTo>
                  <a:cubicBezTo>
                    <a:pt x="196" y="74"/>
                    <a:pt x="207" y="81"/>
                    <a:pt x="217" y="86"/>
                  </a:cubicBezTo>
                  <a:cubicBezTo>
                    <a:pt x="217" y="87"/>
                    <a:pt x="217" y="88"/>
                    <a:pt x="217" y="89"/>
                  </a:cubicBezTo>
                  <a:cubicBezTo>
                    <a:pt x="217" y="97"/>
                    <a:pt x="223" y="103"/>
                    <a:pt x="231" y="103"/>
                  </a:cubicBezTo>
                  <a:cubicBezTo>
                    <a:pt x="235" y="103"/>
                    <a:pt x="239" y="102"/>
                    <a:pt x="241" y="99"/>
                  </a:cubicBezTo>
                  <a:cubicBezTo>
                    <a:pt x="264" y="166"/>
                    <a:pt x="264" y="166"/>
                    <a:pt x="264" y="166"/>
                  </a:cubicBezTo>
                  <a:cubicBezTo>
                    <a:pt x="257" y="174"/>
                    <a:pt x="257" y="174"/>
                    <a:pt x="257" y="174"/>
                  </a:cubicBezTo>
                  <a:cubicBezTo>
                    <a:pt x="226" y="158"/>
                    <a:pt x="226" y="158"/>
                    <a:pt x="226" y="158"/>
                  </a:cubicBezTo>
                  <a:cubicBezTo>
                    <a:pt x="225" y="158"/>
                    <a:pt x="225" y="158"/>
                    <a:pt x="224" y="158"/>
                  </a:cubicBezTo>
                  <a:cubicBezTo>
                    <a:pt x="13" y="157"/>
                    <a:pt x="13" y="157"/>
                    <a:pt x="13" y="157"/>
                  </a:cubicBezTo>
                  <a:cubicBezTo>
                    <a:pt x="13" y="157"/>
                    <a:pt x="13" y="157"/>
                    <a:pt x="12" y="157"/>
                  </a:cubicBezTo>
                  <a:cubicBezTo>
                    <a:pt x="12" y="157"/>
                    <a:pt x="4" y="160"/>
                    <a:pt x="1" y="168"/>
                  </a:cubicBezTo>
                  <a:cubicBezTo>
                    <a:pt x="0" y="174"/>
                    <a:pt x="2" y="181"/>
                    <a:pt x="8" y="188"/>
                  </a:cubicBezTo>
                  <a:cubicBezTo>
                    <a:pt x="19" y="202"/>
                    <a:pt x="76" y="284"/>
                    <a:pt x="104" y="325"/>
                  </a:cubicBezTo>
                  <a:cubicBezTo>
                    <a:pt x="100" y="329"/>
                    <a:pt x="97" y="336"/>
                    <a:pt x="97" y="343"/>
                  </a:cubicBezTo>
                  <a:cubicBezTo>
                    <a:pt x="97" y="356"/>
                    <a:pt x="107" y="367"/>
                    <a:pt x="119" y="369"/>
                  </a:cubicBezTo>
                  <a:cubicBezTo>
                    <a:pt x="120" y="370"/>
                    <a:pt x="120" y="370"/>
                    <a:pt x="120" y="370"/>
                  </a:cubicBezTo>
                  <a:cubicBezTo>
                    <a:pt x="324" y="415"/>
                    <a:pt x="324" y="415"/>
                    <a:pt x="324" y="415"/>
                  </a:cubicBezTo>
                  <a:cubicBezTo>
                    <a:pt x="325" y="416"/>
                    <a:pt x="326" y="416"/>
                    <a:pt x="327" y="416"/>
                  </a:cubicBezTo>
                  <a:cubicBezTo>
                    <a:pt x="334" y="418"/>
                    <a:pt x="334" y="418"/>
                    <a:pt x="334" y="418"/>
                  </a:cubicBezTo>
                  <a:cubicBezTo>
                    <a:pt x="334" y="418"/>
                    <a:pt x="334" y="418"/>
                    <a:pt x="334" y="418"/>
                  </a:cubicBezTo>
                  <a:cubicBezTo>
                    <a:pt x="335" y="418"/>
                    <a:pt x="335" y="417"/>
                    <a:pt x="336" y="417"/>
                  </a:cubicBezTo>
                  <a:cubicBezTo>
                    <a:pt x="336" y="417"/>
                    <a:pt x="336" y="417"/>
                    <a:pt x="336" y="417"/>
                  </a:cubicBezTo>
                  <a:cubicBezTo>
                    <a:pt x="352" y="417"/>
                    <a:pt x="367" y="409"/>
                    <a:pt x="376" y="396"/>
                  </a:cubicBezTo>
                  <a:cubicBezTo>
                    <a:pt x="394" y="409"/>
                    <a:pt x="394" y="409"/>
                    <a:pt x="394" y="409"/>
                  </a:cubicBezTo>
                  <a:cubicBezTo>
                    <a:pt x="387" y="419"/>
                    <a:pt x="387" y="419"/>
                    <a:pt x="387" y="419"/>
                  </a:cubicBezTo>
                  <a:cubicBezTo>
                    <a:pt x="399" y="427"/>
                    <a:pt x="399" y="427"/>
                    <a:pt x="399" y="427"/>
                  </a:cubicBezTo>
                  <a:cubicBezTo>
                    <a:pt x="421" y="394"/>
                    <a:pt x="421" y="394"/>
                    <a:pt x="421" y="394"/>
                  </a:cubicBezTo>
                  <a:cubicBezTo>
                    <a:pt x="409" y="386"/>
                    <a:pt x="409" y="386"/>
                    <a:pt x="409" y="386"/>
                  </a:cubicBezTo>
                  <a:cubicBezTo>
                    <a:pt x="402" y="396"/>
                    <a:pt x="402" y="396"/>
                    <a:pt x="402" y="396"/>
                  </a:cubicBezTo>
                  <a:cubicBezTo>
                    <a:pt x="383" y="382"/>
                    <a:pt x="383" y="382"/>
                    <a:pt x="383" y="382"/>
                  </a:cubicBezTo>
                  <a:cubicBezTo>
                    <a:pt x="385" y="378"/>
                    <a:pt x="385" y="373"/>
                    <a:pt x="385" y="367"/>
                  </a:cubicBezTo>
                  <a:cubicBezTo>
                    <a:pt x="385" y="354"/>
                    <a:pt x="380" y="342"/>
                    <a:pt x="371" y="333"/>
                  </a:cubicBezTo>
                  <a:cubicBezTo>
                    <a:pt x="525" y="152"/>
                    <a:pt x="525" y="152"/>
                    <a:pt x="525" y="152"/>
                  </a:cubicBezTo>
                  <a:cubicBezTo>
                    <a:pt x="588" y="328"/>
                    <a:pt x="588" y="328"/>
                    <a:pt x="588" y="328"/>
                  </a:cubicBezTo>
                  <a:cubicBezTo>
                    <a:pt x="584" y="331"/>
                    <a:pt x="581" y="337"/>
                    <a:pt x="581" y="343"/>
                  </a:cubicBezTo>
                  <a:cubicBezTo>
                    <a:pt x="581" y="353"/>
                    <a:pt x="590" y="362"/>
                    <a:pt x="601" y="362"/>
                  </a:cubicBezTo>
                  <a:cubicBezTo>
                    <a:pt x="611" y="362"/>
                    <a:pt x="620" y="353"/>
                    <a:pt x="620" y="343"/>
                  </a:cubicBezTo>
                  <a:cubicBezTo>
                    <a:pt x="620" y="332"/>
                    <a:pt x="612" y="324"/>
                    <a:pt x="602" y="323"/>
                  </a:cubicBezTo>
                  <a:close/>
                  <a:moveTo>
                    <a:pt x="151" y="339"/>
                  </a:moveTo>
                  <a:cubicBezTo>
                    <a:pt x="151" y="333"/>
                    <a:pt x="148" y="327"/>
                    <a:pt x="144" y="323"/>
                  </a:cubicBezTo>
                  <a:cubicBezTo>
                    <a:pt x="147" y="320"/>
                    <a:pt x="147" y="320"/>
                    <a:pt x="147" y="320"/>
                  </a:cubicBezTo>
                  <a:cubicBezTo>
                    <a:pt x="315" y="323"/>
                    <a:pt x="315" y="323"/>
                    <a:pt x="315" y="323"/>
                  </a:cubicBezTo>
                  <a:cubicBezTo>
                    <a:pt x="304" y="328"/>
                    <a:pt x="295" y="337"/>
                    <a:pt x="290" y="348"/>
                  </a:cubicBezTo>
                  <a:lnTo>
                    <a:pt x="151" y="339"/>
                  </a:lnTo>
                  <a:close/>
                  <a:moveTo>
                    <a:pt x="324" y="347"/>
                  </a:moveTo>
                  <a:cubicBezTo>
                    <a:pt x="325" y="350"/>
                    <a:pt x="325" y="350"/>
                    <a:pt x="325" y="350"/>
                  </a:cubicBezTo>
                  <a:cubicBezTo>
                    <a:pt x="321" y="350"/>
                    <a:pt x="321" y="350"/>
                    <a:pt x="321" y="350"/>
                  </a:cubicBezTo>
                  <a:cubicBezTo>
                    <a:pt x="322" y="349"/>
                    <a:pt x="323" y="348"/>
                    <a:pt x="324" y="347"/>
                  </a:cubicBezTo>
                  <a:close/>
                  <a:moveTo>
                    <a:pt x="340" y="346"/>
                  </a:moveTo>
                  <a:cubicBezTo>
                    <a:pt x="340" y="344"/>
                    <a:pt x="340" y="344"/>
                    <a:pt x="340" y="344"/>
                  </a:cubicBezTo>
                  <a:cubicBezTo>
                    <a:pt x="340" y="344"/>
                    <a:pt x="341" y="344"/>
                    <a:pt x="341" y="345"/>
                  </a:cubicBezTo>
                  <a:lnTo>
                    <a:pt x="340" y="346"/>
                  </a:lnTo>
                  <a:close/>
                  <a:moveTo>
                    <a:pt x="231" y="100"/>
                  </a:moveTo>
                  <a:cubicBezTo>
                    <a:pt x="225" y="100"/>
                    <a:pt x="221" y="95"/>
                    <a:pt x="221" y="89"/>
                  </a:cubicBezTo>
                  <a:cubicBezTo>
                    <a:pt x="221" y="89"/>
                    <a:pt x="221" y="89"/>
                    <a:pt x="221" y="88"/>
                  </a:cubicBezTo>
                  <a:cubicBezTo>
                    <a:pt x="228" y="93"/>
                    <a:pt x="234" y="96"/>
                    <a:pt x="234" y="96"/>
                  </a:cubicBezTo>
                  <a:cubicBezTo>
                    <a:pt x="234" y="96"/>
                    <a:pt x="236" y="96"/>
                    <a:pt x="239" y="96"/>
                  </a:cubicBezTo>
                  <a:cubicBezTo>
                    <a:pt x="237" y="98"/>
                    <a:pt x="235" y="100"/>
                    <a:pt x="231" y="100"/>
                  </a:cubicBezTo>
                  <a:close/>
                  <a:moveTo>
                    <a:pt x="315" y="319"/>
                  </a:moveTo>
                  <a:cubicBezTo>
                    <a:pt x="150" y="316"/>
                    <a:pt x="150" y="316"/>
                    <a:pt x="150" y="316"/>
                  </a:cubicBezTo>
                  <a:cubicBezTo>
                    <a:pt x="269" y="183"/>
                    <a:pt x="269" y="183"/>
                    <a:pt x="269" y="183"/>
                  </a:cubicBezTo>
                  <a:lnTo>
                    <a:pt x="315" y="319"/>
                  </a:lnTo>
                  <a:close/>
                  <a:moveTo>
                    <a:pt x="223" y="166"/>
                  </a:moveTo>
                  <a:cubicBezTo>
                    <a:pt x="251" y="180"/>
                    <a:pt x="251" y="180"/>
                    <a:pt x="251" y="180"/>
                  </a:cubicBezTo>
                  <a:cubicBezTo>
                    <a:pt x="130" y="316"/>
                    <a:pt x="130" y="316"/>
                    <a:pt x="130" y="316"/>
                  </a:cubicBezTo>
                  <a:cubicBezTo>
                    <a:pt x="129" y="316"/>
                    <a:pt x="129" y="316"/>
                    <a:pt x="129" y="316"/>
                  </a:cubicBezTo>
                  <a:cubicBezTo>
                    <a:pt x="128" y="316"/>
                    <a:pt x="128" y="316"/>
                    <a:pt x="127" y="315"/>
                  </a:cubicBezTo>
                  <a:cubicBezTo>
                    <a:pt x="132" y="165"/>
                    <a:pt x="132" y="165"/>
                    <a:pt x="132" y="165"/>
                  </a:cubicBezTo>
                  <a:lnTo>
                    <a:pt x="223" y="166"/>
                  </a:lnTo>
                  <a:close/>
                  <a:moveTo>
                    <a:pt x="9" y="170"/>
                  </a:moveTo>
                  <a:cubicBezTo>
                    <a:pt x="10" y="167"/>
                    <a:pt x="13" y="165"/>
                    <a:pt x="14" y="164"/>
                  </a:cubicBezTo>
                  <a:cubicBezTo>
                    <a:pt x="124" y="165"/>
                    <a:pt x="124" y="165"/>
                    <a:pt x="124" y="165"/>
                  </a:cubicBezTo>
                  <a:cubicBezTo>
                    <a:pt x="120" y="316"/>
                    <a:pt x="120" y="316"/>
                    <a:pt x="120" y="316"/>
                  </a:cubicBezTo>
                  <a:cubicBezTo>
                    <a:pt x="116" y="316"/>
                    <a:pt x="113" y="318"/>
                    <a:pt x="110" y="320"/>
                  </a:cubicBezTo>
                  <a:cubicBezTo>
                    <a:pt x="82" y="279"/>
                    <a:pt x="25" y="198"/>
                    <a:pt x="14" y="183"/>
                  </a:cubicBezTo>
                  <a:cubicBezTo>
                    <a:pt x="10" y="178"/>
                    <a:pt x="8" y="173"/>
                    <a:pt x="9" y="170"/>
                  </a:cubicBezTo>
                  <a:close/>
                  <a:moveTo>
                    <a:pt x="132" y="369"/>
                  </a:moveTo>
                  <a:cubicBezTo>
                    <a:pt x="140" y="367"/>
                    <a:pt x="146" y="361"/>
                    <a:pt x="149" y="354"/>
                  </a:cubicBezTo>
                  <a:cubicBezTo>
                    <a:pt x="287" y="363"/>
                    <a:pt x="287" y="363"/>
                    <a:pt x="287" y="363"/>
                  </a:cubicBezTo>
                  <a:cubicBezTo>
                    <a:pt x="286" y="364"/>
                    <a:pt x="286" y="366"/>
                    <a:pt x="286" y="367"/>
                  </a:cubicBezTo>
                  <a:cubicBezTo>
                    <a:pt x="286" y="384"/>
                    <a:pt x="295" y="399"/>
                    <a:pt x="307" y="408"/>
                  </a:cubicBezTo>
                  <a:lnTo>
                    <a:pt x="132" y="369"/>
                  </a:lnTo>
                  <a:close/>
                  <a:moveTo>
                    <a:pt x="336" y="391"/>
                  </a:moveTo>
                  <a:cubicBezTo>
                    <a:pt x="323" y="391"/>
                    <a:pt x="312" y="380"/>
                    <a:pt x="312" y="367"/>
                  </a:cubicBezTo>
                  <a:cubicBezTo>
                    <a:pt x="312" y="366"/>
                    <a:pt x="312" y="365"/>
                    <a:pt x="313" y="365"/>
                  </a:cubicBezTo>
                  <a:cubicBezTo>
                    <a:pt x="332" y="366"/>
                    <a:pt x="332" y="366"/>
                    <a:pt x="332" y="366"/>
                  </a:cubicBezTo>
                  <a:cubicBezTo>
                    <a:pt x="354" y="382"/>
                    <a:pt x="354" y="382"/>
                    <a:pt x="354" y="382"/>
                  </a:cubicBezTo>
                  <a:cubicBezTo>
                    <a:pt x="350" y="387"/>
                    <a:pt x="343" y="391"/>
                    <a:pt x="336" y="391"/>
                  </a:cubicBezTo>
                  <a:close/>
                  <a:moveTo>
                    <a:pt x="359" y="366"/>
                  </a:moveTo>
                  <a:cubicBezTo>
                    <a:pt x="349" y="359"/>
                    <a:pt x="349" y="359"/>
                    <a:pt x="349" y="359"/>
                  </a:cubicBezTo>
                  <a:cubicBezTo>
                    <a:pt x="354" y="353"/>
                    <a:pt x="354" y="353"/>
                    <a:pt x="354" y="353"/>
                  </a:cubicBezTo>
                  <a:cubicBezTo>
                    <a:pt x="357" y="357"/>
                    <a:pt x="359" y="361"/>
                    <a:pt x="359" y="366"/>
                  </a:cubicBezTo>
                  <a:close/>
                  <a:moveTo>
                    <a:pt x="359" y="324"/>
                  </a:moveTo>
                  <a:cubicBezTo>
                    <a:pt x="352" y="320"/>
                    <a:pt x="344" y="318"/>
                    <a:pt x="336" y="318"/>
                  </a:cubicBezTo>
                  <a:cubicBezTo>
                    <a:pt x="334" y="318"/>
                    <a:pt x="333" y="318"/>
                    <a:pt x="331" y="318"/>
                  </a:cubicBezTo>
                  <a:cubicBezTo>
                    <a:pt x="282" y="173"/>
                    <a:pt x="282" y="173"/>
                    <a:pt x="282" y="173"/>
                  </a:cubicBezTo>
                  <a:cubicBezTo>
                    <a:pt x="512" y="114"/>
                    <a:pt x="512" y="114"/>
                    <a:pt x="512" y="114"/>
                  </a:cubicBezTo>
                  <a:cubicBezTo>
                    <a:pt x="519" y="135"/>
                    <a:pt x="519" y="135"/>
                    <a:pt x="519" y="135"/>
                  </a:cubicBezTo>
                  <a:lnTo>
                    <a:pt x="359" y="324"/>
                  </a:lnTo>
                  <a:close/>
                </a:path>
              </a:pathLst>
            </a:custGeom>
            <a:solidFill>
              <a:srgbClr val="4033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9" name="Freeform 155"/>
            <p:cNvSpPr>
              <a:spLocks/>
            </p:cNvSpPr>
            <p:nvPr/>
          </p:nvSpPr>
          <p:spPr bwMode="auto">
            <a:xfrm>
              <a:off x="4905375" y="2403475"/>
              <a:ext cx="1457325" cy="1247775"/>
            </a:xfrm>
            <a:custGeom>
              <a:avLst/>
              <a:gdLst>
                <a:gd name="T0" fmla="*/ 35 w 283"/>
                <a:gd name="T1" fmla="*/ 230 h 242"/>
                <a:gd name="T2" fmla="*/ 20 w 283"/>
                <a:gd name="T3" fmla="*/ 166 h 242"/>
                <a:gd name="T4" fmla="*/ 166 w 283"/>
                <a:gd name="T5" fmla="*/ 20 h 242"/>
                <a:gd name="T6" fmla="*/ 266 w 283"/>
                <a:gd name="T7" fmla="*/ 61 h 242"/>
                <a:gd name="T8" fmla="*/ 283 w 283"/>
                <a:gd name="T9" fmla="*/ 49 h 242"/>
                <a:gd name="T10" fmla="*/ 166 w 283"/>
                <a:gd name="T11" fmla="*/ 0 h 242"/>
                <a:gd name="T12" fmla="*/ 0 w 283"/>
                <a:gd name="T13" fmla="*/ 166 h 242"/>
                <a:gd name="T14" fmla="*/ 18 w 283"/>
                <a:gd name="T15" fmla="*/ 242 h 242"/>
                <a:gd name="T16" fmla="*/ 35 w 283"/>
                <a:gd name="T17" fmla="*/ 230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3" h="242">
                  <a:moveTo>
                    <a:pt x="35" y="230"/>
                  </a:moveTo>
                  <a:cubicBezTo>
                    <a:pt x="25" y="211"/>
                    <a:pt x="20" y="189"/>
                    <a:pt x="20" y="166"/>
                  </a:cubicBezTo>
                  <a:cubicBezTo>
                    <a:pt x="20" y="86"/>
                    <a:pt x="85" y="20"/>
                    <a:pt x="166" y="20"/>
                  </a:cubicBezTo>
                  <a:cubicBezTo>
                    <a:pt x="205" y="20"/>
                    <a:pt x="240" y="36"/>
                    <a:pt x="266" y="61"/>
                  </a:cubicBezTo>
                  <a:cubicBezTo>
                    <a:pt x="283" y="49"/>
                    <a:pt x="283" y="49"/>
                    <a:pt x="283" y="49"/>
                  </a:cubicBezTo>
                  <a:cubicBezTo>
                    <a:pt x="253" y="19"/>
                    <a:pt x="211" y="0"/>
                    <a:pt x="166" y="0"/>
                  </a:cubicBezTo>
                  <a:cubicBezTo>
                    <a:pt x="74" y="0"/>
                    <a:pt x="0" y="75"/>
                    <a:pt x="0" y="166"/>
                  </a:cubicBezTo>
                  <a:cubicBezTo>
                    <a:pt x="0" y="194"/>
                    <a:pt x="7" y="219"/>
                    <a:pt x="18" y="242"/>
                  </a:cubicBezTo>
                  <a:lnTo>
                    <a:pt x="35" y="230"/>
                  </a:lnTo>
                  <a:close/>
                </a:path>
              </a:pathLst>
            </a:custGeom>
            <a:solidFill>
              <a:srgbClr val="4033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0" name="Freeform 156"/>
            <p:cNvSpPr>
              <a:spLocks/>
            </p:cNvSpPr>
            <p:nvPr/>
          </p:nvSpPr>
          <p:spPr bwMode="auto">
            <a:xfrm>
              <a:off x="2497138" y="2311400"/>
              <a:ext cx="1673225" cy="922338"/>
            </a:xfrm>
            <a:custGeom>
              <a:avLst/>
              <a:gdLst>
                <a:gd name="T0" fmla="*/ 21 w 325"/>
                <a:gd name="T1" fmla="*/ 140 h 179"/>
                <a:gd name="T2" fmla="*/ 54 w 325"/>
                <a:gd name="T3" fmla="*/ 83 h 179"/>
                <a:gd name="T4" fmla="*/ 260 w 325"/>
                <a:gd name="T5" fmla="*/ 78 h 179"/>
                <a:gd name="T6" fmla="*/ 305 w 325"/>
                <a:gd name="T7" fmla="*/ 176 h 179"/>
                <a:gd name="T8" fmla="*/ 325 w 325"/>
                <a:gd name="T9" fmla="*/ 179 h 179"/>
                <a:gd name="T10" fmla="*/ 274 w 325"/>
                <a:gd name="T11" fmla="*/ 63 h 179"/>
                <a:gd name="T12" fmla="*/ 39 w 325"/>
                <a:gd name="T13" fmla="*/ 69 h 179"/>
                <a:gd name="T14" fmla="*/ 0 w 325"/>
                <a:gd name="T15" fmla="*/ 137 h 179"/>
                <a:gd name="T16" fmla="*/ 21 w 325"/>
                <a:gd name="T17" fmla="*/ 14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5" h="179">
                  <a:moveTo>
                    <a:pt x="21" y="140"/>
                  </a:moveTo>
                  <a:cubicBezTo>
                    <a:pt x="27" y="119"/>
                    <a:pt x="38" y="100"/>
                    <a:pt x="54" y="83"/>
                  </a:cubicBezTo>
                  <a:cubicBezTo>
                    <a:pt x="109" y="25"/>
                    <a:pt x="202" y="23"/>
                    <a:pt x="260" y="78"/>
                  </a:cubicBezTo>
                  <a:cubicBezTo>
                    <a:pt x="288" y="105"/>
                    <a:pt x="303" y="140"/>
                    <a:pt x="305" y="176"/>
                  </a:cubicBezTo>
                  <a:cubicBezTo>
                    <a:pt x="325" y="179"/>
                    <a:pt x="325" y="179"/>
                    <a:pt x="325" y="179"/>
                  </a:cubicBezTo>
                  <a:cubicBezTo>
                    <a:pt x="324" y="137"/>
                    <a:pt x="307" y="95"/>
                    <a:pt x="274" y="63"/>
                  </a:cubicBezTo>
                  <a:cubicBezTo>
                    <a:pt x="207" y="0"/>
                    <a:pt x="102" y="3"/>
                    <a:pt x="39" y="69"/>
                  </a:cubicBezTo>
                  <a:cubicBezTo>
                    <a:pt x="20" y="89"/>
                    <a:pt x="8" y="113"/>
                    <a:pt x="0" y="137"/>
                  </a:cubicBezTo>
                  <a:lnTo>
                    <a:pt x="21" y="140"/>
                  </a:lnTo>
                  <a:close/>
                </a:path>
              </a:pathLst>
            </a:custGeom>
            <a:solidFill>
              <a:srgbClr val="4033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1" name="Oval 157"/>
            <p:cNvSpPr>
              <a:spLocks noChangeArrowheads="1"/>
            </p:cNvSpPr>
            <p:nvPr/>
          </p:nvSpPr>
          <p:spPr bwMode="auto">
            <a:xfrm>
              <a:off x="5559425" y="3059113"/>
              <a:ext cx="401638" cy="401638"/>
            </a:xfrm>
            <a:prstGeom prst="ellipse">
              <a:avLst/>
            </a:prstGeom>
            <a:solidFill>
              <a:srgbClr val="4033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52" name="Oval 162"/>
          <p:cNvSpPr>
            <a:spLocks noChangeArrowheads="1"/>
          </p:cNvSpPr>
          <p:nvPr/>
        </p:nvSpPr>
        <p:spPr bwMode="auto">
          <a:xfrm>
            <a:off x="4278631" y="3977217"/>
            <a:ext cx="541867" cy="541867"/>
          </a:xfrm>
          <a:prstGeom prst="ellipse">
            <a:avLst/>
          </a:prstGeom>
          <a:solidFill>
            <a:srgbClr val="4033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3" name="Freeform 163"/>
          <p:cNvSpPr>
            <a:spLocks/>
          </p:cNvSpPr>
          <p:nvPr/>
        </p:nvSpPr>
        <p:spPr bwMode="auto">
          <a:xfrm>
            <a:off x="4483948" y="4121151"/>
            <a:ext cx="156633" cy="281517"/>
          </a:xfrm>
          <a:custGeom>
            <a:avLst/>
            <a:gdLst>
              <a:gd name="T0" fmla="*/ 11 w 23"/>
              <a:gd name="T1" fmla="*/ 41 h 41"/>
              <a:gd name="T2" fmla="*/ 23 w 23"/>
              <a:gd name="T3" fmla="*/ 29 h 41"/>
              <a:gd name="T4" fmla="*/ 11 w 23"/>
              <a:gd name="T5" fmla="*/ 0 h 41"/>
              <a:gd name="T6" fmla="*/ 0 w 23"/>
              <a:gd name="T7" fmla="*/ 29 h 41"/>
              <a:gd name="T8" fmla="*/ 11 w 23"/>
              <a:gd name="T9" fmla="*/ 41 h 41"/>
            </a:gdLst>
            <a:ahLst/>
            <a:cxnLst>
              <a:cxn ang="0">
                <a:pos x="T0" y="T1"/>
              </a:cxn>
              <a:cxn ang="0">
                <a:pos x="T2" y="T3"/>
              </a:cxn>
              <a:cxn ang="0">
                <a:pos x="T4" y="T5"/>
              </a:cxn>
              <a:cxn ang="0">
                <a:pos x="T6" y="T7"/>
              </a:cxn>
              <a:cxn ang="0">
                <a:pos x="T8" y="T9"/>
              </a:cxn>
            </a:cxnLst>
            <a:rect l="0" t="0" r="r" b="b"/>
            <a:pathLst>
              <a:path w="23" h="41">
                <a:moveTo>
                  <a:pt x="11" y="41"/>
                </a:moveTo>
                <a:cubicBezTo>
                  <a:pt x="18" y="41"/>
                  <a:pt x="23" y="36"/>
                  <a:pt x="23" y="29"/>
                </a:cubicBezTo>
                <a:cubicBezTo>
                  <a:pt x="23" y="17"/>
                  <a:pt x="11" y="0"/>
                  <a:pt x="11" y="0"/>
                </a:cubicBezTo>
                <a:cubicBezTo>
                  <a:pt x="11" y="0"/>
                  <a:pt x="0" y="17"/>
                  <a:pt x="0" y="29"/>
                </a:cubicBezTo>
                <a:cubicBezTo>
                  <a:pt x="0" y="36"/>
                  <a:pt x="5" y="41"/>
                  <a:pt x="11" y="4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4" name="Freeform 164"/>
          <p:cNvSpPr>
            <a:spLocks/>
          </p:cNvSpPr>
          <p:nvPr/>
        </p:nvSpPr>
        <p:spPr bwMode="auto">
          <a:xfrm>
            <a:off x="4545332" y="4313767"/>
            <a:ext cx="55033" cy="61384"/>
          </a:xfrm>
          <a:custGeom>
            <a:avLst/>
            <a:gdLst>
              <a:gd name="T0" fmla="*/ 7 w 8"/>
              <a:gd name="T1" fmla="*/ 0 h 9"/>
              <a:gd name="T2" fmla="*/ 0 w 8"/>
              <a:gd name="T3" fmla="*/ 9 h 9"/>
              <a:gd name="T4" fmla="*/ 7 w 8"/>
              <a:gd name="T5" fmla="*/ 0 h 9"/>
            </a:gdLst>
            <a:ahLst/>
            <a:cxnLst>
              <a:cxn ang="0">
                <a:pos x="T0" y="T1"/>
              </a:cxn>
              <a:cxn ang="0">
                <a:pos x="T2" y="T3"/>
              </a:cxn>
              <a:cxn ang="0">
                <a:pos x="T4" y="T5"/>
              </a:cxn>
            </a:cxnLst>
            <a:rect l="0" t="0" r="r" b="b"/>
            <a:pathLst>
              <a:path w="8" h="9">
                <a:moveTo>
                  <a:pt x="7" y="0"/>
                </a:moveTo>
                <a:cubicBezTo>
                  <a:pt x="7" y="0"/>
                  <a:pt x="8" y="9"/>
                  <a:pt x="0" y="9"/>
                </a:cubicBezTo>
                <a:lnTo>
                  <a:pt x="7" y="0"/>
                </a:lnTo>
                <a:close/>
              </a:path>
            </a:pathLst>
          </a:custGeom>
          <a:solidFill>
            <a:srgbClr val="4033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61" name="组合 60"/>
          <p:cNvGrpSpPr/>
          <p:nvPr/>
        </p:nvGrpSpPr>
        <p:grpSpPr>
          <a:xfrm rot="559217">
            <a:off x="1545553" y="4488041"/>
            <a:ext cx="1523440" cy="1526680"/>
            <a:chOff x="1332520" y="3571770"/>
            <a:chExt cx="1142580" cy="1145010"/>
          </a:xfrm>
        </p:grpSpPr>
        <p:sp>
          <p:nvSpPr>
            <p:cNvPr id="47" name="Freeform 149"/>
            <p:cNvSpPr>
              <a:spLocks/>
            </p:cNvSpPr>
            <p:nvPr/>
          </p:nvSpPr>
          <p:spPr bwMode="auto">
            <a:xfrm>
              <a:off x="1332520" y="3571770"/>
              <a:ext cx="1142580" cy="1145010"/>
            </a:xfrm>
            <a:custGeom>
              <a:avLst/>
              <a:gdLst>
                <a:gd name="T0" fmla="*/ 121 w 145"/>
                <a:gd name="T1" fmla="*/ 19 h 145"/>
                <a:gd name="T2" fmla="*/ 73 w 145"/>
                <a:gd name="T3" fmla="*/ 0 h 145"/>
                <a:gd name="T4" fmla="*/ 0 w 145"/>
                <a:gd name="T5" fmla="*/ 72 h 145"/>
                <a:gd name="T6" fmla="*/ 73 w 145"/>
                <a:gd name="T7" fmla="*/ 145 h 145"/>
                <a:gd name="T8" fmla="*/ 145 w 145"/>
                <a:gd name="T9" fmla="*/ 72 h 145"/>
                <a:gd name="T10" fmla="*/ 133 w 145"/>
                <a:gd name="T11" fmla="*/ 32 h 145"/>
                <a:gd name="T12" fmla="*/ 144 w 145"/>
                <a:gd name="T13" fmla="*/ 6 h 145"/>
                <a:gd name="T14" fmla="*/ 121 w 145"/>
                <a:gd name="T15" fmla="*/ 19 h 1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5" h="145">
                  <a:moveTo>
                    <a:pt x="121" y="19"/>
                  </a:moveTo>
                  <a:cubicBezTo>
                    <a:pt x="109" y="7"/>
                    <a:pt x="91" y="0"/>
                    <a:pt x="73" y="0"/>
                  </a:cubicBezTo>
                  <a:cubicBezTo>
                    <a:pt x="33" y="0"/>
                    <a:pt x="0" y="33"/>
                    <a:pt x="0" y="72"/>
                  </a:cubicBezTo>
                  <a:cubicBezTo>
                    <a:pt x="0" y="112"/>
                    <a:pt x="33" y="145"/>
                    <a:pt x="73" y="145"/>
                  </a:cubicBezTo>
                  <a:cubicBezTo>
                    <a:pt x="112" y="145"/>
                    <a:pt x="145" y="112"/>
                    <a:pt x="145" y="72"/>
                  </a:cubicBezTo>
                  <a:cubicBezTo>
                    <a:pt x="145" y="58"/>
                    <a:pt x="140" y="44"/>
                    <a:pt x="133" y="32"/>
                  </a:cubicBezTo>
                  <a:cubicBezTo>
                    <a:pt x="144" y="6"/>
                    <a:pt x="144" y="6"/>
                    <a:pt x="144" y="6"/>
                  </a:cubicBezTo>
                  <a:lnTo>
                    <a:pt x="121" y="1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 name="矩形 57"/>
            <p:cNvSpPr/>
            <p:nvPr/>
          </p:nvSpPr>
          <p:spPr>
            <a:xfrm rot="21040783">
              <a:off x="1346412" y="3975587"/>
              <a:ext cx="1094581" cy="553854"/>
            </a:xfrm>
            <a:prstGeom prst="rect">
              <a:avLst/>
            </a:prstGeom>
          </p:spPr>
          <p:txBody>
            <a:bodyPr wrap="square">
              <a:spAutoFit/>
            </a:bodyPr>
            <a:lstStyle/>
            <a:p>
              <a:pPr algn="ctr" defTabSz="1219170" fontAlgn="base">
                <a:lnSpc>
                  <a:spcPct val="150000"/>
                </a:lnSpc>
                <a:spcBef>
                  <a:spcPct val="0"/>
                </a:spcBef>
                <a:spcAft>
                  <a:spcPct val="0"/>
                </a:spcAft>
              </a:pPr>
              <a:r>
                <a:rPr lang="en-US" altLang="zh-CN" sz="933" dirty="0">
                  <a:solidFill>
                    <a:prstClr val="whit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this is a sample text. insert your desired text here. Again. </a:t>
              </a:r>
              <a:endParaRPr lang="zh-CN" altLang="en-US" sz="933" dirty="0">
                <a:solidFill>
                  <a:prstClr val="whit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9" name="矩形 58"/>
            <p:cNvSpPr/>
            <p:nvPr/>
          </p:nvSpPr>
          <p:spPr>
            <a:xfrm rot="21040783">
              <a:off x="1441286" y="3723611"/>
              <a:ext cx="874278" cy="284742"/>
            </a:xfrm>
            <a:prstGeom prst="rect">
              <a:avLst/>
            </a:prstGeom>
          </p:spPr>
          <p:txBody>
            <a:bodyPr wrap="none">
              <a:spAutoFit/>
            </a:bodyPr>
            <a:lstStyle/>
            <a:p>
              <a:pPr defTabSz="1219170" eaLnBrk="0" fontAlgn="base" hangingPunct="0">
                <a:spcBef>
                  <a:spcPct val="0"/>
                </a:spcBef>
                <a:spcAft>
                  <a:spcPct val="0"/>
                </a:spcAft>
              </a:pPr>
              <a:r>
                <a:rPr lang="zh-CN" altLang="en-US" sz="1867" b="1" dirty="0">
                  <a:solidFill>
                    <a:prstClr val="whit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替换文本</a:t>
              </a:r>
              <a:endParaRPr lang="zh-CN" altLang="en-US" sz="5333" b="1"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60" name="组合 59"/>
          <p:cNvGrpSpPr/>
          <p:nvPr/>
        </p:nvGrpSpPr>
        <p:grpSpPr>
          <a:xfrm>
            <a:off x="8358085" y="1980342"/>
            <a:ext cx="1085384" cy="1080765"/>
            <a:chOff x="5578003" y="1294772"/>
            <a:chExt cx="1089498" cy="1084862"/>
          </a:xfrm>
        </p:grpSpPr>
        <p:sp>
          <p:nvSpPr>
            <p:cNvPr id="46" name="Freeform 62"/>
            <p:cNvSpPr>
              <a:spLocks/>
            </p:cNvSpPr>
            <p:nvPr/>
          </p:nvSpPr>
          <p:spPr bwMode="auto">
            <a:xfrm>
              <a:off x="5578003" y="1294772"/>
              <a:ext cx="1089498" cy="1084862"/>
            </a:xfrm>
            <a:custGeom>
              <a:avLst/>
              <a:gdLst>
                <a:gd name="T0" fmla="*/ 24 w 145"/>
                <a:gd name="T1" fmla="*/ 125 h 144"/>
                <a:gd name="T2" fmla="*/ 73 w 145"/>
                <a:gd name="T3" fmla="*/ 144 h 144"/>
                <a:gd name="T4" fmla="*/ 145 w 145"/>
                <a:gd name="T5" fmla="*/ 72 h 144"/>
                <a:gd name="T6" fmla="*/ 73 w 145"/>
                <a:gd name="T7" fmla="*/ 0 h 144"/>
                <a:gd name="T8" fmla="*/ 0 w 145"/>
                <a:gd name="T9" fmla="*/ 72 h 144"/>
                <a:gd name="T10" fmla="*/ 13 w 145"/>
                <a:gd name="T11" fmla="*/ 112 h 144"/>
                <a:gd name="T12" fmla="*/ 2 w 145"/>
                <a:gd name="T13" fmla="*/ 138 h 144"/>
                <a:gd name="T14" fmla="*/ 24 w 145"/>
                <a:gd name="T15" fmla="*/ 125 h 1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5" h="144">
                  <a:moveTo>
                    <a:pt x="24" y="125"/>
                  </a:moveTo>
                  <a:cubicBezTo>
                    <a:pt x="37" y="137"/>
                    <a:pt x="54" y="144"/>
                    <a:pt x="73" y="144"/>
                  </a:cubicBezTo>
                  <a:cubicBezTo>
                    <a:pt x="113" y="144"/>
                    <a:pt x="145" y="112"/>
                    <a:pt x="145" y="72"/>
                  </a:cubicBezTo>
                  <a:cubicBezTo>
                    <a:pt x="145" y="32"/>
                    <a:pt x="113" y="0"/>
                    <a:pt x="73" y="0"/>
                  </a:cubicBezTo>
                  <a:cubicBezTo>
                    <a:pt x="33" y="0"/>
                    <a:pt x="0" y="32"/>
                    <a:pt x="0" y="72"/>
                  </a:cubicBezTo>
                  <a:cubicBezTo>
                    <a:pt x="0" y="87"/>
                    <a:pt x="5" y="101"/>
                    <a:pt x="13" y="112"/>
                  </a:cubicBezTo>
                  <a:cubicBezTo>
                    <a:pt x="2" y="138"/>
                    <a:pt x="2" y="138"/>
                    <a:pt x="2" y="138"/>
                  </a:cubicBezTo>
                  <a:lnTo>
                    <a:pt x="24" y="125"/>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1" name="矩形 180"/>
            <p:cNvSpPr/>
            <p:nvPr/>
          </p:nvSpPr>
          <p:spPr>
            <a:xfrm>
              <a:off x="5652209" y="1618291"/>
              <a:ext cx="965016" cy="698920"/>
            </a:xfrm>
            <a:prstGeom prst="rect">
              <a:avLst/>
            </a:prstGeom>
          </p:spPr>
          <p:txBody>
            <a:bodyPr wrap="square">
              <a:spAutoFit/>
            </a:bodyPr>
            <a:lstStyle/>
            <a:p>
              <a:pPr algn="ctr" defTabSz="1219170" fontAlgn="base">
                <a:lnSpc>
                  <a:spcPts val="1200"/>
                </a:lnSpc>
                <a:spcBef>
                  <a:spcPct val="0"/>
                </a:spcBef>
                <a:spcAft>
                  <a:spcPct val="0"/>
                </a:spcAft>
              </a:pPr>
              <a:r>
                <a:rPr lang="en-US" altLang="zh-CN" sz="800" dirty="0">
                  <a:solidFill>
                    <a:prstClr val="whit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this is a sample text. insert your desired text here.</a:t>
              </a:r>
              <a:endParaRPr lang="zh-CN" altLang="en-US" sz="800" dirty="0">
                <a:solidFill>
                  <a:prstClr val="whit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2" name="矩形 181"/>
            <p:cNvSpPr/>
            <p:nvPr/>
          </p:nvSpPr>
          <p:spPr>
            <a:xfrm>
              <a:off x="5688147" y="1378369"/>
              <a:ext cx="822561" cy="278049"/>
            </a:xfrm>
            <a:prstGeom prst="rect">
              <a:avLst/>
            </a:prstGeom>
          </p:spPr>
          <p:txBody>
            <a:bodyPr wrap="none">
              <a:spAutoFit/>
            </a:bodyPr>
            <a:lstStyle/>
            <a:p>
              <a:pPr defTabSz="1219170" eaLnBrk="0" fontAlgn="base" hangingPunct="0">
                <a:spcBef>
                  <a:spcPct val="0"/>
                </a:spcBef>
                <a:spcAft>
                  <a:spcPct val="0"/>
                </a:spcAft>
              </a:pPr>
              <a:r>
                <a:rPr lang="zh-CN" altLang="en-US" sz="1200" b="1" dirty="0">
                  <a:solidFill>
                    <a:prstClr val="whit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替换文本</a:t>
              </a:r>
              <a:endParaRPr lang="zh-CN" altLang="en-US" sz="1200" b="1"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184" name="矩形 183"/>
          <p:cNvSpPr/>
          <p:nvPr/>
        </p:nvSpPr>
        <p:spPr>
          <a:xfrm>
            <a:off x="3536568" y="3829340"/>
            <a:ext cx="638316" cy="297454"/>
          </a:xfrm>
          <a:prstGeom prst="rect">
            <a:avLst/>
          </a:prstGeom>
        </p:spPr>
        <p:txBody>
          <a:bodyPr wrap="none">
            <a:spAutoFit/>
          </a:bodyPr>
          <a:lstStyle/>
          <a:p>
            <a:pPr defTabSz="1219170" eaLnBrk="0" fontAlgn="base" hangingPunct="0">
              <a:spcBef>
                <a:spcPct val="0"/>
              </a:spcBef>
              <a:spcAft>
                <a:spcPct val="0"/>
              </a:spcAft>
            </a:pPr>
            <a:r>
              <a:rPr lang="en-US" altLang="zh-CN" sz="1333" dirty="0">
                <a:solidFill>
                  <a:prstClr val="whit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100%</a:t>
            </a:r>
            <a:endParaRPr lang="zh-CN" altLang="en-US" sz="32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5" name="矩形 184"/>
          <p:cNvSpPr/>
          <p:nvPr/>
        </p:nvSpPr>
        <p:spPr>
          <a:xfrm>
            <a:off x="3546729" y="4337340"/>
            <a:ext cx="540533" cy="297454"/>
          </a:xfrm>
          <a:prstGeom prst="rect">
            <a:avLst/>
          </a:prstGeom>
        </p:spPr>
        <p:txBody>
          <a:bodyPr wrap="none">
            <a:spAutoFit/>
          </a:bodyPr>
          <a:lstStyle/>
          <a:p>
            <a:pPr defTabSz="1219170" eaLnBrk="0" fontAlgn="base" hangingPunct="0">
              <a:spcBef>
                <a:spcPct val="0"/>
              </a:spcBef>
              <a:spcAft>
                <a:spcPct val="0"/>
              </a:spcAft>
            </a:pPr>
            <a:r>
              <a:rPr lang="en-US" altLang="zh-CN" sz="1333" dirty="0">
                <a:solidFill>
                  <a:prstClr val="whit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80%</a:t>
            </a:r>
            <a:endParaRPr lang="zh-CN" altLang="en-US" sz="32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6" name="矩形 185"/>
          <p:cNvSpPr/>
          <p:nvPr/>
        </p:nvSpPr>
        <p:spPr>
          <a:xfrm>
            <a:off x="3912489" y="4764060"/>
            <a:ext cx="540533" cy="297454"/>
          </a:xfrm>
          <a:prstGeom prst="rect">
            <a:avLst/>
          </a:prstGeom>
        </p:spPr>
        <p:txBody>
          <a:bodyPr wrap="none">
            <a:spAutoFit/>
          </a:bodyPr>
          <a:lstStyle/>
          <a:p>
            <a:pPr defTabSz="1219170" eaLnBrk="0" fontAlgn="base" hangingPunct="0">
              <a:spcBef>
                <a:spcPct val="0"/>
              </a:spcBef>
              <a:spcAft>
                <a:spcPct val="0"/>
              </a:spcAft>
            </a:pPr>
            <a:r>
              <a:rPr lang="en-US" altLang="zh-CN" sz="1333" dirty="0">
                <a:solidFill>
                  <a:prstClr val="whit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60%</a:t>
            </a:r>
            <a:endParaRPr lang="zh-CN" altLang="en-US" sz="32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7" name="矩形 186"/>
          <p:cNvSpPr/>
          <p:nvPr/>
        </p:nvSpPr>
        <p:spPr>
          <a:xfrm>
            <a:off x="4552569" y="4764060"/>
            <a:ext cx="540533" cy="297454"/>
          </a:xfrm>
          <a:prstGeom prst="rect">
            <a:avLst/>
          </a:prstGeom>
        </p:spPr>
        <p:txBody>
          <a:bodyPr wrap="none">
            <a:spAutoFit/>
          </a:bodyPr>
          <a:lstStyle/>
          <a:p>
            <a:pPr defTabSz="1219170" eaLnBrk="0" fontAlgn="base" hangingPunct="0">
              <a:spcBef>
                <a:spcPct val="0"/>
              </a:spcBef>
              <a:spcAft>
                <a:spcPct val="0"/>
              </a:spcAft>
            </a:pPr>
            <a:r>
              <a:rPr lang="en-US" altLang="zh-CN" sz="1333" dirty="0">
                <a:solidFill>
                  <a:prstClr val="whit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40%</a:t>
            </a:r>
            <a:endParaRPr lang="zh-CN" altLang="en-US" sz="32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8" name="矩形 187"/>
          <p:cNvSpPr/>
          <p:nvPr/>
        </p:nvSpPr>
        <p:spPr>
          <a:xfrm>
            <a:off x="6818248" y="3829340"/>
            <a:ext cx="638316" cy="297454"/>
          </a:xfrm>
          <a:prstGeom prst="rect">
            <a:avLst/>
          </a:prstGeom>
        </p:spPr>
        <p:txBody>
          <a:bodyPr wrap="none">
            <a:spAutoFit/>
          </a:bodyPr>
          <a:lstStyle/>
          <a:p>
            <a:pPr defTabSz="1219170" eaLnBrk="0" fontAlgn="base" hangingPunct="0">
              <a:spcBef>
                <a:spcPct val="0"/>
              </a:spcBef>
              <a:spcAft>
                <a:spcPct val="0"/>
              </a:spcAft>
            </a:pPr>
            <a:r>
              <a:rPr lang="en-US" altLang="zh-CN" sz="1333" dirty="0">
                <a:solidFill>
                  <a:prstClr val="whit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100%</a:t>
            </a:r>
            <a:endParaRPr lang="zh-CN" altLang="en-US" sz="32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9" name="矩形 188"/>
          <p:cNvSpPr/>
          <p:nvPr/>
        </p:nvSpPr>
        <p:spPr>
          <a:xfrm>
            <a:off x="6879209" y="4337340"/>
            <a:ext cx="540533" cy="297454"/>
          </a:xfrm>
          <a:prstGeom prst="rect">
            <a:avLst/>
          </a:prstGeom>
        </p:spPr>
        <p:txBody>
          <a:bodyPr wrap="none">
            <a:spAutoFit/>
          </a:bodyPr>
          <a:lstStyle/>
          <a:p>
            <a:pPr defTabSz="1219170" eaLnBrk="0" fontAlgn="base" hangingPunct="0">
              <a:spcBef>
                <a:spcPct val="0"/>
              </a:spcBef>
              <a:spcAft>
                <a:spcPct val="0"/>
              </a:spcAft>
            </a:pPr>
            <a:r>
              <a:rPr lang="en-US" altLang="zh-CN" sz="1333" dirty="0">
                <a:solidFill>
                  <a:prstClr val="whit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80%</a:t>
            </a:r>
            <a:endParaRPr lang="zh-CN" altLang="en-US" sz="32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0" name="矩形 189"/>
          <p:cNvSpPr/>
          <p:nvPr/>
        </p:nvSpPr>
        <p:spPr>
          <a:xfrm>
            <a:off x="7244969" y="4764060"/>
            <a:ext cx="540533" cy="297454"/>
          </a:xfrm>
          <a:prstGeom prst="rect">
            <a:avLst/>
          </a:prstGeom>
        </p:spPr>
        <p:txBody>
          <a:bodyPr wrap="none">
            <a:spAutoFit/>
          </a:bodyPr>
          <a:lstStyle/>
          <a:p>
            <a:pPr defTabSz="1219170" eaLnBrk="0" fontAlgn="base" hangingPunct="0">
              <a:spcBef>
                <a:spcPct val="0"/>
              </a:spcBef>
              <a:spcAft>
                <a:spcPct val="0"/>
              </a:spcAft>
            </a:pPr>
            <a:r>
              <a:rPr lang="en-US" altLang="zh-CN" sz="1333" dirty="0">
                <a:solidFill>
                  <a:prstClr val="whit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60%</a:t>
            </a:r>
            <a:endParaRPr lang="zh-CN" altLang="en-US" sz="32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1" name="矩形 190"/>
          <p:cNvSpPr/>
          <p:nvPr/>
        </p:nvSpPr>
        <p:spPr>
          <a:xfrm>
            <a:off x="7885049" y="4764060"/>
            <a:ext cx="540533" cy="297454"/>
          </a:xfrm>
          <a:prstGeom prst="rect">
            <a:avLst/>
          </a:prstGeom>
        </p:spPr>
        <p:txBody>
          <a:bodyPr wrap="none">
            <a:spAutoFit/>
          </a:bodyPr>
          <a:lstStyle/>
          <a:p>
            <a:pPr defTabSz="1219170" eaLnBrk="0" fontAlgn="base" hangingPunct="0">
              <a:spcBef>
                <a:spcPct val="0"/>
              </a:spcBef>
              <a:spcAft>
                <a:spcPct val="0"/>
              </a:spcAft>
            </a:pPr>
            <a:r>
              <a:rPr lang="en-US" altLang="zh-CN" sz="1333" dirty="0">
                <a:solidFill>
                  <a:prstClr val="whit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40%</a:t>
            </a:r>
            <a:endParaRPr lang="zh-CN" altLang="en-US" sz="32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1" name="文本框 66"/>
          <p:cNvSpPr txBox="1">
            <a:spLocks noChangeArrowheads="1"/>
          </p:cNvSpPr>
          <p:nvPr/>
        </p:nvSpPr>
        <p:spPr bwMode="auto">
          <a:xfrm>
            <a:off x="3099350" y="5581657"/>
            <a:ext cx="6914289" cy="547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defTabSz="1219170" fontAlgn="base">
              <a:lnSpc>
                <a:spcPts val="1867"/>
              </a:lnSpc>
              <a:spcBef>
                <a:spcPct val="0"/>
              </a:spcBef>
              <a:spcAft>
                <a:spcPct val="0"/>
              </a:spcAft>
            </a:pPr>
            <a:r>
              <a:rPr lang="en-US" altLang="zh-CN" sz="933"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this is a sample text. insert your desired text here. Again. this is a dummy text. enter your own text here. this is a sample text. insert your desired text here. Again. this is a dummy text. enter your own text here</a:t>
            </a:r>
            <a:endParaRPr lang="zh-CN" altLang="en-US" sz="933"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6" name="Title 1_1">
            <a:extLst>
              <a:ext uri="{FF2B5EF4-FFF2-40B4-BE49-F238E27FC236}">
                <a16:creationId xmlns:a16="http://schemas.microsoft.com/office/drawing/2014/main" id="{585B9258-354A-4225-BFBC-796EA1F013E2}"/>
              </a:ext>
            </a:extLst>
          </p:cNvPr>
          <p:cNvSpPr txBox="1">
            <a:spLocks/>
          </p:cNvSpPr>
          <p:nvPr/>
        </p:nvSpPr>
        <p:spPr>
          <a:xfrm>
            <a:off x="4306423" y="611474"/>
            <a:ext cx="3687304" cy="562527"/>
          </a:xfrm>
          <a:prstGeom prst="rect">
            <a:avLst/>
          </a:prstGeom>
        </p:spPr>
        <p:txBody>
          <a:bodyPr lIns="0" tIns="0" rIns="0" bIns="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d-ID" sz="3000" dirty="0">
                <a:latin typeface="思源黑体 CN Medium" panose="020B0600000000000000" pitchFamily="34" charset="-122"/>
                <a:ea typeface="思源黑体 CN Medium" panose="020B0600000000000000" pitchFamily="34" charset="-122"/>
                <a:cs typeface="Lato Heavy" panose="020F0502020204030203" pitchFamily="34" charset="0"/>
                <a:sym typeface="思源黑体 CN Medium" panose="020B0600000000000000" pitchFamily="34" charset="-122"/>
              </a:rPr>
              <a:t>Business Process</a:t>
            </a:r>
          </a:p>
        </p:txBody>
      </p:sp>
      <p:cxnSp>
        <p:nvCxnSpPr>
          <p:cNvPr id="62" name="Straight Connector 105_1">
            <a:extLst>
              <a:ext uri="{FF2B5EF4-FFF2-40B4-BE49-F238E27FC236}">
                <a16:creationId xmlns:a16="http://schemas.microsoft.com/office/drawing/2014/main" id="{10D2F382-0DF0-45A6-9C4D-6326573B9C06}"/>
              </a:ext>
            </a:extLst>
          </p:cNvPr>
          <p:cNvCxnSpPr/>
          <p:nvPr/>
        </p:nvCxnSpPr>
        <p:spPr>
          <a:xfrm>
            <a:off x="5537436" y="1138303"/>
            <a:ext cx="1225279"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3" name="TextBox 13_1">
            <a:extLst>
              <a:ext uri="{FF2B5EF4-FFF2-40B4-BE49-F238E27FC236}">
                <a16:creationId xmlns:a16="http://schemas.microsoft.com/office/drawing/2014/main" id="{7F0FD881-3704-410D-84FB-B0CBC491B3E1}"/>
              </a:ext>
            </a:extLst>
          </p:cNvPr>
          <p:cNvSpPr txBox="1"/>
          <p:nvPr/>
        </p:nvSpPr>
        <p:spPr>
          <a:xfrm flipH="1">
            <a:off x="3417119" y="1182485"/>
            <a:ext cx="5465912" cy="525016"/>
          </a:xfrm>
          <a:prstGeom prst="rect">
            <a:avLst/>
          </a:prstGeom>
          <a:noFill/>
          <a:ln>
            <a:noFill/>
          </a:ln>
        </p:spPr>
        <p:txBody>
          <a:bodyPr wrap="square" lIns="0" tIns="0" rIns="0" bIns="0">
            <a:spAutoFit/>
          </a:bodyPr>
          <a:lstStyle/>
          <a:p>
            <a:pPr algn="ctr">
              <a:lnSpc>
                <a:spcPct val="150000"/>
              </a:lnSpc>
            </a:pP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Lorem ipsum dolor sit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amet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consectetur</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adipiscing</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elit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sed</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do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eiusmod</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tempor</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incididunt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ut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labore</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et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dolore</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magna</a:t>
            </a:r>
          </a:p>
        </p:txBody>
      </p:sp>
      <p:grpSp>
        <p:nvGrpSpPr>
          <p:cNvPr id="3" name="组合 2">
            <a:extLst>
              <a:ext uri="{FF2B5EF4-FFF2-40B4-BE49-F238E27FC236}">
                <a16:creationId xmlns:a16="http://schemas.microsoft.com/office/drawing/2014/main" id="{4BC03096-55DB-488F-A5CA-831EEA593D0E}"/>
              </a:ext>
            </a:extLst>
          </p:cNvPr>
          <p:cNvGrpSpPr/>
          <p:nvPr/>
        </p:nvGrpSpPr>
        <p:grpSpPr>
          <a:xfrm>
            <a:off x="0" y="0"/>
            <a:ext cx="1751115" cy="1097152"/>
            <a:chOff x="0" y="0"/>
            <a:chExt cx="1751115" cy="1097152"/>
          </a:xfrm>
        </p:grpSpPr>
        <p:grpSp>
          <p:nvGrpSpPr>
            <p:cNvPr id="2" name="组合 1">
              <a:extLst>
                <a:ext uri="{FF2B5EF4-FFF2-40B4-BE49-F238E27FC236}">
                  <a16:creationId xmlns:a16="http://schemas.microsoft.com/office/drawing/2014/main" id="{B0358F40-E1A5-4277-81B6-B5FA08F1FAB8}"/>
                </a:ext>
              </a:extLst>
            </p:cNvPr>
            <p:cNvGrpSpPr/>
            <p:nvPr/>
          </p:nvGrpSpPr>
          <p:grpSpPr>
            <a:xfrm>
              <a:off x="0" y="0"/>
              <a:ext cx="1751115" cy="1097152"/>
              <a:chOff x="-1832690" y="-1312191"/>
              <a:chExt cx="4302458" cy="3292533"/>
            </a:xfrm>
          </p:grpSpPr>
          <p:pic>
            <p:nvPicPr>
              <p:cNvPr id="64" name="PA-图片 2">
                <a:extLst>
                  <a:ext uri="{FF2B5EF4-FFF2-40B4-BE49-F238E27FC236}">
                    <a16:creationId xmlns:a16="http://schemas.microsoft.com/office/drawing/2014/main" id="{2606A0F5-AE97-4287-9BF0-AA26759DFB6B}"/>
                  </a:ext>
                </a:extLst>
              </p:cNvPr>
              <p:cNvPicPr>
                <a:picLocks noChangeAspect="1"/>
              </p:cNvPicPr>
              <p:nvPr>
                <p:custDataLst>
                  <p:tags r:id="rId2"/>
                </p:custDataLst>
              </p:nvPr>
            </p:nvPicPr>
            <p:blipFill rotWithShape="1">
              <a:blip r:embed="rId6" cstate="print">
                <a:extLst>
                  <a:ext uri="{28A0092B-C50C-407E-A947-70E740481C1C}">
                    <a14:useLocalDpi xmlns:a14="http://schemas.microsoft.com/office/drawing/2010/main" val="0"/>
                  </a:ext>
                </a:extLst>
              </a:blip>
              <a:srcRect l="15664" t="61151"/>
              <a:stretch/>
            </p:blipFill>
            <p:spPr>
              <a:xfrm>
                <a:off x="-1832690" y="-1312191"/>
                <a:ext cx="4302458" cy="2664265"/>
              </a:xfrm>
              <a:prstGeom prst="rect">
                <a:avLst/>
              </a:prstGeom>
            </p:spPr>
          </p:pic>
          <p:pic>
            <p:nvPicPr>
              <p:cNvPr id="65" name="PA-图片 7">
                <a:extLst>
                  <a:ext uri="{FF2B5EF4-FFF2-40B4-BE49-F238E27FC236}">
                    <a16:creationId xmlns:a16="http://schemas.microsoft.com/office/drawing/2014/main" id="{8B6A0540-352A-4454-B0F8-4E3F205008A9}"/>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975373" y="1127025"/>
                <a:ext cx="775743" cy="853317"/>
              </a:xfrm>
              <a:prstGeom prst="rect">
                <a:avLst/>
              </a:prstGeom>
            </p:spPr>
          </p:pic>
        </p:grpSp>
        <p:sp>
          <p:nvSpPr>
            <p:cNvPr id="66" name="PA-矩形8435759">
              <a:extLst>
                <a:ext uri="{FF2B5EF4-FFF2-40B4-BE49-F238E27FC236}">
                  <a16:creationId xmlns:a16="http://schemas.microsoft.com/office/drawing/2014/main" id="{16B9F8A8-8344-4C04-AABF-4D32580DAF2B}"/>
                </a:ext>
              </a:extLst>
            </p:cNvPr>
            <p:cNvSpPr/>
            <p:nvPr>
              <p:custDataLst>
                <p:tags r:id="rId1"/>
              </p:custDataLst>
            </p:nvPr>
          </p:nvSpPr>
          <p:spPr>
            <a:xfrm>
              <a:off x="60033" y="136009"/>
              <a:ext cx="1398588" cy="400110"/>
            </a:xfrm>
            <a:prstGeom prst="rect">
              <a:avLst/>
            </a:prstGeom>
          </p:spPr>
          <p:txBody>
            <a:bodyPr wrap="none">
              <a:spAutoFit/>
            </a:bodyPr>
            <a:lstStyle/>
            <a:p>
              <a:r>
                <a:rPr lang="en-US" altLang="zh-CN" sz="2000" dirty="0">
                  <a:latin typeface="思源黑体 CN Medium" panose="020B0600000000000000" pitchFamily="34" charset="-122"/>
                  <a:ea typeface="思源黑体 CN Medium" panose="020B0600000000000000" pitchFamily="34" charset="-122"/>
                  <a:sym typeface="思源黑体" panose="020B0400000000000000" pitchFamily="34" charset="-122"/>
                </a:rPr>
                <a:t>Enter title</a:t>
              </a:r>
              <a:endParaRPr lang="zh-CN" altLang="en-US" sz="2000" dirty="0">
                <a:latin typeface="思源黑体 CN Medium" panose="020B0600000000000000" pitchFamily="34" charset="-122"/>
                <a:ea typeface="思源黑体 CN Medium" panose="020B0600000000000000" pitchFamily="34" charset="-122"/>
              </a:endParaRPr>
            </a:p>
          </p:txBody>
        </p:sp>
      </p:grpSp>
    </p:spTree>
    <p:extLst>
      <p:ext uri="{BB962C8B-B14F-4D97-AF65-F5344CB8AC3E}">
        <p14:creationId xmlns:p14="http://schemas.microsoft.com/office/powerpoint/2010/main" val="721765199"/>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7000749" y="3005335"/>
            <a:ext cx="378996" cy="850015"/>
            <a:chOff x="6936741" y="3321310"/>
            <a:chExt cx="378996" cy="850015"/>
          </a:xfrm>
        </p:grpSpPr>
        <p:sp>
          <p:nvSpPr>
            <p:cNvPr id="4" name="Freeform 24"/>
            <p:cNvSpPr>
              <a:spLocks/>
            </p:cNvSpPr>
            <p:nvPr/>
          </p:nvSpPr>
          <p:spPr bwMode="auto">
            <a:xfrm>
              <a:off x="6936741" y="3321310"/>
              <a:ext cx="378996" cy="378995"/>
            </a:xfrm>
            <a:custGeom>
              <a:avLst/>
              <a:gdLst>
                <a:gd name="T0" fmla="*/ 131 w 131"/>
                <a:gd name="T1" fmla="*/ 0 h 131"/>
                <a:gd name="T2" fmla="*/ 0 w 131"/>
                <a:gd name="T3" fmla="*/ 131 h 131"/>
              </a:gdLst>
              <a:ahLst/>
              <a:cxnLst>
                <a:cxn ang="0">
                  <a:pos x="T0" y="T1"/>
                </a:cxn>
                <a:cxn ang="0">
                  <a:pos x="T2" y="T3"/>
                </a:cxn>
              </a:cxnLst>
              <a:rect l="0" t="0" r="r" b="b"/>
              <a:pathLst>
                <a:path w="131" h="131">
                  <a:moveTo>
                    <a:pt x="131" y="0"/>
                  </a:moveTo>
                  <a:cubicBezTo>
                    <a:pt x="62" y="7"/>
                    <a:pt x="7" y="62"/>
                    <a:pt x="0" y="131"/>
                  </a:cubicBezTo>
                </a:path>
              </a:pathLst>
            </a:custGeom>
            <a:noFill/>
            <a:ln w="15875" cap="flat">
              <a:solidFill>
                <a:schemeClr val="bg1">
                  <a:lumMod val="65000"/>
                </a:schemeClr>
              </a:solidFill>
              <a:prstDash val="solid"/>
              <a:miter lim="800000"/>
              <a:headEnd type="triangle"/>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 name="Freeform 26"/>
            <p:cNvSpPr>
              <a:spLocks/>
            </p:cNvSpPr>
            <p:nvPr/>
          </p:nvSpPr>
          <p:spPr bwMode="auto">
            <a:xfrm>
              <a:off x="6936741" y="3789908"/>
              <a:ext cx="378996" cy="381417"/>
            </a:xfrm>
            <a:custGeom>
              <a:avLst/>
              <a:gdLst>
                <a:gd name="T0" fmla="*/ 0 w 131"/>
                <a:gd name="T1" fmla="*/ 0 h 132"/>
                <a:gd name="T2" fmla="*/ 131 w 131"/>
                <a:gd name="T3" fmla="*/ 132 h 132"/>
              </a:gdLst>
              <a:ahLst/>
              <a:cxnLst>
                <a:cxn ang="0">
                  <a:pos x="T0" y="T1"/>
                </a:cxn>
                <a:cxn ang="0">
                  <a:pos x="T2" y="T3"/>
                </a:cxn>
              </a:cxnLst>
              <a:rect l="0" t="0" r="r" b="b"/>
              <a:pathLst>
                <a:path w="131" h="132">
                  <a:moveTo>
                    <a:pt x="0" y="0"/>
                  </a:moveTo>
                  <a:cubicBezTo>
                    <a:pt x="7" y="69"/>
                    <a:pt x="62" y="124"/>
                    <a:pt x="131" y="132"/>
                  </a:cubicBezTo>
                </a:path>
              </a:pathLst>
            </a:custGeom>
            <a:noFill/>
            <a:ln w="12700" cap="flat">
              <a:solidFill>
                <a:schemeClr val="bg1">
                  <a:lumMod val="65000"/>
                </a:schemeClr>
              </a:solidFill>
              <a:prstDash val="sys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grpSp>
        <p:nvGrpSpPr>
          <p:cNvPr id="3" name="Group 2"/>
          <p:cNvGrpSpPr/>
          <p:nvPr/>
        </p:nvGrpSpPr>
        <p:grpSpPr>
          <a:xfrm>
            <a:off x="7469347" y="3005335"/>
            <a:ext cx="377785" cy="850015"/>
            <a:chOff x="7405339" y="3321310"/>
            <a:chExt cx="377785" cy="850015"/>
          </a:xfrm>
        </p:grpSpPr>
        <p:sp>
          <p:nvSpPr>
            <p:cNvPr id="5" name="Freeform 25"/>
            <p:cNvSpPr>
              <a:spLocks/>
            </p:cNvSpPr>
            <p:nvPr/>
          </p:nvSpPr>
          <p:spPr bwMode="auto">
            <a:xfrm>
              <a:off x="7405339" y="3321310"/>
              <a:ext cx="377785" cy="378995"/>
            </a:xfrm>
            <a:custGeom>
              <a:avLst/>
              <a:gdLst>
                <a:gd name="T0" fmla="*/ 131 w 131"/>
                <a:gd name="T1" fmla="*/ 131 h 131"/>
                <a:gd name="T2" fmla="*/ 0 w 131"/>
                <a:gd name="T3" fmla="*/ 0 h 131"/>
              </a:gdLst>
              <a:ahLst/>
              <a:cxnLst>
                <a:cxn ang="0">
                  <a:pos x="T0" y="T1"/>
                </a:cxn>
                <a:cxn ang="0">
                  <a:pos x="T2" y="T3"/>
                </a:cxn>
              </a:cxnLst>
              <a:rect l="0" t="0" r="r" b="b"/>
              <a:pathLst>
                <a:path w="131" h="131">
                  <a:moveTo>
                    <a:pt x="131" y="131"/>
                  </a:moveTo>
                  <a:cubicBezTo>
                    <a:pt x="124" y="62"/>
                    <a:pt x="69" y="7"/>
                    <a:pt x="0" y="0"/>
                  </a:cubicBezTo>
                </a:path>
              </a:pathLst>
            </a:custGeom>
            <a:noFill/>
            <a:ln w="12700" cap="flat">
              <a:solidFill>
                <a:schemeClr val="bg1">
                  <a:lumMod val="65000"/>
                </a:schemeClr>
              </a:solidFill>
              <a:prstDash val="sys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7" name="Freeform 27"/>
            <p:cNvSpPr>
              <a:spLocks/>
            </p:cNvSpPr>
            <p:nvPr/>
          </p:nvSpPr>
          <p:spPr bwMode="auto">
            <a:xfrm>
              <a:off x="7405339" y="3789908"/>
              <a:ext cx="377785" cy="381417"/>
            </a:xfrm>
            <a:custGeom>
              <a:avLst/>
              <a:gdLst>
                <a:gd name="T0" fmla="*/ 0 w 131"/>
                <a:gd name="T1" fmla="*/ 132 h 132"/>
                <a:gd name="T2" fmla="*/ 131 w 131"/>
                <a:gd name="T3" fmla="*/ 0 h 132"/>
              </a:gdLst>
              <a:ahLst/>
              <a:cxnLst>
                <a:cxn ang="0">
                  <a:pos x="T0" y="T1"/>
                </a:cxn>
                <a:cxn ang="0">
                  <a:pos x="T2" y="T3"/>
                </a:cxn>
              </a:cxnLst>
              <a:rect l="0" t="0" r="r" b="b"/>
              <a:pathLst>
                <a:path w="131" h="132">
                  <a:moveTo>
                    <a:pt x="0" y="132"/>
                  </a:moveTo>
                  <a:cubicBezTo>
                    <a:pt x="69" y="124"/>
                    <a:pt x="124" y="69"/>
                    <a:pt x="131" y="0"/>
                  </a:cubicBezTo>
                </a:path>
              </a:pathLst>
            </a:custGeom>
            <a:noFill/>
            <a:ln w="15875" cap="flat">
              <a:solidFill>
                <a:schemeClr val="bg1">
                  <a:lumMod val="65000"/>
                </a:schemeClr>
              </a:solidFill>
              <a:prstDash val="solid"/>
              <a:miter lim="800000"/>
              <a:headEnd type="triangle"/>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9" name="Oval 6"/>
          <p:cNvSpPr>
            <a:spLocks noChangeArrowheads="1"/>
          </p:cNvSpPr>
          <p:nvPr/>
        </p:nvSpPr>
        <p:spPr bwMode="auto">
          <a:xfrm>
            <a:off x="1509896" y="2948486"/>
            <a:ext cx="962370" cy="963712"/>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cxnSp>
        <p:nvCxnSpPr>
          <p:cNvPr id="10" name="Straight Connector 9"/>
          <p:cNvCxnSpPr/>
          <p:nvPr/>
        </p:nvCxnSpPr>
        <p:spPr>
          <a:xfrm>
            <a:off x="2528512" y="3430342"/>
            <a:ext cx="401577" cy="0"/>
          </a:xfrm>
          <a:prstGeom prst="line">
            <a:avLst/>
          </a:prstGeom>
          <a:ln w="19050">
            <a:solidFill>
              <a:schemeClr val="tx1">
                <a:lumMod val="60000"/>
                <a:lumOff val="40000"/>
              </a:schemeClr>
            </a:solidFill>
            <a:tailEnd type="triangle" w="sm" len="med"/>
          </a:ln>
        </p:spPr>
        <p:style>
          <a:lnRef idx="1">
            <a:schemeClr val="accent1"/>
          </a:lnRef>
          <a:fillRef idx="0">
            <a:schemeClr val="accent1"/>
          </a:fillRef>
          <a:effectRef idx="0">
            <a:schemeClr val="accent1"/>
          </a:effectRef>
          <a:fontRef idx="minor">
            <a:schemeClr val="tx1"/>
          </a:fontRef>
        </p:style>
      </p:cxnSp>
      <p:sp>
        <p:nvSpPr>
          <p:cNvPr id="12" name="Freeform 7"/>
          <p:cNvSpPr>
            <a:spLocks/>
          </p:cNvSpPr>
          <p:nvPr/>
        </p:nvSpPr>
        <p:spPr bwMode="auto">
          <a:xfrm>
            <a:off x="4493645" y="2669305"/>
            <a:ext cx="425483" cy="1522075"/>
          </a:xfrm>
          <a:custGeom>
            <a:avLst/>
            <a:gdLst>
              <a:gd name="T0" fmla="*/ 0 w 134"/>
              <a:gd name="T1" fmla="*/ 479 h 479"/>
              <a:gd name="T2" fmla="*/ 134 w 134"/>
              <a:gd name="T3" fmla="*/ 240 h 479"/>
              <a:gd name="T4" fmla="*/ 0 w 134"/>
              <a:gd name="T5" fmla="*/ 0 h 479"/>
            </a:gdLst>
            <a:ahLst/>
            <a:cxnLst>
              <a:cxn ang="0">
                <a:pos x="T0" y="T1"/>
              </a:cxn>
              <a:cxn ang="0">
                <a:pos x="T2" y="T3"/>
              </a:cxn>
              <a:cxn ang="0">
                <a:pos x="T4" y="T5"/>
              </a:cxn>
            </a:cxnLst>
            <a:rect l="0" t="0" r="r" b="b"/>
            <a:pathLst>
              <a:path w="134" h="479">
                <a:moveTo>
                  <a:pt x="0" y="479"/>
                </a:moveTo>
                <a:cubicBezTo>
                  <a:pt x="80" y="430"/>
                  <a:pt x="134" y="341"/>
                  <a:pt x="134" y="240"/>
                </a:cubicBezTo>
                <a:cubicBezTo>
                  <a:pt x="134" y="138"/>
                  <a:pt x="80" y="50"/>
                  <a:pt x="0" y="0"/>
                </a:cubicBezTo>
              </a:path>
            </a:pathLst>
          </a:custGeom>
          <a:noFill/>
          <a:ln w="25400" cap="flat">
            <a:solidFill>
              <a:schemeClr val="bg1">
                <a:lumMod val="65000"/>
              </a:schemeClr>
            </a:solidFill>
            <a:prstDash val="solid"/>
            <a:miter lim="800000"/>
            <a:headEnd type="triangle"/>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3" name="Freeform 8"/>
          <p:cNvSpPr>
            <a:spLocks/>
          </p:cNvSpPr>
          <p:nvPr/>
        </p:nvSpPr>
        <p:spPr bwMode="auto">
          <a:xfrm>
            <a:off x="3142032" y="2669305"/>
            <a:ext cx="424141" cy="1522075"/>
          </a:xfrm>
          <a:custGeom>
            <a:avLst/>
            <a:gdLst>
              <a:gd name="T0" fmla="*/ 134 w 134"/>
              <a:gd name="T1" fmla="*/ 0 h 479"/>
              <a:gd name="T2" fmla="*/ 0 w 134"/>
              <a:gd name="T3" fmla="*/ 240 h 479"/>
              <a:gd name="T4" fmla="*/ 134 w 134"/>
              <a:gd name="T5" fmla="*/ 479 h 479"/>
            </a:gdLst>
            <a:ahLst/>
            <a:cxnLst>
              <a:cxn ang="0">
                <a:pos x="T0" y="T1"/>
              </a:cxn>
              <a:cxn ang="0">
                <a:pos x="T2" y="T3"/>
              </a:cxn>
              <a:cxn ang="0">
                <a:pos x="T4" y="T5"/>
              </a:cxn>
            </a:cxnLst>
            <a:rect l="0" t="0" r="r" b="b"/>
            <a:pathLst>
              <a:path w="134" h="479">
                <a:moveTo>
                  <a:pt x="134" y="0"/>
                </a:moveTo>
                <a:cubicBezTo>
                  <a:pt x="54" y="50"/>
                  <a:pt x="0" y="138"/>
                  <a:pt x="0" y="240"/>
                </a:cubicBezTo>
                <a:cubicBezTo>
                  <a:pt x="0" y="341"/>
                  <a:pt x="54" y="430"/>
                  <a:pt x="134" y="479"/>
                </a:cubicBezTo>
              </a:path>
            </a:pathLst>
          </a:custGeom>
          <a:noFill/>
          <a:ln w="25400" cap="flat">
            <a:solidFill>
              <a:schemeClr val="bg1">
                <a:lumMod val="65000"/>
              </a:schemeClr>
            </a:solidFill>
            <a:prstDash val="solid"/>
            <a:miter lim="800000"/>
            <a:headEnd type="triangle"/>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4" name="Oval 9"/>
          <p:cNvSpPr>
            <a:spLocks noChangeArrowheads="1"/>
          </p:cNvSpPr>
          <p:nvPr/>
        </p:nvSpPr>
        <p:spPr bwMode="auto">
          <a:xfrm>
            <a:off x="2986335" y="2384755"/>
            <a:ext cx="2088491" cy="2091175"/>
          </a:xfrm>
          <a:prstGeom prst="ellipse">
            <a:avLst/>
          </a:prstGeom>
          <a:noFill/>
          <a:ln w="12700" cap="flat">
            <a:no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5" name="Oval 9"/>
          <p:cNvSpPr>
            <a:spLocks noChangeArrowheads="1"/>
          </p:cNvSpPr>
          <p:nvPr/>
        </p:nvSpPr>
        <p:spPr bwMode="auto">
          <a:xfrm>
            <a:off x="2986335" y="2384755"/>
            <a:ext cx="2088491" cy="2091175"/>
          </a:xfrm>
          <a:prstGeom prst="ellipse">
            <a:avLst/>
          </a:prstGeom>
          <a:noFill/>
          <a:ln w="19050" cap="flat">
            <a:solidFill>
              <a:schemeClr val="bg1">
                <a:lumMod val="6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6" name="Oval 11"/>
          <p:cNvSpPr>
            <a:spLocks noChangeArrowheads="1"/>
          </p:cNvSpPr>
          <p:nvPr/>
        </p:nvSpPr>
        <p:spPr bwMode="auto">
          <a:xfrm>
            <a:off x="3703079" y="2057254"/>
            <a:ext cx="653660" cy="655002"/>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7" name="Oval 10"/>
          <p:cNvSpPr>
            <a:spLocks noChangeArrowheads="1"/>
          </p:cNvSpPr>
          <p:nvPr/>
        </p:nvSpPr>
        <p:spPr bwMode="auto">
          <a:xfrm>
            <a:off x="3703079" y="4148429"/>
            <a:ext cx="653660" cy="655002"/>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cxnSp>
        <p:nvCxnSpPr>
          <p:cNvPr id="18" name="Straight Connector 17"/>
          <p:cNvCxnSpPr/>
          <p:nvPr/>
        </p:nvCxnSpPr>
        <p:spPr>
          <a:xfrm>
            <a:off x="5091477" y="3430342"/>
            <a:ext cx="401577" cy="0"/>
          </a:xfrm>
          <a:prstGeom prst="line">
            <a:avLst/>
          </a:prstGeom>
          <a:ln w="19050">
            <a:solidFill>
              <a:schemeClr val="tx1">
                <a:lumMod val="60000"/>
                <a:lumOff val="40000"/>
              </a:schemeClr>
            </a:solidFill>
            <a:tailEnd type="triangle" w="sm" len="med"/>
          </a:ln>
        </p:spPr>
        <p:style>
          <a:lnRef idx="1">
            <a:schemeClr val="accent1"/>
          </a:lnRef>
          <a:fillRef idx="0">
            <a:schemeClr val="accent1"/>
          </a:fillRef>
          <a:effectRef idx="0">
            <a:schemeClr val="accent1"/>
          </a:effectRef>
          <a:fontRef idx="minor">
            <a:schemeClr val="tx1"/>
          </a:fontRef>
        </p:style>
      </p:cxnSp>
      <p:sp>
        <p:nvSpPr>
          <p:cNvPr id="19" name="Oval 12"/>
          <p:cNvSpPr>
            <a:spLocks noChangeArrowheads="1"/>
          </p:cNvSpPr>
          <p:nvPr/>
        </p:nvSpPr>
        <p:spPr bwMode="auto">
          <a:xfrm>
            <a:off x="5509704" y="2977344"/>
            <a:ext cx="907339" cy="905997"/>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cxnSp>
        <p:nvCxnSpPr>
          <p:cNvPr id="21" name="Straight Connector 20"/>
          <p:cNvCxnSpPr/>
          <p:nvPr/>
        </p:nvCxnSpPr>
        <p:spPr>
          <a:xfrm>
            <a:off x="6477154" y="3430342"/>
            <a:ext cx="457200" cy="0"/>
          </a:xfrm>
          <a:prstGeom prst="line">
            <a:avLst/>
          </a:prstGeom>
          <a:ln w="19050">
            <a:solidFill>
              <a:schemeClr val="tx1">
                <a:lumMod val="60000"/>
                <a:lumOff val="40000"/>
              </a:schemeClr>
            </a:solidFill>
            <a:tailEnd type="triangle" w="sm" len="med"/>
          </a:ln>
        </p:spPr>
        <p:style>
          <a:lnRef idx="1">
            <a:schemeClr val="accent1"/>
          </a:lnRef>
          <a:fillRef idx="0">
            <a:schemeClr val="accent1"/>
          </a:fillRef>
          <a:effectRef idx="0">
            <a:schemeClr val="accent1"/>
          </a:effectRef>
          <a:fontRef idx="minor">
            <a:schemeClr val="tx1"/>
          </a:fontRef>
        </p:style>
      </p:cxnSp>
      <p:sp>
        <p:nvSpPr>
          <p:cNvPr id="22" name="Oval 13"/>
          <p:cNvSpPr>
            <a:spLocks noChangeArrowheads="1"/>
          </p:cNvSpPr>
          <p:nvPr/>
        </p:nvSpPr>
        <p:spPr bwMode="auto">
          <a:xfrm>
            <a:off x="7054290" y="3058548"/>
            <a:ext cx="746273" cy="743589"/>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23" name="Group 22"/>
          <p:cNvGrpSpPr/>
          <p:nvPr/>
        </p:nvGrpSpPr>
        <p:grpSpPr>
          <a:xfrm>
            <a:off x="7427427" y="2472079"/>
            <a:ext cx="0" cy="1916526"/>
            <a:chOff x="7287219" y="2746072"/>
            <a:chExt cx="0" cy="1916526"/>
          </a:xfrm>
        </p:grpSpPr>
        <p:cxnSp>
          <p:nvCxnSpPr>
            <p:cNvPr id="24" name="Straight Connector 23"/>
            <p:cNvCxnSpPr/>
            <p:nvPr/>
          </p:nvCxnSpPr>
          <p:spPr>
            <a:xfrm rot="16200000">
              <a:off x="7010946" y="3022345"/>
              <a:ext cx="552546" cy="0"/>
            </a:xfrm>
            <a:prstGeom prst="line">
              <a:avLst/>
            </a:prstGeom>
            <a:ln w="19050">
              <a:solidFill>
                <a:schemeClr val="tx1">
                  <a:lumMod val="60000"/>
                  <a:lumOff val="40000"/>
                </a:schemeClr>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5400000" flipV="1">
              <a:off x="7010946" y="4386325"/>
              <a:ext cx="552546" cy="0"/>
            </a:xfrm>
            <a:prstGeom prst="line">
              <a:avLst/>
            </a:prstGeom>
            <a:ln w="19050">
              <a:solidFill>
                <a:schemeClr val="tx1">
                  <a:lumMod val="60000"/>
                  <a:lumOff val="40000"/>
                </a:schemeClr>
              </a:solidFill>
              <a:tailEnd type="triangle" w="sm" len="med"/>
            </a:ln>
          </p:spPr>
          <p:style>
            <a:lnRef idx="1">
              <a:schemeClr val="accent1"/>
            </a:lnRef>
            <a:fillRef idx="0">
              <a:schemeClr val="accent1"/>
            </a:fillRef>
            <a:effectRef idx="0">
              <a:schemeClr val="accent1"/>
            </a:effectRef>
            <a:fontRef idx="minor">
              <a:schemeClr val="tx1"/>
            </a:fontRef>
          </p:style>
        </p:cxnSp>
      </p:grpSp>
      <p:sp>
        <p:nvSpPr>
          <p:cNvPr id="26" name="Oval 15"/>
          <p:cNvSpPr>
            <a:spLocks noChangeArrowheads="1"/>
          </p:cNvSpPr>
          <p:nvPr/>
        </p:nvSpPr>
        <p:spPr bwMode="auto">
          <a:xfrm>
            <a:off x="7156299" y="1916321"/>
            <a:ext cx="542256" cy="544940"/>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8" name="Freeform 53"/>
          <p:cNvSpPr>
            <a:spLocks noEditPoints="1"/>
          </p:cNvSpPr>
          <p:nvPr/>
        </p:nvSpPr>
        <p:spPr bwMode="auto">
          <a:xfrm>
            <a:off x="7328478" y="2008241"/>
            <a:ext cx="197899" cy="361100"/>
          </a:xfrm>
          <a:custGeom>
            <a:avLst/>
            <a:gdLst>
              <a:gd name="T0" fmla="*/ 253 w 1131"/>
              <a:gd name="T1" fmla="*/ 312 h 2063"/>
              <a:gd name="T2" fmla="*/ 565 w 1131"/>
              <a:gd name="T3" fmla="*/ 0 h 2063"/>
              <a:gd name="T4" fmla="*/ 877 w 1131"/>
              <a:gd name="T5" fmla="*/ 312 h 2063"/>
              <a:gd name="T6" fmla="*/ 565 w 1131"/>
              <a:gd name="T7" fmla="*/ 624 h 2063"/>
              <a:gd name="T8" fmla="*/ 253 w 1131"/>
              <a:gd name="T9" fmla="*/ 312 h 2063"/>
              <a:gd name="T10" fmla="*/ 801 w 1131"/>
              <a:gd name="T11" fmla="*/ 721 h 2063"/>
              <a:gd name="T12" fmla="*/ 565 w 1131"/>
              <a:gd name="T13" fmla="*/ 666 h 2063"/>
              <a:gd name="T14" fmla="*/ 329 w 1131"/>
              <a:gd name="T15" fmla="*/ 721 h 2063"/>
              <a:gd name="T16" fmla="*/ 0 w 1131"/>
              <a:gd name="T17" fmla="*/ 791 h 2063"/>
              <a:gd name="T18" fmla="*/ 61 w 1131"/>
              <a:gd name="T19" fmla="*/ 1278 h 2063"/>
              <a:gd name="T20" fmla="*/ 201 w 1131"/>
              <a:gd name="T21" fmla="*/ 1509 h 2063"/>
              <a:gd name="T22" fmla="*/ 201 w 1131"/>
              <a:gd name="T23" fmla="*/ 2015 h 2063"/>
              <a:gd name="T24" fmla="*/ 565 w 1131"/>
              <a:gd name="T25" fmla="*/ 2063 h 2063"/>
              <a:gd name="T26" fmla="*/ 930 w 1131"/>
              <a:gd name="T27" fmla="*/ 2015 h 2063"/>
              <a:gd name="T28" fmla="*/ 930 w 1131"/>
              <a:gd name="T29" fmla="*/ 1509 h 2063"/>
              <a:gd name="T30" fmla="*/ 1070 w 1131"/>
              <a:gd name="T31" fmla="*/ 1278 h 2063"/>
              <a:gd name="T32" fmla="*/ 1131 w 1131"/>
              <a:gd name="T33" fmla="*/ 791 h 2063"/>
              <a:gd name="T34" fmla="*/ 801 w 1131"/>
              <a:gd name="T35" fmla="*/ 721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31" h="2063">
                <a:moveTo>
                  <a:pt x="253" y="312"/>
                </a:moveTo>
                <a:cubicBezTo>
                  <a:pt x="253" y="140"/>
                  <a:pt x="393" y="0"/>
                  <a:pt x="565" y="0"/>
                </a:cubicBezTo>
                <a:cubicBezTo>
                  <a:pt x="738" y="0"/>
                  <a:pt x="877" y="140"/>
                  <a:pt x="877" y="312"/>
                </a:cubicBezTo>
                <a:cubicBezTo>
                  <a:pt x="877" y="485"/>
                  <a:pt x="738" y="624"/>
                  <a:pt x="565" y="624"/>
                </a:cubicBezTo>
                <a:cubicBezTo>
                  <a:pt x="393" y="624"/>
                  <a:pt x="253" y="485"/>
                  <a:pt x="253" y="312"/>
                </a:cubicBezTo>
                <a:close/>
                <a:moveTo>
                  <a:pt x="801" y="721"/>
                </a:moveTo>
                <a:cubicBezTo>
                  <a:pt x="769" y="706"/>
                  <a:pt x="676" y="666"/>
                  <a:pt x="565" y="666"/>
                </a:cubicBezTo>
                <a:cubicBezTo>
                  <a:pt x="455" y="666"/>
                  <a:pt x="362" y="706"/>
                  <a:pt x="329" y="721"/>
                </a:cubicBezTo>
                <a:cubicBezTo>
                  <a:pt x="109" y="744"/>
                  <a:pt x="0" y="791"/>
                  <a:pt x="0" y="791"/>
                </a:cubicBezTo>
                <a:cubicBezTo>
                  <a:pt x="0" y="791"/>
                  <a:pt x="31" y="1186"/>
                  <a:pt x="61" y="1278"/>
                </a:cubicBezTo>
                <a:cubicBezTo>
                  <a:pt x="91" y="1369"/>
                  <a:pt x="201" y="1415"/>
                  <a:pt x="201" y="1509"/>
                </a:cubicBezTo>
                <a:cubicBezTo>
                  <a:pt x="201" y="1603"/>
                  <a:pt x="201" y="2015"/>
                  <a:pt x="201" y="2015"/>
                </a:cubicBezTo>
                <a:cubicBezTo>
                  <a:pt x="201" y="2015"/>
                  <a:pt x="384" y="2063"/>
                  <a:pt x="565" y="2063"/>
                </a:cubicBezTo>
                <a:cubicBezTo>
                  <a:pt x="747" y="2063"/>
                  <a:pt x="930" y="2015"/>
                  <a:pt x="930" y="2015"/>
                </a:cubicBezTo>
                <a:cubicBezTo>
                  <a:pt x="930" y="2015"/>
                  <a:pt x="930" y="1603"/>
                  <a:pt x="930" y="1509"/>
                </a:cubicBezTo>
                <a:cubicBezTo>
                  <a:pt x="930" y="1415"/>
                  <a:pt x="1040" y="1369"/>
                  <a:pt x="1070" y="1278"/>
                </a:cubicBezTo>
                <a:cubicBezTo>
                  <a:pt x="1099" y="1186"/>
                  <a:pt x="1131" y="791"/>
                  <a:pt x="1131" y="791"/>
                </a:cubicBezTo>
                <a:cubicBezTo>
                  <a:pt x="1131" y="791"/>
                  <a:pt x="1022" y="744"/>
                  <a:pt x="801" y="721"/>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0" name="Oval 14"/>
          <p:cNvSpPr>
            <a:spLocks noChangeArrowheads="1"/>
          </p:cNvSpPr>
          <p:nvPr/>
        </p:nvSpPr>
        <p:spPr bwMode="auto">
          <a:xfrm>
            <a:off x="7156299" y="4396739"/>
            <a:ext cx="542256" cy="547625"/>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1" name="Freeform 54"/>
          <p:cNvSpPr>
            <a:spLocks noEditPoints="1"/>
          </p:cNvSpPr>
          <p:nvPr/>
        </p:nvSpPr>
        <p:spPr bwMode="auto">
          <a:xfrm>
            <a:off x="7335654" y="4490001"/>
            <a:ext cx="183547" cy="361100"/>
          </a:xfrm>
          <a:custGeom>
            <a:avLst/>
            <a:gdLst>
              <a:gd name="T0" fmla="*/ 212 w 1049"/>
              <a:gd name="T1" fmla="*/ 312 h 2063"/>
              <a:gd name="T2" fmla="*/ 524 w 1049"/>
              <a:gd name="T3" fmla="*/ 0 h 2063"/>
              <a:gd name="T4" fmla="*/ 836 w 1049"/>
              <a:gd name="T5" fmla="*/ 312 h 2063"/>
              <a:gd name="T6" fmla="*/ 524 w 1049"/>
              <a:gd name="T7" fmla="*/ 624 h 2063"/>
              <a:gd name="T8" fmla="*/ 212 w 1049"/>
              <a:gd name="T9" fmla="*/ 312 h 2063"/>
              <a:gd name="T10" fmla="*/ 849 w 1049"/>
              <a:gd name="T11" fmla="*/ 1429 h 2063"/>
              <a:gd name="T12" fmla="*/ 909 w 1049"/>
              <a:gd name="T13" fmla="*/ 1198 h 2063"/>
              <a:gd name="T14" fmla="*/ 970 w 1049"/>
              <a:gd name="T15" fmla="*/ 779 h 2063"/>
              <a:gd name="T16" fmla="*/ 761 w 1049"/>
              <a:gd name="T17" fmla="*/ 722 h 2063"/>
              <a:gd name="T18" fmla="*/ 524 w 1049"/>
              <a:gd name="T19" fmla="*/ 666 h 2063"/>
              <a:gd name="T20" fmla="*/ 288 w 1049"/>
              <a:gd name="T21" fmla="*/ 722 h 2063"/>
              <a:gd name="T22" fmla="*/ 79 w 1049"/>
              <a:gd name="T23" fmla="*/ 779 h 2063"/>
              <a:gd name="T24" fmla="*/ 140 w 1049"/>
              <a:gd name="T25" fmla="*/ 1198 h 2063"/>
              <a:gd name="T26" fmla="*/ 200 w 1049"/>
              <a:gd name="T27" fmla="*/ 1429 h 2063"/>
              <a:gd name="T28" fmla="*/ 0 w 1049"/>
              <a:gd name="T29" fmla="*/ 2015 h 2063"/>
              <a:gd name="T30" fmla="*/ 524 w 1049"/>
              <a:gd name="T31" fmla="*/ 2063 h 2063"/>
              <a:gd name="T32" fmla="*/ 1049 w 1049"/>
              <a:gd name="T33" fmla="*/ 2015 h 2063"/>
              <a:gd name="T34" fmla="*/ 849 w 1049"/>
              <a:gd name="T35" fmla="*/ 1429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49" h="2063">
                <a:moveTo>
                  <a:pt x="212" y="312"/>
                </a:moveTo>
                <a:cubicBezTo>
                  <a:pt x="212" y="140"/>
                  <a:pt x="352" y="0"/>
                  <a:pt x="524" y="0"/>
                </a:cubicBezTo>
                <a:cubicBezTo>
                  <a:pt x="697" y="0"/>
                  <a:pt x="836" y="140"/>
                  <a:pt x="836" y="312"/>
                </a:cubicBezTo>
                <a:cubicBezTo>
                  <a:pt x="836" y="485"/>
                  <a:pt x="697" y="624"/>
                  <a:pt x="524" y="624"/>
                </a:cubicBezTo>
                <a:cubicBezTo>
                  <a:pt x="352" y="624"/>
                  <a:pt x="212" y="485"/>
                  <a:pt x="212" y="312"/>
                </a:cubicBezTo>
                <a:close/>
                <a:moveTo>
                  <a:pt x="849" y="1429"/>
                </a:moveTo>
                <a:cubicBezTo>
                  <a:pt x="849" y="1335"/>
                  <a:pt x="879" y="1289"/>
                  <a:pt x="909" y="1198"/>
                </a:cubicBezTo>
                <a:cubicBezTo>
                  <a:pt x="938" y="1106"/>
                  <a:pt x="970" y="779"/>
                  <a:pt x="970" y="779"/>
                </a:cubicBezTo>
                <a:cubicBezTo>
                  <a:pt x="970" y="779"/>
                  <a:pt x="933" y="741"/>
                  <a:pt x="761" y="722"/>
                </a:cubicBezTo>
                <a:cubicBezTo>
                  <a:pt x="729" y="706"/>
                  <a:pt x="635" y="666"/>
                  <a:pt x="524" y="666"/>
                </a:cubicBezTo>
                <a:cubicBezTo>
                  <a:pt x="414" y="666"/>
                  <a:pt x="320" y="706"/>
                  <a:pt x="288" y="722"/>
                </a:cubicBezTo>
                <a:cubicBezTo>
                  <a:pt x="116" y="741"/>
                  <a:pt x="79" y="779"/>
                  <a:pt x="79" y="779"/>
                </a:cubicBezTo>
                <a:cubicBezTo>
                  <a:pt x="79" y="779"/>
                  <a:pt x="110" y="1106"/>
                  <a:pt x="140" y="1198"/>
                </a:cubicBezTo>
                <a:cubicBezTo>
                  <a:pt x="170" y="1289"/>
                  <a:pt x="200" y="1335"/>
                  <a:pt x="200" y="1429"/>
                </a:cubicBezTo>
                <a:cubicBezTo>
                  <a:pt x="200" y="1523"/>
                  <a:pt x="0" y="2015"/>
                  <a:pt x="0" y="2015"/>
                </a:cubicBezTo>
                <a:cubicBezTo>
                  <a:pt x="0" y="2015"/>
                  <a:pt x="60" y="2063"/>
                  <a:pt x="524" y="2063"/>
                </a:cubicBezTo>
                <a:cubicBezTo>
                  <a:pt x="989" y="2063"/>
                  <a:pt x="1049" y="2015"/>
                  <a:pt x="1049" y="2015"/>
                </a:cubicBezTo>
                <a:cubicBezTo>
                  <a:pt x="1049" y="2015"/>
                  <a:pt x="849" y="1523"/>
                  <a:pt x="849" y="142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cxnSp>
        <p:nvCxnSpPr>
          <p:cNvPr id="32" name="Straight Connector 31"/>
          <p:cNvCxnSpPr/>
          <p:nvPr/>
        </p:nvCxnSpPr>
        <p:spPr>
          <a:xfrm>
            <a:off x="7873564" y="3430342"/>
            <a:ext cx="441786" cy="0"/>
          </a:xfrm>
          <a:prstGeom prst="line">
            <a:avLst/>
          </a:prstGeom>
          <a:ln w="19050">
            <a:solidFill>
              <a:schemeClr val="tx1">
                <a:lumMod val="60000"/>
                <a:lumOff val="40000"/>
              </a:schemeClr>
            </a:solidFill>
            <a:tailEnd type="triangle" w="sm" len="med"/>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a:xfrm>
            <a:off x="7800563" y="2133760"/>
            <a:ext cx="895259" cy="2590480"/>
            <a:chOff x="7660355" y="2409095"/>
            <a:chExt cx="895259" cy="2590480"/>
          </a:xfrm>
        </p:grpSpPr>
        <p:sp>
          <p:nvSpPr>
            <p:cNvPr id="34" name="Freeform 16"/>
            <p:cNvSpPr>
              <a:spLocks/>
            </p:cNvSpPr>
            <p:nvPr/>
          </p:nvSpPr>
          <p:spPr bwMode="auto">
            <a:xfrm>
              <a:off x="7660355" y="4227800"/>
              <a:ext cx="867073" cy="771775"/>
            </a:xfrm>
            <a:custGeom>
              <a:avLst/>
              <a:gdLst>
                <a:gd name="T0" fmla="*/ 0 w 273"/>
                <a:gd name="T1" fmla="*/ 243 h 243"/>
                <a:gd name="T2" fmla="*/ 273 w 273"/>
                <a:gd name="T3" fmla="*/ 0 h 243"/>
              </a:gdLst>
              <a:ahLst/>
              <a:cxnLst>
                <a:cxn ang="0">
                  <a:pos x="T0" y="T1"/>
                </a:cxn>
                <a:cxn ang="0">
                  <a:pos x="T2" y="T3"/>
                </a:cxn>
              </a:cxnLst>
              <a:rect l="0" t="0" r="r" b="b"/>
              <a:pathLst>
                <a:path w="273" h="243">
                  <a:moveTo>
                    <a:pt x="0" y="243"/>
                  </a:moveTo>
                  <a:cubicBezTo>
                    <a:pt x="123" y="208"/>
                    <a:pt x="224" y="117"/>
                    <a:pt x="273" y="0"/>
                  </a:cubicBezTo>
                </a:path>
              </a:pathLst>
            </a:custGeom>
            <a:noFill/>
            <a:ln w="25400" cap="flat">
              <a:solidFill>
                <a:schemeClr val="bg1">
                  <a:lumMod val="65000"/>
                </a:schemeClr>
              </a:solidFill>
              <a:prstDash val="solid"/>
              <a:miter lim="800000"/>
              <a:headEnd type="triangle"/>
              <a:tailEnd type="triangle"/>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5" name="Freeform 17"/>
            <p:cNvSpPr>
              <a:spLocks/>
            </p:cNvSpPr>
            <p:nvPr/>
          </p:nvSpPr>
          <p:spPr bwMode="auto">
            <a:xfrm>
              <a:off x="7660355" y="2409095"/>
              <a:ext cx="895259" cy="841570"/>
            </a:xfrm>
            <a:custGeom>
              <a:avLst/>
              <a:gdLst>
                <a:gd name="T0" fmla="*/ 282 w 282"/>
                <a:gd name="T1" fmla="*/ 265 h 265"/>
                <a:gd name="T2" fmla="*/ 0 w 282"/>
                <a:gd name="T3" fmla="*/ 0 h 265"/>
              </a:gdLst>
              <a:ahLst/>
              <a:cxnLst>
                <a:cxn ang="0">
                  <a:pos x="T0" y="T1"/>
                </a:cxn>
                <a:cxn ang="0">
                  <a:pos x="T2" y="T3"/>
                </a:cxn>
              </a:cxnLst>
              <a:rect l="0" t="0" r="r" b="b"/>
              <a:pathLst>
                <a:path w="282" h="265">
                  <a:moveTo>
                    <a:pt x="282" y="265"/>
                  </a:moveTo>
                  <a:cubicBezTo>
                    <a:pt x="236" y="137"/>
                    <a:pt x="131" y="38"/>
                    <a:pt x="0" y="0"/>
                  </a:cubicBezTo>
                </a:path>
              </a:pathLst>
            </a:custGeom>
            <a:noFill/>
            <a:ln w="25400" cap="flat">
              <a:solidFill>
                <a:schemeClr val="bg1">
                  <a:lumMod val="65000"/>
                </a:schemeClr>
              </a:solidFill>
              <a:prstDash val="solid"/>
              <a:miter lim="800000"/>
              <a:headEnd type="triangle"/>
              <a:tailEnd type="triangle"/>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36" name="Oval 18"/>
          <p:cNvSpPr>
            <a:spLocks noChangeArrowheads="1"/>
          </p:cNvSpPr>
          <p:nvPr/>
        </p:nvSpPr>
        <p:spPr bwMode="auto">
          <a:xfrm>
            <a:off x="8362952" y="3058548"/>
            <a:ext cx="742246" cy="743589"/>
          </a:xfrm>
          <a:prstGeom prst="ellipse">
            <a:avLst/>
          </a:prstGeom>
          <a:solidFill>
            <a:schemeClr val="accent5"/>
          </a:solidFill>
          <a:ln>
            <a:noFill/>
          </a:ln>
        </p:spPr>
        <p:txBody>
          <a:bodyPr vert="horz" wrap="square" lIns="91440" tIns="45720" rIns="91440" bIns="45720" numCol="1" anchor="t" anchorCtr="0" compatLnSpc="1">
            <a:prstTxWarp prst="textNoShape">
              <a:avLst/>
            </a:prstTxWarp>
          </a:bodyPr>
          <a:lstStyle/>
          <a:p>
            <a:endParaRPr lang="en-US">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cxnSp>
        <p:nvCxnSpPr>
          <p:cNvPr id="37" name="Straight Connector 36"/>
          <p:cNvCxnSpPr/>
          <p:nvPr/>
        </p:nvCxnSpPr>
        <p:spPr>
          <a:xfrm>
            <a:off x="9134381" y="3430342"/>
            <a:ext cx="552546" cy="0"/>
          </a:xfrm>
          <a:prstGeom prst="line">
            <a:avLst/>
          </a:prstGeom>
          <a:ln w="19050">
            <a:solidFill>
              <a:schemeClr val="tx1">
                <a:lumMod val="60000"/>
                <a:lumOff val="40000"/>
              </a:schemeClr>
            </a:solidFill>
            <a:tailEnd type="triangle" w="sm" len="med"/>
          </a:ln>
        </p:spPr>
        <p:style>
          <a:lnRef idx="1">
            <a:schemeClr val="accent1"/>
          </a:lnRef>
          <a:fillRef idx="0">
            <a:schemeClr val="accent1"/>
          </a:fillRef>
          <a:effectRef idx="0">
            <a:schemeClr val="accent1"/>
          </a:effectRef>
          <a:fontRef idx="minor">
            <a:schemeClr val="tx1"/>
          </a:fontRef>
        </p:style>
      </p:cxnSp>
      <p:sp>
        <p:nvSpPr>
          <p:cNvPr id="38" name="Oval 20"/>
          <p:cNvSpPr>
            <a:spLocks noChangeArrowheads="1"/>
          </p:cNvSpPr>
          <p:nvPr/>
        </p:nvSpPr>
        <p:spPr bwMode="auto">
          <a:xfrm>
            <a:off x="9792414" y="2838424"/>
            <a:ext cx="1179809" cy="1183836"/>
          </a:xfrm>
          <a:prstGeom prst="ellipse">
            <a:avLst/>
          </a:prstGeom>
          <a:solidFill>
            <a:schemeClr val="accent6"/>
          </a:solidFill>
          <a:ln>
            <a:noFill/>
          </a:ln>
        </p:spPr>
        <p:txBody>
          <a:bodyPr vert="horz" wrap="square" lIns="91440" tIns="45720" rIns="91440" bIns="45720" numCol="1" anchor="t" anchorCtr="0" compatLnSpc="1">
            <a:prstTxWarp prst="textNoShape">
              <a:avLst/>
            </a:prstTxWarp>
          </a:bodyPr>
          <a:lstStyle/>
          <a:p>
            <a:endParaRPr lang="en-US">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0" name="TextBox 39"/>
          <p:cNvSpPr txBox="1"/>
          <p:nvPr/>
        </p:nvSpPr>
        <p:spPr>
          <a:xfrm>
            <a:off x="1587046" y="4012100"/>
            <a:ext cx="738134" cy="288147"/>
          </a:xfrm>
          <a:prstGeom prst="rect">
            <a:avLst/>
          </a:prstGeom>
          <a:noFill/>
        </p:spPr>
        <p:txBody>
          <a:bodyPr wrap="none" lIns="72000" tIns="36000" rIns="72000" bIns="36000" rtlCol="0" anchor="t">
            <a:spAutoFit/>
          </a:bodyPr>
          <a:lstStyle/>
          <a:p>
            <a:pPr algn="ctr"/>
            <a:r>
              <a:rPr lang="en-US" sz="1400" b="1"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Set Up</a:t>
            </a:r>
            <a:endParaRPr lang="id-ID" sz="1400" b="1"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1" name="TextBox 40"/>
          <p:cNvSpPr txBox="1"/>
          <p:nvPr/>
        </p:nvSpPr>
        <p:spPr>
          <a:xfrm>
            <a:off x="3188070" y="3147769"/>
            <a:ext cx="1612154" cy="565146"/>
          </a:xfrm>
          <a:prstGeom prst="rect">
            <a:avLst/>
          </a:prstGeom>
          <a:noFill/>
        </p:spPr>
        <p:txBody>
          <a:bodyPr wrap="none" lIns="72000" tIns="36000" rIns="72000" bIns="36000" rtlCol="0" anchor="ctr">
            <a:spAutoFit/>
          </a:bodyPr>
          <a:lstStyle/>
          <a:p>
            <a:pPr algn="ctr"/>
            <a:r>
              <a:rPr lang="en-US" sz="1600" b="1"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RESEARCHING</a:t>
            </a:r>
          </a:p>
          <a:p>
            <a:pPr algn="ctr"/>
            <a:r>
              <a:rPr lang="en-US" sz="1600" b="1"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PROCESS</a:t>
            </a:r>
            <a:endParaRPr lang="id-ID" sz="1600" b="1"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2" name="TextBox 41"/>
          <p:cNvSpPr txBox="1"/>
          <p:nvPr/>
        </p:nvSpPr>
        <p:spPr>
          <a:xfrm>
            <a:off x="3644733" y="1155768"/>
            <a:ext cx="761088" cy="288147"/>
          </a:xfrm>
          <a:prstGeom prst="rect">
            <a:avLst/>
          </a:prstGeom>
          <a:noFill/>
        </p:spPr>
        <p:txBody>
          <a:bodyPr wrap="none" lIns="72000" tIns="36000" rIns="72000" bIns="36000" rtlCol="0" anchor="t">
            <a:spAutoFit/>
          </a:bodyPr>
          <a:lstStyle/>
          <a:p>
            <a:pPr algn="ctr"/>
            <a:r>
              <a:rPr lang="en-US" sz="1400" b="1"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Search</a:t>
            </a:r>
            <a:endParaRPr lang="id-ID" sz="1400" b="1"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3" name="TextBox 42"/>
          <p:cNvSpPr txBox="1"/>
          <p:nvPr/>
        </p:nvSpPr>
        <p:spPr>
          <a:xfrm>
            <a:off x="3613217" y="4828809"/>
            <a:ext cx="824118" cy="288147"/>
          </a:xfrm>
          <a:prstGeom prst="rect">
            <a:avLst/>
          </a:prstGeom>
          <a:noFill/>
        </p:spPr>
        <p:txBody>
          <a:bodyPr wrap="none" lIns="72000" tIns="36000" rIns="72000" bIns="36000" rtlCol="0" anchor="t">
            <a:spAutoFit/>
          </a:bodyPr>
          <a:lstStyle/>
          <a:p>
            <a:pPr algn="ctr"/>
            <a:r>
              <a:rPr lang="en-US" sz="1400" b="1"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Explore</a:t>
            </a:r>
            <a:endParaRPr lang="id-ID" sz="1400" b="1"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4" name="TextBox 43"/>
          <p:cNvSpPr txBox="1"/>
          <p:nvPr/>
        </p:nvSpPr>
        <p:spPr>
          <a:xfrm>
            <a:off x="5618694" y="3270880"/>
            <a:ext cx="640735" cy="318924"/>
          </a:xfrm>
          <a:prstGeom prst="rect">
            <a:avLst/>
          </a:prstGeom>
          <a:noFill/>
        </p:spPr>
        <p:txBody>
          <a:bodyPr wrap="none" lIns="72000" tIns="36000" rIns="72000" bIns="36000" rtlCol="0" anchor="ctr">
            <a:spAutoFit/>
          </a:bodyPr>
          <a:lstStyle/>
          <a:p>
            <a:pPr algn="ctr"/>
            <a:r>
              <a:rPr lang="en-US" sz="1600" b="1"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FIND</a:t>
            </a:r>
            <a:endParaRPr lang="id-ID" sz="1600" b="1"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5" name="TextBox 44"/>
          <p:cNvSpPr txBox="1"/>
          <p:nvPr/>
        </p:nvSpPr>
        <p:spPr>
          <a:xfrm>
            <a:off x="6933326" y="4950729"/>
            <a:ext cx="988202" cy="288147"/>
          </a:xfrm>
          <a:prstGeom prst="rect">
            <a:avLst/>
          </a:prstGeom>
          <a:noFill/>
        </p:spPr>
        <p:txBody>
          <a:bodyPr wrap="none" lIns="72000" tIns="36000" rIns="72000" bIns="36000" rtlCol="0" anchor="t">
            <a:spAutoFit/>
          </a:bodyPr>
          <a:lstStyle/>
          <a:p>
            <a:pPr algn="ctr"/>
            <a:r>
              <a:rPr lang="en-US" sz="1400" b="1"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Selection</a:t>
            </a:r>
            <a:endParaRPr lang="id-ID" sz="1400" b="1"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6" name="TextBox 45"/>
          <p:cNvSpPr txBox="1"/>
          <p:nvPr/>
        </p:nvSpPr>
        <p:spPr>
          <a:xfrm>
            <a:off x="9859165" y="4060673"/>
            <a:ext cx="1076367" cy="288147"/>
          </a:xfrm>
          <a:prstGeom prst="rect">
            <a:avLst/>
          </a:prstGeom>
          <a:noFill/>
        </p:spPr>
        <p:txBody>
          <a:bodyPr wrap="none" lIns="72000" tIns="36000" rIns="72000" bIns="36000" rtlCol="0" anchor="t">
            <a:spAutoFit/>
          </a:bodyPr>
          <a:lstStyle/>
          <a:p>
            <a:pPr algn="ctr"/>
            <a:r>
              <a:rPr lang="en-US" sz="1400" b="1"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Recruiting</a:t>
            </a:r>
            <a:endParaRPr lang="id-ID" sz="1400" b="1"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7" name="Freeform 46"/>
          <p:cNvSpPr>
            <a:spLocks noEditPoints="1"/>
          </p:cNvSpPr>
          <p:nvPr/>
        </p:nvSpPr>
        <p:spPr bwMode="auto">
          <a:xfrm>
            <a:off x="1802377" y="3242874"/>
            <a:ext cx="377409" cy="374936"/>
          </a:xfrm>
          <a:custGeom>
            <a:avLst/>
            <a:gdLst>
              <a:gd name="T0" fmla="*/ 95 w 191"/>
              <a:gd name="T1" fmla="*/ 0 h 190"/>
              <a:gd name="T2" fmla="*/ 0 w 191"/>
              <a:gd name="T3" fmla="*/ 95 h 190"/>
              <a:gd name="T4" fmla="*/ 95 w 191"/>
              <a:gd name="T5" fmla="*/ 190 h 190"/>
              <a:gd name="T6" fmla="*/ 191 w 191"/>
              <a:gd name="T7" fmla="*/ 95 h 190"/>
              <a:gd name="T8" fmla="*/ 95 w 191"/>
              <a:gd name="T9" fmla="*/ 0 h 190"/>
              <a:gd name="T10" fmla="*/ 95 w 191"/>
              <a:gd name="T11" fmla="*/ 174 h 190"/>
              <a:gd name="T12" fmla="*/ 16 w 191"/>
              <a:gd name="T13" fmla="*/ 95 h 190"/>
              <a:gd name="T14" fmla="*/ 95 w 191"/>
              <a:gd name="T15" fmla="*/ 16 h 190"/>
              <a:gd name="T16" fmla="*/ 175 w 191"/>
              <a:gd name="T17" fmla="*/ 95 h 190"/>
              <a:gd name="T18" fmla="*/ 95 w 191"/>
              <a:gd name="T19" fmla="*/ 174 h 190"/>
              <a:gd name="T20" fmla="*/ 152 w 191"/>
              <a:gd name="T21" fmla="*/ 95 h 190"/>
              <a:gd name="T22" fmla="*/ 95 w 191"/>
              <a:gd name="T23" fmla="*/ 152 h 190"/>
              <a:gd name="T24" fmla="*/ 38 w 191"/>
              <a:gd name="T25" fmla="*/ 95 h 190"/>
              <a:gd name="T26" fmla="*/ 70 w 191"/>
              <a:gd name="T27" fmla="*/ 44 h 190"/>
              <a:gd name="T28" fmla="*/ 70 w 191"/>
              <a:gd name="T29" fmla="*/ 63 h 190"/>
              <a:gd name="T30" fmla="*/ 54 w 191"/>
              <a:gd name="T31" fmla="*/ 95 h 190"/>
              <a:gd name="T32" fmla="*/ 95 w 191"/>
              <a:gd name="T33" fmla="*/ 136 h 190"/>
              <a:gd name="T34" fmla="*/ 136 w 191"/>
              <a:gd name="T35" fmla="*/ 95 h 190"/>
              <a:gd name="T36" fmla="*/ 121 w 191"/>
              <a:gd name="T37" fmla="*/ 63 h 190"/>
              <a:gd name="T38" fmla="*/ 121 w 191"/>
              <a:gd name="T39" fmla="*/ 44 h 190"/>
              <a:gd name="T40" fmla="*/ 152 w 191"/>
              <a:gd name="T41" fmla="*/ 95 h 190"/>
              <a:gd name="T42" fmla="*/ 103 w 191"/>
              <a:gd name="T43" fmla="*/ 82 h 190"/>
              <a:gd name="T44" fmla="*/ 87 w 191"/>
              <a:gd name="T45" fmla="*/ 82 h 190"/>
              <a:gd name="T46" fmla="*/ 87 w 191"/>
              <a:gd name="T47" fmla="*/ 36 h 190"/>
              <a:gd name="T48" fmla="*/ 103 w 191"/>
              <a:gd name="T49" fmla="*/ 36 h 190"/>
              <a:gd name="T50" fmla="*/ 103 w 191"/>
              <a:gd name="T51" fmla="*/ 82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1" h="190">
                <a:moveTo>
                  <a:pt x="95" y="0"/>
                </a:moveTo>
                <a:cubicBezTo>
                  <a:pt x="43" y="0"/>
                  <a:pt x="0" y="42"/>
                  <a:pt x="0" y="95"/>
                </a:cubicBezTo>
                <a:cubicBezTo>
                  <a:pt x="0" y="148"/>
                  <a:pt x="43" y="190"/>
                  <a:pt x="95" y="190"/>
                </a:cubicBezTo>
                <a:cubicBezTo>
                  <a:pt x="148" y="190"/>
                  <a:pt x="191" y="148"/>
                  <a:pt x="191" y="95"/>
                </a:cubicBezTo>
                <a:cubicBezTo>
                  <a:pt x="191" y="42"/>
                  <a:pt x="148" y="0"/>
                  <a:pt x="95" y="0"/>
                </a:cubicBezTo>
                <a:close/>
                <a:moveTo>
                  <a:pt x="95" y="174"/>
                </a:moveTo>
                <a:cubicBezTo>
                  <a:pt x="52" y="174"/>
                  <a:pt x="16" y="139"/>
                  <a:pt x="16" y="95"/>
                </a:cubicBezTo>
                <a:cubicBezTo>
                  <a:pt x="16" y="51"/>
                  <a:pt x="52" y="16"/>
                  <a:pt x="95" y="16"/>
                </a:cubicBezTo>
                <a:cubicBezTo>
                  <a:pt x="139" y="16"/>
                  <a:pt x="175" y="51"/>
                  <a:pt x="175" y="95"/>
                </a:cubicBezTo>
                <a:cubicBezTo>
                  <a:pt x="175" y="139"/>
                  <a:pt x="139" y="174"/>
                  <a:pt x="95" y="174"/>
                </a:cubicBezTo>
                <a:close/>
                <a:moveTo>
                  <a:pt x="152" y="95"/>
                </a:moveTo>
                <a:cubicBezTo>
                  <a:pt x="152" y="126"/>
                  <a:pt x="127" y="152"/>
                  <a:pt x="95" y="152"/>
                </a:cubicBezTo>
                <a:cubicBezTo>
                  <a:pt x="64" y="152"/>
                  <a:pt x="38" y="126"/>
                  <a:pt x="38" y="95"/>
                </a:cubicBezTo>
                <a:cubicBezTo>
                  <a:pt x="38" y="73"/>
                  <a:pt x="51" y="53"/>
                  <a:pt x="70" y="44"/>
                </a:cubicBezTo>
                <a:cubicBezTo>
                  <a:pt x="70" y="63"/>
                  <a:pt x="70" y="63"/>
                  <a:pt x="70" y="63"/>
                </a:cubicBezTo>
                <a:cubicBezTo>
                  <a:pt x="61" y="70"/>
                  <a:pt x="54" y="82"/>
                  <a:pt x="54" y="95"/>
                </a:cubicBezTo>
                <a:cubicBezTo>
                  <a:pt x="54" y="118"/>
                  <a:pt x="73" y="136"/>
                  <a:pt x="95" y="136"/>
                </a:cubicBezTo>
                <a:cubicBezTo>
                  <a:pt x="118" y="136"/>
                  <a:pt x="136" y="118"/>
                  <a:pt x="136" y="95"/>
                </a:cubicBezTo>
                <a:cubicBezTo>
                  <a:pt x="136" y="82"/>
                  <a:pt x="130" y="70"/>
                  <a:pt x="121" y="63"/>
                </a:cubicBezTo>
                <a:cubicBezTo>
                  <a:pt x="121" y="44"/>
                  <a:pt x="121" y="44"/>
                  <a:pt x="121" y="44"/>
                </a:cubicBezTo>
                <a:cubicBezTo>
                  <a:pt x="139" y="53"/>
                  <a:pt x="152" y="73"/>
                  <a:pt x="152" y="95"/>
                </a:cubicBezTo>
                <a:close/>
                <a:moveTo>
                  <a:pt x="103" y="82"/>
                </a:moveTo>
                <a:cubicBezTo>
                  <a:pt x="87" y="82"/>
                  <a:pt x="87" y="82"/>
                  <a:pt x="87" y="82"/>
                </a:cubicBezTo>
                <a:cubicBezTo>
                  <a:pt x="87" y="36"/>
                  <a:pt x="87" y="36"/>
                  <a:pt x="87" y="36"/>
                </a:cubicBezTo>
                <a:cubicBezTo>
                  <a:pt x="103" y="36"/>
                  <a:pt x="103" y="36"/>
                  <a:pt x="103" y="36"/>
                </a:cubicBezTo>
                <a:lnTo>
                  <a:pt x="103" y="8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8" name="Freeform 29"/>
          <p:cNvSpPr>
            <a:spLocks noEditPoints="1"/>
          </p:cNvSpPr>
          <p:nvPr/>
        </p:nvSpPr>
        <p:spPr bwMode="auto">
          <a:xfrm>
            <a:off x="3844250" y="2243923"/>
            <a:ext cx="371318" cy="281665"/>
          </a:xfrm>
          <a:custGeom>
            <a:avLst/>
            <a:gdLst>
              <a:gd name="T0" fmla="*/ 0 w 220"/>
              <a:gd name="T1" fmla="*/ 125 h 166"/>
              <a:gd name="T2" fmla="*/ 84 w 220"/>
              <a:gd name="T3" fmla="*/ 125 h 166"/>
              <a:gd name="T4" fmla="*/ 42 w 220"/>
              <a:gd name="T5" fmla="*/ 158 h 166"/>
              <a:gd name="T6" fmla="*/ 42 w 220"/>
              <a:gd name="T7" fmla="*/ 91 h 166"/>
              <a:gd name="T8" fmla="*/ 42 w 220"/>
              <a:gd name="T9" fmla="*/ 158 h 166"/>
              <a:gd name="T10" fmla="*/ 178 w 220"/>
              <a:gd name="T11" fmla="*/ 104 h 166"/>
              <a:gd name="T12" fmla="*/ 154 w 220"/>
              <a:gd name="T13" fmla="*/ 129 h 166"/>
              <a:gd name="T14" fmla="*/ 178 w 220"/>
              <a:gd name="T15" fmla="*/ 96 h 166"/>
              <a:gd name="T16" fmla="*/ 46 w 220"/>
              <a:gd name="T17" fmla="*/ 100 h 166"/>
              <a:gd name="T18" fmla="*/ 22 w 220"/>
              <a:gd name="T19" fmla="*/ 125 h 166"/>
              <a:gd name="T20" fmla="*/ 14 w 220"/>
              <a:gd name="T21" fmla="*/ 125 h 166"/>
              <a:gd name="T22" fmla="*/ 46 w 220"/>
              <a:gd name="T23" fmla="*/ 100 h 166"/>
              <a:gd name="T24" fmla="*/ 136 w 220"/>
              <a:gd name="T25" fmla="*/ 125 h 166"/>
              <a:gd name="T26" fmla="*/ 220 w 220"/>
              <a:gd name="T27" fmla="*/ 125 h 166"/>
              <a:gd name="T28" fmla="*/ 178 w 220"/>
              <a:gd name="T29" fmla="*/ 158 h 166"/>
              <a:gd name="T30" fmla="*/ 178 w 220"/>
              <a:gd name="T31" fmla="*/ 91 h 166"/>
              <a:gd name="T32" fmla="*/ 178 w 220"/>
              <a:gd name="T33" fmla="*/ 158 h 166"/>
              <a:gd name="T34" fmla="*/ 120 w 220"/>
              <a:gd name="T35" fmla="*/ 20 h 166"/>
              <a:gd name="T36" fmla="*/ 158 w 220"/>
              <a:gd name="T37" fmla="*/ 7 h 166"/>
              <a:gd name="T38" fmla="*/ 170 w 220"/>
              <a:gd name="T39" fmla="*/ 30 h 166"/>
              <a:gd name="T40" fmla="*/ 124 w 220"/>
              <a:gd name="T41" fmla="*/ 33 h 166"/>
              <a:gd name="T42" fmla="*/ 50 w 220"/>
              <a:gd name="T43" fmla="*/ 30 h 166"/>
              <a:gd name="T44" fmla="*/ 62 w 220"/>
              <a:gd name="T45" fmla="*/ 7 h 166"/>
              <a:gd name="T46" fmla="*/ 100 w 220"/>
              <a:gd name="T47" fmla="*/ 20 h 166"/>
              <a:gd name="T48" fmla="*/ 72 w 220"/>
              <a:gd name="T49" fmla="*/ 26 h 166"/>
              <a:gd name="T50" fmla="*/ 203 w 220"/>
              <a:gd name="T51" fmla="*/ 86 h 166"/>
              <a:gd name="T52" fmla="*/ 148 w 220"/>
              <a:gd name="T53" fmla="*/ 30 h 166"/>
              <a:gd name="T54" fmla="*/ 110 w 220"/>
              <a:gd name="T55" fmla="*/ 35 h 166"/>
              <a:gd name="T56" fmla="*/ 72 w 220"/>
              <a:gd name="T57" fmla="*/ 30 h 166"/>
              <a:gd name="T58" fmla="*/ 17 w 220"/>
              <a:gd name="T59" fmla="*/ 86 h 166"/>
              <a:gd name="T60" fmla="*/ 88 w 220"/>
              <a:gd name="T61" fmla="*/ 125 h 166"/>
              <a:gd name="T62" fmla="*/ 98 w 220"/>
              <a:gd name="T63" fmla="*/ 133 h 166"/>
              <a:gd name="T64" fmla="*/ 122 w 220"/>
              <a:gd name="T65" fmla="*/ 133 h 166"/>
              <a:gd name="T66" fmla="*/ 132 w 220"/>
              <a:gd name="T67" fmla="*/ 125 h 166"/>
              <a:gd name="T68" fmla="*/ 110 w 220"/>
              <a:gd name="T69" fmla="*/ 131 h 166"/>
              <a:gd name="T70" fmla="*/ 110 w 220"/>
              <a:gd name="T71" fmla="*/ 101 h 166"/>
              <a:gd name="T72" fmla="*/ 110 w 220"/>
              <a:gd name="T73" fmla="*/ 13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0" h="166">
                <a:moveTo>
                  <a:pt x="42" y="83"/>
                </a:moveTo>
                <a:cubicBezTo>
                  <a:pt x="19" y="83"/>
                  <a:pt x="0" y="102"/>
                  <a:pt x="0" y="125"/>
                </a:cubicBezTo>
                <a:cubicBezTo>
                  <a:pt x="0" y="148"/>
                  <a:pt x="19" y="166"/>
                  <a:pt x="42" y="166"/>
                </a:cubicBezTo>
                <a:cubicBezTo>
                  <a:pt x="65" y="166"/>
                  <a:pt x="84" y="148"/>
                  <a:pt x="84" y="125"/>
                </a:cubicBezTo>
                <a:cubicBezTo>
                  <a:pt x="84" y="102"/>
                  <a:pt x="65" y="83"/>
                  <a:pt x="42" y="83"/>
                </a:cubicBezTo>
                <a:close/>
                <a:moveTo>
                  <a:pt x="42" y="158"/>
                </a:moveTo>
                <a:cubicBezTo>
                  <a:pt x="24" y="158"/>
                  <a:pt x="8" y="143"/>
                  <a:pt x="8" y="125"/>
                </a:cubicBezTo>
                <a:cubicBezTo>
                  <a:pt x="8" y="106"/>
                  <a:pt x="24" y="91"/>
                  <a:pt x="42" y="91"/>
                </a:cubicBezTo>
                <a:cubicBezTo>
                  <a:pt x="61" y="91"/>
                  <a:pt x="76" y="106"/>
                  <a:pt x="76" y="125"/>
                </a:cubicBezTo>
                <a:cubicBezTo>
                  <a:pt x="76" y="143"/>
                  <a:pt x="61" y="158"/>
                  <a:pt x="42" y="158"/>
                </a:cubicBezTo>
                <a:close/>
                <a:moveTo>
                  <a:pt x="182" y="100"/>
                </a:moveTo>
                <a:cubicBezTo>
                  <a:pt x="182" y="102"/>
                  <a:pt x="180" y="104"/>
                  <a:pt x="178" y="104"/>
                </a:cubicBezTo>
                <a:cubicBezTo>
                  <a:pt x="167" y="104"/>
                  <a:pt x="158" y="113"/>
                  <a:pt x="158" y="125"/>
                </a:cubicBezTo>
                <a:cubicBezTo>
                  <a:pt x="158" y="127"/>
                  <a:pt x="156" y="129"/>
                  <a:pt x="154" y="129"/>
                </a:cubicBezTo>
                <a:cubicBezTo>
                  <a:pt x="151" y="129"/>
                  <a:pt x="150" y="127"/>
                  <a:pt x="150" y="125"/>
                </a:cubicBezTo>
                <a:cubicBezTo>
                  <a:pt x="150" y="109"/>
                  <a:pt x="162" y="96"/>
                  <a:pt x="178" y="96"/>
                </a:cubicBezTo>
                <a:cubicBezTo>
                  <a:pt x="180" y="96"/>
                  <a:pt x="182" y="98"/>
                  <a:pt x="182" y="100"/>
                </a:cubicBezTo>
                <a:close/>
                <a:moveTo>
                  <a:pt x="46" y="100"/>
                </a:moveTo>
                <a:cubicBezTo>
                  <a:pt x="46" y="102"/>
                  <a:pt x="44" y="104"/>
                  <a:pt x="42" y="104"/>
                </a:cubicBezTo>
                <a:cubicBezTo>
                  <a:pt x="31" y="104"/>
                  <a:pt x="22" y="113"/>
                  <a:pt x="22" y="125"/>
                </a:cubicBezTo>
                <a:cubicBezTo>
                  <a:pt x="22" y="127"/>
                  <a:pt x="20" y="129"/>
                  <a:pt x="18" y="129"/>
                </a:cubicBezTo>
                <a:cubicBezTo>
                  <a:pt x="16" y="129"/>
                  <a:pt x="14" y="127"/>
                  <a:pt x="14" y="125"/>
                </a:cubicBezTo>
                <a:cubicBezTo>
                  <a:pt x="14" y="109"/>
                  <a:pt x="26" y="96"/>
                  <a:pt x="42" y="96"/>
                </a:cubicBezTo>
                <a:cubicBezTo>
                  <a:pt x="44" y="96"/>
                  <a:pt x="46" y="98"/>
                  <a:pt x="46" y="100"/>
                </a:cubicBezTo>
                <a:close/>
                <a:moveTo>
                  <a:pt x="178" y="83"/>
                </a:moveTo>
                <a:cubicBezTo>
                  <a:pt x="155" y="83"/>
                  <a:pt x="136" y="102"/>
                  <a:pt x="136" y="125"/>
                </a:cubicBezTo>
                <a:cubicBezTo>
                  <a:pt x="136" y="148"/>
                  <a:pt x="155" y="166"/>
                  <a:pt x="178" y="166"/>
                </a:cubicBezTo>
                <a:cubicBezTo>
                  <a:pt x="201" y="166"/>
                  <a:pt x="220" y="148"/>
                  <a:pt x="220" y="125"/>
                </a:cubicBezTo>
                <a:cubicBezTo>
                  <a:pt x="220" y="102"/>
                  <a:pt x="201" y="83"/>
                  <a:pt x="178" y="83"/>
                </a:cubicBezTo>
                <a:close/>
                <a:moveTo>
                  <a:pt x="178" y="158"/>
                </a:moveTo>
                <a:cubicBezTo>
                  <a:pt x="159" y="158"/>
                  <a:pt x="144" y="143"/>
                  <a:pt x="144" y="125"/>
                </a:cubicBezTo>
                <a:cubicBezTo>
                  <a:pt x="144" y="106"/>
                  <a:pt x="159" y="91"/>
                  <a:pt x="178" y="91"/>
                </a:cubicBezTo>
                <a:cubicBezTo>
                  <a:pt x="197" y="91"/>
                  <a:pt x="212" y="106"/>
                  <a:pt x="212" y="125"/>
                </a:cubicBezTo>
                <a:cubicBezTo>
                  <a:pt x="212" y="143"/>
                  <a:pt x="197" y="158"/>
                  <a:pt x="178" y="158"/>
                </a:cubicBezTo>
                <a:close/>
                <a:moveTo>
                  <a:pt x="124" y="33"/>
                </a:moveTo>
                <a:cubicBezTo>
                  <a:pt x="120" y="20"/>
                  <a:pt x="120" y="20"/>
                  <a:pt x="120" y="20"/>
                </a:cubicBezTo>
                <a:cubicBezTo>
                  <a:pt x="120" y="20"/>
                  <a:pt x="121" y="7"/>
                  <a:pt x="138" y="3"/>
                </a:cubicBezTo>
                <a:cubicBezTo>
                  <a:pt x="149" y="0"/>
                  <a:pt x="158" y="7"/>
                  <a:pt x="158" y="7"/>
                </a:cubicBezTo>
                <a:cubicBezTo>
                  <a:pt x="158" y="7"/>
                  <a:pt x="167" y="24"/>
                  <a:pt x="169" y="28"/>
                </a:cubicBezTo>
                <a:cubicBezTo>
                  <a:pt x="169" y="28"/>
                  <a:pt x="170" y="29"/>
                  <a:pt x="170" y="30"/>
                </a:cubicBezTo>
                <a:cubicBezTo>
                  <a:pt x="165" y="28"/>
                  <a:pt x="157" y="26"/>
                  <a:pt x="148" y="26"/>
                </a:cubicBezTo>
                <a:cubicBezTo>
                  <a:pt x="137" y="26"/>
                  <a:pt x="128" y="30"/>
                  <a:pt x="124" y="33"/>
                </a:cubicBezTo>
                <a:close/>
                <a:moveTo>
                  <a:pt x="72" y="26"/>
                </a:moveTo>
                <a:cubicBezTo>
                  <a:pt x="63" y="26"/>
                  <a:pt x="56" y="28"/>
                  <a:pt x="50" y="30"/>
                </a:cubicBezTo>
                <a:cubicBezTo>
                  <a:pt x="51" y="29"/>
                  <a:pt x="51" y="28"/>
                  <a:pt x="51" y="28"/>
                </a:cubicBezTo>
                <a:cubicBezTo>
                  <a:pt x="53" y="24"/>
                  <a:pt x="62" y="7"/>
                  <a:pt x="62" y="7"/>
                </a:cubicBezTo>
                <a:cubicBezTo>
                  <a:pt x="62" y="7"/>
                  <a:pt x="72" y="0"/>
                  <a:pt x="82" y="3"/>
                </a:cubicBezTo>
                <a:cubicBezTo>
                  <a:pt x="99" y="7"/>
                  <a:pt x="100" y="20"/>
                  <a:pt x="100" y="20"/>
                </a:cubicBezTo>
                <a:cubicBezTo>
                  <a:pt x="97" y="33"/>
                  <a:pt x="97" y="33"/>
                  <a:pt x="97" y="33"/>
                </a:cubicBezTo>
                <a:cubicBezTo>
                  <a:pt x="92" y="30"/>
                  <a:pt x="83" y="26"/>
                  <a:pt x="72" y="26"/>
                </a:cubicBezTo>
                <a:close/>
                <a:moveTo>
                  <a:pt x="178" y="79"/>
                </a:moveTo>
                <a:cubicBezTo>
                  <a:pt x="187" y="79"/>
                  <a:pt x="196" y="82"/>
                  <a:pt x="203" y="86"/>
                </a:cubicBezTo>
                <a:cubicBezTo>
                  <a:pt x="175" y="37"/>
                  <a:pt x="175" y="37"/>
                  <a:pt x="175" y="37"/>
                </a:cubicBezTo>
                <a:cubicBezTo>
                  <a:pt x="175" y="37"/>
                  <a:pt x="164" y="30"/>
                  <a:pt x="148" y="30"/>
                </a:cubicBezTo>
                <a:cubicBezTo>
                  <a:pt x="132" y="30"/>
                  <a:pt x="122" y="40"/>
                  <a:pt x="122" y="40"/>
                </a:cubicBezTo>
                <a:cubicBezTo>
                  <a:pt x="122" y="40"/>
                  <a:pt x="118" y="35"/>
                  <a:pt x="110" y="35"/>
                </a:cubicBezTo>
                <a:cubicBezTo>
                  <a:pt x="103" y="35"/>
                  <a:pt x="98" y="40"/>
                  <a:pt x="98" y="40"/>
                </a:cubicBezTo>
                <a:cubicBezTo>
                  <a:pt x="98" y="40"/>
                  <a:pt x="88" y="30"/>
                  <a:pt x="72" y="30"/>
                </a:cubicBezTo>
                <a:cubicBezTo>
                  <a:pt x="56" y="30"/>
                  <a:pt x="45" y="37"/>
                  <a:pt x="45" y="37"/>
                </a:cubicBezTo>
                <a:cubicBezTo>
                  <a:pt x="17" y="86"/>
                  <a:pt x="17" y="86"/>
                  <a:pt x="17" y="86"/>
                </a:cubicBezTo>
                <a:cubicBezTo>
                  <a:pt x="24" y="82"/>
                  <a:pt x="33" y="79"/>
                  <a:pt x="42" y="79"/>
                </a:cubicBezTo>
                <a:cubicBezTo>
                  <a:pt x="67" y="79"/>
                  <a:pt x="88" y="99"/>
                  <a:pt x="88" y="125"/>
                </a:cubicBezTo>
                <a:cubicBezTo>
                  <a:pt x="88" y="128"/>
                  <a:pt x="88" y="131"/>
                  <a:pt x="87" y="134"/>
                </a:cubicBezTo>
                <a:cubicBezTo>
                  <a:pt x="90" y="134"/>
                  <a:pt x="94" y="133"/>
                  <a:pt x="98" y="133"/>
                </a:cubicBezTo>
                <a:cubicBezTo>
                  <a:pt x="102" y="135"/>
                  <a:pt x="106" y="136"/>
                  <a:pt x="110" y="136"/>
                </a:cubicBezTo>
                <a:cubicBezTo>
                  <a:pt x="114" y="136"/>
                  <a:pt x="119" y="135"/>
                  <a:pt x="122" y="133"/>
                </a:cubicBezTo>
                <a:cubicBezTo>
                  <a:pt x="126" y="133"/>
                  <a:pt x="130" y="134"/>
                  <a:pt x="133" y="134"/>
                </a:cubicBezTo>
                <a:cubicBezTo>
                  <a:pt x="133" y="131"/>
                  <a:pt x="132" y="128"/>
                  <a:pt x="132" y="125"/>
                </a:cubicBezTo>
                <a:cubicBezTo>
                  <a:pt x="132" y="99"/>
                  <a:pt x="153" y="79"/>
                  <a:pt x="178" y="79"/>
                </a:cubicBezTo>
                <a:close/>
                <a:moveTo>
                  <a:pt x="110" y="131"/>
                </a:moveTo>
                <a:cubicBezTo>
                  <a:pt x="102" y="131"/>
                  <a:pt x="95" y="125"/>
                  <a:pt x="95" y="116"/>
                </a:cubicBezTo>
                <a:cubicBezTo>
                  <a:pt x="95" y="108"/>
                  <a:pt x="102" y="101"/>
                  <a:pt x="110" y="101"/>
                </a:cubicBezTo>
                <a:cubicBezTo>
                  <a:pt x="118" y="101"/>
                  <a:pt x="125" y="108"/>
                  <a:pt x="125" y="116"/>
                </a:cubicBezTo>
                <a:cubicBezTo>
                  <a:pt x="125" y="125"/>
                  <a:pt x="118" y="131"/>
                  <a:pt x="110" y="13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9" name="Freeform 389"/>
          <p:cNvSpPr>
            <a:spLocks noEditPoints="1"/>
          </p:cNvSpPr>
          <p:nvPr/>
        </p:nvSpPr>
        <p:spPr bwMode="auto">
          <a:xfrm>
            <a:off x="3835779" y="4324156"/>
            <a:ext cx="388261" cy="303549"/>
          </a:xfrm>
          <a:custGeom>
            <a:avLst/>
            <a:gdLst>
              <a:gd name="T0" fmla="*/ 41 w 229"/>
              <a:gd name="T1" fmla="*/ 93 h 179"/>
              <a:gd name="T2" fmla="*/ 74 w 229"/>
              <a:gd name="T3" fmla="*/ 131 h 179"/>
              <a:gd name="T4" fmla="*/ 86 w 229"/>
              <a:gd name="T5" fmla="*/ 128 h 179"/>
              <a:gd name="T6" fmla="*/ 75 w 229"/>
              <a:gd name="T7" fmla="*/ 93 h 179"/>
              <a:gd name="T8" fmla="*/ 116 w 229"/>
              <a:gd name="T9" fmla="*/ 115 h 179"/>
              <a:gd name="T10" fmla="*/ 123 w 229"/>
              <a:gd name="T11" fmla="*/ 93 h 179"/>
              <a:gd name="T12" fmla="*/ 164 w 229"/>
              <a:gd name="T13" fmla="*/ 86 h 179"/>
              <a:gd name="T14" fmla="*/ 123 w 229"/>
              <a:gd name="T15" fmla="*/ 55 h 179"/>
              <a:gd name="T16" fmla="*/ 164 w 229"/>
              <a:gd name="T17" fmla="*/ 85 h 179"/>
              <a:gd name="T18" fmla="*/ 165 w 229"/>
              <a:gd name="T19" fmla="*/ 48 h 179"/>
              <a:gd name="T20" fmla="*/ 187 w 229"/>
              <a:gd name="T21" fmla="*/ 49 h 179"/>
              <a:gd name="T22" fmla="*/ 120 w 229"/>
              <a:gd name="T23" fmla="*/ 0 h 179"/>
              <a:gd name="T24" fmla="*/ 45 w 229"/>
              <a:gd name="T25" fmla="*/ 139 h 179"/>
              <a:gd name="T26" fmla="*/ 177 w 229"/>
              <a:gd name="T27" fmla="*/ 35 h 179"/>
              <a:gd name="T28" fmla="*/ 148 w 229"/>
              <a:gd name="T29" fmla="*/ 16 h 179"/>
              <a:gd name="T30" fmla="*/ 123 w 229"/>
              <a:gd name="T31" fmla="*/ 11 h 179"/>
              <a:gd name="T32" fmla="*/ 156 w 229"/>
              <a:gd name="T33" fmla="*/ 43 h 179"/>
              <a:gd name="T34" fmla="*/ 123 w 229"/>
              <a:gd name="T35" fmla="*/ 11 h 179"/>
              <a:gd name="T36" fmla="*/ 75 w 229"/>
              <a:gd name="T37" fmla="*/ 86 h 179"/>
              <a:gd name="T38" fmla="*/ 116 w 229"/>
              <a:gd name="T39" fmla="*/ 55 h 179"/>
              <a:gd name="T40" fmla="*/ 109 w 229"/>
              <a:gd name="T41" fmla="*/ 11 h 179"/>
              <a:gd name="T42" fmla="*/ 116 w 229"/>
              <a:gd name="T43" fmla="*/ 48 h 179"/>
              <a:gd name="T44" fmla="*/ 109 w 229"/>
              <a:gd name="T45" fmla="*/ 11 h 179"/>
              <a:gd name="T46" fmla="*/ 77 w 229"/>
              <a:gd name="T47" fmla="*/ 41 h 179"/>
              <a:gd name="T48" fmla="*/ 92 w 229"/>
              <a:gd name="T49" fmla="*/ 16 h 179"/>
              <a:gd name="T50" fmla="*/ 74 w 229"/>
              <a:gd name="T51" fmla="*/ 48 h 179"/>
              <a:gd name="T52" fmla="*/ 41 w 229"/>
              <a:gd name="T53" fmla="*/ 86 h 179"/>
              <a:gd name="T54" fmla="*/ 199 w 229"/>
              <a:gd name="T55" fmla="*/ 105 h 179"/>
              <a:gd name="T56" fmla="*/ 182 w 229"/>
              <a:gd name="T57" fmla="*/ 138 h 179"/>
              <a:gd name="T58" fmla="*/ 167 w 229"/>
              <a:gd name="T59" fmla="*/ 126 h 179"/>
              <a:gd name="T60" fmla="*/ 156 w 229"/>
              <a:gd name="T61" fmla="*/ 136 h 179"/>
              <a:gd name="T62" fmla="*/ 123 w 229"/>
              <a:gd name="T63" fmla="*/ 168 h 179"/>
              <a:gd name="T64" fmla="*/ 116 w 229"/>
              <a:gd name="T65" fmla="*/ 148 h 179"/>
              <a:gd name="T66" fmla="*/ 109 w 229"/>
              <a:gd name="T67" fmla="*/ 167 h 179"/>
              <a:gd name="T68" fmla="*/ 87 w 229"/>
              <a:gd name="T69" fmla="*/ 157 h 179"/>
              <a:gd name="T70" fmla="*/ 82 w 229"/>
              <a:gd name="T71" fmla="*/ 158 h 179"/>
              <a:gd name="T72" fmla="*/ 120 w 229"/>
              <a:gd name="T73" fmla="*/ 179 h 179"/>
              <a:gd name="T74" fmla="*/ 205 w 229"/>
              <a:gd name="T75" fmla="*/ 106 h 179"/>
              <a:gd name="T76" fmla="*/ 148 w 229"/>
              <a:gd name="T77" fmla="*/ 163 h 179"/>
              <a:gd name="T78" fmla="*/ 177 w 229"/>
              <a:gd name="T79" fmla="*/ 144 h 179"/>
              <a:gd name="T80" fmla="*/ 229 w 229"/>
              <a:gd name="T81" fmla="*/ 75 h 179"/>
              <a:gd name="T82" fmla="*/ 198 w 229"/>
              <a:gd name="T83" fmla="*/ 97 h 179"/>
              <a:gd name="T84" fmla="*/ 26 w 229"/>
              <a:gd name="T85" fmla="*/ 157 h 179"/>
              <a:gd name="T86" fmla="*/ 31 w 229"/>
              <a:gd name="T87" fmla="*/ 148 h 179"/>
              <a:gd name="T88" fmla="*/ 183 w 229"/>
              <a:gd name="T89" fmla="*/ 81 h 179"/>
              <a:gd name="T90" fmla="*/ 205 w 229"/>
              <a:gd name="T91" fmla="*/ 51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29" h="179">
                <a:moveTo>
                  <a:pt x="57" y="137"/>
                </a:moveTo>
                <a:cubicBezTo>
                  <a:pt x="48" y="124"/>
                  <a:pt x="42" y="109"/>
                  <a:pt x="41" y="93"/>
                </a:cubicBezTo>
                <a:cubicBezTo>
                  <a:pt x="68" y="93"/>
                  <a:pt x="68" y="93"/>
                  <a:pt x="68" y="93"/>
                </a:cubicBezTo>
                <a:cubicBezTo>
                  <a:pt x="68" y="107"/>
                  <a:pt x="71" y="120"/>
                  <a:pt x="74" y="131"/>
                </a:cubicBezTo>
                <a:cubicBezTo>
                  <a:pt x="72" y="132"/>
                  <a:pt x="70" y="133"/>
                  <a:pt x="68" y="134"/>
                </a:cubicBezTo>
                <a:cubicBezTo>
                  <a:pt x="74" y="132"/>
                  <a:pt x="80" y="130"/>
                  <a:pt x="86" y="128"/>
                </a:cubicBezTo>
                <a:cubicBezTo>
                  <a:pt x="84" y="128"/>
                  <a:pt x="83" y="128"/>
                  <a:pt x="81" y="129"/>
                </a:cubicBezTo>
                <a:cubicBezTo>
                  <a:pt x="78" y="118"/>
                  <a:pt x="76" y="106"/>
                  <a:pt x="75" y="93"/>
                </a:cubicBezTo>
                <a:cubicBezTo>
                  <a:pt x="116" y="93"/>
                  <a:pt x="116" y="93"/>
                  <a:pt x="116" y="93"/>
                </a:cubicBezTo>
                <a:cubicBezTo>
                  <a:pt x="116" y="115"/>
                  <a:pt x="116" y="115"/>
                  <a:pt x="116" y="115"/>
                </a:cubicBezTo>
                <a:cubicBezTo>
                  <a:pt x="119" y="114"/>
                  <a:pt x="121" y="113"/>
                  <a:pt x="123" y="111"/>
                </a:cubicBezTo>
                <a:cubicBezTo>
                  <a:pt x="123" y="93"/>
                  <a:pt x="123" y="93"/>
                  <a:pt x="123" y="93"/>
                </a:cubicBezTo>
                <a:cubicBezTo>
                  <a:pt x="153" y="93"/>
                  <a:pt x="153" y="93"/>
                  <a:pt x="153" y="93"/>
                </a:cubicBezTo>
                <a:cubicBezTo>
                  <a:pt x="157" y="91"/>
                  <a:pt x="160" y="88"/>
                  <a:pt x="164" y="86"/>
                </a:cubicBezTo>
                <a:cubicBezTo>
                  <a:pt x="123" y="86"/>
                  <a:pt x="123" y="86"/>
                  <a:pt x="123" y="86"/>
                </a:cubicBezTo>
                <a:cubicBezTo>
                  <a:pt x="123" y="55"/>
                  <a:pt x="123" y="55"/>
                  <a:pt x="123" y="55"/>
                </a:cubicBezTo>
                <a:cubicBezTo>
                  <a:pt x="136" y="55"/>
                  <a:pt x="148" y="53"/>
                  <a:pt x="159" y="50"/>
                </a:cubicBezTo>
                <a:cubicBezTo>
                  <a:pt x="162" y="61"/>
                  <a:pt x="164" y="72"/>
                  <a:pt x="164" y="85"/>
                </a:cubicBezTo>
                <a:cubicBezTo>
                  <a:pt x="167" y="83"/>
                  <a:pt x="169" y="82"/>
                  <a:pt x="171" y="80"/>
                </a:cubicBezTo>
                <a:cubicBezTo>
                  <a:pt x="170" y="68"/>
                  <a:pt x="169" y="58"/>
                  <a:pt x="165" y="48"/>
                </a:cubicBezTo>
                <a:cubicBezTo>
                  <a:pt x="171" y="46"/>
                  <a:pt x="177" y="43"/>
                  <a:pt x="182" y="40"/>
                </a:cubicBezTo>
                <a:cubicBezTo>
                  <a:pt x="184" y="43"/>
                  <a:pt x="186" y="46"/>
                  <a:pt x="187" y="49"/>
                </a:cubicBezTo>
                <a:cubicBezTo>
                  <a:pt x="190" y="47"/>
                  <a:pt x="194" y="45"/>
                  <a:pt x="197" y="44"/>
                </a:cubicBezTo>
                <a:cubicBezTo>
                  <a:pt x="182" y="18"/>
                  <a:pt x="153" y="0"/>
                  <a:pt x="120" y="0"/>
                </a:cubicBezTo>
                <a:cubicBezTo>
                  <a:pt x="70" y="0"/>
                  <a:pt x="30" y="40"/>
                  <a:pt x="30" y="89"/>
                </a:cubicBezTo>
                <a:cubicBezTo>
                  <a:pt x="30" y="108"/>
                  <a:pt x="36" y="125"/>
                  <a:pt x="45" y="139"/>
                </a:cubicBezTo>
                <a:cubicBezTo>
                  <a:pt x="49" y="138"/>
                  <a:pt x="53" y="138"/>
                  <a:pt x="57" y="137"/>
                </a:cubicBezTo>
                <a:close/>
                <a:moveTo>
                  <a:pt x="177" y="35"/>
                </a:moveTo>
                <a:cubicBezTo>
                  <a:pt x="173" y="37"/>
                  <a:pt x="168" y="39"/>
                  <a:pt x="163" y="41"/>
                </a:cubicBezTo>
                <a:cubicBezTo>
                  <a:pt x="159" y="31"/>
                  <a:pt x="154" y="22"/>
                  <a:pt x="148" y="16"/>
                </a:cubicBezTo>
                <a:cubicBezTo>
                  <a:pt x="159" y="20"/>
                  <a:pt x="169" y="27"/>
                  <a:pt x="177" y="35"/>
                </a:cubicBezTo>
                <a:close/>
                <a:moveTo>
                  <a:pt x="123" y="11"/>
                </a:moveTo>
                <a:cubicBezTo>
                  <a:pt x="126" y="11"/>
                  <a:pt x="129" y="11"/>
                  <a:pt x="131" y="11"/>
                </a:cubicBezTo>
                <a:cubicBezTo>
                  <a:pt x="141" y="16"/>
                  <a:pt x="150" y="28"/>
                  <a:pt x="156" y="43"/>
                </a:cubicBezTo>
                <a:cubicBezTo>
                  <a:pt x="146" y="46"/>
                  <a:pt x="135" y="48"/>
                  <a:pt x="123" y="48"/>
                </a:cubicBezTo>
                <a:lnTo>
                  <a:pt x="123" y="11"/>
                </a:lnTo>
                <a:close/>
                <a:moveTo>
                  <a:pt x="116" y="86"/>
                </a:moveTo>
                <a:cubicBezTo>
                  <a:pt x="75" y="86"/>
                  <a:pt x="75" y="86"/>
                  <a:pt x="75" y="86"/>
                </a:cubicBezTo>
                <a:cubicBezTo>
                  <a:pt x="76" y="73"/>
                  <a:pt x="78" y="61"/>
                  <a:pt x="81" y="50"/>
                </a:cubicBezTo>
                <a:cubicBezTo>
                  <a:pt x="92" y="53"/>
                  <a:pt x="104" y="55"/>
                  <a:pt x="116" y="55"/>
                </a:cubicBezTo>
                <a:lnTo>
                  <a:pt x="116" y="86"/>
                </a:lnTo>
                <a:close/>
                <a:moveTo>
                  <a:pt x="109" y="11"/>
                </a:moveTo>
                <a:cubicBezTo>
                  <a:pt x="111" y="11"/>
                  <a:pt x="114" y="11"/>
                  <a:pt x="116" y="11"/>
                </a:cubicBezTo>
                <a:cubicBezTo>
                  <a:pt x="116" y="48"/>
                  <a:pt x="116" y="48"/>
                  <a:pt x="116" y="48"/>
                </a:cubicBezTo>
                <a:cubicBezTo>
                  <a:pt x="105" y="48"/>
                  <a:pt x="93" y="46"/>
                  <a:pt x="83" y="43"/>
                </a:cubicBezTo>
                <a:cubicBezTo>
                  <a:pt x="89" y="28"/>
                  <a:pt x="98" y="16"/>
                  <a:pt x="109" y="11"/>
                </a:cubicBezTo>
                <a:close/>
                <a:moveTo>
                  <a:pt x="92" y="16"/>
                </a:moveTo>
                <a:cubicBezTo>
                  <a:pt x="86" y="22"/>
                  <a:pt x="80" y="31"/>
                  <a:pt x="77" y="41"/>
                </a:cubicBezTo>
                <a:cubicBezTo>
                  <a:pt x="72" y="39"/>
                  <a:pt x="67" y="37"/>
                  <a:pt x="63" y="35"/>
                </a:cubicBezTo>
                <a:cubicBezTo>
                  <a:pt x="71" y="27"/>
                  <a:pt x="81" y="20"/>
                  <a:pt x="92" y="16"/>
                </a:cubicBezTo>
                <a:close/>
                <a:moveTo>
                  <a:pt x="58" y="40"/>
                </a:moveTo>
                <a:cubicBezTo>
                  <a:pt x="63" y="43"/>
                  <a:pt x="68" y="46"/>
                  <a:pt x="74" y="48"/>
                </a:cubicBezTo>
                <a:cubicBezTo>
                  <a:pt x="71" y="59"/>
                  <a:pt x="68" y="72"/>
                  <a:pt x="68" y="86"/>
                </a:cubicBezTo>
                <a:cubicBezTo>
                  <a:pt x="41" y="86"/>
                  <a:pt x="41" y="86"/>
                  <a:pt x="41" y="86"/>
                </a:cubicBezTo>
                <a:cubicBezTo>
                  <a:pt x="42" y="69"/>
                  <a:pt x="48" y="53"/>
                  <a:pt x="58" y="40"/>
                </a:cubicBezTo>
                <a:close/>
                <a:moveTo>
                  <a:pt x="199" y="105"/>
                </a:moveTo>
                <a:cubicBezTo>
                  <a:pt x="198" y="106"/>
                  <a:pt x="197" y="107"/>
                  <a:pt x="197" y="107"/>
                </a:cubicBezTo>
                <a:cubicBezTo>
                  <a:pt x="194" y="119"/>
                  <a:pt x="189" y="129"/>
                  <a:pt x="182" y="138"/>
                </a:cubicBezTo>
                <a:cubicBezTo>
                  <a:pt x="177" y="136"/>
                  <a:pt x="171" y="133"/>
                  <a:pt x="165" y="131"/>
                </a:cubicBezTo>
                <a:cubicBezTo>
                  <a:pt x="166" y="129"/>
                  <a:pt x="166" y="127"/>
                  <a:pt x="167" y="126"/>
                </a:cubicBezTo>
                <a:cubicBezTo>
                  <a:pt x="161" y="129"/>
                  <a:pt x="156" y="131"/>
                  <a:pt x="150" y="134"/>
                </a:cubicBezTo>
                <a:cubicBezTo>
                  <a:pt x="152" y="135"/>
                  <a:pt x="154" y="135"/>
                  <a:pt x="156" y="136"/>
                </a:cubicBezTo>
                <a:cubicBezTo>
                  <a:pt x="150" y="151"/>
                  <a:pt x="141" y="163"/>
                  <a:pt x="131" y="167"/>
                </a:cubicBezTo>
                <a:cubicBezTo>
                  <a:pt x="129" y="168"/>
                  <a:pt x="126" y="168"/>
                  <a:pt x="123" y="168"/>
                </a:cubicBezTo>
                <a:cubicBezTo>
                  <a:pt x="123" y="145"/>
                  <a:pt x="123" y="145"/>
                  <a:pt x="123" y="145"/>
                </a:cubicBezTo>
                <a:cubicBezTo>
                  <a:pt x="121" y="146"/>
                  <a:pt x="119" y="147"/>
                  <a:pt x="116" y="148"/>
                </a:cubicBezTo>
                <a:cubicBezTo>
                  <a:pt x="116" y="168"/>
                  <a:pt x="116" y="168"/>
                  <a:pt x="116" y="168"/>
                </a:cubicBezTo>
                <a:cubicBezTo>
                  <a:pt x="114" y="168"/>
                  <a:pt x="111" y="168"/>
                  <a:pt x="109" y="167"/>
                </a:cubicBezTo>
                <a:cubicBezTo>
                  <a:pt x="103" y="165"/>
                  <a:pt x="98" y="161"/>
                  <a:pt x="94" y="155"/>
                </a:cubicBezTo>
                <a:cubicBezTo>
                  <a:pt x="92" y="156"/>
                  <a:pt x="89" y="157"/>
                  <a:pt x="87" y="157"/>
                </a:cubicBezTo>
                <a:cubicBezTo>
                  <a:pt x="88" y="159"/>
                  <a:pt x="90" y="161"/>
                  <a:pt x="92" y="163"/>
                </a:cubicBezTo>
                <a:cubicBezTo>
                  <a:pt x="88" y="162"/>
                  <a:pt x="85" y="160"/>
                  <a:pt x="82" y="158"/>
                </a:cubicBezTo>
                <a:cubicBezTo>
                  <a:pt x="77" y="160"/>
                  <a:pt x="72" y="161"/>
                  <a:pt x="67" y="162"/>
                </a:cubicBezTo>
                <a:cubicBezTo>
                  <a:pt x="82" y="173"/>
                  <a:pt x="100" y="179"/>
                  <a:pt x="120" y="179"/>
                </a:cubicBezTo>
                <a:cubicBezTo>
                  <a:pt x="164" y="179"/>
                  <a:pt x="200" y="147"/>
                  <a:pt x="208" y="106"/>
                </a:cubicBezTo>
                <a:cubicBezTo>
                  <a:pt x="207" y="106"/>
                  <a:pt x="206" y="106"/>
                  <a:pt x="205" y="106"/>
                </a:cubicBezTo>
                <a:cubicBezTo>
                  <a:pt x="203" y="106"/>
                  <a:pt x="201" y="106"/>
                  <a:pt x="199" y="105"/>
                </a:cubicBezTo>
                <a:close/>
                <a:moveTo>
                  <a:pt x="148" y="163"/>
                </a:moveTo>
                <a:cubicBezTo>
                  <a:pt x="154" y="156"/>
                  <a:pt x="159" y="148"/>
                  <a:pt x="163" y="138"/>
                </a:cubicBezTo>
                <a:cubicBezTo>
                  <a:pt x="168" y="140"/>
                  <a:pt x="173" y="142"/>
                  <a:pt x="177" y="144"/>
                </a:cubicBezTo>
                <a:cubicBezTo>
                  <a:pt x="169" y="152"/>
                  <a:pt x="159" y="159"/>
                  <a:pt x="148" y="163"/>
                </a:cubicBezTo>
                <a:close/>
                <a:moveTo>
                  <a:pt x="229" y="75"/>
                </a:moveTo>
                <a:cubicBezTo>
                  <a:pt x="229" y="87"/>
                  <a:pt x="218" y="98"/>
                  <a:pt x="205" y="98"/>
                </a:cubicBezTo>
                <a:cubicBezTo>
                  <a:pt x="203" y="98"/>
                  <a:pt x="200" y="97"/>
                  <a:pt x="198" y="97"/>
                </a:cubicBezTo>
                <a:cubicBezTo>
                  <a:pt x="182" y="109"/>
                  <a:pt x="162" y="120"/>
                  <a:pt x="138" y="131"/>
                </a:cubicBezTo>
                <a:cubicBezTo>
                  <a:pt x="88" y="152"/>
                  <a:pt x="41" y="161"/>
                  <a:pt x="26" y="157"/>
                </a:cubicBezTo>
                <a:cubicBezTo>
                  <a:pt x="0" y="151"/>
                  <a:pt x="31" y="121"/>
                  <a:pt x="31" y="121"/>
                </a:cubicBezTo>
                <a:cubicBezTo>
                  <a:pt x="31" y="121"/>
                  <a:pt x="15" y="147"/>
                  <a:pt x="31" y="148"/>
                </a:cubicBezTo>
                <a:cubicBezTo>
                  <a:pt x="55" y="149"/>
                  <a:pt x="103" y="132"/>
                  <a:pt x="131" y="117"/>
                </a:cubicBezTo>
                <a:cubicBezTo>
                  <a:pt x="153" y="104"/>
                  <a:pt x="170" y="92"/>
                  <a:pt x="183" y="81"/>
                </a:cubicBezTo>
                <a:cubicBezTo>
                  <a:pt x="182" y="79"/>
                  <a:pt x="182" y="77"/>
                  <a:pt x="182" y="75"/>
                </a:cubicBezTo>
                <a:cubicBezTo>
                  <a:pt x="182" y="62"/>
                  <a:pt x="192" y="51"/>
                  <a:pt x="205" y="51"/>
                </a:cubicBezTo>
                <a:cubicBezTo>
                  <a:pt x="218" y="51"/>
                  <a:pt x="229" y="62"/>
                  <a:pt x="229" y="7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0" name="Freeform 316"/>
          <p:cNvSpPr>
            <a:spLocks noEditPoints="1"/>
          </p:cNvSpPr>
          <p:nvPr/>
        </p:nvSpPr>
        <p:spPr bwMode="auto">
          <a:xfrm>
            <a:off x="7277804" y="3230317"/>
            <a:ext cx="299244" cy="400050"/>
          </a:xfrm>
          <a:custGeom>
            <a:avLst/>
            <a:gdLst>
              <a:gd name="T0" fmla="*/ 26 w 157"/>
              <a:gd name="T1" fmla="*/ 77 h 210"/>
              <a:gd name="T2" fmla="*/ 40 w 157"/>
              <a:gd name="T3" fmla="*/ 63 h 210"/>
              <a:gd name="T4" fmla="*/ 40 w 157"/>
              <a:gd name="T5" fmla="*/ 88 h 210"/>
              <a:gd name="T6" fmla="*/ 26 w 157"/>
              <a:gd name="T7" fmla="*/ 102 h 210"/>
              <a:gd name="T8" fmla="*/ 40 w 157"/>
              <a:gd name="T9" fmla="*/ 88 h 210"/>
              <a:gd name="T10" fmla="*/ 26 w 157"/>
              <a:gd name="T11" fmla="*/ 112 h 210"/>
              <a:gd name="T12" fmla="*/ 40 w 157"/>
              <a:gd name="T13" fmla="*/ 126 h 210"/>
              <a:gd name="T14" fmla="*/ 40 w 157"/>
              <a:gd name="T15" fmla="*/ 137 h 210"/>
              <a:gd name="T16" fmla="*/ 26 w 157"/>
              <a:gd name="T17" fmla="*/ 151 h 210"/>
              <a:gd name="T18" fmla="*/ 40 w 157"/>
              <a:gd name="T19" fmla="*/ 137 h 210"/>
              <a:gd name="T20" fmla="*/ 40 w 157"/>
              <a:gd name="T21" fmla="*/ 176 h 210"/>
              <a:gd name="T22" fmla="*/ 26 w 157"/>
              <a:gd name="T23" fmla="*/ 162 h 210"/>
              <a:gd name="T24" fmla="*/ 49 w 157"/>
              <a:gd name="T25" fmla="*/ 176 h 210"/>
              <a:gd name="T26" fmla="*/ 132 w 157"/>
              <a:gd name="T27" fmla="*/ 168 h 210"/>
              <a:gd name="T28" fmla="*/ 49 w 157"/>
              <a:gd name="T29" fmla="*/ 176 h 210"/>
              <a:gd name="T30" fmla="*/ 49 w 157"/>
              <a:gd name="T31" fmla="*/ 143 h 210"/>
              <a:gd name="T32" fmla="*/ 132 w 157"/>
              <a:gd name="T33" fmla="*/ 151 h 210"/>
              <a:gd name="T34" fmla="*/ 132 w 157"/>
              <a:gd name="T35" fmla="*/ 118 h 210"/>
              <a:gd name="T36" fmla="*/ 49 w 157"/>
              <a:gd name="T37" fmla="*/ 126 h 210"/>
              <a:gd name="T38" fmla="*/ 132 w 157"/>
              <a:gd name="T39" fmla="*/ 118 h 210"/>
              <a:gd name="T40" fmla="*/ 49 w 157"/>
              <a:gd name="T41" fmla="*/ 69 h 210"/>
              <a:gd name="T42" fmla="*/ 132 w 157"/>
              <a:gd name="T43" fmla="*/ 77 h 210"/>
              <a:gd name="T44" fmla="*/ 132 w 157"/>
              <a:gd name="T45" fmla="*/ 94 h 210"/>
              <a:gd name="T46" fmla="*/ 49 w 157"/>
              <a:gd name="T47" fmla="*/ 102 h 210"/>
              <a:gd name="T48" fmla="*/ 132 w 157"/>
              <a:gd name="T49" fmla="*/ 94 h 210"/>
              <a:gd name="T50" fmla="*/ 66 w 157"/>
              <a:gd name="T51" fmla="*/ 13 h 210"/>
              <a:gd name="T52" fmla="*/ 92 w 157"/>
              <a:gd name="T53" fmla="*/ 13 h 210"/>
              <a:gd name="T54" fmla="*/ 129 w 157"/>
              <a:gd name="T55" fmla="*/ 40 h 210"/>
              <a:gd name="T56" fmla="*/ 42 w 157"/>
              <a:gd name="T57" fmla="*/ 26 h 210"/>
              <a:gd name="T58" fmla="*/ 79 w 157"/>
              <a:gd name="T59" fmla="*/ 16 h 210"/>
              <a:gd name="T60" fmla="*/ 79 w 157"/>
              <a:gd name="T61" fmla="*/ 10 h 210"/>
              <a:gd name="T62" fmla="*/ 147 w 157"/>
              <a:gd name="T63" fmla="*/ 18 h 210"/>
              <a:gd name="T64" fmla="*/ 118 w 157"/>
              <a:gd name="T65" fmla="*/ 20 h 210"/>
              <a:gd name="T66" fmla="*/ 145 w 157"/>
              <a:gd name="T67" fmla="*/ 30 h 210"/>
              <a:gd name="T68" fmla="*/ 12 w 157"/>
              <a:gd name="T69" fmla="*/ 198 h 210"/>
              <a:gd name="T70" fmla="*/ 27 w 157"/>
              <a:gd name="T71" fmla="*/ 30 h 210"/>
              <a:gd name="T72" fmla="*/ 48 w 157"/>
              <a:gd name="T73" fmla="*/ 18 h 210"/>
              <a:gd name="T74" fmla="*/ 0 w 157"/>
              <a:gd name="T75" fmla="*/ 28 h 210"/>
              <a:gd name="T76" fmla="*/ 10 w 157"/>
              <a:gd name="T77" fmla="*/ 210 h 210"/>
              <a:gd name="T78" fmla="*/ 157 w 157"/>
              <a:gd name="T79" fmla="*/ 200 h 210"/>
              <a:gd name="T80" fmla="*/ 147 w 157"/>
              <a:gd name="T81" fmla="*/ 18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7" h="210">
                <a:moveTo>
                  <a:pt x="40" y="77"/>
                </a:moveTo>
                <a:cubicBezTo>
                  <a:pt x="26" y="77"/>
                  <a:pt x="26" y="77"/>
                  <a:pt x="26" y="77"/>
                </a:cubicBezTo>
                <a:cubicBezTo>
                  <a:pt x="26" y="63"/>
                  <a:pt x="26" y="63"/>
                  <a:pt x="26" y="63"/>
                </a:cubicBezTo>
                <a:cubicBezTo>
                  <a:pt x="40" y="63"/>
                  <a:pt x="40" y="63"/>
                  <a:pt x="40" y="63"/>
                </a:cubicBezTo>
                <a:lnTo>
                  <a:pt x="40" y="77"/>
                </a:lnTo>
                <a:close/>
                <a:moveTo>
                  <a:pt x="40" y="88"/>
                </a:moveTo>
                <a:cubicBezTo>
                  <a:pt x="26" y="88"/>
                  <a:pt x="26" y="88"/>
                  <a:pt x="26" y="88"/>
                </a:cubicBezTo>
                <a:cubicBezTo>
                  <a:pt x="26" y="102"/>
                  <a:pt x="26" y="102"/>
                  <a:pt x="26" y="102"/>
                </a:cubicBezTo>
                <a:cubicBezTo>
                  <a:pt x="40" y="102"/>
                  <a:pt x="40" y="102"/>
                  <a:pt x="40" y="102"/>
                </a:cubicBezTo>
                <a:lnTo>
                  <a:pt x="40" y="88"/>
                </a:lnTo>
                <a:close/>
                <a:moveTo>
                  <a:pt x="40" y="112"/>
                </a:moveTo>
                <a:cubicBezTo>
                  <a:pt x="26" y="112"/>
                  <a:pt x="26" y="112"/>
                  <a:pt x="26" y="112"/>
                </a:cubicBezTo>
                <a:cubicBezTo>
                  <a:pt x="26" y="126"/>
                  <a:pt x="26" y="126"/>
                  <a:pt x="26" y="126"/>
                </a:cubicBezTo>
                <a:cubicBezTo>
                  <a:pt x="40" y="126"/>
                  <a:pt x="40" y="126"/>
                  <a:pt x="40" y="126"/>
                </a:cubicBezTo>
                <a:lnTo>
                  <a:pt x="40" y="112"/>
                </a:lnTo>
                <a:close/>
                <a:moveTo>
                  <a:pt x="40" y="137"/>
                </a:moveTo>
                <a:cubicBezTo>
                  <a:pt x="26" y="137"/>
                  <a:pt x="26" y="137"/>
                  <a:pt x="26" y="137"/>
                </a:cubicBezTo>
                <a:cubicBezTo>
                  <a:pt x="26" y="151"/>
                  <a:pt x="26" y="151"/>
                  <a:pt x="26" y="151"/>
                </a:cubicBezTo>
                <a:cubicBezTo>
                  <a:pt x="40" y="151"/>
                  <a:pt x="40" y="151"/>
                  <a:pt x="40" y="151"/>
                </a:cubicBezTo>
                <a:lnTo>
                  <a:pt x="40" y="137"/>
                </a:lnTo>
                <a:close/>
                <a:moveTo>
                  <a:pt x="26" y="176"/>
                </a:moveTo>
                <a:cubicBezTo>
                  <a:pt x="40" y="176"/>
                  <a:pt x="40" y="176"/>
                  <a:pt x="40" y="176"/>
                </a:cubicBezTo>
                <a:cubicBezTo>
                  <a:pt x="40" y="162"/>
                  <a:pt x="40" y="162"/>
                  <a:pt x="40" y="162"/>
                </a:cubicBezTo>
                <a:cubicBezTo>
                  <a:pt x="26" y="162"/>
                  <a:pt x="26" y="162"/>
                  <a:pt x="26" y="162"/>
                </a:cubicBezTo>
                <a:lnTo>
                  <a:pt x="26" y="176"/>
                </a:lnTo>
                <a:close/>
                <a:moveTo>
                  <a:pt x="49" y="176"/>
                </a:moveTo>
                <a:cubicBezTo>
                  <a:pt x="132" y="176"/>
                  <a:pt x="132" y="176"/>
                  <a:pt x="132" y="176"/>
                </a:cubicBezTo>
                <a:cubicBezTo>
                  <a:pt x="132" y="168"/>
                  <a:pt x="132" y="168"/>
                  <a:pt x="132" y="168"/>
                </a:cubicBezTo>
                <a:cubicBezTo>
                  <a:pt x="49" y="168"/>
                  <a:pt x="49" y="168"/>
                  <a:pt x="49" y="168"/>
                </a:cubicBezTo>
                <a:lnTo>
                  <a:pt x="49" y="176"/>
                </a:lnTo>
                <a:close/>
                <a:moveTo>
                  <a:pt x="132" y="143"/>
                </a:moveTo>
                <a:cubicBezTo>
                  <a:pt x="49" y="143"/>
                  <a:pt x="49" y="143"/>
                  <a:pt x="49" y="143"/>
                </a:cubicBezTo>
                <a:cubicBezTo>
                  <a:pt x="49" y="151"/>
                  <a:pt x="49" y="151"/>
                  <a:pt x="49" y="151"/>
                </a:cubicBezTo>
                <a:cubicBezTo>
                  <a:pt x="132" y="151"/>
                  <a:pt x="132" y="151"/>
                  <a:pt x="132" y="151"/>
                </a:cubicBezTo>
                <a:lnTo>
                  <a:pt x="132" y="143"/>
                </a:lnTo>
                <a:close/>
                <a:moveTo>
                  <a:pt x="132" y="118"/>
                </a:moveTo>
                <a:cubicBezTo>
                  <a:pt x="49" y="118"/>
                  <a:pt x="49" y="118"/>
                  <a:pt x="49" y="118"/>
                </a:cubicBezTo>
                <a:cubicBezTo>
                  <a:pt x="49" y="126"/>
                  <a:pt x="49" y="126"/>
                  <a:pt x="49" y="126"/>
                </a:cubicBezTo>
                <a:cubicBezTo>
                  <a:pt x="132" y="126"/>
                  <a:pt x="132" y="126"/>
                  <a:pt x="132" y="126"/>
                </a:cubicBezTo>
                <a:lnTo>
                  <a:pt x="132" y="118"/>
                </a:lnTo>
                <a:close/>
                <a:moveTo>
                  <a:pt x="132" y="69"/>
                </a:moveTo>
                <a:cubicBezTo>
                  <a:pt x="49" y="69"/>
                  <a:pt x="49" y="69"/>
                  <a:pt x="49" y="69"/>
                </a:cubicBezTo>
                <a:cubicBezTo>
                  <a:pt x="49" y="77"/>
                  <a:pt x="49" y="77"/>
                  <a:pt x="49" y="77"/>
                </a:cubicBezTo>
                <a:cubicBezTo>
                  <a:pt x="132" y="77"/>
                  <a:pt x="132" y="77"/>
                  <a:pt x="132" y="77"/>
                </a:cubicBezTo>
                <a:lnTo>
                  <a:pt x="132" y="69"/>
                </a:lnTo>
                <a:close/>
                <a:moveTo>
                  <a:pt x="132" y="94"/>
                </a:moveTo>
                <a:cubicBezTo>
                  <a:pt x="49" y="94"/>
                  <a:pt x="49" y="94"/>
                  <a:pt x="49" y="94"/>
                </a:cubicBezTo>
                <a:cubicBezTo>
                  <a:pt x="49" y="102"/>
                  <a:pt x="49" y="102"/>
                  <a:pt x="49" y="102"/>
                </a:cubicBezTo>
                <a:cubicBezTo>
                  <a:pt x="132" y="102"/>
                  <a:pt x="132" y="102"/>
                  <a:pt x="132" y="102"/>
                </a:cubicBezTo>
                <a:lnTo>
                  <a:pt x="132" y="94"/>
                </a:lnTo>
                <a:close/>
                <a:moveTo>
                  <a:pt x="42" y="26"/>
                </a:moveTo>
                <a:cubicBezTo>
                  <a:pt x="62" y="20"/>
                  <a:pt x="66" y="17"/>
                  <a:pt x="66" y="13"/>
                </a:cubicBezTo>
                <a:cubicBezTo>
                  <a:pt x="66" y="5"/>
                  <a:pt x="72" y="0"/>
                  <a:pt x="79" y="0"/>
                </a:cubicBezTo>
                <a:cubicBezTo>
                  <a:pt x="86" y="0"/>
                  <a:pt x="92" y="5"/>
                  <a:pt x="92" y="13"/>
                </a:cubicBezTo>
                <a:cubicBezTo>
                  <a:pt x="92" y="17"/>
                  <a:pt x="95" y="20"/>
                  <a:pt x="116" y="26"/>
                </a:cubicBezTo>
                <a:cubicBezTo>
                  <a:pt x="128" y="29"/>
                  <a:pt x="129" y="40"/>
                  <a:pt x="129" y="40"/>
                </a:cubicBezTo>
                <a:cubicBezTo>
                  <a:pt x="29" y="40"/>
                  <a:pt x="29" y="40"/>
                  <a:pt x="29" y="40"/>
                </a:cubicBezTo>
                <a:cubicBezTo>
                  <a:pt x="29" y="40"/>
                  <a:pt x="29" y="29"/>
                  <a:pt x="42" y="26"/>
                </a:cubicBezTo>
                <a:moveTo>
                  <a:pt x="76" y="13"/>
                </a:moveTo>
                <a:cubicBezTo>
                  <a:pt x="76" y="15"/>
                  <a:pt x="77" y="16"/>
                  <a:pt x="79" y="16"/>
                </a:cubicBezTo>
                <a:cubicBezTo>
                  <a:pt x="81" y="16"/>
                  <a:pt x="82" y="15"/>
                  <a:pt x="82" y="13"/>
                </a:cubicBezTo>
                <a:cubicBezTo>
                  <a:pt x="82" y="11"/>
                  <a:pt x="81" y="10"/>
                  <a:pt x="79" y="10"/>
                </a:cubicBezTo>
                <a:cubicBezTo>
                  <a:pt x="77" y="10"/>
                  <a:pt x="76" y="11"/>
                  <a:pt x="76" y="13"/>
                </a:cubicBezTo>
                <a:moveTo>
                  <a:pt x="147" y="18"/>
                </a:moveTo>
                <a:cubicBezTo>
                  <a:pt x="110" y="18"/>
                  <a:pt x="110" y="18"/>
                  <a:pt x="110" y="18"/>
                </a:cubicBezTo>
                <a:cubicBezTo>
                  <a:pt x="112" y="18"/>
                  <a:pt x="115" y="19"/>
                  <a:pt x="118" y="20"/>
                </a:cubicBezTo>
                <a:cubicBezTo>
                  <a:pt x="124" y="22"/>
                  <a:pt x="129" y="26"/>
                  <a:pt x="131" y="30"/>
                </a:cubicBezTo>
                <a:cubicBezTo>
                  <a:pt x="145" y="30"/>
                  <a:pt x="145" y="30"/>
                  <a:pt x="145" y="30"/>
                </a:cubicBezTo>
                <a:cubicBezTo>
                  <a:pt x="145" y="198"/>
                  <a:pt x="145" y="198"/>
                  <a:pt x="145" y="198"/>
                </a:cubicBezTo>
                <a:cubicBezTo>
                  <a:pt x="12" y="198"/>
                  <a:pt x="12" y="198"/>
                  <a:pt x="12" y="198"/>
                </a:cubicBezTo>
                <a:cubicBezTo>
                  <a:pt x="12" y="30"/>
                  <a:pt x="12" y="30"/>
                  <a:pt x="12" y="30"/>
                </a:cubicBezTo>
                <a:cubicBezTo>
                  <a:pt x="27" y="30"/>
                  <a:pt x="27" y="30"/>
                  <a:pt x="27" y="30"/>
                </a:cubicBezTo>
                <a:cubicBezTo>
                  <a:pt x="29" y="26"/>
                  <a:pt x="33" y="22"/>
                  <a:pt x="40" y="20"/>
                </a:cubicBezTo>
                <a:cubicBezTo>
                  <a:pt x="43" y="19"/>
                  <a:pt x="46" y="18"/>
                  <a:pt x="48" y="18"/>
                </a:cubicBezTo>
                <a:cubicBezTo>
                  <a:pt x="10" y="18"/>
                  <a:pt x="10" y="18"/>
                  <a:pt x="10" y="18"/>
                </a:cubicBezTo>
                <a:cubicBezTo>
                  <a:pt x="5" y="18"/>
                  <a:pt x="0" y="22"/>
                  <a:pt x="0" y="28"/>
                </a:cubicBezTo>
                <a:cubicBezTo>
                  <a:pt x="0" y="200"/>
                  <a:pt x="0" y="200"/>
                  <a:pt x="0" y="200"/>
                </a:cubicBezTo>
                <a:cubicBezTo>
                  <a:pt x="0" y="205"/>
                  <a:pt x="5" y="210"/>
                  <a:pt x="10" y="210"/>
                </a:cubicBezTo>
                <a:cubicBezTo>
                  <a:pt x="147" y="210"/>
                  <a:pt x="147" y="210"/>
                  <a:pt x="147" y="210"/>
                </a:cubicBezTo>
                <a:cubicBezTo>
                  <a:pt x="153" y="210"/>
                  <a:pt x="157" y="205"/>
                  <a:pt x="157" y="200"/>
                </a:cubicBezTo>
                <a:cubicBezTo>
                  <a:pt x="157" y="28"/>
                  <a:pt x="157" y="28"/>
                  <a:pt x="157" y="28"/>
                </a:cubicBezTo>
                <a:cubicBezTo>
                  <a:pt x="157" y="22"/>
                  <a:pt x="153" y="18"/>
                  <a:pt x="147" y="18"/>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1" name="Freeform 413"/>
          <p:cNvSpPr>
            <a:spLocks noEditPoints="1"/>
          </p:cNvSpPr>
          <p:nvPr/>
        </p:nvSpPr>
        <p:spPr bwMode="auto">
          <a:xfrm>
            <a:off x="10087243" y="3153282"/>
            <a:ext cx="590150" cy="554120"/>
          </a:xfrm>
          <a:custGeom>
            <a:avLst/>
            <a:gdLst>
              <a:gd name="T0" fmla="*/ 21 w 198"/>
              <a:gd name="T1" fmla="*/ 84 h 186"/>
              <a:gd name="T2" fmla="*/ 9 w 198"/>
              <a:gd name="T3" fmla="*/ 69 h 186"/>
              <a:gd name="T4" fmla="*/ 59 w 198"/>
              <a:gd name="T5" fmla="*/ 0 h 186"/>
              <a:gd name="T6" fmla="*/ 70 w 198"/>
              <a:gd name="T7" fmla="*/ 37 h 186"/>
              <a:gd name="T8" fmla="*/ 38 w 198"/>
              <a:gd name="T9" fmla="*/ 83 h 186"/>
              <a:gd name="T10" fmla="*/ 48 w 198"/>
              <a:gd name="T11" fmla="*/ 101 h 186"/>
              <a:gd name="T12" fmla="*/ 38 w 198"/>
              <a:gd name="T13" fmla="*/ 111 h 186"/>
              <a:gd name="T14" fmla="*/ 31 w 198"/>
              <a:gd name="T15" fmla="*/ 92 h 186"/>
              <a:gd name="T16" fmla="*/ 127 w 198"/>
              <a:gd name="T17" fmla="*/ 82 h 186"/>
              <a:gd name="T18" fmla="*/ 67 w 198"/>
              <a:gd name="T19" fmla="*/ 97 h 186"/>
              <a:gd name="T20" fmla="*/ 70 w 198"/>
              <a:gd name="T21" fmla="*/ 101 h 186"/>
              <a:gd name="T22" fmla="*/ 80 w 198"/>
              <a:gd name="T23" fmla="*/ 120 h 186"/>
              <a:gd name="T24" fmla="*/ 99 w 198"/>
              <a:gd name="T25" fmla="*/ 130 h 186"/>
              <a:gd name="T26" fmla="*/ 118 w 198"/>
              <a:gd name="T27" fmla="*/ 140 h 186"/>
              <a:gd name="T28" fmla="*/ 102 w 198"/>
              <a:gd name="T29" fmla="*/ 178 h 186"/>
              <a:gd name="T30" fmla="*/ 123 w 198"/>
              <a:gd name="T31" fmla="*/ 170 h 186"/>
              <a:gd name="T32" fmla="*/ 142 w 198"/>
              <a:gd name="T33" fmla="*/ 160 h 186"/>
              <a:gd name="T34" fmla="*/ 158 w 198"/>
              <a:gd name="T35" fmla="*/ 143 h 186"/>
              <a:gd name="T36" fmla="*/ 167 w 198"/>
              <a:gd name="T37" fmla="*/ 122 h 186"/>
              <a:gd name="T38" fmla="*/ 115 w 198"/>
              <a:gd name="T39" fmla="*/ 144 h 186"/>
              <a:gd name="T40" fmla="*/ 93 w 198"/>
              <a:gd name="T41" fmla="*/ 150 h 186"/>
              <a:gd name="T42" fmla="*/ 79 w 198"/>
              <a:gd name="T43" fmla="*/ 136 h 186"/>
              <a:gd name="T44" fmla="*/ 76 w 198"/>
              <a:gd name="T45" fmla="*/ 124 h 186"/>
              <a:gd name="T46" fmla="*/ 64 w 198"/>
              <a:gd name="T47" fmla="*/ 121 h 186"/>
              <a:gd name="T48" fmla="*/ 50 w 198"/>
              <a:gd name="T49" fmla="*/ 106 h 186"/>
              <a:gd name="T50" fmla="*/ 28 w 198"/>
              <a:gd name="T51" fmla="*/ 143 h 186"/>
              <a:gd name="T52" fmla="*/ 40 w 198"/>
              <a:gd name="T53" fmla="*/ 145 h 186"/>
              <a:gd name="T54" fmla="*/ 54 w 198"/>
              <a:gd name="T55" fmla="*/ 160 h 186"/>
              <a:gd name="T56" fmla="*/ 57 w 198"/>
              <a:gd name="T57" fmla="*/ 172 h 186"/>
              <a:gd name="T58" fmla="*/ 78 w 198"/>
              <a:gd name="T59" fmla="*/ 165 h 186"/>
              <a:gd name="T60" fmla="*/ 93 w 198"/>
              <a:gd name="T61" fmla="*/ 180 h 186"/>
              <a:gd name="T62" fmla="*/ 115 w 198"/>
              <a:gd name="T63" fmla="*/ 144 h 186"/>
              <a:gd name="T64" fmla="*/ 118 w 198"/>
              <a:gd name="T65" fmla="*/ 24 h 186"/>
              <a:gd name="T66" fmla="*/ 58 w 198"/>
              <a:gd name="T67" fmla="*/ 54 h 186"/>
              <a:gd name="T68" fmla="*/ 63 w 198"/>
              <a:gd name="T69" fmla="*/ 92 h 186"/>
              <a:gd name="T70" fmla="*/ 102 w 198"/>
              <a:gd name="T71" fmla="*/ 80 h 186"/>
              <a:gd name="T72" fmla="*/ 159 w 198"/>
              <a:gd name="T73" fmla="*/ 110 h 186"/>
              <a:gd name="T74" fmla="*/ 177 w 198"/>
              <a:gd name="T75" fmla="*/ 83 h 186"/>
              <a:gd name="T76" fmla="*/ 141 w 198"/>
              <a:gd name="T77" fmla="*/ 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98" h="186">
                <a:moveTo>
                  <a:pt x="26" y="88"/>
                </a:moveTo>
                <a:cubicBezTo>
                  <a:pt x="24" y="87"/>
                  <a:pt x="22" y="86"/>
                  <a:pt x="21" y="84"/>
                </a:cubicBezTo>
                <a:cubicBezTo>
                  <a:pt x="19" y="83"/>
                  <a:pt x="17" y="80"/>
                  <a:pt x="16" y="78"/>
                </a:cubicBezTo>
                <a:cubicBezTo>
                  <a:pt x="14" y="75"/>
                  <a:pt x="12" y="72"/>
                  <a:pt x="9" y="69"/>
                </a:cubicBezTo>
                <a:cubicBezTo>
                  <a:pt x="0" y="60"/>
                  <a:pt x="0" y="60"/>
                  <a:pt x="0" y="60"/>
                </a:cubicBezTo>
                <a:cubicBezTo>
                  <a:pt x="59" y="0"/>
                  <a:pt x="59" y="0"/>
                  <a:pt x="59" y="0"/>
                </a:cubicBezTo>
                <a:cubicBezTo>
                  <a:pt x="87" y="28"/>
                  <a:pt x="87" y="28"/>
                  <a:pt x="87" y="28"/>
                </a:cubicBezTo>
                <a:cubicBezTo>
                  <a:pt x="83" y="29"/>
                  <a:pt x="76" y="34"/>
                  <a:pt x="70" y="37"/>
                </a:cubicBezTo>
                <a:cubicBezTo>
                  <a:pt x="53" y="48"/>
                  <a:pt x="52" y="50"/>
                  <a:pt x="52" y="53"/>
                </a:cubicBezTo>
                <a:cubicBezTo>
                  <a:pt x="51" y="56"/>
                  <a:pt x="44" y="74"/>
                  <a:pt x="38" y="83"/>
                </a:cubicBezTo>
                <a:cubicBezTo>
                  <a:pt x="35" y="86"/>
                  <a:pt x="35" y="90"/>
                  <a:pt x="36" y="93"/>
                </a:cubicBezTo>
                <a:cubicBezTo>
                  <a:pt x="38" y="97"/>
                  <a:pt x="43" y="100"/>
                  <a:pt x="48" y="101"/>
                </a:cubicBezTo>
                <a:cubicBezTo>
                  <a:pt x="48" y="102"/>
                  <a:pt x="47" y="102"/>
                  <a:pt x="46" y="103"/>
                </a:cubicBezTo>
                <a:cubicBezTo>
                  <a:pt x="38" y="111"/>
                  <a:pt x="38" y="111"/>
                  <a:pt x="38" y="111"/>
                </a:cubicBezTo>
                <a:cubicBezTo>
                  <a:pt x="36" y="108"/>
                  <a:pt x="35" y="104"/>
                  <a:pt x="34" y="101"/>
                </a:cubicBezTo>
                <a:cubicBezTo>
                  <a:pt x="33" y="97"/>
                  <a:pt x="32" y="94"/>
                  <a:pt x="31" y="92"/>
                </a:cubicBezTo>
                <a:cubicBezTo>
                  <a:pt x="30" y="91"/>
                  <a:pt x="28" y="90"/>
                  <a:pt x="26" y="88"/>
                </a:cubicBezTo>
                <a:moveTo>
                  <a:pt x="127" y="82"/>
                </a:moveTo>
                <a:cubicBezTo>
                  <a:pt x="105" y="91"/>
                  <a:pt x="87" y="86"/>
                  <a:pt x="82" y="83"/>
                </a:cubicBezTo>
                <a:cubicBezTo>
                  <a:pt x="79" y="87"/>
                  <a:pt x="74" y="92"/>
                  <a:pt x="67" y="97"/>
                </a:cubicBezTo>
                <a:cubicBezTo>
                  <a:pt x="66" y="98"/>
                  <a:pt x="66" y="98"/>
                  <a:pt x="65" y="98"/>
                </a:cubicBezTo>
                <a:cubicBezTo>
                  <a:pt x="67" y="99"/>
                  <a:pt x="68" y="100"/>
                  <a:pt x="70" y="101"/>
                </a:cubicBezTo>
                <a:cubicBezTo>
                  <a:pt x="74" y="105"/>
                  <a:pt x="75" y="111"/>
                  <a:pt x="73" y="117"/>
                </a:cubicBezTo>
                <a:cubicBezTo>
                  <a:pt x="75" y="117"/>
                  <a:pt x="78" y="118"/>
                  <a:pt x="80" y="120"/>
                </a:cubicBezTo>
                <a:cubicBezTo>
                  <a:pt x="82" y="122"/>
                  <a:pt x="83" y="125"/>
                  <a:pt x="83" y="127"/>
                </a:cubicBezTo>
                <a:cubicBezTo>
                  <a:pt x="89" y="125"/>
                  <a:pt x="95" y="126"/>
                  <a:pt x="99" y="130"/>
                </a:cubicBezTo>
                <a:cubicBezTo>
                  <a:pt x="101" y="132"/>
                  <a:pt x="102" y="135"/>
                  <a:pt x="103" y="137"/>
                </a:cubicBezTo>
                <a:cubicBezTo>
                  <a:pt x="108" y="135"/>
                  <a:pt x="114" y="136"/>
                  <a:pt x="118" y="140"/>
                </a:cubicBezTo>
                <a:cubicBezTo>
                  <a:pt x="124" y="146"/>
                  <a:pt x="123" y="157"/>
                  <a:pt x="116" y="164"/>
                </a:cubicBezTo>
                <a:cubicBezTo>
                  <a:pt x="102" y="178"/>
                  <a:pt x="102" y="178"/>
                  <a:pt x="102" y="178"/>
                </a:cubicBezTo>
                <a:cubicBezTo>
                  <a:pt x="107" y="183"/>
                  <a:pt x="115" y="184"/>
                  <a:pt x="120" y="180"/>
                </a:cubicBezTo>
                <a:cubicBezTo>
                  <a:pt x="122" y="177"/>
                  <a:pt x="123" y="174"/>
                  <a:pt x="123" y="170"/>
                </a:cubicBezTo>
                <a:cubicBezTo>
                  <a:pt x="128" y="174"/>
                  <a:pt x="135" y="174"/>
                  <a:pt x="139" y="170"/>
                </a:cubicBezTo>
                <a:cubicBezTo>
                  <a:pt x="142" y="167"/>
                  <a:pt x="143" y="164"/>
                  <a:pt x="142" y="160"/>
                </a:cubicBezTo>
                <a:cubicBezTo>
                  <a:pt x="147" y="164"/>
                  <a:pt x="154" y="164"/>
                  <a:pt x="158" y="160"/>
                </a:cubicBezTo>
                <a:cubicBezTo>
                  <a:pt x="162" y="156"/>
                  <a:pt x="162" y="149"/>
                  <a:pt x="158" y="143"/>
                </a:cubicBezTo>
                <a:cubicBezTo>
                  <a:pt x="162" y="144"/>
                  <a:pt x="166" y="143"/>
                  <a:pt x="168" y="141"/>
                </a:cubicBezTo>
                <a:cubicBezTo>
                  <a:pt x="173" y="136"/>
                  <a:pt x="173" y="128"/>
                  <a:pt x="167" y="122"/>
                </a:cubicBezTo>
                <a:lnTo>
                  <a:pt x="127" y="82"/>
                </a:lnTo>
                <a:close/>
                <a:moveTo>
                  <a:pt x="115" y="144"/>
                </a:moveTo>
                <a:cubicBezTo>
                  <a:pt x="111" y="140"/>
                  <a:pt x="103" y="141"/>
                  <a:pt x="98" y="146"/>
                </a:cubicBezTo>
                <a:cubicBezTo>
                  <a:pt x="93" y="150"/>
                  <a:pt x="93" y="150"/>
                  <a:pt x="93" y="150"/>
                </a:cubicBezTo>
                <a:cubicBezTo>
                  <a:pt x="99" y="145"/>
                  <a:pt x="99" y="138"/>
                  <a:pt x="95" y="134"/>
                </a:cubicBezTo>
                <a:cubicBezTo>
                  <a:pt x="91" y="130"/>
                  <a:pt x="84" y="131"/>
                  <a:pt x="79" y="136"/>
                </a:cubicBezTo>
                <a:cubicBezTo>
                  <a:pt x="74" y="140"/>
                  <a:pt x="74" y="140"/>
                  <a:pt x="74" y="140"/>
                </a:cubicBezTo>
                <a:cubicBezTo>
                  <a:pt x="79" y="135"/>
                  <a:pt x="80" y="128"/>
                  <a:pt x="76" y="124"/>
                </a:cubicBezTo>
                <a:cubicBezTo>
                  <a:pt x="72" y="120"/>
                  <a:pt x="65" y="121"/>
                  <a:pt x="60" y="126"/>
                </a:cubicBezTo>
                <a:cubicBezTo>
                  <a:pt x="64" y="121"/>
                  <a:pt x="64" y="121"/>
                  <a:pt x="64" y="121"/>
                </a:cubicBezTo>
                <a:cubicBezTo>
                  <a:pt x="69" y="116"/>
                  <a:pt x="70" y="109"/>
                  <a:pt x="66" y="105"/>
                </a:cubicBezTo>
                <a:cubicBezTo>
                  <a:pt x="62" y="101"/>
                  <a:pt x="55" y="101"/>
                  <a:pt x="50" y="106"/>
                </a:cubicBezTo>
                <a:cubicBezTo>
                  <a:pt x="30" y="126"/>
                  <a:pt x="30" y="126"/>
                  <a:pt x="30" y="126"/>
                </a:cubicBezTo>
                <a:cubicBezTo>
                  <a:pt x="25" y="131"/>
                  <a:pt x="24" y="139"/>
                  <a:pt x="28" y="143"/>
                </a:cubicBezTo>
                <a:cubicBezTo>
                  <a:pt x="31" y="146"/>
                  <a:pt x="37" y="146"/>
                  <a:pt x="42" y="143"/>
                </a:cubicBezTo>
                <a:cubicBezTo>
                  <a:pt x="40" y="145"/>
                  <a:pt x="40" y="145"/>
                  <a:pt x="40" y="145"/>
                </a:cubicBezTo>
                <a:cubicBezTo>
                  <a:pt x="35" y="151"/>
                  <a:pt x="34" y="158"/>
                  <a:pt x="38" y="162"/>
                </a:cubicBezTo>
                <a:cubicBezTo>
                  <a:pt x="42" y="166"/>
                  <a:pt x="49" y="165"/>
                  <a:pt x="54" y="160"/>
                </a:cubicBezTo>
                <a:cubicBezTo>
                  <a:pt x="59" y="155"/>
                  <a:pt x="59" y="155"/>
                  <a:pt x="59" y="155"/>
                </a:cubicBezTo>
                <a:cubicBezTo>
                  <a:pt x="54" y="161"/>
                  <a:pt x="53" y="168"/>
                  <a:pt x="57" y="172"/>
                </a:cubicBezTo>
                <a:cubicBezTo>
                  <a:pt x="61" y="176"/>
                  <a:pt x="69" y="175"/>
                  <a:pt x="74" y="170"/>
                </a:cubicBezTo>
                <a:cubicBezTo>
                  <a:pt x="78" y="165"/>
                  <a:pt x="78" y="165"/>
                  <a:pt x="78" y="165"/>
                </a:cubicBezTo>
                <a:cubicBezTo>
                  <a:pt x="73" y="171"/>
                  <a:pt x="72" y="178"/>
                  <a:pt x="76" y="182"/>
                </a:cubicBezTo>
                <a:cubicBezTo>
                  <a:pt x="80" y="186"/>
                  <a:pt x="88" y="185"/>
                  <a:pt x="93" y="180"/>
                </a:cubicBezTo>
                <a:cubicBezTo>
                  <a:pt x="113" y="160"/>
                  <a:pt x="113" y="160"/>
                  <a:pt x="113" y="160"/>
                </a:cubicBezTo>
                <a:cubicBezTo>
                  <a:pt x="118" y="155"/>
                  <a:pt x="119" y="148"/>
                  <a:pt x="115" y="144"/>
                </a:cubicBezTo>
                <a:moveTo>
                  <a:pt x="141" y="1"/>
                </a:moveTo>
                <a:cubicBezTo>
                  <a:pt x="118" y="24"/>
                  <a:pt x="118" y="24"/>
                  <a:pt x="118" y="24"/>
                </a:cubicBezTo>
                <a:cubicBezTo>
                  <a:pt x="112" y="30"/>
                  <a:pt x="93" y="32"/>
                  <a:pt x="91" y="33"/>
                </a:cubicBezTo>
                <a:cubicBezTo>
                  <a:pt x="88" y="34"/>
                  <a:pt x="58" y="52"/>
                  <a:pt x="58" y="54"/>
                </a:cubicBezTo>
                <a:cubicBezTo>
                  <a:pt x="58" y="56"/>
                  <a:pt x="51" y="77"/>
                  <a:pt x="43" y="87"/>
                </a:cubicBezTo>
                <a:cubicBezTo>
                  <a:pt x="38" y="93"/>
                  <a:pt x="53" y="99"/>
                  <a:pt x="63" y="92"/>
                </a:cubicBezTo>
                <a:cubicBezTo>
                  <a:pt x="75" y="84"/>
                  <a:pt x="81" y="74"/>
                  <a:pt x="81" y="74"/>
                </a:cubicBezTo>
                <a:cubicBezTo>
                  <a:pt x="81" y="74"/>
                  <a:pt x="87" y="79"/>
                  <a:pt x="102" y="80"/>
                </a:cubicBezTo>
                <a:cubicBezTo>
                  <a:pt x="119" y="82"/>
                  <a:pt x="129" y="78"/>
                  <a:pt x="129" y="78"/>
                </a:cubicBezTo>
                <a:cubicBezTo>
                  <a:pt x="159" y="110"/>
                  <a:pt x="159" y="110"/>
                  <a:pt x="159" y="110"/>
                </a:cubicBezTo>
                <a:cubicBezTo>
                  <a:pt x="162" y="103"/>
                  <a:pt x="164" y="94"/>
                  <a:pt x="166" y="91"/>
                </a:cubicBezTo>
                <a:cubicBezTo>
                  <a:pt x="169" y="88"/>
                  <a:pt x="173" y="87"/>
                  <a:pt x="177" y="83"/>
                </a:cubicBezTo>
                <a:cubicBezTo>
                  <a:pt x="180" y="80"/>
                  <a:pt x="193" y="63"/>
                  <a:pt x="198" y="58"/>
                </a:cubicBezTo>
                <a:lnTo>
                  <a:pt x="141" y="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2" name="Freeform 74"/>
          <p:cNvSpPr>
            <a:spLocks noEditPoints="1"/>
          </p:cNvSpPr>
          <p:nvPr/>
        </p:nvSpPr>
        <p:spPr bwMode="auto">
          <a:xfrm>
            <a:off x="8565836" y="3261367"/>
            <a:ext cx="336478" cy="337951"/>
          </a:xfrm>
          <a:custGeom>
            <a:avLst/>
            <a:gdLst>
              <a:gd name="T0" fmla="*/ 96 w 191"/>
              <a:gd name="T1" fmla="*/ 0 h 191"/>
              <a:gd name="T2" fmla="*/ 0 w 191"/>
              <a:gd name="T3" fmla="*/ 96 h 191"/>
              <a:gd name="T4" fmla="*/ 96 w 191"/>
              <a:gd name="T5" fmla="*/ 191 h 191"/>
              <a:gd name="T6" fmla="*/ 191 w 191"/>
              <a:gd name="T7" fmla="*/ 96 h 191"/>
              <a:gd name="T8" fmla="*/ 96 w 191"/>
              <a:gd name="T9" fmla="*/ 0 h 191"/>
              <a:gd name="T10" fmla="*/ 96 w 191"/>
              <a:gd name="T11" fmla="*/ 175 h 191"/>
              <a:gd name="T12" fmla="*/ 16 w 191"/>
              <a:gd name="T13" fmla="*/ 96 h 191"/>
              <a:gd name="T14" fmla="*/ 96 w 191"/>
              <a:gd name="T15" fmla="*/ 16 h 191"/>
              <a:gd name="T16" fmla="*/ 175 w 191"/>
              <a:gd name="T17" fmla="*/ 96 h 191"/>
              <a:gd name="T18" fmla="*/ 96 w 191"/>
              <a:gd name="T19" fmla="*/ 175 h 191"/>
              <a:gd name="T20" fmla="*/ 137 w 191"/>
              <a:gd name="T21" fmla="*/ 62 h 191"/>
              <a:gd name="T22" fmla="*/ 150 w 191"/>
              <a:gd name="T23" fmla="*/ 77 h 191"/>
              <a:gd name="T24" fmla="*/ 83 w 191"/>
              <a:gd name="T25" fmla="*/ 135 h 191"/>
              <a:gd name="T26" fmla="*/ 43 w 191"/>
              <a:gd name="T27" fmla="*/ 101 h 191"/>
              <a:gd name="T28" fmla="*/ 56 w 191"/>
              <a:gd name="T29" fmla="*/ 86 h 191"/>
              <a:gd name="T30" fmla="*/ 83 w 191"/>
              <a:gd name="T31" fmla="*/ 109 h 191"/>
              <a:gd name="T32" fmla="*/ 137 w 191"/>
              <a:gd name="T33" fmla="*/ 62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1" h="191">
                <a:moveTo>
                  <a:pt x="96" y="0"/>
                </a:moveTo>
                <a:cubicBezTo>
                  <a:pt x="43" y="0"/>
                  <a:pt x="0" y="43"/>
                  <a:pt x="0" y="96"/>
                </a:cubicBezTo>
                <a:cubicBezTo>
                  <a:pt x="0" y="148"/>
                  <a:pt x="43" y="191"/>
                  <a:pt x="96" y="191"/>
                </a:cubicBezTo>
                <a:cubicBezTo>
                  <a:pt x="148" y="191"/>
                  <a:pt x="191" y="148"/>
                  <a:pt x="191" y="96"/>
                </a:cubicBezTo>
                <a:cubicBezTo>
                  <a:pt x="191" y="43"/>
                  <a:pt x="148" y="0"/>
                  <a:pt x="96" y="0"/>
                </a:cubicBezTo>
                <a:close/>
                <a:moveTo>
                  <a:pt x="96" y="175"/>
                </a:moveTo>
                <a:cubicBezTo>
                  <a:pt x="52" y="175"/>
                  <a:pt x="16" y="140"/>
                  <a:pt x="16" y="96"/>
                </a:cubicBezTo>
                <a:cubicBezTo>
                  <a:pt x="16" y="52"/>
                  <a:pt x="52" y="16"/>
                  <a:pt x="96" y="16"/>
                </a:cubicBezTo>
                <a:cubicBezTo>
                  <a:pt x="139" y="16"/>
                  <a:pt x="175" y="52"/>
                  <a:pt x="175" y="96"/>
                </a:cubicBezTo>
                <a:cubicBezTo>
                  <a:pt x="175" y="140"/>
                  <a:pt x="139" y="175"/>
                  <a:pt x="96" y="175"/>
                </a:cubicBezTo>
                <a:close/>
                <a:moveTo>
                  <a:pt x="137" y="62"/>
                </a:moveTo>
                <a:cubicBezTo>
                  <a:pt x="150" y="77"/>
                  <a:pt x="150" y="77"/>
                  <a:pt x="150" y="77"/>
                </a:cubicBezTo>
                <a:cubicBezTo>
                  <a:pt x="83" y="135"/>
                  <a:pt x="83" y="135"/>
                  <a:pt x="83" y="135"/>
                </a:cubicBezTo>
                <a:cubicBezTo>
                  <a:pt x="43" y="101"/>
                  <a:pt x="43" y="101"/>
                  <a:pt x="43" y="101"/>
                </a:cubicBezTo>
                <a:cubicBezTo>
                  <a:pt x="56" y="86"/>
                  <a:pt x="56" y="86"/>
                  <a:pt x="56" y="86"/>
                </a:cubicBezTo>
                <a:cubicBezTo>
                  <a:pt x="83" y="109"/>
                  <a:pt x="83" y="109"/>
                  <a:pt x="83" y="109"/>
                </a:cubicBezTo>
                <a:lnTo>
                  <a:pt x="137" y="6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3" name="Rectangle 52"/>
          <p:cNvSpPr/>
          <p:nvPr/>
        </p:nvSpPr>
        <p:spPr>
          <a:xfrm>
            <a:off x="949731" y="4262578"/>
            <a:ext cx="2012762" cy="646331"/>
          </a:xfrm>
          <a:prstGeom prst="rect">
            <a:avLst/>
          </a:prstGeom>
        </p:spPr>
        <p:txBody>
          <a:bodyPr wrap="square">
            <a:spAutoFit/>
          </a:bodyPr>
          <a:lstStyle/>
          <a:p>
            <a:pPr algn="ctr"/>
            <a:r>
              <a:rPr lang="id-ID" sz="1200"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Suitable for all categories business and personal presentation</a:t>
            </a:r>
          </a:p>
        </p:txBody>
      </p:sp>
      <p:sp>
        <p:nvSpPr>
          <p:cNvPr id="54" name="Rectangle 53"/>
          <p:cNvSpPr/>
          <p:nvPr/>
        </p:nvSpPr>
        <p:spPr>
          <a:xfrm>
            <a:off x="3018895" y="5073383"/>
            <a:ext cx="2012762" cy="646331"/>
          </a:xfrm>
          <a:prstGeom prst="rect">
            <a:avLst/>
          </a:prstGeom>
        </p:spPr>
        <p:txBody>
          <a:bodyPr wrap="square">
            <a:spAutoFit/>
          </a:bodyPr>
          <a:lstStyle/>
          <a:p>
            <a:pPr algn="ctr"/>
            <a:r>
              <a:rPr lang="id-ID" sz="1200"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Suitable for all categories business and personal presentation</a:t>
            </a:r>
          </a:p>
        </p:txBody>
      </p:sp>
      <p:sp>
        <p:nvSpPr>
          <p:cNvPr id="55" name="Rectangle 54"/>
          <p:cNvSpPr/>
          <p:nvPr/>
        </p:nvSpPr>
        <p:spPr>
          <a:xfrm>
            <a:off x="3018895" y="1393176"/>
            <a:ext cx="2012762" cy="646331"/>
          </a:xfrm>
          <a:prstGeom prst="rect">
            <a:avLst/>
          </a:prstGeom>
        </p:spPr>
        <p:txBody>
          <a:bodyPr wrap="square">
            <a:spAutoFit/>
          </a:bodyPr>
          <a:lstStyle/>
          <a:p>
            <a:pPr algn="ctr"/>
            <a:r>
              <a:rPr lang="id-ID" sz="1200"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Suitable for all categories business and personal presentation</a:t>
            </a:r>
          </a:p>
        </p:txBody>
      </p:sp>
      <p:sp>
        <p:nvSpPr>
          <p:cNvPr id="56" name="Rectangle 55"/>
          <p:cNvSpPr/>
          <p:nvPr/>
        </p:nvSpPr>
        <p:spPr>
          <a:xfrm>
            <a:off x="6421045" y="5195303"/>
            <a:ext cx="2012762" cy="646331"/>
          </a:xfrm>
          <a:prstGeom prst="rect">
            <a:avLst/>
          </a:prstGeom>
        </p:spPr>
        <p:txBody>
          <a:bodyPr wrap="square">
            <a:spAutoFit/>
          </a:bodyPr>
          <a:lstStyle/>
          <a:p>
            <a:pPr algn="ctr"/>
            <a:r>
              <a:rPr lang="id-ID" sz="1200"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Suitable for all categories business and personal presentation</a:t>
            </a:r>
          </a:p>
        </p:txBody>
      </p:sp>
      <p:sp>
        <p:nvSpPr>
          <p:cNvPr id="57" name="Rectangle 56"/>
          <p:cNvSpPr/>
          <p:nvPr/>
        </p:nvSpPr>
        <p:spPr>
          <a:xfrm>
            <a:off x="9390967" y="4337118"/>
            <a:ext cx="2012762" cy="646331"/>
          </a:xfrm>
          <a:prstGeom prst="rect">
            <a:avLst/>
          </a:prstGeom>
        </p:spPr>
        <p:txBody>
          <a:bodyPr wrap="square">
            <a:spAutoFit/>
          </a:bodyPr>
          <a:lstStyle/>
          <a:p>
            <a:pPr algn="ctr"/>
            <a:r>
              <a:rPr lang="id-ID" sz="1200" dirty="0">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Suitable for all categories business and personal presentation</a:t>
            </a:r>
          </a:p>
        </p:txBody>
      </p:sp>
      <p:grpSp>
        <p:nvGrpSpPr>
          <p:cNvPr id="58" name="Group 2_1">
            <a:extLst>
              <a:ext uri="{FF2B5EF4-FFF2-40B4-BE49-F238E27FC236}">
                <a16:creationId xmlns:a16="http://schemas.microsoft.com/office/drawing/2014/main" id="{B7A39414-FBCF-47AC-A092-6FD2297C3144}"/>
              </a:ext>
            </a:extLst>
          </p:cNvPr>
          <p:cNvGrpSpPr/>
          <p:nvPr/>
        </p:nvGrpSpPr>
        <p:grpSpPr>
          <a:xfrm>
            <a:off x="0" y="0"/>
            <a:ext cx="1751115" cy="1097152"/>
            <a:chOff x="0" y="0"/>
            <a:chExt cx="1751115" cy="1097152"/>
          </a:xfrm>
        </p:grpSpPr>
        <p:grpSp>
          <p:nvGrpSpPr>
            <p:cNvPr id="59" name="组合 58">
              <a:extLst>
                <a:ext uri="{FF2B5EF4-FFF2-40B4-BE49-F238E27FC236}">
                  <a16:creationId xmlns:a16="http://schemas.microsoft.com/office/drawing/2014/main" id="{DD717E8F-B2DA-4CA9-8541-25331F20821D}"/>
                </a:ext>
              </a:extLst>
            </p:cNvPr>
            <p:cNvGrpSpPr/>
            <p:nvPr/>
          </p:nvGrpSpPr>
          <p:grpSpPr>
            <a:xfrm>
              <a:off x="0" y="0"/>
              <a:ext cx="1751115" cy="1097152"/>
              <a:chOff x="-1832690" y="-1312191"/>
              <a:chExt cx="4302458" cy="3292533"/>
            </a:xfrm>
          </p:grpSpPr>
          <p:pic>
            <p:nvPicPr>
              <p:cNvPr id="61" name="PA-图片 2">
                <a:extLst>
                  <a:ext uri="{FF2B5EF4-FFF2-40B4-BE49-F238E27FC236}">
                    <a16:creationId xmlns:a16="http://schemas.microsoft.com/office/drawing/2014/main" id="{448F47D6-45EF-4DEC-B036-B44665E98140}"/>
                  </a:ext>
                </a:extLst>
              </p:cNvPr>
              <p:cNvPicPr>
                <a:picLocks noChangeAspect="1"/>
              </p:cNvPicPr>
              <p:nvPr>
                <p:custDataLst>
                  <p:tags r:id="rId2"/>
                </p:custDataLst>
              </p:nvPr>
            </p:nvPicPr>
            <p:blipFill rotWithShape="1">
              <a:blip r:embed="rId6" cstate="print">
                <a:extLst>
                  <a:ext uri="{28A0092B-C50C-407E-A947-70E740481C1C}">
                    <a14:useLocalDpi xmlns:a14="http://schemas.microsoft.com/office/drawing/2010/main" val="0"/>
                  </a:ext>
                </a:extLst>
              </a:blip>
              <a:srcRect l="15664" t="61151"/>
              <a:stretch/>
            </p:blipFill>
            <p:spPr>
              <a:xfrm>
                <a:off x="-1832690" y="-1312191"/>
                <a:ext cx="4302458" cy="2664265"/>
              </a:xfrm>
              <a:prstGeom prst="rect">
                <a:avLst/>
              </a:prstGeom>
            </p:spPr>
          </p:pic>
          <p:pic>
            <p:nvPicPr>
              <p:cNvPr id="62" name="PA-图片 7">
                <a:extLst>
                  <a:ext uri="{FF2B5EF4-FFF2-40B4-BE49-F238E27FC236}">
                    <a16:creationId xmlns:a16="http://schemas.microsoft.com/office/drawing/2014/main" id="{9A7A8377-5951-4A16-86BD-4E0CBABB42D4}"/>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975373" y="1127025"/>
                <a:ext cx="775743" cy="853317"/>
              </a:xfrm>
              <a:prstGeom prst="rect">
                <a:avLst/>
              </a:prstGeom>
            </p:spPr>
          </p:pic>
        </p:grpSp>
        <p:sp>
          <p:nvSpPr>
            <p:cNvPr id="60" name="PA-矩形8435759">
              <a:extLst>
                <a:ext uri="{FF2B5EF4-FFF2-40B4-BE49-F238E27FC236}">
                  <a16:creationId xmlns:a16="http://schemas.microsoft.com/office/drawing/2014/main" id="{19BEDDFF-302C-4E6A-9D39-90E0D27B4B85}"/>
                </a:ext>
              </a:extLst>
            </p:cNvPr>
            <p:cNvSpPr/>
            <p:nvPr>
              <p:custDataLst>
                <p:tags r:id="rId1"/>
              </p:custDataLst>
            </p:nvPr>
          </p:nvSpPr>
          <p:spPr>
            <a:xfrm>
              <a:off x="60033" y="136009"/>
              <a:ext cx="1398588" cy="400110"/>
            </a:xfrm>
            <a:prstGeom prst="rect">
              <a:avLst/>
            </a:prstGeom>
          </p:spPr>
          <p:txBody>
            <a:bodyPr wrap="none">
              <a:spAutoFit/>
            </a:bodyPr>
            <a:lstStyle/>
            <a:p>
              <a:r>
                <a:rPr lang="en-US" altLang="zh-CN" sz="2000" dirty="0">
                  <a:latin typeface="思源黑体 CN Medium" panose="020B0600000000000000" pitchFamily="34" charset="-122"/>
                  <a:ea typeface="思源黑体 CN Medium" panose="020B0600000000000000" pitchFamily="34" charset="-122"/>
                  <a:sym typeface="思源黑体" panose="020B0400000000000000" pitchFamily="34" charset="-122"/>
                </a:rPr>
                <a:t>Enter title</a:t>
              </a:r>
              <a:endParaRPr lang="zh-CN" altLang="en-US" sz="2000" dirty="0">
                <a:latin typeface="思源黑体 CN Medium" panose="020B0600000000000000" pitchFamily="34" charset="-122"/>
                <a:ea typeface="思源黑体 CN Medium" panose="020B0600000000000000" pitchFamily="34" charset="-122"/>
              </a:endParaRPr>
            </a:p>
          </p:txBody>
        </p:sp>
      </p:grpSp>
    </p:spTree>
    <p:extLst>
      <p:ext uri="{BB962C8B-B14F-4D97-AF65-F5344CB8AC3E}">
        <p14:creationId xmlns:p14="http://schemas.microsoft.com/office/powerpoint/2010/main" val="873251307"/>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500"/>
                                        <p:tgtEl>
                                          <p:spTgt spid="4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fade">
                                      <p:cBhvr>
                                        <p:cTn id="15" dur="500"/>
                                        <p:tgtEl>
                                          <p:spTgt spid="47"/>
                                        </p:tgtEl>
                                      </p:cBhvr>
                                    </p:animEffect>
                                  </p:childTnLst>
                                </p:cTn>
                              </p:par>
                            </p:childTnLst>
                          </p:cTn>
                        </p:par>
                        <p:par>
                          <p:cTn id="16" fill="hold">
                            <p:stCondLst>
                              <p:cond delay="500"/>
                            </p:stCondLst>
                            <p:childTnLst>
                              <p:par>
                                <p:cTn id="17" presetID="22" presetClass="entr" presetSubtype="8"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left)">
                                      <p:cBhvr>
                                        <p:cTn id="19" dur="500"/>
                                        <p:tgtEl>
                                          <p:spTgt spid="10"/>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500"/>
                                        <p:tgtEl>
                                          <p:spTgt spid="41"/>
                                        </p:tgtEl>
                                      </p:cBhvr>
                                    </p:animEffect>
                                  </p:childTnLst>
                                </p:cTn>
                              </p:par>
                              <p:par>
                                <p:cTn id="26" presetID="22" presetClass="entr" presetSubtype="1" fill="hold" grpId="0" nodeType="withEffect">
                                  <p:stCondLst>
                                    <p:cond delay="500"/>
                                  </p:stCondLst>
                                  <p:childTnLst>
                                    <p:set>
                                      <p:cBhvr>
                                        <p:cTn id="27" dur="1" fill="hold">
                                          <p:stCondLst>
                                            <p:cond delay="0"/>
                                          </p:stCondLst>
                                        </p:cTn>
                                        <p:tgtEl>
                                          <p:spTgt spid="12"/>
                                        </p:tgtEl>
                                        <p:attrNameLst>
                                          <p:attrName>style.visibility</p:attrName>
                                        </p:attrNameLst>
                                      </p:cBhvr>
                                      <p:to>
                                        <p:strVal val="visible"/>
                                      </p:to>
                                    </p:set>
                                    <p:animEffect transition="in" filter="wipe(up)">
                                      <p:cBhvr>
                                        <p:cTn id="28" dur="500"/>
                                        <p:tgtEl>
                                          <p:spTgt spid="12"/>
                                        </p:tgtEl>
                                      </p:cBhvr>
                                    </p:animEffect>
                                  </p:childTnLst>
                                </p:cTn>
                              </p:par>
                              <p:par>
                                <p:cTn id="29" presetID="22" presetClass="entr" presetSubtype="4" fill="hold" grpId="0" nodeType="withEffect">
                                  <p:stCondLst>
                                    <p:cond delay="500"/>
                                  </p:stCondLst>
                                  <p:childTnLst>
                                    <p:set>
                                      <p:cBhvr>
                                        <p:cTn id="30" dur="1" fill="hold">
                                          <p:stCondLst>
                                            <p:cond delay="0"/>
                                          </p:stCondLst>
                                        </p:cTn>
                                        <p:tgtEl>
                                          <p:spTgt spid="13"/>
                                        </p:tgtEl>
                                        <p:attrNameLst>
                                          <p:attrName>style.visibility</p:attrName>
                                        </p:attrNameLst>
                                      </p:cBhvr>
                                      <p:to>
                                        <p:strVal val="visible"/>
                                      </p:to>
                                    </p:set>
                                    <p:animEffect transition="in" filter="wipe(down)">
                                      <p:cBhvr>
                                        <p:cTn id="31" dur="500"/>
                                        <p:tgtEl>
                                          <p:spTgt spid="13"/>
                                        </p:tgtEl>
                                      </p:cBhvr>
                                    </p:animEffect>
                                  </p:childTnLst>
                                </p:cTn>
                              </p:par>
                              <p:par>
                                <p:cTn id="32" presetID="12" presetClass="entr" presetSubtype="4" fill="hold" grpId="0" nodeType="withEffect">
                                  <p:stCondLst>
                                    <p:cond delay="1000"/>
                                  </p:stCondLst>
                                  <p:childTnLst>
                                    <p:set>
                                      <p:cBhvr>
                                        <p:cTn id="33" dur="1" fill="hold">
                                          <p:stCondLst>
                                            <p:cond delay="0"/>
                                          </p:stCondLst>
                                        </p:cTn>
                                        <p:tgtEl>
                                          <p:spTgt spid="16"/>
                                        </p:tgtEl>
                                        <p:attrNameLst>
                                          <p:attrName>style.visibility</p:attrName>
                                        </p:attrNameLst>
                                      </p:cBhvr>
                                      <p:to>
                                        <p:strVal val="visible"/>
                                      </p:to>
                                    </p:set>
                                    <p:anim calcmode="lin" valueType="num">
                                      <p:cBhvr additive="base">
                                        <p:cTn id="34" dur="500"/>
                                        <p:tgtEl>
                                          <p:spTgt spid="16"/>
                                        </p:tgtEl>
                                        <p:attrNameLst>
                                          <p:attrName>ppt_y</p:attrName>
                                        </p:attrNameLst>
                                      </p:cBhvr>
                                      <p:tavLst>
                                        <p:tav tm="0">
                                          <p:val>
                                            <p:strVal val="#ppt_y+#ppt_h*1.125000"/>
                                          </p:val>
                                        </p:tav>
                                        <p:tav tm="100000">
                                          <p:val>
                                            <p:strVal val="#ppt_y"/>
                                          </p:val>
                                        </p:tav>
                                      </p:tavLst>
                                    </p:anim>
                                    <p:animEffect transition="in" filter="wipe(up)">
                                      <p:cBhvr>
                                        <p:cTn id="35" dur="500"/>
                                        <p:tgtEl>
                                          <p:spTgt spid="16"/>
                                        </p:tgtEl>
                                      </p:cBhvr>
                                    </p:animEffect>
                                  </p:childTnLst>
                                </p:cTn>
                              </p:par>
                              <p:par>
                                <p:cTn id="36" presetID="12" presetClass="entr" presetSubtype="1" fill="hold" grpId="0" nodeType="withEffect">
                                  <p:stCondLst>
                                    <p:cond delay="100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p:tgtEl>
                                          <p:spTgt spid="17"/>
                                        </p:tgtEl>
                                        <p:attrNameLst>
                                          <p:attrName>ppt_y</p:attrName>
                                        </p:attrNameLst>
                                      </p:cBhvr>
                                      <p:tavLst>
                                        <p:tav tm="0">
                                          <p:val>
                                            <p:strVal val="#ppt_y-#ppt_h*1.125000"/>
                                          </p:val>
                                        </p:tav>
                                        <p:tav tm="100000">
                                          <p:val>
                                            <p:strVal val="#ppt_y"/>
                                          </p:val>
                                        </p:tav>
                                      </p:tavLst>
                                    </p:anim>
                                    <p:animEffect transition="in" filter="wipe(down)">
                                      <p:cBhvr>
                                        <p:cTn id="39" dur="500"/>
                                        <p:tgtEl>
                                          <p:spTgt spid="17"/>
                                        </p:tgtEl>
                                      </p:cBhvr>
                                    </p:animEffect>
                                  </p:childTnLst>
                                </p:cTn>
                              </p:par>
                              <p:par>
                                <p:cTn id="40" presetID="53" presetClass="entr" presetSubtype="16" fill="hold" grpId="0" nodeType="withEffect">
                                  <p:stCondLst>
                                    <p:cond delay="1500"/>
                                  </p:stCondLst>
                                  <p:childTnLst>
                                    <p:set>
                                      <p:cBhvr>
                                        <p:cTn id="41" dur="1" fill="hold">
                                          <p:stCondLst>
                                            <p:cond delay="0"/>
                                          </p:stCondLst>
                                        </p:cTn>
                                        <p:tgtEl>
                                          <p:spTgt spid="48"/>
                                        </p:tgtEl>
                                        <p:attrNameLst>
                                          <p:attrName>style.visibility</p:attrName>
                                        </p:attrNameLst>
                                      </p:cBhvr>
                                      <p:to>
                                        <p:strVal val="visible"/>
                                      </p:to>
                                    </p:set>
                                    <p:anim calcmode="lin" valueType="num">
                                      <p:cBhvr>
                                        <p:cTn id="42" dur="500" fill="hold"/>
                                        <p:tgtEl>
                                          <p:spTgt spid="48"/>
                                        </p:tgtEl>
                                        <p:attrNameLst>
                                          <p:attrName>ppt_w</p:attrName>
                                        </p:attrNameLst>
                                      </p:cBhvr>
                                      <p:tavLst>
                                        <p:tav tm="0">
                                          <p:val>
                                            <p:fltVal val="0"/>
                                          </p:val>
                                        </p:tav>
                                        <p:tav tm="100000">
                                          <p:val>
                                            <p:strVal val="#ppt_w"/>
                                          </p:val>
                                        </p:tav>
                                      </p:tavLst>
                                    </p:anim>
                                    <p:anim calcmode="lin" valueType="num">
                                      <p:cBhvr>
                                        <p:cTn id="43" dur="500" fill="hold"/>
                                        <p:tgtEl>
                                          <p:spTgt spid="48"/>
                                        </p:tgtEl>
                                        <p:attrNameLst>
                                          <p:attrName>ppt_h</p:attrName>
                                        </p:attrNameLst>
                                      </p:cBhvr>
                                      <p:tavLst>
                                        <p:tav tm="0">
                                          <p:val>
                                            <p:fltVal val="0"/>
                                          </p:val>
                                        </p:tav>
                                        <p:tav tm="100000">
                                          <p:val>
                                            <p:strVal val="#ppt_h"/>
                                          </p:val>
                                        </p:tav>
                                      </p:tavLst>
                                    </p:anim>
                                    <p:animEffect transition="in" filter="fade">
                                      <p:cBhvr>
                                        <p:cTn id="44" dur="500"/>
                                        <p:tgtEl>
                                          <p:spTgt spid="48"/>
                                        </p:tgtEl>
                                      </p:cBhvr>
                                    </p:animEffect>
                                  </p:childTnLst>
                                </p:cTn>
                              </p:par>
                              <p:par>
                                <p:cTn id="45" presetID="53" presetClass="entr" presetSubtype="16" fill="hold" grpId="0" nodeType="withEffect">
                                  <p:stCondLst>
                                    <p:cond delay="1500"/>
                                  </p:stCondLst>
                                  <p:childTnLst>
                                    <p:set>
                                      <p:cBhvr>
                                        <p:cTn id="46" dur="1" fill="hold">
                                          <p:stCondLst>
                                            <p:cond delay="0"/>
                                          </p:stCondLst>
                                        </p:cTn>
                                        <p:tgtEl>
                                          <p:spTgt spid="49"/>
                                        </p:tgtEl>
                                        <p:attrNameLst>
                                          <p:attrName>style.visibility</p:attrName>
                                        </p:attrNameLst>
                                      </p:cBhvr>
                                      <p:to>
                                        <p:strVal val="visible"/>
                                      </p:to>
                                    </p:set>
                                    <p:anim calcmode="lin" valueType="num">
                                      <p:cBhvr>
                                        <p:cTn id="47" dur="500" fill="hold"/>
                                        <p:tgtEl>
                                          <p:spTgt spid="49"/>
                                        </p:tgtEl>
                                        <p:attrNameLst>
                                          <p:attrName>ppt_w</p:attrName>
                                        </p:attrNameLst>
                                      </p:cBhvr>
                                      <p:tavLst>
                                        <p:tav tm="0">
                                          <p:val>
                                            <p:fltVal val="0"/>
                                          </p:val>
                                        </p:tav>
                                        <p:tav tm="100000">
                                          <p:val>
                                            <p:strVal val="#ppt_w"/>
                                          </p:val>
                                        </p:tav>
                                      </p:tavLst>
                                    </p:anim>
                                    <p:anim calcmode="lin" valueType="num">
                                      <p:cBhvr>
                                        <p:cTn id="48" dur="500" fill="hold"/>
                                        <p:tgtEl>
                                          <p:spTgt spid="49"/>
                                        </p:tgtEl>
                                        <p:attrNameLst>
                                          <p:attrName>ppt_h</p:attrName>
                                        </p:attrNameLst>
                                      </p:cBhvr>
                                      <p:tavLst>
                                        <p:tav tm="0">
                                          <p:val>
                                            <p:fltVal val="0"/>
                                          </p:val>
                                        </p:tav>
                                        <p:tav tm="100000">
                                          <p:val>
                                            <p:strVal val="#ppt_h"/>
                                          </p:val>
                                        </p:tav>
                                      </p:tavLst>
                                    </p:anim>
                                    <p:animEffect transition="in" filter="fade">
                                      <p:cBhvr>
                                        <p:cTn id="49" dur="500"/>
                                        <p:tgtEl>
                                          <p:spTgt spid="49"/>
                                        </p:tgtEl>
                                      </p:cBhvr>
                                    </p:animEffect>
                                  </p:childTnLst>
                                </p:cTn>
                              </p:par>
                              <p:par>
                                <p:cTn id="50" presetID="10" presetClass="entr" presetSubtype="0" fill="hold" grpId="0" nodeType="withEffect">
                                  <p:stCondLst>
                                    <p:cond delay="1500"/>
                                  </p:stCondLst>
                                  <p:childTnLst>
                                    <p:set>
                                      <p:cBhvr>
                                        <p:cTn id="51" dur="1" fill="hold">
                                          <p:stCondLst>
                                            <p:cond delay="0"/>
                                          </p:stCondLst>
                                        </p:cTn>
                                        <p:tgtEl>
                                          <p:spTgt spid="43"/>
                                        </p:tgtEl>
                                        <p:attrNameLst>
                                          <p:attrName>style.visibility</p:attrName>
                                        </p:attrNameLst>
                                      </p:cBhvr>
                                      <p:to>
                                        <p:strVal val="visible"/>
                                      </p:to>
                                    </p:set>
                                    <p:animEffect transition="in" filter="fade">
                                      <p:cBhvr>
                                        <p:cTn id="52" dur="500"/>
                                        <p:tgtEl>
                                          <p:spTgt spid="43"/>
                                        </p:tgtEl>
                                      </p:cBhvr>
                                    </p:animEffect>
                                  </p:childTnLst>
                                </p:cTn>
                              </p:par>
                              <p:par>
                                <p:cTn id="53" presetID="10" presetClass="entr" presetSubtype="0" fill="hold" grpId="0" nodeType="withEffect">
                                  <p:stCondLst>
                                    <p:cond delay="1500"/>
                                  </p:stCondLst>
                                  <p:childTnLst>
                                    <p:set>
                                      <p:cBhvr>
                                        <p:cTn id="54" dur="1" fill="hold">
                                          <p:stCondLst>
                                            <p:cond delay="0"/>
                                          </p:stCondLst>
                                        </p:cTn>
                                        <p:tgtEl>
                                          <p:spTgt spid="42"/>
                                        </p:tgtEl>
                                        <p:attrNameLst>
                                          <p:attrName>style.visibility</p:attrName>
                                        </p:attrNameLst>
                                      </p:cBhvr>
                                      <p:to>
                                        <p:strVal val="visible"/>
                                      </p:to>
                                    </p:set>
                                    <p:animEffect transition="in" filter="fade">
                                      <p:cBhvr>
                                        <p:cTn id="55" dur="500"/>
                                        <p:tgtEl>
                                          <p:spTgt spid="42"/>
                                        </p:tgtEl>
                                      </p:cBhvr>
                                    </p:animEffect>
                                  </p:childTnLst>
                                </p:cTn>
                              </p:par>
                            </p:childTnLst>
                          </p:cTn>
                        </p:par>
                        <p:par>
                          <p:cTn id="56" fill="hold">
                            <p:stCondLst>
                              <p:cond delay="2500"/>
                            </p:stCondLst>
                            <p:childTnLst>
                              <p:par>
                                <p:cTn id="57" presetID="22" presetClass="entr" presetSubtype="8" fill="hold" nodeType="after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wipe(left)">
                                      <p:cBhvr>
                                        <p:cTn id="59" dur="500"/>
                                        <p:tgtEl>
                                          <p:spTgt spid="18"/>
                                        </p:tgtEl>
                                      </p:cBhvr>
                                    </p:animEffect>
                                  </p:childTnLst>
                                </p:cTn>
                              </p:par>
                            </p:childTnLst>
                          </p:cTn>
                        </p:par>
                        <p:par>
                          <p:cTn id="60" fill="hold">
                            <p:stCondLst>
                              <p:cond delay="3000"/>
                            </p:stCondLst>
                            <p:childTnLst>
                              <p:par>
                                <p:cTn id="61" presetID="53" presetClass="entr" presetSubtype="16" fill="hold" grpId="0" nodeType="afterEffect">
                                  <p:stCondLst>
                                    <p:cond delay="0"/>
                                  </p:stCondLst>
                                  <p:childTnLst>
                                    <p:set>
                                      <p:cBhvr>
                                        <p:cTn id="62" dur="1" fill="hold">
                                          <p:stCondLst>
                                            <p:cond delay="0"/>
                                          </p:stCondLst>
                                        </p:cTn>
                                        <p:tgtEl>
                                          <p:spTgt spid="19"/>
                                        </p:tgtEl>
                                        <p:attrNameLst>
                                          <p:attrName>style.visibility</p:attrName>
                                        </p:attrNameLst>
                                      </p:cBhvr>
                                      <p:to>
                                        <p:strVal val="visible"/>
                                      </p:to>
                                    </p:set>
                                    <p:anim calcmode="lin" valueType="num">
                                      <p:cBhvr>
                                        <p:cTn id="63" dur="500" fill="hold"/>
                                        <p:tgtEl>
                                          <p:spTgt spid="19"/>
                                        </p:tgtEl>
                                        <p:attrNameLst>
                                          <p:attrName>ppt_w</p:attrName>
                                        </p:attrNameLst>
                                      </p:cBhvr>
                                      <p:tavLst>
                                        <p:tav tm="0">
                                          <p:val>
                                            <p:fltVal val="0"/>
                                          </p:val>
                                        </p:tav>
                                        <p:tav tm="100000">
                                          <p:val>
                                            <p:strVal val="#ppt_w"/>
                                          </p:val>
                                        </p:tav>
                                      </p:tavLst>
                                    </p:anim>
                                    <p:anim calcmode="lin" valueType="num">
                                      <p:cBhvr>
                                        <p:cTn id="64" dur="500" fill="hold"/>
                                        <p:tgtEl>
                                          <p:spTgt spid="19"/>
                                        </p:tgtEl>
                                        <p:attrNameLst>
                                          <p:attrName>ppt_h</p:attrName>
                                        </p:attrNameLst>
                                      </p:cBhvr>
                                      <p:tavLst>
                                        <p:tav tm="0">
                                          <p:val>
                                            <p:fltVal val="0"/>
                                          </p:val>
                                        </p:tav>
                                        <p:tav tm="100000">
                                          <p:val>
                                            <p:strVal val="#ppt_h"/>
                                          </p:val>
                                        </p:tav>
                                      </p:tavLst>
                                    </p:anim>
                                    <p:animEffect transition="in" filter="fade">
                                      <p:cBhvr>
                                        <p:cTn id="65" dur="500"/>
                                        <p:tgtEl>
                                          <p:spTgt spid="19"/>
                                        </p:tgtEl>
                                      </p:cBhvr>
                                    </p:animEffect>
                                  </p:childTnLst>
                                </p:cTn>
                              </p:par>
                            </p:childTnLst>
                          </p:cTn>
                        </p:par>
                        <p:par>
                          <p:cTn id="66" fill="hold">
                            <p:stCondLst>
                              <p:cond delay="3500"/>
                            </p:stCondLst>
                            <p:childTnLst>
                              <p:par>
                                <p:cTn id="67" presetID="10" presetClass="entr" presetSubtype="0" fill="hold" grpId="0" nodeType="afterEffect">
                                  <p:stCondLst>
                                    <p:cond delay="0"/>
                                  </p:stCondLst>
                                  <p:childTnLst>
                                    <p:set>
                                      <p:cBhvr>
                                        <p:cTn id="68" dur="1" fill="hold">
                                          <p:stCondLst>
                                            <p:cond delay="0"/>
                                          </p:stCondLst>
                                        </p:cTn>
                                        <p:tgtEl>
                                          <p:spTgt spid="44"/>
                                        </p:tgtEl>
                                        <p:attrNameLst>
                                          <p:attrName>style.visibility</p:attrName>
                                        </p:attrNameLst>
                                      </p:cBhvr>
                                      <p:to>
                                        <p:strVal val="visible"/>
                                      </p:to>
                                    </p:set>
                                    <p:animEffect transition="in" filter="fade">
                                      <p:cBhvr>
                                        <p:cTn id="69" dur="500"/>
                                        <p:tgtEl>
                                          <p:spTgt spid="44"/>
                                        </p:tgtEl>
                                      </p:cBhvr>
                                    </p:animEffect>
                                  </p:childTnLst>
                                </p:cTn>
                              </p:par>
                            </p:childTnLst>
                          </p:cTn>
                        </p:par>
                        <p:par>
                          <p:cTn id="70" fill="hold">
                            <p:stCondLst>
                              <p:cond delay="4000"/>
                            </p:stCondLst>
                            <p:childTnLst>
                              <p:par>
                                <p:cTn id="71" presetID="22" presetClass="entr" presetSubtype="8" fill="hold" nodeType="afterEffect">
                                  <p:stCondLst>
                                    <p:cond delay="0"/>
                                  </p:stCondLst>
                                  <p:childTnLst>
                                    <p:set>
                                      <p:cBhvr>
                                        <p:cTn id="72" dur="1" fill="hold">
                                          <p:stCondLst>
                                            <p:cond delay="0"/>
                                          </p:stCondLst>
                                        </p:cTn>
                                        <p:tgtEl>
                                          <p:spTgt spid="21"/>
                                        </p:tgtEl>
                                        <p:attrNameLst>
                                          <p:attrName>style.visibility</p:attrName>
                                        </p:attrNameLst>
                                      </p:cBhvr>
                                      <p:to>
                                        <p:strVal val="visible"/>
                                      </p:to>
                                    </p:set>
                                    <p:animEffect transition="in" filter="wipe(left)">
                                      <p:cBhvr>
                                        <p:cTn id="73" dur="500"/>
                                        <p:tgtEl>
                                          <p:spTgt spid="21"/>
                                        </p:tgtEl>
                                      </p:cBhvr>
                                    </p:animEffect>
                                  </p:childTnLst>
                                </p:cTn>
                              </p:par>
                              <p:par>
                                <p:cTn id="74" presetID="53" presetClass="entr" presetSubtype="16" fill="hold" grpId="0" nodeType="withEffect">
                                  <p:stCondLst>
                                    <p:cond delay="500"/>
                                  </p:stCondLst>
                                  <p:childTnLst>
                                    <p:set>
                                      <p:cBhvr>
                                        <p:cTn id="75" dur="1" fill="hold">
                                          <p:stCondLst>
                                            <p:cond delay="0"/>
                                          </p:stCondLst>
                                        </p:cTn>
                                        <p:tgtEl>
                                          <p:spTgt spid="22"/>
                                        </p:tgtEl>
                                        <p:attrNameLst>
                                          <p:attrName>style.visibility</p:attrName>
                                        </p:attrNameLst>
                                      </p:cBhvr>
                                      <p:to>
                                        <p:strVal val="visible"/>
                                      </p:to>
                                    </p:set>
                                    <p:anim calcmode="lin" valueType="num">
                                      <p:cBhvr>
                                        <p:cTn id="76" dur="500" fill="hold"/>
                                        <p:tgtEl>
                                          <p:spTgt spid="22"/>
                                        </p:tgtEl>
                                        <p:attrNameLst>
                                          <p:attrName>ppt_w</p:attrName>
                                        </p:attrNameLst>
                                      </p:cBhvr>
                                      <p:tavLst>
                                        <p:tav tm="0">
                                          <p:val>
                                            <p:fltVal val="0"/>
                                          </p:val>
                                        </p:tav>
                                        <p:tav tm="100000">
                                          <p:val>
                                            <p:strVal val="#ppt_w"/>
                                          </p:val>
                                        </p:tav>
                                      </p:tavLst>
                                    </p:anim>
                                    <p:anim calcmode="lin" valueType="num">
                                      <p:cBhvr>
                                        <p:cTn id="77" dur="500" fill="hold"/>
                                        <p:tgtEl>
                                          <p:spTgt spid="22"/>
                                        </p:tgtEl>
                                        <p:attrNameLst>
                                          <p:attrName>ppt_h</p:attrName>
                                        </p:attrNameLst>
                                      </p:cBhvr>
                                      <p:tavLst>
                                        <p:tav tm="0">
                                          <p:val>
                                            <p:fltVal val="0"/>
                                          </p:val>
                                        </p:tav>
                                        <p:tav tm="100000">
                                          <p:val>
                                            <p:strVal val="#ppt_h"/>
                                          </p:val>
                                        </p:tav>
                                      </p:tavLst>
                                    </p:anim>
                                    <p:animEffect transition="in" filter="fade">
                                      <p:cBhvr>
                                        <p:cTn id="78" dur="500"/>
                                        <p:tgtEl>
                                          <p:spTgt spid="22"/>
                                        </p:tgtEl>
                                      </p:cBhvr>
                                    </p:animEffect>
                                  </p:childTnLst>
                                </p:cTn>
                              </p:par>
                              <p:par>
                                <p:cTn id="79" presetID="22" presetClass="entr" presetSubtype="4" fill="hold" nodeType="withEffect">
                                  <p:stCondLst>
                                    <p:cond delay="500"/>
                                  </p:stCondLst>
                                  <p:childTnLst>
                                    <p:set>
                                      <p:cBhvr>
                                        <p:cTn id="80" dur="1" fill="hold">
                                          <p:stCondLst>
                                            <p:cond delay="0"/>
                                          </p:stCondLst>
                                        </p:cTn>
                                        <p:tgtEl>
                                          <p:spTgt spid="8"/>
                                        </p:tgtEl>
                                        <p:attrNameLst>
                                          <p:attrName>style.visibility</p:attrName>
                                        </p:attrNameLst>
                                      </p:cBhvr>
                                      <p:to>
                                        <p:strVal val="visible"/>
                                      </p:to>
                                    </p:set>
                                    <p:animEffect transition="in" filter="wipe(down)">
                                      <p:cBhvr>
                                        <p:cTn id="81" dur="500"/>
                                        <p:tgtEl>
                                          <p:spTgt spid="8"/>
                                        </p:tgtEl>
                                      </p:cBhvr>
                                    </p:animEffect>
                                  </p:childTnLst>
                                </p:cTn>
                              </p:par>
                              <p:par>
                                <p:cTn id="82" presetID="22" presetClass="entr" presetSubtype="1" fill="hold" nodeType="withEffect">
                                  <p:stCondLst>
                                    <p:cond delay="500"/>
                                  </p:stCondLst>
                                  <p:childTnLst>
                                    <p:set>
                                      <p:cBhvr>
                                        <p:cTn id="83" dur="1" fill="hold">
                                          <p:stCondLst>
                                            <p:cond delay="0"/>
                                          </p:stCondLst>
                                        </p:cTn>
                                        <p:tgtEl>
                                          <p:spTgt spid="3"/>
                                        </p:tgtEl>
                                        <p:attrNameLst>
                                          <p:attrName>style.visibility</p:attrName>
                                        </p:attrNameLst>
                                      </p:cBhvr>
                                      <p:to>
                                        <p:strVal val="visible"/>
                                      </p:to>
                                    </p:set>
                                    <p:animEffect transition="in" filter="wipe(up)">
                                      <p:cBhvr>
                                        <p:cTn id="84" dur="500"/>
                                        <p:tgtEl>
                                          <p:spTgt spid="3"/>
                                        </p:tgtEl>
                                      </p:cBhvr>
                                    </p:animEffect>
                                  </p:childTnLst>
                                </p:cTn>
                              </p:par>
                              <p:par>
                                <p:cTn id="85" presetID="10" presetClass="entr" presetSubtype="0" fill="hold" grpId="0" nodeType="withEffect">
                                  <p:stCondLst>
                                    <p:cond delay="500"/>
                                  </p:stCondLst>
                                  <p:childTnLst>
                                    <p:set>
                                      <p:cBhvr>
                                        <p:cTn id="86" dur="1" fill="hold">
                                          <p:stCondLst>
                                            <p:cond delay="0"/>
                                          </p:stCondLst>
                                        </p:cTn>
                                        <p:tgtEl>
                                          <p:spTgt spid="45"/>
                                        </p:tgtEl>
                                        <p:attrNameLst>
                                          <p:attrName>style.visibility</p:attrName>
                                        </p:attrNameLst>
                                      </p:cBhvr>
                                      <p:to>
                                        <p:strVal val="visible"/>
                                      </p:to>
                                    </p:set>
                                    <p:animEffect transition="in" filter="fade">
                                      <p:cBhvr>
                                        <p:cTn id="87" dur="500"/>
                                        <p:tgtEl>
                                          <p:spTgt spid="45"/>
                                        </p:tgtEl>
                                      </p:cBhvr>
                                    </p:animEffect>
                                  </p:childTnLst>
                                </p:cTn>
                              </p:par>
                              <p:par>
                                <p:cTn id="88" presetID="10" presetClass="entr" presetSubtype="0" fill="hold" grpId="0" nodeType="withEffect">
                                  <p:stCondLst>
                                    <p:cond delay="1000"/>
                                  </p:stCondLst>
                                  <p:childTnLst>
                                    <p:set>
                                      <p:cBhvr>
                                        <p:cTn id="89" dur="1" fill="hold">
                                          <p:stCondLst>
                                            <p:cond delay="0"/>
                                          </p:stCondLst>
                                        </p:cTn>
                                        <p:tgtEl>
                                          <p:spTgt spid="50"/>
                                        </p:tgtEl>
                                        <p:attrNameLst>
                                          <p:attrName>style.visibility</p:attrName>
                                        </p:attrNameLst>
                                      </p:cBhvr>
                                      <p:to>
                                        <p:strVal val="visible"/>
                                      </p:to>
                                    </p:set>
                                    <p:animEffect transition="in" filter="fade">
                                      <p:cBhvr>
                                        <p:cTn id="90" dur="500"/>
                                        <p:tgtEl>
                                          <p:spTgt spid="50"/>
                                        </p:tgtEl>
                                      </p:cBhvr>
                                    </p:animEffect>
                                  </p:childTnLst>
                                </p:cTn>
                              </p:par>
                              <p:par>
                                <p:cTn id="91" presetID="16" presetClass="entr" presetSubtype="42" fill="hold" nodeType="withEffect">
                                  <p:stCondLst>
                                    <p:cond delay="1500"/>
                                  </p:stCondLst>
                                  <p:childTnLst>
                                    <p:set>
                                      <p:cBhvr>
                                        <p:cTn id="92" dur="1" fill="hold">
                                          <p:stCondLst>
                                            <p:cond delay="0"/>
                                          </p:stCondLst>
                                        </p:cTn>
                                        <p:tgtEl>
                                          <p:spTgt spid="23"/>
                                        </p:tgtEl>
                                        <p:attrNameLst>
                                          <p:attrName>style.visibility</p:attrName>
                                        </p:attrNameLst>
                                      </p:cBhvr>
                                      <p:to>
                                        <p:strVal val="visible"/>
                                      </p:to>
                                    </p:set>
                                    <p:animEffect transition="in" filter="barn(outHorizontal)">
                                      <p:cBhvr>
                                        <p:cTn id="93" dur="500"/>
                                        <p:tgtEl>
                                          <p:spTgt spid="23"/>
                                        </p:tgtEl>
                                      </p:cBhvr>
                                    </p:animEffect>
                                  </p:childTnLst>
                                </p:cTn>
                              </p:par>
                            </p:childTnLst>
                          </p:cTn>
                        </p:par>
                        <p:par>
                          <p:cTn id="94" fill="hold">
                            <p:stCondLst>
                              <p:cond delay="6000"/>
                            </p:stCondLst>
                            <p:childTnLst>
                              <p:par>
                                <p:cTn id="95" presetID="10" presetClass="entr" presetSubtype="0" fill="hold" grpId="0" nodeType="afterEffect">
                                  <p:stCondLst>
                                    <p:cond delay="0"/>
                                  </p:stCondLst>
                                  <p:childTnLst>
                                    <p:set>
                                      <p:cBhvr>
                                        <p:cTn id="96" dur="1" fill="hold">
                                          <p:stCondLst>
                                            <p:cond delay="0"/>
                                          </p:stCondLst>
                                        </p:cTn>
                                        <p:tgtEl>
                                          <p:spTgt spid="30"/>
                                        </p:tgtEl>
                                        <p:attrNameLst>
                                          <p:attrName>style.visibility</p:attrName>
                                        </p:attrNameLst>
                                      </p:cBhvr>
                                      <p:to>
                                        <p:strVal val="visible"/>
                                      </p:to>
                                    </p:set>
                                    <p:animEffect transition="in" filter="fade">
                                      <p:cBhvr>
                                        <p:cTn id="97" dur="500"/>
                                        <p:tgtEl>
                                          <p:spTgt spid="30"/>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26"/>
                                        </p:tgtEl>
                                        <p:attrNameLst>
                                          <p:attrName>style.visibility</p:attrName>
                                        </p:attrNameLst>
                                      </p:cBhvr>
                                      <p:to>
                                        <p:strVal val="visible"/>
                                      </p:to>
                                    </p:set>
                                    <p:animEffect transition="in" filter="fade">
                                      <p:cBhvr>
                                        <p:cTn id="100" dur="500"/>
                                        <p:tgtEl>
                                          <p:spTgt spid="26"/>
                                        </p:tgtEl>
                                      </p:cBhvr>
                                    </p:animEffect>
                                  </p:childTnLst>
                                </p:cTn>
                              </p:par>
                              <p:par>
                                <p:cTn id="101" presetID="53" presetClass="entr" presetSubtype="16" fill="hold" grpId="0" nodeType="withEffect">
                                  <p:stCondLst>
                                    <p:cond delay="0"/>
                                  </p:stCondLst>
                                  <p:childTnLst>
                                    <p:set>
                                      <p:cBhvr>
                                        <p:cTn id="102" dur="1" fill="hold">
                                          <p:stCondLst>
                                            <p:cond delay="0"/>
                                          </p:stCondLst>
                                        </p:cTn>
                                        <p:tgtEl>
                                          <p:spTgt spid="31"/>
                                        </p:tgtEl>
                                        <p:attrNameLst>
                                          <p:attrName>style.visibility</p:attrName>
                                        </p:attrNameLst>
                                      </p:cBhvr>
                                      <p:to>
                                        <p:strVal val="visible"/>
                                      </p:to>
                                    </p:set>
                                    <p:anim calcmode="lin" valueType="num">
                                      <p:cBhvr>
                                        <p:cTn id="103" dur="500" fill="hold"/>
                                        <p:tgtEl>
                                          <p:spTgt spid="31"/>
                                        </p:tgtEl>
                                        <p:attrNameLst>
                                          <p:attrName>ppt_w</p:attrName>
                                        </p:attrNameLst>
                                      </p:cBhvr>
                                      <p:tavLst>
                                        <p:tav tm="0">
                                          <p:val>
                                            <p:fltVal val="0"/>
                                          </p:val>
                                        </p:tav>
                                        <p:tav tm="100000">
                                          <p:val>
                                            <p:strVal val="#ppt_w"/>
                                          </p:val>
                                        </p:tav>
                                      </p:tavLst>
                                    </p:anim>
                                    <p:anim calcmode="lin" valueType="num">
                                      <p:cBhvr>
                                        <p:cTn id="104" dur="500" fill="hold"/>
                                        <p:tgtEl>
                                          <p:spTgt spid="31"/>
                                        </p:tgtEl>
                                        <p:attrNameLst>
                                          <p:attrName>ppt_h</p:attrName>
                                        </p:attrNameLst>
                                      </p:cBhvr>
                                      <p:tavLst>
                                        <p:tav tm="0">
                                          <p:val>
                                            <p:fltVal val="0"/>
                                          </p:val>
                                        </p:tav>
                                        <p:tav tm="100000">
                                          <p:val>
                                            <p:strVal val="#ppt_h"/>
                                          </p:val>
                                        </p:tav>
                                      </p:tavLst>
                                    </p:anim>
                                    <p:animEffect transition="in" filter="fade">
                                      <p:cBhvr>
                                        <p:cTn id="105" dur="500"/>
                                        <p:tgtEl>
                                          <p:spTgt spid="31"/>
                                        </p:tgtEl>
                                      </p:cBhvr>
                                    </p:animEffect>
                                  </p:childTnLst>
                                </p:cTn>
                              </p:par>
                            </p:childTnLst>
                          </p:cTn>
                        </p:par>
                        <p:par>
                          <p:cTn id="106" fill="hold">
                            <p:stCondLst>
                              <p:cond delay="6500"/>
                            </p:stCondLst>
                            <p:childTnLst>
                              <p:par>
                                <p:cTn id="107" presetID="22" presetClass="entr" presetSubtype="8" fill="hold" nodeType="afterEffect">
                                  <p:stCondLst>
                                    <p:cond delay="0"/>
                                  </p:stCondLst>
                                  <p:childTnLst>
                                    <p:set>
                                      <p:cBhvr>
                                        <p:cTn id="108" dur="1" fill="hold">
                                          <p:stCondLst>
                                            <p:cond delay="0"/>
                                          </p:stCondLst>
                                        </p:cTn>
                                        <p:tgtEl>
                                          <p:spTgt spid="32"/>
                                        </p:tgtEl>
                                        <p:attrNameLst>
                                          <p:attrName>style.visibility</p:attrName>
                                        </p:attrNameLst>
                                      </p:cBhvr>
                                      <p:to>
                                        <p:strVal val="visible"/>
                                      </p:to>
                                    </p:set>
                                    <p:animEffect transition="in" filter="wipe(left)">
                                      <p:cBhvr>
                                        <p:cTn id="109" dur="500"/>
                                        <p:tgtEl>
                                          <p:spTgt spid="32"/>
                                        </p:tgtEl>
                                      </p:cBhvr>
                                    </p:animEffect>
                                  </p:childTnLst>
                                </p:cTn>
                              </p:par>
                              <p:par>
                                <p:cTn id="110" presetID="22" presetClass="entr" presetSubtype="8" fill="hold" nodeType="withEffect">
                                  <p:stCondLst>
                                    <p:cond delay="0"/>
                                  </p:stCondLst>
                                  <p:childTnLst>
                                    <p:set>
                                      <p:cBhvr>
                                        <p:cTn id="111" dur="1" fill="hold">
                                          <p:stCondLst>
                                            <p:cond delay="0"/>
                                          </p:stCondLst>
                                        </p:cTn>
                                        <p:tgtEl>
                                          <p:spTgt spid="33"/>
                                        </p:tgtEl>
                                        <p:attrNameLst>
                                          <p:attrName>style.visibility</p:attrName>
                                        </p:attrNameLst>
                                      </p:cBhvr>
                                      <p:to>
                                        <p:strVal val="visible"/>
                                      </p:to>
                                    </p:set>
                                    <p:animEffect transition="in" filter="wipe(left)">
                                      <p:cBhvr>
                                        <p:cTn id="112" dur="500"/>
                                        <p:tgtEl>
                                          <p:spTgt spid="33"/>
                                        </p:tgtEl>
                                      </p:cBhvr>
                                    </p:animEffect>
                                  </p:childTnLst>
                                </p:cTn>
                              </p:par>
                            </p:childTnLst>
                          </p:cTn>
                        </p:par>
                        <p:par>
                          <p:cTn id="113" fill="hold">
                            <p:stCondLst>
                              <p:cond delay="7000"/>
                            </p:stCondLst>
                            <p:childTnLst>
                              <p:par>
                                <p:cTn id="114" presetID="10" presetClass="entr" presetSubtype="0" fill="hold" grpId="0" nodeType="afterEffect">
                                  <p:stCondLst>
                                    <p:cond delay="0"/>
                                  </p:stCondLst>
                                  <p:childTnLst>
                                    <p:set>
                                      <p:cBhvr>
                                        <p:cTn id="115" dur="1" fill="hold">
                                          <p:stCondLst>
                                            <p:cond delay="0"/>
                                          </p:stCondLst>
                                        </p:cTn>
                                        <p:tgtEl>
                                          <p:spTgt spid="36"/>
                                        </p:tgtEl>
                                        <p:attrNameLst>
                                          <p:attrName>style.visibility</p:attrName>
                                        </p:attrNameLst>
                                      </p:cBhvr>
                                      <p:to>
                                        <p:strVal val="visible"/>
                                      </p:to>
                                    </p:set>
                                    <p:animEffect transition="in" filter="fade">
                                      <p:cBhvr>
                                        <p:cTn id="116" dur="500"/>
                                        <p:tgtEl>
                                          <p:spTgt spid="36"/>
                                        </p:tgtEl>
                                      </p:cBhvr>
                                    </p:animEffect>
                                  </p:childTnLst>
                                </p:cTn>
                              </p:par>
                            </p:childTnLst>
                          </p:cTn>
                        </p:par>
                        <p:par>
                          <p:cTn id="117" fill="hold">
                            <p:stCondLst>
                              <p:cond delay="7500"/>
                            </p:stCondLst>
                            <p:childTnLst>
                              <p:par>
                                <p:cTn id="118" presetID="10" presetClass="entr" presetSubtype="0" fill="hold" grpId="0" nodeType="afterEffect">
                                  <p:stCondLst>
                                    <p:cond delay="0"/>
                                  </p:stCondLst>
                                  <p:childTnLst>
                                    <p:set>
                                      <p:cBhvr>
                                        <p:cTn id="119" dur="1" fill="hold">
                                          <p:stCondLst>
                                            <p:cond delay="0"/>
                                          </p:stCondLst>
                                        </p:cTn>
                                        <p:tgtEl>
                                          <p:spTgt spid="52"/>
                                        </p:tgtEl>
                                        <p:attrNameLst>
                                          <p:attrName>style.visibility</p:attrName>
                                        </p:attrNameLst>
                                      </p:cBhvr>
                                      <p:to>
                                        <p:strVal val="visible"/>
                                      </p:to>
                                    </p:set>
                                    <p:animEffect transition="in" filter="fade">
                                      <p:cBhvr>
                                        <p:cTn id="120" dur="500"/>
                                        <p:tgtEl>
                                          <p:spTgt spid="52"/>
                                        </p:tgtEl>
                                      </p:cBhvr>
                                    </p:animEffect>
                                  </p:childTnLst>
                                </p:cTn>
                              </p:par>
                            </p:childTnLst>
                          </p:cTn>
                        </p:par>
                        <p:par>
                          <p:cTn id="121" fill="hold">
                            <p:stCondLst>
                              <p:cond delay="8000"/>
                            </p:stCondLst>
                            <p:childTnLst>
                              <p:par>
                                <p:cTn id="122" presetID="22" presetClass="entr" presetSubtype="8" fill="hold" nodeType="afterEffect">
                                  <p:stCondLst>
                                    <p:cond delay="0"/>
                                  </p:stCondLst>
                                  <p:childTnLst>
                                    <p:set>
                                      <p:cBhvr>
                                        <p:cTn id="123" dur="1" fill="hold">
                                          <p:stCondLst>
                                            <p:cond delay="0"/>
                                          </p:stCondLst>
                                        </p:cTn>
                                        <p:tgtEl>
                                          <p:spTgt spid="37"/>
                                        </p:tgtEl>
                                        <p:attrNameLst>
                                          <p:attrName>style.visibility</p:attrName>
                                        </p:attrNameLst>
                                      </p:cBhvr>
                                      <p:to>
                                        <p:strVal val="visible"/>
                                      </p:to>
                                    </p:set>
                                    <p:animEffect transition="in" filter="wipe(left)">
                                      <p:cBhvr>
                                        <p:cTn id="124" dur="500"/>
                                        <p:tgtEl>
                                          <p:spTgt spid="37"/>
                                        </p:tgtEl>
                                      </p:cBhvr>
                                    </p:animEffect>
                                  </p:childTnLst>
                                </p:cTn>
                              </p:par>
                            </p:childTnLst>
                          </p:cTn>
                        </p:par>
                        <p:par>
                          <p:cTn id="125" fill="hold">
                            <p:stCondLst>
                              <p:cond delay="8500"/>
                            </p:stCondLst>
                            <p:childTnLst>
                              <p:par>
                                <p:cTn id="126" presetID="10" presetClass="entr" presetSubtype="0" fill="hold" grpId="0" nodeType="afterEffect">
                                  <p:stCondLst>
                                    <p:cond delay="0"/>
                                  </p:stCondLst>
                                  <p:childTnLst>
                                    <p:set>
                                      <p:cBhvr>
                                        <p:cTn id="127" dur="1" fill="hold">
                                          <p:stCondLst>
                                            <p:cond delay="0"/>
                                          </p:stCondLst>
                                        </p:cTn>
                                        <p:tgtEl>
                                          <p:spTgt spid="38"/>
                                        </p:tgtEl>
                                        <p:attrNameLst>
                                          <p:attrName>style.visibility</p:attrName>
                                        </p:attrNameLst>
                                      </p:cBhvr>
                                      <p:to>
                                        <p:strVal val="visible"/>
                                      </p:to>
                                    </p:set>
                                    <p:animEffect transition="in" filter="fade">
                                      <p:cBhvr>
                                        <p:cTn id="128" dur="500"/>
                                        <p:tgtEl>
                                          <p:spTgt spid="38"/>
                                        </p:tgtEl>
                                      </p:cBhvr>
                                    </p:animEffect>
                                  </p:childTnLst>
                                </p:cTn>
                              </p:par>
                              <p:par>
                                <p:cTn id="129" presetID="53" presetClass="entr" presetSubtype="16" fill="hold" grpId="0" nodeType="withEffect">
                                  <p:stCondLst>
                                    <p:cond delay="0"/>
                                  </p:stCondLst>
                                  <p:childTnLst>
                                    <p:set>
                                      <p:cBhvr>
                                        <p:cTn id="130" dur="1" fill="hold">
                                          <p:stCondLst>
                                            <p:cond delay="0"/>
                                          </p:stCondLst>
                                        </p:cTn>
                                        <p:tgtEl>
                                          <p:spTgt spid="51"/>
                                        </p:tgtEl>
                                        <p:attrNameLst>
                                          <p:attrName>style.visibility</p:attrName>
                                        </p:attrNameLst>
                                      </p:cBhvr>
                                      <p:to>
                                        <p:strVal val="visible"/>
                                      </p:to>
                                    </p:set>
                                    <p:anim calcmode="lin" valueType="num">
                                      <p:cBhvr>
                                        <p:cTn id="131" dur="500" fill="hold"/>
                                        <p:tgtEl>
                                          <p:spTgt spid="51"/>
                                        </p:tgtEl>
                                        <p:attrNameLst>
                                          <p:attrName>ppt_w</p:attrName>
                                        </p:attrNameLst>
                                      </p:cBhvr>
                                      <p:tavLst>
                                        <p:tav tm="0">
                                          <p:val>
                                            <p:fltVal val="0"/>
                                          </p:val>
                                        </p:tav>
                                        <p:tav tm="100000">
                                          <p:val>
                                            <p:strVal val="#ppt_w"/>
                                          </p:val>
                                        </p:tav>
                                      </p:tavLst>
                                    </p:anim>
                                    <p:anim calcmode="lin" valueType="num">
                                      <p:cBhvr>
                                        <p:cTn id="132" dur="500" fill="hold"/>
                                        <p:tgtEl>
                                          <p:spTgt spid="51"/>
                                        </p:tgtEl>
                                        <p:attrNameLst>
                                          <p:attrName>ppt_h</p:attrName>
                                        </p:attrNameLst>
                                      </p:cBhvr>
                                      <p:tavLst>
                                        <p:tav tm="0">
                                          <p:val>
                                            <p:fltVal val="0"/>
                                          </p:val>
                                        </p:tav>
                                        <p:tav tm="100000">
                                          <p:val>
                                            <p:strVal val="#ppt_h"/>
                                          </p:val>
                                        </p:tav>
                                      </p:tavLst>
                                    </p:anim>
                                    <p:animEffect transition="in" filter="fade">
                                      <p:cBhvr>
                                        <p:cTn id="133" dur="500"/>
                                        <p:tgtEl>
                                          <p:spTgt spid="51"/>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6"/>
                                        </p:tgtEl>
                                        <p:attrNameLst>
                                          <p:attrName>style.visibility</p:attrName>
                                        </p:attrNameLst>
                                      </p:cBhvr>
                                      <p:to>
                                        <p:strVal val="visible"/>
                                      </p:to>
                                    </p:set>
                                    <p:animEffect transition="in" filter="fade">
                                      <p:cBhvr>
                                        <p:cTn id="136" dur="500"/>
                                        <p:tgtEl>
                                          <p:spTgt spid="46"/>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3"/>
                                        </p:tgtEl>
                                        <p:attrNameLst>
                                          <p:attrName>style.visibility</p:attrName>
                                        </p:attrNameLst>
                                      </p:cBhvr>
                                      <p:to>
                                        <p:strVal val="visible"/>
                                      </p:to>
                                    </p:set>
                                    <p:animEffect transition="in" filter="fade">
                                      <p:cBhvr>
                                        <p:cTn id="139" dur="500"/>
                                        <p:tgtEl>
                                          <p:spTgt spid="53"/>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4"/>
                                        </p:tgtEl>
                                        <p:attrNameLst>
                                          <p:attrName>style.visibility</p:attrName>
                                        </p:attrNameLst>
                                      </p:cBhvr>
                                      <p:to>
                                        <p:strVal val="visible"/>
                                      </p:to>
                                    </p:set>
                                    <p:animEffect transition="in" filter="fade">
                                      <p:cBhvr>
                                        <p:cTn id="142" dur="500"/>
                                        <p:tgtEl>
                                          <p:spTgt spid="54"/>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55"/>
                                        </p:tgtEl>
                                        <p:attrNameLst>
                                          <p:attrName>style.visibility</p:attrName>
                                        </p:attrNameLst>
                                      </p:cBhvr>
                                      <p:to>
                                        <p:strVal val="visible"/>
                                      </p:to>
                                    </p:set>
                                    <p:animEffect transition="in" filter="fade">
                                      <p:cBhvr>
                                        <p:cTn id="145" dur="500"/>
                                        <p:tgtEl>
                                          <p:spTgt spid="55"/>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56"/>
                                        </p:tgtEl>
                                        <p:attrNameLst>
                                          <p:attrName>style.visibility</p:attrName>
                                        </p:attrNameLst>
                                      </p:cBhvr>
                                      <p:to>
                                        <p:strVal val="visible"/>
                                      </p:to>
                                    </p:set>
                                    <p:animEffect transition="in" filter="fade">
                                      <p:cBhvr>
                                        <p:cTn id="148" dur="500"/>
                                        <p:tgtEl>
                                          <p:spTgt spid="56"/>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57"/>
                                        </p:tgtEl>
                                        <p:attrNameLst>
                                          <p:attrName>style.visibility</p:attrName>
                                        </p:attrNameLst>
                                      </p:cBhvr>
                                      <p:to>
                                        <p:strVal val="visible"/>
                                      </p:to>
                                    </p:set>
                                    <p:animEffect transition="in" filter="fade">
                                      <p:cBhvr>
                                        <p:cTn id="151"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3" grpId="0" animBg="1"/>
      <p:bldP spid="15" grpId="0" animBg="1"/>
      <p:bldP spid="16" grpId="0" animBg="1"/>
      <p:bldP spid="17" grpId="0" animBg="1"/>
      <p:bldP spid="19" grpId="0" animBg="1"/>
      <p:bldP spid="22" grpId="0" animBg="1"/>
      <p:bldP spid="26" grpId="0" animBg="1"/>
      <p:bldP spid="30" grpId="0" animBg="1"/>
      <p:bldP spid="31" grpId="0" animBg="1"/>
      <p:bldP spid="36" grpId="0" animBg="1"/>
      <p:bldP spid="38" grpId="0" animBg="1"/>
      <p:bldP spid="40" grpId="0"/>
      <p:bldP spid="41" grpId="0"/>
      <p:bldP spid="42" grpId="0"/>
      <p:bldP spid="43" grpId="0"/>
      <p:bldP spid="44" grpId="0"/>
      <p:bldP spid="45" grpId="0"/>
      <p:bldP spid="46" grpId="0"/>
      <p:bldP spid="47" grpId="0" animBg="1"/>
      <p:bldP spid="48" grpId="0" animBg="1"/>
      <p:bldP spid="49" grpId="0" animBg="1"/>
      <p:bldP spid="50" grpId="0" animBg="1"/>
      <p:bldP spid="51" grpId="0" animBg="1"/>
      <p:bldP spid="52" grpId="0" animBg="1"/>
      <p:bldP spid="53" grpId="0"/>
      <p:bldP spid="54" grpId="0"/>
      <p:bldP spid="55" grpId="0"/>
      <p:bldP spid="56" grpId="0"/>
      <p:bldP spid="5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ïṧļïḍé">
            <a:extLst>
              <a:ext uri="{FF2B5EF4-FFF2-40B4-BE49-F238E27FC236}">
                <a16:creationId xmlns:a16="http://schemas.microsoft.com/office/drawing/2014/main" id="{D8F6F044-0047-487A-8E34-7485F084A710}"/>
              </a:ext>
            </a:extLst>
          </p:cNvPr>
          <p:cNvSpPr/>
          <p:nvPr/>
        </p:nvSpPr>
        <p:spPr>
          <a:xfrm rot="5400000">
            <a:off x="7095165" y="2599822"/>
            <a:ext cx="865655" cy="337104"/>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32500" lnSpcReduction="20000"/>
          </a:bodyPr>
          <a:lstStyle>
            <a:defPPr>
              <a:defRPr lang="zh-CN"/>
            </a:defPPr>
            <a:lvl1pPr marL="0" algn="l" defTabSz="913765" rtl="0" eaLnBrk="1" latinLnBrk="0" hangingPunct="1">
              <a:defRPr sz="1800" kern="1200">
                <a:solidFill>
                  <a:schemeClr val="lt1"/>
                </a:solidFill>
              </a:defRPr>
            </a:lvl1pPr>
            <a:lvl2pPr marL="457200" algn="l" defTabSz="913765" rtl="0" eaLnBrk="1" latinLnBrk="0" hangingPunct="1">
              <a:defRPr sz="1800" kern="1200">
                <a:solidFill>
                  <a:schemeClr val="lt1"/>
                </a:solidFill>
              </a:defRPr>
            </a:lvl2pPr>
            <a:lvl3pPr marL="914400" algn="l" defTabSz="913765" rtl="0" eaLnBrk="1" latinLnBrk="0" hangingPunct="1">
              <a:defRPr sz="1800" kern="1200">
                <a:solidFill>
                  <a:schemeClr val="lt1"/>
                </a:solidFill>
              </a:defRPr>
            </a:lvl3pPr>
            <a:lvl4pPr marL="1371600" algn="l" defTabSz="913765" rtl="0" eaLnBrk="1" latinLnBrk="0" hangingPunct="1">
              <a:defRPr sz="1800" kern="1200">
                <a:solidFill>
                  <a:schemeClr val="lt1"/>
                </a:solidFill>
              </a:defRPr>
            </a:lvl4pPr>
            <a:lvl5pPr marL="1828800" algn="l" defTabSz="913765" rtl="0" eaLnBrk="1" latinLnBrk="0" hangingPunct="1">
              <a:defRPr sz="1800" kern="1200">
                <a:solidFill>
                  <a:schemeClr val="lt1"/>
                </a:solidFill>
              </a:defRPr>
            </a:lvl5pPr>
            <a:lvl6pPr marL="2286000" algn="l" defTabSz="913765" rtl="0" eaLnBrk="1" latinLnBrk="0" hangingPunct="1">
              <a:defRPr sz="1800" kern="1200">
                <a:solidFill>
                  <a:schemeClr val="lt1"/>
                </a:solidFill>
              </a:defRPr>
            </a:lvl6pPr>
            <a:lvl7pPr marL="2743200" algn="l" defTabSz="913765" rtl="0" eaLnBrk="1" latinLnBrk="0" hangingPunct="1">
              <a:defRPr sz="1800" kern="1200">
                <a:solidFill>
                  <a:schemeClr val="lt1"/>
                </a:solidFill>
              </a:defRPr>
            </a:lvl7pPr>
            <a:lvl8pPr marL="3200400" algn="l" defTabSz="913765" rtl="0" eaLnBrk="1" latinLnBrk="0" hangingPunct="1">
              <a:defRPr sz="1800" kern="1200">
                <a:solidFill>
                  <a:schemeClr val="lt1"/>
                </a:solidFill>
              </a:defRPr>
            </a:lvl8pPr>
            <a:lvl9pPr marL="3657600" algn="l" defTabSz="913765" rtl="0" eaLnBrk="1" latinLnBrk="0" hangingPunct="1">
              <a:defRPr sz="1800" kern="1200">
                <a:solidFill>
                  <a:schemeClr val="lt1"/>
                </a:solidFill>
              </a:defRPr>
            </a:lvl9pPr>
          </a:lstStyle>
          <a:p>
            <a:pPr algn="ctr"/>
            <a:endParaRPr dirty="0">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grpSp>
        <p:nvGrpSpPr>
          <p:cNvPr id="6" name="ïSḷïḓé">
            <a:extLst>
              <a:ext uri="{FF2B5EF4-FFF2-40B4-BE49-F238E27FC236}">
                <a16:creationId xmlns:a16="http://schemas.microsoft.com/office/drawing/2014/main" id="{1629C8FD-012B-4237-A249-A68AC0A5CEA2}"/>
              </a:ext>
            </a:extLst>
          </p:cNvPr>
          <p:cNvGrpSpPr/>
          <p:nvPr/>
        </p:nvGrpSpPr>
        <p:grpSpPr>
          <a:xfrm>
            <a:off x="1883315" y="3833564"/>
            <a:ext cx="1718926" cy="2538435"/>
            <a:chOff x="1842758" y="3546357"/>
            <a:chExt cx="1869123" cy="2760240"/>
          </a:xfrm>
        </p:grpSpPr>
        <p:sp>
          <p:nvSpPr>
            <p:cNvPr id="26" name="iṥļïḓê">
              <a:extLst>
                <a:ext uri="{FF2B5EF4-FFF2-40B4-BE49-F238E27FC236}">
                  <a16:creationId xmlns:a16="http://schemas.microsoft.com/office/drawing/2014/main" id="{E1BB6FC7-50B6-4DBE-9C32-BA17B6BD27D1}"/>
                </a:ext>
              </a:extLst>
            </p:cNvPr>
            <p:cNvSpPr txBox="1"/>
            <p:nvPr/>
          </p:nvSpPr>
          <p:spPr>
            <a:xfrm>
              <a:off x="1842758" y="3546357"/>
              <a:ext cx="1869123" cy="385791"/>
            </a:xfrm>
            <a:prstGeom prst="rect">
              <a:avLst/>
            </a:prstGeom>
            <a:noFill/>
            <a:ln>
              <a:noFill/>
            </a:ln>
          </p:spPr>
          <p:txBody>
            <a:bodyPr spcFirstLastPara="1"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2000" dirty="0">
                  <a:latin typeface="思源黑体 CN Regular" panose="020B0500000000000000" pitchFamily="34" charset="-122"/>
                  <a:ea typeface="思源黑体 CN Regular" panose="020B0500000000000000" pitchFamily="34" charset="-122"/>
                  <a:sym typeface="思源黑体 CN Regular" panose="020B0500000000000000" pitchFamily="34" charset="-122"/>
                </a:rPr>
                <a:t>01.</a:t>
              </a:r>
              <a:r>
                <a:rPr lang="zh-CN" altLang="en-US" sz="2000" dirty="0">
                  <a:latin typeface="思源黑体 CN Regular" panose="020B0500000000000000" pitchFamily="34" charset="-122"/>
                  <a:ea typeface="思源黑体 CN Regular" panose="020B0500000000000000" pitchFamily="34" charset="-122"/>
                  <a:sym typeface="思源黑体 CN Regular" panose="020B0500000000000000" pitchFamily="34" charset="-122"/>
                </a:rPr>
                <a:t>添加标题</a:t>
              </a:r>
              <a:endParaRPr lang="en-US" altLang="zh-CN" sz="2000" dirty="0">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27" name="íṧḷíḋê">
              <a:extLst>
                <a:ext uri="{FF2B5EF4-FFF2-40B4-BE49-F238E27FC236}">
                  <a16:creationId xmlns:a16="http://schemas.microsoft.com/office/drawing/2014/main" id="{EFF6F2BB-2D7C-4225-B0FE-AA9522120998}"/>
                </a:ext>
              </a:extLst>
            </p:cNvPr>
            <p:cNvSpPr txBox="1"/>
            <p:nvPr/>
          </p:nvSpPr>
          <p:spPr>
            <a:xfrm>
              <a:off x="1842758" y="3932148"/>
              <a:ext cx="1869123" cy="2374449"/>
            </a:xfrm>
            <a:prstGeom prst="rect">
              <a:avLst/>
            </a:prstGeom>
            <a:noFill/>
            <a:ln>
              <a:noFill/>
            </a:ln>
          </p:spPr>
          <p:txBody>
            <a:bodyPr spcFirstLastPara="1"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r>
                <a:rPr lang="en-US" altLang="zh-CN" sz="1400" dirty="0">
                  <a:latin typeface="思源黑体 CN Regular" panose="020B0500000000000000" pitchFamily="34" charset="-122"/>
                  <a:ea typeface="思源黑体 CN Regular" panose="020B0500000000000000" pitchFamily="34" charset="-122"/>
                  <a:sym typeface="思源黑体 CN Regular" panose="020B0500000000000000" pitchFamily="34" charset="-122"/>
                </a:rPr>
                <a:t>Copy paste fonts. Choose the only option to retain text.</a:t>
              </a:r>
            </a:p>
          </p:txBody>
        </p:sp>
      </p:grpSp>
      <p:grpSp>
        <p:nvGrpSpPr>
          <p:cNvPr id="7" name="íṩ1ïḓè">
            <a:extLst>
              <a:ext uri="{FF2B5EF4-FFF2-40B4-BE49-F238E27FC236}">
                <a16:creationId xmlns:a16="http://schemas.microsoft.com/office/drawing/2014/main" id="{CE169B88-7096-4E26-B56D-D02D811571B2}"/>
              </a:ext>
            </a:extLst>
          </p:cNvPr>
          <p:cNvGrpSpPr/>
          <p:nvPr/>
        </p:nvGrpSpPr>
        <p:grpSpPr>
          <a:xfrm>
            <a:off x="3623530" y="3833564"/>
            <a:ext cx="1718926" cy="2538435"/>
            <a:chOff x="3735030" y="3546357"/>
            <a:chExt cx="1869123" cy="2760240"/>
          </a:xfrm>
        </p:grpSpPr>
        <p:sp>
          <p:nvSpPr>
            <p:cNvPr id="24" name="íşliḋè">
              <a:extLst>
                <a:ext uri="{FF2B5EF4-FFF2-40B4-BE49-F238E27FC236}">
                  <a16:creationId xmlns:a16="http://schemas.microsoft.com/office/drawing/2014/main" id="{E1BB6FC7-50B6-4DBE-9C32-BA17B6BD27D1}"/>
                </a:ext>
              </a:extLst>
            </p:cNvPr>
            <p:cNvSpPr txBox="1"/>
            <p:nvPr/>
          </p:nvSpPr>
          <p:spPr>
            <a:xfrm>
              <a:off x="3735030" y="3546357"/>
              <a:ext cx="1869123" cy="385791"/>
            </a:xfrm>
            <a:prstGeom prst="rect">
              <a:avLst/>
            </a:prstGeom>
            <a:noFill/>
            <a:ln>
              <a:noFill/>
            </a:ln>
          </p:spPr>
          <p:txBody>
            <a:bodyPr spcFirstLastPara="1"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2000" dirty="0">
                  <a:latin typeface="思源黑体 CN Regular" panose="020B0500000000000000" pitchFamily="34" charset="-122"/>
                  <a:ea typeface="思源黑体 CN Regular" panose="020B0500000000000000" pitchFamily="34" charset="-122"/>
                  <a:sym typeface="思源黑体 CN Regular" panose="020B0500000000000000" pitchFamily="34" charset="-122"/>
                </a:rPr>
                <a:t>02.</a:t>
              </a:r>
              <a:r>
                <a:rPr lang="zh-CN" altLang="en-US" sz="2000" dirty="0">
                  <a:latin typeface="思源黑体 CN Regular" panose="020B0500000000000000" pitchFamily="34" charset="-122"/>
                  <a:ea typeface="思源黑体 CN Regular" panose="020B0500000000000000" pitchFamily="34" charset="-122"/>
                  <a:sym typeface="思源黑体 CN Regular" panose="020B0500000000000000" pitchFamily="34" charset="-122"/>
                </a:rPr>
                <a:t>添加标题</a:t>
              </a:r>
              <a:endParaRPr lang="en-US" altLang="zh-CN" sz="2000" dirty="0">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25" name="ïSḻíḓé">
              <a:extLst>
                <a:ext uri="{FF2B5EF4-FFF2-40B4-BE49-F238E27FC236}">
                  <a16:creationId xmlns:a16="http://schemas.microsoft.com/office/drawing/2014/main" id="{EFF6F2BB-2D7C-4225-B0FE-AA9522120998}"/>
                </a:ext>
              </a:extLst>
            </p:cNvPr>
            <p:cNvSpPr txBox="1"/>
            <p:nvPr/>
          </p:nvSpPr>
          <p:spPr>
            <a:xfrm>
              <a:off x="3735030" y="3932149"/>
              <a:ext cx="1869123" cy="2374448"/>
            </a:xfrm>
            <a:prstGeom prst="rect">
              <a:avLst/>
            </a:prstGeom>
            <a:noFill/>
            <a:ln>
              <a:noFill/>
            </a:ln>
          </p:spPr>
          <p:txBody>
            <a:bodyPr spcFirstLastPara="1"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r>
                <a:rPr lang="en-US" altLang="zh-CN" sz="1400" dirty="0">
                  <a:latin typeface="思源黑体 CN Regular" panose="020B0500000000000000" pitchFamily="34" charset="-122"/>
                  <a:ea typeface="思源黑体 CN Regular" panose="020B0500000000000000" pitchFamily="34" charset="-122"/>
                  <a:sym typeface="思源黑体 CN Regular" panose="020B0500000000000000" pitchFamily="34" charset="-122"/>
                </a:rPr>
                <a:t>Copy paste fonts. Choose the only option to retain text.</a:t>
              </a:r>
            </a:p>
          </p:txBody>
        </p:sp>
      </p:grpSp>
      <p:grpSp>
        <p:nvGrpSpPr>
          <p:cNvPr id="8" name="ïšḻîḑè">
            <a:extLst>
              <a:ext uri="{FF2B5EF4-FFF2-40B4-BE49-F238E27FC236}">
                <a16:creationId xmlns:a16="http://schemas.microsoft.com/office/drawing/2014/main" id="{0E3C5C8B-5D5A-48FE-8AE4-F51CA12C66FA}"/>
              </a:ext>
            </a:extLst>
          </p:cNvPr>
          <p:cNvGrpSpPr/>
          <p:nvPr/>
        </p:nvGrpSpPr>
        <p:grpSpPr>
          <a:xfrm>
            <a:off x="5363743" y="3833564"/>
            <a:ext cx="1718926" cy="2538433"/>
            <a:chOff x="5627302" y="3546357"/>
            <a:chExt cx="1869123" cy="2760238"/>
          </a:xfrm>
        </p:grpSpPr>
        <p:sp>
          <p:nvSpPr>
            <p:cNvPr id="22" name="iṡlíḍê">
              <a:extLst>
                <a:ext uri="{FF2B5EF4-FFF2-40B4-BE49-F238E27FC236}">
                  <a16:creationId xmlns:a16="http://schemas.microsoft.com/office/drawing/2014/main" id="{E1BB6FC7-50B6-4DBE-9C32-BA17B6BD27D1}"/>
                </a:ext>
              </a:extLst>
            </p:cNvPr>
            <p:cNvSpPr txBox="1"/>
            <p:nvPr/>
          </p:nvSpPr>
          <p:spPr>
            <a:xfrm>
              <a:off x="5627302" y="3546357"/>
              <a:ext cx="1869123" cy="385791"/>
            </a:xfrm>
            <a:prstGeom prst="rect">
              <a:avLst/>
            </a:prstGeom>
            <a:noFill/>
            <a:ln>
              <a:noFill/>
            </a:ln>
          </p:spPr>
          <p:txBody>
            <a:bodyPr spcFirstLastPara="1"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2000" dirty="0">
                  <a:latin typeface="思源黑体 CN Regular" panose="020B0500000000000000" pitchFamily="34" charset="-122"/>
                  <a:ea typeface="思源黑体 CN Regular" panose="020B0500000000000000" pitchFamily="34" charset="-122"/>
                  <a:sym typeface="思源黑体 CN Regular" panose="020B0500000000000000" pitchFamily="34" charset="-122"/>
                </a:rPr>
                <a:t>03.</a:t>
              </a:r>
              <a:r>
                <a:rPr lang="zh-CN" altLang="en-US" sz="2000" dirty="0">
                  <a:latin typeface="思源黑体 CN Regular" panose="020B0500000000000000" pitchFamily="34" charset="-122"/>
                  <a:ea typeface="思源黑体 CN Regular" panose="020B0500000000000000" pitchFamily="34" charset="-122"/>
                  <a:sym typeface="思源黑体 CN Regular" panose="020B0500000000000000" pitchFamily="34" charset="-122"/>
                </a:rPr>
                <a:t>添加标题</a:t>
              </a:r>
              <a:endParaRPr lang="en-US" altLang="zh-CN" sz="2000" dirty="0">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23" name="iSļïḑe">
              <a:extLst>
                <a:ext uri="{FF2B5EF4-FFF2-40B4-BE49-F238E27FC236}">
                  <a16:creationId xmlns:a16="http://schemas.microsoft.com/office/drawing/2014/main" id="{EFF6F2BB-2D7C-4225-B0FE-AA9522120998}"/>
                </a:ext>
              </a:extLst>
            </p:cNvPr>
            <p:cNvSpPr txBox="1"/>
            <p:nvPr/>
          </p:nvSpPr>
          <p:spPr>
            <a:xfrm>
              <a:off x="5627302" y="3932148"/>
              <a:ext cx="1869123" cy="2374447"/>
            </a:xfrm>
            <a:prstGeom prst="rect">
              <a:avLst/>
            </a:prstGeom>
            <a:noFill/>
            <a:ln>
              <a:noFill/>
            </a:ln>
          </p:spPr>
          <p:txBody>
            <a:bodyPr spcFirstLastPara="1"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r>
                <a:rPr lang="en-US" altLang="zh-CN" sz="1400" dirty="0">
                  <a:latin typeface="思源黑体 CN Regular" panose="020B0500000000000000" pitchFamily="34" charset="-122"/>
                  <a:ea typeface="思源黑体 CN Regular" panose="020B0500000000000000" pitchFamily="34" charset="-122"/>
                  <a:sym typeface="思源黑体 CN Regular" panose="020B0500000000000000" pitchFamily="34" charset="-122"/>
                </a:rPr>
                <a:t>Copy paste fonts. Choose the only option to retain text.</a:t>
              </a:r>
            </a:p>
          </p:txBody>
        </p:sp>
      </p:grpSp>
      <p:sp>
        <p:nvSpPr>
          <p:cNvPr id="15" name="iṣḷidé">
            <a:extLst>
              <a:ext uri="{FF2B5EF4-FFF2-40B4-BE49-F238E27FC236}">
                <a16:creationId xmlns:a16="http://schemas.microsoft.com/office/drawing/2014/main" id="{F94A919B-AC38-418E-8DF5-1B2E17ACCC87}"/>
              </a:ext>
            </a:extLst>
          </p:cNvPr>
          <p:cNvSpPr/>
          <p:nvPr/>
        </p:nvSpPr>
        <p:spPr>
          <a:xfrm>
            <a:off x="1854417" y="1881661"/>
            <a:ext cx="5257148" cy="1773423"/>
          </a:xfrm>
          <a:prstGeom prst="roundRect">
            <a:avLst>
              <a:gd name="adj" fmla="val 50000"/>
            </a:avLst>
          </a:prstGeom>
          <a:noFill/>
          <a:ln w="12700" cmpd="sng">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3765" rtl="0" eaLnBrk="1" latinLnBrk="0" hangingPunct="1">
              <a:defRPr sz="1800" kern="1200">
                <a:solidFill>
                  <a:schemeClr val="lt1"/>
                </a:solidFill>
              </a:defRPr>
            </a:lvl1pPr>
            <a:lvl2pPr marL="457200" algn="l" defTabSz="913765" rtl="0" eaLnBrk="1" latinLnBrk="0" hangingPunct="1">
              <a:defRPr sz="1800" kern="1200">
                <a:solidFill>
                  <a:schemeClr val="lt1"/>
                </a:solidFill>
              </a:defRPr>
            </a:lvl2pPr>
            <a:lvl3pPr marL="914400" algn="l" defTabSz="913765" rtl="0" eaLnBrk="1" latinLnBrk="0" hangingPunct="1">
              <a:defRPr sz="1800" kern="1200">
                <a:solidFill>
                  <a:schemeClr val="lt1"/>
                </a:solidFill>
              </a:defRPr>
            </a:lvl3pPr>
            <a:lvl4pPr marL="1371600" algn="l" defTabSz="913765" rtl="0" eaLnBrk="1" latinLnBrk="0" hangingPunct="1">
              <a:defRPr sz="1800" kern="1200">
                <a:solidFill>
                  <a:schemeClr val="lt1"/>
                </a:solidFill>
              </a:defRPr>
            </a:lvl4pPr>
            <a:lvl5pPr marL="1828800" algn="l" defTabSz="913765" rtl="0" eaLnBrk="1" latinLnBrk="0" hangingPunct="1">
              <a:defRPr sz="1800" kern="1200">
                <a:solidFill>
                  <a:schemeClr val="lt1"/>
                </a:solidFill>
              </a:defRPr>
            </a:lvl5pPr>
            <a:lvl6pPr marL="2286000" algn="l" defTabSz="913765" rtl="0" eaLnBrk="1" latinLnBrk="0" hangingPunct="1">
              <a:defRPr sz="1800" kern="1200">
                <a:solidFill>
                  <a:schemeClr val="lt1"/>
                </a:solidFill>
              </a:defRPr>
            </a:lvl6pPr>
            <a:lvl7pPr marL="2743200" algn="l" defTabSz="913765" rtl="0" eaLnBrk="1" latinLnBrk="0" hangingPunct="1">
              <a:defRPr sz="1800" kern="1200">
                <a:solidFill>
                  <a:schemeClr val="lt1"/>
                </a:solidFill>
              </a:defRPr>
            </a:lvl7pPr>
            <a:lvl8pPr marL="3200400" algn="l" defTabSz="913765" rtl="0" eaLnBrk="1" latinLnBrk="0" hangingPunct="1">
              <a:defRPr sz="1800" kern="1200">
                <a:solidFill>
                  <a:schemeClr val="lt1"/>
                </a:solidFill>
              </a:defRPr>
            </a:lvl8pPr>
            <a:lvl9pPr marL="3657600" algn="l" defTabSz="913765" rtl="0" eaLnBrk="1" latinLnBrk="0" hangingPunct="1">
              <a:defRPr sz="1800" kern="1200">
                <a:solidFill>
                  <a:schemeClr val="lt1"/>
                </a:solidFill>
              </a:defRPr>
            </a:lvl9pPr>
          </a:lstStyle>
          <a:p>
            <a:pPr algn="ctr"/>
            <a:endParaRPr dirty="0">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6" name="ïšļiďè">
            <a:extLst>
              <a:ext uri="{FF2B5EF4-FFF2-40B4-BE49-F238E27FC236}">
                <a16:creationId xmlns:a16="http://schemas.microsoft.com/office/drawing/2014/main" id="{70B20E8B-0665-460D-BC62-7971E5313DD4}"/>
              </a:ext>
            </a:extLst>
          </p:cNvPr>
          <p:cNvSpPr/>
          <p:nvPr/>
        </p:nvSpPr>
        <p:spPr>
          <a:xfrm>
            <a:off x="1945377" y="1970973"/>
            <a:ext cx="1594801" cy="15948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defTabSz="913765"/>
            <a:endParaRPr dirty="0">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7" name="íṧļíḋè">
            <a:extLst>
              <a:ext uri="{FF2B5EF4-FFF2-40B4-BE49-F238E27FC236}">
                <a16:creationId xmlns:a16="http://schemas.microsoft.com/office/drawing/2014/main" id="{CF5D3924-D648-441F-9942-27C89D88CC85}"/>
              </a:ext>
            </a:extLst>
          </p:cNvPr>
          <p:cNvSpPr/>
          <p:nvPr/>
        </p:nvSpPr>
        <p:spPr>
          <a:xfrm>
            <a:off x="3685592" y="1970973"/>
            <a:ext cx="1594801" cy="1594800"/>
          </a:xfrm>
          <a:prstGeom prst="ellipse">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3765" rtl="0" eaLnBrk="1" latinLnBrk="0" hangingPunct="1">
              <a:defRPr sz="1800" kern="1200">
                <a:solidFill>
                  <a:schemeClr val="lt1"/>
                </a:solidFill>
              </a:defRPr>
            </a:lvl1pPr>
            <a:lvl2pPr marL="457200" algn="l" defTabSz="913765" rtl="0" eaLnBrk="1" latinLnBrk="0" hangingPunct="1">
              <a:defRPr sz="1800" kern="1200">
                <a:solidFill>
                  <a:schemeClr val="lt1"/>
                </a:solidFill>
              </a:defRPr>
            </a:lvl2pPr>
            <a:lvl3pPr marL="914400" algn="l" defTabSz="913765" rtl="0" eaLnBrk="1" latinLnBrk="0" hangingPunct="1">
              <a:defRPr sz="1800" kern="1200">
                <a:solidFill>
                  <a:schemeClr val="lt1"/>
                </a:solidFill>
              </a:defRPr>
            </a:lvl3pPr>
            <a:lvl4pPr marL="1371600" algn="l" defTabSz="913765" rtl="0" eaLnBrk="1" latinLnBrk="0" hangingPunct="1">
              <a:defRPr sz="1800" kern="1200">
                <a:solidFill>
                  <a:schemeClr val="lt1"/>
                </a:solidFill>
              </a:defRPr>
            </a:lvl4pPr>
            <a:lvl5pPr marL="1828800" algn="l" defTabSz="913765" rtl="0" eaLnBrk="1" latinLnBrk="0" hangingPunct="1">
              <a:defRPr sz="1800" kern="1200">
                <a:solidFill>
                  <a:schemeClr val="lt1"/>
                </a:solidFill>
              </a:defRPr>
            </a:lvl5pPr>
            <a:lvl6pPr marL="2286000" algn="l" defTabSz="913765" rtl="0" eaLnBrk="1" latinLnBrk="0" hangingPunct="1">
              <a:defRPr sz="1800" kern="1200">
                <a:solidFill>
                  <a:schemeClr val="lt1"/>
                </a:solidFill>
              </a:defRPr>
            </a:lvl6pPr>
            <a:lvl7pPr marL="2743200" algn="l" defTabSz="913765" rtl="0" eaLnBrk="1" latinLnBrk="0" hangingPunct="1">
              <a:defRPr sz="1800" kern="1200">
                <a:solidFill>
                  <a:schemeClr val="lt1"/>
                </a:solidFill>
              </a:defRPr>
            </a:lvl7pPr>
            <a:lvl8pPr marL="3200400" algn="l" defTabSz="913765" rtl="0" eaLnBrk="1" latinLnBrk="0" hangingPunct="1">
              <a:defRPr sz="1800" kern="1200">
                <a:solidFill>
                  <a:schemeClr val="lt1"/>
                </a:solidFill>
              </a:defRPr>
            </a:lvl8pPr>
            <a:lvl9pPr marL="3657600" algn="l" defTabSz="913765" rtl="0" eaLnBrk="1" latinLnBrk="0" hangingPunct="1">
              <a:defRPr sz="1800" kern="1200">
                <a:solidFill>
                  <a:schemeClr val="lt1"/>
                </a:solidFill>
              </a:defRPr>
            </a:lvl9pPr>
          </a:lstStyle>
          <a:p>
            <a:pPr algn="ctr"/>
            <a:endParaRPr dirty="0">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8" name="îṧḷïḑè">
            <a:extLst>
              <a:ext uri="{FF2B5EF4-FFF2-40B4-BE49-F238E27FC236}">
                <a16:creationId xmlns:a16="http://schemas.microsoft.com/office/drawing/2014/main" id="{07003D64-F58C-45DD-84D4-EF61884F1517}"/>
              </a:ext>
            </a:extLst>
          </p:cNvPr>
          <p:cNvSpPr/>
          <p:nvPr/>
        </p:nvSpPr>
        <p:spPr>
          <a:xfrm>
            <a:off x="5425805" y="1970973"/>
            <a:ext cx="1594801" cy="15948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defTabSz="913765"/>
            <a:endParaRPr dirty="0">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28" name="ïSľïḋe">
            <a:extLst>
              <a:ext uri="{FF2B5EF4-FFF2-40B4-BE49-F238E27FC236}">
                <a16:creationId xmlns:a16="http://schemas.microsoft.com/office/drawing/2014/main" id="{89530BD6-8276-4BB9-BB26-3A1A498E0DE2}"/>
              </a:ext>
            </a:extLst>
          </p:cNvPr>
          <p:cNvSpPr/>
          <p:nvPr/>
        </p:nvSpPr>
        <p:spPr>
          <a:xfrm>
            <a:off x="2482472" y="2478359"/>
            <a:ext cx="520610" cy="580026"/>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5585" h="607851">
                <a:moveTo>
                  <a:pt x="205579" y="557256"/>
                </a:moveTo>
                <a:cubicBezTo>
                  <a:pt x="226318" y="557852"/>
                  <a:pt x="248697" y="558150"/>
                  <a:pt x="272793" y="558150"/>
                </a:cubicBezTo>
                <a:cubicBezTo>
                  <a:pt x="296888" y="558150"/>
                  <a:pt x="319268" y="557852"/>
                  <a:pt x="340006" y="557256"/>
                </a:cubicBezTo>
                <a:cubicBezTo>
                  <a:pt x="331651" y="586465"/>
                  <a:pt x="304721" y="607851"/>
                  <a:pt x="272793" y="607851"/>
                </a:cubicBezTo>
                <a:cubicBezTo>
                  <a:pt x="240864" y="607851"/>
                  <a:pt x="213934" y="586465"/>
                  <a:pt x="205579" y="557256"/>
                </a:cubicBezTo>
                <a:close/>
                <a:moveTo>
                  <a:pt x="272793" y="0"/>
                </a:moveTo>
                <a:cubicBezTo>
                  <a:pt x="376035" y="0"/>
                  <a:pt x="459733" y="117091"/>
                  <a:pt x="459733" y="261443"/>
                </a:cubicBezTo>
                <a:cubicBezTo>
                  <a:pt x="459733" y="405870"/>
                  <a:pt x="746110" y="522961"/>
                  <a:pt x="272793" y="522961"/>
                </a:cubicBezTo>
                <a:cubicBezTo>
                  <a:pt x="-200525" y="522961"/>
                  <a:pt x="85852" y="405870"/>
                  <a:pt x="85852" y="261443"/>
                </a:cubicBezTo>
                <a:cubicBezTo>
                  <a:pt x="85852" y="117091"/>
                  <a:pt x="169550" y="0"/>
                  <a:pt x="27279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913765"/>
            <a:endParaRPr dirty="0">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29" name="íṩľidé">
            <a:extLst>
              <a:ext uri="{FF2B5EF4-FFF2-40B4-BE49-F238E27FC236}">
                <a16:creationId xmlns:a16="http://schemas.microsoft.com/office/drawing/2014/main" id="{1BDE466B-F97A-4D32-8C18-54C554CD3C1C}"/>
              </a:ext>
            </a:extLst>
          </p:cNvPr>
          <p:cNvSpPr/>
          <p:nvPr/>
        </p:nvSpPr>
        <p:spPr>
          <a:xfrm>
            <a:off x="4218258" y="2478359"/>
            <a:ext cx="529465" cy="580026"/>
          </a:xfrm>
          <a:custGeom>
            <a:avLst/>
            <a:gdLst>
              <a:gd name="connsiteX0" fmla="*/ 354851 w 555632"/>
              <a:gd name="connsiteY0" fmla="*/ 290098 h 608691"/>
              <a:gd name="connsiteX1" fmla="*/ 323804 w 555632"/>
              <a:gd name="connsiteY1" fmla="*/ 344936 h 608691"/>
              <a:gd name="connsiteX2" fmla="*/ 354851 w 555632"/>
              <a:gd name="connsiteY2" fmla="*/ 344936 h 608691"/>
              <a:gd name="connsiteX3" fmla="*/ 351261 w 555632"/>
              <a:gd name="connsiteY3" fmla="*/ 236035 h 608691"/>
              <a:gd name="connsiteX4" fmla="*/ 392107 w 555632"/>
              <a:gd name="connsiteY4" fmla="*/ 236035 h 608691"/>
              <a:gd name="connsiteX5" fmla="*/ 404041 w 555632"/>
              <a:gd name="connsiteY5" fmla="*/ 247952 h 608691"/>
              <a:gd name="connsiteX6" fmla="*/ 404041 w 555632"/>
              <a:gd name="connsiteY6" fmla="*/ 344936 h 608691"/>
              <a:gd name="connsiteX7" fmla="*/ 414422 w 555632"/>
              <a:gd name="connsiteY7" fmla="*/ 344936 h 608691"/>
              <a:gd name="connsiteX8" fmla="*/ 426356 w 555632"/>
              <a:gd name="connsiteY8" fmla="*/ 356853 h 608691"/>
              <a:gd name="connsiteX9" fmla="*/ 426356 w 555632"/>
              <a:gd name="connsiteY9" fmla="*/ 373517 h 608691"/>
              <a:gd name="connsiteX10" fmla="*/ 414422 w 555632"/>
              <a:gd name="connsiteY10" fmla="*/ 385434 h 608691"/>
              <a:gd name="connsiteX11" fmla="*/ 404041 w 555632"/>
              <a:gd name="connsiteY11" fmla="*/ 385434 h 608691"/>
              <a:gd name="connsiteX12" fmla="*/ 404041 w 555632"/>
              <a:gd name="connsiteY12" fmla="*/ 417891 h 608691"/>
              <a:gd name="connsiteX13" fmla="*/ 392107 w 555632"/>
              <a:gd name="connsiteY13" fmla="*/ 429808 h 608691"/>
              <a:gd name="connsiteX14" fmla="*/ 366784 w 555632"/>
              <a:gd name="connsiteY14" fmla="*/ 429808 h 608691"/>
              <a:gd name="connsiteX15" fmla="*/ 354851 w 555632"/>
              <a:gd name="connsiteY15" fmla="*/ 417891 h 608691"/>
              <a:gd name="connsiteX16" fmla="*/ 354851 w 555632"/>
              <a:gd name="connsiteY16" fmla="*/ 385434 h 608691"/>
              <a:gd name="connsiteX17" fmla="*/ 284316 w 555632"/>
              <a:gd name="connsiteY17" fmla="*/ 385434 h 608691"/>
              <a:gd name="connsiteX18" fmla="*/ 272382 w 555632"/>
              <a:gd name="connsiteY18" fmla="*/ 373517 h 608691"/>
              <a:gd name="connsiteX19" fmla="*/ 272382 w 555632"/>
              <a:gd name="connsiteY19" fmla="*/ 355496 h 608691"/>
              <a:gd name="connsiteX20" fmla="*/ 274225 w 555632"/>
              <a:gd name="connsiteY20" fmla="*/ 349199 h 608691"/>
              <a:gd name="connsiteX21" fmla="*/ 341074 w 555632"/>
              <a:gd name="connsiteY21" fmla="*/ 241655 h 608691"/>
              <a:gd name="connsiteX22" fmla="*/ 351261 w 555632"/>
              <a:gd name="connsiteY22" fmla="*/ 236035 h 608691"/>
              <a:gd name="connsiteX23" fmla="*/ 196524 w 555632"/>
              <a:gd name="connsiteY23" fmla="*/ 232859 h 608691"/>
              <a:gd name="connsiteX24" fmla="*/ 265811 w 555632"/>
              <a:gd name="connsiteY24" fmla="*/ 295150 h 608691"/>
              <a:gd name="connsiteX25" fmla="*/ 215059 w 555632"/>
              <a:gd name="connsiteY25" fmla="*/ 378076 h 608691"/>
              <a:gd name="connsiteX26" fmla="*/ 214768 w 555632"/>
              <a:gd name="connsiteY26" fmla="*/ 378366 h 608691"/>
              <a:gd name="connsiteX27" fmla="*/ 205452 w 555632"/>
              <a:gd name="connsiteY27" fmla="*/ 386116 h 608691"/>
              <a:gd name="connsiteX28" fmla="*/ 257271 w 555632"/>
              <a:gd name="connsiteY28" fmla="*/ 386116 h 608691"/>
              <a:gd name="connsiteX29" fmla="*/ 269207 w 555632"/>
              <a:gd name="connsiteY29" fmla="*/ 398032 h 608691"/>
              <a:gd name="connsiteX30" fmla="*/ 269207 w 555632"/>
              <a:gd name="connsiteY30" fmla="*/ 417892 h 608691"/>
              <a:gd name="connsiteX31" fmla="*/ 257271 w 555632"/>
              <a:gd name="connsiteY31" fmla="*/ 429807 h 608691"/>
              <a:gd name="connsiteX32" fmla="*/ 141212 w 555632"/>
              <a:gd name="connsiteY32" fmla="*/ 429807 h 608691"/>
              <a:gd name="connsiteX33" fmla="*/ 129276 w 555632"/>
              <a:gd name="connsiteY33" fmla="*/ 417892 h 608691"/>
              <a:gd name="connsiteX34" fmla="*/ 129276 w 555632"/>
              <a:gd name="connsiteY34" fmla="*/ 403070 h 608691"/>
              <a:gd name="connsiteX35" fmla="*/ 133255 w 555632"/>
              <a:gd name="connsiteY35" fmla="*/ 394157 h 608691"/>
              <a:gd name="connsiteX36" fmla="*/ 154603 w 555632"/>
              <a:gd name="connsiteY36" fmla="*/ 374879 h 608691"/>
              <a:gd name="connsiteX37" fmla="*/ 214380 w 555632"/>
              <a:gd name="connsiteY37" fmla="*/ 298831 h 608691"/>
              <a:gd name="connsiteX38" fmla="*/ 187694 w 555632"/>
              <a:gd name="connsiteY38" fmla="*/ 275678 h 608691"/>
              <a:gd name="connsiteX39" fmla="*/ 157903 w 555632"/>
              <a:gd name="connsiteY39" fmla="*/ 285075 h 608691"/>
              <a:gd name="connsiteX40" fmla="*/ 147811 w 555632"/>
              <a:gd name="connsiteY40" fmla="*/ 286238 h 608691"/>
              <a:gd name="connsiteX41" fmla="*/ 140533 w 555632"/>
              <a:gd name="connsiteY41" fmla="*/ 279360 h 608691"/>
              <a:gd name="connsiteX42" fmla="*/ 134128 w 555632"/>
              <a:gd name="connsiteY42" fmla="*/ 263278 h 608691"/>
              <a:gd name="connsiteX43" fmla="*/ 138883 w 555632"/>
              <a:gd name="connsiteY43" fmla="*/ 248844 h 608691"/>
              <a:gd name="connsiteX44" fmla="*/ 196524 w 555632"/>
              <a:gd name="connsiteY44" fmla="*/ 232859 h 608691"/>
              <a:gd name="connsiteX45" fmla="*/ 287229 w 555632"/>
              <a:gd name="connsiteY45" fmla="*/ 485 h 608691"/>
              <a:gd name="connsiteX46" fmla="*/ 304113 w 555632"/>
              <a:gd name="connsiteY46" fmla="*/ 6202 h 608691"/>
              <a:gd name="connsiteX47" fmla="*/ 376502 w 555632"/>
              <a:gd name="connsiteY47" fmla="*/ 96120 h 608691"/>
              <a:gd name="connsiteX48" fmla="*/ 379899 w 555632"/>
              <a:gd name="connsiteY48" fmla="*/ 109782 h 608691"/>
              <a:gd name="connsiteX49" fmla="*/ 371553 w 555632"/>
              <a:gd name="connsiteY49" fmla="*/ 121119 h 608691"/>
              <a:gd name="connsiteX50" fmla="*/ 269859 w 555632"/>
              <a:gd name="connsiteY50" fmla="*/ 176058 h 608691"/>
              <a:gd name="connsiteX51" fmla="*/ 252101 w 555632"/>
              <a:gd name="connsiteY51" fmla="*/ 174798 h 608691"/>
              <a:gd name="connsiteX52" fmla="*/ 245697 w 555632"/>
              <a:gd name="connsiteY52" fmla="*/ 158132 h 608691"/>
              <a:gd name="connsiteX53" fmla="*/ 254527 w 555632"/>
              <a:gd name="connsiteY53" fmla="*/ 114336 h 608691"/>
              <a:gd name="connsiteX54" fmla="*/ 59289 w 555632"/>
              <a:gd name="connsiteY54" fmla="*/ 331283 h 608691"/>
              <a:gd name="connsiteX55" fmla="*/ 277816 w 555632"/>
              <a:gd name="connsiteY55" fmla="*/ 549586 h 608691"/>
              <a:gd name="connsiteX56" fmla="*/ 496343 w 555632"/>
              <a:gd name="connsiteY56" fmla="*/ 331283 h 608691"/>
              <a:gd name="connsiteX57" fmla="*/ 448018 w 555632"/>
              <a:gd name="connsiteY57" fmla="*/ 194371 h 608691"/>
              <a:gd name="connsiteX58" fmla="*/ 452482 w 555632"/>
              <a:gd name="connsiteY58" fmla="*/ 152803 h 608691"/>
              <a:gd name="connsiteX59" fmla="*/ 494208 w 555632"/>
              <a:gd name="connsiteY59" fmla="*/ 157260 h 608691"/>
              <a:gd name="connsiteX60" fmla="*/ 555632 w 555632"/>
              <a:gd name="connsiteY60" fmla="*/ 331283 h 608691"/>
              <a:gd name="connsiteX61" fmla="*/ 277816 w 555632"/>
              <a:gd name="connsiteY61" fmla="*/ 608691 h 608691"/>
              <a:gd name="connsiteX62" fmla="*/ 0 w 555632"/>
              <a:gd name="connsiteY62" fmla="*/ 331283 h 608691"/>
              <a:gd name="connsiteX63" fmla="*/ 266657 w 555632"/>
              <a:gd name="connsiteY63" fmla="*/ 54165 h 608691"/>
              <a:gd name="connsiteX64" fmla="*/ 274905 w 555632"/>
              <a:gd name="connsiteY64" fmla="*/ 13275 h 608691"/>
              <a:gd name="connsiteX65" fmla="*/ 287229 w 555632"/>
              <a:gd name="connsiteY65" fmla="*/ 485 h 608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55632" h="608691">
                <a:moveTo>
                  <a:pt x="354851" y="290098"/>
                </a:moveTo>
                <a:lnTo>
                  <a:pt x="323804" y="344936"/>
                </a:lnTo>
                <a:lnTo>
                  <a:pt x="354851" y="344936"/>
                </a:lnTo>
                <a:close/>
                <a:moveTo>
                  <a:pt x="351261" y="236035"/>
                </a:moveTo>
                <a:lnTo>
                  <a:pt x="392107" y="236035"/>
                </a:lnTo>
                <a:cubicBezTo>
                  <a:pt x="398705" y="236035"/>
                  <a:pt x="404041" y="241364"/>
                  <a:pt x="404041" y="247952"/>
                </a:cubicBezTo>
                <a:lnTo>
                  <a:pt x="404041" y="344936"/>
                </a:lnTo>
                <a:lnTo>
                  <a:pt x="414422" y="344936"/>
                </a:lnTo>
                <a:cubicBezTo>
                  <a:pt x="421020" y="344936"/>
                  <a:pt x="426356" y="350264"/>
                  <a:pt x="426356" y="356853"/>
                </a:cubicBezTo>
                <a:lnTo>
                  <a:pt x="426356" y="373517"/>
                </a:lnTo>
                <a:cubicBezTo>
                  <a:pt x="426356" y="380105"/>
                  <a:pt x="421020" y="385434"/>
                  <a:pt x="414422" y="385434"/>
                </a:cubicBezTo>
                <a:lnTo>
                  <a:pt x="404041" y="385434"/>
                </a:lnTo>
                <a:lnTo>
                  <a:pt x="404041" y="417891"/>
                </a:lnTo>
                <a:cubicBezTo>
                  <a:pt x="404041" y="424479"/>
                  <a:pt x="398705" y="429808"/>
                  <a:pt x="392107" y="429808"/>
                </a:cubicBezTo>
                <a:lnTo>
                  <a:pt x="366784" y="429808"/>
                </a:lnTo>
                <a:cubicBezTo>
                  <a:pt x="360187" y="429808"/>
                  <a:pt x="354851" y="424479"/>
                  <a:pt x="354851" y="417891"/>
                </a:cubicBezTo>
                <a:lnTo>
                  <a:pt x="354851" y="385434"/>
                </a:lnTo>
                <a:lnTo>
                  <a:pt x="284316" y="385434"/>
                </a:lnTo>
                <a:cubicBezTo>
                  <a:pt x="277718" y="385434"/>
                  <a:pt x="272382" y="380105"/>
                  <a:pt x="272382" y="373517"/>
                </a:cubicBezTo>
                <a:lnTo>
                  <a:pt x="272382" y="355496"/>
                </a:lnTo>
                <a:cubicBezTo>
                  <a:pt x="272382" y="353268"/>
                  <a:pt x="273061" y="351040"/>
                  <a:pt x="274225" y="349199"/>
                </a:cubicBezTo>
                <a:lnTo>
                  <a:pt x="341074" y="241655"/>
                </a:lnTo>
                <a:cubicBezTo>
                  <a:pt x="343305" y="238167"/>
                  <a:pt x="347089" y="236035"/>
                  <a:pt x="351261" y="236035"/>
                </a:cubicBezTo>
                <a:close/>
                <a:moveTo>
                  <a:pt x="196524" y="232859"/>
                </a:moveTo>
                <a:cubicBezTo>
                  <a:pt x="238640" y="232859"/>
                  <a:pt x="265811" y="257272"/>
                  <a:pt x="265811" y="295150"/>
                </a:cubicBezTo>
                <a:cubicBezTo>
                  <a:pt x="265811" y="326344"/>
                  <a:pt x="245529" y="350854"/>
                  <a:pt x="215059" y="378076"/>
                </a:cubicBezTo>
                <a:cubicBezTo>
                  <a:pt x="214962" y="378173"/>
                  <a:pt x="214865" y="378269"/>
                  <a:pt x="214768" y="378366"/>
                </a:cubicBezTo>
                <a:lnTo>
                  <a:pt x="205452" y="386116"/>
                </a:lnTo>
                <a:lnTo>
                  <a:pt x="257271" y="386116"/>
                </a:lnTo>
                <a:cubicBezTo>
                  <a:pt x="263870" y="386116"/>
                  <a:pt x="269207" y="391445"/>
                  <a:pt x="269207" y="398032"/>
                </a:cubicBezTo>
                <a:lnTo>
                  <a:pt x="269207" y="417892"/>
                </a:lnTo>
                <a:cubicBezTo>
                  <a:pt x="269207" y="424479"/>
                  <a:pt x="263870" y="429807"/>
                  <a:pt x="257271" y="429807"/>
                </a:cubicBezTo>
                <a:lnTo>
                  <a:pt x="141212" y="429807"/>
                </a:lnTo>
                <a:cubicBezTo>
                  <a:pt x="134613" y="429807"/>
                  <a:pt x="129276" y="424479"/>
                  <a:pt x="129276" y="417892"/>
                </a:cubicBezTo>
                <a:lnTo>
                  <a:pt x="129276" y="403070"/>
                </a:lnTo>
                <a:cubicBezTo>
                  <a:pt x="129276" y="399679"/>
                  <a:pt x="130732" y="396482"/>
                  <a:pt x="133255" y="394157"/>
                </a:cubicBezTo>
                <a:lnTo>
                  <a:pt x="154603" y="374879"/>
                </a:lnTo>
                <a:cubicBezTo>
                  <a:pt x="194681" y="339132"/>
                  <a:pt x="213797" y="318594"/>
                  <a:pt x="214380" y="298831"/>
                </a:cubicBezTo>
                <a:cubicBezTo>
                  <a:pt x="214283" y="290113"/>
                  <a:pt x="210789" y="275678"/>
                  <a:pt x="187694" y="275678"/>
                </a:cubicBezTo>
                <a:cubicBezTo>
                  <a:pt x="177990" y="275678"/>
                  <a:pt x="167995" y="278875"/>
                  <a:pt x="157903" y="285075"/>
                </a:cubicBezTo>
                <a:cubicBezTo>
                  <a:pt x="154894" y="286916"/>
                  <a:pt x="151207" y="287400"/>
                  <a:pt x="147811" y="286238"/>
                </a:cubicBezTo>
                <a:cubicBezTo>
                  <a:pt x="144511" y="285172"/>
                  <a:pt x="141794" y="282556"/>
                  <a:pt x="140533" y="279360"/>
                </a:cubicBezTo>
                <a:lnTo>
                  <a:pt x="134128" y="263278"/>
                </a:lnTo>
                <a:cubicBezTo>
                  <a:pt x="132090" y="257950"/>
                  <a:pt x="134031" y="251944"/>
                  <a:pt x="138883" y="248844"/>
                </a:cubicBezTo>
                <a:cubicBezTo>
                  <a:pt x="155089" y="238575"/>
                  <a:pt x="175661" y="232859"/>
                  <a:pt x="196524" y="232859"/>
                </a:cubicBezTo>
                <a:close/>
                <a:moveTo>
                  <a:pt x="287229" y="485"/>
                </a:moveTo>
                <a:cubicBezTo>
                  <a:pt x="293536" y="-1065"/>
                  <a:pt x="300134" y="1163"/>
                  <a:pt x="304113" y="6202"/>
                </a:cubicBezTo>
                <a:lnTo>
                  <a:pt x="376502" y="96120"/>
                </a:lnTo>
                <a:cubicBezTo>
                  <a:pt x="379607" y="99996"/>
                  <a:pt x="380869" y="104937"/>
                  <a:pt x="379899" y="109782"/>
                </a:cubicBezTo>
                <a:cubicBezTo>
                  <a:pt x="378928" y="114627"/>
                  <a:pt x="375823" y="118793"/>
                  <a:pt x="371553" y="121119"/>
                </a:cubicBezTo>
                <a:lnTo>
                  <a:pt x="269859" y="176058"/>
                </a:lnTo>
                <a:cubicBezTo>
                  <a:pt x="264231" y="179061"/>
                  <a:pt x="257244" y="178577"/>
                  <a:pt x="252101" y="174798"/>
                </a:cubicBezTo>
                <a:cubicBezTo>
                  <a:pt x="246958" y="170922"/>
                  <a:pt x="244435" y="164430"/>
                  <a:pt x="245697" y="158132"/>
                </a:cubicBezTo>
                <a:lnTo>
                  <a:pt x="254527" y="114336"/>
                </a:lnTo>
                <a:cubicBezTo>
                  <a:pt x="144973" y="125963"/>
                  <a:pt x="59289" y="218885"/>
                  <a:pt x="59289" y="331283"/>
                </a:cubicBezTo>
                <a:cubicBezTo>
                  <a:pt x="59289" y="451626"/>
                  <a:pt x="157296" y="549586"/>
                  <a:pt x="277816" y="549586"/>
                </a:cubicBezTo>
                <a:cubicBezTo>
                  <a:pt x="398336" y="549586"/>
                  <a:pt x="496343" y="451626"/>
                  <a:pt x="496343" y="331283"/>
                </a:cubicBezTo>
                <a:cubicBezTo>
                  <a:pt x="496343" y="280898"/>
                  <a:pt x="479652" y="233613"/>
                  <a:pt x="448018" y="194371"/>
                </a:cubicBezTo>
                <a:cubicBezTo>
                  <a:pt x="437732" y="181677"/>
                  <a:pt x="439770" y="163074"/>
                  <a:pt x="452482" y="152803"/>
                </a:cubicBezTo>
                <a:cubicBezTo>
                  <a:pt x="465194" y="142532"/>
                  <a:pt x="483922" y="144567"/>
                  <a:pt x="494208" y="157260"/>
                </a:cubicBezTo>
                <a:cubicBezTo>
                  <a:pt x="533799" y="206386"/>
                  <a:pt x="555632" y="268108"/>
                  <a:pt x="555632" y="331283"/>
                </a:cubicBezTo>
                <a:cubicBezTo>
                  <a:pt x="555632" y="484279"/>
                  <a:pt x="431037" y="608691"/>
                  <a:pt x="277816" y="608691"/>
                </a:cubicBezTo>
                <a:cubicBezTo>
                  <a:pt x="124692" y="608691"/>
                  <a:pt x="0" y="484279"/>
                  <a:pt x="0" y="331283"/>
                </a:cubicBezTo>
                <a:cubicBezTo>
                  <a:pt x="0" y="182065"/>
                  <a:pt x="118676" y="59978"/>
                  <a:pt x="266657" y="54165"/>
                </a:cubicBezTo>
                <a:lnTo>
                  <a:pt x="274905" y="13275"/>
                </a:lnTo>
                <a:cubicBezTo>
                  <a:pt x="276166" y="6977"/>
                  <a:pt x="281018" y="2035"/>
                  <a:pt x="287229" y="48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913765"/>
            <a:endParaRPr dirty="0">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30" name="îŝḻiḓê">
            <a:extLst>
              <a:ext uri="{FF2B5EF4-FFF2-40B4-BE49-F238E27FC236}">
                <a16:creationId xmlns:a16="http://schemas.microsoft.com/office/drawing/2014/main" id="{13E60534-4D10-47CA-A392-A722376A1E46}"/>
              </a:ext>
            </a:extLst>
          </p:cNvPr>
          <p:cNvSpPr/>
          <p:nvPr/>
        </p:nvSpPr>
        <p:spPr>
          <a:xfrm>
            <a:off x="5933193" y="2501518"/>
            <a:ext cx="580026" cy="533708"/>
          </a:xfrm>
          <a:custGeom>
            <a:avLst/>
            <a:gdLst>
              <a:gd name="connsiteX0" fmla="*/ 426866 w 577057"/>
              <a:gd name="connsiteY0" fmla="*/ 380772 h 530977"/>
              <a:gd name="connsiteX1" fmla="*/ 461044 w 577057"/>
              <a:gd name="connsiteY1" fmla="*/ 474081 h 530977"/>
              <a:gd name="connsiteX2" fmla="*/ 480791 w 577057"/>
              <a:gd name="connsiteY2" fmla="*/ 434633 h 530977"/>
              <a:gd name="connsiteX3" fmla="*/ 520285 w 577057"/>
              <a:gd name="connsiteY3" fmla="*/ 414909 h 530977"/>
              <a:gd name="connsiteX4" fmla="*/ 392689 w 577057"/>
              <a:gd name="connsiteY4" fmla="*/ 346634 h 530977"/>
              <a:gd name="connsiteX5" fmla="*/ 571172 w 577057"/>
              <a:gd name="connsiteY5" fmla="*/ 412633 h 530977"/>
              <a:gd name="connsiteX6" fmla="*/ 505095 w 577057"/>
              <a:gd name="connsiteY6" fmla="*/ 445254 h 530977"/>
              <a:gd name="connsiteX7" fmla="*/ 574210 w 577057"/>
              <a:gd name="connsiteY7" fmla="*/ 514288 h 530977"/>
              <a:gd name="connsiteX8" fmla="*/ 574210 w 577057"/>
              <a:gd name="connsiteY8" fmla="*/ 527943 h 530977"/>
              <a:gd name="connsiteX9" fmla="*/ 567374 w 577057"/>
              <a:gd name="connsiteY9" fmla="*/ 530977 h 530977"/>
              <a:gd name="connsiteX10" fmla="*/ 559779 w 577057"/>
              <a:gd name="connsiteY10" fmla="*/ 527943 h 530977"/>
              <a:gd name="connsiteX11" fmla="*/ 491424 w 577057"/>
              <a:gd name="connsiteY11" fmla="*/ 459667 h 530977"/>
              <a:gd name="connsiteX12" fmla="*/ 458006 w 577057"/>
              <a:gd name="connsiteY12" fmla="*/ 524908 h 530977"/>
              <a:gd name="connsiteX13" fmla="*/ 9874 w 577057"/>
              <a:gd name="connsiteY13" fmla="*/ 182028 h 530977"/>
              <a:gd name="connsiteX14" fmla="*/ 516473 w 577057"/>
              <a:gd name="connsiteY14" fmla="*/ 182028 h 530977"/>
              <a:gd name="connsiteX15" fmla="*/ 526347 w 577057"/>
              <a:gd name="connsiteY15" fmla="*/ 191888 h 530977"/>
              <a:gd name="connsiteX16" fmla="*/ 526347 w 577057"/>
              <a:gd name="connsiteY16" fmla="*/ 280627 h 530977"/>
              <a:gd name="connsiteX17" fmla="*/ 526347 w 577057"/>
              <a:gd name="connsiteY17" fmla="*/ 364057 h 530977"/>
              <a:gd name="connsiteX18" fmla="*/ 341024 w 577057"/>
              <a:gd name="connsiteY18" fmla="*/ 295796 h 530977"/>
              <a:gd name="connsiteX19" fmla="*/ 422293 w 577057"/>
              <a:gd name="connsiteY19" fmla="*/ 515747 h 530977"/>
              <a:gd name="connsiteX20" fmla="*/ 9874 w 577057"/>
              <a:gd name="connsiteY20" fmla="*/ 515747 h 530977"/>
              <a:gd name="connsiteX21" fmla="*/ 0 w 577057"/>
              <a:gd name="connsiteY21" fmla="*/ 505129 h 530977"/>
              <a:gd name="connsiteX22" fmla="*/ 0 w 577057"/>
              <a:gd name="connsiteY22" fmla="*/ 191888 h 530977"/>
              <a:gd name="connsiteX23" fmla="*/ 9874 w 577057"/>
              <a:gd name="connsiteY23" fmla="*/ 182028 h 530977"/>
              <a:gd name="connsiteX24" fmla="*/ 263553 w 577057"/>
              <a:gd name="connsiteY24" fmla="*/ 40200 h 530977"/>
              <a:gd name="connsiteX25" fmla="*/ 222539 w 577057"/>
              <a:gd name="connsiteY25" fmla="*/ 80400 h 530977"/>
              <a:gd name="connsiteX26" fmla="*/ 263553 w 577057"/>
              <a:gd name="connsiteY26" fmla="*/ 121359 h 530977"/>
              <a:gd name="connsiteX27" fmla="*/ 303808 w 577057"/>
              <a:gd name="connsiteY27" fmla="*/ 80400 h 530977"/>
              <a:gd name="connsiteX28" fmla="*/ 263553 w 577057"/>
              <a:gd name="connsiteY28" fmla="*/ 40200 h 530977"/>
              <a:gd name="connsiteX29" fmla="*/ 172411 w 577057"/>
              <a:gd name="connsiteY29" fmla="*/ 40200 h 530977"/>
              <a:gd name="connsiteX30" fmla="*/ 131397 w 577057"/>
              <a:gd name="connsiteY30" fmla="*/ 80400 h 530977"/>
              <a:gd name="connsiteX31" fmla="*/ 172411 w 577057"/>
              <a:gd name="connsiteY31" fmla="*/ 121359 h 530977"/>
              <a:gd name="connsiteX32" fmla="*/ 212665 w 577057"/>
              <a:gd name="connsiteY32" fmla="*/ 80400 h 530977"/>
              <a:gd name="connsiteX33" fmla="*/ 172411 w 577057"/>
              <a:gd name="connsiteY33" fmla="*/ 40200 h 530977"/>
              <a:gd name="connsiteX34" fmla="*/ 81269 w 577057"/>
              <a:gd name="connsiteY34" fmla="*/ 40200 h 530977"/>
              <a:gd name="connsiteX35" fmla="*/ 40255 w 577057"/>
              <a:gd name="connsiteY35" fmla="*/ 80400 h 530977"/>
              <a:gd name="connsiteX36" fmla="*/ 81269 w 577057"/>
              <a:gd name="connsiteY36" fmla="*/ 121359 h 530977"/>
              <a:gd name="connsiteX37" fmla="*/ 121523 w 577057"/>
              <a:gd name="connsiteY37" fmla="*/ 80400 h 530977"/>
              <a:gd name="connsiteX38" fmla="*/ 81269 w 577057"/>
              <a:gd name="connsiteY38" fmla="*/ 40200 h 530977"/>
              <a:gd name="connsiteX39" fmla="*/ 9874 w 577057"/>
              <a:gd name="connsiteY39" fmla="*/ 0 h 530977"/>
              <a:gd name="connsiteX40" fmla="*/ 516473 w 577057"/>
              <a:gd name="connsiteY40" fmla="*/ 0 h 530977"/>
              <a:gd name="connsiteX41" fmla="*/ 526347 w 577057"/>
              <a:gd name="connsiteY41" fmla="*/ 9860 h 530977"/>
              <a:gd name="connsiteX42" fmla="*/ 526347 w 577057"/>
              <a:gd name="connsiteY42" fmla="*/ 151699 h 530977"/>
              <a:gd name="connsiteX43" fmla="*/ 516473 w 577057"/>
              <a:gd name="connsiteY43" fmla="*/ 161559 h 530977"/>
              <a:gd name="connsiteX44" fmla="*/ 9874 w 577057"/>
              <a:gd name="connsiteY44" fmla="*/ 161559 h 530977"/>
              <a:gd name="connsiteX45" fmla="*/ 0 w 577057"/>
              <a:gd name="connsiteY45" fmla="*/ 151699 h 530977"/>
              <a:gd name="connsiteX46" fmla="*/ 0 w 577057"/>
              <a:gd name="connsiteY46" fmla="*/ 9860 h 530977"/>
              <a:gd name="connsiteX47" fmla="*/ 9874 w 577057"/>
              <a:gd name="connsiteY47" fmla="*/ 0 h 530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77057" h="530977">
                <a:moveTo>
                  <a:pt x="426866" y="380772"/>
                </a:moveTo>
                <a:lnTo>
                  <a:pt x="461044" y="474081"/>
                </a:lnTo>
                <a:lnTo>
                  <a:pt x="480791" y="434633"/>
                </a:lnTo>
                <a:lnTo>
                  <a:pt x="520285" y="414909"/>
                </a:lnTo>
                <a:close/>
                <a:moveTo>
                  <a:pt x="392689" y="346634"/>
                </a:moveTo>
                <a:lnTo>
                  <a:pt x="571172" y="412633"/>
                </a:lnTo>
                <a:lnTo>
                  <a:pt x="505095" y="445254"/>
                </a:lnTo>
                <a:lnTo>
                  <a:pt x="574210" y="514288"/>
                </a:lnTo>
                <a:cubicBezTo>
                  <a:pt x="578007" y="518081"/>
                  <a:pt x="578007" y="524150"/>
                  <a:pt x="574210" y="527943"/>
                </a:cubicBezTo>
                <a:cubicBezTo>
                  <a:pt x="571931" y="530218"/>
                  <a:pt x="569652" y="530977"/>
                  <a:pt x="567374" y="530977"/>
                </a:cubicBezTo>
                <a:cubicBezTo>
                  <a:pt x="564336" y="530977"/>
                  <a:pt x="562058" y="530218"/>
                  <a:pt x="559779" y="527943"/>
                </a:cubicBezTo>
                <a:lnTo>
                  <a:pt x="491424" y="459667"/>
                </a:lnTo>
                <a:lnTo>
                  <a:pt x="458006" y="524908"/>
                </a:lnTo>
                <a:close/>
                <a:moveTo>
                  <a:pt x="9874" y="182028"/>
                </a:moveTo>
                <a:lnTo>
                  <a:pt x="516473" y="182028"/>
                </a:lnTo>
                <a:cubicBezTo>
                  <a:pt x="521790" y="182028"/>
                  <a:pt x="526347" y="186579"/>
                  <a:pt x="526347" y="191888"/>
                </a:cubicBezTo>
                <a:lnTo>
                  <a:pt x="526347" y="280627"/>
                </a:lnTo>
                <a:lnTo>
                  <a:pt x="526347" y="364057"/>
                </a:lnTo>
                <a:lnTo>
                  <a:pt x="341024" y="295796"/>
                </a:lnTo>
                <a:lnTo>
                  <a:pt x="422293" y="515747"/>
                </a:lnTo>
                <a:lnTo>
                  <a:pt x="9874" y="515747"/>
                </a:lnTo>
                <a:cubicBezTo>
                  <a:pt x="4557" y="515747"/>
                  <a:pt x="0" y="511196"/>
                  <a:pt x="0" y="505129"/>
                </a:cubicBezTo>
                <a:lnTo>
                  <a:pt x="0" y="191888"/>
                </a:lnTo>
                <a:cubicBezTo>
                  <a:pt x="0" y="186579"/>
                  <a:pt x="4557" y="182028"/>
                  <a:pt x="9874" y="182028"/>
                </a:cubicBezTo>
                <a:close/>
                <a:moveTo>
                  <a:pt x="263553" y="40200"/>
                </a:moveTo>
                <a:cubicBezTo>
                  <a:pt x="240768" y="40200"/>
                  <a:pt x="222539" y="58404"/>
                  <a:pt x="222539" y="80400"/>
                </a:cubicBezTo>
                <a:cubicBezTo>
                  <a:pt x="222539" y="103155"/>
                  <a:pt x="240768" y="121359"/>
                  <a:pt x="263553" y="121359"/>
                </a:cubicBezTo>
                <a:cubicBezTo>
                  <a:pt x="285579" y="121359"/>
                  <a:pt x="303808" y="103155"/>
                  <a:pt x="303808" y="80400"/>
                </a:cubicBezTo>
                <a:cubicBezTo>
                  <a:pt x="303808" y="58404"/>
                  <a:pt x="285579" y="40200"/>
                  <a:pt x="263553" y="40200"/>
                </a:cubicBezTo>
                <a:close/>
                <a:moveTo>
                  <a:pt x="172411" y="40200"/>
                </a:moveTo>
                <a:cubicBezTo>
                  <a:pt x="149625" y="40200"/>
                  <a:pt x="131397" y="58404"/>
                  <a:pt x="131397" y="80400"/>
                </a:cubicBezTo>
                <a:cubicBezTo>
                  <a:pt x="131397" y="103155"/>
                  <a:pt x="149625" y="121359"/>
                  <a:pt x="172411" y="121359"/>
                </a:cubicBezTo>
                <a:cubicBezTo>
                  <a:pt x="194437" y="121359"/>
                  <a:pt x="212665" y="103155"/>
                  <a:pt x="212665" y="80400"/>
                </a:cubicBezTo>
                <a:cubicBezTo>
                  <a:pt x="212665" y="58404"/>
                  <a:pt x="194437" y="40200"/>
                  <a:pt x="172411" y="40200"/>
                </a:cubicBezTo>
                <a:close/>
                <a:moveTo>
                  <a:pt x="81269" y="40200"/>
                </a:moveTo>
                <a:cubicBezTo>
                  <a:pt x="58483" y="40200"/>
                  <a:pt x="40255" y="58404"/>
                  <a:pt x="40255" y="80400"/>
                </a:cubicBezTo>
                <a:cubicBezTo>
                  <a:pt x="40255" y="103155"/>
                  <a:pt x="58483" y="121359"/>
                  <a:pt x="81269" y="121359"/>
                </a:cubicBezTo>
                <a:cubicBezTo>
                  <a:pt x="103295" y="121359"/>
                  <a:pt x="121523" y="103155"/>
                  <a:pt x="121523" y="80400"/>
                </a:cubicBezTo>
                <a:cubicBezTo>
                  <a:pt x="121523" y="58404"/>
                  <a:pt x="103295" y="40200"/>
                  <a:pt x="81269" y="40200"/>
                </a:cubicBezTo>
                <a:close/>
                <a:moveTo>
                  <a:pt x="9874" y="0"/>
                </a:moveTo>
                <a:lnTo>
                  <a:pt x="516473" y="0"/>
                </a:lnTo>
                <a:cubicBezTo>
                  <a:pt x="521790" y="0"/>
                  <a:pt x="526347" y="4551"/>
                  <a:pt x="526347" y="9860"/>
                </a:cubicBezTo>
                <a:lnTo>
                  <a:pt x="526347" y="151699"/>
                </a:lnTo>
                <a:cubicBezTo>
                  <a:pt x="526347" y="157008"/>
                  <a:pt x="521790" y="161559"/>
                  <a:pt x="516473" y="161559"/>
                </a:cubicBezTo>
                <a:lnTo>
                  <a:pt x="9874" y="161559"/>
                </a:lnTo>
                <a:cubicBezTo>
                  <a:pt x="4557" y="161559"/>
                  <a:pt x="0" y="157008"/>
                  <a:pt x="0" y="151699"/>
                </a:cubicBezTo>
                <a:lnTo>
                  <a:pt x="0" y="9860"/>
                </a:lnTo>
                <a:cubicBezTo>
                  <a:pt x="0" y="4551"/>
                  <a:pt x="4557" y="0"/>
                  <a:pt x="98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913765"/>
            <a:endParaRPr dirty="0">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0" name="i$ľïḋé">
            <a:extLst>
              <a:ext uri="{FF2B5EF4-FFF2-40B4-BE49-F238E27FC236}">
                <a16:creationId xmlns:a16="http://schemas.microsoft.com/office/drawing/2014/main" id="{854BC120-CDFB-4822-AF18-42A22B945443}"/>
              </a:ext>
            </a:extLst>
          </p:cNvPr>
          <p:cNvSpPr txBox="1"/>
          <p:nvPr/>
        </p:nvSpPr>
        <p:spPr>
          <a:xfrm>
            <a:off x="7408551" y="3758347"/>
            <a:ext cx="2929032" cy="2183646"/>
          </a:xfrm>
          <a:prstGeom prst="rect">
            <a:avLst/>
          </a:prstGeom>
          <a:noFill/>
          <a:ln>
            <a:noFill/>
          </a:ln>
        </p:spPr>
        <p:txBody>
          <a:bodyPr wrap="square" lIns="91440" tIns="45720" rIns="91440" bIns="45720" anchor="t"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pPr>
            <a:r>
              <a:rPr lang="en-US" altLang="zh-CN" sz="1400" dirty="0">
                <a:latin typeface="思源黑体 CN Regular" panose="020B0500000000000000" pitchFamily="34" charset="-122"/>
                <a:ea typeface="思源黑体 CN Regular" panose="020B0500000000000000" pitchFamily="34" charset="-122"/>
                <a:sym typeface="思源黑体 CN Regular" panose="020B0500000000000000" pitchFamily="34" charset="-122"/>
              </a:rPr>
              <a:t>Unified fonts make reading more fluent.</a:t>
            </a:r>
            <a:endParaRPr lang="en-US" sz="1400" dirty="0">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a:p>
            <a:pPr algn="ctr">
              <a:lnSpc>
                <a:spcPct val="150000"/>
              </a:lnSpc>
              <a:buSzPct val="25000"/>
            </a:pPr>
            <a:r>
              <a:rPr lang="en-US" sz="1400" dirty="0">
                <a:latin typeface="思源黑体 CN Regular" panose="020B0500000000000000" pitchFamily="34" charset="-122"/>
                <a:ea typeface="思源黑体 CN Regular" panose="020B0500000000000000" pitchFamily="34" charset="-122"/>
                <a:sym typeface="思源黑体 CN Regular" panose="020B0500000000000000" pitchFamily="34" charset="-122"/>
              </a:rPr>
              <a:t>Theme color makes PPT more convenient to change.</a:t>
            </a:r>
          </a:p>
          <a:p>
            <a:pPr algn="ctr">
              <a:lnSpc>
                <a:spcPct val="150000"/>
              </a:lnSpc>
              <a:buSzPct val="25000"/>
            </a:pPr>
            <a:r>
              <a:rPr lang="en-US" sz="1400" dirty="0">
                <a:latin typeface="思源黑体 CN Regular" panose="020B0500000000000000" pitchFamily="34" charset="-122"/>
                <a:ea typeface="思源黑体 CN Regular" panose="020B0500000000000000" pitchFamily="34" charset="-122"/>
                <a:sym typeface="思源黑体 CN Regular" panose="020B0500000000000000" pitchFamily="34" charset="-122"/>
              </a:rPr>
              <a:t>Adjust the spacing to adapt to Chinese typesetting, use the reference line in PPT.</a:t>
            </a:r>
          </a:p>
        </p:txBody>
      </p:sp>
      <p:sp>
        <p:nvSpPr>
          <p:cNvPr id="12" name="íşḷiḋê">
            <a:extLst>
              <a:ext uri="{FF2B5EF4-FFF2-40B4-BE49-F238E27FC236}">
                <a16:creationId xmlns:a16="http://schemas.microsoft.com/office/drawing/2014/main" id="{EA8387BC-9117-43D5-A8EF-876D53D35DBC}"/>
              </a:ext>
            </a:extLst>
          </p:cNvPr>
          <p:cNvSpPr/>
          <p:nvPr/>
        </p:nvSpPr>
        <p:spPr>
          <a:xfrm>
            <a:off x="8075666" y="1970973"/>
            <a:ext cx="1594799" cy="1594800"/>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defTabSz="913765"/>
            <a:endParaRPr dirty="0">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3" name="íś1íḋe">
            <a:extLst>
              <a:ext uri="{FF2B5EF4-FFF2-40B4-BE49-F238E27FC236}">
                <a16:creationId xmlns:a16="http://schemas.microsoft.com/office/drawing/2014/main" id="{EA86E11C-E6CA-4D83-BC2C-1258CE640E46}"/>
              </a:ext>
            </a:extLst>
          </p:cNvPr>
          <p:cNvSpPr/>
          <p:nvPr/>
        </p:nvSpPr>
        <p:spPr>
          <a:xfrm>
            <a:off x="7985270" y="1880577"/>
            <a:ext cx="1775592" cy="1775593"/>
          </a:xfrm>
          <a:prstGeom prst="ellipse">
            <a:avLst/>
          </a:prstGeom>
          <a:noFill/>
          <a:ln w="12700" cmpd="sng">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3765" rtl="0" eaLnBrk="1" latinLnBrk="0" hangingPunct="1">
              <a:defRPr sz="1800" kern="1200">
                <a:solidFill>
                  <a:schemeClr val="lt1"/>
                </a:solidFill>
              </a:defRPr>
            </a:lvl1pPr>
            <a:lvl2pPr marL="457200" algn="l" defTabSz="913765" rtl="0" eaLnBrk="1" latinLnBrk="0" hangingPunct="1">
              <a:defRPr sz="1800" kern="1200">
                <a:solidFill>
                  <a:schemeClr val="lt1"/>
                </a:solidFill>
              </a:defRPr>
            </a:lvl2pPr>
            <a:lvl3pPr marL="914400" algn="l" defTabSz="913765" rtl="0" eaLnBrk="1" latinLnBrk="0" hangingPunct="1">
              <a:defRPr sz="1800" kern="1200">
                <a:solidFill>
                  <a:schemeClr val="lt1"/>
                </a:solidFill>
              </a:defRPr>
            </a:lvl3pPr>
            <a:lvl4pPr marL="1371600" algn="l" defTabSz="913765" rtl="0" eaLnBrk="1" latinLnBrk="0" hangingPunct="1">
              <a:defRPr sz="1800" kern="1200">
                <a:solidFill>
                  <a:schemeClr val="lt1"/>
                </a:solidFill>
              </a:defRPr>
            </a:lvl4pPr>
            <a:lvl5pPr marL="1828800" algn="l" defTabSz="913765" rtl="0" eaLnBrk="1" latinLnBrk="0" hangingPunct="1">
              <a:defRPr sz="1800" kern="1200">
                <a:solidFill>
                  <a:schemeClr val="lt1"/>
                </a:solidFill>
              </a:defRPr>
            </a:lvl5pPr>
            <a:lvl6pPr marL="2286000" algn="l" defTabSz="913765" rtl="0" eaLnBrk="1" latinLnBrk="0" hangingPunct="1">
              <a:defRPr sz="1800" kern="1200">
                <a:solidFill>
                  <a:schemeClr val="lt1"/>
                </a:solidFill>
              </a:defRPr>
            </a:lvl6pPr>
            <a:lvl7pPr marL="2743200" algn="l" defTabSz="913765" rtl="0" eaLnBrk="1" latinLnBrk="0" hangingPunct="1">
              <a:defRPr sz="1800" kern="1200">
                <a:solidFill>
                  <a:schemeClr val="lt1"/>
                </a:solidFill>
              </a:defRPr>
            </a:lvl7pPr>
            <a:lvl8pPr marL="3200400" algn="l" defTabSz="913765" rtl="0" eaLnBrk="1" latinLnBrk="0" hangingPunct="1">
              <a:defRPr sz="1800" kern="1200">
                <a:solidFill>
                  <a:schemeClr val="lt1"/>
                </a:solidFill>
              </a:defRPr>
            </a:lvl8pPr>
            <a:lvl9pPr marL="3657600" algn="l" defTabSz="913765" rtl="0" eaLnBrk="1" latinLnBrk="0" hangingPunct="1">
              <a:defRPr sz="1800" kern="1200">
                <a:solidFill>
                  <a:schemeClr val="lt1"/>
                </a:solidFill>
              </a:defRPr>
            </a:lvl9pPr>
          </a:lstStyle>
          <a:p>
            <a:pPr algn="ctr"/>
            <a:endParaRPr dirty="0">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31" name="íšḷíḓè">
            <a:extLst>
              <a:ext uri="{FF2B5EF4-FFF2-40B4-BE49-F238E27FC236}">
                <a16:creationId xmlns:a16="http://schemas.microsoft.com/office/drawing/2014/main" id="{E6168E80-31F3-4383-B630-9BFEAB13F199}"/>
              </a:ext>
            </a:extLst>
          </p:cNvPr>
          <p:cNvSpPr/>
          <p:nvPr/>
        </p:nvSpPr>
        <p:spPr>
          <a:xfrm>
            <a:off x="8614727" y="2478360"/>
            <a:ext cx="516679" cy="580026"/>
          </a:xfrm>
          <a:custGeom>
            <a:avLst/>
            <a:gdLst>
              <a:gd name="connsiteX0" fmla="*/ 390720 w 540460"/>
              <a:gd name="connsiteY0" fmla="*/ 497063 h 606722"/>
              <a:gd name="connsiteX1" fmla="*/ 439286 w 540460"/>
              <a:gd name="connsiteY1" fmla="*/ 497063 h 606722"/>
              <a:gd name="connsiteX2" fmla="*/ 488030 w 540460"/>
              <a:gd name="connsiteY2" fmla="*/ 586283 h 606722"/>
              <a:gd name="connsiteX3" fmla="*/ 450583 w 540460"/>
              <a:gd name="connsiteY3" fmla="*/ 606722 h 606722"/>
              <a:gd name="connsiteX4" fmla="*/ 248884 w 540460"/>
              <a:gd name="connsiteY4" fmla="*/ 497063 h 606722"/>
              <a:gd name="connsiteX5" fmla="*/ 291576 w 540460"/>
              <a:gd name="connsiteY5" fmla="*/ 497063 h 606722"/>
              <a:gd name="connsiteX6" fmla="*/ 291576 w 540460"/>
              <a:gd name="connsiteY6" fmla="*/ 553868 h 606722"/>
              <a:gd name="connsiteX7" fmla="*/ 248884 w 540460"/>
              <a:gd name="connsiteY7" fmla="*/ 553868 h 606722"/>
              <a:gd name="connsiteX8" fmla="*/ 101059 w 540460"/>
              <a:gd name="connsiteY8" fmla="*/ 497063 h 606722"/>
              <a:gd name="connsiteX9" fmla="*/ 149669 w 540460"/>
              <a:gd name="connsiteY9" fmla="*/ 497063 h 606722"/>
              <a:gd name="connsiteX10" fmla="*/ 89752 w 540460"/>
              <a:gd name="connsiteY10" fmla="*/ 606722 h 606722"/>
              <a:gd name="connsiteX11" fmla="*/ 52359 w 540460"/>
              <a:gd name="connsiteY11" fmla="*/ 586283 h 606722"/>
              <a:gd name="connsiteX12" fmla="*/ 0 w 540460"/>
              <a:gd name="connsiteY12" fmla="*/ 383523 h 606722"/>
              <a:gd name="connsiteX13" fmla="*/ 540460 w 540460"/>
              <a:gd name="connsiteY13" fmla="*/ 383523 h 606722"/>
              <a:gd name="connsiteX14" fmla="*/ 540460 w 540460"/>
              <a:gd name="connsiteY14" fmla="*/ 454512 h 606722"/>
              <a:gd name="connsiteX15" fmla="*/ 0 w 540460"/>
              <a:gd name="connsiteY15" fmla="*/ 454512 h 606722"/>
              <a:gd name="connsiteX16" fmla="*/ 298642 w 540460"/>
              <a:gd name="connsiteY16" fmla="*/ 255690 h 606722"/>
              <a:gd name="connsiteX17" fmla="*/ 298642 w 540460"/>
              <a:gd name="connsiteY17" fmla="*/ 298260 h 606722"/>
              <a:gd name="connsiteX18" fmla="*/ 398243 w 540460"/>
              <a:gd name="connsiteY18" fmla="*/ 298260 h 606722"/>
              <a:gd name="connsiteX19" fmla="*/ 398243 w 540460"/>
              <a:gd name="connsiteY19" fmla="*/ 255690 h 606722"/>
              <a:gd name="connsiteX20" fmla="*/ 248886 w 540460"/>
              <a:gd name="connsiteY20" fmla="*/ 0 h 606722"/>
              <a:gd name="connsiteX21" fmla="*/ 291522 w 540460"/>
              <a:gd name="connsiteY21" fmla="*/ 0 h 606722"/>
              <a:gd name="connsiteX22" fmla="*/ 291522 w 540460"/>
              <a:gd name="connsiteY22" fmla="*/ 71010 h 606722"/>
              <a:gd name="connsiteX23" fmla="*/ 483514 w 540460"/>
              <a:gd name="connsiteY23" fmla="*/ 71010 h 606722"/>
              <a:gd name="connsiteX24" fmla="*/ 483514 w 540460"/>
              <a:gd name="connsiteY24" fmla="*/ 340831 h 606722"/>
              <a:gd name="connsiteX25" fmla="*/ 56805 w 540460"/>
              <a:gd name="connsiteY25" fmla="*/ 340831 h 606722"/>
              <a:gd name="connsiteX26" fmla="*/ 56805 w 540460"/>
              <a:gd name="connsiteY26" fmla="*/ 71010 h 606722"/>
              <a:gd name="connsiteX27" fmla="*/ 248886 w 540460"/>
              <a:gd name="connsiteY27" fmla="*/ 7101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40460" h="606722">
                <a:moveTo>
                  <a:pt x="390720" y="497063"/>
                </a:moveTo>
                <a:lnTo>
                  <a:pt x="439286" y="497063"/>
                </a:lnTo>
                <a:lnTo>
                  <a:pt x="488030" y="586283"/>
                </a:lnTo>
                <a:lnTo>
                  <a:pt x="450583" y="606722"/>
                </a:lnTo>
                <a:close/>
                <a:moveTo>
                  <a:pt x="248884" y="497063"/>
                </a:moveTo>
                <a:lnTo>
                  <a:pt x="291576" y="497063"/>
                </a:lnTo>
                <a:lnTo>
                  <a:pt x="291576" y="553868"/>
                </a:lnTo>
                <a:lnTo>
                  <a:pt x="248884" y="553868"/>
                </a:lnTo>
                <a:close/>
                <a:moveTo>
                  <a:pt x="101059" y="497063"/>
                </a:moveTo>
                <a:lnTo>
                  <a:pt x="149669" y="497063"/>
                </a:lnTo>
                <a:lnTo>
                  <a:pt x="89752" y="606722"/>
                </a:lnTo>
                <a:lnTo>
                  <a:pt x="52359" y="586283"/>
                </a:lnTo>
                <a:close/>
                <a:moveTo>
                  <a:pt x="0" y="383523"/>
                </a:moveTo>
                <a:lnTo>
                  <a:pt x="540460" y="383523"/>
                </a:lnTo>
                <a:lnTo>
                  <a:pt x="540460" y="454512"/>
                </a:lnTo>
                <a:lnTo>
                  <a:pt x="0" y="454512"/>
                </a:lnTo>
                <a:close/>
                <a:moveTo>
                  <a:pt x="298642" y="255690"/>
                </a:moveTo>
                <a:lnTo>
                  <a:pt x="298642" y="298260"/>
                </a:lnTo>
                <a:lnTo>
                  <a:pt x="398243" y="298260"/>
                </a:lnTo>
                <a:lnTo>
                  <a:pt x="398243" y="255690"/>
                </a:lnTo>
                <a:close/>
                <a:moveTo>
                  <a:pt x="248886" y="0"/>
                </a:moveTo>
                <a:lnTo>
                  <a:pt x="291522" y="0"/>
                </a:lnTo>
                <a:lnTo>
                  <a:pt x="291522" y="71010"/>
                </a:lnTo>
                <a:lnTo>
                  <a:pt x="483514" y="71010"/>
                </a:lnTo>
                <a:lnTo>
                  <a:pt x="483514" y="340831"/>
                </a:lnTo>
                <a:lnTo>
                  <a:pt x="56805" y="340831"/>
                </a:lnTo>
                <a:lnTo>
                  <a:pt x="56805" y="71010"/>
                </a:lnTo>
                <a:lnTo>
                  <a:pt x="248886" y="7101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913765"/>
            <a:endParaRPr dirty="0">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grpSp>
        <p:nvGrpSpPr>
          <p:cNvPr id="32" name="Group 2_1">
            <a:extLst>
              <a:ext uri="{FF2B5EF4-FFF2-40B4-BE49-F238E27FC236}">
                <a16:creationId xmlns:a16="http://schemas.microsoft.com/office/drawing/2014/main" id="{83D32CF7-AEC0-4498-A6E0-DE52F15E2C23}"/>
              </a:ext>
            </a:extLst>
          </p:cNvPr>
          <p:cNvGrpSpPr/>
          <p:nvPr/>
        </p:nvGrpSpPr>
        <p:grpSpPr>
          <a:xfrm>
            <a:off x="0" y="0"/>
            <a:ext cx="1751115" cy="1097152"/>
            <a:chOff x="0" y="0"/>
            <a:chExt cx="1751115" cy="1097152"/>
          </a:xfrm>
        </p:grpSpPr>
        <p:grpSp>
          <p:nvGrpSpPr>
            <p:cNvPr id="33" name="组合 32">
              <a:extLst>
                <a:ext uri="{FF2B5EF4-FFF2-40B4-BE49-F238E27FC236}">
                  <a16:creationId xmlns:a16="http://schemas.microsoft.com/office/drawing/2014/main" id="{38B7585C-41DD-4F2D-B4B8-1C010FE33F5B}"/>
                </a:ext>
              </a:extLst>
            </p:cNvPr>
            <p:cNvGrpSpPr/>
            <p:nvPr/>
          </p:nvGrpSpPr>
          <p:grpSpPr>
            <a:xfrm>
              <a:off x="0" y="0"/>
              <a:ext cx="1751115" cy="1097152"/>
              <a:chOff x="-1832690" y="-1312191"/>
              <a:chExt cx="4302458" cy="3292533"/>
            </a:xfrm>
          </p:grpSpPr>
          <p:pic>
            <p:nvPicPr>
              <p:cNvPr id="35" name="PA-图片 2">
                <a:extLst>
                  <a:ext uri="{FF2B5EF4-FFF2-40B4-BE49-F238E27FC236}">
                    <a16:creationId xmlns:a16="http://schemas.microsoft.com/office/drawing/2014/main" id="{AA705EAE-0992-46E0-A807-8D5BFAA3A77B}"/>
                  </a:ext>
                </a:extLst>
              </p:cNvPr>
              <p:cNvPicPr>
                <a:picLocks noChangeAspect="1"/>
              </p:cNvPicPr>
              <p:nvPr>
                <p:custDataLst>
                  <p:tags r:id="rId2"/>
                </p:custDataLst>
              </p:nvPr>
            </p:nvPicPr>
            <p:blipFill rotWithShape="1">
              <a:blip r:embed="rId6" cstate="print">
                <a:extLst>
                  <a:ext uri="{28A0092B-C50C-407E-A947-70E740481C1C}">
                    <a14:useLocalDpi xmlns:a14="http://schemas.microsoft.com/office/drawing/2010/main" val="0"/>
                  </a:ext>
                </a:extLst>
              </a:blip>
              <a:srcRect l="15664" t="61151"/>
              <a:stretch/>
            </p:blipFill>
            <p:spPr>
              <a:xfrm>
                <a:off x="-1832690" y="-1312191"/>
                <a:ext cx="4302458" cy="2664265"/>
              </a:xfrm>
              <a:prstGeom prst="rect">
                <a:avLst/>
              </a:prstGeom>
            </p:spPr>
          </p:pic>
          <p:pic>
            <p:nvPicPr>
              <p:cNvPr id="36" name="PA-图片 7">
                <a:extLst>
                  <a:ext uri="{FF2B5EF4-FFF2-40B4-BE49-F238E27FC236}">
                    <a16:creationId xmlns:a16="http://schemas.microsoft.com/office/drawing/2014/main" id="{57B5B39B-1706-45AB-8181-1663FB13C1AC}"/>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975373" y="1127025"/>
                <a:ext cx="775743" cy="853317"/>
              </a:xfrm>
              <a:prstGeom prst="rect">
                <a:avLst/>
              </a:prstGeom>
            </p:spPr>
          </p:pic>
        </p:grpSp>
        <p:sp>
          <p:nvSpPr>
            <p:cNvPr id="34" name="PA-矩形8435759">
              <a:extLst>
                <a:ext uri="{FF2B5EF4-FFF2-40B4-BE49-F238E27FC236}">
                  <a16:creationId xmlns:a16="http://schemas.microsoft.com/office/drawing/2014/main" id="{6D3DE140-4354-4518-8334-D012DE044E8E}"/>
                </a:ext>
              </a:extLst>
            </p:cNvPr>
            <p:cNvSpPr/>
            <p:nvPr>
              <p:custDataLst>
                <p:tags r:id="rId1"/>
              </p:custDataLst>
            </p:nvPr>
          </p:nvSpPr>
          <p:spPr>
            <a:xfrm>
              <a:off x="60033" y="136009"/>
              <a:ext cx="1398588" cy="400110"/>
            </a:xfrm>
            <a:prstGeom prst="rect">
              <a:avLst/>
            </a:prstGeom>
          </p:spPr>
          <p:txBody>
            <a:bodyPr wrap="none">
              <a:spAutoFit/>
            </a:bodyPr>
            <a:lstStyle/>
            <a:p>
              <a:r>
                <a:rPr lang="en-US" altLang="zh-CN" sz="2000" dirty="0">
                  <a:latin typeface="思源黑体 CN Medium" panose="020B0600000000000000" pitchFamily="34" charset="-122"/>
                  <a:ea typeface="思源黑体 CN Medium" panose="020B0600000000000000" pitchFamily="34" charset="-122"/>
                  <a:sym typeface="思源黑体" panose="020B0400000000000000" pitchFamily="34" charset="-122"/>
                </a:rPr>
                <a:t>Enter title</a:t>
              </a:r>
              <a:endParaRPr lang="zh-CN" altLang="en-US" sz="2000" dirty="0">
                <a:latin typeface="思源黑体 CN Medium" panose="020B0600000000000000" pitchFamily="34" charset="-122"/>
                <a:ea typeface="思源黑体 CN Medium" panose="020B0600000000000000" pitchFamily="34" charset="-122"/>
              </a:endParaRPr>
            </a:p>
          </p:txBody>
        </p:sp>
      </p:grpSp>
    </p:spTree>
    <p:extLst>
      <p:ext uri="{BB962C8B-B14F-4D97-AF65-F5344CB8AC3E}">
        <p14:creationId xmlns:p14="http://schemas.microsoft.com/office/powerpoint/2010/main" val="3795465168"/>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ppt_x</p:attrName>
                                        </p:attrNameLst>
                                      </p:cBhvr>
                                      <p:tavLst>
                                        <p:tav tm="0">
                                          <p:val>
                                            <p:strVal val="#ppt_x"/>
                                          </p:val>
                                        </p:tav>
                                        <p:tav tm="100000">
                                          <p:val>
                                            <p:strVal val="#ppt_x"/>
                                          </p:val>
                                        </p:tav>
                                      </p:tavLst>
                                    </p:anim>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1000"/>
                                        <p:tgtEl>
                                          <p:spTgt spid="15"/>
                                        </p:tgtEl>
                                      </p:cBhvr>
                                    </p:animEffect>
                                    <p:anim calcmode="lin" valueType="num">
                                      <p:cBhvr>
                                        <p:cTn id="28" dur="1000" fill="hold"/>
                                        <p:tgtEl>
                                          <p:spTgt spid="15"/>
                                        </p:tgtEl>
                                        <p:attrNameLst>
                                          <p:attrName>ppt_x</p:attrName>
                                        </p:attrNameLst>
                                      </p:cBhvr>
                                      <p:tavLst>
                                        <p:tav tm="0">
                                          <p:val>
                                            <p:strVal val="#ppt_x"/>
                                          </p:val>
                                        </p:tav>
                                        <p:tav tm="100000">
                                          <p:val>
                                            <p:strVal val="#ppt_x"/>
                                          </p:val>
                                        </p:tav>
                                      </p:tavLst>
                                    </p:anim>
                                    <p:anim calcmode="lin" valueType="num">
                                      <p:cBhvr>
                                        <p:cTn id="29" dur="1000" fill="hold"/>
                                        <p:tgtEl>
                                          <p:spTgt spid="15"/>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1000"/>
                                        <p:tgtEl>
                                          <p:spTgt spid="16"/>
                                        </p:tgtEl>
                                      </p:cBhvr>
                                    </p:animEffect>
                                    <p:anim calcmode="lin" valueType="num">
                                      <p:cBhvr>
                                        <p:cTn id="33" dur="1000" fill="hold"/>
                                        <p:tgtEl>
                                          <p:spTgt spid="16"/>
                                        </p:tgtEl>
                                        <p:attrNameLst>
                                          <p:attrName>ppt_x</p:attrName>
                                        </p:attrNameLst>
                                      </p:cBhvr>
                                      <p:tavLst>
                                        <p:tav tm="0">
                                          <p:val>
                                            <p:strVal val="#ppt_x"/>
                                          </p:val>
                                        </p:tav>
                                        <p:tav tm="100000">
                                          <p:val>
                                            <p:strVal val="#ppt_x"/>
                                          </p:val>
                                        </p:tav>
                                      </p:tavLst>
                                    </p:anim>
                                    <p:anim calcmode="lin" valueType="num">
                                      <p:cBhvr>
                                        <p:cTn id="34" dur="1000" fill="hold"/>
                                        <p:tgtEl>
                                          <p:spTgt spid="16"/>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1000"/>
                                        <p:tgtEl>
                                          <p:spTgt spid="17"/>
                                        </p:tgtEl>
                                      </p:cBhvr>
                                    </p:animEffect>
                                    <p:anim calcmode="lin" valueType="num">
                                      <p:cBhvr>
                                        <p:cTn id="38" dur="1000" fill="hold"/>
                                        <p:tgtEl>
                                          <p:spTgt spid="17"/>
                                        </p:tgtEl>
                                        <p:attrNameLst>
                                          <p:attrName>ppt_x</p:attrName>
                                        </p:attrNameLst>
                                      </p:cBhvr>
                                      <p:tavLst>
                                        <p:tav tm="0">
                                          <p:val>
                                            <p:strVal val="#ppt_x"/>
                                          </p:val>
                                        </p:tav>
                                        <p:tav tm="100000">
                                          <p:val>
                                            <p:strVal val="#ppt_x"/>
                                          </p:val>
                                        </p:tav>
                                      </p:tavLst>
                                    </p:anim>
                                    <p:anim calcmode="lin" valueType="num">
                                      <p:cBhvr>
                                        <p:cTn id="39" dur="1000" fill="hold"/>
                                        <p:tgtEl>
                                          <p:spTgt spid="17"/>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1000"/>
                                        <p:tgtEl>
                                          <p:spTgt spid="18"/>
                                        </p:tgtEl>
                                      </p:cBhvr>
                                    </p:animEffect>
                                    <p:anim calcmode="lin" valueType="num">
                                      <p:cBhvr>
                                        <p:cTn id="43" dur="1000" fill="hold"/>
                                        <p:tgtEl>
                                          <p:spTgt spid="18"/>
                                        </p:tgtEl>
                                        <p:attrNameLst>
                                          <p:attrName>ppt_x</p:attrName>
                                        </p:attrNameLst>
                                      </p:cBhvr>
                                      <p:tavLst>
                                        <p:tav tm="0">
                                          <p:val>
                                            <p:strVal val="#ppt_x"/>
                                          </p:val>
                                        </p:tav>
                                        <p:tav tm="100000">
                                          <p:val>
                                            <p:strVal val="#ppt_x"/>
                                          </p:val>
                                        </p:tav>
                                      </p:tavLst>
                                    </p:anim>
                                    <p:anim calcmode="lin" valueType="num">
                                      <p:cBhvr>
                                        <p:cTn id="44" dur="1000" fill="hold"/>
                                        <p:tgtEl>
                                          <p:spTgt spid="18"/>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1000"/>
                                        <p:tgtEl>
                                          <p:spTgt spid="28"/>
                                        </p:tgtEl>
                                      </p:cBhvr>
                                    </p:animEffect>
                                    <p:anim calcmode="lin" valueType="num">
                                      <p:cBhvr>
                                        <p:cTn id="48" dur="1000" fill="hold"/>
                                        <p:tgtEl>
                                          <p:spTgt spid="28"/>
                                        </p:tgtEl>
                                        <p:attrNameLst>
                                          <p:attrName>ppt_x</p:attrName>
                                        </p:attrNameLst>
                                      </p:cBhvr>
                                      <p:tavLst>
                                        <p:tav tm="0">
                                          <p:val>
                                            <p:strVal val="#ppt_x"/>
                                          </p:val>
                                        </p:tav>
                                        <p:tav tm="100000">
                                          <p:val>
                                            <p:strVal val="#ppt_x"/>
                                          </p:val>
                                        </p:tav>
                                      </p:tavLst>
                                    </p:anim>
                                    <p:anim calcmode="lin" valueType="num">
                                      <p:cBhvr>
                                        <p:cTn id="49" dur="1000" fill="hold"/>
                                        <p:tgtEl>
                                          <p:spTgt spid="28"/>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1000"/>
                                        <p:tgtEl>
                                          <p:spTgt spid="29"/>
                                        </p:tgtEl>
                                      </p:cBhvr>
                                    </p:animEffect>
                                    <p:anim calcmode="lin" valueType="num">
                                      <p:cBhvr>
                                        <p:cTn id="53" dur="1000" fill="hold"/>
                                        <p:tgtEl>
                                          <p:spTgt spid="29"/>
                                        </p:tgtEl>
                                        <p:attrNameLst>
                                          <p:attrName>ppt_x</p:attrName>
                                        </p:attrNameLst>
                                      </p:cBhvr>
                                      <p:tavLst>
                                        <p:tav tm="0">
                                          <p:val>
                                            <p:strVal val="#ppt_x"/>
                                          </p:val>
                                        </p:tav>
                                        <p:tav tm="100000">
                                          <p:val>
                                            <p:strVal val="#ppt_x"/>
                                          </p:val>
                                        </p:tav>
                                      </p:tavLst>
                                    </p:anim>
                                    <p:anim calcmode="lin" valueType="num">
                                      <p:cBhvr>
                                        <p:cTn id="54" dur="1000" fill="hold"/>
                                        <p:tgtEl>
                                          <p:spTgt spid="29"/>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1000"/>
                                        <p:tgtEl>
                                          <p:spTgt spid="30"/>
                                        </p:tgtEl>
                                      </p:cBhvr>
                                    </p:animEffect>
                                    <p:anim calcmode="lin" valueType="num">
                                      <p:cBhvr>
                                        <p:cTn id="58" dur="1000" fill="hold"/>
                                        <p:tgtEl>
                                          <p:spTgt spid="30"/>
                                        </p:tgtEl>
                                        <p:attrNameLst>
                                          <p:attrName>ppt_x</p:attrName>
                                        </p:attrNameLst>
                                      </p:cBhvr>
                                      <p:tavLst>
                                        <p:tav tm="0">
                                          <p:val>
                                            <p:strVal val="#ppt_x"/>
                                          </p:val>
                                        </p:tav>
                                        <p:tav tm="100000">
                                          <p:val>
                                            <p:strVal val="#ppt_x"/>
                                          </p:val>
                                        </p:tav>
                                      </p:tavLst>
                                    </p:anim>
                                    <p:anim calcmode="lin" valueType="num">
                                      <p:cBhvr>
                                        <p:cTn id="59" dur="1000" fill="hold"/>
                                        <p:tgtEl>
                                          <p:spTgt spid="30"/>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fade">
                                      <p:cBhvr>
                                        <p:cTn id="62" dur="1000"/>
                                        <p:tgtEl>
                                          <p:spTgt spid="10"/>
                                        </p:tgtEl>
                                      </p:cBhvr>
                                    </p:animEffect>
                                    <p:anim calcmode="lin" valueType="num">
                                      <p:cBhvr>
                                        <p:cTn id="63" dur="1000" fill="hold"/>
                                        <p:tgtEl>
                                          <p:spTgt spid="10"/>
                                        </p:tgtEl>
                                        <p:attrNameLst>
                                          <p:attrName>ppt_x</p:attrName>
                                        </p:attrNameLst>
                                      </p:cBhvr>
                                      <p:tavLst>
                                        <p:tav tm="0">
                                          <p:val>
                                            <p:strVal val="#ppt_x"/>
                                          </p:val>
                                        </p:tav>
                                        <p:tav tm="100000">
                                          <p:val>
                                            <p:strVal val="#ppt_x"/>
                                          </p:val>
                                        </p:tav>
                                      </p:tavLst>
                                    </p:anim>
                                    <p:anim calcmode="lin" valueType="num">
                                      <p:cBhvr>
                                        <p:cTn id="64" dur="1000" fill="hold"/>
                                        <p:tgtEl>
                                          <p:spTgt spid="10"/>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1000"/>
                                        <p:tgtEl>
                                          <p:spTgt spid="12"/>
                                        </p:tgtEl>
                                      </p:cBhvr>
                                    </p:animEffect>
                                    <p:anim calcmode="lin" valueType="num">
                                      <p:cBhvr>
                                        <p:cTn id="68" dur="1000" fill="hold"/>
                                        <p:tgtEl>
                                          <p:spTgt spid="12"/>
                                        </p:tgtEl>
                                        <p:attrNameLst>
                                          <p:attrName>ppt_x</p:attrName>
                                        </p:attrNameLst>
                                      </p:cBhvr>
                                      <p:tavLst>
                                        <p:tav tm="0">
                                          <p:val>
                                            <p:strVal val="#ppt_x"/>
                                          </p:val>
                                        </p:tav>
                                        <p:tav tm="100000">
                                          <p:val>
                                            <p:strVal val="#ppt_x"/>
                                          </p:val>
                                        </p:tav>
                                      </p:tavLst>
                                    </p:anim>
                                    <p:anim calcmode="lin" valueType="num">
                                      <p:cBhvr>
                                        <p:cTn id="69" dur="1000" fill="hold"/>
                                        <p:tgtEl>
                                          <p:spTgt spid="12"/>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fade">
                                      <p:cBhvr>
                                        <p:cTn id="72" dur="1000"/>
                                        <p:tgtEl>
                                          <p:spTgt spid="13"/>
                                        </p:tgtEl>
                                      </p:cBhvr>
                                    </p:animEffect>
                                    <p:anim calcmode="lin" valueType="num">
                                      <p:cBhvr>
                                        <p:cTn id="73" dur="1000" fill="hold"/>
                                        <p:tgtEl>
                                          <p:spTgt spid="13"/>
                                        </p:tgtEl>
                                        <p:attrNameLst>
                                          <p:attrName>ppt_x</p:attrName>
                                        </p:attrNameLst>
                                      </p:cBhvr>
                                      <p:tavLst>
                                        <p:tav tm="0">
                                          <p:val>
                                            <p:strVal val="#ppt_x"/>
                                          </p:val>
                                        </p:tav>
                                        <p:tav tm="100000">
                                          <p:val>
                                            <p:strVal val="#ppt_x"/>
                                          </p:val>
                                        </p:tav>
                                      </p:tavLst>
                                    </p:anim>
                                    <p:anim calcmode="lin" valueType="num">
                                      <p:cBhvr>
                                        <p:cTn id="74" dur="1000" fill="hold"/>
                                        <p:tgtEl>
                                          <p:spTgt spid="13"/>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31"/>
                                        </p:tgtEl>
                                        <p:attrNameLst>
                                          <p:attrName>style.visibility</p:attrName>
                                        </p:attrNameLst>
                                      </p:cBhvr>
                                      <p:to>
                                        <p:strVal val="visible"/>
                                      </p:to>
                                    </p:set>
                                    <p:animEffect transition="in" filter="fade">
                                      <p:cBhvr>
                                        <p:cTn id="77" dur="1000"/>
                                        <p:tgtEl>
                                          <p:spTgt spid="31"/>
                                        </p:tgtEl>
                                      </p:cBhvr>
                                    </p:animEffect>
                                    <p:anim calcmode="lin" valueType="num">
                                      <p:cBhvr>
                                        <p:cTn id="78" dur="1000" fill="hold"/>
                                        <p:tgtEl>
                                          <p:spTgt spid="31"/>
                                        </p:tgtEl>
                                        <p:attrNameLst>
                                          <p:attrName>ppt_x</p:attrName>
                                        </p:attrNameLst>
                                      </p:cBhvr>
                                      <p:tavLst>
                                        <p:tav tm="0">
                                          <p:val>
                                            <p:strVal val="#ppt_x"/>
                                          </p:val>
                                        </p:tav>
                                        <p:tav tm="100000">
                                          <p:val>
                                            <p:strVal val="#ppt_x"/>
                                          </p:val>
                                        </p:tav>
                                      </p:tavLst>
                                    </p:anim>
                                    <p:anim calcmode="lin" valueType="num">
                                      <p:cBhvr>
                                        <p:cTn id="79"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5" grpId="0" animBg="1"/>
      <p:bldP spid="16" grpId="0" animBg="1"/>
      <p:bldP spid="17" grpId="0" animBg="1"/>
      <p:bldP spid="18" grpId="0" animBg="1"/>
      <p:bldP spid="28" grpId="0" animBg="1"/>
      <p:bldP spid="29" grpId="0" animBg="1"/>
      <p:bldP spid="30" grpId="0" animBg="1"/>
      <p:bldP spid="10" grpId="0"/>
      <p:bldP spid="12" grpId="0" animBg="1"/>
      <p:bldP spid="13" grpId="0" animBg="1"/>
      <p:bldP spid="3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1">
            <a:extLst>
              <a:ext uri="{FF2B5EF4-FFF2-40B4-BE49-F238E27FC236}">
                <a16:creationId xmlns:a16="http://schemas.microsoft.com/office/drawing/2014/main" id="{134E7649-F1C8-EA47-A286-39D4E607E401}"/>
              </a:ext>
            </a:extLst>
          </p:cNvPr>
          <p:cNvSpPr>
            <a:spLocks noChangeArrowheads="1"/>
          </p:cNvSpPr>
          <p:nvPr/>
        </p:nvSpPr>
        <p:spPr bwMode="auto">
          <a:xfrm>
            <a:off x="898526" y="3046305"/>
            <a:ext cx="12362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添加标题</a:t>
            </a:r>
            <a:endParaRPr lang="en-US" altLang="zh-CN" sz="2000" b="1">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4" name="矩形 22">
            <a:extLst>
              <a:ext uri="{FF2B5EF4-FFF2-40B4-BE49-F238E27FC236}">
                <a16:creationId xmlns:a16="http://schemas.microsoft.com/office/drawing/2014/main" id="{F6B5E3F0-A47A-B840-A0A4-63FF7475FD72}"/>
              </a:ext>
            </a:extLst>
          </p:cNvPr>
          <p:cNvSpPr>
            <a:spLocks noChangeArrowheads="1"/>
          </p:cNvSpPr>
          <p:nvPr/>
        </p:nvSpPr>
        <p:spPr bwMode="auto">
          <a:xfrm>
            <a:off x="898526" y="3520331"/>
            <a:ext cx="2915406" cy="1997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50000"/>
              </a:lnSpc>
            </a:pPr>
            <a:r>
              <a:rPr lang="zh-CN" altLang="en-US" sz="140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点击此处添加文字说明内容，可以通过复制您的文本内容，在此文本框粘贴并选择只保留文字。</a:t>
            </a:r>
            <a:endParaRPr lang="en-US" altLang="zh-CN" sz="140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a:p>
            <a:pPr eaLnBrk="1" hangingPunct="1">
              <a:lnSpc>
                <a:spcPct val="150000"/>
              </a:lnSpc>
            </a:pPr>
            <a:endParaRPr lang="en-US" altLang="zh-CN" sz="140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a:p>
            <a:pPr>
              <a:lnSpc>
                <a:spcPct val="150000"/>
              </a:lnSpc>
            </a:pPr>
            <a:r>
              <a:rPr lang="zh-CN" altLang="en-US" sz="140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点击此处添加文字说明内容，可以通过复制您的文本内容。</a:t>
            </a:r>
            <a:endParaRPr lang="en-US" altLang="zh-CN" sz="140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5" name="Shape 6782">
            <a:extLst>
              <a:ext uri="{FF2B5EF4-FFF2-40B4-BE49-F238E27FC236}">
                <a16:creationId xmlns:a16="http://schemas.microsoft.com/office/drawing/2014/main" id="{5CDACA8D-1401-D247-8E74-3F6098083130}"/>
              </a:ext>
            </a:extLst>
          </p:cNvPr>
          <p:cNvSpPr>
            <a:spLocks noChangeShapeType="1"/>
          </p:cNvSpPr>
          <p:nvPr/>
        </p:nvSpPr>
        <p:spPr bwMode="auto">
          <a:xfrm>
            <a:off x="5161628" y="1902278"/>
            <a:ext cx="5955714" cy="0"/>
          </a:xfrm>
          <a:prstGeom prst="line">
            <a:avLst/>
          </a:prstGeom>
          <a:noFill/>
          <a:ln w="9525">
            <a:solidFill>
              <a:srgbClr val="273645">
                <a:alpha val="25098"/>
              </a:srgbClr>
            </a:solidFill>
            <a:miter lim="800000"/>
          </a:ln>
          <a:extLst>
            <a:ext uri="{909E8E84-426E-40DD-AFC4-6F175D3DCCD1}">
              <a14:hiddenFill xmlns:a14="http://schemas.microsoft.com/office/drawing/2010/main">
                <a:noFill/>
              </a14:hiddenFill>
            </a:ext>
          </a:extLst>
        </p:spPr>
        <p:txBody>
          <a:bodyPr lIns="34289" tIns="34290" rIns="34289" bIns="34290"/>
          <a:lstStyle/>
          <a:p>
            <a:endParaRPr lang="zh-CN" altLang="en-US">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6" name="Shape 6788">
            <a:extLst>
              <a:ext uri="{FF2B5EF4-FFF2-40B4-BE49-F238E27FC236}">
                <a16:creationId xmlns:a16="http://schemas.microsoft.com/office/drawing/2014/main" id="{4D44E9E2-8E7B-9447-82D4-8FBCAB3EF321}"/>
              </a:ext>
            </a:extLst>
          </p:cNvPr>
          <p:cNvSpPr>
            <a:spLocks noChangeShapeType="1"/>
          </p:cNvSpPr>
          <p:nvPr/>
        </p:nvSpPr>
        <p:spPr bwMode="auto">
          <a:xfrm>
            <a:off x="5161628" y="5495915"/>
            <a:ext cx="5955714" cy="0"/>
          </a:xfrm>
          <a:prstGeom prst="line">
            <a:avLst/>
          </a:prstGeom>
          <a:noFill/>
          <a:ln w="9525">
            <a:solidFill>
              <a:srgbClr val="273645">
                <a:alpha val="25098"/>
              </a:srgbClr>
            </a:solidFill>
            <a:miter lim="800000"/>
          </a:ln>
          <a:extLst>
            <a:ext uri="{909E8E84-426E-40DD-AFC4-6F175D3DCCD1}">
              <a14:hiddenFill xmlns:a14="http://schemas.microsoft.com/office/drawing/2010/main">
                <a:noFill/>
              </a14:hiddenFill>
            </a:ext>
          </a:extLst>
        </p:spPr>
        <p:txBody>
          <a:bodyPr lIns="34289" tIns="34290" rIns="34289" bIns="34290"/>
          <a:lstStyle/>
          <a:p>
            <a:endParaRPr lang="zh-CN" altLang="en-US">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7" name="Shape 6789">
            <a:extLst>
              <a:ext uri="{FF2B5EF4-FFF2-40B4-BE49-F238E27FC236}">
                <a16:creationId xmlns:a16="http://schemas.microsoft.com/office/drawing/2014/main" id="{7A979A19-797F-D440-9245-23B04CF4BE62}"/>
              </a:ext>
            </a:extLst>
          </p:cNvPr>
          <p:cNvSpPr>
            <a:spLocks noChangeShapeType="1"/>
          </p:cNvSpPr>
          <p:nvPr/>
        </p:nvSpPr>
        <p:spPr bwMode="auto">
          <a:xfrm>
            <a:off x="5161628" y="5047501"/>
            <a:ext cx="5955714" cy="0"/>
          </a:xfrm>
          <a:prstGeom prst="line">
            <a:avLst/>
          </a:prstGeom>
          <a:noFill/>
          <a:ln w="9525">
            <a:solidFill>
              <a:srgbClr val="273645">
                <a:alpha val="25098"/>
              </a:srgbClr>
            </a:solidFill>
            <a:miter lim="800000"/>
          </a:ln>
          <a:extLst>
            <a:ext uri="{909E8E84-426E-40DD-AFC4-6F175D3DCCD1}">
              <a14:hiddenFill xmlns:a14="http://schemas.microsoft.com/office/drawing/2010/main">
                <a:noFill/>
              </a14:hiddenFill>
            </a:ext>
          </a:extLst>
        </p:spPr>
        <p:txBody>
          <a:bodyPr lIns="34289" tIns="34290" rIns="34289" bIns="34290"/>
          <a:lstStyle/>
          <a:p>
            <a:endParaRPr lang="zh-CN" altLang="en-US">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8" name="Shape 6790">
            <a:extLst>
              <a:ext uri="{FF2B5EF4-FFF2-40B4-BE49-F238E27FC236}">
                <a16:creationId xmlns:a16="http://schemas.microsoft.com/office/drawing/2014/main" id="{334784C2-221C-7149-96C8-A878C29C320E}"/>
              </a:ext>
            </a:extLst>
          </p:cNvPr>
          <p:cNvSpPr>
            <a:spLocks noChangeShapeType="1"/>
          </p:cNvSpPr>
          <p:nvPr/>
        </p:nvSpPr>
        <p:spPr bwMode="auto">
          <a:xfrm>
            <a:off x="5161628" y="4655927"/>
            <a:ext cx="5955714" cy="0"/>
          </a:xfrm>
          <a:prstGeom prst="line">
            <a:avLst/>
          </a:prstGeom>
          <a:noFill/>
          <a:ln w="9525">
            <a:solidFill>
              <a:srgbClr val="273645">
                <a:alpha val="25098"/>
              </a:srgbClr>
            </a:solidFill>
            <a:miter lim="800000"/>
          </a:ln>
          <a:extLst>
            <a:ext uri="{909E8E84-426E-40DD-AFC4-6F175D3DCCD1}">
              <a14:hiddenFill xmlns:a14="http://schemas.microsoft.com/office/drawing/2010/main">
                <a:noFill/>
              </a14:hiddenFill>
            </a:ext>
          </a:extLst>
        </p:spPr>
        <p:txBody>
          <a:bodyPr lIns="34289" tIns="34290" rIns="34289" bIns="34290"/>
          <a:lstStyle/>
          <a:p>
            <a:endParaRPr lang="zh-CN" altLang="en-US">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9" name="Shape 6791">
            <a:extLst>
              <a:ext uri="{FF2B5EF4-FFF2-40B4-BE49-F238E27FC236}">
                <a16:creationId xmlns:a16="http://schemas.microsoft.com/office/drawing/2014/main" id="{4F536D73-E701-2746-B320-8E75B7636049}"/>
              </a:ext>
            </a:extLst>
          </p:cNvPr>
          <p:cNvSpPr>
            <a:spLocks noChangeShapeType="1"/>
          </p:cNvSpPr>
          <p:nvPr/>
        </p:nvSpPr>
        <p:spPr bwMode="auto">
          <a:xfrm>
            <a:off x="5161628" y="4260143"/>
            <a:ext cx="5955714" cy="0"/>
          </a:xfrm>
          <a:prstGeom prst="line">
            <a:avLst/>
          </a:prstGeom>
          <a:noFill/>
          <a:ln w="9525">
            <a:solidFill>
              <a:srgbClr val="273645">
                <a:alpha val="25098"/>
              </a:srgbClr>
            </a:solidFill>
            <a:miter lim="800000"/>
          </a:ln>
          <a:extLst>
            <a:ext uri="{909E8E84-426E-40DD-AFC4-6F175D3DCCD1}">
              <a14:hiddenFill xmlns:a14="http://schemas.microsoft.com/office/drawing/2010/main">
                <a:noFill/>
              </a14:hiddenFill>
            </a:ext>
          </a:extLst>
        </p:spPr>
        <p:txBody>
          <a:bodyPr lIns="34289" tIns="34290" rIns="34289" bIns="34290"/>
          <a:lstStyle/>
          <a:p>
            <a:endParaRPr lang="zh-CN" altLang="en-US">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0" name="Shape 6792">
            <a:extLst>
              <a:ext uri="{FF2B5EF4-FFF2-40B4-BE49-F238E27FC236}">
                <a16:creationId xmlns:a16="http://schemas.microsoft.com/office/drawing/2014/main" id="{03AFDB15-9C12-B444-822B-E8A52A6F45DF}"/>
              </a:ext>
            </a:extLst>
          </p:cNvPr>
          <p:cNvSpPr>
            <a:spLocks noChangeShapeType="1"/>
          </p:cNvSpPr>
          <p:nvPr/>
        </p:nvSpPr>
        <p:spPr bwMode="auto">
          <a:xfrm>
            <a:off x="5161628" y="3868569"/>
            <a:ext cx="5955714" cy="0"/>
          </a:xfrm>
          <a:prstGeom prst="line">
            <a:avLst/>
          </a:prstGeom>
          <a:noFill/>
          <a:ln w="9525">
            <a:solidFill>
              <a:srgbClr val="273645">
                <a:alpha val="25098"/>
              </a:srgbClr>
            </a:solidFill>
            <a:miter lim="800000"/>
          </a:ln>
          <a:extLst>
            <a:ext uri="{909E8E84-426E-40DD-AFC4-6F175D3DCCD1}">
              <a14:hiddenFill xmlns:a14="http://schemas.microsoft.com/office/drawing/2010/main">
                <a:noFill/>
              </a14:hiddenFill>
            </a:ext>
          </a:extLst>
        </p:spPr>
        <p:txBody>
          <a:bodyPr lIns="34289" tIns="34290" rIns="34289" bIns="34290"/>
          <a:lstStyle/>
          <a:p>
            <a:endParaRPr lang="zh-CN" altLang="en-US">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1" name="Shape 6793">
            <a:extLst>
              <a:ext uri="{FF2B5EF4-FFF2-40B4-BE49-F238E27FC236}">
                <a16:creationId xmlns:a16="http://schemas.microsoft.com/office/drawing/2014/main" id="{B359417A-6CA6-FE4F-9399-7D3DE6DE831B}"/>
              </a:ext>
            </a:extLst>
          </p:cNvPr>
          <p:cNvSpPr>
            <a:spLocks noChangeShapeType="1"/>
          </p:cNvSpPr>
          <p:nvPr/>
        </p:nvSpPr>
        <p:spPr bwMode="auto">
          <a:xfrm>
            <a:off x="5161628" y="3474889"/>
            <a:ext cx="5955714" cy="0"/>
          </a:xfrm>
          <a:prstGeom prst="line">
            <a:avLst/>
          </a:prstGeom>
          <a:noFill/>
          <a:ln w="9525">
            <a:solidFill>
              <a:srgbClr val="273645">
                <a:alpha val="25098"/>
              </a:srgbClr>
            </a:solidFill>
            <a:miter lim="800000"/>
          </a:ln>
          <a:extLst>
            <a:ext uri="{909E8E84-426E-40DD-AFC4-6F175D3DCCD1}">
              <a14:hiddenFill xmlns:a14="http://schemas.microsoft.com/office/drawing/2010/main">
                <a:noFill/>
              </a14:hiddenFill>
            </a:ext>
          </a:extLst>
        </p:spPr>
        <p:txBody>
          <a:bodyPr lIns="34289" tIns="34290" rIns="34289" bIns="34290"/>
          <a:lstStyle/>
          <a:p>
            <a:endParaRPr lang="zh-CN" altLang="en-US">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2" name="Shape 6794">
            <a:extLst>
              <a:ext uri="{FF2B5EF4-FFF2-40B4-BE49-F238E27FC236}">
                <a16:creationId xmlns:a16="http://schemas.microsoft.com/office/drawing/2014/main" id="{A6CE5157-5F74-244F-9595-2FB6A9B7AFA9}"/>
              </a:ext>
            </a:extLst>
          </p:cNvPr>
          <p:cNvSpPr>
            <a:spLocks noChangeShapeType="1"/>
          </p:cNvSpPr>
          <p:nvPr/>
        </p:nvSpPr>
        <p:spPr bwMode="auto">
          <a:xfrm>
            <a:off x="5161628" y="3083315"/>
            <a:ext cx="5955714" cy="0"/>
          </a:xfrm>
          <a:prstGeom prst="line">
            <a:avLst/>
          </a:prstGeom>
          <a:noFill/>
          <a:ln w="9525">
            <a:solidFill>
              <a:srgbClr val="273645">
                <a:alpha val="25098"/>
              </a:srgbClr>
            </a:solidFill>
            <a:miter lim="800000"/>
          </a:ln>
          <a:extLst>
            <a:ext uri="{909E8E84-426E-40DD-AFC4-6F175D3DCCD1}">
              <a14:hiddenFill xmlns:a14="http://schemas.microsoft.com/office/drawing/2010/main">
                <a:noFill/>
              </a14:hiddenFill>
            </a:ext>
          </a:extLst>
        </p:spPr>
        <p:txBody>
          <a:bodyPr lIns="34289" tIns="34290" rIns="34289" bIns="34290"/>
          <a:lstStyle/>
          <a:p>
            <a:endParaRPr lang="zh-CN" altLang="en-US">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3" name="Shape 6795">
            <a:extLst>
              <a:ext uri="{FF2B5EF4-FFF2-40B4-BE49-F238E27FC236}">
                <a16:creationId xmlns:a16="http://schemas.microsoft.com/office/drawing/2014/main" id="{85DDD504-B046-CF4E-A6D0-449A23F525F0}"/>
              </a:ext>
            </a:extLst>
          </p:cNvPr>
          <p:cNvSpPr>
            <a:spLocks noChangeShapeType="1"/>
          </p:cNvSpPr>
          <p:nvPr/>
        </p:nvSpPr>
        <p:spPr bwMode="auto">
          <a:xfrm>
            <a:off x="5161628" y="2691741"/>
            <a:ext cx="5955714" cy="0"/>
          </a:xfrm>
          <a:prstGeom prst="line">
            <a:avLst/>
          </a:prstGeom>
          <a:noFill/>
          <a:ln w="9525">
            <a:solidFill>
              <a:srgbClr val="273645">
                <a:alpha val="25098"/>
              </a:srgbClr>
            </a:solidFill>
            <a:miter lim="800000"/>
          </a:ln>
          <a:extLst>
            <a:ext uri="{909E8E84-426E-40DD-AFC4-6F175D3DCCD1}">
              <a14:hiddenFill xmlns:a14="http://schemas.microsoft.com/office/drawing/2010/main">
                <a:noFill/>
              </a14:hiddenFill>
            </a:ext>
          </a:extLst>
        </p:spPr>
        <p:txBody>
          <a:bodyPr lIns="34289" tIns="34290" rIns="34289" bIns="34290"/>
          <a:lstStyle/>
          <a:p>
            <a:endParaRPr lang="zh-CN" altLang="en-US">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4" name="Shape 6796">
            <a:extLst>
              <a:ext uri="{FF2B5EF4-FFF2-40B4-BE49-F238E27FC236}">
                <a16:creationId xmlns:a16="http://schemas.microsoft.com/office/drawing/2014/main" id="{9532B6B4-260D-B842-89E8-3F2DDB6AC2BF}"/>
              </a:ext>
            </a:extLst>
          </p:cNvPr>
          <p:cNvSpPr>
            <a:spLocks noChangeShapeType="1"/>
          </p:cNvSpPr>
          <p:nvPr/>
        </p:nvSpPr>
        <p:spPr bwMode="auto">
          <a:xfrm>
            <a:off x="5161628" y="2295957"/>
            <a:ext cx="5955714" cy="0"/>
          </a:xfrm>
          <a:prstGeom prst="line">
            <a:avLst/>
          </a:prstGeom>
          <a:noFill/>
          <a:ln w="9525">
            <a:solidFill>
              <a:srgbClr val="273645">
                <a:alpha val="25098"/>
              </a:srgbClr>
            </a:solidFill>
            <a:miter lim="800000"/>
          </a:ln>
          <a:extLst>
            <a:ext uri="{909E8E84-426E-40DD-AFC4-6F175D3DCCD1}">
              <a14:hiddenFill xmlns:a14="http://schemas.microsoft.com/office/drawing/2010/main">
                <a:noFill/>
              </a14:hiddenFill>
            </a:ext>
          </a:extLst>
        </p:spPr>
        <p:txBody>
          <a:bodyPr lIns="34289" tIns="34290" rIns="34289" bIns="34290"/>
          <a:lstStyle/>
          <a:p>
            <a:endParaRPr lang="zh-CN" altLang="en-US">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5" name="Shape 6797">
            <a:extLst>
              <a:ext uri="{FF2B5EF4-FFF2-40B4-BE49-F238E27FC236}">
                <a16:creationId xmlns:a16="http://schemas.microsoft.com/office/drawing/2014/main" id="{F99B5CAC-28CD-F542-B64C-17FABA0339F6}"/>
              </a:ext>
            </a:extLst>
          </p:cNvPr>
          <p:cNvSpPr>
            <a:spLocks noChangeShapeType="1"/>
          </p:cNvSpPr>
          <p:nvPr/>
        </p:nvSpPr>
        <p:spPr bwMode="auto">
          <a:xfrm>
            <a:off x="6647925" y="1898068"/>
            <a:ext cx="0" cy="3547322"/>
          </a:xfrm>
          <a:prstGeom prst="line">
            <a:avLst/>
          </a:prstGeom>
          <a:noFill/>
          <a:ln w="9525">
            <a:solidFill>
              <a:srgbClr val="273645">
                <a:alpha val="25098"/>
              </a:srgbClr>
            </a:solidFill>
            <a:miter lim="800000"/>
          </a:ln>
          <a:extLst>
            <a:ext uri="{909E8E84-426E-40DD-AFC4-6F175D3DCCD1}">
              <a14:hiddenFill xmlns:a14="http://schemas.microsoft.com/office/drawing/2010/main">
                <a:noFill/>
              </a14:hiddenFill>
            </a:ext>
          </a:extLst>
        </p:spPr>
        <p:txBody>
          <a:bodyPr lIns="34289" tIns="34290" rIns="34289" bIns="34290"/>
          <a:lstStyle/>
          <a:p>
            <a:endParaRPr lang="zh-CN" altLang="en-US">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6" name="Shape 6798">
            <a:extLst>
              <a:ext uri="{FF2B5EF4-FFF2-40B4-BE49-F238E27FC236}">
                <a16:creationId xmlns:a16="http://schemas.microsoft.com/office/drawing/2014/main" id="{D3D9CF56-85B6-5B45-B91C-7BBAC77EAE50}"/>
              </a:ext>
            </a:extLst>
          </p:cNvPr>
          <p:cNvSpPr>
            <a:spLocks noChangeShapeType="1"/>
          </p:cNvSpPr>
          <p:nvPr/>
        </p:nvSpPr>
        <p:spPr bwMode="auto">
          <a:xfrm>
            <a:off x="8136328" y="1898068"/>
            <a:ext cx="0" cy="3547322"/>
          </a:xfrm>
          <a:prstGeom prst="line">
            <a:avLst/>
          </a:prstGeom>
          <a:noFill/>
          <a:ln w="9525">
            <a:solidFill>
              <a:srgbClr val="273645">
                <a:alpha val="25098"/>
              </a:srgbClr>
            </a:solidFill>
            <a:miter lim="800000"/>
          </a:ln>
          <a:extLst>
            <a:ext uri="{909E8E84-426E-40DD-AFC4-6F175D3DCCD1}">
              <a14:hiddenFill xmlns:a14="http://schemas.microsoft.com/office/drawing/2010/main">
                <a:noFill/>
              </a14:hiddenFill>
            </a:ext>
          </a:extLst>
        </p:spPr>
        <p:txBody>
          <a:bodyPr lIns="34289" tIns="34290" rIns="34289" bIns="34290"/>
          <a:lstStyle/>
          <a:p>
            <a:endParaRPr lang="zh-CN" altLang="en-US">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7" name="Shape 6799">
            <a:extLst>
              <a:ext uri="{FF2B5EF4-FFF2-40B4-BE49-F238E27FC236}">
                <a16:creationId xmlns:a16="http://schemas.microsoft.com/office/drawing/2014/main" id="{69A435B2-0DAB-954E-A7B7-1373251F7680}"/>
              </a:ext>
            </a:extLst>
          </p:cNvPr>
          <p:cNvSpPr>
            <a:spLocks noChangeShapeType="1"/>
          </p:cNvSpPr>
          <p:nvPr/>
        </p:nvSpPr>
        <p:spPr bwMode="auto">
          <a:xfrm>
            <a:off x="9626835" y="1898068"/>
            <a:ext cx="0" cy="3547322"/>
          </a:xfrm>
          <a:prstGeom prst="line">
            <a:avLst/>
          </a:prstGeom>
          <a:noFill/>
          <a:ln w="9525">
            <a:solidFill>
              <a:srgbClr val="273645">
                <a:alpha val="25098"/>
              </a:srgbClr>
            </a:solidFill>
            <a:miter lim="800000"/>
          </a:ln>
          <a:extLst>
            <a:ext uri="{909E8E84-426E-40DD-AFC4-6F175D3DCCD1}">
              <a14:hiddenFill xmlns:a14="http://schemas.microsoft.com/office/drawing/2010/main">
                <a:noFill/>
              </a14:hiddenFill>
            </a:ext>
          </a:extLst>
        </p:spPr>
        <p:txBody>
          <a:bodyPr lIns="34289" tIns="34290" rIns="34289" bIns="34290"/>
          <a:lstStyle/>
          <a:p>
            <a:endParaRPr lang="zh-CN" altLang="en-US">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18" name="Shape 6800">
            <a:extLst>
              <a:ext uri="{FF2B5EF4-FFF2-40B4-BE49-F238E27FC236}">
                <a16:creationId xmlns:a16="http://schemas.microsoft.com/office/drawing/2014/main" id="{99FF4B31-ADD5-2C4A-BEF2-3AD0F95F7EE2}"/>
              </a:ext>
            </a:extLst>
          </p:cNvPr>
          <p:cNvSpPr>
            <a:spLocks noChangeArrowheads="1"/>
          </p:cNvSpPr>
          <p:nvPr/>
        </p:nvSpPr>
        <p:spPr bwMode="auto">
          <a:xfrm>
            <a:off x="4753281" y="4956078"/>
            <a:ext cx="38984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none" lIns="34289" tIns="34290" rIns="34289" bIns="34290">
            <a:spAutoFit/>
          </a:bodyPr>
          <a:lstStyle/>
          <a:p>
            <a:pPr algn="r"/>
            <a:r>
              <a:rPr lang="zh-CN" altLang="zh-CN" sz="120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20%</a:t>
            </a:r>
          </a:p>
        </p:txBody>
      </p:sp>
      <p:sp>
        <p:nvSpPr>
          <p:cNvPr id="19" name="Shape 6801">
            <a:extLst>
              <a:ext uri="{FF2B5EF4-FFF2-40B4-BE49-F238E27FC236}">
                <a16:creationId xmlns:a16="http://schemas.microsoft.com/office/drawing/2014/main" id="{0F0B50EB-1836-AF46-B4B0-21DDC1F45D90}"/>
              </a:ext>
            </a:extLst>
          </p:cNvPr>
          <p:cNvSpPr>
            <a:spLocks noChangeArrowheads="1"/>
          </p:cNvSpPr>
          <p:nvPr/>
        </p:nvSpPr>
        <p:spPr bwMode="auto">
          <a:xfrm>
            <a:off x="4753281" y="4545557"/>
            <a:ext cx="38984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none" lIns="34289" tIns="34290" rIns="34289" bIns="34290">
            <a:spAutoFit/>
          </a:bodyPr>
          <a:lstStyle/>
          <a:p>
            <a:pPr algn="r"/>
            <a:r>
              <a:rPr lang="zh-CN" altLang="zh-CN" sz="120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30%</a:t>
            </a:r>
          </a:p>
        </p:txBody>
      </p:sp>
      <p:sp>
        <p:nvSpPr>
          <p:cNvPr id="20" name="Shape 6802">
            <a:extLst>
              <a:ext uri="{FF2B5EF4-FFF2-40B4-BE49-F238E27FC236}">
                <a16:creationId xmlns:a16="http://schemas.microsoft.com/office/drawing/2014/main" id="{7F5EF558-9E8E-044F-A6E4-D18CFACB3BAC}"/>
              </a:ext>
            </a:extLst>
          </p:cNvPr>
          <p:cNvSpPr>
            <a:spLocks noChangeArrowheads="1"/>
          </p:cNvSpPr>
          <p:nvPr/>
        </p:nvSpPr>
        <p:spPr bwMode="auto">
          <a:xfrm>
            <a:off x="4753281" y="4151878"/>
            <a:ext cx="38984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none" lIns="34289" tIns="34290" rIns="34289" bIns="34290">
            <a:spAutoFit/>
          </a:bodyPr>
          <a:lstStyle/>
          <a:p>
            <a:pPr algn="r"/>
            <a:r>
              <a:rPr lang="zh-CN" altLang="zh-CN" sz="120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40%</a:t>
            </a:r>
          </a:p>
        </p:txBody>
      </p:sp>
      <p:sp>
        <p:nvSpPr>
          <p:cNvPr id="21" name="Shape 6803">
            <a:extLst>
              <a:ext uri="{FF2B5EF4-FFF2-40B4-BE49-F238E27FC236}">
                <a16:creationId xmlns:a16="http://schemas.microsoft.com/office/drawing/2014/main" id="{6B94EC75-C32C-904D-9B63-FBFE0852107A}"/>
              </a:ext>
            </a:extLst>
          </p:cNvPr>
          <p:cNvSpPr>
            <a:spLocks noChangeArrowheads="1"/>
          </p:cNvSpPr>
          <p:nvPr/>
        </p:nvSpPr>
        <p:spPr bwMode="auto">
          <a:xfrm>
            <a:off x="4753281" y="3777146"/>
            <a:ext cx="38984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none" lIns="34289" tIns="34290" rIns="34289" bIns="34290">
            <a:spAutoFit/>
          </a:bodyPr>
          <a:lstStyle/>
          <a:p>
            <a:pPr algn="r"/>
            <a:r>
              <a:rPr lang="zh-CN" altLang="zh-CN" sz="120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50%</a:t>
            </a:r>
          </a:p>
        </p:txBody>
      </p:sp>
      <p:sp>
        <p:nvSpPr>
          <p:cNvPr id="22" name="Shape 6804">
            <a:extLst>
              <a:ext uri="{FF2B5EF4-FFF2-40B4-BE49-F238E27FC236}">
                <a16:creationId xmlns:a16="http://schemas.microsoft.com/office/drawing/2014/main" id="{EA217382-2B5A-2440-967C-01A44722B268}"/>
              </a:ext>
            </a:extLst>
          </p:cNvPr>
          <p:cNvSpPr>
            <a:spLocks noChangeArrowheads="1"/>
          </p:cNvSpPr>
          <p:nvPr/>
        </p:nvSpPr>
        <p:spPr bwMode="auto">
          <a:xfrm>
            <a:off x="4753281" y="3379257"/>
            <a:ext cx="38984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none" lIns="34289" tIns="34290" rIns="34289" bIns="34290">
            <a:spAutoFit/>
          </a:bodyPr>
          <a:lstStyle/>
          <a:p>
            <a:pPr algn="r"/>
            <a:r>
              <a:rPr lang="zh-CN" altLang="zh-CN" sz="120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60%</a:t>
            </a:r>
          </a:p>
        </p:txBody>
      </p:sp>
      <p:sp>
        <p:nvSpPr>
          <p:cNvPr id="23" name="Shape 6805">
            <a:extLst>
              <a:ext uri="{FF2B5EF4-FFF2-40B4-BE49-F238E27FC236}">
                <a16:creationId xmlns:a16="http://schemas.microsoft.com/office/drawing/2014/main" id="{1B2FBD66-55F1-6640-9406-85B193E8E486}"/>
              </a:ext>
            </a:extLst>
          </p:cNvPr>
          <p:cNvSpPr>
            <a:spLocks noChangeArrowheads="1"/>
          </p:cNvSpPr>
          <p:nvPr/>
        </p:nvSpPr>
        <p:spPr bwMode="auto">
          <a:xfrm>
            <a:off x="4753281" y="2989787"/>
            <a:ext cx="38984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none" lIns="34289" tIns="34290" rIns="34289" bIns="34290">
            <a:spAutoFit/>
          </a:bodyPr>
          <a:lstStyle/>
          <a:p>
            <a:pPr algn="r"/>
            <a:r>
              <a:rPr lang="zh-CN" altLang="zh-CN" sz="120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70%</a:t>
            </a:r>
          </a:p>
        </p:txBody>
      </p:sp>
      <p:sp>
        <p:nvSpPr>
          <p:cNvPr id="24" name="Shape 6806">
            <a:extLst>
              <a:ext uri="{FF2B5EF4-FFF2-40B4-BE49-F238E27FC236}">
                <a16:creationId xmlns:a16="http://schemas.microsoft.com/office/drawing/2014/main" id="{7DF27ADF-0111-D046-85D6-8AECC144D0CF}"/>
              </a:ext>
            </a:extLst>
          </p:cNvPr>
          <p:cNvSpPr>
            <a:spLocks noChangeArrowheads="1"/>
          </p:cNvSpPr>
          <p:nvPr/>
        </p:nvSpPr>
        <p:spPr bwMode="auto">
          <a:xfrm>
            <a:off x="4753281" y="2589792"/>
            <a:ext cx="38984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none" lIns="34289" tIns="34290" rIns="34289" bIns="34290">
            <a:spAutoFit/>
          </a:bodyPr>
          <a:lstStyle/>
          <a:p>
            <a:pPr algn="r"/>
            <a:r>
              <a:rPr lang="zh-CN" altLang="zh-CN" sz="120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80%</a:t>
            </a:r>
          </a:p>
        </p:txBody>
      </p:sp>
      <p:sp>
        <p:nvSpPr>
          <p:cNvPr id="25" name="Shape 6807">
            <a:extLst>
              <a:ext uri="{FF2B5EF4-FFF2-40B4-BE49-F238E27FC236}">
                <a16:creationId xmlns:a16="http://schemas.microsoft.com/office/drawing/2014/main" id="{5396646E-7270-CD45-BF68-8C522001B85F}"/>
              </a:ext>
            </a:extLst>
          </p:cNvPr>
          <p:cNvSpPr>
            <a:spLocks noChangeArrowheads="1"/>
          </p:cNvSpPr>
          <p:nvPr/>
        </p:nvSpPr>
        <p:spPr bwMode="auto">
          <a:xfrm>
            <a:off x="4665115" y="1819276"/>
            <a:ext cx="47801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none" lIns="34289" tIns="34290" rIns="34289" bIns="34290">
            <a:spAutoFit/>
          </a:bodyPr>
          <a:lstStyle/>
          <a:p>
            <a:pPr algn="r"/>
            <a:r>
              <a:rPr lang="zh-CN" altLang="zh-CN" sz="120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100%</a:t>
            </a:r>
          </a:p>
        </p:txBody>
      </p:sp>
      <p:sp>
        <p:nvSpPr>
          <p:cNvPr id="26" name="Shape 6808">
            <a:extLst>
              <a:ext uri="{FF2B5EF4-FFF2-40B4-BE49-F238E27FC236}">
                <a16:creationId xmlns:a16="http://schemas.microsoft.com/office/drawing/2014/main" id="{F8730BC5-AFD8-5042-AADD-9194DE4F2141}"/>
              </a:ext>
            </a:extLst>
          </p:cNvPr>
          <p:cNvSpPr>
            <a:spLocks noChangeArrowheads="1"/>
          </p:cNvSpPr>
          <p:nvPr/>
        </p:nvSpPr>
        <p:spPr bwMode="auto">
          <a:xfrm>
            <a:off x="4753281" y="2194008"/>
            <a:ext cx="38984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none" lIns="34289" tIns="34290" rIns="34289" bIns="34290">
            <a:spAutoFit/>
          </a:bodyPr>
          <a:lstStyle/>
          <a:p>
            <a:pPr algn="r"/>
            <a:r>
              <a:rPr lang="zh-CN" altLang="zh-CN" sz="120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90%</a:t>
            </a:r>
          </a:p>
        </p:txBody>
      </p:sp>
      <p:sp>
        <p:nvSpPr>
          <p:cNvPr id="27" name="Shape 6813">
            <a:extLst>
              <a:ext uri="{FF2B5EF4-FFF2-40B4-BE49-F238E27FC236}">
                <a16:creationId xmlns:a16="http://schemas.microsoft.com/office/drawing/2014/main" id="{0D59031A-4030-EF4E-808A-3530984FE10E}"/>
              </a:ext>
            </a:extLst>
          </p:cNvPr>
          <p:cNvSpPr>
            <a:spLocks noChangeArrowheads="1"/>
          </p:cNvSpPr>
          <p:nvPr/>
        </p:nvSpPr>
        <p:spPr bwMode="auto">
          <a:xfrm>
            <a:off x="5693795" y="2894293"/>
            <a:ext cx="495646" cy="31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none" lIns="34289" tIns="34290" rIns="34289" bIns="34290">
            <a:spAutoFit/>
          </a:bodyPr>
          <a:lstStyle/>
          <a:p>
            <a:pPr algn="just"/>
            <a:r>
              <a:rPr lang="zh-CN" altLang="zh-CN" sz="160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63%</a:t>
            </a:r>
          </a:p>
        </p:txBody>
      </p:sp>
      <p:sp>
        <p:nvSpPr>
          <p:cNvPr id="28" name="Shape 6814">
            <a:extLst>
              <a:ext uri="{FF2B5EF4-FFF2-40B4-BE49-F238E27FC236}">
                <a16:creationId xmlns:a16="http://schemas.microsoft.com/office/drawing/2014/main" id="{ADCB0DB2-1FD3-5A4E-B783-F2C1FC697753}"/>
              </a:ext>
            </a:extLst>
          </p:cNvPr>
          <p:cNvSpPr>
            <a:spLocks noChangeArrowheads="1"/>
          </p:cNvSpPr>
          <p:nvPr/>
        </p:nvSpPr>
        <p:spPr bwMode="auto">
          <a:xfrm>
            <a:off x="7171671" y="2439562"/>
            <a:ext cx="495646" cy="31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none" lIns="34289" tIns="34290" rIns="34289" bIns="34290">
            <a:spAutoFit/>
          </a:bodyPr>
          <a:lstStyle/>
          <a:p>
            <a:pPr algn="just"/>
            <a:r>
              <a:rPr lang="zh-CN" altLang="zh-CN" sz="160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79%</a:t>
            </a:r>
          </a:p>
        </p:txBody>
      </p:sp>
      <p:sp>
        <p:nvSpPr>
          <p:cNvPr id="29" name="Shape 6815">
            <a:extLst>
              <a:ext uri="{FF2B5EF4-FFF2-40B4-BE49-F238E27FC236}">
                <a16:creationId xmlns:a16="http://schemas.microsoft.com/office/drawing/2014/main" id="{B815C71D-0589-6E4E-AB01-5CDDC35276EA}"/>
              </a:ext>
            </a:extLst>
          </p:cNvPr>
          <p:cNvSpPr>
            <a:spLocks noChangeArrowheads="1"/>
          </p:cNvSpPr>
          <p:nvPr/>
        </p:nvSpPr>
        <p:spPr bwMode="auto">
          <a:xfrm>
            <a:off x="8693757" y="2875345"/>
            <a:ext cx="495646" cy="31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none" lIns="34289" tIns="34290" rIns="34289" bIns="34290">
            <a:spAutoFit/>
          </a:bodyPr>
          <a:lstStyle/>
          <a:p>
            <a:pPr algn="just"/>
            <a:r>
              <a:rPr lang="zh-CN" altLang="zh-CN" sz="160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63%</a:t>
            </a:r>
          </a:p>
        </p:txBody>
      </p:sp>
      <p:sp>
        <p:nvSpPr>
          <p:cNvPr id="30" name="Shape 6816">
            <a:extLst>
              <a:ext uri="{FF2B5EF4-FFF2-40B4-BE49-F238E27FC236}">
                <a16:creationId xmlns:a16="http://schemas.microsoft.com/office/drawing/2014/main" id="{B7FD55A5-6A14-C24A-B1E5-6016CCB58EC7}"/>
              </a:ext>
            </a:extLst>
          </p:cNvPr>
          <p:cNvSpPr>
            <a:spLocks noChangeArrowheads="1"/>
          </p:cNvSpPr>
          <p:nvPr/>
        </p:nvSpPr>
        <p:spPr bwMode="auto">
          <a:xfrm>
            <a:off x="10183212" y="2117460"/>
            <a:ext cx="495646" cy="31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none" lIns="34289" tIns="34290" rIns="34289" bIns="34290">
            <a:spAutoFit/>
          </a:bodyPr>
          <a:lstStyle/>
          <a:p>
            <a:pPr algn="just"/>
            <a:r>
              <a:rPr lang="zh-CN" altLang="zh-CN" sz="160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88%</a:t>
            </a:r>
          </a:p>
        </p:txBody>
      </p:sp>
      <p:sp>
        <p:nvSpPr>
          <p:cNvPr id="31" name="Shape 6817">
            <a:extLst>
              <a:ext uri="{FF2B5EF4-FFF2-40B4-BE49-F238E27FC236}">
                <a16:creationId xmlns:a16="http://schemas.microsoft.com/office/drawing/2014/main" id="{BBBA3730-46DE-404E-8966-374C59011125}"/>
              </a:ext>
            </a:extLst>
          </p:cNvPr>
          <p:cNvSpPr>
            <a:spLocks noChangeArrowheads="1"/>
          </p:cNvSpPr>
          <p:nvPr/>
        </p:nvSpPr>
        <p:spPr bwMode="auto">
          <a:xfrm>
            <a:off x="4841446" y="5353968"/>
            <a:ext cx="30168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none" lIns="34289" tIns="34290" rIns="34289" bIns="34290">
            <a:spAutoFit/>
          </a:bodyPr>
          <a:lstStyle/>
          <a:p>
            <a:pPr algn="r"/>
            <a:r>
              <a:rPr lang="zh-CN" altLang="zh-CN" sz="120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0%</a:t>
            </a:r>
          </a:p>
        </p:txBody>
      </p:sp>
      <p:grpSp>
        <p:nvGrpSpPr>
          <p:cNvPr id="32" name="Group 6830">
            <a:extLst>
              <a:ext uri="{FF2B5EF4-FFF2-40B4-BE49-F238E27FC236}">
                <a16:creationId xmlns:a16="http://schemas.microsoft.com/office/drawing/2014/main" id="{976631CC-0DDB-D84B-B389-0C06B03BE1E1}"/>
              </a:ext>
            </a:extLst>
          </p:cNvPr>
          <p:cNvGrpSpPr/>
          <p:nvPr/>
        </p:nvGrpSpPr>
        <p:grpSpPr>
          <a:xfrm>
            <a:off x="5683548" y="4355933"/>
            <a:ext cx="445359" cy="950571"/>
            <a:chOff x="0" y="0"/>
            <a:chExt cx="447775" cy="955729"/>
          </a:xfrm>
          <a:solidFill>
            <a:schemeClr val="accent1"/>
          </a:solidFill>
          <a:effectLst>
            <a:outerShdw blurRad="101600" dist="76200" dir="2700000" algn="tl" rotWithShape="0">
              <a:prstClr val="black">
                <a:alpha val="30000"/>
              </a:prstClr>
            </a:outerShdw>
          </a:effectLst>
        </p:grpSpPr>
        <p:sp>
          <p:nvSpPr>
            <p:cNvPr id="33" name="Shape 6818">
              <a:extLst>
                <a:ext uri="{FF2B5EF4-FFF2-40B4-BE49-F238E27FC236}">
                  <a16:creationId xmlns:a16="http://schemas.microsoft.com/office/drawing/2014/main" id="{E075E881-5120-614E-9CF1-8810E92AA122}"/>
                </a:ext>
              </a:extLst>
            </p:cNvPr>
            <p:cNvSpPr/>
            <p:nvPr/>
          </p:nvSpPr>
          <p:spPr>
            <a:xfrm rot="5400000" flipH="1">
              <a:off x="67294" y="283551"/>
              <a:ext cx="84365" cy="82549"/>
            </a:xfrm>
            <a:prstGeom prst="rect">
              <a:avLst/>
            </a:pr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34" name="Shape 6819">
              <a:extLst>
                <a:ext uri="{FF2B5EF4-FFF2-40B4-BE49-F238E27FC236}">
                  <a16:creationId xmlns:a16="http://schemas.microsoft.com/office/drawing/2014/main" id="{26C90B97-FBCC-A64F-890A-6358846B1074}"/>
                </a:ext>
              </a:extLst>
            </p:cNvPr>
            <p:cNvSpPr/>
            <p:nvPr/>
          </p:nvSpPr>
          <p:spPr>
            <a:xfrm rot="5400000" flipH="1">
              <a:off x="331662" y="56093"/>
              <a:ext cx="130629" cy="101599"/>
            </a:xfrm>
            <a:prstGeom prst="rect">
              <a:avLst/>
            </a:pr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35" name="Shape 6820">
              <a:extLst>
                <a:ext uri="{FF2B5EF4-FFF2-40B4-BE49-F238E27FC236}">
                  <a16:creationId xmlns:a16="http://schemas.microsoft.com/office/drawing/2014/main" id="{3162195D-25E0-494B-91F1-6BF21559EF35}"/>
                </a:ext>
              </a:extLst>
            </p:cNvPr>
            <p:cNvSpPr/>
            <p:nvPr/>
          </p:nvSpPr>
          <p:spPr>
            <a:xfrm rot="5400000" flipH="1">
              <a:off x="-13608" y="57192"/>
              <a:ext cx="130629" cy="103413"/>
            </a:xfrm>
            <a:prstGeom prst="rect">
              <a:avLst/>
            </a:pr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36" name="Shape 6821">
              <a:extLst>
                <a:ext uri="{FF2B5EF4-FFF2-40B4-BE49-F238E27FC236}">
                  <a16:creationId xmlns:a16="http://schemas.microsoft.com/office/drawing/2014/main" id="{A67ACA0A-DADA-B941-9DB5-23F9C9A62512}"/>
                </a:ext>
              </a:extLst>
            </p:cNvPr>
            <p:cNvSpPr/>
            <p:nvPr/>
          </p:nvSpPr>
          <p:spPr>
            <a:xfrm rot="5400000" flipH="1">
              <a:off x="225134" y="301694"/>
              <a:ext cx="147865" cy="149677"/>
            </a:xfrm>
            <a:custGeom>
              <a:avLst/>
              <a:gdLst/>
              <a:ahLst/>
              <a:cxnLst>
                <a:cxn ang="0">
                  <a:pos x="wd2" y="hd2"/>
                </a:cxn>
                <a:cxn ang="5400000">
                  <a:pos x="wd2" y="hd2"/>
                </a:cxn>
                <a:cxn ang="10800000">
                  <a:pos x="wd2" y="hd2"/>
                </a:cxn>
                <a:cxn ang="16200000">
                  <a:pos x="wd2" y="hd2"/>
                </a:cxn>
              </a:cxnLst>
              <a:rect l="0" t="0" r="r" b="b"/>
              <a:pathLst>
                <a:path w="21600" h="21600" extrusionOk="0">
                  <a:moveTo>
                    <a:pt x="5301" y="0"/>
                  </a:moveTo>
                  <a:lnTo>
                    <a:pt x="21600" y="5105"/>
                  </a:lnTo>
                  <a:lnTo>
                    <a:pt x="16564" y="21600"/>
                  </a:lnTo>
                  <a:lnTo>
                    <a:pt x="0" y="16233"/>
                  </a:lnTo>
                  <a:lnTo>
                    <a:pt x="5301" y="0"/>
                  </a:lnTo>
                  <a:close/>
                </a:path>
              </a:pathLst>
            </a:cu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37" name="Shape 6822">
              <a:extLst>
                <a:ext uri="{FF2B5EF4-FFF2-40B4-BE49-F238E27FC236}">
                  <a16:creationId xmlns:a16="http://schemas.microsoft.com/office/drawing/2014/main" id="{FAE04A8F-D06E-2C48-BBD6-313EBC7A3C57}"/>
                </a:ext>
              </a:extLst>
            </p:cNvPr>
            <p:cNvSpPr/>
            <p:nvPr/>
          </p:nvSpPr>
          <p:spPr>
            <a:xfrm rot="5400000" flipH="1">
              <a:off x="187490" y="503532"/>
              <a:ext cx="125187" cy="126091"/>
            </a:xfrm>
            <a:custGeom>
              <a:avLst/>
              <a:gdLst/>
              <a:ahLst/>
              <a:cxnLst>
                <a:cxn ang="0">
                  <a:pos x="wd2" y="hd2"/>
                </a:cxn>
                <a:cxn ang="5400000">
                  <a:pos x="wd2" y="hd2"/>
                </a:cxn>
                <a:cxn ang="10800000">
                  <a:pos x="wd2" y="hd2"/>
                </a:cxn>
                <a:cxn ang="16200000">
                  <a:pos x="wd2" y="hd2"/>
                </a:cxn>
              </a:cxnLst>
              <a:rect l="0" t="0" r="r" b="b"/>
              <a:pathLst>
                <a:path w="21600" h="21600" extrusionOk="0">
                  <a:moveTo>
                    <a:pt x="0" y="5905"/>
                  </a:moveTo>
                  <a:lnTo>
                    <a:pt x="15965" y="0"/>
                  </a:lnTo>
                  <a:lnTo>
                    <a:pt x="21600" y="16006"/>
                  </a:lnTo>
                  <a:lnTo>
                    <a:pt x="5948" y="21600"/>
                  </a:lnTo>
                  <a:lnTo>
                    <a:pt x="0" y="5905"/>
                  </a:lnTo>
                  <a:close/>
                </a:path>
              </a:pathLst>
            </a:cu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38" name="Shape 6823">
              <a:extLst>
                <a:ext uri="{FF2B5EF4-FFF2-40B4-BE49-F238E27FC236}">
                  <a16:creationId xmlns:a16="http://schemas.microsoft.com/office/drawing/2014/main" id="{15385A19-F58C-864A-9A90-BF7A68D8C083}"/>
                </a:ext>
              </a:extLst>
            </p:cNvPr>
            <p:cNvSpPr/>
            <p:nvPr/>
          </p:nvSpPr>
          <p:spPr>
            <a:xfrm rot="5400000" flipH="1">
              <a:off x="112197" y="381068"/>
              <a:ext cx="109765" cy="110670"/>
            </a:xfrm>
            <a:custGeom>
              <a:avLst/>
              <a:gdLst/>
              <a:ahLst/>
              <a:cxnLst>
                <a:cxn ang="0">
                  <a:pos x="wd2" y="hd2"/>
                </a:cxn>
                <a:cxn ang="5400000">
                  <a:pos x="wd2" y="hd2"/>
                </a:cxn>
                <a:cxn ang="10800000">
                  <a:pos x="wd2" y="hd2"/>
                </a:cxn>
                <a:cxn ang="16200000">
                  <a:pos x="wd2" y="hd2"/>
                </a:cxn>
              </a:cxnLst>
              <a:rect l="0" t="0" r="r" b="b"/>
              <a:pathLst>
                <a:path w="21600" h="21600" extrusionOk="0">
                  <a:moveTo>
                    <a:pt x="0" y="2125"/>
                  </a:moveTo>
                  <a:lnTo>
                    <a:pt x="19458" y="0"/>
                  </a:lnTo>
                  <a:lnTo>
                    <a:pt x="21600" y="19475"/>
                  </a:lnTo>
                  <a:lnTo>
                    <a:pt x="2142" y="21600"/>
                  </a:lnTo>
                  <a:lnTo>
                    <a:pt x="0" y="2125"/>
                  </a:lnTo>
                  <a:close/>
                </a:path>
              </a:pathLst>
            </a:cu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39" name="Shape 6824">
              <a:extLst>
                <a:ext uri="{FF2B5EF4-FFF2-40B4-BE49-F238E27FC236}">
                  <a16:creationId xmlns:a16="http://schemas.microsoft.com/office/drawing/2014/main" id="{2A71914F-4519-F04E-B6A6-EC8AD912B81F}"/>
                </a:ext>
              </a:extLst>
            </p:cNvPr>
            <p:cNvSpPr/>
            <p:nvPr/>
          </p:nvSpPr>
          <p:spPr>
            <a:xfrm rot="5400000" flipH="1">
              <a:off x="205182" y="659106"/>
              <a:ext cx="86179" cy="86177"/>
            </a:xfrm>
            <a:prstGeom prst="rect">
              <a:avLst/>
            </a:pr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40" name="Shape 6825">
              <a:extLst>
                <a:ext uri="{FF2B5EF4-FFF2-40B4-BE49-F238E27FC236}">
                  <a16:creationId xmlns:a16="http://schemas.microsoft.com/office/drawing/2014/main" id="{F498F954-3A64-7540-B1AC-42616AA98F47}"/>
                </a:ext>
              </a:extLst>
            </p:cNvPr>
            <p:cNvSpPr/>
            <p:nvPr/>
          </p:nvSpPr>
          <p:spPr>
            <a:xfrm rot="5400000" flipH="1">
              <a:off x="167083" y="777940"/>
              <a:ext cx="84365" cy="82549"/>
            </a:xfrm>
            <a:prstGeom prst="rect">
              <a:avLst/>
            </a:pr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41" name="Shape 6826">
              <a:extLst>
                <a:ext uri="{FF2B5EF4-FFF2-40B4-BE49-F238E27FC236}">
                  <a16:creationId xmlns:a16="http://schemas.microsoft.com/office/drawing/2014/main" id="{DC57C0C1-4FBF-B84E-B6A7-13E77A81091D}"/>
                </a:ext>
              </a:extLst>
            </p:cNvPr>
            <p:cNvSpPr/>
            <p:nvPr/>
          </p:nvSpPr>
          <p:spPr>
            <a:xfrm rot="5400000" flipH="1">
              <a:off x="165262" y="156553"/>
              <a:ext cx="117930" cy="108855"/>
            </a:xfrm>
            <a:prstGeom prst="rect">
              <a:avLst/>
            </a:pr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42" name="Shape 6827">
              <a:extLst>
                <a:ext uri="{FF2B5EF4-FFF2-40B4-BE49-F238E27FC236}">
                  <a16:creationId xmlns:a16="http://schemas.microsoft.com/office/drawing/2014/main" id="{BED129A1-83B8-4D4C-98BD-D22989A12149}"/>
                </a:ext>
              </a:extLst>
            </p:cNvPr>
            <p:cNvSpPr/>
            <p:nvPr/>
          </p:nvSpPr>
          <p:spPr>
            <a:xfrm rot="5400000" flipH="1">
              <a:off x="94510" y="590162"/>
              <a:ext cx="101601" cy="101600"/>
            </a:xfrm>
            <a:custGeom>
              <a:avLst/>
              <a:gdLst/>
              <a:ahLst/>
              <a:cxnLst>
                <a:cxn ang="0">
                  <a:pos x="wd2" y="hd2"/>
                </a:cxn>
                <a:cxn ang="5400000">
                  <a:pos x="wd2" y="hd2"/>
                </a:cxn>
                <a:cxn ang="10800000">
                  <a:pos x="wd2" y="hd2"/>
                </a:cxn>
                <a:cxn ang="16200000">
                  <a:pos x="wd2" y="hd2"/>
                </a:cxn>
              </a:cxnLst>
              <a:rect l="0" t="0" r="r" b="b"/>
              <a:pathLst>
                <a:path w="21600" h="21600" extrusionOk="0">
                  <a:moveTo>
                    <a:pt x="4629" y="0"/>
                  </a:moveTo>
                  <a:lnTo>
                    <a:pt x="21600" y="4629"/>
                  </a:lnTo>
                  <a:lnTo>
                    <a:pt x="16971" y="21600"/>
                  </a:lnTo>
                  <a:lnTo>
                    <a:pt x="0" y="16971"/>
                  </a:lnTo>
                  <a:lnTo>
                    <a:pt x="4629" y="0"/>
                  </a:lnTo>
                  <a:close/>
                </a:path>
              </a:pathLst>
            </a:cu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43" name="Shape 6828">
              <a:extLst>
                <a:ext uri="{FF2B5EF4-FFF2-40B4-BE49-F238E27FC236}">
                  <a16:creationId xmlns:a16="http://schemas.microsoft.com/office/drawing/2014/main" id="{0FA9639B-0B01-4146-B7EC-DC5CB96F0679}"/>
                </a:ext>
              </a:extLst>
            </p:cNvPr>
            <p:cNvSpPr/>
            <p:nvPr/>
          </p:nvSpPr>
          <p:spPr>
            <a:xfrm rot="5400000" flipH="1">
              <a:off x="261414" y="884973"/>
              <a:ext cx="70758" cy="70757"/>
            </a:xfrm>
            <a:custGeom>
              <a:avLst/>
              <a:gdLst/>
              <a:ahLst/>
              <a:cxnLst>
                <a:cxn ang="0">
                  <a:pos x="wd2" y="hd2"/>
                </a:cxn>
                <a:cxn ang="5400000">
                  <a:pos x="wd2" y="hd2"/>
                </a:cxn>
                <a:cxn ang="10800000">
                  <a:pos x="wd2" y="hd2"/>
                </a:cxn>
                <a:cxn ang="16200000">
                  <a:pos x="wd2" y="hd2"/>
                </a:cxn>
              </a:cxnLst>
              <a:rect l="0" t="0" r="r" b="b"/>
              <a:pathLst>
                <a:path w="21600" h="21600" extrusionOk="0">
                  <a:moveTo>
                    <a:pt x="0" y="4431"/>
                  </a:moveTo>
                  <a:lnTo>
                    <a:pt x="16338" y="0"/>
                  </a:lnTo>
                  <a:lnTo>
                    <a:pt x="21600" y="16338"/>
                  </a:lnTo>
                  <a:lnTo>
                    <a:pt x="5262" y="21600"/>
                  </a:lnTo>
                  <a:lnTo>
                    <a:pt x="0" y="4431"/>
                  </a:lnTo>
                  <a:close/>
                </a:path>
              </a:pathLst>
            </a:cu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44" name="Shape 6829">
              <a:extLst>
                <a:ext uri="{FF2B5EF4-FFF2-40B4-BE49-F238E27FC236}">
                  <a16:creationId xmlns:a16="http://schemas.microsoft.com/office/drawing/2014/main" id="{70B30401-FD7E-5E4E-9DD4-DB2C8346AC02}"/>
                </a:ext>
              </a:extLst>
            </p:cNvPr>
            <p:cNvSpPr/>
            <p:nvPr/>
          </p:nvSpPr>
          <p:spPr>
            <a:xfrm rot="5400000" flipH="1">
              <a:off x="185568" y="-9966"/>
              <a:ext cx="88925" cy="108856"/>
            </a:xfrm>
            <a:prstGeom prst="rect">
              <a:avLst/>
            </a:pr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grpSp>
      <p:sp>
        <p:nvSpPr>
          <p:cNvPr id="45" name="Shape 6831">
            <a:extLst>
              <a:ext uri="{FF2B5EF4-FFF2-40B4-BE49-F238E27FC236}">
                <a16:creationId xmlns:a16="http://schemas.microsoft.com/office/drawing/2014/main" id="{AF59FBBA-7C4E-DD4B-9C75-4DE0160E0286}"/>
              </a:ext>
            </a:extLst>
          </p:cNvPr>
          <p:cNvSpPr/>
          <p:nvPr/>
        </p:nvSpPr>
        <p:spPr>
          <a:xfrm>
            <a:off x="5412131" y="3287404"/>
            <a:ext cx="985262" cy="1068529"/>
          </a:xfrm>
          <a:custGeom>
            <a:avLst/>
            <a:gdLst/>
            <a:ahLst/>
            <a:cxnLst>
              <a:cxn ang="0">
                <a:pos x="wd2" y="hd2"/>
              </a:cxn>
              <a:cxn ang="5400000">
                <a:pos x="wd2" y="hd2"/>
              </a:cxn>
              <a:cxn ang="10800000">
                <a:pos x="wd2" y="hd2"/>
              </a:cxn>
              <a:cxn ang="16200000">
                <a:pos x="wd2" y="hd2"/>
              </a:cxn>
            </a:cxnLst>
            <a:rect l="0" t="0" r="r" b="b"/>
            <a:pathLst>
              <a:path w="21600" h="21600" extrusionOk="0">
                <a:moveTo>
                  <a:pt x="0" y="9448"/>
                </a:moveTo>
                <a:lnTo>
                  <a:pt x="10800" y="0"/>
                </a:lnTo>
                <a:lnTo>
                  <a:pt x="21600" y="9448"/>
                </a:lnTo>
                <a:lnTo>
                  <a:pt x="15816" y="9448"/>
                </a:lnTo>
                <a:lnTo>
                  <a:pt x="15816" y="21600"/>
                </a:lnTo>
                <a:lnTo>
                  <a:pt x="5784" y="21600"/>
                </a:lnTo>
                <a:lnTo>
                  <a:pt x="5784" y="9448"/>
                </a:lnTo>
                <a:close/>
              </a:path>
            </a:pathLst>
          </a:custGeom>
          <a:solidFill>
            <a:schemeClr val="accent1"/>
          </a:solidFill>
          <a:ln w="12700" cap="flat">
            <a:noFill/>
            <a:miter lim="400000"/>
          </a:ln>
          <a:effectLst>
            <a:outerShdw blurRad="101600" dist="76200" dir="2700000" algn="tl" rotWithShape="0">
              <a:prstClr val="black">
                <a:alpha val="30000"/>
              </a:prstClr>
            </a:outerShdw>
          </a:effectLst>
        </p:spPr>
        <p:txBody>
          <a:bodyPr lIns="45719" tIns="45719" rIns="45719" bIns="45719" anchor="ctr"/>
          <a:lstStyle/>
          <a:p>
            <a:pPr algn="ctr">
              <a:defRPr>
                <a:solidFill>
                  <a:srgbClr val="F9F9F9"/>
                </a:solidFill>
              </a:defRPr>
            </a:pPr>
            <a:endParaRPr>
              <a:solidFill>
                <a:srgbClr val="F9F9F9"/>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grpSp>
        <p:nvGrpSpPr>
          <p:cNvPr id="46" name="Group 6845">
            <a:extLst>
              <a:ext uri="{FF2B5EF4-FFF2-40B4-BE49-F238E27FC236}">
                <a16:creationId xmlns:a16="http://schemas.microsoft.com/office/drawing/2014/main" id="{CF1C910E-6A7F-8C41-904F-962CA488527D}"/>
              </a:ext>
            </a:extLst>
          </p:cNvPr>
          <p:cNvGrpSpPr/>
          <p:nvPr/>
        </p:nvGrpSpPr>
        <p:grpSpPr>
          <a:xfrm>
            <a:off x="7172476" y="4355932"/>
            <a:ext cx="445359" cy="950571"/>
            <a:chOff x="0" y="0"/>
            <a:chExt cx="447775" cy="955729"/>
          </a:xfrm>
          <a:solidFill>
            <a:schemeClr val="accent2"/>
          </a:solidFill>
          <a:effectLst>
            <a:outerShdw blurRad="101600" dist="76200" dir="2700000" algn="tl" rotWithShape="0">
              <a:prstClr val="black">
                <a:alpha val="30000"/>
              </a:prstClr>
            </a:outerShdw>
          </a:effectLst>
        </p:grpSpPr>
        <p:sp>
          <p:nvSpPr>
            <p:cNvPr id="47" name="Shape 6833">
              <a:extLst>
                <a:ext uri="{FF2B5EF4-FFF2-40B4-BE49-F238E27FC236}">
                  <a16:creationId xmlns:a16="http://schemas.microsoft.com/office/drawing/2014/main" id="{EAB431AC-6685-C640-B2B6-9F6A6F43ED4A}"/>
                </a:ext>
              </a:extLst>
            </p:cNvPr>
            <p:cNvSpPr/>
            <p:nvPr/>
          </p:nvSpPr>
          <p:spPr>
            <a:xfrm rot="5400000" flipH="1">
              <a:off x="67294" y="283551"/>
              <a:ext cx="84365" cy="82549"/>
            </a:xfrm>
            <a:prstGeom prst="rect">
              <a:avLst/>
            </a:pr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48" name="Shape 6834">
              <a:extLst>
                <a:ext uri="{FF2B5EF4-FFF2-40B4-BE49-F238E27FC236}">
                  <a16:creationId xmlns:a16="http://schemas.microsoft.com/office/drawing/2014/main" id="{EAD9D3DC-F530-1B47-B5BD-AFC830D55598}"/>
                </a:ext>
              </a:extLst>
            </p:cNvPr>
            <p:cNvSpPr/>
            <p:nvPr/>
          </p:nvSpPr>
          <p:spPr>
            <a:xfrm rot="5400000" flipH="1">
              <a:off x="331662" y="56093"/>
              <a:ext cx="130629" cy="101599"/>
            </a:xfrm>
            <a:prstGeom prst="rect">
              <a:avLst/>
            </a:pr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49" name="Shape 6835">
              <a:extLst>
                <a:ext uri="{FF2B5EF4-FFF2-40B4-BE49-F238E27FC236}">
                  <a16:creationId xmlns:a16="http://schemas.microsoft.com/office/drawing/2014/main" id="{133429EF-37B7-0F4A-BFCD-47585B1A328A}"/>
                </a:ext>
              </a:extLst>
            </p:cNvPr>
            <p:cNvSpPr/>
            <p:nvPr/>
          </p:nvSpPr>
          <p:spPr>
            <a:xfrm rot="5400000" flipH="1">
              <a:off x="-13608" y="57192"/>
              <a:ext cx="130629" cy="103413"/>
            </a:xfrm>
            <a:prstGeom prst="rect">
              <a:avLst/>
            </a:pr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50" name="Shape 6836">
              <a:extLst>
                <a:ext uri="{FF2B5EF4-FFF2-40B4-BE49-F238E27FC236}">
                  <a16:creationId xmlns:a16="http://schemas.microsoft.com/office/drawing/2014/main" id="{218FBAC9-D36B-6B44-857C-CE0D9F374F93}"/>
                </a:ext>
              </a:extLst>
            </p:cNvPr>
            <p:cNvSpPr/>
            <p:nvPr/>
          </p:nvSpPr>
          <p:spPr>
            <a:xfrm rot="5400000" flipH="1">
              <a:off x="225134" y="301694"/>
              <a:ext cx="147866" cy="149677"/>
            </a:xfrm>
            <a:custGeom>
              <a:avLst/>
              <a:gdLst/>
              <a:ahLst/>
              <a:cxnLst>
                <a:cxn ang="0">
                  <a:pos x="wd2" y="hd2"/>
                </a:cxn>
                <a:cxn ang="5400000">
                  <a:pos x="wd2" y="hd2"/>
                </a:cxn>
                <a:cxn ang="10800000">
                  <a:pos x="wd2" y="hd2"/>
                </a:cxn>
                <a:cxn ang="16200000">
                  <a:pos x="wd2" y="hd2"/>
                </a:cxn>
              </a:cxnLst>
              <a:rect l="0" t="0" r="r" b="b"/>
              <a:pathLst>
                <a:path w="21600" h="21600" extrusionOk="0">
                  <a:moveTo>
                    <a:pt x="5301" y="0"/>
                  </a:moveTo>
                  <a:lnTo>
                    <a:pt x="21600" y="5105"/>
                  </a:lnTo>
                  <a:lnTo>
                    <a:pt x="16564" y="21600"/>
                  </a:lnTo>
                  <a:lnTo>
                    <a:pt x="0" y="16233"/>
                  </a:lnTo>
                  <a:lnTo>
                    <a:pt x="5301" y="0"/>
                  </a:lnTo>
                  <a:close/>
                </a:path>
              </a:pathLst>
            </a:cu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51" name="Shape 6837">
              <a:extLst>
                <a:ext uri="{FF2B5EF4-FFF2-40B4-BE49-F238E27FC236}">
                  <a16:creationId xmlns:a16="http://schemas.microsoft.com/office/drawing/2014/main" id="{9AD8923A-C6D6-1440-9129-24398CA3598F}"/>
                </a:ext>
              </a:extLst>
            </p:cNvPr>
            <p:cNvSpPr/>
            <p:nvPr/>
          </p:nvSpPr>
          <p:spPr>
            <a:xfrm rot="5400000" flipH="1">
              <a:off x="187490" y="503532"/>
              <a:ext cx="125187" cy="126091"/>
            </a:xfrm>
            <a:custGeom>
              <a:avLst/>
              <a:gdLst/>
              <a:ahLst/>
              <a:cxnLst>
                <a:cxn ang="0">
                  <a:pos x="wd2" y="hd2"/>
                </a:cxn>
                <a:cxn ang="5400000">
                  <a:pos x="wd2" y="hd2"/>
                </a:cxn>
                <a:cxn ang="10800000">
                  <a:pos x="wd2" y="hd2"/>
                </a:cxn>
                <a:cxn ang="16200000">
                  <a:pos x="wd2" y="hd2"/>
                </a:cxn>
              </a:cxnLst>
              <a:rect l="0" t="0" r="r" b="b"/>
              <a:pathLst>
                <a:path w="21600" h="21600" extrusionOk="0">
                  <a:moveTo>
                    <a:pt x="0" y="5905"/>
                  </a:moveTo>
                  <a:lnTo>
                    <a:pt x="15965" y="0"/>
                  </a:lnTo>
                  <a:lnTo>
                    <a:pt x="21600" y="16006"/>
                  </a:lnTo>
                  <a:lnTo>
                    <a:pt x="5948" y="21600"/>
                  </a:lnTo>
                  <a:lnTo>
                    <a:pt x="0" y="5905"/>
                  </a:lnTo>
                  <a:close/>
                </a:path>
              </a:pathLst>
            </a:cu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52" name="Shape 6838">
              <a:extLst>
                <a:ext uri="{FF2B5EF4-FFF2-40B4-BE49-F238E27FC236}">
                  <a16:creationId xmlns:a16="http://schemas.microsoft.com/office/drawing/2014/main" id="{27155FE6-6E09-484E-B287-B0E99BAEA778}"/>
                </a:ext>
              </a:extLst>
            </p:cNvPr>
            <p:cNvSpPr/>
            <p:nvPr/>
          </p:nvSpPr>
          <p:spPr>
            <a:xfrm rot="5400000" flipH="1">
              <a:off x="112197" y="381067"/>
              <a:ext cx="109765" cy="110670"/>
            </a:xfrm>
            <a:custGeom>
              <a:avLst/>
              <a:gdLst/>
              <a:ahLst/>
              <a:cxnLst>
                <a:cxn ang="0">
                  <a:pos x="wd2" y="hd2"/>
                </a:cxn>
                <a:cxn ang="5400000">
                  <a:pos x="wd2" y="hd2"/>
                </a:cxn>
                <a:cxn ang="10800000">
                  <a:pos x="wd2" y="hd2"/>
                </a:cxn>
                <a:cxn ang="16200000">
                  <a:pos x="wd2" y="hd2"/>
                </a:cxn>
              </a:cxnLst>
              <a:rect l="0" t="0" r="r" b="b"/>
              <a:pathLst>
                <a:path w="21600" h="21600" extrusionOk="0">
                  <a:moveTo>
                    <a:pt x="0" y="2125"/>
                  </a:moveTo>
                  <a:lnTo>
                    <a:pt x="19458" y="0"/>
                  </a:lnTo>
                  <a:lnTo>
                    <a:pt x="21600" y="19475"/>
                  </a:lnTo>
                  <a:lnTo>
                    <a:pt x="2142" y="21600"/>
                  </a:lnTo>
                  <a:lnTo>
                    <a:pt x="0" y="2125"/>
                  </a:lnTo>
                  <a:close/>
                </a:path>
              </a:pathLst>
            </a:cu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53" name="Shape 6839">
              <a:extLst>
                <a:ext uri="{FF2B5EF4-FFF2-40B4-BE49-F238E27FC236}">
                  <a16:creationId xmlns:a16="http://schemas.microsoft.com/office/drawing/2014/main" id="{CB266CEF-3223-AD4D-8305-D6A80303645E}"/>
                </a:ext>
              </a:extLst>
            </p:cNvPr>
            <p:cNvSpPr/>
            <p:nvPr/>
          </p:nvSpPr>
          <p:spPr>
            <a:xfrm rot="5400000" flipH="1">
              <a:off x="205182" y="659106"/>
              <a:ext cx="86179" cy="86177"/>
            </a:xfrm>
            <a:prstGeom prst="rect">
              <a:avLst/>
            </a:pr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54" name="Shape 6840">
              <a:extLst>
                <a:ext uri="{FF2B5EF4-FFF2-40B4-BE49-F238E27FC236}">
                  <a16:creationId xmlns:a16="http://schemas.microsoft.com/office/drawing/2014/main" id="{62DFE252-7326-ED4E-A5E5-A5FE4700F590}"/>
                </a:ext>
              </a:extLst>
            </p:cNvPr>
            <p:cNvSpPr/>
            <p:nvPr/>
          </p:nvSpPr>
          <p:spPr>
            <a:xfrm rot="5400000" flipH="1">
              <a:off x="167083" y="777940"/>
              <a:ext cx="84365" cy="82549"/>
            </a:xfrm>
            <a:prstGeom prst="rect">
              <a:avLst/>
            </a:pr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55" name="Shape 6841">
              <a:extLst>
                <a:ext uri="{FF2B5EF4-FFF2-40B4-BE49-F238E27FC236}">
                  <a16:creationId xmlns:a16="http://schemas.microsoft.com/office/drawing/2014/main" id="{F00B1FA8-21F0-264B-86B8-A0B96C289EA3}"/>
                </a:ext>
              </a:extLst>
            </p:cNvPr>
            <p:cNvSpPr/>
            <p:nvPr/>
          </p:nvSpPr>
          <p:spPr>
            <a:xfrm rot="5400000" flipH="1">
              <a:off x="165262" y="156553"/>
              <a:ext cx="117930" cy="108855"/>
            </a:xfrm>
            <a:prstGeom prst="rect">
              <a:avLst/>
            </a:pr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56" name="Shape 6842">
              <a:extLst>
                <a:ext uri="{FF2B5EF4-FFF2-40B4-BE49-F238E27FC236}">
                  <a16:creationId xmlns:a16="http://schemas.microsoft.com/office/drawing/2014/main" id="{3C5B8C2A-B054-EC47-8D80-003EDA61FB70}"/>
                </a:ext>
              </a:extLst>
            </p:cNvPr>
            <p:cNvSpPr/>
            <p:nvPr/>
          </p:nvSpPr>
          <p:spPr>
            <a:xfrm rot="5400000" flipH="1">
              <a:off x="94510" y="590162"/>
              <a:ext cx="101601" cy="101600"/>
            </a:xfrm>
            <a:custGeom>
              <a:avLst/>
              <a:gdLst/>
              <a:ahLst/>
              <a:cxnLst>
                <a:cxn ang="0">
                  <a:pos x="wd2" y="hd2"/>
                </a:cxn>
                <a:cxn ang="5400000">
                  <a:pos x="wd2" y="hd2"/>
                </a:cxn>
                <a:cxn ang="10800000">
                  <a:pos x="wd2" y="hd2"/>
                </a:cxn>
                <a:cxn ang="16200000">
                  <a:pos x="wd2" y="hd2"/>
                </a:cxn>
              </a:cxnLst>
              <a:rect l="0" t="0" r="r" b="b"/>
              <a:pathLst>
                <a:path w="21600" h="21600" extrusionOk="0">
                  <a:moveTo>
                    <a:pt x="4629" y="0"/>
                  </a:moveTo>
                  <a:lnTo>
                    <a:pt x="21600" y="4629"/>
                  </a:lnTo>
                  <a:lnTo>
                    <a:pt x="16971" y="21600"/>
                  </a:lnTo>
                  <a:lnTo>
                    <a:pt x="0" y="16971"/>
                  </a:lnTo>
                  <a:lnTo>
                    <a:pt x="4629" y="0"/>
                  </a:lnTo>
                  <a:close/>
                </a:path>
              </a:pathLst>
            </a:cu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57" name="Shape 6843">
              <a:extLst>
                <a:ext uri="{FF2B5EF4-FFF2-40B4-BE49-F238E27FC236}">
                  <a16:creationId xmlns:a16="http://schemas.microsoft.com/office/drawing/2014/main" id="{23BDE7AC-813C-584A-9D18-02339F7DBF4F}"/>
                </a:ext>
              </a:extLst>
            </p:cNvPr>
            <p:cNvSpPr/>
            <p:nvPr/>
          </p:nvSpPr>
          <p:spPr>
            <a:xfrm rot="5400000" flipH="1">
              <a:off x="261414" y="884973"/>
              <a:ext cx="70758" cy="70757"/>
            </a:xfrm>
            <a:custGeom>
              <a:avLst/>
              <a:gdLst/>
              <a:ahLst/>
              <a:cxnLst>
                <a:cxn ang="0">
                  <a:pos x="wd2" y="hd2"/>
                </a:cxn>
                <a:cxn ang="5400000">
                  <a:pos x="wd2" y="hd2"/>
                </a:cxn>
                <a:cxn ang="10800000">
                  <a:pos x="wd2" y="hd2"/>
                </a:cxn>
                <a:cxn ang="16200000">
                  <a:pos x="wd2" y="hd2"/>
                </a:cxn>
              </a:cxnLst>
              <a:rect l="0" t="0" r="r" b="b"/>
              <a:pathLst>
                <a:path w="21600" h="21600" extrusionOk="0">
                  <a:moveTo>
                    <a:pt x="0" y="4431"/>
                  </a:moveTo>
                  <a:lnTo>
                    <a:pt x="16338" y="0"/>
                  </a:lnTo>
                  <a:lnTo>
                    <a:pt x="21600" y="16338"/>
                  </a:lnTo>
                  <a:lnTo>
                    <a:pt x="5262" y="21600"/>
                  </a:lnTo>
                  <a:lnTo>
                    <a:pt x="0" y="4431"/>
                  </a:lnTo>
                  <a:close/>
                </a:path>
              </a:pathLst>
            </a:cu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58" name="Shape 6844">
              <a:extLst>
                <a:ext uri="{FF2B5EF4-FFF2-40B4-BE49-F238E27FC236}">
                  <a16:creationId xmlns:a16="http://schemas.microsoft.com/office/drawing/2014/main" id="{408C0035-CB76-184A-9EC1-9FC28510740B}"/>
                </a:ext>
              </a:extLst>
            </p:cNvPr>
            <p:cNvSpPr/>
            <p:nvPr/>
          </p:nvSpPr>
          <p:spPr>
            <a:xfrm rot="5400000" flipH="1">
              <a:off x="185568" y="-9966"/>
              <a:ext cx="88925" cy="108856"/>
            </a:xfrm>
            <a:prstGeom prst="rect">
              <a:avLst/>
            </a:pr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grpSp>
      <p:sp>
        <p:nvSpPr>
          <p:cNvPr id="59" name="Shape 6846">
            <a:extLst>
              <a:ext uri="{FF2B5EF4-FFF2-40B4-BE49-F238E27FC236}">
                <a16:creationId xmlns:a16="http://schemas.microsoft.com/office/drawing/2014/main" id="{B1A43D92-DFA1-8E45-9303-9C95134DA6D6}"/>
              </a:ext>
            </a:extLst>
          </p:cNvPr>
          <p:cNvSpPr/>
          <p:nvPr/>
        </p:nvSpPr>
        <p:spPr>
          <a:xfrm>
            <a:off x="6901059" y="2815757"/>
            <a:ext cx="985262" cy="1557747"/>
          </a:xfrm>
          <a:custGeom>
            <a:avLst/>
            <a:gdLst/>
            <a:ahLst/>
            <a:cxnLst>
              <a:cxn ang="0">
                <a:pos x="wd2" y="hd2"/>
              </a:cxn>
              <a:cxn ang="5400000">
                <a:pos x="wd2" y="hd2"/>
              </a:cxn>
              <a:cxn ang="10800000">
                <a:pos x="wd2" y="hd2"/>
              </a:cxn>
              <a:cxn ang="16200000">
                <a:pos x="wd2" y="hd2"/>
              </a:cxn>
            </a:cxnLst>
            <a:rect l="0" t="0" r="r" b="b"/>
            <a:pathLst>
              <a:path w="21600" h="21600" extrusionOk="0">
                <a:moveTo>
                  <a:pt x="0" y="6481"/>
                </a:moveTo>
                <a:lnTo>
                  <a:pt x="10800" y="0"/>
                </a:lnTo>
                <a:lnTo>
                  <a:pt x="21600" y="6481"/>
                </a:lnTo>
                <a:lnTo>
                  <a:pt x="15816" y="6481"/>
                </a:lnTo>
                <a:lnTo>
                  <a:pt x="15816" y="21600"/>
                </a:lnTo>
                <a:lnTo>
                  <a:pt x="5784" y="21600"/>
                </a:lnTo>
                <a:lnTo>
                  <a:pt x="5784" y="6481"/>
                </a:lnTo>
                <a:close/>
              </a:path>
            </a:pathLst>
          </a:custGeom>
          <a:solidFill>
            <a:schemeClr val="accent2"/>
          </a:solidFill>
          <a:ln w="12700" cap="flat">
            <a:noFill/>
            <a:miter lim="400000"/>
          </a:ln>
          <a:effectLst>
            <a:outerShdw blurRad="101600" dist="76200" dir="2700000" algn="tl" rotWithShape="0">
              <a:prstClr val="black">
                <a:alpha val="30000"/>
              </a:prstClr>
            </a:outerShdw>
          </a:effectLst>
        </p:spPr>
        <p:txBody>
          <a:bodyPr lIns="45719" tIns="45719" rIns="45719" bIns="45719" anchor="ctr"/>
          <a:lstStyle/>
          <a:p>
            <a:pPr algn="ctr">
              <a:defRPr>
                <a:solidFill>
                  <a:srgbClr val="F9F9F9"/>
                </a:solidFill>
              </a:defRPr>
            </a:pPr>
            <a:endParaRPr>
              <a:solidFill>
                <a:srgbClr val="F9F9F9"/>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grpSp>
        <p:nvGrpSpPr>
          <p:cNvPr id="60" name="Group 6860">
            <a:extLst>
              <a:ext uri="{FF2B5EF4-FFF2-40B4-BE49-F238E27FC236}">
                <a16:creationId xmlns:a16="http://schemas.microsoft.com/office/drawing/2014/main" id="{431D1632-3C7B-3A46-A674-82DFFAF4EEC6}"/>
              </a:ext>
            </a:extLst>
          </p:cNvPr>
          <p:cNvGrpSpPr/>
          <p:nvPr/>
        </p:nvGrpSpPr>
        <p:grpSpPr bwMode="auto">
          <a:xfrm>
            <a:off x="8704580" y="4355958"/>
            <a:ext cx="445355" cy="950487"/>
            <a:chOff x="0" y="0"/>
            <a:chExt cx="447775" cy="955729"/>
          </a:xfrm>
          <a:solidFill>
            <a:schemeClr val="accent3"/>
          </a:solidFill>
          <a:effectLst>
            <a:outerShdw blurRad="101600" dist="76200" dir="2700000" algn="tl" rotWithShape="0">
              <a:prstClr val="black">
                <a:alpha val="30000"/>
              </a:prstClr>
            </a:outerShdw>
          </a:effectLst>
        </p:grpSpPr>
        <p:sp>
          <p:nvSpPr>
            <p:cNvPr id="61" name="Shape 6848">
              <a:extLst>
                <a:ext uri="{FF2B5EF4-FFF2-40B4-BE49-F238E27FC236}">
                  <a16:creationId xmlns:a16="http://schemas.microsoft.com/office/drawing/2014/main" id="{BE6971C0-80EF-EA4A-90D1-BAE876DC48AC}"/>
                </a:ext>
              </a:extLst>
            </p:cNvPr>
            <p:cNvSpPr/>
            <p:nvPr/>
          </p:nvSpPr>
          <p:spPr>
            <a:xfrm rot="5400000" flipH="1">
              <a:off x="66834" y="283633"/>
              <a:ext cx="84674" cy="82550"/>
            </a:xfrm>
            <a:prstGeom prst="rect">
              <a:avLst/>
            </a:pr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62" name="Shape 6849">
              <a:extLst>
                <a:ext uri="{FF2B5EF4-FFF2-40B4-BE49-F238E27FC236}">
                  <a16:creationId xmlns:a16="http://schemas.microsoft.com/office/drawing/2014/main" id="{B63CDDCD-F528-AE45-BC20-91D2E2362F62}"/>
                </a:ext>
              </a:extLst>
            </p:cNvPr>
            <p:cNvSpPr/>
            <p:nvPr/>
          </p:nvSpPr>
          <p:spPr>
            <a:xfrm rot="5400000" flipH="1">
              <a:off x="331416" y="57132"/>
              <a:ext cx="129127" cy="101600"/>
            </a:xfrm>
            <a:prstGeom prst="rect">
              <a:avLst/>
            </a:pr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63" name="Shape 6850">
              <a:extLst>
                <a:ext uri="{FF2B5EF4-FFF2-40B4-BE49-F238E27FC236}">
                  <a16:creationId xmlns:a16="http://schemas.microsoft.com/office/drawing/2014/main" id="{43632E07-4077-AC45-A12E-529830938DE6}"/>
                </a:ext>
              </a:extLst>
            </p:cNvPr>
            <p:cNvSpPr/>
            <p:nvPr/>
          </p:nvSpPr>
          <p:spPr>
            <a:xfrm rot="5400000" flipH="1">
              <a:off x="-12543" y="58189"/>
              <a:ext cx="129128" cy="103716"/>
            </a:xfrm>
            <a:prstGeom prst="rect">
              <a:avLst/>
            </a:pr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64" name="Shape 6851">
              <a:extLst>
                <a:ext uri="{FF2B5EF4-FFF2-40B4-BE49-F238E27FC236}">
                  <a16:creationId xmlns:a16="http://schemas.microsoft.com/office/drawing/2014/main" id="{D8F8D5FF-D7E5-A641-B84C-FCDDB273902E}"/>
                </a:ext>
              </a:extLst>
            </p:cNvPr>
            <p:cNvSpPr/>
            <p:nvPr/>
          </p:nvSpPr>
          <p:spPr>
            <a:xfrm rot="5400000" flipH="1">
              <a:off x="224524" y="303745"/>
              <a:ext cx="148179" cy="148167"/>
            </a:xfrm>
            <a:custGeom>
              <a:avLst/>
              <a:gdLst/>
              <a:ahLst/>
              <a:cxnLst>
                <a:cxn ang="0">
                  <a:pos x="wd2" y="hd2"/>
                </a:cxn>
                <a:cxn ang="5400000">
                  <a:pos x="wd2" y="hd2"/>
                </a:cxn>
                <a:cxn ang="10800000">
                  <a:pos x="wd2" y="hd2"/>
                </a:cxn>
                <a:cxn ang="16200000">
                  <a:pos x="wd2" y="hd2"/>
                </a:cxn>
              </a:cxnLst>
              <a:rect l="0" t="0" r="r" b="b"/>
              <a:pathLst>
                <a:path w="21600" h="21600" extrusionOk="0">
                  <a:moveTo>
                    <a:pt x="5301" y="0"/>
                  </a:moveTo>
                  <a:lnTo>
                    <a:pt x="21600" y="5105"/>
                  </a:lnTo>
                  <a:lnTo>
                    <a:pt x="16564" y="21600"/>
                  </a:lnTo>
                  <a:lnTo>
                    <a:pt x="0" y="16233"/>
                  </a:lnTo>
                  <a:lnTo>
                    <a:pt x="5301" y="0"/>
                  </a:lnTo>
                  <a:close/>
                </a:path>
              </a:pathLst>
            </a:cu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65" name="Shape 6852">
              <a:extLst>
                <a:ext uri="{FF2B5EF4-FFF2-40B4-BE49-F238E27FC236}">
                  <a16:creationId xmlns:a16="http://schemas.microsoft.com/office/drawing/2014/main" id="{6D2C200B-1C53-D548-B643-39A3C2F66ABE}"/>
                </a:ext>
              </a:extLst>
            </p:cNvPr>
            <p:cNvSpPr/>
            <p:nvPr/>
          </p:nvSpPr>
          <p:spPr>
            <a:xfrm rot="5400000" flipH="1">
              <a:off x="187484" y="503787"/>
              <a:ext cx="124893" cy="127000"/>
            </a:xfrm>
            <a:custGeom>
              <a:avLst/>
              <a:gdLst/>
              <a:ahLst/>
              <a:cxnLst>
                <a:cxn ang="0">
                  <a:pos x="wd2" y="hd2"/>
                </a:cxn>
                <a:cxn ang="5400000">
                  <a:pos x="wd2" y="hd2"/>
                </a:cxn>
                <a:cxn ang="10800000">
                  <a:pos x="wd2" y="hd2"/>
                </a:cxn>
                <a:cxn ang="16200000">
                  <a:pos x="wd2" y="hd2"/>
                </a:cxn>
              </a:cxnLst>
              <a:rect l="0" t="0" r="r" b="b"/>
              <a:pathLst>
                <a:path w="21600" h="21600" extrusionOk="0">
                  <a:moveTo>
                    <a:pt x="0" y="5905"/>
                  </a:moveTo>
                  <a:lnTo>
                    <a:pt x="15965" y="0"/>
                  </a:lnTo>
                  <a:lnTo>
                    <a:pt x="21600" y="16006"/>
                  </a:lnTo>
                  <a:lnTo>
                    <a:pt x="5948" y="21600"/>
                  </a:lnTo>
                  <a:lnTo>
                    <a:pt x="0" y="5905"/>
                  </a:lnTo>
                  <a:close/>
                </a:path>
              </a:pathLst>
            </a:cu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66" name="Shape 6853">
              <a:extLst>
                <a:ext uri="{FF2B5EF4-FFF2-40B4-BE49-F238E27FC236}">
                  <a16:creationId xmlns:a16="http://schemas.microsoft.com/office/drawing/2014/main" id="{C3931878-81C1-9D43-95A9-C6B9AE784098}"/>
                </a:ext>
              </a:extLst>
            </p:cNvPr>
            <p:cNvSpPr/>
            <p:nvPr/>
          </p:nvSpPr>
          <p:spPr>
            <a:xfrm rot="5400000" flipH="1">
              <a:off x="112341" y="382068"/>
              <a:ext cx="110076" cy="110067"/>
            </a:xfrm>
            <a:custGeom>
              <a:avLst/>
              <a:gdLst/>
              <a:ahLst/>
              <a:cxnLst>
                <a:cxn ang="0">
                  <a:pos x="wd2" y="hd2"/>
                </a:cxn>
                <a:cxn ang="5400000">
                  <a:pos x="wd2" y="hd2"/>
                </a:cxn>
                <a:cxn ang="10800000">
                  <a:pos x="wd2" y="hd2"/>
                </a:cxn>
                <a:cxn ang="16200000">
                  <a:pos x="wd2" y="hd2"/>
                </a:cxn>
              </a:cxnLst>
              <a:rect l="0" t="0" r="r" b="b"/>
              <a:pathLst>
                <a:path w="21600" h="21600" extrusionOk="0">
                  <a:moveTo>
                    <a:pt x="0" y="2125"/>
                  </a:moveTo>
                  <a:lnTo>
                    <a:pt x="19458" y="0"/>
                  </a:lnTo>
                  <a:lnTo>
                    <a:pt x="21600" y="19475"/>
                  </a:lnTo>
                  <a:lnTo>
                    <a:pt x="2142" y="21600"/>
                  </a:lnTo>
                  <a:lnTo>
                    <a:pt x="0" y="2125"/>
                  </a:lnTo>
                  <a:close/>
                </a:path>
              </a:pathLst>
            </a:cu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67" name="Shape 6854">
              <a:extLst>
                <a:ext uri="{FF2B5EF4-FFF2-40B4-BE49-F238E27FC236}">
                  <a16:creationId xmlns:a16="http://schemas.microsoft.com/office/drawing/2014/main" id="{CE0B7F5D-78FD-4D45-9775-6A4EAC1A76B0}"/>
                </a:ext>
              </a:extLst>
            </p:cNvPr>
            <p:cNvSpPr/>
            <p:nvPr/>
          </p:nvSpPr>
          <p:spPr>
            <a:xfrm rot="5400000" flipH="1">
              <a:off x="204417" y="660431"/>
              <a:ext cx="86791" cy="84667"/>
            </a:xfrm>
            <a:prstGeom prst="rect">
              <a:avLst/>
            </a:pr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68" name="Shape 6855">
              <a:extLst>
                <a:ext uri="{FF2B5EF4-FFF2-40B4-BE49-F238E27FC236}">
                  <a16:creationId xmlns:a16="http://schemas.microsoft.com/office/drawing/2014/main" id="{45D9F732-0828-5447-91FE-647A8428A7B4}"/>
                </a:ext>
              </a:extLst>
            </p:cNvPr>
            <p:cNvSpPr/>
            <p:nvPr/>
          </p:nvSpPr>
          <p:spPr>
            <a:xfrm rot="5400000" flipH="1">
              <a:off x="167376" y="777916"/>
              <a:ext cx="82558" cy="82551"/>
            </a:xfrm>
            <a:prstGeom prst="rect">
              <a:avLst/>
            </a:pr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69" name="Shape 6856">
              <a:extLst>
                <a:ext uri="{FF2B5EF4-FFF2-40B4-BE49-F238E27FC236}">
                  <a16:creationId xmlns:a16="http://schemas.microsoft.com/office/drawing/2014/main" id="{1EBB780A-E17D-F44F-B063-F7CFD7B66BFA}"/>
                </a:ext>
              </a:extLst>
            </p:cNvPr>
            <p:cNvSpPr/>
            <p:nvPr/>
          </p:nvSpPr>
          <p:spPr>
            <a:xfrm rot="5400000" flipH="1">
              <a:off x="165259" y="157682"/>
              <a:ext cx="116426" cy="107950"/>
            </a:xfrm>
            <a:prstGeom prst="rect">
              <a:avLst/>
            </a:pr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70" name="Shape 6857">
              <a:extLst>
                <a:ext uri="{FF2B5EF4-FFF2-40B4-BE49-F238E27FC236}">
                  <a16:creationId xmlns:a16="http://schemas.microsoft.com/office/drawing/2014/main" id="{ED8F5662-B8F1-FC4A-A1CC-F45F3679C462}"/>
                </a:ext>
              </a:extLst>
            </p:cNvPr>
            <p:cNvSpPr/>
            <p:nvPr/>
          </p:nvSpPr>
          <p:spPr>
            <a:xfrm rot="5400000" flipH="1">
              <a:off x="94351" y="590575"/>
              <a:ext cx="101609" cy="99484"/>
            </a:xfrm>
            <a:custGeom>
              <a:avLst/>
              <a:gdLst/>
              <a:ahLst/>
              <a:cxnLst>
                <a:cxn ang="0">
                  <a:pos x="wd2" y="hd2"/>
                </a:cxn>
                <a:cxn ang="5400000">
                  <a:pos x="wd2" y="hd2"/>
                </a:cxn>
                <a:cxn ang="10800000">
                  <a:pos x="wd2" y="hd2"/>
                </a:cxn>
                <a:cxn ang="16200000">
                  <a:pos x="wd2" y="hd2"/>
                </a:cxn>
              </a:cxnLst>
              <a:rect l="0" t="0" r="r" b="b"/>
              <a:pathLst>
                <a:path w="21600" h="21600" extrusionOk="0">
                  <a:moveTo>
                    <a:pt x="4629" y="0"/>
                  </a:moveTo>
                  <a:lnTo>
                    <a:pt x="21600" y="4629"/>
                  </a:lnTo>
                  <a:lnTo>
                    <a:pt x="16971" y="21600"/>
                  </a:lnTo>
                  <a:lnTo>
                    <a:pt x="0" y="16971"/>
                  </a:lnTo>
                  <a:lnTo>
                    <a:pt x="4629" y="0"/>
                  </a:lnTo>
                  <a:close/>
                </a:path>
              </a:pathLst>
            </a:cu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71" name="Shape 6858">
              <a:extLst>
                <a:ext uri="{FF2B5EF4-FFF2-40B4-BE49-F238E27FC236}">
                  <a16:creationId xmlns:a16="http://schemas.microsoft.com/office/drawing/2014/main" id="{5AFD8C69-DBEB-D14A-938C-939388DFAAFC}"/>
                </a:ext>
              </a:extLst>
            </p:cNvPr>
            <p:cNvSpPr/>
            <p:nvPr/>
          </p:nvSpPr>
          <p:spPr>
            <a:xfrm rot="5400000" flipH="1">
              <a:off x="261569" y="884817"/>
              <a:ext cx="69855" cy="71967"/>
            </a:xfrm>
            <a:custGeom>
              <a:avLst/>
              <a:gdLst/>
              <a:ahLst/>
              <a:cxnLst>
                <a:cxn ang="0">
                  <a:pos x="wd2" y="hd2"/>
                </a:cxn>
                <a:cxn ang="5400000">
                  <a:pos x="wd2" y="hd2"/>
                </a:cxn>
                <a:cxn ang="10800000">
                  <a:pos x="wd2" y="hd2"/>
                </a:cxn>
                <a:cxn ang="16200000">
                  <a:pos x="wd2" y="hd2"/>
                </a:cxn>
              </a:cxnLst>
              <a:rect l="0" t="0" r="r" b="b"/>
              <a:pathLst>
                <a:path w="21600" h="21600" extrusionOk="0">
                  <a:moveTo>
                    <a:pt x="0" y="4431"/>
                  </a:moveTo>
                  <a:lnTo>
                    <a:pt x="16338" y="0"/>
                  </a:lnTo>
                  <a:lnTo>
                    <a:pt x="21600" y="16338"/>
                  </a:lnTo>
                  <a:lnTo>
                    <a:pt x="5262" y="21600"/>
                  </a:lnTo>
                  <a:lnTo>
                    <a:pt x="0" y="4431"/>
                  </a:lnTo>
                  <a:close/>
                </a:path>
              </a:pathLst>
            </a:cu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72" name="Shape 6859">
              <a:extLst>
                <a:ext uri="{FF2B5EF4-FFF2-40B4-BE49-F238E27FC236}">
                  <a16:creationId xmlns:a16="http://schemas.microsoft.com/office/drawing/2014/main" id="{AD599BF7-4E69-524D-95A9-E55FE5EC2962}"/>
                </a:ext>
              </a:extLst>
            </p:cNvPr>
            <p:cNvSpPr/>
            <p:nvPr/>
          </p:nvSpPr>
          <p:spPr>
            <a:xfrm rot="5400000" flipH="1">
              <a:off x="185368" y="-8491"/>
              <a:ext cx="88908" cy="107951"/>
            </a:xfrm>
            <a:prstGeom prst="rect">
              <a:avLst/>
            </a:pr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grpSp>
      <p:sp>
        <p:nvSpPr>
          <p:cNvPr id="73" name="Shape 6861">
            <a:extLst>
              <a:ext uri="{FF2B5EF4-FFF2-40B4-BE49-F238E27FC236}">
                <a16:creationId xmlns:a16="http://schemas.microsoft.com/office/drawing/2014/main" id="{1841F1F5-6023-7442-B8D2-FE0CD525F212}"/>
              </a:ext>
            </a:extLst>
          </p:cNvPr>
          <p:cNvSpPr/>
          <p:nvPr/>
        </p:nvSpPr>
        <p:spPr bwMode="auto">
          <a:xfrm>
            <a:off x="8433165" y="3287523"/>
            <a:ext cx="985250" cy="1069460"/>
          </a:xfrm>
          <a:custGeom>
            <a:avLst/>
            <a:gdLst/>
            <a:ahLst/>
            <a:cxnLst>
              <a:cxn ang="0">
                <a:pos x="wd2" y="hd2"/>
              </a:cxn>
              <a:cxn ang="5400000">
                <a:pos x="wd2" y="hd2"/>
              </a:cxn>
              <a:cxn ang="10800000">
                <a:pos x="wd2" y="hd2"/>
              </a:cxn>
              <a:cxn ang="16200000">
                <a:pos x="wd2" y="hd2"/>
              </a:cxn>
            </a:cxnLst>
            <a:rect l="0" t="0" r="r" b="b"/>
            <a:pathLst>
              <a:path w="21600" h="21600" extrusionOk="0">
                <a:moveTo>
                  <a:pt x="0" y="9448"/>
                </a:moveTo>
                <a:lnTo>
                  <a:pt x="10800" y="0"/>
                </a:lnTo>
                <a:lnTo>
                  <a:pt x="21600" y="9448"/>
                </a:lnTo>
                <a:lnTo>
                  <a:pt x="15816" y="9448"/>
                </a:lnTo>
                <a:lnTo>
                  <a:pt x="15816" y="21600"/>
                </a:lnTo>
                <a:lnTo>
                  <a:pt x="5784" y="21600"/>
                </a:lnTo>
                <a:lnTo>
                  <a:pt x="5784" y="9448"/>
                </a:lnTo>
                <a:close/>
              </a:path>
            </a:pathLst>
          </a:custGeom>
          <a:solidFill>
            <a:schemeClr val="accent3"/>
          </a:solidFill>
          <a:ln w="12700" cap="flat">
            <a:noFill/>
            <a:miter lim="400000"/>
          </a:ln>
          <a:effectLst>
            <a:outerShdw blurRad="101600" dist="76200" dir="2700000" algn="tl" rotWithShape="0">
              <a:prstClr val="black">
                <a:alpha val="30000"/>
              </a:prstClr>
            </a:outerShdw>
          </a:effectLst>
        </p:spPr>
        <p:txBody>
          <a:bodyPr lIns="45719" tIns="45719" rIns="45719" bIns="45719" anchor="ctr"/>
          <a:lstStyle/>
          <a:p>
            <a:pPr algn="ctr">
              <a:defRPr>
                <a:solidFill>
                  <a:srgbClr val="F9F9F9"/>
                </a:solidFill>
              </a:defRPr>
            </a:pPr>
            <a:endParaRPr>
              <a:solidFill>
                <a:srgbClr val="F9F9F9"/>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grpSp>
        <p:nvGrpSpPr>
          <p:cNvPr id="74" name="Group 6875">
            <a:extLst>
              <a:ext uri="{FF2B5EF4-FFF2-40B4-BE49-F238E27FC236}">
                <a16:creationId xmlns:a16="http://schemas.microsoft.com/office/drawing/2014/main" id="{CEE006CF-2D81-B149-AB45-2936563EBBCE}"/>
              </a:ext>
            </a:extLst>
          </p:cNvPr>
          <p:cNvGrpSpPr/>
          <p:nvPr/>
        </p:nvGrpSpPr>
        <p:grpSpPr>
          <a:xfrm>
            <a:off x="10205061" y="4355932"/>
            <a:ext cx="445359" cy="950571"/>
            <a:chOff x="0" y="0"/>
            <a:chExt cx="447775" cy="955729"/>
          </a:xfrm>
          <a:solidFill>
            <a:schemeClr val="accent4"/>
          </a:solidFill>
          <a:effectLst>
            <a:outerShdw blurRad="101600" dist="76200" dir="2700000" algn="tl" rotWithShape="0">
              <a:prstClr val="black">
                <a:alpha val="30000"/>
              </a:prstClr>
            </a:outerShdw>
          </a:effectLst>
        </p:grpSpPr>
        <p:sp>
          <p:nvSpPr>
            <p:cNvPr id="75" name="Shape 6863">
              <a:extLst>
                <a:ext uri="{FF2B5EF4-FFF2-40B4-BE49-F238E27FC236}">
                  <a16:creationId xmlns:a16="http://schemas.microsoft.com/office/drawing/2014/main" id="{8E022CE6-FBDD-7C4A-9670-6FB960CFA8B2}"/>
                </a:ext>
              </a:extLst>
            </p:cNvPr>
            <p:cNvSpPr/>
            <p:nvPr/>
          </p:nvSpPr>
          <p:spPr>
            <a:xfrm rot="5400000" flipH="1">
              <a:off x="67294" y="283551"/>
              <a:ext cx="84365" cy="82549"/>
            </a:xfrm>
            <a:prstGeom prst="rect">
              <a:avLst/>
            </a:pr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76" name="Shape 6864">
              <a:extLst>
                <a:ext uri="{FF2B5EF4-FFF2-40B4-BE49-F238E27FC236}">
                  <a16:creationId xmlns:a16="http://schemas.microsoft.com/office/drawing/2014/main" id="{376B1C2D-8E3B-C144-90C1-9BB647674B66}"/>
                </a:ext>
              </a:extLst>
            </p:cNvPr>
            <p:cNvSpPr/>
            <p:nvPr/>
          </p:nvSpPr>
          <p:spPr>
            <a:xfrm rot="5400000" flipH="1">
              <a:off x="331662" y="56093"/>
              <a:ext cx="130629" cy="101599"/>
            </a:xfrm>
            <a:prstGeom prst="rect">
              <a:avLst/>
            </a:pr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77" name="Shape 6865">
              <a:extLst>
                <a:ext uri="{FF2B5EF4-FFF2-40B4-BE49-F238E27FC236}">
                  <a16:creationId xmlns:a16="http://schemas.microsoft.com/office/drawing/2014/main" id="{153E6BB1-8075-8545-958C-BB7F89B4D883}"/>
                </a:ext>
              </a:extLst>
            </p:cNvPr>
            <p:cNvSpPr/>
            <p:nvPr/>
          </p:nvSpPr>
          <p:spPr>
            <a:xfrm rot="5400000" flipH="1">
              <a:off x="-13608" y="57192"/>
              <a:ext cx="130629" cy="103413"/>
            </a:xfrm>
            <a:prstGeom prst="rect">
              <a:avLst/>
            </a:pr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78" name="Shape 6866">
              <a:extLst>
                <a:ext uri="{FF2B5EF4-FFF2-40B4-BE49-F238E27FC236}">
                  <a16:creationId xmlns:a16="http://schemas.microsoft.com/office/drawing/2014/main" id="{EA0F14A2-3273-5947-A417-57431DD2AE6F}"/>
                </a:ext>
              </a:extLst>
            </p:cNvPr>
            <p:cNvSpPr/>
            <p:nvPr/>
          </p:nvSpPr>
          <p:spPr>
            <a:xfrm rot="5400000" flipH="1">
              <a:off x="225134" y="301694"/>
              <a:ext cx="147865" cy="149677"/>
            </a:xfrm>
            <a:custGeom>
              <a:avLst/>
              <a:gdLst/>
              <a:ahLst/>
              <a:cxnLst>
                <a:cxn ang="0">
                  <a:pos x="wd2" y="hd2"/>
                </a:cxn>
                <a:cxn ang="5400000">
                  <a:pos x="wd2" y="hd2"/>
                </a:cxn>
                <a:cxn ang="10800000">
                  <a:pos x="wd2" y="hd2"/>
                </a:cxn>
                <a:cxn ang="16200000">
                  <a:pos x="wd2" y="hd2"/>
                </a:cxn>
              </a:cxnLst>
              <a:rect l="0" t="0" r="r" b="b"/>
              <a:pathLst>
                <a:path w="21600" h="21600" extrusionOk="0">
                  <a:moveTo>
                    <a:pt x="5301" y="0"/>
                  </a:moveTo>
                  <a:lnTo>
                    <a:pt x="21600" y="5105"/>
                  </a:lnTo>
                  <a:lnTo>
                    <a:pt x="16564" y="21600"/>
                  </a:lnTo>
                  <a:lnTo>
                    <a:pt x="0" y="16233"/>
                  </a:lnTo>
                  <a:lnTo>
                    <a:pt x="5301" y="0"/>
                  </a:lnTo>
                  <a:close/>
                </a:path>
              </a:pathLst>
            </a:cu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79" name="Shape 6867">
              <a:extLst>
                <a:ext uri="{FF2B5EF4-FFF2-40B4-BE49-F238E27FC236}">
                  <a16:creationId xmlns:a16="http://schemas.microsoft.com/office/drawing/2014/main" id="{A545FD1C-8D4D-DC48-B2F5-0947D812A041}"/>
                </a:ext>
              </a:extLst>
            </p:cNvPr>
            <p:cNvSpPr/>
            <p:nvPr/>
          </p:nvSpPr>
          <p:spPr>
            <a:xfrm rot="5400000" flipH="1">
              <a:off x="187490" y="503532"/>
              <a:ext cx="125187" cy="126091"/>
            </a:xfrm>
            <a:custGeom>
              <a:avLst/>
              <a:gdLst/>
              <a:ahLst/>
              <a:cxnLst>
                <a:cxn ang="0">
                  <a:pos x="wd2" y="hd2"/>
                </a:cxn>
                <a:cxn ang="5400000">
                  <a:pos x="wd2" y="hd2"/>
                </a:cxn>
                <a:cxn ang="10800000">
                  <a:pos x="wd2" y="hd2"/>
                </a:cxn>
                <a:cxn ang="16200000">
                  <a:pos x="wd2" y="hd2"/>
                </a:cxn>
              </a:cxnLst>
              <a:rect l="0" t="0" r="r" b="b"/>
              <a:pathLst>
                <a:path w="21600" h="21600" extrusionOk="0">
                  <a:moveTo>
                    <a:pt x="0" y="5905"/>
                  </a:moveTo>
                  <a:lnTo>
                    <a:pt x="15965" y="0"/>
                  </a:lnTo>
                  <a:lnTo>
                    <a:pt x="21600" y="16006"/>
                  </a:lnTo>
                  <a:lnTo>
                    <a:pt x="5948" y="21600"/>
                  </a:lnTo>
                  <a:lnTo>
                    <a:pt x="0" y="5905"/>
                  </a:lnTo>
                  <a:close/>
                </a:path>
              </a:pathLst>
            </a:cu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80" name="Shape 6868">
              <a:extLst>
                <a:ext uri="{FF2B5EF4-FFF2-40B4-BE49-F238E27FC236}">
                  <a16:creationId xmlns:a16="http://schemas.microsoft.com/office/drawing/2014/main" id="{51EEBB81-65B3-3A44-B61F-56366FCF9B74}"/>
                </a:ext>
              </a:extLst>
            </p:cNvPr>
            <p:cNvSpPr/>
            <p:nvPr/>
          </p:nvSpPr>
          <p:spPr>
            <a:xfrm rot="5400000" flipH="1">
              <a:off x="112197" y="381068"/>
              <a:ext cx="109765" cy="110670"/>
            </a:xfrm>
            <a:custGeom>
              <a:avLst/>
              <a:gdLst/>
              <a:ahLst/>
              <a:cxnLst>
                <a:cxn ang="0">
                  <a:pos x="wd2" y="hd2"/>
                </a:cxn>
                <a:cxn ang="5400000">
                  <a:pos x="wd2" y="hd2"/>
                </a:cxn>
                <a:cxn ang="10800000">
                  <a:pos x="wd2" y="hd2"/>
                </a:cxn>
                <a:cxn ang="16200000">
                  <a:pos x="wd2" y="hd2"/>
                </a:cxn>
              </a:cxnLst>
              <a:rect l="0" t="0" r="r" b="b"/>
              <a:pathLst>
                <a:path w="21600" h="21600" extrusionOk="0">
                  <a:moveTo>
                    <a:pt x="0" y="2125"/>
                  </a:moveTo>
                  <a:lnTo>
                    <a:pt x="19458" y="0"/>
                  </a:lnTo>
                  <a:lnTo>
                    <a:pt x="21600" y="19475"/>
                  </a:lnTo>
                  <a:lnTo>
                    <a:pt x="2142" y="21600"/>
                  </a:lnTo>
                  <a:lnTo>
                    <a:pt x="0" y="2125"/>
                  </a:lnTo>
                  <a:close/>
                </a:path>
              </a:pathLst>
            </a:cu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81" name="Shape 6869">
              <a:extLst>
                <a:ext uri="{FF2B5EF4-FFF2-40B4-BE49-F238E27FC236}">
                  <a16:creationId xmlns:a16="http://schemas.microsoft.com/office/drawing/2014/main" id="{6896B70E-B030-0E41-B9CB-3BD4D98950DB}"/>
                </a:ext>
              </a:extLst>
            </p:cNvPr>
            <p:cNvSpPr/>
            <p:nvPr/>
          </p:nvSpPr>
          <p:spPr>
            <a:xfrm rot="5400000" flipH="1">
              <a:off x="205182" y="659106"/>
              <a:ext cx="86179" cy="86177"/>
            </a:xfrm>
            <a:prstGeom prst="rect">
              <a:avLst/>
            </a:pr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82" name="Shape 6870">
              <a:extLst>
                <a:ext uri="{FF2B5EF4-FFF2-40B4-BE49-F238E27FC236}">
                  <a16:creationId xmlns:a16="http://schemas.microsoft.com/office/drawing/2014/main" id="{76413C90-F405-834F-926B-88BC4932657F}"/>
                </a:ext>
              </a:extLst>
            </p:cNvPr>
            <p:cNvSpPr/>
            <p:nvPr/>
          </p:nvSpPr>
          <p:spPr>
            <a:xfrm rot="5400000" flipH="1">
              <a:off x="167083" y="777940"/>
              <a:ext cx="84365" cy="82549"/>
            </a:xfrm>
            <a:prstGeom prst="rect">
              <a:avLst/>
            </a:pr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83" name="Shape 6871">
              <a:extLst>
                <a:ext uri="{FF2B5EF4-FFF2-40B4-BE49-F238E27FC236}">
                  <a16:creationId xmlns:a16="http://schemas.microsoft.com/office/drawing/2014/main" id="{DD9AA557-F990-F649-8BA9-DA5D2C29A992}"/>
                </a:ext>
              </a:extLst>
            </p:cNvPr>
            <p:cNvSpPr/>
            <p:nvPr/>
          </p:nvSpPr>
          <p:spPr>
            <a:xfrm rot="5400000" flipH="1">
              <a:off x="165262" y="156553"/>
              <a:ext cx="117930" cy="108855"/>
            </a:xfrm>
            <a:prstGeom prst="rect">
              <a:avLst/>
            </a:pr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84" name="Shape 6872">
              <a:extLst>
                <a:ext uri="{FF2B5EF4-FFF2-40B4-BE49-F238E27FC236}">
                  <a16:creationId xmlns:a16="http://schemas.microsoft.com/office/drawing/2014/main" id="{6F20A4F3-0BD4-FA4C-A02F-CD69999D6D2B}"/>
                </a:ext>
              </a:extLst>
            </p:cNvPr>
            <p:cNvSpPr/>
            <p:nvPr/>
          </p:nvSpPr>
          <p:spPr>
            <a:xfrm rot="5400000" flipH="1">
              <a:off x="94510" y="590162"/>
              <a:ext cx="101601" cy="101600"/>
            </a:xfrm>
            <a:custGeom>
              <a:avLst/>
              <a:gdLst/>
              <a:ahLst/>
              <a:cxnLst>
                <a:cxn ang="0">
                  <a:pos x="wd2" y="hd2"/>
                </a:cxn>
                <a:cxn ang="5400000">
                  <a:pos x="wd2" y="hd2"/>
                </a:cxn>
                <a:cxn ang="10800000">
                  <a:pos x="wd2" y="hd2"/>
                </a:cxn>
                <a:cxn ang="16200000">
                  <a:pos x="wd2" y="hd2"/>
                </a:cxn>
              </a:cxnLst>
              <a:rect l="0" t="0" r="r" b="b"/>
              <a:pathLst>
                <a:path w="21600" h="21600" extrusionOk="0">
                  <a:moveTo>
                    <a:pt x="4629" y="0"/>
                  </a:moveTo>
                  <a:lnTo>
                    <a:pt x="21600" y="4629"/>
                  </a:lnTo>
                  <a:lnTo>
                    <a:pt x="16971" y="21600"/>
                  </a:lnTo>
                  <a:lnTo>
                    <a:pt x="0" y="16971"/>
                  </a:lnTo>
                  <a:lnTo>
                    <a:pt x="4629" y="0"/>
                  </a:lnTo>
                  <a:close/>
                </a:path>
              </a:pathLst>
            </a:cu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85" name="Shape 6873">
              <a:extLst>
                <a:ext uri="{FF2B5EF4-FFF2-40B4-BE49-F238E27FC236}">
                  <a16:creationId xmlns:a16="http://schemas.microsoft.com/office/drawing/2014/main" id="{15B9F0F0-54F6-FC4F-91AC-56C8CB1B9D2C}"/>
                </a:ext>
              </a:extLst>
            </p:cNvPr>
            <p:cNvSpPr/>
            <p:nvPr/>
          </p:nvSpPr>
          <p:spPr>
            <a:xfrm rot="5400000" flipH="1">
              <a:off x="261414" y="884973"/>
              <a:ext cx="70758" cy="70757"/>
            </a:xfrm>
            <a:custGeom>
              <a:avLst/>
              <a:gdLst/>
              <a:ahLst/>
              <a:cxnLst>
                <a:cxn ang="0">
                  <a:pos x="wd2" y="hd2"/>
                </a:cxn>
                <a:cxn ang="5400000">
                  <a:pos x="wd2" y="hd2"/>
                </a:cxn>
                <a:cxn ang="10800000">
                  <a:pos x="wd2" y="hd2"/>
                </a:cxn>
                <a:cxn ang="16200000">
                  <a:pos x="wd2" y="hd2"/>
                </a:cxn>
              </a:cxnLst>
              <a:rect l="0" t="0" r="r" b="b"/>
              <a:pathLst>
                <a:path w="21600" h="21600" extrusionOk="0">
                  <a:moveTo>
                    <a:pt x="0" y="4431"/>
                  </a:moveTo>
                  <a:lnTo>
                    <a:pt x="16338" y="0"/>
                  </a:lnTo>
                  <a:lnTo>
                    <a:pt x="21600" y="16338"/>
                  </a:lnTo>
                  <a:lnTo>
                    <a:pt x="5262" y="21600"/>
                  </a:lnTo>
                  <a:lnTo>
                    <a:pt x="0" y="4431"/>
                  </a:lnTo>
                  <a:close/>
                </a:path>
              </a:pathLst>
            </a:cu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86" name="Shape 6874">
              <a:extLst>
                <a:ext uri="{FF2B5EF4-FFF2-40B4-BE49-F238E27FC236}">
                  <a16:creationId xmlns:a16="http://schemas.microsoft.com/office/drawing/2014/main" id="{CB9365E7-AA60-774D-870A-1E0BD0BD541F}"/>
                </a:ext>
              </a:extLst>
            </p:cNvPr>
            <p:cNvSpPr/>
            <p:nvPr/>
          </p:nvSpPr>
          <p:spPr>
            <a:xfrm rot="5400000" flipH="1">
              <a:off x="185568" y="-9966"/>
              <a:ext cx="88925" cy="108856"/>
            </a:xfrm>
            <a:prstGeom prst="rect">
              <a:avLst/>
            </a:prstGeom>
            <a:grpFill/>
            <a:ln w="12700" cap="flat">
              <a:noFill/>
              <a:miter lim="400000"/>
            </a:ln>
            <a:effectLst/>
          </p:spPr>
          <p:txBody>
            <a:bodyPr lIns="45719" tIns="45719" rIns="45719" bIns="45719"/>
            <a:lstStyle/>
            <a:p>
              <a:pPr>
                <a:defRPr/>
              </a:pPr>
              <a:endParaRPr>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grpSp>
      <p:sp>
        <p:nvSpPr>
          <p:cNvPr id="87" name="Shape 6876">
            <a:extLst>
              <a:ext uri="{FF2B5EF4-FFF2-40B4-BE49-F238E27FC236}">
                <a16:creationId xmlns:a16="http://schemas.microsoft.com/office/drawing/2014/main" id="{6B0D0877-95B0-F64A-9AD0-DD7E29671E10}"/>
              </a:ext>
            </a:extLst>
          </p:cNvPr>
          <p:cNvSpPr/>
          <p:nvPr/>
        </p:nvSpPr>
        <p:spPr>
          <a:xfrm>
            <a:off x="9933644" y="2470846"/>
            <a:ext cx="985262" cy="1901092"/>
          </a:xfrm>
          <a:custGeom>
            <a:avLst/>
            <a:gdLst/>
            <a:ahLst/>
            <a:cxnLst>
              <a:cxn ang="0">
                <a:pos x="wd2" y="hd2"/>
              </a:cxn>
              <a:cxn ang="5400000">
                <a:pos x="wd2" y="hd2"/>
              </a:cxn>
              <a:cxn ang="10800000">
                <a:pos x="wd2" y="hd2"/>
              </a:cxn>
              <a:cxn ang="16200000">
                <a:pos x="wd2" y="hd2"/>
              </a:cxn>
            </a:cxnLst>
            <a:rect l="0" t="0" r="r" b="b"/>
            <a:pathLst>
              <a:path w="21600" h="21600" extrusionOk="0">
                <a:moveTo>
                  <a:pt x="0" y="5310"/>
                </a:moveTo>
                <a:lnTo>
                  <a:pt x="10800" y="0"/>
                </a:lnTo>
                <a:lnTo>
                  <a:pt x="21600" y="5310"/>
                </a:lnTo>
                <a:lnTo>
                  <a:pt x="15816" y="5310"/>
                </a:lnTo>
                <a:lnTo>
                  <a:pt x="15816" y="21600"/>
                </a:lnTo>
                <a:lnTo>
                  <a:pt x="5784" y="21600"/>
                </a:lnTo>
                <a:lnTo>
                  <a:pt x="5784" y="5310"/>
                </a:lnTo>
                <a:close/>
              </a:path>
            </a:pathLst>
          </a:custGeom>
          <a:solidFill>
            <a:schemeClr val="accent4"/>
          </a:solidFill>
          <a:ln w="12700" cap="flat">
            <a:noFill/>
            <a:miter lim="400000"/>
          </a:ln>
          <a:effectLst>
            <a:outerShdw blurRad="101600" dist="76200" dir="2700000" algn="tl" rotWithShape="0">
              <a:prstClr val="black">
                <a:alpha val="30000"/>
              </a:prstClr>
            </a:outerShdw>
          </a:effectLst>
        </p:spPr>
        <p:txBody>
          <a:bodyPr lIns="45719" tIns="45719" rIns="45719" bIns="45719" anchor="ctr"/>
          <a:lstStyle/>
          <a:p>
            <a:pPr algn="ctr">
              <a:defRPr>
                <a:solidFill>
                  <a:srgbClr val="F9F9F9"/>
                </a:solidFill>
              </a:defRPr>
            </a:pPr>
            <a:endParaRPr>
              <a:solidFill>
                <a:srgbClr val="F9F9F9"/>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grpSp>
        <p:nvGrpSpPr>
          <p:cNvPr id="88" name="Group 2_1">
            <a:extLst>
              <a:ext uri="{FF2B5EF4-FFF2-40B4-BE49-F238E27FC236}">
                <a16:creationId xmlns:a16="http://schemas.microsoft.com/office/drawing/2014/main" id="{00E70EBA-7A61-4C8F-AF32-0BF3B8856349}"/>
              </a:ext>
            </a:extLst>
          </p:cNvPr>
          <p:cNvGrpSpPr/>
          <p:nvPr/>
        </p:nvGrpSpPr>
        <p:grpSpPr>
          <a:xfrm>
            <a:off x="0" y="0"/>
            <a:ext cx="1751115" cy="1097152"/>
            <a:chOff x="0" y="0"/>
            <a:chExt cx="1751115" cy="1097152"/>
          </a:xfrm>
        </p:grpSpPr>
        <p:grpSp>
          <p:nvGrpSpPr>
            <p:cNvPr id="89" name="组合 88">
              <a:extLst>
                <a:ext uri="{FF2B5EF4-FFF2-40B4-BE49-F238E27FC236}">
                  <a16:creationId xmlns:a16="http://schemas.microsoft.com/office/drawing/2014/main" id="{EB62B291-178E-4CC6-AA9B-9FE8971FE451}"/>
                </a:ext>
              </a:extLst>
            </p:cNvPr>
            <p:cNvGrpSpPr/>
            <p:nvPr/>
          </p:nvGrpSpPr>
          <p:grpSpPr>
            <a:xfrm>
              <a:off x="0" y="0"/>
              <a:ext cx="1751115" cy="1097152"/>
              <a:chOff x="-1832690" y="-1312191"/>
              <a:chExt cx="4302458" cy="3292533"/>
            </a:xfrm>
          </p:grpSpPr>
          <p:pic>
            <p:nvPicPr>
              <p:cNvPr id="91" name="PA-图片 2">
                <a:extLst>
                  <a:ext uri="{FF2B5EF4-FFF2-40B4-BE49-F238E27FC236}">
                    <a16:creationId xmlns:a16="http://schemas.microsoft.com/office/drawing/2014/main" id="{57385B28-B8EC-43EC-8EC4-0C453DC69759}"/>
                  </a:ext>
                </a:extLst>
              </p:cNvPr>
              <p:cNvPicPr>
                <a:picLocks noChangeAspect="1"/>
              </p:cNvPicPr>
              <p:nvPr>
                <p:custDataLst>
                  <p:tags r:id="rId2"/>
                </p:custDataLst>
              </p:nvPr>
            </p:nvPicPr>
            <p:blipFill rotWithShape="1">
              <a:blip r:embed="rId6" cstate="print">
                <a:extLst>
                  <a:ext uri="{28A0092B-C50C-407E-A947-70E740481C1C}">
                    <a14:useLocalDpi xmlns:a14="http://schemas.microsoft.com/office/drawing/2010/main" val="0"/>
                  </a:ext>
                </a:extLst>
              </a:blip>
              <a:srcRect l="15664" t="61151"/>
              <a:stretch/>
            </p:blipFill>
            <p:spPr>
              <a:xfrm>
                <a:off x="-1832690" y="-1312191"/>
                <a:ext cx="4302458" cy="2664265"/>
              </a:xfrm>
              <a:prstGeom prst="rect">
                <a:avLst/>
              </a:prstGeom>
            </p:spPr>
          </p:pic>
          <p:pic>
            <p:nvPicPr>
              <p:cNvPr id="92" name="PA-图片 7">
                <a:extLst>
                  <a:ext uri="{FF2B5EF4-FFF2-40B4-BE49-F238E27FC236}">
                    <a16:creationId xmlns:a16="http://schemas.microsoft.com/office/drawing/2014/main" id="{0FF5E94C-5BE6-4FCF-871C-76F7EBC41731}"/>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975373" y="1127025"/>
                <a:ext cx="775743" cy="853317"/>
              </a:xfrm>
              <a:prstGeom prst="rect">
                <a:avLst/>
              </a:prstGeom>
            </p:spPr>
          </p:pic>
        </p:grpSp>
        <p:sp>
          <p:nvSpPr>
            <p:cNvPr id="90" name="PA-矩形8435759">
              <a:extLst>
                <a:ext uri="{FF2B5EF4-FFF2-40B4-BE49-F238E27FC236}">
                  <a16:creationId xmlns:a16="http://schemas.microsoft.com/office/drawing/2014/main" id="{2F2C1AD1-7F61-4855-AAEF-6E8902847F32}"/>
                </a:ext>
              </a:extLst>
            </p:cNvPr>
            <p:cNvSpPr/>
            <p:nvPr>
              <p:custDataLst>
                <p:tags r:id="rId1"/>
              </p:custDataLst>
            </p:nvPr>
          </p:nvSpPr>
          <p:spPr>
            <a:xfrm>
              <a:off x="60033" y="136009"/>
              <a:ext cx="1398588" cy="400110"/>
            </a:xfrm>
            <a:prstGeom prst="rect">
              <a:avLst/>
            </a:prstGeom>
          </p:spPr>
          <p:txBody>
            <a:bodyPr wrap="none">
              <a:spAutoFit/>
            </a:bodyPr>
            <a:lstStyle/>
            <a:p>
              <a:r>
                <a:rPr lang="en-US" altLang="zh-CN" sz="2000" dirty="0">
                  <a:latin typeface="思源黑体 CN Medium" panose="020B0600000000000000" pitchFamily="34" charset="-122"/>
                  <a:ea typeface="思源黑体 CN Medium" panose="020B0600000000000000" pitchFamily="34" charset="-122"/>
                  <a:sym typeface="思源黑体" panose="020B0400000000000000" pitchFamily="34" charset="-122"/>
                </a:rPr>
                <a:t>Enter title</a:t>
              </a:r>
              <a:endParaRPr lang="zh-CN" altLang="en-US" sz="2000" dirty="0">
                <a:latin typeface="思源黑体 CN Medium" panose="020B0600000000000000" pitchFamily="34" charset="-122"/>
                <a:ea typeface="思源黑体 CN Medium" panose="020B0600000000000000" pitchFamily="34" charset="-122"/>
              </a:endParaRPr>
            </a:p>
          </p:txBody>
        </p:sp>
      </p:grpSp>
    </p:spTree>
    <p:extLst>
      <p:ext uri="{BB962C8B-B14F-4D97-AF65-F5344CB8AC3E}">
        <p14:creationId xmlns:p14="http://schemas.microsoft.com/office/powerpoint/2010/main" val="3765044643"/>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linds(horizontal)">
                                      <p:cBhvr>
                                        <p:cTn id="10" dur="500"/>
                                        <p:tgtEl>
                                          <p:spTgt spid="4"/>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linds(horizontal)">
                                      <p:cBhvr>
                                        <p:cTn id="13" dur="500"/>
                                        <p:tgtEl>
                                          <p:spTgt spid="5"/>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linds(horizontal)">
                                      <p:cBhvr>
                                        <p:cTn id="16" dur="500"/>
                                        <p:tgtEl>
                                          <p:spTgt spid="6"/>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blinds(horizontal)">
                                      <p:cBhvr>
                                        <p:cTn id="19" dur="500"/>
                                        <p:tgtEl>
                                          <p:spTgt spid="7"/>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blinds(horizontal)">
                                      <p:cBhvr>
                                        <p:cTn id="25" dur="500"/>
                                        <p:tgtEl>
                                          <p:spTgt spid="9"/>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blinds(horizontal)">
                                      <p:cBhvr>
                                        <p:cTn id="28" dur="500"/>
                                        <p:tgtEl>
                                          <p:spTgt spid="10"/>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blinds(horizontal)">
                                      <p:cBhvr>
                                        <p:cTn id="31" dur="500"/>
                                        <p:tgtEl>
                                          <p:spTgt spid="11"/>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blinds(horizontal)">
                                      <p:cBhvr>
                                        <p:cTn id="34" dur="500"/>
                                        <p:tgtEl>
                                          <p:spTgt spid="12"/>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blinds(horizontal)">
                                      <p:cBhvr>
                                        <p:cTn id="37" dur="500"/>
                                        <p:tgtEl>
                                          <p:spTgt spid="13"/>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blinds(horizontal)">
                                      <p:cBhvr>
                                        <p:cTn id="40" dur="500"/>
                                        <p:tgtEl>
                                          <p:spTgt spid="14"/>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blinds(horizontal)">
                                      <p:cBhvr>
                                        <p:cTn id="43" dur="500"/>
                                        <p:tgtEl>
                                          <p:spTgt spid="15"/>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blinds(horizontal)">
                                      <p:cBhvr>
                                        <p:cTn id="46" dur="500"/>
                                        <p:tgtEl>
                                          <p:spTgt spid="16"/>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blinds(horizontal)">
                                      <p:cBhvr>
                                        <p:cTn id="49" dur="500"/>
                                        <p:tgtEl>
                                          <p:spTgt spid="17"/>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blinds(horizontal)">
                                      <p:cBhvr>
                                        <p:cTn id="52" dur="500"/>
                                        <p:tgtEl>
                                          <p:spTgt spid="18"/>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blinds(horizontal)">
                                      <p:cBhvr>
                                        <p:cTn id="55" dur="500"/>
                                        <p:tgtEl>
                                          <p:spTgt spid="19"/>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blinds(horizontal)">
                                      <p:cBhvr>
                                        <p:cTn id="58" dur="500"/>
                                        <p:tgtEl>
                                          <p:spTgt spid="20"/>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blinds(horizontal)">
                                      <p:cBhvr>
                                        <p:cTn id="61" dur="500"/>
                                        <p:tgtEl>
                                          <p:spTgt spid="21"/>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blinds(horizontal)">
                                      <p:cBhvr>
                                        <p:cTn id="64" dur="500"/>
                                        <p:tgtEl>
                                          <p:spTgt spid="22"/>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blinds(horizontal)">
                                      <p:cBhvr>
                                        <p:cTn id="67" dur="500"/>
                                        <p:tgtEl>
                                          <p:spTgt spid="23"/>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blinds(horizontal)">
                                      <p:cBhvr>
                                        <p:cTn id="70" dur="500"/>
                                        <p:tgtEl>
                                          <p:spTgt spid="24"/>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blinds(horizontal)">
                                      <p:cBhvr>
                                        <p:cTn id="73" dur="500"/>
                                        <p:tgtEl>
                                          <p:spTgt spid="25"/>
                                        </p:tgtEl>
                                      </p:cBhvr>
                                    </p:animEffect>
                                  </p:childTnLst>
                                </p:cTn>
                              </p:par>
                              <p:par>
                                <p:cTn id="74" presetID="3" presetClass="entr" presetSubtype="10" fill="hold" grpId="0" nodeType="with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blinds(horizontal)">
                                      <p:cBhvr>
                                        <p:cTn id="76" dur="500"/>
                                        <p:tgtEl>
                                          <p:spTgt spid="26"/>
                                        </p:tgtEl>
                                      </p:cBhvr>
                                    </p:animEffect>
                                  </p:childTnLst>
                                </p:cTn>
                              </p:par>
                              <p:par>
                                <p:cTn id="77" presetID="3" presetClass="entr" presetSubtype="10" fill="hold" grpId="0" nodeType="with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blinds(horizontal)">
                                      <p:cBhvr>
                                        <p:cTn id="79" dur="500"/>
                                        <p:tgtEl>
                                          <p:spTgt spid="27"/>
                                        </p:tgtEl>
                                      </p:cBhvr>
                                    </p:animEffect>
                                  </p:childTnLst>
                                </p:cTn>
                              </p:par>
                              <p:par>
                                <p:cTn id="80" presetID="3" presetClass="entr" presetSubtype="10" fill="hold" grpId="0" nodeType="with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blinds(horizontal)">
                                      <p:cBhvr>
                                        <p:cTn id="82" dur="500"/>
                                        <p:tgtEl>
                                          <p:spTgt spid="28"/>
                                        </p:tgtEl>
                                      </p:cBhvr>
                                    </p:animEffect>
                                  </p:childTnLst>
                                </p:cTn>
                              </p:par>
                              <p:par>
                                <p:cTn id="83" presetID="3" presetClass="entr" presetSubtype="10" fill="hold" grpId="0" nodeType="withEffect">
                                  <p:stCondLst>
                                    <p:cond delay="0"/>
                                  </p:stCondLst>
                                  <p:childTnLst>
                                    <p:set>
                                      <p:cBhvr>
                                        <p:cTn id="84" dur="1" fill="hold">
                                          <p:stCondLst>
                                            <p:cond delay="0"/>
                                          </p:stCondLst>
                                        </p:cTn>
                                        <p:tgtEl>
                                          <p:spTgt spid="29"/>
                                        </p:tgtEl>
                                        <p:attrNameLst>
                                          <p:attrName>style.visibility</p:attrName>
                                        </p:attrNameLst>
                                      </p:cBhvr>
                                      <p:to>
                                        <p:strVal val="visible"/>
                                      </p:to>
                                    </p:set>
                                    <p:animEffect transition="in" filter="blinds(horizontal)">
                                      <p:cBhvr>
                                        <p:cTn id="85" dur="500"/>
                                        <p:tgtEl>
                                          <p:spTgt spid="29"/>
                                        </p:tgtEl>
                                      </p:cBhvr>
                                    </p:animEffect>
                                  </p:childTnLst>
                                </p:cTn>
                              </p:par>
                              <p:par>
                                <p:cTn id="86" presetID="3" presetClass="entr" presetSubtype="10" fill="hold" grpId="0" nodeType="with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blinds(horizontal)">
                                      <p:cBhvr>
                                        <p:cTn id="88" dur="500"/>
                                        <p:tgtEl>
                                          <p:spTgt spid="30"/>
                                        </p:tgtEl>
                                      </p:cBhvr>
                                    </p:animEffect>
                                  </p:childTnLst>
                                </p:cTn>
                              </p:par>
                              <p:par>
                                <p:cTn id="89" presetID="3" presetClass="entr" presetSubtype="10" fill="hold" grpId="0" nodeType="with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blinds(horizontal)">
                                      <p:cBhvr>
                                        <p:cTn id="91" dur="500"/>
                                        <p:tgtEl>
                                          <p:spTgt spid="31"/>
                                        </p:tgtEl>
                                      </p:cBhvr>
                                    </p:animEffect>
                                  </p:childTnLst>
                                </p:cTn>
                              </p:par>
                              <p:par>
                                <p:cTn id="92" presetID="3" presetClass="entr" presetSubtype="10" fill="hold" nodeType="withEffect">
                                  <p:stCondLst>
                                    <p:cond delay="0"/>
                                  </p:stCondLst>
                                  <p:childTnLst>
                                    <p:set>
                                      <p:cBhvr>
                                        <p:cTn id="93" dur="1" fill="hold">
                                          <p:stCondLst>
                                            <p:cond delay="0"/>
                                          </p:stCondLst>
                                        </p:cTn>
                                        <p:tgtEl>
                                          <p:spTgt spid="32"/>
                                        </p:tgtEl>
                                        <p:attrNameLst>
                                          <p:attrName>style.visibility</p:attrName>
                                        </p:attrNameLst>
                                      </p:cBhvr>
                                      <p:to>
                                        <p:strVal val="visible"/>
                                      </p:to>
                                    </p:set>
                                    <p:animEffect transition="in" filter="blinds(horizontal)">
                                      <p:cBhvr>
                                        <p:cTn id="94" dur="500"/>
                                        <p:tgtEl>
                                          <p:spTgt spid="32"/>
                                        </p:tgtEl>
                                      </p:cBhvr>
                                    </p:animEffect>
                                  </p:childTnLst>
                                </p:cTn>
                              </p:par>
                              <p:par>
                                <p:cTn id="95" presetID="3" presetClass="entr" presetSubtype="10" fill="hold" grpId="0" nodeType="withEffect">
                                  <p:stCondLst>
                                    <p:cond delay="0"/>
                                  </p:stCondLst>
                                  <p:childTnLst>
                                    <p:set>
                                      <p:cBhvr>
                                        <p:cTn id="96" dur="1" fill="hold">
                                          <p:stCondLst>
                                            <p:cond delay="0"/>
                                          </p:stCondLst>
                                        </p:cTn>
                                        <p:tgtEl>
                                          <p:spTgt spid="45"/>
                                        </p:tgtEl>
                                        <p:attrNameLst>
                                          <p:attrName>style.visibility</p:attrName>
                                        </p:attrNameLst>
                                      </p:cBhvr>
                                      <p:to>
                                        <p:strVal val="visible"/>
                                      </p:to>
                                    </p:set>
                                    <p:animEffect transition="in" filter="blinds(horizontal)">
                                      <p:cBhvr>
                                        <p:cTn id="97" dur="500"/>
                                        <p:tgtEl>
                                          <p:spTgt spid="45"/>
                                        </p:tgtEl>
                                      </p:cBhvr>
                                    </p:animEffect>
                                  </p:childTnLst>
                                </p:cTn>
                              </p:par>
                              <p:par>
                                <p:cTn id="98" presetID="3" presetClass="entr" presetSubtype="10" fill="hold" nodeType="withEffect">
                                  <p:stCondLst>
                                    <p:cond delay="0"/>
                                  </p:stCondLst>
                                  <p:childTnLst>
                                    <p:set>
                                      <p:cBhvr>
                                        <p:cTn id="99" dur="1" fill="hold">
                                          <p:stCondLst>
                                            <p:cond delay="0"/>
                                          </p:stCondLst>
                                        </p:cTn>
                                        <p:tgtEl>
                                          <p:spTgt spid="46"/>
                                        </p:tgtEl>
                                        <p:attrNameLst>
                                          <p:attrName>style.visibility</p:attrName>
                                        </p:attrNameLst>
                                      </p:cBhvr>
                                      <p:to>
                                        <p:strVal val="visible"/>
                                      </p:to>
                                    </p:set>
                                    <p:animEffect transition="in" filter="blinds(horizontal)">
                                      <p:cBhvr>
                                        <p:cTn id="100" dur="500"/>
                                        <p:tgtEl>
                                          <p:spTgt spid="46"/>
                                        </p:tgtEl>
                                      </p:cBhvr>
                                    </p:animEffect>
                                  </p:childTnLst>
                                </p:cTn>
                              </p:par>
                              <p:par>
                                <p:cTn id="101" presetID="3" presetClass="entr" presetSubtype="10" fill="hold" grpId="0" nodeType="withEffect">
                                  <p:stCondLst>
                                    <p:cond delay="0"/>
                                  </p:stCondLst>
                                  <p:childTnLst>
                                    <p:set>
                                      <p:cBhvr>
                                        <p:cTn id="102" dur="1" fill="hold">
                                          <p:stCondLst>
                                            <p:cond delay="0"/>
                                          </p:stCondLst>
                                        </p:cTn>
                                        <p:tgtEl>
                                          <p:spTgt spid="59"/>
                                        </p:tgtEl>
                                        <p:attrNameLst>
                                          <p:attrName>style.visibility</p:attrName>
                                        </p:attrNameLst>
                                      </p:cBhvr>
                                      <p:to>
                                        <p:strVal val="visible"/>
                                      </p:to>
                                    </p:set>
                                    <p:animEffect transition="in" filter="blinds(horizontal)">
                                      <p:cBhvr>
                                        <p:cTn id="103" dur="500"/>
                                        <p:tgtEl>
                                          <p:spTgt spid="59"/>
                                        </p:tgtEl>
                                      </p:cBhvr>
                                    </p:animEffect>
                                  </p:childTnLst>
                                </p:cTn>
                              </p:par>
                              <p:par>
                                <p:cTn id="104" presetID="3" presetClass="entr" presetSubtype="10" fill="hold" nodeType="withEffect">
                                  <p:stCondLst>
                                    <p:cond delay="0"/>
                                  </p:stCondLst>
                                  <p:childTnLst>
                                    <p:set>
                                      <p:cBhvr>
                                        <p:cTn id="105" dur="1" fill="hold">
                                          <p:stCondLst>
                                            <p:cond delay="0"/>
                                          </p:stCondLst>
                                        </p:cTn>
                                        <p:tgtEl>
                                          <p:spTgt spid="60"/>
                                        </p:tgtEl>
                                        <p:attrNameLst>
                                          <p:attrName>style.visibility</p:attrName>
                                        </p:attrNameLst>
                                      </p:cBhvr>
                                      <p:to>
                                        <p:strVal val="visible"/>
                                      </p:to>
                                    </p:set>
                                    <p:animEffect transition="in" filter="blinds(horizontal)">
                                      <p:cBhvr>
                                        <p:cTn id="106" dur="500"/>
                                        <p:tgtEl>
                                          <p:spTgt spid="60"/>
                                        </p:tgtEl>
                                      </p:cBhvr>
                                    </p:animEffect>
                                  </p:childTnLst>
                                </p:cTn>
                              </p:par>
                              <p:par>
                                <p:cTn id="107" presetID="3" presetClass="entr" presetSubtype="10" fill="hold" grpId="0" nodeType="withEffect">
                                  <p:stCondLst>
                                    <p:cond delay="0"/>
                                  </p:stCondLst>
                                  <p:childTnLst>
                                    <p:set>
                                      <p:cBhvr>
                                        <p:cTn id="108" dur="1" fill="hold">
                                          <p:stCondLst>
                                            <p:cond delay="0"/>
                                          </p:stCondLst>
                                        </p:cTn>
                                        <p:tgtEl>
                                          <p:spTgt spid="73"/>
                                        </p:tgtEl>
                                        <p:attrNameLst>
                                          <p:attrName>style.visibility</p:attrName>
                                        </p:attrNameLst>
                                      </p:cBhvr>
                                      <p:to>
                                        <p:strVal val="visible"/>
                                      </p:to>
                                    </p:set>
                                    <p:animEffect transition="in" filter="blinds(horizontal)">
                                      <p:cBhvr>
                                        <p:cTn id="109" dur="500"/>
                                        <p:tgtEl>
                                          <p:spTgt spid="73"/>
                                        </p:tgtEl>
                                      </p:cBhvr>
                                    </p:animEffect>
                                  </p:childTnLst>
                                </p:cTn>
                              </p:par>
                              <p:par>
                                <p:cTn id="110" presetID="3" presetClass="entr" presetSubtype="10" fill="hold" nodeType="withEffect">
                                  <p:stCondLst>
                                    <p:cond delay="0"/>
                                  </p:stCondLst>
                                  <p:childTnLst>
                                    <p:set>
                                      <p:cBhvr>
                                        <p:cTn id="111" dur="1" fill="hold">
                                          <p:stCondLst>
                                            <p:cond delay="0"/>
                                          </p:stCondLst>
                                        </p:cTn>
                                        <p:tgtEl>
                                          <p:spTgt spid="74"/>
                                        </p:tgtEl>
                                        <p:attrNameLst>
                                          <p:attrName>style.visibility</p:attrName>
                                        </p:attrNameLst>
                                      </p:cBhvr>
                                      <p:to>
                                        <p:strVal val="visible"/>
                                      </p:to>
                                    </p:set>
                                    <p:animEffect transition="in" filter="blinds(horizontal)">
                                      <p:cBhvr>
                                        <p:cTn id="112" dur="500"/>
                                        <p:tgtEl>
                                          <p:spTgt spid="74"/>
                                        </p:tgtEl>
                                      </p:cBhvr>
                                    </p:animEffect>
                                  </p:childTnLst>
                                </p:cTn>
                              </p:par>
                              <p:par>
                                <p:cTn id="113" presetID="3" presetClass="entr" presetSubtype="10" fill="hold" grpId="0" nodeType="withEffect">
                                  <p:stCondLst>
                                    <p:cond delay="0"/>
                                  </p:stCondLst>
                                  <p:childTnLst>
                                    <p:set>
                                      <p:cBhvr>
                                        <p:cTn id="114" dur="1" fill="hold">
                                          <p:stCondLst>
                                            <p:cond delay="0"/>
                                          </p:stCondLst>
                                        </p:cTn>
                                        <p:tgtEl>
                                          <p:spTgt spid="87"/>
                                        </p:tgtEl>
                                        <p:attrNameLst>
                                          <p:attrName>style.visibility</p:attrName>
                                        </p:attrNameLst>
                                      </p:cBhvr>
                                      <p:to>
                                        <p:strVal val="visible"/>
                                      </p:to>
                                    </p:set>
                                    <p:animEffect transition="in" filter="blinds(horizontal)">
                                      <p:cBhvr>
                                        <p:cTn id="115" dur="5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45" grpId="0" animBg="1"/>
      <p:bldP spid="59" grpId="0" animBg="1"/>
      <p:bldP spid="73" grpId="0" animBg="1"/>
      <p:bldP spid="8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Oval 74"/>
          <p:cNvSpPr>
            <a:spLocks noChangeArrowheads="1"/>
          </p:cNvSpPr>
          <p:nvPr/>
        </p:nvSpPr>
        <p:spPr bwMode="auto">
          <a:xfrm>
            <a:off x="2502017" y="3315030"/>
            <a:ext cx="1153267" cy="1149204"/>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30" normalizeH="0" baseline="0" noProof="0">
              <a:ln>
                <a:noFill/>
              </a:ln>
              <a:solidFill>
                <a:prstClr val="black"/>
              </a:solidFill>
              <a:effectLst/>
              <a:uLnTx/>
              <a:uFillTx/>
              <a:latin typeface="思源黑体 CN Medium" panose="020B0600000000000000" pitchFamily="34" charset="-122"/>
              <a:cs typeface="+mn-ea"/>
              <a:sym typeface="思源黑体 CN Medium" panose="020B0600000000000000" pitchFamily="34" charset="-122"/>
            </a:endParaRPr>
          </a:p>
        </p:txBody>
      </p:sp>
      <p:sp>
        <p:nvSpPr>
          <p:cNvPr id="57" name="Oval 81"/>
          <p:cNvSpPr>
            <a:spLocks noChangeArrowheads="1"/>
          </p:cNvSpPr>
          <p:nvPr/>
        </p:nvSpPr>
        <p:spPr bwMode="auto">
          <a:xfrm>
            <a:off x="8536717" y="3315030"/>
            <a:ext cx="1153267" cy="1149204"/>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30" normalizeH="0" baseline="0" noProof="0">
              <a:ln>
                <a:noFill/>
              </a:ln>
              <a:solidFill>
                <a:prstClr val="black"/>
              </a:solidFill>
              <a:effectLst/>
              <a:uLnTx/>
              <a:uFillTx/>
              <a:latin typeface="思源黑体 CN Medium" panose="020B0600000000000000" pitchFamily="34" charset="-122"/>
              <a:cs typeface="+mn-ea"/>
              <a:sym typeface="思源黑体 CN Medium" panose="020B0600000000000000" pitchFamily="34" charset="-122"/>
            </a:endParaRPr>
          </a:p>
        </p:txBody>
      </p:sp>
      <p:sp>
        <p:nvSpPr>
          <p:cNvPr id="58" name="Oval 76"/>
          <p:cNvSpPr>
            <a:spLocks noChangeArrowheads="1"/>
          </p:cNvSpPr>
          <p:nvPr/>
        </p:nvSpPr>
        <p:spPr bwMode="auto">
          <a:xfrm>
            <a:off x="3362142" y="1937681"/>
            <a:ext cx="1147176" cy="1149204"/>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30" normalizeH="0" baseline="0" noProof="0">
              <a:ln>
                <a:noFill/>
              </a:ln>
              <a:solidFill>
                <a:prstClr val="black"/>
              </a:solidFill>
              <a:effectLst/>
              <a:uLnTx/>
              <a:uFillTx/>
              <a:latin typeface="思源黑体 CN Medium" panose="020B0600000000000000" pitchFamily="34" charset="-122"/>
              <a:cs typeface="+mn-ea"/>
              <a:sym typeface="思源黑体 CN Medium" panose="020B0600000000000000" pitchFamily="34" charset="-122"/>
            </a:endParaRPr>
          </a:p>
        </p:txBody>
      </p:sp>
      <p:sp>
        <p:nvSpPr>
          <p:cNvPr id="59" name="Oval 75"/>
          <p:cNvSpPr>
            <a:spLocks noChangeArrowheads="1"/>
          </p:cNvSpPr>
          <p:nvPr/>
        </p:nvSpPr>
        <p:spPr bwMode="auto">
          <a:xfrm>
            <a:off x="3362142" y="4692153"/>
            <a:ext cx="1147176" cy="1153267"/>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30" normalizeH="0" baseline="0" noProof="0">
              <a:ln>
                <a:noFill/>
              </a:ln>
              <a:solidFill>
                <a:prstClr val="black"/>
              </a:solidFill>
              <a:effectLst/>
              <a:uLnTx/>
              <a:uFillTx/>
              <a:latin typeface="思源黑体 CN Medium" panose="020B0600000000000000" pitchFamily="34" charset="-122"/>
              <a:cs typeface="+mn-ea"/>
              <a:sym typeface="思源黑体 CN Medium" panose="020B0600000000000000" pitchFamily="34" charset="-122"/>
            </a:endParaRPr>
          </a:p>
        </p:txBody>
      </p:sp>
      <p:sp>
        <p:nvSpPr>
          <p:cNvPr id="60" name="Oval 83"/>
          <p:cNvSpPr>
            <a:spLocks noChangeArrowheads="1"/>
          </p:cNvSpPr>
          <p:nvPr/>
        </p:nvSpPr>
        <p:spPr bwMode="auto">
          <a:xfrm>
            <a:off x="7682682" y="1937681"/>
            <a:ext cx="1147176" cy="1149204"/>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30" normalizeH="0" baseline="0" noProof="0">
              <a:ln>
                <a:noFill/>
              </a:ln>
              <a:solidFill>
                <a:prstClr val="black"/>
              </a:solidFill>
              <a:effectLst/>
              <a:uLnTx/>
              <a:uFillTx/>
              <a:latin typeface="思源黑体 CN Medium" panose="020B0600000000000000" pitchFamily="34" charset="-122"/>
              <a:cs typeface="+mn-ea"/>
              <a:sym typeface="思源黑体 CN Medium" panose="020B0600000000000000" pitchFamily="34" charset="-122"/>
            </a:endParaRPr>
          </a:p>
        </p:txBody>
      </p:sp>
      <p:sp>
        <p:nvSpPr>
          <p:cNvPr id="61" name="Oval 82"/>
          <p:cNvSpPr>
            <a:spLocks noChangeArrowheads="1"/>
          </p:cNvSpPr>
          <p:nvPr/>
        </p:nvSpPr>
        <p:spPr bwMode="auto">
          <a:xfrm>
            <a:off x="7682682" y="4692153"/>
            <a:ext cx="1147176" cy="1153267"/>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30" normalizeH="0" baseline="0" noProof="0">
              <a:ln>
                <a:noFill/>
              </a:ln>
              <a:solidFill>
                <a:prstClr val="black"/>
              </a:solidFill>
              <a:effectLst/>
              <a:uLnTx/>
              <a:uFillTx/>
              <a:latin typeface="思源黑体 CN Medium" panose="020B0600000000000000" pitchFamily="34" charset="-122"/>
              <a:cs typeface="+mn-ea"/>
              <a:sym typeface="思源黑体 CN Medium" panose="020B0600000000000000" pitchFamily="34" charset="-122"/>
            </a:endParaRPr>
          </a:p>
        </p:txBody>
      </p:sp>
      <p:sp>
        <p:nvSpPr>
          <p:cNvPr id="62" name="Oval 61"/>
          <p:cNvSpPr/>
          <p:nvPr/>
        </p:nvSpPr>
        <p:spPr>
          <a:xfrm flipH="1">
            <a:off x="6466232" y="3270458"/>
            <a:ext cx="1286665" cy="1286665"/>
          </a:xfrm>
          <a:prstGeom prst="ellipse">
            <a:avLst/>
          </a:prstGeom>
          <a:solidFill>
            <a:srgbClr val="F8F8F8"/>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3" name="Freeform 14"/>
          <p:cNvSpPr>
            <a:spLocks/>
          </p:cNvSpPr>
          <p:nvPr/>
        </p:nvSpPr>
        <p:spPr bwMode="auto">
          <a:xfrm flipH="1">
            <a:off x="7507084" y="3787211"/>
            <a:ext cx="909465" cy="264155"/>
          </a:xfrm>
          <a:custGeom>
            <a:avLst/>
            <a:gdLst>
              <a:gd name="T0" fmla="*/ 881 w 881"/>
              <a:gd name="T1" fmla="*/ 129 h 257"/>
              <a:gd name="T2" fmla="*/ 831 w 881"/>
              <a:gd name="T3" fmla="*/ 79 h 257"/>
              <a:gd name="T4" fmla="*/ 170 w 881"/>
              <a:gd name="T5" fmla="*/ 79 h 257"/>
              <a:gd name="T6" fmla="*/ 170 w 881"/>
              <a:gd name="T7" fmla="*/ 0 h 257"/>
              <a:gd name="T8" fmla="*/ 0 w 881"/>
              <a:gd name="T9" fmla="*/ 129 h 257"/>
              <a:gd name="T10" fmla="*/ 170 w 881"/>
              <a:gd name="T11" fmla="*/ 257 h 257"/>
              <a:gd name="T12" fmla="*/ 170 w 881"/>
              <a:gd name="T13" fmla="*/ 178 h 257"/>
              <a:gd name="T14" fmla="*/ 831 w 881"/>
              <a:gd name="T15" fmla="*/ 178 h 257"/>
              <a:gd name="T16" fmla="*/ 881 w 881"/>
              <a:gd name="T17" fmla="*/ 129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1" h="257">
                <a:moveTo>
                  <a:pt x="881" y="129"/>
                </a:moveTo>
                <a:cubicBezTo>
                  <a:pt x="881" y="100"/>
                  <a:pt x="860" y="79"/>
                  <a:pt x="831" y="79"/>
                </a:cubicBezTo>
                <a:cubicBezTo>
                  <a:pt x="170" y="79"/>
                  <a:pt x="170" y="79"/>
                  <a:pt x="170" y="79"/>
                </a:cubicBezTo>
                <a:cubicBezTo>
                  <a:pt x="170" y="0"/>
                  <a:pt x="170" y="0"/>
                  <a:pt x="170" y="0"/>
                </a:cubicBezTo>
                <a:cubicBezTo>
                  <a:pt x="0" y="129"/>
                  <a:pt x="0" y="129"/>
                  <a:pt x="0" y="129"/>
                </a:cubicBezTo>
                <a:cubicBezTo>
                  <a:pt x="170" y="257"/>
                  <a:pt x="170" y="257"/>
                  <a:pt x="170" y="257"/>
                </a:cubicBezTo>
                <a:cubicBezTo>
                  <a:pt x="170" y="178"/>
                  <a:pt x="170" y="178"/>
                  <a:pt x="170" y="178"/>
                </a:cubicBezTo>
                <a:cubicBezTo>
                  <a:pt x="831" y="178"/>
                  <a:pt x="831" y="178"/>
                  <a:pt x="831" y="178"/>
                </a:cubicBezTo>
                <a:cubicBezTo>
                  <a:pt x="861" y="178"/>
                  <a:pt x="881" y="153"/>
                  <a:pt x="881" y="129"/>
                </a:cubicBezTo>
                <a:close/>
              </a:path>
            </a:pathLst>
          </a:custGeom>
          <a:solidFill>
            <a:schemeClr val="accent3"/>
          </a:solidFill>
          <a:ln w="25400">
            <a:solidFill>
              <a:srgbClr val="F8F8F8"/>
            </a:solidFill>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4" name="Freeform 15"/>
          <p:cNvSpPr>
            <a:spLocks/>
          </p:cNvSpPr>
          <p:nvPr/>
        </p:nvSpPr>
        <p:spPr bwMode="auto">
          <a:xfrm flipH="1">
            <a:off x="7388274" y="4258226"/>
            <a:ext cx="430609" cy="425181"/>
          </a:xfrm>
          <a:custGeom>
            <a:avLst/>
            <a:gdLst>
              <a:gd name="T0" fmla="*/ 401 w 417"/>
              <a:gd name="T1" fmla="*/ 20 h 413"/>
              <a:gd name="T2" fmla="*/ 330 w 417"/>
              <a:gd name="T3" fmla="*/ 20 h 413"/>
              <a:gd name="T4" fmla="*/ 87 w 417"/>
              <a:gd name="T5" fmla="*/ 259 h 413"/>
              <a:gd name="T6" fmla="*/ 30 w 417"/>
              <a:gd name="T7" fmla="*/ 203 h 413"/>
              <a:gd name="T8" fmla="*/ 0 w 417"/>
              <a:gd name="T9" fmla="*/ 413 h 413"/>
              <a:gd name="T10" fmla="*/ 213 w 417"/>
              <a:gd name="T11" fmla="*/ 383 h 413"/>
              <a:gd name="T12" fmla="*/ 159 w 417"/>
              <a:gd name="T13" fmla="*/ 329 h 413"/>
              <a:gd name="T14" fmla="*/ 401 w 417"/>
              <a:gd name="T15" fmla="*/ 91 h 413"/>
              <a:gd name="T16" fmla="*/ 417 w 417"/>
              <a:gd name="T17" fmla="*/ 52 h 413"/>
              <a:gd name="T18" fmla="*/ 401 w 417"/>
              <a:gd name="T19" fmla="*/ 2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7" h="413">
                <a:moveTo>
                  <a:pt x="401" y="20"/>
                </a:moveTo>
                <a:cubicBezTo>
                  <a:pt x="380" y="0"/>
                  <a:pt x="351" y="0"/>
                  <a:pt x="330" y="20"/>
                </a:cubicBezTo>
                <a:cubicBezTo>
                  <a:pt x="87" y="259"/>
                  <a:pt x="87" y="259"/>
                  <a:pt x="87" y="259"/>
                </a:cubicBezTo>
                <a:cubicBezTo>
                  <a:pt x="30" y="203"/>
                  <a:pt x="30" y="203"/>
                  <a:pt x="30" y="203"/>
                </a:cubicBezTo>
                <a:cubicBezTo>
                  <a:pt x="0" y="413"/>
                  <a:pt x="0" y="413"/>
                  <a:pt x="0" y="413"/>
                </a:cubicBezTo>
                <a:cubicBezTo>
                  <a:pt x="213" y="383"/>
                  <a:pt x="213" y="383"/>
                  <a:pt x="213" y="383"/>
                </a:cubicBezTo>
                <a:cubicBezTo>
                  <a:pt x="159" y="329"/>
                  <a:pt x="159" y="329"/>
                  <a:pt x="159" y="329"/>
                </a:cubicBezTo>
                <a:cubicBezTo>
                  <a:pt x="401" y="91"/>
                  <a:pt x="401" y="91"/>
                  <a:pt x="401" y="91"/>
                </a:cubicBezTo>
                <a:cubicBezTo>
                  <a:pt x="412" y="80"/>
                  <a:pt x="417" y="66"/>
                  <a:pt x="417" y="52"/>
                </a:cubicBezTo>
                <a:cubicBezTo>
                  <a:pt x="416" y="39"/>
                  <a:pt x="410" y="27"/>
                  <a:pt x="401" y="20"/>
                </a:cubicBezTo>
                <a:close/>
              </a:path>
            </a:pathLst>
          </a:custGeom>
          <a:solidFill>
            <a:schemeClr val="accent4"/>
          </a:solidFill>
          <a:ln w="25400">
            <a:solidFill>
              <a:srgbClr val="F8F8F8"/>
            </a:solidFill>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5" name="Freeform 16"/>
          <p:cNvSpPr>
            <a:spLocks/>
          </p:cNvSpPr>
          <p:nvPr/>
        </p:nvSpPr>
        <p:spPr bwMode="auto">
          <a:xfrm flipH="1">
            <a:off x="7388274" y="3147932"/>
            <a:ext cx="430609" cy="422768"/>
          </a:xfrm>
          <a:custGeom>
            <a:avLst/>
            <a:gdLst>
              <a:gd name="T0" fmla="*/ 158 w 417"/>
              <a:gd name="T1" fmla="*/ 86 h 411"/>
              <a:gd name="T2" fmla="*/ 212 w 417"/>
              <a:gd name="T3" fmla="*/ 30 h 411"/>
              <a:gd name="T4" fmla="*/ 0 w 417"/>
              <a:gd name="T5" fmla="*/ 0 h 411"/>
              <a:gd name="T6" fmla="*/ 30 w 417"/>
              <a:gd name="T7" fmla="*/ 210 h 411"/>
              <a:gd name="T8" fmla="*/ 87 w 417"/>
              <a:gd name="T9" fmla="*/ 157 h 411"/>
              <a:gd name="T10" fmla="*/ 330 w 417"/>
              <a:gd name="T11" fmla="*/ 398 h 411"/>
              <a:gd name="T12" fmla="*/ 367 w 417"/>
              <a:gd name="T13" fmla="*/ 411 h 411"/>
              <a:gd name="T14" fmla="*/ 401 w 417"/>
              <a:gd name="T15" fmla="*/ 398 h 411"/>
              <a:gd name="T16" fmla="*/ 417 w 417"/>
              <a:gd name="T17" fmla="*/ 363 h 411"/>
              <a:gd name="T18" fmla="*/ 401 w 417"/>
              <a:gd name="T19" fmla="*/ 327 h 411"/>
              <a:gd name="T20" fmla="*/ 158 w 417"/>
              <a:gd name="T21" fmla="*/ 86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7" h="411">
                <a:moveTo>
                  <a:pt x="158" y="86"/>
                </a:moveTo>
                <a:cubicBezTo>
                  <a:pt x="212" y="30"/>
                  <a:pt x="212" y="30"/>
                  <a:pt x="212" y="30"/>
                </a:cubicBezTo>
                <a:cubicBezTo>
                  <a:pt x="0" y="0"/>
                  <a:pt x="0" y="0"/>
                  <a:pt x="0" y="0"/>
                </a:cubicBezTo>
                <a:cubicBezTo>
                  <a:pt x="30" y="210"/>
                  <a:pt x="30" y="210"/>
                  <a:pt x="30" y="210"/>
                </a:cubicBezTo>
                <a:cubicBezTo>
                  <a:pt x="87" y="157"/>
                  <a:pt x="87" y="157"/>
                  <a:pt x="87" y="157"/>
                </a:cubicBezTo>
                <a:cubicBezTo>
                  <a:pt x="330" y="398"/>
                  <a:pt x="330" y="398"/>
                  <a:pt x="330" y="398"/>
                </a:cubicBezTo>
                <a:cubicBezTo>
                  <a:pt x="339" y="407"/>
                  <a:pt x="351" y="411"/>
                  <a:pt x="367" y="411"/>
                </a:cubicBezTo>
                <a:cubicBezTo>
                  <a:pt x="380" y="411"/>
                  <a:pt x="393" y="406"/>
                  <a:pt x="401" y="398"/>
                </a:cubicBezTo>
                <a:cubicBezTo>
                  <a:pt x="411" y="388"/>
                  <a:pt x="417" y="376"/>
                  <a:pt x="417" y="363"/>
                </a:cubicBezTo>
                <a:cubicBezTo>
                  <a:pt x="417" y="350"/>
                  <a:pt x="411" y="337"/>
                  <a:pt x="401" y="327"/>
                </a:cubicBezTo>
                <a:lnTo>
                  <a:pt x="158" y="86"/>
                </a:lnTo>
                <a:close/>
              </a:path>
            </a:pathLst>
          </a:custGeom>
          <a:solidFill>
            <a:schemeClr val="accent2"/>
          </a:solidFill>
          <a:ln w="25400">
            <a:solidFill>
              <a:srgbClr val="F8F8F8"/>
            </a:solidFill>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6" name="TextBox 65"/>
          <p:cNvSpPr txBox="1">
            <a:spLocks/>
          </p:cNvSpPr>
          <p:nvPr/>
        </p:nvSpPr>
        <p:spPr>
          <a:xfrm>
            <a:off x="6914725" y="4635152"/>
            <a:ext cx="386003" cy="461665"/>
          </a:xfrm>
          <a:prstGeom prst="rect">
            <a:avLst/>
          </a:prstGeom>
          <a:noFill/>
        </p:spPr>
        <p:txBody>
          <a:bodyPr wrap="none" rtlCol="0">
            <a:spAutoFit/>
          </a:bodyPr>
          <a:lstStyle>
            <a:defPPr>
              <a:defRPr lang="en-US"/>
            </a:defPPr>
            <a:lvl1pPr algn="ctr">
              <a:defRPr sz="2400" spc="-30">
                <a:solidFill>
                  <a:schemeClr val="tx1">
                    <a:lumMod val="40000"/>
                    <a:lumOff val="60000"/>
                  </a:schemeClr>
                </a:solidFill>
                <a:latin typeface="Montserrat Semi Bold" panose="00000700000000000000" pitchFamily="50" charset="0"/>
                <a:cs typeface="Montserrat" panose="02000000000000000000" pitchFamily="2" charset="0"/>
              </a:defRPr>
            </a:lvl1pPr>
          </a:lstStyle>
          <a:p>
            <a:r>
              <a:rPr lang="en-US"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B</a:t>
            </a:r>
          </a:p>
        </p:txBody>
      </p:sp>
      <p:sp>
        <p:nvSpPr>
          <p:cNvPr id="67" name="Freeform 5"/>
          <p:cNvSpPr>
            <a:spLocks/>
          </p:cNvSpPr>
          <p:nvPr/>
        </p:nvSpPr>
        <p:spPr bwMode="auto">
          <a:xfrm>
            <a:off x="5838591" y="3733507"/>
            <a:ext cx="506433" cy="355758"/>
          </a:xfrm>
          <a:custGeom>
            <a:avLst/>
            <a:gdLst>
              <a:gd name="T0" fmla="*/ 156 w 242"/>
              <a:gd name="T1" fmla="*/ 170 h 170"/>
              <a:gd name="T2" fmla="*/ 156 w 242"/>
              <a:gd name="T3" fmla="*/ 107 h 170"/>
              <a:gd name="T4" fmla="*/ 86 w 242"/>
              <a:gd name="T5" fmla="*/ 107 h 170"/>
              <a:gd name="T6" fmla="*/ 86 w 242"/>
              <a:gd name="T7" fmla="*/ 170 h 170"/>
              <a:gd name="T8" fmla="*/ 0 w 242"/>
              <a:gd name="T9" fmla="*/ 86 h 170"/>
              <a:gd name="T10" fmla="*/ 86 w 242"/>
              <a:gd name="T11" fmla="*/ 0 h 170"/>
              <a:gd name="T12" fmla="*/ 86 w 242"/>
              <a:gd name="T13" fmla="*/ 63 h 170"/>
              <a:gd name="T14" fmla="*/ 156 w 242"/>
              <a:gd name="T15" fmla="*/ 63 h 170"/>
              <a:gd name="T16" fmla="*/ 156 w 242"/>
              <a:gd name="T17" fmla="*/ 0 h 170"/>
              <a:gd name="T18" fmla="*/ 242 w 242"/>
              <a:gd name="T19" fmla="*/ 86 h 170"/>
              <a:gd name="T20" fmla="*/ 156 w 242"/>
              <a:gd name="T21" fmla="*/ 170 h 170"/>
              <a:gd name="T22" fmla="*/ 156 w 242"/>
              <a:gd name="T23" fmla="*/ 170 h 170"/>
              <a:gd name="T24" fmla="*/ 156 w 242"/>
              <a:gd name="T25"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2" h="170">
                <a:moveTo>
                  <a:pt x="156" y="170"/>
                </a:moveTo>
                <a:lnTo>
                  <a:pt x="156" y="107"/>
                </a:lnTo>
                <a:lnTo>
                  <a:pt x="86" y="107"/>
                </a:lnTo>
                <a:lnTo>
                  <a:pt x="86" y="170"/>
                </a:lnTo>
                <a:lnTo>
                  <a:pt x="0" y="86"/>
                </a:lnTo>
                <a:lnTo>
                  <a:pt x="86" y="0"/>
                </a:lnTo>
                <a:lnTo>
                  <a:pt x="86" y="63"/>
                </a:lnTo>
                <a:lnTo>
                  <a:pt x="156" y="63"/>
                </a:lnTo>
                <a:lnTo>
                  <a:pt x="156" y="0"/>
                </a:lnTo>
                <a:lnTo>
                  <a:pt x="242" y="86"/>
                </a:lnTo>
                <a:lnTo>
                  <a:pt x="156" y="170"/>
                </a:lnTo>
                <a:lnTo>
                  <a:pt x="156" y="170"/>
                </a:lnTo>
                <a:lnTo>
                  <a:pt x="156" y="170"/>
                </a:lnTo>
                <a:close/>
              </a:path>
            </a:pathLst>
          </a:custGeom>
          <a:solidFill>
            <a:schemeClr val="tx1">
              <a:lumMod val="40000"/>
              <a:lumOff val="60000"/>
            </a:schemeClr>
          </a:solidFill>
          <a:ln>
            <a:noFill/>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2" name="Oval 71"/>
          <p:cNvSpPr/>
          <p:nvPr/>
        </p:nvSpPr>
        <p:spPr>
          <a:xfrm>
            <a:off x="4439103" y="3270458"/>
            <a:ext cx="1286665" cy="1286665"/>
          </a:xfrm>
          <a:prstGeom prst="ellipse">
            <a:avLst/>
          </a:prstGeom>
          <a:solidFill>
            <a:srgbClr val="F8F8F8"/>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3" name="TextBox 72"/>
          <p:cNvSpPr txBox="1">
            <a:spLocks/>
          </p:cNvSpPr>
          <p:nvPr/>
        </p:nvSpPr>
        <p:spPr>
          <a:xfrm>
            <a:off x="4915614" y="4616280"/>
            <a:ext cx="371577" cy="461665"/>
          </a:xfrm>
          <a:prstGeom prst="rect">
            <a:avLst/>
          </a:prstGeom>
          <a:noFill/>
        </p:spPr>
        <p:txBody>
          <a:bodyPr wrap="none" rtlCol="0">
            <a:spAutoFit/>
          </a:bodyPr>
          <a:lstStyle>
            <a:defPPr>
              <a:defRPr lang="en-US"/>
            </a:defPPr>
            <a:lvl1pPr algn="ctr">
              <a:defRPr sz="2400" spc="-30">
                <a:solidFill>
                  <a:schemeClr val="tx1">
                    <a:lumMod val="40000"/>
                    <a:lumOff val="60000"/>
                  </a:schemeClr>
                </a:solidFill>
                <a:latin typeface="Montserrat Semi Bold" panose="00000700000000000000" pitchFamily="50" charset="0"/>
                <a:cs typeface="Montserrat" panose="02000000000000000000" pitchFamily="2" charset="0"/>
              </a:defRPr>
            </a:lvl1pPr>
          </a:lstStyle>
          <a:p>
            <a:r>
              <a:rPr lang="en-US"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a:t>
            </a:r>
          </a:p>
        </p:txBody>
      </p:sp>
      <p:sp>
        <p:nvSpPr>
          <p:cNvPr id="74" name="Freeform 14"/>
          <p:cNvSpPr>
            <a:spLocks/>
          </p:cNvSpPr>
          <p:nvPr/>
        </p:nvSpPr>
        <p:spPr bwMode="auto">
          <a:xfrm>
            <a:off x="3775451" y="3787211"/>
            <a:ext cx="909465" cy="264155"/>
          </a:xfrm>
          <a:custGeom>
            <a:avLst/>
            <a:gdLst>
              <a:gd name="T0" fmla="*/ 881 w 881"/>
              <a:gd name="T1" fmla="*/ 129 h 257"/>
              <a:gd name="T2" fmla="*/ 831 w 881"/>
              <a:gd name="T3" fmla="*/ 79 h 257"/>
              <a:gd name="T4" fmla="*/ 170 w 881"/>
              <a:gd name="T5" fmla="*/ 79 h 257"/>
              <a:gd name="T6" fmla="*/ 170 w 881"/>
              <a:gd name="T7" fmla="*/ 0 h 257"/>
              <a:gd name="T8" fmla="*/ 0 w 881"/>
              <a:gd name="T9" fmla="*/ 129 h 257"/>
              <a:gd name="T10" fmla="*/ 170 w 881"/>
              <a:gd name="T11" fmla="*/ 257 h 257"/>
              <a:gd name="T12" fmla="*/ 170 w 881"/>
              <a:gd name="T13" fmla="*/ 178 h 257"/>
              <a:gd name="T14" fmla="*/ 831 w 881"/>
              <a:gd name="T15" fmla="*/ 178 h 257"/>
              <a:gd name="T16" fmla="*/ 881 w 881"/>
              <a:gd name="T17" fmla="*/ 129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1" h="257">
                <a:moveTo>
                  <a:pt x="881" y="129"/>
                </a:moveTo>
                <a:cubicBezTo>
                  <a:pt x="881" y="100"/>
                  <a:pt x="860" y="79"/>
                  <a:pt x="831" y="79"/>
                </a:cubicBezTo>
                <a:cubicBezTo>
                  <a:pt x="170" y="79"/>
                  <a:pt x="170" y="79"/>
                  <a:pt x="170" y="79"/>
                </a:cubicBezTo>
                <a:cubicBezTo>
                  <a:pt x="170" y="0"/>
                  <a:pt x="170" y="0"/>
                  <a:pt x="170" y="0"/>
                </a:cubicBezTo>
                <a:cubicBezTo>
                  <a:pt x="0" y="129"/>
                  <a:pt x="0" y="129"/>
                  <a:pt x="0" y="129"/>
                </a:cubicBezTo>
                <a:cubicBezTo>
                  <a:pt x="170" y="257"/>
                  <a:pt x="170" y="257"/>
                  <a:pt x="170" y="257"/>
                </a:cubicBezTo>
                <a:cubicBezTo>
                  <a:pt x="170" y="178"/>
                  <a:pt x="170" y="178"/>
                  <a:pt x="170" y="178"/>
                </a:cubicBezTo>
                <a:cubicBezTo>
                  <a:pt x="831" y="178"/>
                  <a:pt x="831" y="178"/>
                  <a:pt x="831" y="178"/>
                </a:cubicBezTo>
                <a:cubicBezTo>
                  <a:pt x="861" y="178"/>
                  <a:pt x="881" y="153"/>
                  <a:pt x="881" y="129"/>
                </a:cubicBezTo>
                <a:close/>
              </a:path>
            </a:pathLst>
          </a:custGeom>
          <a:solidFill>
            <a:schemeClr val="accent3"/>
          </a:solidFill>
          <a:ln w="25400">
            <a:solidFill>
              <a:srgbClr val="F8F8F8"/>
            </a:solidFill>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5" name="Freeform 15"/>
          <p:cNvSpPr>
            <a:spLocks/>
          </p:cNvSpPr>
          <p:nvPr/>
        </p:nvSpPr>
        <p:spPr bwMode="auto">
          <a:xfrm>
            <a:off x="4373117" y="4258226"/>
            <a:ext cx="430609" cy="425181"/>
          </a:xfrm>
          <a:custGeom>
            <a:avLst/>
            <a:gdLst>
              <a:gd name="T0" fmla="*/ 401 w 417"/>
              <a:gd name="T1" fmla="*/ 20 h 413"/>
              <a:gd name="T2" fmla="*/ 330 w 417"/>
              <a:gd name="T3" fmla="*/ 20 h 413"/>
              <a:gd name="T4" fmla="*/ 87 w 417"/>
              <a:gd name="T5" fmla="*/ 259 h 413"/>
              <a:gd name="T6" fmla="*/ 30 w 417"/>
              <a:gd name="T7" fmla="*/ 203 h 413"/>
              <a:gd name="T8" fmla="*/ 0 w 417"/>
              <a:gd name="T9" fmla="*/ 413 h 413"/>
              <a:gd name="T10" fmla="*/ 213 w 417"/>
              <a:gd name="T11" fmla="*/ 383 h 413"/>
              <a:gd name="T12" fmla="*/ 159 w 417"/>
              <a:gd name="T13" fmla="*/ 329 h 413"/>
              <a:gd name="T14" fmla="*/ 401 w 417"/>
              <a:gd name="T15" fmla="*/ 91 h 413"/>
              <a:gd name="T16" fmla="*/ 417 w 417"/>
              <a:gd name="T17" fmla="*/ 52 h 413"/>
              <a:gd name="T18" fmla="*/ 401 w 417"/>
              <a:gd name="T19" fmla="*/ 2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7" h="413">
                <a:moveTo>
                  <a:pt x="401" y="20"/>
                </a:moveTo>
                <a:cubicBezTo>
                  <a:pt x="380" y="0"/>
                  <a:pt x="351" y="0"/>
                  <a:pt x="330" y="20"/>
                </a:cubicBezTo>
                <a:cubicBezTo>
                  <a:pt x="87" y="259"/>
                  <a:pt x="87" y="259"/>
                  <a:pt x="87" y="259"/>
                </a:cubicBezTo>
                <a:cubicBezTo>
                  <a:pt x="30" y="203"/>
                  <a:pt x="30" y="203"/>
                  <a:pt x="30" y="203"/>
                </a:cubicBezTo>
                <a:cubicBezTo>
                  <a:pt x="0" y="413"/>
                  <a:pt x="0" y="413"/>
                  <a:pt x="0" y="413"/>
                </a:cubicBezTo>
                <a:cubicBezTo>
                  <a:pt x="213" y="383"/>
                  <a:pt x="213" y="383"/>
                  <a:pt x="213" y="383"/>
                </a:cubicBezTo>
                <a:cubicBezTo>
                  <a:pt x="159" y="329"/>
                  <a:pt x="159" y="329"/>
                  <a:pt x="159" y="329"/>
                </a:cubicBezTo>
                <a:cubicBezTo>
                  <a:pt x="401" y="91"/>
                  <a:pt x="401" y="91"/>
                  <a:pt x="401" y="91"/>
                </a:cubicBezTo>
                <a:cubicBezTo>
                  <a:pt x="412" y="80"/>
                  <a:pt x="417" y="66"/>
                  <a:pt x="417" y="52"/>
                </a:cubicBezTo>
                <a:cubicBezTo>
                  <a:pt x="416" y="39"/>
                  <a:pt x="410" y="27"/>
                  <a:pt x="401" y="20"/>
                </a:cubicBezTo>
                <a:close/>
              </a:path>
            </a:pathLst>
          </a:custGeom>
          <a:solidFill>
            <a:schemeClr val="accent4"/>
          </a:solidFill>
          <a:ln w="25400">
            <a:solidFill>
              <a:srgbClr val="F8F8F8"/>
            </a:solidFill>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6" name="Freeform 16"/>
          <p:cNvSpPr>
            <a:spLocks/>
          </p:cNvSpPr>
          <p:nvPr/>
        </p:nvSpPr>
        <p:spPr bwMode="auto">
          <a:xfrm>
            <a:off x="4373117" y="3147932"/>
            <a:ext cx="430609" cy="422768"/>
          </a:xfrm>
          <a:custGeom>
            <a:avLst/>
            <a:gdLst>
              <a:gd name="T0" fmla="*/ 158 w 417"/>
              <a:gd name="T1" fmla="*/ 86 h 411"/>
              <a:gd name="T2" fmla="*/ 212 w 417"/>
              <a:gd name="T3" fmla="*/ 30 h 411"/>
              <a:gd name="T4" fmla="*/ 0 w 417"/>
              <a:gd name="T5" fmla="*/ 0 h 411"/>
              <a:gd name="T6" fmla="*/ 30 w 417"/>
              <a:gd name="T7" fmla="*/ 210 h 411"/>
              <a:gd name="T8" fmla="*/ 87 w 417"/>
              <a:gd name="T9" fmla="*/ 157 h 411"/>
              <a:gd name="T10" fmla="*/ 330 w 417"/>
              <a:gd name="T11" fmla="*/ 398 h 411"/>
              <a:gd name="T12" fmla="*/ 367 w 417"/>
              <a:gd name="T13" fmla="*/ 411 h 411"/>
              <a:gd name="T14" fmla="*/ 401 w 417"/>
              <a:gd name="T15" fmla="*/ 398 h 411"/>
              <a:gd name="T16" fmla="*/ 417 w 417"/>
              <a:gd name="T17" fmla="*/ 363 h 411"/>
              <a:gd name="T18" fmla="*/ 401 w 417"/>
              <a:gd name="T19" fmla="*/ 327 h 411"/>
              <a:gd name="T20" fmla="*/ 158 w 417"/>
              <a:gd name="T21" fmla="*/ 86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7" h="411">
                <a:moveTo>
                  <a:pt x="158" y="86"/>
                </a:moveTo>
                <a:cubicBezTo>
                  <a:pt x="212" y="30"/>
                  <a:pt x="212" y="30"/>
                  <a:pt x="212" y="30"/>
                </a:cubicBezTo>
                <a:cubicBezTo>
                  <a:pt x="0" y="0"/>
                  <a:pt x="0" y="0"/>
                  <a:pt x="0" y="0"/>
                </a:cubicBezTo>
                <a:cubicBezTo>
                  <a:pt x="30" y="210"/>
                  <a:pt x="30" y="210"/>
                  <a:pt x="30" y="210"/>
                </a:cubicBezTo>
                <a:cubicBezTo>
                  <a:pt x="87" y="157"/>
                  <a:pt x="87" y="157"/>
                  <a:pt x="87" y="157"/>
                </a:cubicBezTo>
                <a:cubicBezTo>
                  <a:pt x="330" y="398"/>
                  <a:pt x="330" y="398"/>
                  <a:pt x="330" y="398"/>
                </a:cubicBezTo>
                <a:cubicBezTo>
                  <a:pt x="339" y="407"/>
                  <a:pt x="351" y="411"/>
                  <a:pt x="367" y="411"/>
                </a:cubicBezTo>
                <a:cubicBezTo>
                  <a:pt x="380" y="411"/>
                  <a:pt x="393" y="406"/>
                  <a:pt x="401" y="398"/>
                </a:cubicBezTo>
                <a:cubicBezTo>
                  <a:pt x="411" y="388"/>
                  <a:pt x="417" y="376"/>
                  <a:pt x="417" y="363"/>
                </a:cubicBezTo>
                <a:cubicBezTo>
                  <a:pt x="417" y="350"/>
                  <a:pt x="411" y="337"/>
                  <a:pt x="401" y="327"/>
                </a:cubicBezTo>
                <a:lnTo>
                  <a:pt x="158" y="86"/>
                </a:lnTo>
                <a:close/>
              </a:path>
            </a:pathLst>
          </a:custGeom>
          <a:solidFill>
            <a:schemeClr val="accent2"/>
          </a:solidFill>
          <a:ln w="25400">
            <a:solidFill>
              <a:srgbClr val="F8F8F8"/>
            </a:solidFill>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7" name="Freeform 80"/>
          <p:cNvSpPr>
            <a:spLocks noEditPoints="1"/>
          </p:cNvSpPr>
          <p:nvPr/>
        </p:nvSpPr>
        <p:spPr bwMode="auto">
          <a:xfrm>
            <a:off x="4883113" y="3675406"/>
            <a:ext cx="436579" cy="487763"/>
          </a:xfrm>
          <a:custGeom>
            <a:avLst/>
            <a:gdLst>
              <a:gd name="T0" fmla="*/ 139 w 145"/>
              <a:gd name="T1" fmla="*/ 5 h 162"/>
              <a:gd name="T2" fmla="*/ 123 w 145"/>
              <a:gd name="T3" fmla="*/ 5 h 162"/>
              <a:gd name="T4" fmla="*/ 118 w 145"/>
              <a:gd name="T5" fmla="*/ 0 h 162"/>
              <a:gd name="T6" fmla="*/ 31 w 145"/>
              <a:gd name="T7" fmla="*/ 0 h 162"/>
              <a:gd name="T8" fmla="*/ 27 w 145"/>
              <a:gd name="T9" fmla="*/ 5 h 162"/>
              <a:gd name="T10" fmla="*/ 5 w 145"/>
              <a:gd name="T11" fmla="*/ 5 h 162"/>
              <a:gd name="T12" fmla="*/ 0 w 145"/>
              <a:gd name="T13" fmla="*/ 11 h 162"/>
              <a:gd name="T14" fmla="*/ 0 w 145"/>
              <a:gd name="T15" fmla="*/ 31 h 162"/>
              <a:gd name="T16" fmla="*/ 64 w 145"/>
              <a:gd name="T17" fmla="*/ 91 h 162"/>
              <a:gd name="T18" fmla="*/ 64 w 145"/>
              <a:gd name="T19" fmla="*/ 124 h 162"/>
              <a:gd name="T20" fmla="*/ 39 w 145"/>
              <a:gd name="T21" fmla="*/ 131 h 162"/>
              <a:gd name="T22" fmla="*/ 36 w 145"/>
              <a:gd name="T23" fmla="*/ 135 h 162"/>
              <a:gd name="T24" fmla="*/ 36 w 145"/>
              <a:gd name="T25" fmla="*/ 139 h 162"/>
              <a:gd name="T26" fmla="*/ 31 w 145"/>
              <a:gd name="T27" fmla="*/ 143 h 162"/>
              <a:gd name="T28" fmla="*/ 27 w 145"/>
              <a:gd name="T29" fmla="*/ 148 h 162"/>
              <a:gd name="T30" fmla="*/ 27 w 145"/>
              <a:gd name="T31" fmla="*/ 157 h 162"/>
              <a:gd name="T32" fmla="*/ 31 w 145"/>
              <a:gd name="T33" fmla="*/ 162 h 162"/>
              <a:gd name="T34" fmla="*/ 113 w 145"/>
              <a:gd name="T35" fmla="*/ 162 h 162"/>
              <a:gd name="T36" fmla="*/ 118 w 145"/>
              <a:gd name="T37" fmla="*/ 157 h 162"/>
              <a:gd name="T38" fmla="*/ 118 w 145"/>
              <a:gd name="T39" fmla="*/ 148 h 162"/>
              <a:gd name="T40" fmla="*/ 113 w 145"/>
              <a:gd name="T41" fmla="*/ 143 h 162"/>
              <a:gd name="T42" fmla="*/ 108 w 145"/>
              <a:gd name="T43" fmla="*/ 139 h 162"/>
              <a:gd name="T44" fmla="*/ 108 w 145"/>
              <a:gd name="T45" fmla="*/ 135 h 162"/>
              <a:gd name="T46" fmla="*/ 106 w 145"/>
              <a:gd name="T47" fmla="*/ 131 h 162"/>
              <a:gd name="T48" fmla="*/ 80 w 145"/>
              <a:gd name="T49" fmla="*/ 124 h 162"/>
              <a:gd name="T50" fmla="*/ 80 w 145"/>
              <a:gd name="T51" fmla="*/ 91 h 162"/>
              <a:gd name="T52" fmla="*/ 145 w 145"/>
              <a:gd name="T53" fmla="*/ 31 h 162"/>
              <a:gd name="T54" fmla="*/ 145 w 145"/>
              <a:gd name="T55" fmla="*/ 11 h 162"/>
              <a:gd name="T56" fmla="*/ 139 w 145"/>
              <a:gd name="T57" fmla="*/ 5 h 162"/>
              <a:gd name="T58" fmla="*/ 9 w 145"/>
              <a:gd name="T59" fmla="*/ 28 h 162"/>
              <a:gd name="T60" fmla="*/ 9 w 145"/>
              <a:gd name="T61" fmla="*/ 21 h 162"/>
              <a:gd name="T62" fmla="*/ 15 w 145"/>
              <a:gd name="T63" fmla="*/ 16 h 162"/>
              <a:gd name="T64" fmla="*/ 27 w 145"/>
              <a:gd name="T65" fmla="*/ 16 h 162"/>
              <a:gd name="T66" fmla="*/ 36 w 145"/>
              <a:gd name="T67" fmla="*/ 60 h 162"/>
              <a:gd name="T68" fmla="*/ 9 w 145"/>
              <a:gd name="T69" fmla="*/ 28 h 162"/>
              <a:gd name="T70" fmla="*/ 135 w 145"/>
              <a:gd name="T71" fmla="*/ 28 h 162"/>
              <a:gd name="T72" fmla="*/ 108 w 145"/>
              <a:gd name="T73" fmla="*/ 60 h 162"/>
              <a:gd name="T74" fmla="*/ 117 w 145"/>
              <a:gd name="T75" fmla="*/ 16 h 162"/>
              <a:gd name="T76" fmla="*/ 129 w 145"/>
              <a:gd name="T77" fmla="*/ 16 h 162"/>
              <a:gd name="T78" fmla="*/ 135 w 145"/>
              <a:gd name="T79" fmla="*/ 21 h 162"/>
              <a:gd name="T80" fmla="*/ 135 w 145"/>
              <a:gd name="T81" fmla="*/ 28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5" h="162">
                <a:moveTo>
                  <a:pt x="139" y="5"/>
                </a:moveTo>
                <a:cubicBezTo>
                  <a:pt x="123" y="5"/>
                  <a:pt x="123" y="5"/>
                  <a:pt x="123" y="5"/>
                </a:cubicBezTo>
                <a:cubicBezTo>
                  <a:pt x="120" y="5"/>
                  <a:pt x="118" y="3"/>
                  <a:pt x="118" y="0"/>
                </a:cubicBezTo>
                <a:cubicBezTo>
                  <a:pt x="31" y="0"/>
                  <a:pt x="31" y="0"/>
                  <a:pt x="31" y="0"/>
                </a:cubicBezTo>
                <a:cubicBezTo>
                  <a:pt x="29" y="0"/>
                  <a:pt x="27" y="2"/>
                  <a:pt x="27" y="5"/>
                </a:cubicBezTo>
                <a:cubicBezTo>
                  <a:pt x="5" y="5"/>
                  <a:pt x="5" y="5"/>
                  <a:pt x="5" y="5"/>
                </a:cubicBezTo>
                <a:cubicBezTo>
                  <a:pt x="2" y="5"/>
                  <a:pt x="0" y="8"/>
                  <a:pt x="0" y="11"/>
                </a:cubicBezTo>
                <a:cubicBezTo>
                  <a:pt x="0" y="31"/>
                  <a:pt x="0" y="31"/>
                  <a:pt x="0" y="31"/>
                </a:cubicBezTo>
                <a:cubicBezTo>
                  <a:pt x="0" y="59"/>
                  <a:pt x="46" y="83"/>
                  <a:pt x="64" y="91"/>
                </a:cubicBezTo>
                <a:cubicBezTo>
                  <a:pt x="64" y="124"/>
                  <a:pt x="64" y="124"/>
                  <a:pt x="64" y="124"/>
                </a:cubicBezTo>
                <a:cubicBezTo>
                  <a:pt x="64" y="124"/>
                  <a:pt x="50" y="126"/>
                  <a:pt x="39" y="131"/>
                </a:cubicBezTo>
                <a:cubicBezTo>
                  <a:pt x="37" y="132"/>
                  <a:pt x="36" y="133"/>
                  <a:pt x="36" y="135"/>
                </a:cubicBezTo>
                <a:cubicBezTo>
                  <a:pt x="36" y="139"/>
                  <a:pt x="36" y="139"/>
                  <a:pt x="36" y="139"/>
                </a:cubicBezTo>
                <a:cubicBezTo>
                  <a:pt x="36" y="141"/>
                  <a:pt x="34" y="143"/>
                  <a:pt x="31" y="143"/>
                </a:cubicBezTo>
                <a:cubicBezTo>
                  <a:pt x="29" y="143"/>
                  <a:pt x="27" y="145"/>
                  <a:pt x="27" y="148"/>
                </a:cubicBezTo>
                <a:cubicBezTo>
                  <a:pt x="27" y="157"/>
                  <a:pt x="27" y="157"/>
                  <a:pt x="27" y="157"/>
                </a:cubicBezTo>
                <a:cubicBezTo>
                  <a:pt x="27" y="160"/>
                  <a:pt x="29" y="162"/>
                  <a:pt x="31" y="162"/>
                </a:cubicBezTo>
                <a:cubicBezTo>
                  <a:pt x="113" y="162"/>
                  <a:pt x="113" y="162"/>
                  <a:pt x="113" y="162"/>
                </a:cubicBezTo>
                <a:cubicBezTo>
                  <a:pt x="116" y="162"/>
                  <a:pt x="118" y="160"/>
                  <a:pt x="118" y="157"/>
                </a:cubicBezTo>
                <a:cubicBezTo>
                  <a:pt x="118" y="148"/>
                  <a:pt x="118" y="148"/>
                  <a:pt x="118" y="148"/>
                </a:cubicBezTo>
                <a:cubicBezTo>
                  <a:pt x="118" y="145"/>
                  <a:pt x="116" y="143"/>
                  <a:pt x="113" y="143"/>
                </a:cubicBezTo>
                <a:cubicBezTo>
                  <a:pt x="110" y="143"/>
                  <a:pt x="108" y="141"/>
                  <a:pt x="108" y="139"/>
                </a:cubicBezTo>
                <a:cubicBezTo>
                  <a:pt x="108" y="135"/>
                  <a:pt x="108" y="135"/>
                  <a:pt x="108" y="135"/>
                </a:cubicBezTo>
                <a:cubicBezTo>
                  <a:pt x="108" y="133"/>
                  <a:pt x="107" y="132"/>
                  <a:pt x="106" y="131"/>
                </a:cubicBezTo>
                <a:cubicBezTo>
                  <a:pt x="95" y="126"/>
                  <a:pt x="80" y="124"/>
                  <a:pt x="80" y="124"/>
                </a:cubicBezTo>
                <a:cubicBezTo>
                  <a:pt x="80" y="91"/>
                  <a:pt x="80" y="91"/>
                  <a:pt x="80" y="91"/>
                </a:cubicBezTo>
                <a:cubicBezTo>
                  <a:pt x="99" y="83"/>
                  <a:pt x="145" y="59"/>
                  <a:pt x="145" y="31"/>
                </a:cubicBezTo>
                <a:cubicBezTo>
                  <a:pt x="145" y="11"/>
                  <a:pt x="145" y="11"/>
                  <a:pt x="145" y="11"/>
                </a:cubicBezTo>
                <a:cubicBezTo>
                  <a:pt x="145" y="8"/>
                  <a:pt x="142" y="5"/>
                  <a:pt x="139" y="5"/>
                </a:cubicBezTo>
                <a:close/>
                <a:moveTo>
                  <a:pt x="9" y="28"/>
                </a:moveTo>
                <a:cubicBezTo>
                  <a:pt x="9" y="21"/>
                  <a:pt x="9" y="21"/>
                  <a:pt x="9" y="21"/>
                </a:cubicBezTo>
                <a:cubicBezTo>
                  <a:pt x="9" y="18"/>
                  <a:pt x="12" y="16"/>
                  <a:pt x="15" y="16"/>
                </a:cubicBezTo>
                <a:cubicBezTo>
                  <a:pt x="27" y="16"/>
                  <a:pt x="27" y="16"/>
                  <a:pt x="27" y="16"/>
                </a:cubicBezTo>
                <a:cubicBezTo>
                  <a:pt x="27" y="16"/>
                  <a:pt x="28" y="47"/>
                  <a:pt x="36" y="60"/>
                </a:cubicBezTo>
                <a:cubicBezTo>
                  <a:pt x="36" y="60"/>
                  <a:pt x="9" y="49"/>
                  <a:pt x="9" y="28"/>
                </a:cubicBezTo>
                <a:close/>
                <a:moveTo>
                  <a:pt x="135" y="28"/>
                </a:moveTo>
                <a:cubicBezTo>
                  <a:pt x="135" y="49"/>
                  <a:pt x="108" y="60"/>
                  <a:pt x="108" y="60"/>
                </a:cubicBezTo>
                <a:cubicBezTo>
                  <a:pt x="117" y="47"/>
                  <a:pt x="117" y="16"/>
                  <a:pt x="117" y="16"/>
                </a:cubicBezTo>
                <a:cubicBezTo>
                  <a:pt x="129" y="16"/>
                  <a:pt x="129" y="16"/>
                  <a:pt x="129" y="16"/>
                </a:cubicBezTo>
                <a:cubicBezTo>
                  <a:pt x="133" y="16"/>
                  <a:pt x="135" y="18"/>
                  <a:pt x="135" y="21"/>
                </a:cubicBezTo>
                <a:lnTo>
                  <a:pt x="135" y="2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30" normalizeH="0" baseline="0" noProof="0">
              <a:ln>
                <a:noFill/>
              </a:ln>
              <a:solidFill>
                <a:prstClr val="black"/>
              </a:solidFill>
              <a:effectLst/>
              <a:uLnTx/>
              <a:uFillTx/>
              <a:latin typeface="思源黑体 CN Medium" panose="020B0600000000000000" pitchFamily="34" charset="-122"/>
              <a:cs typeface="+mn-ea"/>
              <a:sym typeface="思源黑体 CN Medium" panose="020B0600000000000000" pitchFamily="34" charset="-122"/>
            </a:endParaRPr>
          </a:p>
        </p:txBody>
      </p:sp>
      <p:sp>
        <p:nvSpPr>
          <p:cNvPr id="78" name="Freeform 87"/>
          <p:cNvSpPr>
            <a:spLocks noEditPoints="1"/>
          </p:cNvSpPr>
          <p:nvPr/>
        </p:nvSpPr>
        <p:spPr bwMode="auto">
          <a:xfrm>
            <a:off x="6864177" y="3664210"/>
            <a:ext cx="498022" cy="422848"/>
          </a:xfrm>
          <a:custGeom>
            <a:avLst/>
            <a:gdLst>
              <a:gd name="T0" fmla="*/ 57 w 159"/>
              <a:gd name="T1" fmla="*/ 88 h 135"/>
              <a:gd name="T2" fmla="*/ 57 w 159"/>
              <a:gd name="T3" fmla="*/ 135 h 135"/>
              <a:gd name="T4" fmla="*/ 92 w 159"/>
              <a:gd name="T5" fmla="*/ 135 h 135"/>
              <a:gd name="T6" fmla="*/ 92 w 159"/>
              <a:gd name="T7" fmla="*/ 93 h 135"/>
              <a:gd name="T8" fmla="*/ 77 w 159"/>
              <a:gd name="T9" fmla="*/ 108 h 135"/>
              <a:gd name="T10" fmla="*/ 57 w 159"/>
              <a:gd name="T11" fmla="*/ 88 h 135"/>
              <a:gd name="T12" fmla="*/ 7 w 159"/>
              <a:gd name="T13" fmla="*/ 129 h 135"/>
              <a:gd name="T14" fmla="*/ 13 w 159"/>
              <a:gd name="T15" fmla="*/ 135 h 135"/>
              <a:gd name="T16" fmla="*/ 42 w 159"/>
              <a:gd name="T17" fmla="*/ 135 h 135"/>
              <a:gd name="T18" fmla="*/ 42 w 159"/>
              <a:gd name="T19" fmla="*/ 74 h 135"/>
              <a:gd name="T20" fmla="*/ 7 w 159"/>
              <a:gd name="T21" fmla="*/ 109 h 135"/>
              <a:gd name="T22" fmla="*/ 7 w 159"/>
              <a:gd name="T23" fmla="*/ 129 h 135"/>
              <a:gd name="T24" fmla="*/ 127 w 159"/>
              <a:gd name="T25" fmla="*/ 3 h 135"/>
              <a:gd name="T26" fmla="*/ 122 w 159"/>
              <a:gd name="T27" fmla="*/ 10 h 135"/>
              <a:gd name="T28" fmla="*/ 128 w 159"/>
              <a:gd name="T29" fmla="*/ 16 h 135"/>
              <a:gd name="T30" fmla="*/ 135 w 159"/>
              <a:gd name="T31" fmla="*/ 15 h 135"/>
              <a:gd name="T32" fmla="*/ 77 w 159"/>
              <a:gd name="T33" fmla="*/ 74 h 135"/>
              <a:gd name="T34" fmla="*/ 42 w 159"/>
              <a:gd name="T35" fmla="*/ 39 h 135"/>
              <a:gd name="T36" fmla="*/ 2 w 159"/>
              <a:gd name="T37" fmla="*/ 79 h 135"/>
              <a:gd name="T38" fmla="*/ 2 w 159"/>
              <a:gd name="T39" fmla="*/ 88 h 135"/>
              <a:gd name="T40" fmla="*/ 11 w 159"/>
              <a:gd name="T41" fmla="*/ 88 h 135"/>
              <a:gd name="T42" fmla="*/ 42 w 159"/>
              <a:gd name="T43" fmla="*/ 57 h 135"/>
              <a:gd name="T44" fmla="*/ 77 w 159"/>
              <a:gd name="T45" fmla="*/ 92 h 135"/>
              <a:gd name="T46" fmla="*/ 144 w 159"/>
              <a:gd name="T47" fmla="*/ 24 h 135"/>
              <a:gd name="T48" fmla="*/ 144 w 159"/>
              <a:gd name="T49" fmla="*/ 31 h 135"/>
              <a:gd name="T50" fmla="*/ 149 w 159"/>
              <a:gd name="T51" fmla="*/ 38 h 135"/>
              <a:gd name="T52" fmla="*/ 150 w 159"/>
              <a:gd name="T53" fmla="*/ 38 h 135"/>
              <a:gd name="T54" fmla="*/ 156 w 159"/>
              <a:gd name="T55" fmla="*/ 32 h 135"/>
              <a:gd name="T56" fmla="*/ 159 w 159"/>
              <a:gd name="T57" fmla="*/ 0 h 135"/>
              <a:gd name="T58" fmla="*/ 127 w 159"/>
              <a:gd name="T59" fmla="*/ 3 h 135"/>
              <a:gd name="T60" fmla="*/ 106 w 159"/>
              <a:gd name="T61" fmla="*/ 79 h 135"/>
              <a:gd name="T62" fmla="*/ 106 w 159"/>
              <a:gd name="T63" fmla="*/ 135 h 135"/>
              <a:gd name="T64" fmla="*/ 135 w 159"/>
              <a:gd name="T65" fmla="*/ 135 h 135"/>
              <a:gd name="T66" fmla="*/ 141 w 159"/>
              <a:gd name="T67" fmla="*/ 129 h 135"/>
              <a:gd name="T68" fmla="*/ 141 w 159"/>
              <a:gd name="T69" fmla="*/ 43 h 135"/>
              <a:gd name="T70" fmla="*/ 111 w 159"/>
              <a:gd name="T71" fmla="*/ 74 h 135"/>
              <a:gd name="T72" fmla="*/ 106 w 159"/>
              <a:gd name="T73" fmla="*/ 79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59" h="135">
                <a:moveTo>
                  <a:pt x="57" y="88"/>
                </a:moveTo>
                <a:cubicBezTo>
                  <a:pt x="57" y="135"/>
                  <a:pt x="57" y="135"/>
                  <a:pt x="57" y="135"/>
                </a:cubicBezTo>
                <a:cubicBezTo>
                  <a:pt x="92" y="135"/>
                  <a:pt x="92" y="135"/>
                  <a:pt x="92" y="135"/>
                </a:cubicBezTo>
                <a:cubicBezTo>
                  <a:pt x="92" y="93"/>
                  <a:pt x="92" y="93"/>
                  <a:pt x="92" y="93"/>
                </a:cubicBezTo>
                <a:cubicBezTo>
                  <a:pt x="77" y="108"/>
                  <a:pt x="77" y="108"/>
                  <a:pt x="77" y="108"/>
                </a:cubicBezTo>
                <a:lnTo>
                  <a:pt x="57" y="88"/>
                </a:lnTo>
                <a:close/>
                <a:moveTo>
                  <a:pt x="7" y="129"/>
                </a:moveTo>
                <a:cubicBezTo>
                  <a:pt x="7" y="132"/>
                  <a:pt x="10" y="135"/>
                  <a:pt x="13" y="135"/>
                </a:cubicBezTo>
                <a:cubicBezTo>
                  <a:pt x="42" y="135"/>
                  <a:pt x="42" y="135"/>
                  <a:pt x="42" y="135"/>
                </a:cubicBezTo>
                <a:cubicBezTo>
                  <a:pt x="42" y="74"/>
                  <a:pt x="42" y="74"/>
                  <a:pt x="42" y="74"/>
                </a:cubicBezTo>
                <a:cubicBezTo>
                  <a:pt x="7" y="109"/>
                  <a:pt x="7" y="109"/>
                  <a:pt x="7" y="109"/>
                </a:cubicBezTo>
                <a:lnTo>
                  <a:pt x="7" y="129"/>
                </a:lnTo>
                <a:close/>
                <a:moveTo>
                  <a:pt x="127" y="3"/>
                </a:moveTo>
                <a:cubicBezTo>
                  <a:pt x="124" y="3"/>
                  <a:pt x="121" y="6"/>
                  <a:pt x="122" y="10"/>
                </a:cubicBezTo>
                <a:cubicBezTo>
                  <a:pt x="122" y="13"/>
                  <a:pt x="125" y="16"/>
                  <a:pt x="128" y="16"/>
                </a:cubicBezTo>
                <a:cubicBezTo>
                  <a:pt x="135" y="15"/>
                  <a:pt x="135" y="15"/>
                  <a:pt x="135" y="15"/>
                </a:cubicBezTo>
                <a:cubicBezTo>
                  <a:pt x="77" y="74"/>
                  <a:pt x="77" y="74"/>
                  <a:pt x="77" y="74"/>
                </a:cubicBezTo>
                <a:cubicBezTo>
                  <a:pt x="42" y="39"/>
                  <a:pt x="42" y="39"/>
                  <a:pt x="42" y="39"/>
                </a:cubicBezTo>
                <a:cubicBezTo>
                  <a:pt x="2" y="79"/>
                  <a:pt x="2" y="79"/>
                  <a:pt x="2" y="79"/>
                </a:cubicBezTo>
                <a:cubicBezTo>
                  <a:pt x="0" y="82"/>
                  <a:pt x="0" y="86"/>
                  <a:pt x="2" y="88"/>
                </a:cubicBezTo>
                <a:cubicBezTo>
                  <a:pt x="5" y="91"/>
                  <a:pt x="9" y="91"/>
                  <a:pt x="11" y="88"/>
                </a:cubicBezTo>
                <a:cubicBezTo>
                  <a:pt x="42" y="57"/>
                  <a:pt x="42" y="57"/>
                  <a:pt x="42" y="57"/>
                </a:cubicBezTo>
                <a:cubicBezTo>
                  <a:pt x="77" y="92"/>
                  <a:pt x="77" y="92"/>
                  <a:pt x="77" y="92"/>
                </a:cubicBezTo>
                <a:cubicBezTo>
                  <a:pt x="144" y="24"/>
                  <a:pt x="144" y="24"/>
                  <a:pt x="144" y="24"/>
                </a:cubicBezTo>
                <a:cubicBezTo>
                  <a:pt x="144" y="31"/>
                  <a:pt x="144" y="31"/>
                  <a:pt x="144" y="31"/>
                </a:cubicBezTo>
                <a:cubicBezTo>
                  <a:pt x="143" y="34"/>
                  <a:pt x="146" y="37"/>
                  <a:pt x="149" y="38"/>
                </a:cubicBezTo>
                <a:cubicBezTo>
                  <a:pt x="150" y="38"/>
                  <a:pt x="150" y="38"/>
                  <a:pt x="150" y="38"/>
                </a:cubicBezTo>
                <a:cubicBezTo>
                  <a:pt x="153" y="38"/>
                  <a:pt x="156" y="35"/>
                  <a:pt x="156" y="32"/>
                </a:cubicBezTo>
                <a:cubicBezTo>
                  <a:pt x="159" y="0"/>
                  <a:pt x="159" y="0"/>
                  <a:pt x="159" y="0"/>
                </a:cubicBezTo>
                <a:lnTo>
                  <a:pt x="127" y="3"/>
                </a:lnTo>
                <a:close/>
                <a:moveTo>
                  <a:pt x="106" y="79"/>
                </a:moveTo>
                <a:cubicBezTo>
                  <a:pt x="106" y="135"/>
                  <a:pt x="106" y="135"/>
                  <a:pt x="106" y="135"/>
                </a:cubicBezTo>
                <a:cubicBezTo>
                  <a:pt x="135" y="135"/>
                  <a:pt x="135" y="135"/>
                  <a:pt x="135" y="135"/>
                </a:cubicBezTo>
                <a:cubicBezTo>
                  <a:pt x="139" y="135"/>
                  <a:pt x="141" y="132"/>
                  <a:pt x="141" y="129"/>
                </a:cubicBezTo>
                <a:cubicBezTo>
                  <a:pt x="141" y="43"/>
                  <a:pt x="141" y="43"/>
                  <a:pt x="141" y="43"/>
                </a:cubicBezTo>
                <a:cubicBezTo>
                  <a:pt x="111" y="74"/>
                  <a:pt x="111" y="74"/>
                  <a:pt x="111" y="74"/>
                </a:cubicBezTo>
                <a:lnTo>
                  <a:pt x="106" y="79"/>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30" normalizeH="0" baseline="0" noProof="0">
              <a:ln>
                <a:noFill/>
              </a:ln>
              <a:solidFill>
                <a:prstClr val="black"/>
              </a:solidFill>
              <a:effectLst/>
              <a:uLnTx/>
              <a:uFillTx/>
              <a:latin typeface="思源黑体 CN Medium" panose="020B0600000000000000" pitchFamily="34" charset="-122"/>
              <a:cs typeface="+mn-ea"/>
              <a:sym typeface="思源黑体 CN Medium" panose="020B0600000000000000" pitchFamily="34" charset="-122"/>
            </a:endParaRPr>
          </a:p>
        </p:txBody>
      </p:sp>
      <p:sp>
        <p:nvSpPr>
          <p:cNvPr id="79" name="TextBox 78"/>
          <p:cNvSpPr txBox="1"/>
          <p:nvPr/>
        </p:nvSpPr>
        <p:spPr>
          <a:xfrm>
            <a:off x="1672336" y="1880013"/>
            <a:ext cx="1503297" cy="338554"/>
          </a:xfrm>
          <a:prstGeom prst="rect">
            <a:avLst/>
          </a:prstGeom>
          <a:noFill/>
        </p:spPr>
        <p:txBody>
          <a:bodyPr wrap="none" rtlCol="0">
            <a:spAutoFit/>
          </a:bodyPr>
          <a:lstStyle/>
          <a:p>
            <a:pPr algn="r"/>
            <a:r>
              <a:rPr lang="en-US" sz="1600" dirty="0">
                <a:solidFill>
                  <a:schemeClr val="bg1">
                    <a:lumMod val="50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Add title here</a:t>
            </a:r>
          </a:p>
        </p:txBody>
      </p:sp>
      <p:sp>
        <p:nvSpPr>
          <p:cNvPr id="80" name="TextBox 79"/>
          <p:cNvSpPr txBox="1"/>
          <p:nvPr/>
        </p:nvSpPr>
        <p:spPr>
          <a:xfrm>
            <a:off x="1189275" y="2241461"/>
            <a:ext cx="1986358" cy="691215"/>
          </a:xfrm>
          <a:prstGeom prst="rect">
            <a:avLst/>
          </a:prstGeom>
          <a:noFill/>
        </p:spPr>
        <p:txBody>
          <a:bodyPr wrap="square" rtlCol="0">
            <a:spAutoFit/>
          </a:bodyPr>
          <a:lstStyle/>
          <a:p>
            <a:pPr algn="r">
              <a:lnSpc>
                <a:spcPct val="110000"/>
              </a:lnSpc>
            </a:pPr>
            <a:r>
              <a:rPr lang="en-US" sz="1200" dirty="0">
                <a:solidFill>
                  <a:schemeClr val="bg1">
                    <a:lumMod val="50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Perspiciati unde omnis iste elit voluptatem fringilla.</a:t>
            </a:r>
          </a:p>
        </p:txBody>
      </p:sp>
      <p:sp>
        <p:nvSpPr>
          <p:cNvPr id="81" name="TextBox 80"/>
          <p:cNvSpPr txBox="1"/>
          <p:nvPr/>
        </p:nvSpPr>
        <p:spPr>
          <a:xfrm>
            <a:off x="1672336" y="4985375"/>
            <a:ext cx="1503297" cy="338554"/>
          </a:xfrm>
          <a:prstGeom prst="rect">
            <a:avLst/>
          </a:prstGeom>
          <a:noFill/>
        </p:spPr>
        <p:txBody>
          <a:bodyPr wrap="none" rtlCol="0">
            <a:spAutoFit/>
          </a:bodyPr>
          <a:lstStyle/>
          <a:p>
            <a:pPr algn="r"/>
            <a:r>
              <a:rPr lang="en-US" sz="1600" dirty="0">
                <a:solidFill>
                  <a:schemeClr val="bg1">
                    <a:lumMod val="50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Add title here</a:t>
            </a:r>
          </a:p>
        </p:txBody>
      </p:sp>
      <p:sp>
        <p:nvSpPr>
          <p:cNvPr id="85" name="TextBox 84"/>
          <p:cNvSpPr txBox="1"/>
          <p:nvPr/>
        </p:nvSpPr>
        <p:spPr>
          <a:xfrm>
            <a:off x="1189275" y="5346823"/>
            <a:ext cx="1986358" cy="691215"/>
          </a:xfrm>
          <a:prstGeom prst="rect">
            <a:avLst/>
          </a:prstGeom>
          <a:noFill/>
        </p:spPr>
        <p:txBody>
          <a:bodyPr wrap="square" rtlCol="0">
            <a:spAutoFit/>
          </a:bodyPr>
          <a:lstStyle/>
          <a:p>
            <a:pPr algn="r">
              <a:lnSpc>
                <a:spcPct val="110000"/>
              </a:lnSpc>
            </a:pPr>
            <a:r>
              <a:rPr lang="en-US" sz="1200" dirty="0">
                <a:solidFill>
                  <a:schemeClr val="bg1">
                    <a:lumMod val="50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Perspiciati unde omnis iste elit voluptatem fringilla.</a:t>
            </a:r>
          </a:p>
        </p:txBody>
      </p:sp>
      <p:sp>
        <p:nvSpPr>
          <p:cNvPr id="86" name="TextBox 85"/>
          <p:cNvSpPr txBox="1"/>
          <p:nvPr/>
        </p:nvSpPr>
        <p:spPr>
          <a:xfrm>
            <a:off x="780901" y="3449136"/>
            <a:ext cx="1503297" cy="338554"/>
          </a:xfrm>
          <a:prstGeom prst="rect">
            <a:avLst/>
          </a:prstGeom>
          <a:noFill/>
        </p:spPr>
        <p:txBody>
          <a:bodyPr wrap="none" rtlCol="0">
            <a:spAutoFit/>
          </a:bodyPr>
          <a:lstStyle/>
          <a:p>
            <a:pPr algn="r"/>
            <a:r>
              <a:rPr lang="en-US" sz="1600" dirty="0">
                <a:solidFill>
                  <a:schemeClr val="bg1">
                    <a:lumMod val="50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Add title here</a:t>
            </a:r>
          </a:p>
        </p:txBody>
      </p:sp>
      <p:sp>
        <p:nvSpPr>
          <p:cNvPr id="87" name="TextBox 86"/>
          <p:cNvSpPr txBox="1"/>
          <p:nvPr/>
        </p:nvSpPr>
        <p:spPr>
          <a:xfrm>
            <a:off x="9016367" y="1880013"/>
            <a:ext cx="1503297" cy="338554"/>
          </a:xfrm>
          <a:prstGeom prst="rect">
            <a:avLst/>
          </a:prstGeom>
          <a:noFill/>
        </p:spPr>
        <p:txBody>
          <a:bodyPr wrap="none" rtlCol="0">
            <a:spAutoFit/>
          </a:bodyPr>
          <a:lstStyle/>
          <a:p>
            <a:r>
              <a:rPr lang="en-US" sz="1600" dirty="0">
                <a:solidFill>
                  <a:schemeClr val="bg1">
                    <a:lumMod val="50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Add title here</a:t>
            </a:r>
          </a:p>
        </p:txBody>
      </p:sp>
      <p:sp>
        <p:nvSpPr>
          <p:cNvPr id="88" name="TextBox 87"/>
          <p:cNvSpPr txBox="1"/>
          <p:nvPr/>
        </p:nvSpPr>
        <p:spPr>
          <a:xfrm>
            <a:off x="9016367" y="2241461"/>
            <a:ext cx="1986358" cy="691215"/>
          </a:xfrm>
          <a:prstGeom prst="rect">
            <a:avLst/>
          </a:prstGeom>
          <a:noFill/>
        </p:spPr>
        <p:txBody>
          <a:bodyPr wrap="square" rtlCol="0">
            <a:spAutoFit/>
          </a:bodyPr>
          <a:lstStyle/>
          <a:p>
            <a:pPr>
              <a:lnSpc>
                <a:spcPct val="110000"/>
              </a:lnSpc>
            </a:pPr>
            <a:r>
              <a:rPr lang="en-US" sz="1200" dirty="0">
                <a:solidFill>
                  <a:schemeClr val="bg1">
                    <a:lumMod val="50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Perspiciati unde omnis iste elit voluptatem fringilla.</a:t>
            </a:r>
          </a:p>
        </p:txBody>
      </p:sp>
      <p:sp>
        <p:nvSpPr>
          <p:cNvPr id="89" name="TextBox 88"/>
          <p:cNvSpPr txBox="1"/>
          <p:nvPr/>
        </p:nvSpPr>
        <p:spPr>
          <a:xfrm>
            <a:off x="9016367" y="4985375"/>
            <a:ext cx="1503297" cy="338554"/>
          </a:xfrm>
          <a:prstGeom prst="rect">
            <a:avLst/>
          </a:prstGeom>
          <a:noFill/>
        </p:spPr>
        <p:txBody>
          <a:bodyPr wrap="none" rtlCol="0">
            <a:spAutoFit/>
          </a:bodyPr>
          <a:lstStyle/>
          <a:p>
            <a:r>
              <a:rPr lang="en-US" sz="1600" dirty="0">
                <a:solidFill>
                  <a:schemeClr val="bg1">
                    <a:lumMod val="50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Add title here</a:t>
            </a:r>
          </a:p>
        </p:txBody>
      </p:sp>
      <p:sp>
        <p:nvSpPr>
          <p:cNvPr id="90" name="TextBox 89"/>
          <p:cNvSpPr txBox="1"/>
          <p:nvPr/>
        </p:nvSpPr>
        <p:spPr>
          <a:xfrm>
            <a:off x="9016367" y="5346823"/>
            <a:ext cx="1986358" cy="691215"/>
          </a:xfrm>
          <a:prstGeom prst="rect">
            <a:avLst/>
          </a:prstGeom>
          <a:noFill/>
        </p:spPr>
        <p:txBody>
          <a:bodyPr wrap="square" rtlCol="0">
            <a:spAutoFit/>
          </a:bodyPr>
          <a:lstStyle/>
          <a:p>
            <a:pPr>
              <a:lnSpc>
                <a:spcPct val="110000"/>
              </a:lnSpc>
            </a:pPr>
            <a:r>
              <a:rPr lang="en-US" sz="1200" dirty="0">
                <a:solidFill>
                  <a:schemeClr val="bg1">
                    <a:lumMod val="50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Perspiciati unde omnis iste elit voluptatem fringilla.</a:t>
            </a:r>
          </a:p>
        </p:txBody>
      </p:sp>
      <p:sp>
        <p:nvSpPr>
          <p:cNvPr id="91" name="TextBox 90"/>
          <p:cNvSpPr txBox="1"/>
          <p:nvPr/>
        </p:nvSpPr>
        <p:spPr>
          <a:xfrm>
            <a:off x="9907802" y="3449136"/>
            <a:ext cx="1503297" cy="338554"/>
          </a:xfrm>
          <a:prstGeom prst="rect">
            <a:avLst/>
          </a:prstGeom>
          <a:noFill/>
        </p:spPr>
        <p:txBody>
          <a:bodyPr wrap="none" rtlCol="0">
            <a:spAutoFit/>
          </a:bodyPr>
          <a:lstStyle/>
          <a:p>
            <a:r>
              <a:rPr lang="en-US" sz="1600" dirty="0">
                <a:solidFill>
                  <a:schemeClr val="bg1">
                    <a:lumMod val="50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Add title here</a:t>
            </a:r>
          </a:p>
        </p:txBody>
      </p:sp>
      <p:sp>
        <p:nvSpPr>
          <p:cNvPr id="92" name="TextBox 91"/>
          <p:cNvSpPr txBox="1"/>
          <p:nvPr/>
        </p:nvSpPr>
        <p:spPr>
          <a:xfrm>
            <a:off x="9907802" y="3810584"/>
            <a:ext cx="1986358" cy="691215"/>
          </a:xfrm>
          <a:prstGeom prst="rect">
            <a:avLst/>
          </a:prstGeom>
          <a:noFill/>
        </p:spPr>
        <p:txBody>
          <a:bodyPr wrap="square" rtlCol="0">
            <a:spAutoFit/>
          </a:bodyPr>
          <a:lstStyle/>
          <a:p>
            <a:pPr>
              <a:lnSpc>
                <a:spcPct val="110000"/>
              </a:lnSpc>
            </a:pPr>
            <a:r>
              <a:rPr lang="en-US" sz="1200" dirty="0">
                <a:solidFill>
                  <a:schemeClr val="bg1">
                    <a:lumMod val="50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Perspiciati unde omnis iste elit voluptatem fringilla.</a:t>
            </a:r>
          </a:p>
        </p:txBody>
      </p:sp>
      <p:sp>
        <p:nvSpPr>
          <p:cNvPr id="99" name="TextBox 98"/>
          <p:cNvSpPr txBox="1"/>
          <p:nvPr/>
        </p:nvSpPr>
        <p:spPr>
          <a:xfrm>
            <a:off x="349509" y="3818207"/>
            <a:ext cx="1986358" cy="691215"/>
          </a:xfrm>
          <a:prstGeom prst="rect">
            <a:avLst/>
          </a:prstGeom>
          <a:noFill/>
        </p:spPr>
        <p:txBody>
          <a:bodyPr wrap="square" rtlCol="0">
            <a:spAutoFit/>
          </a:bodyPr>
          <a:lstStyle/>
          <a:p>
            <a:pPr algn="r">
              <a:lnSpc>
                <a:spcPct val="110000"/>
              </a:lnSpc>
            </a:pPr>
            <a:r>
              <a:rPr lang="en-US" sz="1200" dirty="0">
                <a:solidFill>
                  <a:schemeClr val="bg1">
                    <a:lumMod val="50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Perspiciati unde omnis iste elit voluptatem fringilla.</a:t>
            </a:r>
          </a:p>
        </p:txBody>
      </p:sp>
      <p:sp>
        <p:nvSpPr>
          <p:cNvPr id="40" name="Freeform 53"/>
          <p:cNvSpPr>
            <a:spLocks noEditPoints="1"/>
          </p:cNvSpPr>
          <p:nvPr/>
        </p:nvSpPr>
        <p:spPr bwMode="auto">
          <a:xfrm>
            <a:off x="8063753" y="5136959"/>
            <a:ext cx="385034" cy="335621"/>
          </a:xfrm>
          <a:custGeom>
            <a:avLst/>
            <a:gdLst>
              <a:gd name="T0" fmla="*/ 2163 w 3597"/>
              <a:gd name="T1" fmla="*/ 1513 h 3137"/>
              <a:gd name="T2" fmla="*/ 1894 w 3597"/>
              <a:gd name="T3" fmla="*/ 1623 h 3137"/>
              <a:gd name="T4" fmla="*/ 2136 w 3597"/>
              <a:gd name="T5" fmla="*/ 3 h 3137"/>
              <a:gd name="T6" fmla="*/ 2434 w 3597"/>
              <a:gd name="T7" fmla="*/ 51 h 3137"/>
              <a:gd name="T8" fmla="*/ 2709 w 3597"/>
              <a:gd name="T9" fmla="*/ 153 h 3137"/>
              <a:gd name="T10" fmla="*/ 2957 w 3597"/>
              <a:gd name="T11" fmla="*/ 303 h 3137"/>
              <a:gd name="T12" fmla="*/ 3173 w 3597"/>
              <a:gd name="T13" fmla="*/ 493 h 3137"/>
              <a:gd name="T14" fmla="*/ 3351 w 3597"/>
              <a:gd name="T15" fmla="*/ 721 h 3137"/>
              <a:gd name="T16" fmla="*/ 3484 w 3597"/>
              <a:gd name="T17" fmla="*/ 980 h 3137"/>
              <a:gd name="T18" fmla="*/ 3569 w 3597"/>
              <a:gd name="T19" fmla="*/ 1264 h 3137"/>
              <a:gd name="T20" fmla="*/ 3597 w 3597"/>
              <a:gd name="T21" fmla="*/ 1568 h 3137"/>
              <a:gd name="T22" fmla="*/ 3569 w 3597"/>
              <a:gd name="T23" fmla="*/ 1872 h 3137"/>
              <a:gd name="T24" fmla="*/ 3484 w 3597"/>
              <a:gd name="T25" fmla="*/ 2156 h 3137"/>
              <a:gd name="T26" fmla="*/ 3351 w 3597"/>
              <a:gd name="T27" fmla="*/ 2415 h 3137"/>
              <a:gd name="T28" fmla="*/ 3173 w 3597"/>
              <a:gd name="T29" fmla="*/ 2643 h 3137"/>
              <a:gd name="T30" fmla="*/ 2957 w 3597"/>
              <a:gd name="T31" fmla="*/ 2834 h 3137"/>
              <a:gd name="T32" fmla="*/ 2709 w 3597"/>
              <a:gd name="T33" fmla="*/ 2983 h 3137"/>
              <a:gd name="T34" fmla="*/ 2434 w 3597"/>
              <a:gd name="T35" fmla="*/ 3085 h 3137"/>
              <a:gd name="T36" fmla="*/ 2136 w 3597"/>
              <a:gd name="T37" fmla="*/ 3133 h 3137"/>
              <a:gd name="T38" fmla="*/ 1839 w 3597"/>
              <a:gd name="T39" fmla="*/ 3124 h 3137"/>
              <a:gd name="T40" fmla="*/ 1560 w 3597"/>
              <a:gd name="T41" fmla="*/ 3064 h 3137"/>
              <a:gd name="T42" fmla="*/ 1302 w 3597"/>
              <a:gd name="T43" fmla="*/ 2955 h 3137"/>
              <a:gd name="T44" fmla="*/ 1070 w 3597"/>
              <a:gd name="T45" fmla="*/ 2804 h 3137"/>
              <a:gd name="T46" fmla="*/ 1475 w 3597"/>
              <a:gd name="T47" fmla="*/ 2603 h 3137"/>
              <a:gd name="T48" fmla="*/ 1701 w 3597"/>
              <a:gd name="T49" fmla="*/ 2697 h 3137"/>
              <a:gd name="T50" fmla="*/ 1948 w 3597"/>
              <a:gd name="T51" fmla="*/ 2741 h 3137"/>
              <a:gd name="T52" fmla="*/ 2207 w 3597"/>
              <a:gd name="T53" fmla="*/ 2731 h 3137"/>
              <a:gd name="T54" fmla="*/ 2452 w 3597"/>
              <a:gd name="T55" fmla="*/ 2667 h 3137"/>
              <a:gd name="T56" fmla="*/ 2672 w 3597"/>
              <a:gd name="T57" fmla="*/ 2555 h 3137"/>
              <a:gd name="T58" fmla="*/ 2863 w 3597"/>
              <a:gd name="T59" fmla="*/ 2400 h 3137"/>
              <a:gd name="T60" fmla="*/ 3018 w 3597"/>
              <a:gd name="T61" fmla="*/ 2209 h 3137"/>
              <a:gd name="T62" fmla="*/ 3130 w 3597"/>
              <a:gd name="T63" fmla="*/ 1988 h 3137"/>
              <a:gd name="T64" fmla="*/ 3194 w 3597"/>
              <a:gd name="T65" fmla="*/ 1742 h 3137"/>
              <a:gd name="T66" fmla="*/ 3203 w 3597"/>
              <a:gd name="T67" fmla="*/ 1480 h 3137"/>
              <a:gd name="T68" fmla="*/ 3157 w 3597"/>
              <a:gd name="T69" fmla="*/ 1229 h 3137"/>
              <a:gd name="T70" fmla="*/ 3060 w 3597"/>
              <a:gd name="T71" fmla="*/ 999 h 3137"/>
              <a:gd name="T72" fmla="*/ 2919 w 3597"/>
              <a:gd name="T73" fmla="*/ 796 h 3137"/>
              <a:gd name="T74" fmla="*/ 2739 w 3597"/>
              <a:gd name="T75" fmla="*/ 629 h 3137"/>
              <a:gd name="T76" fmla="*/ 2528 w 3597"/>
              <a:gd name="T77" fmla="*/ 501 h 3137"/>
              <a:gd name="T78" fmla="*/ 2291 w 3597"/>
              <a:gd name="T79" fmla="*/ 420 h 3137"/>
              <a:gd name="T80" fmla="*/ 2034 w 3597"/>
              <a:gd name="T81" fmla="*/ 392 h 3137"/>
              <a:gd name="T82" fmla="*/ 1770 w 3597"/>
              <a:gd name="T83" fmla="*/ 422 h 3137"/>
              <a:gd name="T84" fmla="*/ 1527 w 3597"/>
              <a:gd name="T85" fmla="*/ 506 h 3137"/>
              <a:gd name="T86" fmla="*/ 1312 w 3597"/>
              <a:gd name="T87" fmla="*/ 641 h 3137"/>
              <a:gd name="T88" fmla="*/ 1132 w 3597"/>
              <a:gd name="T89" fmla="*/ 816 h 3137"/>
              <a:gd name="T90" fmla="*/ 992 w 3597"/>
              <a:gd name="T91" fmla="*/ 1027 h 3137"/>
              <a:gd name="T92" fmla="*/ 899 w 3597"/>
              <a:gd name="T93" fmla="*/ 1267 h 3137"/>
              <a:gd name="T94" fmla="*/ 862 w 3597"/>
              <a:gd name="T95" fmla="*/ 1528 h 3137"/>
              <a:gd name="T96" fmla="*/ 0 w 3597"/>
              <a:gd name="T97" fmla="*/ 1528 h 3137"/>
              <a:gd name="T98" fmla="*/ 489 w 3597"/>
              <a:gd name="T99" fmla="*/ 1320 h 3137"/>
              <a:gd name="T100" fmla="*/ 566 w 3597"/>
              <a:gd name="T101" fmla="*/ 1025 h 3137"/>
              <a:gd name="T102" fmla="*/ 695 w 3597"/>
              <a:gd name="T103" fmla="*/ 755 h 3137"/>
              <a:gd name="T104" fmla="*/ 873 w 3597"/>
              <a:gd name="T105" fmla="*/ 517 h 3137"/>
              <a:gd name="T106" fmla="*/ 1090 w 3597"/>
              <a:gd name="T107" fmla="*/ 317 h 3137"/>
              <a:gd name="T108" fmla="*/ 1342 w 3597"/>
              <a:gd name="T109" fmla="*/ 161 h 3137"/>
              <a:gd name="T110" fmla="*/ 1624 w 3597"/>
              <a:gd name="T111" fmla="*/ 54 h 3137"/>
              <a:gd name="T112" fmla="*/ 1928 w 3597"/>
              <a:gd name="T113" fmla="*/ 3 h 3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597" h="3137">
                <a:moveTo>
                  <a:pt x="1894" y="727"/>
                </a:moveTo>
                <a:lnTo>
                  <a:pt x="2163" y="727"/>
                </a:lnTo>
                <a:lnTo>
                  <a:pt x="2163" y="1513"/>
                </a:lnTo>
                <a:lnTo>
                  <a:pt x="2659" y="2009"/>
                </a:lnTo>
                <a:lnTo>
                  <a:pt x="2469" y="2198"/>
                </a:lnTo>
                <a:lnTo>
                  <a:pt x="1894" y="1623"/>
                </a:lnTo>
                <a:lnTo>
                  <a:pt x="1894" y="727"/>
                </a:lnTo>
                <a:close/>
                <a:moveTo>
                  <a:pt x="2034" y="0"/>
                </a:moveTo>
                <a:lnTo>
                  <a:pt x="2136" y="3"/>
                </a:lnTo>
                <a:lnTo>
                  <a:pt x="2238" y="13"/>
                </a:lnTo>
                <a:lnTo>
                  <a:pt x="2337" y="28"/>
                </a:lnTo>
                <a:lnTo>
                  <a:pt x="2434" y="51"/>
                </a:lnTo>
                <a:lnTo>
                  <a:pt x="2528" y="79"/>
                </a:lnTo>
                <a:lnTo>
                  <a:pt x="2620" y="113"/>
                </a:lnTo>
                <a:lnTo>
                  <a:pt x="2709" y="153"/>
                </a:lnTo>
                <a:lnTo>
                  <a:pt x="2795" y="198"/>
                </a:lnTo>
                <a:lnTo>
                  <a:pt x="2878" y="248"/>
                </a:lnTo>
                <a:lnTo>
                  <a:pt x="2957" y="303"/>
                </a:lnTo>
                <a:lnTo>
                  <a:pt x="3033" y="361"/>
                </a:lnTo>
                <a:lnTo>
                  <a:pt x="3105" y="425"/>
                </a:lnTo>
                <a:lnTo>
                  <a:pt x="3173" y="493"/>
                </a:lnTo>
                <a:lnTo>
                  <a:pt x="3237" y="566"/>
                </a:lnTo>
                <a:lnTo>
                  <a:pt x="3296" y="642"/>
                </a:lnTo>
                <a:lnTo>
                  <a:pt x="3351" y="721"/>
                </a:lnTo>
                <a:lnTo>
                  <a:pt x="3400" y="805"/>
                </a:lnTo>
                <a:lnTo>
                  <a:pt x="3444" y="891"/>
                </a:lnTo>
                <a:lnTo>
                  <a:pt x="3484" y="980"/>
                </a:lnTo>
                <a:lnTo>
                  <a:pt x="3518" y="1072"/>
                </a:lnTo>
                <a:lnTo>
                  <a:pt x="3546" y="1167"/>
                </a:lnTo>
                <a:lnTo>
                  <a:pt x="3569" y="1264"/>
                </a:lnTo>
                <a:lnTo>
                  <a:pt x="3584" y="1363"/>
                </a:lnTo>
                <a:lnTo>
                  <a:pt x="3594" y="1465"/>
                </a:lnTo>
                <a:lnTo>
                  <a:pt x="3597" y="1568"/>
                </a:lnTo>
                <a:lnTo>
                  <a:pt x="3594" y="1672"/>
                </a:lnTo>
                <a:lnTo>
                  <a:pt x="3584" y="1773"/>
                </a:lnTo>
                <a:lnTo>
                  <a:pt x="3569" y="1872"/>
                </a:lnTo>
                <a:lnTo>
                  <a:pt x="3546" y="1969"/>
                </a:lnTo>
                <a:lnTo>
                  <a:pt x="3518" y="2064"/>
                </a:lnTo>
                <a:lnTo>
                  <a:pt x="3484" y="2156"/>
                </a:lnTo>
                <a:lnTo>
                  <a:pt x="3444" y="2245"/>
                </a:lnTo>
                <a:lnTo>
                  <a:pt x="3400" y="2331"/>
                </a:lnTo>
                <a:lnTo>
                  <a:pt x="3351" y="2415"/>
                </a:lnTo>
                <a:lnTo>
                  <a:pt x="3296" y="2494"/>
                </a:lnTo>
                <a:lnTo>
                  <a:pt x="3237" y="2570"/>
                </a:lnTo>
                <a:lnTo>
                  <a:pt x="3173" y="2643"/>
                </a:lnTo>
                <a:lnTo>
                  <a:pt x="3105" y="2711"/>
                </a:lnTo>
                <a:lnTo>
                  <a:pt x="3033" y="2775"/>
                </a:lnTo>
                <a:lnTo>
                  <a:pt x="2957" y="2834"/>
                </a:lnTo>
                <a:lnTo>
                  <a:pt x="2878" y="2889"/>
                </a:lnTo>
                <a:lnTo>
                  <a:pt x="2795" y="2938"/>
                </a:lnTo>
                <a:lnTo>
                  <a:pt x="2709" y="2983"/>
                </a:lnTo>
                <a:lnTo>
                  <a:pt x="2620" y="3023"/>
                </a:lnTo>
                <a:lnTo>
                  <a:pt x="2528" y="3057"/>
                </a:lnTo>
                <a:lnTo>
                  <a:pt x="2434" y="3085"/>
                </a:lnTo>
                <a:lnTo>
                  <a:pt x="2337" y="3108"/>
                </a:lnTo>
                <a:lnTo>
                  <a:pt x="2238" y="3123"/>
                </a:lnTo>
                <a:lnTo>
                  <a:pt x="2136" y="3133"/>
                </a:lnTo>
                <a:lnTo>
                  <a:pt x="2034" y="3137"/>
                </a:lnTo>
                <a:lnTo>
                  <a:pt x="1935" y="3133"/>
                </a:lnTo>
                <a:lnTo>
                  <a:pt x="1839" y="3124"/>
                </a:lnTo>
                <a:lnTo>
                  <a:pt x="1743" y="3110"/>
                </a:lnTo>
                <a:lnTo>
                  <a:pt x="1651" y="3089"/>
                </a:lnTo>
                <a:lnTo>
                  <a:pt x="1560" y="3064"/>
                </a:lnTo>
                <a:lnTo>
                  <a:pt x="1471" y="3032"/>
                </a:lnTo>
                <a:lnTo>
                  <a:pt x="1385" y="2997"/>
                </a:lnTo>
                <a:lnTo>
                  <a:pt x="1302" y="2955"/>
                </a:lnTo>
                <a:lnTo>
                  <a:pt x="1222" y="2910"/>
                </a:lnTo>
                <a:lnTo>
                  <a:pt x="1145" y="2859"/>
                </a:lnTo>
                <a:lnTo>
                  <a:pt x="1070" y="2804"/>
                </a:lnTo>
                <a:lnTo>
                  <a:pt x="1340" y="2516"/>
                </a:lnTo>
                <a:lnTo>
                  <a:pt x="1406" y="2562"/>
                </a:lnTo>
                <a:lnTo>
                  <a:pt x="1475" y="2603"/>
                </a:lnTo>
                <a:lnTo>
                  <a:pt x="1548" y="2639"/>
                </a:lnTo>
                <a:lnTo>
                  <a:pt x="1623" y="2671"/>
                </a:lnTo>
                <a:lnTo>
                  <a:pt x="1701" y="2697"/>
                </a:lnTo>
                <a:lnTo>
                  <a:pt x="1782" y="2717"/>
                </a:lnTo>
                <a:lnTo>
                  <a:pt x="1863" y="2732"/>
                </a:lnTo>
                <a:lnTo>
                  <a:pt x="1948" y="2741"/>
                </a:lnTo>
                <a:lnTo>
                  <a:pt x="2034" y="2744"/>
                </a:lnTo>
                <a:lnTo>
                  <a:pt x="2121" y="2741"/>
                </a:lnTo>
                <a:lnTo>
                  <a:pt x="2207" y="2731"/>
                </a:lnTo>
                <a:lnTo>
                  <a:pt x="2291" y="2716"/>
                </a:lnTo>
                <a:lnTo>
                  <a:pt x="2372" y="2695"/>
                </a:lnTo>
                <a:lnTo>
                  <a:pt x="2452" y="2667"/>
                </a:lnTo>
                <a:lnTo>
                  <a:pt x="2528" y="2635"/>
                </a:lnTo>
                <a:lnTo>
                  <a:pt x="2601" y="2598"/>
                </a:lnTo>
                <a:lnTo>
                  <a:pt x="2672" y="2555"/>
                </a:lnTo>
                <a:lnTo>
                  <a:pt x="2739" y="2508"/>
                </a:lnTo>
                <a:lnTo>
                  <a:pt x="2803" y="2456"/>
                </a:lnTo>
                <a:lnTo>
                  <a:pt x="2863" y="2400"/>
                </a:lnTo>
                <a:lnTo>
                  <a:pt x="2919" y="2340"/>
                </a:lnTo>
                <a:lnTo>
                  <a:pt x="2971" y="2276"/>
                </a:lnTo>
                <a:lnTo>
                  <a:pt x="3018" y="2209"/>
                </a:lnTo>
                <a:lnTo>
                  <a:pt x="3060" y="2138"/>
                </a:lnTo>
                <a:lnTo>
                  <a:pt x="3097" y="2064"/>
                </a:lnTo>
                <a:lnTo>
                  <a:pt x="3130" y="1988"/>
                </a:lnTo>
                <a:lnTo>
                  <a:pt x="3157" y="1908"/>
                </a:lnTo>
                <a:lnTo>
                  <a:pt x="3179" y="1826"/>
                </a:lnTo>
                <a:lnTo>
                  <a:pt x="3194" y="1742"/>
                </a:lnTo>
                <a:lnTo>
                  <a:pt x="3203" y="1656"/>
                </a:lnTo>
                <a:lnTo>
                  <a:pt x="3206" y="1568"/>
                </a:lnTo>
                <a:lnTo>
                  <a:pt x="3203" y="1480"/>
                </a:lnTo>
                <a:lnTo>
                  <a:pt x="3194" y="1394"/>
                </a:lnTo>
                <a:lnTo>
                  <a:pt x="3179" y="1310"/>
                </a:lnTo>
                <a:lnTo>
                  <a:pt x="3157" y="1229"/>
                </a:lnTo>
                <a:lnTo>
                  <a:pt x="3130" y="1148"/>
                </a:lnTo>
                <a:lnTo>
                  <a:pt x="3097" y="1072"/>
                </a:lnTo>
                <a:lnTo>
                  <a:pt x="3060" y="999"/>
                </a:lnTo>
                <a:lnTo>
                  <a:pt x="3018" y="927"/>
                </a:lnTo>
                <a:lnTo>
                  <a:pt x="2971" y="860"/>
                </a:lnTo>
                <a:lnTo>
                  <a:pt x="2919" y="796"/>
                </a:lnTo>
                <a:lnTo>
                  <a:pt x="2863" y="737"/>
                </a:lnTo>
                <a:lnTo>
                  <a:pt x="2803" y="680"/>
                </a:lnTo>
                <a:lnTo>
                  <a:pt x="2739" y="629"/>
                </a:lnTo>
                <a:lnTo>
                  <a:pt x="2672" y="581"/>
                </a:lnTo>
                <a:lnTo>
                  <a:pt x="2601" y="538"/>
                </a:lnTo>
                <a:lnTo>
                  <a:pt x="2528" y="501"/>
                </a:lnTo>
                <a:lnTo>
                  <a:pt x="2452" y="469"/>
                </a:lnTo>
                <a:lnTo>
                  <a:pt x="2372" y="441"/>
                </a:lnTo>
                <a:lnTo>
                  <a:pt x="2291" y="420"/>
                </a:lnTo>
                <a:lnTo>
                  <a:pt x="2207" y="404"/>
                </a:lnTo>
                <a:lnTo>
                  <a:pt x="2121" y="395"/>
                </a:lnTo>
                <a:lnTo>
                  <a:pt x="2034" y="392"/>
                </a:lnTo>
                <a:lnTo>
                  <a:pt x="1944" y="395"/>
                </a:lnTo>
                <a:lnTo>
                  <a:pt x="1855" y="405"/>
                </a:lnTo>
                <a:lnTo>
                  <a:pt x="1770" y="422"/>
                </a:lnTo>
                <a:lnTo>
                  <a:pt x="1686" y="444"/>
                </a:lnTo>
                <a:lnTo>
                  <a:pt x="1605" y="472"/>
                </a:lnTo>
                <a:lnTo>
                  <a:pt x="1527" y="506"/>
                </a:lnTo>
                <a:lnTo>
                  <a:pt x="1452" y="546"/>
                </a:lnTo>
                <a:lnTo>
                  <a:pt x="1381" y="591"/>
                </a:lnTo>
                <a:lnTo>
                  <a:pt x="1312" y="641"/>
                </a:lnTo>
                <a:lnTo>
                  <a:pt x="1247" y="695"/>
                </a:lnTo>
                <a:lnTo>
                  <a:pt x="1188" y="753"/>
                </a:lnTo>
                <a:lnTo>
                  <a:pt x="1132" y="816"/>
                </a:lnTo>
                <a:lnTo>
                  <a:pt x="1080" y="883"/>
                </a:lnTo>
                <a:lnTo>
                  <a:pt x="1034" y="954"/>
                </a:lnTo>
                <a:lnTo>
                  <a:pt x="992" y="1027"/>
                </a:lnTo>
                <a:lnTo>
                  <a:pt x="955" y="1104"/>
                </a:lnTo>
                <a:lnTo>
                  <a:pt x="924" y="1185"/>
                </a:lnTo>
                <a:lnTo>
                  <a:pt x="899" y="1267"/>
                </a:lnTo>
                <a:lnTo>
                  <a:pt x="880" y="1352"/>
                </a:lnTo>
                <a:lnTo>
                  <a:pt x="867" y="1439"/>
                </a:lnTo>
                <a:lnTo>
                  <a:pt x="862" y="1528"/>
                </a:lnTo>
                <a:lnTo>
                  <a:pt x="1408" y="1528"/>
                </a:lnTo>
                <a:lnTo>
                  <a:pt x="704" y="2313"/>
                </a:lnTo>
                <a:lnTo>
                  <a:pt x="0" y="1528"/>
                </a:lnTo>
                <a:lnTo>
                  <a:pt x="470" y="1528"/>
                </a:lnTo>
                <a:lnTo>
                  <a:pt x="476" y="1424"/>
                </a:lnTo>
                <a:lnTo>
                  <a:pt x="489" y="1320"/>
                </a:lnTo>
                <a:lnTo>
                  <a:pt x="509" y="1220"/>
                </a:lnTo>
                <a:lnTo>
                  <a:pt x="534" y="1121"/>
                </a:lnTo>
                <a:lnTo>
                  <a:pt x="566" y="1025"/>
                </a:lnTo>
                <a:lnTo>
                  <a:pt x="604" y="933"/>
                </a:lnTo>
                <a:lnTo>
                  <a:pt x="647" y="842"/>
                </a:lnTo>
                <a:lnTo>
                  <a:pt x="695" y="755"/>
                </a:lnTo>
                <a:lnTo>
                  <a:pt x="749" y="673"/>
                </a:lnTo>
                <a:lnTo>
                  <a:pt x="809" y="593"/>
                </a:lnTo>
                <a:lnTo>
                  <a:pt x="873" y="517"/>
                </a:lnTo>
                <a:lnTo>
                  <a:pt x="941" y="446"/>
                </a:lnTo>
                <a:lnTo>
                  <a:pt x="1014" y="380"/>
                </a:lnTo>
                <a:lnTo>
                  <a:pt x="1090" y="317"/>
                </a:lnTo>
                <a:lnTo>
                  <a:pt x="1170" y="260"/>
                </a:lnTo>
                <a:lnTo>
                  <a:pt x="1255" y="208"/>
                </a:lnTo>
                <a:lnTo>
                  <a:pt x="1342" y="161"/>
                </a:lnTo>
                <a:lnTo>
                  <a:pt x="1433" y="119"/>
                </a:lnTo>
                <a:lnTo>
                  <a:pt x="1527" y="83"/>
                </a:lnTo>
                <a:lnTo>
                  <a:pt x="1624" y="54"/>
                </a:lnTo>
                <a:lnTo>
                  <a:pt x="1723" y="31"/>
                </a:lnTo>
                <a:lnTo>
                  <a:pt x="1825" y="13"/>
                </a:lnTo>
                <a:lnTo>
                  <a:pt x="1928" y="3"/>
                </a:lnTo>
                <a:lnTo>
                  <a:pt x="203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41" name="Group 173"/>
          <p:cNvGrpSpPr>
            <a:grpSpLocks noChangeAspect="1"/>
          </p:cNvGrpSpPr>
          <p:nvPr/>
        </p:nvGrpSpPr>
        <p:grpSpPr bwMode="auto">
          <a:xfrm>
            <a:off x="8049982" y="2338439"/>
            <a:ext cx="412575" cy="416827"/>
            <a:chOff x="4910" y="1317"/>
            <a:chExt cx="4270" cy="4314"/>
          </a:xfrm>
          <a:solidFill>
            <a:schemeClr val="bg1"/>
          </a:solidFill>
        </p:grpSpPr>
        <p:sp>
          <p:nvSpPr>
            <p:cNvPr id="42" name="Freeform 175"/>
            <p:cNvSpPr>
              <a:spLocks/>
            </p:cNvSpPr>
            <p:nvPr/>
          </p:nvSpPr>
          <p:spPr bwMode="auto">
            <a:xfrm>
              <a:off x="4910" y="2197"/>
              <a:ext cx="1219" cy="952"/>
            </a:xfrm>
            <a:custGeom>
              <a:avLst/>
              <a:gdLst>
                <a:gd name="T0" fmla="*/ 124 w 1219"/>
                <a:gd name="T1" fmla="*/ 0 h 952"/>
                <a:gd name="T2" fmla="*/ 269 w 1219"/>
                <a:gd name="T3" fmla="*/ 0 h 952"/>
                <a:gd name="T4" fmla="*/ 288 w 1219"/>
                <a:gd name="T5" fmla="*/ 3 h 952"/>
                <a:gd name="T6" fmla="*/ 305 w 1219"/>
                <a:gd name="T7" fmla="*/ 9 h 952"/>
                <a:gd name="T8" fmla="*/ 319 w 1219"/>
                <a:gd name="T9" fmla="*/ 20 h 952"/>
                <a:gd name="T10" fmla="*/ 331 w 1219"/>
                <a:gd name="T11" fmla="*/ 33 h 952"/>
                <a:gd name="T12" fmla="*/ 530 w 1219"/>
                <a:gd name="T13" fmla="*/ 319 h 952"/>
                <a:gd name="T14" fmla="*/ 578 w 1219"/>
                <a:gd name="T15" fmla="*/ 216 h 952"/>
                <a:gd name="T16" fmla="*/ 500 w 1219"/>
                <a:gd name="T17" fmla="*/ 50 h 952"/>
                <a:gd name="T18" fmla="*/ 496 w 1219"/>
                <a:gd name="T19" fmla="*/ 35 h 952"/>
                <a:gd name="T20" fmla="*/ 499 w 1219"/>
                <a:gd name="T21" fmla="*/ 22 h 952"/>
                <a:gd name="T22" fmla="*/ 506 w 1219"/>
                <a:gd name="T23" fmla="*/ 12 h 952"/>
                <a:gd name="T24" fmla="*/ 517 w 1219"/>
                <a:gd name="T25" fmla="*/ 4 h 952"/>
                <a:gd name="T26" fmla="*/ 531 w 1219"/>
                <a:gd name="T27" fmla="*/ 0 h 952"/>
                <a:gd name="T28" fmla="*/ 690 w 1219"/>
                <a:gd name="T29" fmla="*/ 0 h 952"/>
                <a:gd name="T30" fmla="*/ 703 w 1219"/>
                <a:gd name="T31" fmla="*/ 4 h 952"/>
                <a:gd name="T32" fmla="*/ 713 w 1219"/>
                <a:gd name="T33" fmla="*/ 12 h 952"/>
                <a:gd name="T34" fmla="*/ 721 w 1219"/>
                <a:gd name="T35" fmla="*/ 22 h 952"/>
                <a:gd name="T36" fmla="*/ 724 w 1219"/>
                <a:gd name="T37" fmla="*/ 35 h 952"/>
                <a:gd name="T38" fmla="*/ 720 w 1219"/>
                <a:gd name="T39" fmla="*/ 50 h 952"/>
                <a:gd name="T40" fmla="*/ 641 w 1219"/>
                <a:gd name="T41" fmla="*/ 216 h 952"/>
                <a:gd name="T42" fmla="*/ 691 w 1219"/>
                <a:gd name="T43" fmla="*/ 321 h 952"/>
                <a:gd name="T44" fmla="*/ 894 w 1219"/>
                <a:gd name="T45" fmla="*/ 33 h 952"/>
                <a:gd name="T46" fmla="*/ 906 w 1219"/>
                <a:gd name="T47" fmla="*/ 18 h 952"/>
                <a:gd name="T48" fmla="*/ 922 w 1219"/>
                <a:gd name="T49" fmla="*/ 9 h 952"/>
                <a:gd name="T50" fmla="*/ 937 w 1219"/>
                <a:gd name="T51" fmla="*/ 3 h 952"/>
                <a:gd name="T52" fmla="*/ 956 w 1219"/>
                <a:gd name="T53" fmla="*/ 0 h 952"/>
                <a:gd name="T54" fmla="*/ 1094 w 1219"/>
                <a:gd name="T55" fmla="*/ 0 h 952"/>
                <a:gd name="T56" fmla="*/ 1122 w 1219"/>
                <a:gd name="T57" fmla="*/ 4 h 952"/>
                <a:gd name="T58" fmla="*/ 1148 w 1219"/>
                <a:gd name="T59" fmla="*/ 13 h 952"/>
                <a:gd name="T60" fmla="*/ 1172 w 1219"/>
                <a:gd name="T61" fmla="*/ 28 h 952"/>
                <a:gd name="T62" fmla="*/ 1191 w 1219"/>
                <a:gd name="T63" fmla="*/ 47 h 952"/>
                <a:gd name="T64" fmla="*/ 1206 w 1219"/>
                <a:gd name="T65" fmla="*/ 71 h 952"/>
                <a:gd name="T66" fmla="*/ 1215 w 1219"/>
                <a:gd name="T67" fmla="*/ 97 h 952"/>
                <a:gd name="T68" fmla="*/ 1219 w 1219"/>
                <a:gd name="T69" fmla="*/ 124 h 952"/>
                <a:gd name="T70" fmla="*/ 1219 w 1219"/>
                <a:gd name="T71" fmla="*/ 154 h 952"/>
                <a:gd name="T72" fmla="*/ 1124 w 1219"/>
                <a:gd name="T73" fmla="*/ 213 h 952"/>
                <a:gd name="T74" fmla="*/ 1035 w 1219"/>
                <a:gd name="T75" fmla="*/ 279 h 952"/>
                <a:gd name="T76" fmla="*/ 949 w 1219"/>
                <a:gd name="T77" fmla="*/ 350 h 952"/>
                <a:gd name="T78" fmla="*/ 868 w 1219"/>
                <a:gd name="T79" fmla="*/ 427 h 952"/>
                <a:gd name="T80" fmla="*/ 825 w 1219"/>
                <a:gd name="T81" fmla="*/ 471 h 952"/>
                <a:gd name="T82" fmla="*/ 783 w 1219"/>
                <a:gd name="T83" fmla="*/ 517 h 952"/>
                <a:gd name="T84" fmla="*/ 753 w 1219"/>
                <a:gd name="T85" fmla="*/ 554 h 952"/>
                <a:gd name="T86" fmla="*/ 722 w 1219"/>
                <a:gd name="T87" fmla="*/ 590 h 952"/>
                <a:gd name="T88" fmla="*/ 660 w 1219"/>
                <a:gd name="T89" fmla="*/ 676 h 952"/>
                <a:gd name="T90" fmla="*/ 602 w 1219"/>
                <a:gd name="T91" fmla="*/ 765 h 952"/>
                <a:gd name="T92" fmla="*/ 551 w 1219"/>
                <a:gd name="T93" fmla="*/ 856 h 952"/>
                <a:gd name="T94" fmla="*/ 504 w 1219"/>
                <a:gd name="T95" fmla="*/ 952 h 952"/>
                <a:gd name="T96" fmla="*/ 0 w 1219"/>
                <a:gd name="T97" fmla="*/ 952 h 952"/>
                <a:gd name="T98" fmla="*/ 0 w 1219"/>
                <a:gd name="T99" fmla="*/ 124 h 952"/>
                <a:gd name="T100" fmla="*/ 4 w 1219"/>
                <a:gd name="T101" fmla="*/ 97 h 952"/>
                <a:gd name="T102" fmla="*/ 13 w 1219"/>
                <a:gd name="T103" fmla="*/ 71 h 952"/>
                <a:gd name="T104" fmla="*/ 27 w 1219"/>
                <a:gd name="T105" fmla="*/ 47 h 952"/>
                <a:gd name="T106" fmla="*/ 47 w 1219"/>
                <a:gd name="T107" fmla="*/ 28 h 952"/>
                <a:gd name="T108" fmla="*/ 69 w 1219"/>
                <a:gd name="T109" fmla="*/ 13 h 952"/>
                <a:gd name="T110" fmla="*/ 95 w 1219"/>
                <a:gd name="T111" fmla="*/ 4 h 952"/>
                <a:gd name="T112" fmla="*/ 124 w 1219"/>
                <a:gd name="T113" fmla="*/ 0 h 9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19" h="952">
                  <a:moveTo>
                    <a:pt x="124" y="0"/>
                  </a:moveTo>
                  <a:lnTo>
                    <a:pt x="269" y="0"/>
                  </a:lnTo>
                  <a:lnTo>
                    <a:pt x="288" y="3"/>
                  </a:lnTo>
                  <a:lnTo>
                    <a:pt x="305" y="9"/>
                  </a:lnTo>
                  <a:lnTo>
                    <a:pt x="319" y="20"/>
                  </a:lnTo>
                  <a:lnTo>
                    <a:pt x="331" y="33"/>
                  </a:lnTo>
                  <a:lnTo>
                    <a:pt x="530" y="319"/>
                  </a:lnTo>
                  <a:lnTo>
                    <a:pt x="578" y="216"/>
                  </a:lnTo>
                  <a:lnTo>
                    <a:pt x="500" y="50"/>
                  </a:lnTo>
                  <a:lnTo>
                    <a:pt x="496" y="35"/>
                  </a:lnTo>
                  <a:lnTo>
                    <a:pt x="499" y="22"/>
                  </a:lnTo>
                  <a:lnTo>
                    <a:pt x="506" y="12"/>
                  </a:lnTo>
                  <a:lnTo>
                    <a:pt x="517" y="4"/>
                  </a:lnTo>
                  <a:lnTo>
                    <a:pt x="531" y="0"/>
                  </a:lnTo>
                  <a:lnTo>
                    <a:pt x="690" y="0"/>
                  </a:lnTo>
                  <a:lnTo>
                    <a:pt x="703" y="4"/>
                  </a:lnTo>
                  <a:lnTo>
                    <a:pt x="713" y="12"/>
                  </a:lnTo>
                  <a:lnTo>
                    <a:pt x="721" y="22"/>
                  </a:lnTo>
                  <a:lnTo>
                    <a:pt x="724" y="35"/>
                  </a:lnTo>
                  <a:lnTo>
                    <a:pt x="720" y="50"/>
                  </a:lnTo>
                  <a:lnTo>
                    <a:pt x="641" y="216"/>
                  </a:lnTo>
                  <a:lnTo>
                    <a:pt x="691" y="321"/>
                  </a:lnTo>
                  <a:lnTo>
                    <a:pt x="894" y="33"/>
                  </a:lnTo>
                  <a:lnTo>
                    <a:pt x="906" y="18"/>
                  </a:lnTo>
                  <a:lnTo>
                    <a:pt x="922" y="9"/>
                  </a:lnTo>
                  <a:lnTo>
                    <a:pt x="937" y="3"/>
                  </a:lnTo>
                  <a:lnTo>
                    <a:pt x="956" y="0"/>
                  </a:lnTo>
                  <a:lnTo>
                    <a:pt x="1094" y="0"/>
                  </a:lnTo>
                  <a:lnTo>
                    <a:pt x="1122" y="4"/>
                  </a:lnTo>
                  <a:lnTo>
                    <a:pt x="1148" y="13"/>
                  </a:lnTo>
                  <a:lnTo>
                    <a:pt x="1172" y="28"/>
                  </a:lnTo>
                  <a:lnTo>
                    <a:pt x="1191" y="47"/>
                  </a:lnTo>
                  <a:lnTo>
                    <a:pt x="1206" y="71"/>
                  </a:lnTo>
                  <a:lnTo>
                    <a:pt x="1215" y="97"/>
                  </a:lnTo>
                  <a:lnTo>
                    <a:pt x="1219" y="124"/>
                  </a:lnTo>
                  <a:lnTo>
                    <a:pt x="1219" y="154"/>
                  </a:lnTo>
                  <a:lnTo>
                    <a:pt x="1124" y="213"/>
                  </a:lnTo>
                  <a:lnTo>
                    <a:pt x="1035" y="279"/>
                  </a:lnTo>
                  <a:lnTo>
                    <a:pt x="949" y="350"/>
                  </a:lnTo>
                  <a:lnTo>
                    <a:pt x="868" y="427"/>
                  </a:lnTo>
                  <a:lnTo>
                    <a:pt x="825" y="471"/>
                  </a:lnTo>
                  <a:lnTo>
                    <a:pt x="783" y="517"/>
                  </a:lnTo>
                  <a:lnTo>
                    <a:pt x="753" y="554"/>
                  </a:lnTo>
                  <a:lnTo>
                    <a:pt x="722" y="590"/>
                  </a:lnTo>
                  <a:lnTo>
                    <a:pt x="660" y="676"/>
                  </a:lnTo>
                  <a:lnTo>
                    <a:pt x="602" y="765"/>
                  </a:lnTo>
                  <a:lnTo>
                    <a:pt x="551" y="856"/>
                  </a:lnTo>
                  <a:lnTo>
                    <a:pt x="504" y="952"/>
                  </a:lnTo>
                  <a:lnTo>
                    <a:pt x="0" y="952"/>
                  </a:lnTo>
                  <a:lnTo>
                    <a:pt x="0" y="124"/>
                  </a:lnTo>
                  <a:lnTo>
                    <a:pt x="4" y="97"/>
                  </a:lnTo>
                  <a:lnTo>
                    <a:pt x="13" y="71"/>
                  </a:lnTo>
                  <a:lnTo>
                    <a:pt x="27" y="47"/>
                  </a:lnTo>
                  <a:lnTo>
                    <a:pt x="47" y="28"/>
                  </a:lnTo>
                  <a:lnTo>
                    <a:pt x="69" y="13"/>
                  </a:lnTo>
                  <a:lnTo>
                    <a:pt x="95" y="4"/>
                  </a:lnTo>
                  <a:lnTo>
                    <a:pt x="12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3" name="Freeform 176"/>
            <p:cNvSpPr>
              <a:spLocks/>
            </p:cNvSpPr>
            <p:nvPr/>
          </p:nvSpPr>
          <p:spPr bwMode="auto">
            <a:xfrm>
              <a:off x="5118" y="1317"/>
              <a:ext cx="801" cy="801"/>
            </a:xfrm>
            <a:custGeom>
              <a:avLst/>
              <a:gdLst>
                <a:gd name="T0" fmla="*/ 401 w 801"/>
                <a:gd name="T1" fmla="*/ 0 h 801"/>
                <a:gd name="T2" fmla="*/ 454 w 801"/>
                <a:gd name="T3" fmla="*/ 3 h 801"/>
                <a:gd name="T4" fmla="*/ 507 w 801"/>
                <a:gd name="T5" fmla="*/ 15 h 801"/>
                <a:gd name="T6" fmla="*/ 556 w 801"/>
                <a:gd name="T7" fmla="*/ 32 h 801"/>
                <a:gd name="T8" fmla="*/ 602 w 801"/>
                <a:gd name="T9" fmla="*/ 55 h 801"/>
                <a:gd name="T10" fmla="*/ 645 w 801"/>
                <a:gd name="T11" fmla="*/ 84 h 801"/>
                <a:gd name="T12" fmla="*/ 683 w 801"/>
                <a:gd name="T13" fmla="*/ 117 h 801"/>
                <a:gd name="T14" fmla="*/ 717 w 801"/>
                <a:gd name="T15" fmla="*/ 156 h 801"/>
                <a:gd name="T16" fmla="*/ 746 w 801"/>
                <a:gd name="T17" fmla="*/ 198 h 801"/>
                <a:gd name="T18" fmla="*/ 770 w 801"/>
                <a:gd name="T19" fmla="*/ 245 h 801"/>
                <a:gd name="T20" fmla="*/ 787 w 801"/>
                <a:gd name="T21" fmla="*/ 294 h 801"/>
                <a:gd name="T22" fmla="*/ 797 w 801"/>
                <a:gd name="T23" fmla="*/ 346 h 801"/>
                <a:gd name="T24" fmla="*/ 801 w 801"/>
                <a:gd name="T25" fmla="*/ 401 h 801"/>
                <a:gd name="T26" fmla="*/ 797 w 801"/>
                <a:gd name="T27" fmla="*/ 455 h 801"/>
                <a:gd name="T28" fmla="*/ 787 w 801"/>
                <a:gd name="T29" fmla="*/ 507 h 801"/>
                <a:gd name="T30" fmla="*/ 770 w 801"/>
                <a:gd name="T31" fmla="*/ 557 h 801"/>
                <a:gd name="T32" fmla="*/ 746 w 801"/>
                <a:gd name="T33" fmla="*/ 602 h 801"/>
                <a:gd name="T34" fmla="*/ 717 w 801"/>
                <a:gd name="T35" fmla="*/ 646 h 801"/>
                <a:gd name="T36" fmla="*/ 683 w 801"/>
                <a:gd name="T37" fmla="*/ 684 h 801"/>
                <a:gd name="T38" fmla="*/ 645 w 801"/>
                <a:gd name="T39" fmla="*/ 718 h 801"/>
                <a:gd name="T40" fmla="*/ 602 w 801"/>
                <a:gd name="T41" fmla="*/ 746 h 801"/>
                <a:gd name="T42" fmla="*/ 556 w 801"/>
                <a:gd name="T43" fmla="*/ 770 h 801"/>
                <a:gd name="T44" fmla="*/ 507 w 801"/>
                <a:gd name="T45" fmla="*/ 787 h 801"/>
                <a:gd name="T46" fmla="*/ 454 w 801"/>
                <a:gd name="T47" fmla="*/ 798 h 801"/>
                <a:gd name="T48" fmla="*/ 401 w 801"/>
                <a:gd name="T49" fmla="*/ 801 h 801"/>
                <a:gd name="T50" fmla="*/ 347 w 801"/>
                <a:gd name="T51" fmla="*/ 798 h 801"/>
                <a:gd name="T52" fmla="*/ 295 w 801"/>
                <a:gd name="T53" fmla="*/ 787 h 801"/>
                <a:gd name="T54" fmla="*/ 245 w 801"/>
                <a:gd name="T55" fmla="*/ 770 h 801"/>
                <a:gd name="T56" fmla="*/ 199 w 801"/>
                <a:gd name="T57" fmla="*/ 746 h 801"/>
                <a:gd name="T58" fmla="*/ 156 w 801"/>
                <a:gd name="T59" fmla="*/ 718 h 801"/>
                <a:gd name="T60" fmla="*/ 118 w 801"/>
                <a:gd name="T61" fmla="*/ 684 h 801"/>
                <a:gd name="T62" fmla="*/ 84 w 801"/>
                <a:gd name="T63" fmla="*/ 646 h 801"/>
                <a:gd name="T64" fmla="*/ 55 w 801"/>
                <a:gd name="T65" fmla="*/ 602 h 801"/>
                <a:gd name="T66" fmla="*/ 31 w 801"/>
                <a:gd name="T67" fmla="*/ 557 h 801"/>
                <a:gd name="T68" fmla="*/ 14 w 801"/>
                <a:gd name="T69" fmla="*/ 507 h 801"/>
                <a:gd name="T70" fmla="*/ 4 w 801"/>
                <a:gd name="T71" fmla="*/ 455 h 801"/>
                <a:gd name="T72" fmla="*/ 0 w 801"/>
                <a:gd name="T73" fmla="*/ 401 h 801"/>
                <a:gd name="T74" fmla="*/ 4 w 801"/>
                <a:gd name="T75" fmla="*/ 346 h 801"/>
                <a:gd name="T76" fmla="*/ 14 w 801"/>
                <a:gd name="T77" fmla="*/ 294 h 801"/>
                <a:gd name="T78" fmla="*/ 31 w 801"/>
                <a:gd name="T79" fmla="*/ 245 h 801"/>
                <a:gd name="T80" fmla="*/ 55 w 801"/>
                <a:gd name="T81" fmla="*/ 198 h 801"/>
                <a:gd name="T82" fmla="*/ 84 w 801"/>
                <a:gd name="T83" fmla="*/ 156 h 801"/>
                <a:gd name="T84" fmla="*/ 118 w 801"/>
                <a:gd name="T85" fmla="*/ 117 h 801"/>
                <a:gd name="T86" fmla="*/ 156 w 801"/>
                <a:gd name="T87" fmla="*/ 84 h 801"/>
                <a:gd name="T88" fmla="*/ 199 w 801"/>
                <a:gd name="T89" fmla="*/ 55 h 801"/>
                <a:gd name="T90" fmla="*/ 245 w 801"/>
                <a:gd name="T91" fmla="*/ 32 h 801"/>
                <a:gd name="T92" fmla="*/ 295 w 801"/>
                <a:gd name="T93" fmla="*/ 15 h 801"/>
                <a:gd name="T94" fmla="*/ 347 w 801"/>
                <a:gd name="T95" fmla="*/ 3 h 801"/>
                <a:gd name="T96" fmla="*/ 401 w 801"/>
                <a:gd name="T97" fmla="*/ 0 h 801"/>
                <a:gd name="T98" fmla="*/ 401 w 801"/>
                <a:gd name="T99" fmla="*/ 0 h 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01" h="801">
                  <a:moveTo>
                    <a:pt x="401" y="0"/>
                  </a:moveTo>
                  <a:lnTo>
                    <a:pt x="454" y="3"/>
                  </a:lnTo>
                  <a:lnTo>
                    <a:pt x="507" y="15"/>
                  </a:lnTo>
                  <a:lnTo>
                    <a:pt x="556" y="32"/>
                  </a:lnTo>
                  <a:lnTo>
                    <a:pt x="602" y="55"/>
                  </a:lnTo>
                  <a:lnTo>
                    <a:pt x="645" y="84"/>
                  </a:lnTo>
                  <a:lnTo>
                    <a:pt x="683" y="117"/>
                  </a:lnTo>
                  <a:lnTo>
                    <a:pt x="717" y="156"/>
                  </a:lnTo>
                  <a:lnTo>
                    <a:pt x="746" y="198"/>
                  </a:lnTo>
                  <a:lnTo>
                    <a:pt x="770" y="245"/>
                  </a:lnTo>
                  <a:lnTo>
                    <a:pt x="787" y="294"/>
                  </a:lnTo>
                  <a:lnTo>
                    <a:pt x="797" y="346"/>
                  </a:lnTo>
                  <a:lnTo>
                    <a:pt x="801" y="401"/>
                  </a:lnTo>
                  <a:lnTo>
                    <a:pt x="797" y="455"/>
                  </a:lnTo>
                  <a:lnTo>
                    <a:pt x="787" y="507"/>
                  </a:lnTo>
                  <a:lnTo>
                    <a:pt x="770" y="557"/>
                  </a:lnTo>
                  <a:lnTo>
                    <a:pt x="746" y="602"/>
                  </a:lnTo>
                  <a:lnTo>
                    <a:pt x="717" y="646"/>
                  </a:lnTo>
                  <a:lnTo>
                    <a:pt x="683" y="684"/>
                  </a:lnTo>
                  <a:lnTo>
                    <a:pt x="645" y="718"/>
                  </a:lnTo>
                  <a:lnTo>
                    <a:pt x="602" y="746"/>
                  </a:lnTo>
                  <a:lnTo>
                    <a:pt x="556" y="770"/>
                  </a:lnTo>
                  <a:lnTo>
                    <a:pt x="507" y="787"/>
                  </a:lnTo>
                  <a:lnTo>
                    <a:pt x="454" y="798"/>
                  </a:lnTo>
                  <a:lnTo>
                    <a:pt x="401" y="801"/>
                  </a:lnTo>
                  <a:lnTo>
                    <a:pt x="347" y="798"/>
                  </a:lnTo>
                  <a:lnTo>
                    <a:pt x="295" y="787"/>
                  </a:lnTo>
                  <a:lnTo>
                    <a:pt x="245" y="770"/>
                  </a:lnTo>
                  <a:lnTo>
                    <a:pt x="199" y="746"/>
                  </a:lnTo>
                  <a:lnTo>
                    <a:pt x="156" y="718"/>
                  </a:lnTo>
                  <a:lnTo>
                    <a:pt x="118" y="684"/>
                  </a:lnTo>
                  <a:lnTo>
                    <a:pt x="84" y="646"/>
                  </a:lnTo>
                  <a:lnTo>
                    <a:pt x="55" y="602"/>
                  </a:lnTo>
                  <a:lnTo>
                    <a:pt x="31" y="557"/>
                  </a:lnTo>
                  <a:lnTo>
                    <a:pt x="14" y="507"/>
                  </a:lnTo>
                  <a:lnTo>
                    <a:pt x="4" y="455"/>
                  </a:lnTo>
                  <a:lnTo>
                    <a:pt x="0" y="401"/>
                  </a:lnTo>
                  <a:lnTo>
                    <a:pt x="4" y="346"/>
                  </a:lnTo>
                  <a:lnTo>
                    <a:pt x="14" y="294"/>
                  </a:lnTo>
                  <a:lnTo>
                    <a:pt x="31" y="245"/>
                  </a:lnTo>
                  <a:lnTo>
                    <a:pt x="55" y="198"/>
                  </a:lnTo>
                  <a:lnTo>
                    <a:pt x="84" y="156"/>
                  </a:lnTo>
                  <a:lnTo>
                    <a:pt x="118" y="117"/>
                  </a:lnTo>
                  <a:lnTo>
                    <a:pt x="156" y="84"/>
                  </a:lnTo>
                  <a:lnTo>
                    <a:pt x="199" y="55"/>
                  </a:lnTo>
                  <a:lnTo>
                    <a:pt x="245" y="32"/>
                  </a:lnTo>
                  <a:lnTo>
                    <a:pt x="295" y="15"/>
                  </a:lnTo>
                  <a:lnTo>
                    <a:pt x="347" y="3"/>
                  </a:lnTo>
                  <a:lnTo>
                    <a:pt x="401" y="0"/>
                  </a:lnTo>
                  <a:lnTo>
                    <a:pt x="40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4" name="Freeform 177"/>
            <p:cNvSpPr>
              <a:spLocks/>
            </p:cNvSpPr>
            <p:nvPr/>
          </p:nvSpPr>
          <p:spPr bwMode="auto">
            <a:xfrm>
              <a:off x="7941" y="2197"/>
              <a:ext cx="1218" cy="952"/>
            </a:xfrm>
            <a:custGeom>
              <a:avLst/>
              <a:gdLst>
                <a:gd name="T0" fmla="*/ 124 w 1218"/>
                <a:gd name="T1" fmla="*/ 0 h 952"/>
                <a:gd name="T2" fmla="*/ 270 w 1218"/>
                <a:gd name="T3" fmla="*/ 0 h 952"/>
                <a:gd name="T4" fmla="*/ 287 w 1218"/>
                <a:gd name="T5" fmla="*/ 3 h 952"/>
                <a:gd name="T6" fmla="*/ 304 w 1218"/>
                <a:gd name="T7" fmla="*/ 9 h 952"/>
                <a:gd name="T8" fmla="*/ 319 w 1218"/>
                <a:gd name="T9" fmla="*/ 20 h 952"/>
                <a:gd name="T10" fmla="*/ 331 w 1218"/>
                <a:gd name="T11" fmla="*/ 33 h 952"/>
                <a:gd name="T12" fmla="*/ 529 w 1218"/>
                <a:gd name="T13" fmla="*/ 319 h 952"/>
                <a:gd name="T14" fmla="*/ 579 w 1218"/>
                <a:gd name="T15" fmla="*/ 216 h 952"/>
                <a:gd name="T16" fmla="*/ 499 w 1218"/>
                <a:gd name="T17" fmla="*/ 50 h 952"/>
                <a:gd name="T18" fmla="*/ 496 w 1218"/>
                <a:gd name="T19" fmla="*/ 35 h 952"/>
                <a:gd name="T20" fmla="*/ 498 w 1218"/>
                <a:gd name="T21" fmla="*/ 22 h 952"/>
                <a:gd name="T22" fmla="*/ 505 w 1218"/>
                <a:gd name="T23" fmla="*/ 12 h 952"/>
                <a:gd name="T24" fmla="*/ 516 w 1218"/>
                <a:gd name="T25" fmla="*/ 4 h 952"/>
                <a:gd name="T26" fmla="*/ 530 w 1218"/>
                <a:gd name="T27" fmla="*/ 0 h 952"/>
                <a:gd name="T28" fmla="*/ 689 w 1218"/>
                <a:gd name="T29" fmla="*/ 0 h 952"/>
                <a:gd name="T30" fmla="*/ 702 w 1218"/>
                <a:gd name="T31" fmla="*/ 4 h 952"/>
                <a:gd name="T32" fmla="*/ 714 w 1218"/>
                <a:gd name="T33" fmla="*/ 12 h 952"/>
                <a:gd name="T34" fmla="*/ 720 w 1218"/>
                <a:gd name="T35" fmla="*/ 22 h 952"/>
                <a:gd name="T36" fmla="*/ 723 w 1218"/>
                <a:gd name="T37" fmla="*/ 35 h 952"/>
                <a:gd name="T38" fmla="*/ 719 w 1218"/>
                <a:gd name="T39" fmla="*/ 50 h 952"/>
                <a:gd name="T40" fmla="*/ 640 w 1218"/>
                <a:gd name="T41" fmla="*/ 216 h 952"/>
                <a:gd name="T42" fmla="*/ 690 w 1218"/>
                <a:gd name="T43" fmla="*/ 321 h 952"/>
                <a:gd name="T44" fmla="*/ 893 w 1218"/>
                <a:gd name="T45" fmla="*/ 33 h 952"/>
                <a:gd name="T46" fmla="*/ 906 w 1218"/>
                <a:gd name="T47" fmla="*/ 18 h 952"/>
                <a:gd name="T48" fmla="*/ 921 w 1218"/>
                <a:gd name="T49" fmla="*/ 9 h 952"/>
                <a:gd name="T50" fmla="*/ 936 w 1218"/>
                <a:gd name="T51" fmla="*/ 3 h 952"/>
                <a:gd name="T52" fmla="*/ 955 w 1218"/>
                <a:gd name="T53" fmla="*/ 0 h 952"/>
                <a:gd name="T54" fmla="*/ 1093 w 1218"/>
                <a:gd name="T55" fmla="*/ 0 h 952"/>
                <a:gd name="T56" fmla="*/ 1121 w 1218"/>
                <a:gd name="T57" fmla="*/ 4 h 952"/>
                <a:gd name="T58" fmla="*/ 1147 w 1218"/>
                <a:gd name="T59" fmla="*/ 13 h 952"/>
                <a:gd name="T60" fmla="*/ 1171 w 1218"/>
                <a:gd name="T61" fmla="*/ 28 h 952"/>
                <a:gd name="T62" fmla="*/ 1190 w 1218"/>
                <a:gd name="T63" fmla="*/ 47 h 952"/>
                <a:gd name="T64" fmla="*/ 1205 w 1218"/>
                <a:gd name="T65" fmla="*/ 71 h 952"/>
                <a:gd name="T66" fmla="*/ 1214 w 1218"/>
                <a:gd name="T67" fmla="*/ 97 h 952"/>
                <a:gd name="T68" fmla="*/ 1218 w 1218"/>
                <a:gd name="T69" fmla="*/ 124 h 952"/>
                <a:gd name="T70" fmla="*/ 1218 w 1218"/>
                <a:gd name="T71" fmla="*/ 952 h 952"/>
                <a:gd name="T72" fmla="*/ 708 w 1218"/>
                <a:gd name="T73" fmla="*/ 952 h 952"/>
                <a:gd name="T74" fmla="*/ 663 w 1218"/>
                <a:gd name="T75" fmla="*/ 856 h 952"/>
                <a:gd name="T76" fmla="*/ 610 w 1218"/>
                <a:gd name="T77" fmla="*/ 763 h 952"/>
                <a:gd name="T78" fmla="*/ 553 w 1218"/>
                <a:gd name="T79" fmla="*/ 676 h 952"/>
                <a:gd name="T80" fmla="*/ 491 w 1218"/>
                <a:gd name="T81" fmla="*/ 590 h 952"/>
                <a:gd name="T82" fmla="*/ 433 w 1218"/>
                <a:gd name="T83" fmla="*/ 520 h 952"/>
                <a:gd name="T84" fmla="*/ 390 w 1218"/>
                <a:gd name="T85" fmla="*/ 473 h 952"/>
                <a:gd name="T86" fmla="*/ 346 w 1218"/>
                <a:gd name="T87" fmla="*/ 427 h 952"/>
                <a:gd name="T88" fmla="*/ 266 w 1218"/>
                <a:gd name="T89" fmla="*/ 351 h 952"/>
                <a:gd name="T90" fmla="*/ 181 w 1218"/>
                <a:gd name="T91" fmla="*/ 280 h 952"/>
                <a:gd name="T92" fmla="*/ 92 w 1218"/>
                <a:gd name="T93" fmla="*/ 216 h 952"/>
                <a:gd name="T94" fmla="*/ 0 w 1218"/>
                <a:gd name="T95" fmla="*/ 157 h 952"/>
                <a:gd name="T96" fmla="*/ 0 w 1218"/>
                <a:gd name="T97" fmla="*/ 124 h 952"/>
                <a:gd name="T98" fmla="*/ 3 w 1218"/>
                <a:gd name="T99" fmla="*/ 97 h 952"/>
                <a:gd name="T100" fmla="*/ 12 w 1218"/>
                <a:gd name="T101" fmla="*/ 71 h 952"/>
                <a:gd name="T102" fmla="*/ 27 w 1218"/>
                <a:gd name="T103" fmla="*/ 47 h 952"/>
                <a:gd name="T104" fmla="*/ 46 w 1218"/>
                <a:gd name="T105" fmla="*/ 28 h 952"/>
                <a:gd name="T106" fmla="*/ 69 w 1218"/>
                <a:gd name="T107" fmla="*/ 13 h 952"/>
                <a:gd name="T108" fmla="*/ 96 w 1218"/>
                <a:gd name="T109" fmla="*/ 4 h 952"/>
                <a:gd name="T110" fmla="*/ 124 w 1218"/>
                <a:gd name="T111" fmla="*/ 0 h 9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218" h="952">
                  <a:moveTo>
                    <a:pt x="124" y="0"/>
                  </a:moveTo>
                  <a:lnTo>
                    <a:pt x="270" y="0"/>
                  </a:lnTo>
                  <a:lnTo>
                    <a:pt x="287" y="3"/>
                  </a:lnTo>
                  <a:lnTo>
                    <a:pt x="304" y="9"/>
                  </a:lnTo>
                  <a:lnTo>
                    <a:pt x="319" y="20"/>
                  </a:lnTo>
                  <a:lnTo>
                    <a:pt x="331" y="33"/>
                  </a:lnTo>
                  <a:lnTo>
                    <a:pt x="529" y="319"/>
                  </a:lnTo>
                  <a:lnTo>
                    <a:pt x="579" y="216"/>
                  </a:lnTo>
                  <a:lnTo>
                    <a:pt x="499" y="50"/>
                  </a:lnTo>
                  <a:lnTo>
                    <a:pt x="496" y="35"/>
                  </a:lnTo>
                  <a:lnTo>
                    <a:pt x="498" y="22"/>
                  </a:lnTo>
                  <a:lnTo>
                    <a:pt x="505" y="12"/>
                  </a:lnTo>
                  <a:lnTo>
                    <a:pt x="516" y="4"/>
                  </a:lnTo>
                  <a:lnTo>
                    <a:pt x="530" y="0"/>
                  </a:lnTo>
                  <a:lnTo>
                    <a:pt x="689" y="0"/>
                  </a:lnTo>
                  <a:lnTo>
                    <a:pt x="702" y="4"/>
                  </a:lnTo>
                  <a:lnTo>
                    <a:pt x="714" y="12"/>
                  </a:lnTo>
                  <a:lnTo>
                    <a:pt x="720" y="22"/>
                  </a:lnTo>
                  <a:lnTo>
                    <a:pt x="723" y="35"/>
                  </a:lnTo>
                  <a:lnTo>
                    <a:pt x="719" y="50"/>
                  </a:lnTo>
                  <a:lnTo>
                    <a:pt x="640" y="216"/>
                  </a:lnTo>
                  <a:lnTo>
                    <a:pt x="690" y="321"/>
                  </a:lnTo>
                  <a:lnTo>
                    <a:pt x="893" y="33"/>
                  </a:lnTo>
                  <a:lnTo>
                    <a:pt x="906" y="18"/>
                  </a:lnTo>
                  <a:lnTo>
                    <a:pt x="921" y="9"/>
                  </a:lnTo>
                  <a:lnTo>
                    <a:pt x="936" y="3"/>
                  </a:lnTo>
                  <a:lnTo>
                    <a:pt x="955" y="0"/>
                  </a:lnTo>
                  <a:lnTo>
                    <a:pt x="1093" y="0"/>
                  </a:lnTo>
                  <a:lnTo>
                    <a:pt x="1121" y="4"/>
                  </a:lnTo>
                  <a:lnTo>
                    <a:pt x="1147" y="13"/>
                  </a:lnTo>
                  <a:lnTo>
                    <a:pt x="1171" y="28"/>
                  </a:lnTo>
                  <a:lnTo>
                    <a:pt x="1190" y="47"/>
                  </a:lnTo>
                  <a:lnTo>
                    <a:pt x="1205" y="71"/>
                  </a:lnTo>
                  <a:lnTo>
                    <a:pt x="1214" y="97"/>
                  </a:lnTo>
                  <a:lnTo>
                    <a:pt x="1218" y="124"/>
                  </a:lnTo>
                  <a:lnTo>
                    <a:pt x="1218" y="952"/>
                  </a:lnTo>
                  <a:lnTo>
                    <a:pt x="708" y="952"/>
                  </a:lnTo>
                  <a:lnTo>
                    <a:pt x="663" y="856"/>
                  </a:lnTo>
                  <a:lnTo>
                    <a:pt x="610" y="763"/>
                  </a:lnTo>
                  <a:lnTo>
                    <a:pt x="553" y="676"/>
                  </a:lnTo>
                  <a:lnTo>
                    <a:pt x="491" y="590"/>
                  </a:lnTo>
                  <a:lnTo>
                    <a:pt x="433" y="520"/>
                  </a:lnTo>
                  <a:lnTo>
                    <a:pt x="390" y="473"/>
                  </a:lnTo>
                  <a:lnTo>
                    <a:pt x="346" y="427"/>
                  </a:lnTo>
                  <a:lnTo>
                    <a:pt x="266" y="351"/>
                  </a:lnTo>
                  <a:lnTo>
                    <a:pt x="181" y="280"/>
                  </a:lnTo>
                  <a:lnTo>
                    <a:pt x="92" y="216"/>
                  </a:lnTo>
                  <a:lnTo>
                    <a:pt x="0" y="157"/>
                  </a:lnTo>
                  <a:lnTo>
                    <a:pt x="0" y="124"/>
                  </a:lnTo>
                  <a:lnTo>
                    <a:pt x="3" y="97"/>
                  </a:lnTo>
                  <a:lnTo>
                    <a:pt x="12" y="71"/>
                  </a:lnTo>
                  <a:lnTo>
                    <a:pt x="27" y="47"/>
                  </a:lnTo>
                  <a:lnTo>
                    <a:pt x="46" y="28"/>
                  </a:lnTo>
                  <a:lnTo>
                    <a:pt x="69" y="13"/>
                  </a:lnTo>
                  <a:lnTo>
                    <a:pt x="96" y="4"/>
                  </a:lnTo>
                  <a:lnTo>
                    <a:pt x="12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5" name="Freeform 178"/>
            <p:cNvSpPr>
              <a:spLocks/>
            </p:cNvSpPr>
            <p:nvPr/>
          </p:nvSpPr>
          <p:spPr bwMode="auto">
            <a:xfrm>
              <a:off x="8149" y="1317"/>
              <a:ext cx="802" cy="801"/>
            </a:xfrm>
            <a:custGeom>
              <a:avLst/>
              <a:gdLst>
                <a:gd name="T0" fmla="*/ 401 w 802"/>
                <a:gd name="T1" fmla="*/ 0 h 801"/>
                <a:gd name="T2" fmla="*/ 455 w 802"/>
                <a:gd name="T3" fmla="*/ 3 h 801"/>
                <a:gd name="T4" fmla="*/ 507 w 802"/>
                <a:gd name="T5" fmla="*/ 15 h 801"/>
                <a:gd name="T6" fmla="*/ 557 w 802"/>
                <a:gd name="T7" fmla="*/ 32 h 801"/>
                <a:gd name="T8" fmla="*/ 603 w 802"/>
                <a:gd name="T9" fmla="*/ 55 h 801"/>
                <a:gd name="T10" fmla="*/ 644 w 802"/>
                <a:gd name="T11" fmla="*/ 84 h 801"/>
                <a:gd name="T12" fmla="*/ 684 w 802"/>
                <a:gd name="T13" fmla="*/ 117 h 801"/>
                <a:gd name="T14" fmla="*/ 718 w 802"/>
                <a:gd name="T15" fmla="*/ 156 h 801"/>
                <a:gd name="T16" fmla="*/ 747 w 802"/>
                <a:gd name="T17" fmla="*/ 198 h 801"/>
                <a:gd name="T18" fmla="*/ 769 w 802"/>
                <a:gd name="T19" fmla="*/ 245 h 801"/>
                <a:gd name="T20" fmla="*/ 787 w 802"/>
                <a:gd name="T21" fmla="*/ 294 h 801"/>
                <a:gd name="T22" fmla="*/ 798 w 802"/>
                <a:gd name="T23" fmla="*/ 346 h 801"/>
                <a:gd name="T24" fmla="*/ 802 w 802"/>
                <a:gd name="T25" fmla="*/ 401 h 801"/>
                <a:gd name="T26" fmla="*/ 798 w 802"/>
                <a:gd name="T27" fmla="*/ 455 h 801"/>
                <a:gd name="T28" fmla="*/ 787 w 802"/>
                <a:gd name="T29" fmla="*/ 507 h 801"/>
                <a:gd name="T30" fmla="*/ 769 w 802"/>
                <a:gd name="T31" fmla="*/ 557 h 801"/>
                <a:gd name="T32" fmla="*/ 747 w 802"/>
                <a:gd name="T33" fmla="*/ 602 h 801"/>
                <a:gd name="T34" fmla="*/ 718 w 802"/>
                <a:gd name="T35" fmla="*/ 646 h 801"/>
                <a:gd name="T36" fmla="*/ 684 w 802"/>
                <a:gd name="T37" fmla="*/ 684 h 801"/>
                <a:gd name="T38" fmla="*/ 644 w 802"/>
                <a:gd name="T39" fmla="*/ 718 h 801"/>
                <a:gd name="T40" fmla="*/ 603 w 802"/>
                <a:gd name="T41" fmla="*/ 746 h 801"/>
                <a:gd name="T42" fmla="*/ 557 w 802"/>
                <a:gd name="T43" fmla="*/ 770 h 801"/>
                <a:gd name="T44" fmla="*/ 507 w 802"/>
                <a:gd name="T45" fmla="*/ 787 h 801"/>
                <a:gd name="T46" fmla="*/ 455 w 802"/>
                <a:gd name="T47" fmla="*/ 798 h 801"/>
                <a:gd name="T48" fmla="*/ 401 w 802"/>
                <a:gd name="T49" fmla="*/ 801 h 801"/>
                <a:gd name="T50" fmla="*/ 346 w 802"/>
                <a:gd name="T51" fmla="*/ 798 h 801"/>
                <a:gd name="T52" fmla="*/ 293 w 802"/>
                <a:gd name="T53" fmla="*/ 787 h 801"/>
                <a:gd name="T54" fmla="*/ 245 w 802"/>
                <a:gd name="T55" fmla="*/ 770 h 801"/>
                <a:gd name="T56" fmla="*/ 198 w 802"/>
                <a:gd name="T57" fmla="*/ 746 h 801"/>
                <a:gd name="T58" fmla="*/ 156 w 802"/>
                <a:gd name="T59" fmla="*/ 718 h 801"/>
                <a:gd name="T60" fmla="*/ 117 w 802"/>
                <a:gd name="T61" fmla="*/ 684 h 801"/>
                <a:gd name="T62" fmla="*/ 83 w 802"/>
                <a:gd name="T63" fmla="*/ 646 h 801"/>
                <a:gd name="T64" fmla="*/ 54 w 802"/>
                <a:gd name="T65" fmla="*/ 602 h 801"/>
                <a:gd name="T66" fmla="*/ 32 w 802"/>
                <a:gd name="T67" fmla="*/ 557 h 801"/>
                <a:gd name="T68" fmla="*/ 13 w 802"/>
                <a:gd name="T69" fmla="*/ 507 h 801"/>
                <a:gd name="T70" fmla="*/ 3 w 802"/>
                <a:gd name="T71" fmla="*/ 455 h 801"/>
                <a:gd name="T72" fmla="*/ 0 w 802"/>
                <a:gd name="T73" fmla="*/ 401 h 801"/>
                <a:gd name="T74" fmla="*/ 3 w 802"/>
                <a:gd name="T75" fmla="*/ 346 h 801"/>
                <a:gd name="T76" fmla="*/ 13 w 802"/>
                <a:gd name="T77" fmla="*/ 294 h 801"/>
                <a:gd name="T78" fmla="*/ 32 w 802"/>
                <a:gd name="T79" fmla="*/ 245 h 801"/>
                <a:gd name="T80" fmla="*/ 54 w 802"/>
                <a:gd name="T81" fmla="*/ 198 h 801"/>
                <a:gd name="T82" fmla="*/ 83 w 802"/>
                <a:gd name="T83" fmla="*/ 156 h 801"/>
                <a:gd name="T84" fmla="*/ 117 w 802"/>
                <a:gd name="T85" fmla="*/ 117 h 801"/>
                <a:gd name="T86" fmla="*/ 156 w 802"/>
                <a:gd name="T87" fmla="*/ 84 h 801"/>
                <a:gd name="T88" fmla="*/ 198 w 802"/>
                <a:gd name="T89" fmla="*/ 55 h 801"/>
                <a:gd name="T90" fmla="*/ 245 w 802"/>
                <a:gd name="T91" fmla="*/ 32 h 801"/>
                <a:gd name="T92" fmla="*/ 293 w 802"/>
                <a:gd name="T93" fmla="*/ 15 h 801"/>
                <a:gd name="T94" fmla="*/ 346 w 802"/>
                <a:gd name="T95" fmla="*/ 3 h 801"/>
                <a:gd name="T96" fmla="*/ 401 w 802"/>
                <a:gd name="T97" fmla="*/ 0 h 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02" h="801">
                  <a:moveTo>
                    <a:pt x="401" y="0"/>
                  </a:moveTo>
                  <a:lnTo>
                    <a:pt x="455" y="3"/>
                  </a:lnTo>
                  <a:lnTo>
                    <a:pt x="507" y="15"/>
                  </a:lnTo>
                  <a:lnTo>
                    <a:pt x="557" y="32"/>
                  </a:lnTo>
                  <a:lnTo>
                    <a:pt x="603" y="55"/>
                  </a:lnTo>
                  <a:lnTo>
                    <a:pt x="644" y="84"/>
                  </a:lnTo>
                  <a:lnTo>
                    <a:pt x="684" y="117"/>
                  </a:lnTo>
                  <a:lnTo>
                    <a:pt x="718" y="156"/>
                  </a:lnTo>
                  <a:lnTo>
                    <a:pt x="747" y="198"/>
                  </a:lnTo>
                  <a:lnTo>
                    <a:pt x="769" y="245"/>
                  </a:lnTo>
                  <a:lnTo>
                    <a:pt x="787" y="294"/>
                  </a:lnTo>
                  <a:lnTo>
                    <a:pt x="798" y="346"/>
                  </a:lnTo>
                  <a:lnTo>
                    <a:pt x="802" y="401"/>
                  </a:lnTo>
                  <a:lnTo>
                    <a:pt x="798" y="455"/>
                  </a:lnTo>
                  <a:lnTo>
                    <a:pt x="787" y="507"/>
                  </a:lnTo>
                  <a:lnTo>
                    <a:pt x="769" y="557"/>
                  </a:lnTo>
                  <a:lnTo>
                    <a:pt x="747" y="602"/>
                  </a:lnTo>
                  <a:lnTo>
                    <a:pt x="718" y="646"/>
                  </a:lnTo>
                  <a:lnTo>
                    <a:pt x="684" y="684"/>
                  </a:lnTo>
                  <a:lnTo>
                    <a:pt x="644" y="718"/>
                  </a:lnTo>
                  <a:lnTo>
                    <a:pt x="603" y="746"/>
                  </a:lnTo>
                  <a:lnTo>
                    <a:pt x="557" y="770"/>
                  </a:lnTo>
                  <a:lnTo>
                    <a:pt x="507" y="787"/>
                  </a:lnTo>
                  <a:lnTo>
                    <a:pt x="455" y="798"/>
                  </a:lnTo>
                  <a:lnTo>
                    <a:pt x="401" y="801"/>
                  </a:lnTo>
                  <a:lnTo>
                    <a:pt x="346" y="798"/>
                  </a:lnTo>
                  <a:lnTo>
                    <a:pt x="293" y="787"/>
                  </a:lnTo>
                  <a:lnTo>
                    <a:pt x="245" y="770"/>
                  </a:lnTo>
                  <a:lnTo>
                    <a:pt x="198" y="746"/>
                  </a:lnTo>
                  <a:lnTo>
                    <a:pt x="156" y="718"/>
                  </a:lnTo>
                  <a:lnTo>
                    <a:pt x="117" y="684"/>
                  </a:lnTo>
                  <a:lnTo>
                    <a:pt x="83" y="646"/>
                  </a:lnTo>
                  <a:lnTo>
                    <a:pt x="54" y="602"/>
                  </a:lnTo>
                  <a:lnTo>
                    <a:pt x="32" y="557"/>
                  </a:lnTo>
                  <a:lnTo>
                    <a:pt x="13" y="507"/>
                  </a:lnTo>
                  <a:lnTo>
                    <a:pt x="3" y="455"/>
                  </a:lnTo>
                  <a:lnTo>
                    <a:pt x="0" y="401"/>
                  </a:lnTo>
                  <a:lnTo>
                    <a:pt x="3" y="346"/>
                  </a:lnTo>
                  <a:lnTo>
                    <a:pt x="13" y="294"/>
                  </a:lnTo>
                  <a:lnTo>
                    <a:pt x="32" y="245"/>
                  </a:lnTo>
                  <a:lnTo>
                    <a:pt x="54" y="198"/>
                  </a:lnTo>
                  <a:lnTo>
                    <a:pt x="83" y="156"/>
                  </a:lnTo>
                  <a:lnTo>
                    <a:pt x="117" y="117"/>
                  </a:lnTo>
                  <a:lnTo>
                    <a:pt x="156" y="84"/>
                  </a:lnTo>
                  <a:lnTo>
                    <a:pt x="198" y="55"/>
                  </a:lnTo>
                  <a:lnTo>
                    <a:pt x="245" y="32"/>
                  </a:lnTo>
                  <a:lnTo>
                    <a:pt x="293" y="15"/>
                  </a:lnTo>
                  <a:lnTo>
                    <a:pt x="346" y="3"/>
                  </a:lnTo>
                  <a:lnTo>
                    <a:pt x="40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6" name="Freeform 179"/>
            <p:cNvSpPr>
              <a:spLocks/>
            </p:cNvSpPr>
            <p:nvPr/>
          </p:nvSpPr>
          <p:spPr bwMode="auto">
            <a:xfrm>
              <a:off x="8262" y="4809"/>
              <a:ext cx="918" cy="822"/>
            </a:xfrm>
            <a:custGeom>
              <a:avLst/>
              <a:gdLst>
                <a:gd name="T0" fmla="*/ 281 w 918"/>
                <a:gd name="T1" fmla="*/ 0 h 822"/>
                <a:gd name="T2" fmla="*/ 830 w 918"/>
                <a:gd name="T3" fmla="*/ 421 h 822"/>
                <a:gd name="T4" fmla="*/ 857 w 918"/>
                <a:gd name="T5" fmla="*/ 445 h 822"/>
                <a:gd name="T6" fmla="*/ 880 w 918"/>
                <a:gd name="T7" fmla="*/ 472 h 822"/>
                <a:gd name="T8" fmla="*/ 897 w 918"/>
                <a:gd name="T9" fmla="*/ 504 h 822"/>
                <a:gd name="T10" fmla="*/ 909 w 918"/>
                <a:gd name="T11" fmla="*/ 535 h 822"/>
                <a:gd name="T12" fmla="*/ 916 w 918"/>
                <a:gd name="T13" fmla="*/ 569 h 822"/>
                <a:gd name="T14" fmla="*/ 918 w 918"/>
                <a:gd name="T15" fmla="*/ 603 h 822"/>
                <a:gd name="T16" fmla="*/ 915 w 918"/>
                <a:gd name="T17" fmla="*/ 637 h 822"/>
                <a:gd name="T18" fmla="*/ 906 w 918"/>
                <a:gd name="T19" fmla="*/ 671 h 822"/>
                <a:gd name="T20" fmla="*/ 892 w 918"/>
                <a:gd name="T21" fmla="*/ 704 h 822"/>
                <a:gd name="T22" fmla="*/ 872 w 918"/>
                <a:gd name="T23" fmla="*/ 734 h 822"/>
                <a:gd name="T24" fmla="*/ 848 w 918"/>
                <a:gd name="T25" fmla="*/ 760 h 822"/>
                <a:gd name="T26" fmla="*/ 821 w 918"/>
                <a:gd name="T27" fmla="*/ 782 h 822"/>
                <a:gd name="T28" fmla="*/ 792 w 918"/>
                <a:gd name="T29" fmla="*/ 800 h 822"/>
                <a:gd name="T30" fmla="*/ 761 w 918"/>
                <a:gd name="T31" fmla="*/ 811 h 822"/>
                <a:gd name="T32" fmla="*/ 728 w 918"/>
                <a:gd name="T33" fmla="*/ 819 h 822"/>
                <a:gd name="T34" fmla="*/ 694 w 918"/>
                <a:gd name="T35" fmla="*/ 822 h 822"/>
                <a:gd name="T36" fmla="*/ 658 w 918"/>
                <a:gd name="T37" fmla="*/ 819 h 822"/>
                <a:gd name="T38" fmla="*/ 624 w 918"/>
                <a:gd name="T39" fmla="*/ 810 h 822"/>
                <a:gd name="T40" fmla="*/ 590 w 918"/>
                <a:gd name="T41" fmla="*/ 796 h 822"/>
                <a:gd name="T42" fmla="*/ 559 w 918"/>
                <a:gd name="T43" fmla="*/ 776 h 822"/>
                <a:gd name="T44" fmla="*/ 0 w 918"/>
                <a:gd name="T45" fmla="*/ 348 h 822"/>
                <a:gd name="T46" fmla="*/ 25 w 918"/>
                <a:gd name="T47" fmla="*/ 323 h 822"/>
                <a:gd name="T48" fmla="*/ 97 w 918"/>
                <a:gd name="T49" fmla="*/ 248 h 822"/>
                <a:gd name="T50" fmla="*/ 162 w 918"/>
                <a:gd name="T51" fmla="*/ 169 h 822"/>
                <a:gd name="T52" fmla="*/ 225 w 918"/>
                <a:gd name="T53" fmla="*/ 86 h 822"/>
                <a:gd name="T54" fmla="*/ 281 w 918"/>
                <a:gd name="T55" fmla="*/ 0 h 8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18" h="822">
                  <a:moveTo>
                    <a:pt x="281" y="0"/>
                  </a:moveTo>
                  <a:lnTo>
                    <a:pt x="830" y="421"/>
                  </a:lnTo>
                  <a:lnTo>
                    <a:pt x="857" y="445"/>
                  </a:lnTo>
                  <a:lnTo>
                    <a:pt x="880" y="472"/>
                  </a:lnTo>
                  <a:lnTo>
                    <a:pt x="897" y="504"/>
                  </a:lnTo>
                  <a:lnTo>
                    <a:pt x="909" y="535"/>
                  </a:lnTo>
                  <a:lnTo>
                    <a:pt x="916" y="569"/>
                  </a:lnTo>
                  <a:lnTo>
                    <a:pt x="918" y="603"/>
                  </a:lnTo>
                  <a:lnTo>
                    <a:pt x="915" y="637"/>
                  </a:lnTo>
                  <a:lnTo>
                    <a:pt x="906" y="671"/>
                  </a:lnTo>
                  <a:lnTo>
                    <a:pt x="892" y="704"/>
                  </a:lnTo>
                  <a:lnTo>
                    <a:pt x="872" y="734"/>
                  </a:lnTo>
                  <a:lnTo>
                    <a:pt x="848" y="760"/>
                  </a:lnTo>
                  <a:lnTo>
                    <a:pt x="821" y="782"/>
                  </a:lnTo>
                  <a:lnTo>
                    <a:pt x="792" y="800"/>
                  </a:lnTo>
                  <a:lnTo>
                    <a:pt x="761" y="811"/>
                  </a:lnTo>
                  <a:lnTo>
                    <a:pt x="728" y="819"/>
                  </a:lnTo>
                  <a:lnTo>
                    <a:pt x="694" y="822"/>
                  </a:lnTo>
                  <a:lnTo>
                    <a:pt x="658" y="819"/>
                  </a:lnTo>
                  <a:lnTo>
                    <a:pt x="624" y="810"/>
                  </a:lnTo>
                  <a:lnTo>
                    <a:pt x="590" y="796"/>
                  </a:lnTo>
                  <a:lnTo>
                    <a:pt x="559" y="776"/>
                  </a:lnTo>
                  <a:lnTo>
                    <a:pt x="0" y="348"/>
                  </a:lnTo>
                  <a:lnTo>
                    <a:pt x="25" y="323"/>
                  </a:lnTo>
                  <a:lnTo>
                    <a:pt x="97" y="248"/>
                  </a:lnTo>
                  <a:lnTo>
                    <a:pt x="162" y="169"/>
                  </a:lnTo>
                  <a:lnTo>
                    <a:pt x="225" y="86"/>
                  </a:lnTo>
                  <a:lnTo>
                    <a:pt x="28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7" name="Freeform 180"/>
            <p:cNvSpPr>
              <a:spLocks/>
            </p:cNvSpPr>
            <p:nvPr/>
          </p:nvSpPr>
          <p:spPr bwMode="auto">
            <a:xfrm>
              <a:off x="6426" y="3746"/>
              <a:ext cx="1218" cy="950"/>
            </a:xfrm>
            <a:custGeom>
              <a:avLst/>
              <a:gdLst>
                <a:gd name="T0" fmla="*/ 124 w 1218"/>
                <a:gd name="T1" fmla="*/ 0 h 950"/>
                <a:gd name="T2" fmla="*/ 270 w 1218"/>
                <a:gd name="T3" fmla="*/ 0 h 950"/>
                <a:gd name="T4" fmla="*/ 287 w 1218"/>
                <a:gd name="T5" fmla="*/ 2 h 950"/>
                <a:gd name="T6" fmla="*/ 304 w 1218"/>
                <a:gd name="T7" fmla="*/ 9 h 950"/>
                <a:gd name="T8" fmla="*/ 319 w 1218"/>
                <a:gd name="T9" fmla="*/ 18 h 950"/>
                <a:gd name="T10" fmla="*/ 331 w 1218"/>
                <a:gd name="T11" fmla="*/ 32 h 950"/>
                <a:gd name="T12" fmla="*/ 529 w 1218"/>
                <a:gd name="T13" fmla="*/ 318 h 950"/>
                <a:gd name="T14" fmla="*/ 577 w 1218"/>
                <a:gd name="T15" fmla="*/ 214 h 950"/>
                <a:gd name="T16" fmla="*/ 499 w 1218"/>
                <a:gd name="T17" fmla="*/ 48 h 950"/>
                <a:gd name="T18" fmla="*/ 495 w 1218"/>
                <a:gd name="T19" fmla="*/ 35 h 950"/>
                <a:gd name="T20" fmla="*/ 498 w 1218"/>
                <a:gd name="T21" fmla="*/ 22 h 950"/>
                <a:gd name="T22" fmla="*/ 504 w 1218"/>
                <a:gd name="T23" fmla="*/ 10 h 950"/>
                <a:gd name="T24" fmla="*/ 516 w 1218"/>
                <a:gd name="T25" fmla="*/ 2 h 950"/>
                <a:gd name="T26" fmla="*/ 529 w 1218"/>
                <a:gd name="T27" fmla="*/ 0 h 950"/>
                <a:gd name="T28" fmla="*/ 687 w 1218"/>
                <a:gd name="T29" fmla="*/ 0 h 950"/>
                <a:gd name="T30" fmla="*/ 702 w 1218"/>
                <a:gd name="T31" fmla="*/ 2 h 950"/>
                <a:gd name="T32" fmla="*/ 712 w 1218"/>
                <a:gd name="T33" fmla="*/ 10 h 950"/>
                <a:gd name="T34" fmla="*/ 720 w 1218"/>
                <a:gd name="T35" fmla="*/ 22 h 950"/>
                <a:gd name="T36" fmla="*/ 721 w 1218"/>
                <a:gd name="T37" fmla="*/ 35 h 950"/>
                <a:gd name="T38" fmla="*/ 719 w 1218"/>
                <a:gd name="T39" fmla="*/ 48 h 950"/>
                <a:gd name="T40" fmla="*/ 639 w 1218"/>
                <a:gd name="T41" fmla="*/ 214 h 950"/>
                <a:gd name="T42" fmla="*/ 689 w 1218"/>
                <a:gd name="T43" fmla="*/ 319 h 950"/>
                <a:gd name="T44" fmla="*/ 893 w 1218"/>
                <a:gd name="T45" fmla="*/ 31 h 950"/>
                <a:gd name="T46" fmla="*/ 905 w 1218"/>
                <a:gd name="T47" fmla="*/ 18 h 950"/>
                <a:gd name="T48" fmla="*/ 919 w 1218"/>
                <a:gd name="T49" fmla="*/ 8 h 950"/>
                <a:gd name="T50" fmla="*/ 936 w 1218"/>
                <a:gd name="T51" fmla="*/ 1 h 950"/>
                <a:gd name="T52" fmla="*/ 955 w 1218"/>
                <a:gd name="T53" fmla="*/ 0 h 950"/>
                <a:gd name="T54" fmla="*/ 1092 w 1218"/>
                <a:gd name="T55" fmla="*/ 0 h 950"/>
                <a:gd name="T56" fmla="*/ 1121 w 1218"/>
                <a:gd name="T57" fmla="*/ 2 h 950"/>
                <a:gd name="T58" fmla="*/ 1147 w 1218"/>
                <a:gd name="T59" fmla="*/ 11 h 950"/>
                <a:gd name="T60" fmla="*/ 1171 w 1218"/>
                <a:gd name="T61" fmla="*/ 27 h 950"/>
                <a:gd name="T62" fmla="*/ 1189 w 1218"/>
                <a:gd name="T63" fmla="*/ 45 h 950"/>
                <a:gd name="T64" fmla="*/ 1205 w 1218"/>
                <a:gd name="T65" fmla="*/ 69 h 950"/>
                <a:gd name="T66" fmla="*/ 1214 w 1218"/>
                <a:gd name="T67" fmla="*/ 95 h 950"/>
                <a:gd name="T68" fmla="*/ 1216 w 1218"/>
                <a:gd name="T69" fmla="*/ 124 h 950"/>
                <a:gd name="T70" fmla="*/ 1218 w 1218"/>
                <a:gd name="T71" fmla="*/ 124 h 950"/>
                <a:gd name="T72" fmla="*/ 1218 w 1218"/>
                <a:gd name="T73" fmla="*/ 950 h 950"/>
                <a:gd name="T74" fmla="*/ 0 w 1218"/>
                <a:gd name="T75" fmla="*/ 950 h 950"/>
                <a:gd name="T76" fmla="*/ 0 w 1218"/>
                <a:gd name="T77" fmla="*/ 124 h 950"/>
                <a:gd name="T78" fmla="*/ 3 w 1218"/>
                <a:gd name="T79" fmla="*/ 95 h 950"/>
                <a:gd name="T80" fmla="*/ 12 w 1218"/>
                <a:gd name="T81" fmla="*/ 69 h 950"/>
                <a:gd name="T82" fmla="*/ 26 w 1218"/>
                <a:gd name="T83" fmla="*/ 45 h 950"/>
                <a:gd name="T84" fmla="*/ 46 w 1218"/>
                <a:gd name="T85" fmla="*/ 27 h 950"/>
                <a:gd name="T86" fmla="*/ 69 w 1218"/>
                <a:gd name="T87" fmla="*/ 13 h 950"/>
                <a:gd name="T88" fmla="*/ 96 w 1218"/>
                <a:gd name="T89" fmla="*/ 2 h 950"/>
                <a:gd name="T90" fmla="*/ 124 w 1218"/>
                <a:gd name="T91" fmla="*/ 0 h 9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18" h="950">
                  <a:moveTo>
                    <a:pt x="124" y="0"/>
                  </a:moveTo>
                  <a:lnTo>
                    <a:pt x="270" y="0"/>
                  </a:lnTo>
                  <a:lnTo>
                    <a:pt x="287" y="2"/>
                  </a:lnTo>
                  <a:lnTo>
                    <a:pt x="304" y="9"/>
                  </a:lnTo>
                  <a:lnTo>
                    <a:pt x="319" y="18"/>
                  </a:lnTo>
                  <a:lnTo>
                    <a:pt x="331" y="32"/>
                  </a:lnTo>
                  <a:lnTo>
                    <a:pt x="529" y="318"/>
                  </a:lnTo>
                  <a:lnTo>
                    <a:pt x="577" y="214"/>
                  </a:lnTo>
                  <a:lnTo>
                    <a:pt x="499" y="48"/>
                  </a:lnTo>
                  <a:lnTo>
                    <a:pt x="495" y="35"/>
                  </a:lnTo>
                  <a:lnTo>
                    <a:pt x="498" y="22"/>
                  </a:lnTo>
                  <a:lnTo>
                    <a:pt x="504" y="10"/>
                  </a:lnTo>
                  <a:lnTo>
                    <a:pt x="516" y="2"/>
                  </a:lnTo>
                  <a:lnTo>
                    <a:pt x="529" y="0"/>
                  </a:lnTo>
                  <a:lnTo>
                    <a:pt x="687" y="0"/>
                  </a:lnTo>
                  <a:lnTo>
                    <a:pt x="702" y="2"/>
                  </a:lnTo>
                  <a:lnTo>
                    <a:pt x="712" y="10"/>
                  </a:lnTo>
                  <a:lnTo>
                    <a:pt x="720" y="22"/>
                  </a:lnTo>
                  <a:lnTo>
                    <a:pt x="721" y="35"/>
                  </a:lnTo>
                  <a:lnTo>
                    <a:pt x="719" y="48"/>
                  </a:lnTo>
                  <a:lnTo>
                    <a:pt x="639" y="214"/>
                  </a:lnTo>
                  <a:lnTo>
                    <a:pt x="689" y="319"/>
                  </a:lnTo>
                  <a:lnTo>
                    <a:pt x="893" y="31"/>
                  </a:lnTo>
                  <a:lnTo>
                    <a:pt x="905" y="18"/>
                  </a:lnTo>
                  <a:lnTo>
                    <a:pt x="919" y="8"/>
                  </a:lnTo>
                  <a:lnTo>
                    <a:pt x="936" y="1"/>
                  </a:lnTo>
                  <a:lnTo>
                    <a:pt x="955" y="0"/>
                  </a:lnTo>
                  <a:lnTo>
                    <a:pt x="1092" y="0"/>
                  </a:lnTo>
                  <a:lnTo>
                    <a:pt x="1121" y="2"/>
                  </a:lnTo>
                  <a:lnTo>
                    <a:pt x="1147" y="11"/>
                  </a:lnTo>
                  <a:lnTo>
                    <a:pt x="1171" y="27"/>
                  </a:lnTo>
                  <a:lnTo>
                    <a:pt x="1189" y="45"/>
                  </a:lnTo>
                  <a:lnTo>
                    <a:pt x="1205" y="69"/>
                  </a:lnTo>
                  <a:lnTo>
                    <a:pt x="1214" y="95"/>
                  </a:lnTo>
                  <a:lnTo>
                    <a:pt x="1216" y="124"/>
                  </a:lnTo>
                  <a:lnTo>
                    <a:pt x="1218" y="124"/>
                  </a:lnTo>
                  <a:lnTo>
                    <a:pt x="1218" y="950"/>
                  </a:lnTo>
                  <a:lnTo>
                    <a:pt x="0" y="950"/>
                  </a:lnTo>
                  <a:lnTo>
                    <a:pt x="0" y="124"/>
                  </a:lnTo>
                  <a:lnTo>
                    <a:pt x="3" y="95"/>
                  </a:lnTo>
                  <a:lnTo>
                    <a:pt x="12" y="69"/>
                  </a:lnTo>
                  <a:lnTo>
                    <a:pt x="26" y="45"/>
                  </a:lnTo>
                  <a:lnTo>
                    <a:pt x="46" y="27"/>
                  </a:lnTo>
                  <a:lnTo>
                    <a:pt x="69" y="13"/>
                  </a:lnTo>
                  <a:lnTo>
                    <a:pt x="96" y="2"/>
                  </a:lnTo>
                  <a:lnTo>
                    <a:pt x="12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8" name="Freeform 181"/>
            <p:cNvSpPr>
              <a:spLocks/>
            </p:cNvSpPr>
            <p:nvPr/>
          </p:nvSpPr>
          <p:spPr bwMode="auto">
            <a:xfrm>
              <a:off x="6633" y="2865"/>
              <a:ext cx="801" cy="801"/>
            </a:xfrm>
            <a:custGeom>
              <a:avLst/>
              <a:gdLst>
                <a:gd name="T0" fmla="*/ 401 w 801"/>
                <a:gd name="T1" fmla="*/ 0 h 801"/>
                <a:gd name="T2" fmla="*/ 456 w 801"/>
                <a:gd name="T3" fmla="*/ 4 h 801"/>
                <a:gd name="T4" fmla="*/ 508 w 801"/>
                <a:gd name="T5" fmla="*/ 14 h 801"/>
                <a:gd name="T6" fmla="*/ 556 w 801"/>
                <a:gd name="T7" fmla="*/ 31 h 801"/>
                <a:gd name="T8" fmla="*/ 604 w 801"/>
                <a:gd name="T9" fmla="*/ 55 h 801"/>
                <a:gd name="T10" fmla="*/ 645 w 801"/>
                <a:gd name="T11" fmla="*/ 83 h 801"/>
                <a:gd name="T12" fmla="*/ 685 w 801"/>
                <a:gd name="T13" fmla="*/ 117 h 801"/>
                <a:gd name="T14" fmla="*/ 719 w 801"/>
                <a:gd name="T15" fmla="*/ 157 h 801"/>
                <a:gd name="T16" fmla="*/ 748 w 801"/>
                <a:gd name="T17" fmla="*/ 199 h 801"/>
                <a:gd name="T18" fmla="*/ 770 w 801"/>
                <a:gd name="T19" fmla="*/ 244 h 801"/>
                <a:gd name="T20" fmla="*/ 788 w 801"/>
                <a:gd name="T21" fmla="*/ 294 h 801"/>
                <a:gd name="T22" fmla="*/ 799 w 801"/>
                <a:gd name="T23" fmla="*/ 347 h 801"/>
                <a:gd name="T24" fmla="*/ 801 w 801"/>
                <a:gd name="T25" fmla="*/ 400 h 801"/>
                <a:gd name="T26" fmla="*/ 799 w 801"/>
                <a:gd name="T27" fmla="*/ 455 h 801"/>
                <a:gd name="T28" fmla="*/ 788 w 801"/>
                <a:gd name="T29" fmla="*/ 508 h 801"/>
                <a:gd name="T30" fmla="*/ 770 w 801"/>
                <a:gd name="T31" fmla="*/ 556 h 801"/>
                <a:gd name="T32" fmla="*/ 748 w 801"/>
                <a:gd name="T33" fmla="*/ 603 h 801"/>
                <a:gd name="T34" fmla="*/ 719 w 801"/>
                <a:gd name="T35" fmla="*/ 645 h 801"/>
                <a:gd name="T36" fmla="*/ 685 w 801"/>
                <a:gd name="T37" fmla="*/ 684 h 801"/>
                <a:gd name="T38" fmla="*/ 645 w 801"/>
                <a:gd name="T39" fmla="*/ 718 h 801"/>
                <a:gd name="T40" fmla="*/ 604 w 801"/>
                <a:gd name="T41" fmla="*/ 747 h 801"/>
                <a:gd name="T42" fmla="*/ 556 w 801"/>
                <a:gd name="T43" fmla="*/ 769 h 801"/>
                <a:gd name="T44" fmla="*/ 508 w 801"/>
                <a:gd name="T45" fmla="*/ 786 h 801"/>
                <a:gd name="T46" fmla="*/ 456 w 801"/>
                <a:gd name="T47" fmla="*/ 798 h 801"/>
                <a:gd name="T48" fmla="*/ 401 w 801"/>
                <a:gd name="T49" fmla="*/ 801 h 801"/>
                <a:gd name="T50" fmla="*/ 347 w 801"/>
                <a:gd name="T51" fmla="*/ 798 h 801"/>
                <a:gd name="T52" fmla="*/ 294 w 801"/>
                <a:gd name="T53" fmla="*/ 786 h 801"/>
                <a:gd name="T54" fmla="*/ 245 w 801"/>
                <a:gd name="T55" fmla="*/ 769 h 801"/>
                <a:gd name="T56" fmla="*/ 199 w 801"/>
                <a:gd name="T57" fmla="*/ 747 h 801"/>
                <a:gd name="T58" fmla="*/ 157 w 801"/>
                <a:gd name="T59" fmla="*/ 718 h 801"/>
                <a:gd name="T60" fmla="*/ 118 w 801"/>
                <a:gd name="T61" fmla="*/ 684 h 801"/>
                <a:gd name="T62" fmla="*/ 84 w 801"/>
                <a:gd name="T63" fmla="*/ 645 h 801"/>
                <a:gd name="T64" fmla="*/ 55 w 801"/>
                <a:gd name="T65" fmla="*/ 603 h 801"/>
                <a:gd name="T66" fmla="*/ 33 w 801"/>
                <a:gd name="T67" fmla="*/ 556 h 801"/>
                <a:gd name="T68" fmla="*/ 14 w 801"/>
                <a:gd name="T69" fmla="*/ 508 h 801"/>
                <a:gd name="T70" fmla="*/ 4 w 801"/>
                <a:gd name="T71" fmla="*/ 455 h 801"/>
                <a:gd name="T72" fmla="*/ 0 w 801"/>
                <a:gd name="T73" fmla="*/ 400 h 801"/>
                <a:gd name="T74" fmla="*/ 4 w 801"/>
                <a:gd name="T75" fmla="*/ 347 h 801"/>
                <a:gd name="T76" fmla="*/ 14 w 801"/>
                <a:gd name="T77" fmla="*/ 294 h 801"/>
                <a:gd name="T78" fmla="*/ 33 w 801"/>
                <a:gd name="T79" fmla="*/ 244 h 801"/>
                <a:gd name="T80" fmla="*/ 55 w 801"/>
                <a:gd name="T81" fmla="*/ 199 h 801"/>
                <a:gd name="T82" fmla="*/ 84 w 801"/>
                <a:gd name="T83" fmla="*/ 157 h 801"/>
                <a:gd name="T84" fmla="*/ 118 w 801"/>
                <a:gd name="T85" fmla="*/ 117 h 801"/>
                <a:gd name="T86" fmla="*/ 157 w 801"/>
                <a:gd name="T87" fmla="*/ 83 h 801"/>
                <a:gd name="T88" fmla="*/ 199 w 801"/>
                <a:gd name="T89" fmla="*/ 55 h 801"/>
                <a:gd name="T90" fmla="*/ 245 w 801"/>
                <a:gd name="T91" fmla="*/ 31 h 801"/>
                <a:gd name="T92" fmla="*/ 294 w 801"/>
                <a:gd name="T93" fmla="*/ 14 h 801"/>
                <a:gd name="T94" fmla="*/ 347 w 801"/>
                <a:gd name="T95" fmla="*/ 4 h 801"/>
                <a:gd name="T96" fmla="*/ 401 w 801"/>
                <a:gd name="T97" fmla="*/ 0 h 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01" h="801">
                  <a:moveTo>
                    <a:pt x="401" y="0"/>
                  </a:moveTo>
                  <a:lnTo>
                    <a:pt x="456" y="4"/>
                  </a:lnTo>
                  <a:lnTo>
                    <a:pt x="508" y="14"/>
                  </a:lnTo>
                  <a:lnTo>
                    <a:pt x="556" y="31"/>
                  </a:lnTo>
                  <a:lnTo>
                    <a:pt x="604" y="55"/>
                  </a:lnTo>
                  <a:lnTo>
                    <a:pt x="645" y="83"/>
                  </a:lnTo>
                  <a:lnTo>
                    <a:pt x="685" y="117"/>
                  </a:lnTo>
                  <a:lnTo>
                    <a:pt x="719" y="157"/>
                  </a:lnTo>
                  <a:lnTo>
                    <a:pt x="748" y="199"/>
                  </a:lnTo>
                  <a:lnTo>
                    <a:pt x="770" y="244"/>
                  </a:lnTo>
                  <a:lnTo>
                    <a:pt x="788" y="294"/>
                  </a:lnTo>
                  <a:lnTo>
                    <a:pt x="799" y="347"/>
                  </a:lnTo>
                  <a:lnTo>
                    <a:pt x="801" y="400"/>
                  </a:lnTo>
                  <a:lnTo>
                    <a:pt x="799" y="455"/>
                  </a:lnTo>
                  <a:lnTo>
                    <a:pt x="788" y="508"/>
                  </a:lnTo>
                  <a:lnTo>
                    <a:pt x="770" y="556"/>
                  </a:lnTo>
                  <a:lnTo>
                    <a:pt x="748" y="603"/>
                  </a:lnTo>
                  <a:lnTo>
                    <a:pt x="719" y="645"/>
                  </a:lnTo>
                  <a:lnTo>
                    <a:pt x="685" y="684"/>
                  </a:lnTo>
                  <a:lnTo>
                    <a:pt x="645" y="718"/>
                  </a:lnTo>
                  <a:lnTo>
                    <a:pt x="604" y="747"/>
                  </a:lnTo>
                  <a:lnTo>
                    <a:pt x="556" y="769"/>
                  </a:lnTo>
                  <a:lnTo>
                    <a:pt x="508" y="786"/>
                  </a:lnTo>
                  <a:lnTo>
                    <a:pt x="456" y="798"/>
                  </a:lnTo>
                  <a:lnTo>
                    <a:pt x="401" y="801"/>
                  </a:lnTo>
                  <a:lnTo>
                    <a:pt x="347" y="798"/>
                  </a:lnTo>
                  <a:lnTo>
                    <a:pt x="294" y="786"/>
                  </a:lnTo>
                  <a:lnTo>
                    <a:pt x="245" y="769"/>
                  </a:lnTo>
                  <a:lnTo>
                    <a:pt x="199" y="747"/>
                  </a:lnTo>
                  <a:lnTo>
                    <a:pt x="157" y="718"/>
                  </a:lnTo>
                  <a:lnTo>
                    <a:pt x="118" y="684"/>
                  </a:lnTo>
                  <a:lnTo>
                    <a:pt x="84" y="645"/>
                  </a:lnTo>
                  <a:lnTo>
                    <a:pt x="55" y="603"/>
                  </a:lnTo>
                  <a:lnTo>
                    <a:pt x="33" y="556"/>
                  </a:lnTo>
                  <a:lnTo>
                    <a:pt x="14" y="508"/>
                  </a:lnTo>
                  <a:lnTo>
                    <a:pt x="4" y="455"/>
                  </a:lnTo>
                  <a:lnTo>
                    <a:pt x="0" y="400"/>
                  </a:lnTo>
                  <a:lnTo>
                    <a:pt x="4" y="347"/>
                  </a:lnTo>
                  <a:lnTo>
                    <a:pt x="14" y="294"/>
                  </a:lnTo>
                  <a:lnTo>
                    <a:pt x="33" y="244"/>
                  </a:lnTo>
                  <a:lnTo>
                    <a:pt x="55" y="199"/>
                  </a:lnTo>
                  <a:lnTo>
                    <a:pt x="84" y="157"/>
                  </a:lnTo>
                  <a:lnTo>
                    <a:pt x="118" y="117"/>
                  </a:lnTo>
                  <a:lnTo>
                    <a:pt x="157" y="83"/>
                  </a:lnTo>
                  <a:lnTo>
                    <a:pt x="199" y="55"/>
                  </a:lnTo>
                  <a:lnTo>
                    <a:pt x="245" y="31"/>
                  </a:lnTo>
                  <a:lnTo>
                    <a:pt x="294" y="14"/>
                  </a:lnTo>
                  <a:lnTo>
                    <a:pt x="347" y="4"/>
                  </a:lnTo>
                  <a:lnTo>
                    <a:pt x="40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9" name="Freeform 182"/>
            <p:cNvSpPr>
              <a:spLocks noEditPoints="1"/>
            </p:cNvSpPr>
            <p:nvPr/>
          </p:nvSpPr>
          <p:spPr bwMode="auto">
            <a:xfrm>
              <a:off x="5369" y="2215"/>
              <a:ext cx="3325" cy="3325"/>
            </a:xfrm>
            <a:custGeom>
              <a:avLst/>
              <a:gdLst>
                <a:gd name="T0" fmla="*/ 1476 w 3325"/>
                <a:gd name="T1" fmla="*/ 495 h 3325"/>
                <a:gd name="T2" fmla="*/ 1210 w 3325"/>
                <a:gd name="T3" fmla="*/ 570 h 3325"/>
                <a:gd name="T4" fmla="*/ 969 w 3325"/>
                <a:gd name="T5" fmla="*/ 705 h 3325"/>
                <a:gd name="T6" fmla="*/ 791 w 3325"/>
                <a:gd name="T7" fmla="*/ 863 h 3325"/>
                <a:gd name="T8" fmla="*/ 680 w 3325"/>
                <a:gd name="T9" fmla="*/ 1004 h 3325"/>
                <a:gd name="T10" fmla="*/ 559 w 3325"/>
                <a:gd name="T11" fmla="*/ 1235 h 3325"/>
                <a:gd name="T12" fmla="*/ 493 w 3325"/>
                <a:gd name="T13" fmla="*/ 1487 h 3325"/>
                <a:gd name="T14" fmla="*/ 485 w 3325"/>
                <a:gd name="T15" fmla="*/ 1757 h 3325"/>
                <a:gd name="T16" fmla="*/ 538 w 3325"/>
                <a:gd name="T17" fmla="*/ 2029 h 3325"/>
                <a:gd name="T18" fmla="*/ 654 w 3325"/>
                <a:gd name="T19" fmla="*/ 2281 h 3325"/>
                <a:gd name="T20" fmla="*/ 827 w 3325"/>
                <a:gd name="T21" fmla="*/ 2499 h 3325"/>
                <a:gd name="T22" fmla="*/ 1026 w 3325"/>
                <a:gd name="T23" fmla="*/ 2660 h 3325"/>
                <a:gd name="T24" fmla="*/ 1249 w 3325"/>
                <a:gd name="T25" fmla="*/ 2772 h 3325"/>
                <a:gd name="T26" fmla="*/ 1493 w 3325"/>
                <a:gd name="T27" fmla="*/ 2835 h 3325"/>
                <a:gd name="T28" fmla="*/ 1758 w 3325"/>
                <a:gd name="T29" fmla="*/ 2842 h 3325"/>
                <a:gd name="T30" fmla="*/ 2030 w 3325"/>
                <a:gd name="T31" fmla="*/ 2789 h 3325"/>
                <a:gd name="T32" fmla="*/ 2280 w 3325"/>
                <a:gd name="T33" fmla="*/ 2674 h 3325"/>
                <a:gd name="T34" fmla="*/ 2500 w 3325"/>
                <a:gd name="T35" fmla="*/ 2499 h 3325"/>
                <a:gd name="T36" fmla="*/ 2673 w 3325"/>
                <a:gd name="T37" fmla="*/ 2281 h 3325"/>
                <a:gd name="T38" fmla="*/ 2788 w 3325"/>
                <a:gd name="T39" fmla="*/ 2029 h 3325"/>
                <a:gd name="T40" fmla="*/ 2843 w 3325"/>
                <a:gd name="T41" fmla="*/ 1757 h 3325"/>
                <a:gd name="T42" fmla="*/ 2834 w 3325"/>
                <a:gd name="T43" fmla="*/ 1487 h 3325"/>
                <a:gd name="T44" fmla="*/ 2767 w 3325"/>
                <a:gd name="T45" fmla="*/ 1235 h 3325"/>
                <a:gd name="T46" fmla="*/ 2647 w 3325"/>
                <a:gd name="T47" fmla="*/ 1004 h 3325"/>
                <a:gd name="T48" fmla="*/ 2537 w 3325"/>
                <a:gd name="T49" fmla="*/ 866 h 3325"/>
                <a:gd name="T50" fmla="*/ 2357 w 3325"/>
                <a:gd name="T51" fmla="*/ 705 h 3325"/>
                <a:gd name="T52" fmla="*/ 2116 w 3325"/>
                <a:gd name="T53" fmla="*/ 570 h 3325"/>
                <a:gd name="T54" fmla="*/ 1850 w 3325"/>
                <a:gd name="T55" fmla="*/ 495 h 3325"/>
                <a:gd name="T56" fmla="*/ 1662 w 3325"/>
                <a:gd name="T57" fmla="*/ 0 h 3325"/>
                <a:gd name="T58" fmla="*/ 1993 w 3325"/>
                <a:gd name="T59" fmla="*/ 34 h 3325"/>
                <a:gd name="T60" fmla="*/ 2310 w 3325"/>
                <a:gd name="T61" fmla="*/ 131 h 3325"/>
                <a:gd name="T62" fmla="*/ 2571 w 3325"/>
                <a:gd name="T63" fmla="*/ 271 h 3325"/>
                <a:gd name="T64" fmla="*/ 2775 w 3325"/>
                <a:gd name="T65" fmla="*/ 428 h 3325"/>
                <a:gd name="T66" fmla="*/ 2984 w 3325"/>
                <a:gd name="T67" fmla="*/ 654 h 3325"/>
                <a:gd name="T68" fmla="*/ 3157 w 3325"/>
                <a:gd name="T69" fmla="*/ 934 h 3325"/>
                <a:gd name="T70" fmla="*/ 3235 w 3325"/>
                <a:gd name="T71" fmla="*/ 1120 h 3325"/>
                <a:gd name="T72" fmla="*/ 3310 w 3325"/>
                <a:gd name="T73" fmla="*/ 1442 h 3325"/>
                <a:gd name="T74" fmla="*/ 3321 w 3325"/>
                <a:gd name="T75" fmla="*/ 1774 h 3325"/>
                <a:gd name="T76" fmla="*/ 3267 w 3325"/>
                <a:gd name="T77" fmla="*/ 2101 h 3325"/>
                <a:gd name="T78" fmla="*/ 3161 w 3325"/>
                <a:gd name="T79" fmla="*/ 2384 h 3325"/>
                <a:gd name="T80" fmla="*/ 3030 w 3325"/>
                <a:gd name="T81" fmla="*/ 2609 h 3325"/>
                <a:gd name="T82" fmla="*/ 2839 w 3325"/>
                <a:gd name="T83" fmla="*/ 2838 h 3325"/>
                <a:gd name="T84" fmla="*/ 2652 w 3325"/>
                <a:gd name="T85" fmla="*/ 2999 h 3325"/>
                <a:gd name="T86" fmla="*/ 2400 w 3325"/>
                <a:gd name="T87" fmla="*/ 3154 h 3325"/>
                <a:gd name="T88" fmla="*/ 2101 w 3325"/>
                <a:gd name="T89" fmla="*/ 3267 h 3325"/>
                <a:gd name="T90" fmla="*/ 1775 w 3325"/>
                <a:gd name="T91" fmla="*/ 3322 h 3325"/>
                <a:gd name="T92" fmla="*/ 1441 w 3325"/>
                <a:gd name="T93" fmla="*/ 3311 h 3325"/>
                <a:gd name="T94" fmla="*/ 1120 w 3325"/>
                <a:gd name="T95" fmla="*/ 3234 h 3325"/>
                <a:gd name="T96" fmla="*/ 825 w 3325"/>
                <a:gd name="T97" fmla="*/ 3099 h 3325"/>
                <a:gd name="T98" fmla="*/ 566 w 3325"/>
                <a:gd name="T99" fmla="*/ 2912 h 3325"/>
                <a:gd name="T100" fmla="*/ 345 w 3325"/>
                <a:gd name="T101" fmla="*/ 2677 h 3325"/>
                <a:gd name="T102" fmla="*/ 176 w 3325"/>
                <a:gd name="T103" fmla="*/ 2406 h 3325"/>
                <a:gd name="T104" fmla="*/ 58 w 3325"/>
                <a:gd name="T105" fmla="*/ 2101 h 3325"/>
                <a:gd name="T106" fmla="*/ 3 w 3325"/>
                <a:gd name="T107" fmla="*/ 1774 h 3325"/>
                <a:gd name="T108" fmla="*/ 15 w 3325"/>
                <a:gd name="T109" fmla="*/ 1442 h 3325"/>
                <a:gd name="T110" fmla="*/ 91 w 3325"/>
                <a:gd name="T111" fmla="*/ 1120 h 3325"/>
                <a:gd name="T112" fmla="*/ 219 w 3325"/>
                <a:gd name="T113" fmla="*/ 837 h 3325"/>
                <a:gd name="T114" fmla="*/ 411 w 3325"/>
                <a:gd name="T115" fmla="*/ 568 h 3325"/>
                <a:gd name="T116" fmla="*/ 617 w 3325"/>
                <a:gd name="T117" fmla="*/ 370 h 3325"/>
                <a:gd name="T118" fmla="*/ 841 w 3325"/>
                <a:gd name="T119" fmla="*/ 218 h 3325"/>
                <a:gd name="T120" fmla="*/ 1119 w 3325"/>
                <a:gd name="T121" fmla="*/ 92 h 3325"/>
                <a:gd name="T122" fmla="*/ 1441 w 3325"/>
                <a:gd name="T123" fmla="*/ 16 h 3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325" h="3325">
                  <a:moveTo>
                    <a:pt x="1663" y="481"/>
                  </a:moveTo>
                  <a:lnTo>
                    <a:pt x="1569" y="483"/>
                  </a:lnTo>
                  <a:lnTo>
                    <a:pt x="1476" y="495"/>
                  </a:lnTo>
                  <a:lnTo>
                    <a:pt x="1386" y="514"/>
                  </a:lnTo>
                  <a:lnTo>
                    <a:pt x="1297" y="538"/>
                  </a:lnTo>
                  <a:lnTo>
                    <a:pt x="1210" y="570"/>
                  </a:lnTo>
                  <a:lnTo>
                    <a:pt x="1126" y="608"/>
                  </a:lnTo>
                  <a:lnTo>
                    <a:pt x="1047" y="654"/>
                  </a:lnTo>
                  <a:lnTo>
                    <a:pt x="969" y="705"/>
                  </a:lnTo>
                  <a:lnTo>
                    <a:pt x="896" y="762"/>
                  </a:lnTo>
                  <a:lnTo>
                    <a:pt x="827" y="826"/>
                  </a:lnTo>
                  <a:lnTo>
                    <a:pt x="791" y="863"/>
                  </a:lnTo>
                  <a:lnTo>
                    <a:pt x="758" y="901"/>
                  </a:lnTo>
                  <a:lnTo>
                    <a:pt x="731" y="934"/>
                  </a:lnTo>
                  <a:lnTo>
                    <a:pt x="680" y="1004"/>
                  </a:lnTo>
                  <a:lnTo>
                    <a:pt x="634" y="1079"/>
                  </a:lnTo>
                  <a:lnTo>
                    <a:pt x="593" y="1155"/>
                  </a:lnTo>
                  <a:lnTo>
                    <a:pt x="559" y="1235"/>
                  </a:lnTo>
                  <a:lnTo>
                    <a:pt x="532" y="1317"/>
                  </a:lnTo>
                  <a:lnTo>
                    <a:pt x="510" y="1401"/>
                  </a:lnTo>
                  <a:lnTo>
                    <a:pt x="493" y="1487"/>
                  </a:lnTo>
                  <a:lnTo>
                    <a:pt x="483" y="1574"/>
                  </a:lnTo>
                  <a:lnTo>
                    <a:pt x="481" y="1663"/>
                  </a:lnTo>
                  <a:lnTo>
                    <a:pt x="485" y="1757"/>
                  </a:lnTo>
                  <a:lnTo>
                    <a:pt x="495" y="1850"/>
                  </a:lnTo>
                  <a:lnTo>
                    <a:pt x="514" y="1942"/>
                  </a:lnTo>
                  <a:lnTo>
                    <a:pt x="538" y="2029"/>
                  </a:lnTo>
                  <a:lnTo>
                    <a:pt x="570" y="2116"/>
                  </a:lnTo>
                  <a:lnTo>
                    <a:pt x="608" y="2200"/>
                  </a:lnTo>
                  <a:lnTo>
                    <a:pt x="654" y="2281"/>
                  </a:lnTo>
                  <a:lnTo>
                    <a:pt x="705" y="2357"/>
                  </a:lnTo>
                  <a:lnTo>
                    <a:pt x="764" y="2430"/>
                  </a:lnTo>
                  <a:lnTo>
                    <a:pt x="827" y="2499"/>
                  </a:lnTo>
                  <a:lnTo>
                    <a:pt x="889" y="2558"/>
                  </a:lnTo>
                  <a:lnTo>
                    <a:pt x="956" y="2612"/>
                  </a:lnTo>
                  <a:lnTo>
                    <a:pt x="1026" y="2660"/>
                  </a:lnTo>
                  <a:lnTo>
                    <a:pt x="1098" y="2702"/>
                  </a:lnTo>
                  <a:lnTo>
                    <a:pt x="1172" y="2740"/>
                  </a:lnTo>
                  <a:lnTo>
                    <a:pt x="1249" y="2772"/>
                  </a:lnTo>
                  <a:lnTo>
                    <a:pt x="1329" y="2799"/>
                  </a:lnTo>
                  <a:lnTo>
                    <a:pt x="1411" y="2819"/>
                  </a:lnTo>
                  <a:lnTo>
                    <a:pt x="1493" y="2835"/>
                  </a:lnTo>
                  <a:lnTo>
                    <a:pt x="1578" y="2844"/>
                  </a:lnTo>
                  <a:lnTo>
                    <a:pt x="1663" y="2846"/>
                  </a:lnTo>
                  <a:lnTo>
                    <a:pt x="1758" y="2842"/>
                  </a:lnTo>
                  <a:lnTo>
                    <a:pt x="1850" y="2832"/>
                  </a:lnTo>
                  <a:lnTo>
                    <a:pt x="1941" y="2814"/>
                  </a:lnTo>
                  <a:lnTo>
                    <a:pt x="2030" y="2789"/>
                  </a:lnTo>
                  <a:lnTo>
                    <a:pt x="2116" y="2757"/>
                  </a:lnTo>
                  <a:lnTo>
                    <a:pt x="2200" y="2718"/>
                  </a:lnTo>
                  <a:lnTo>
                    <a:pt x="2280" y="2674"/>
                  </a:lnTo>
                  <a:lnTo>
                    <a:pt x="2357" y="2621"/>
                  </a:lnTo>
                  <a:lnTo>
                    <a:pt x="2431" y="2564"/>
                  </a:lnTo>
                  <a:lnTo>
                    <a:pt x="2500" y="2499"/>
                  </a:lnTo>
                  <a:lnTo>
                    <a:pt x="2564" y="2430"/>
                  </a:lnTo>
                  <a:lnTo>
                    <a:pt x="2622" y="2357"/>
                  </a:lnTo>
                  <a:lnTo>
                    <a:pt x="2673" y="2281"/>
                  </a:lnTo>
                  <a:lnTo>
                    <a:pt x="2719" y="2200"/>
                  </a:lnTo>
                  <a:lnTo>
                    <a:pt x="2757" y="2116"/>
                  </a:lnTo>
                  <a:lnTo>
                    <a:pt x="2788" y="2029"/>
                  </a:lnTo>
                  <a:lnTo>
                    <a:pt x="2814" y="1942"/>
                  </a:lnTo>
                  <a:lnTo>
                    <a:pt x="2831" y="1850"/>
                  </a:lnTo>
                  <a:lnTo>
                    <a:pt x="2843" y="1757"/>
                  </a:lnTo>
                  <a:lnTo>
                    <a:pt x="2846" y="1663"/>
                  </a:lnTo>
                  <a:lnTo>
                    <a:pt x="2843" y="1575"/>
                  </a:lnTo>
                  <a:lnTo>
                    <a:pt x="2834" y="1487"/>
                  </a:lnTo>
                  <a:lnTo>
                    <a:pt x="2817" y="1401"/>
                  </a:lnTo>
                  <a:lnTo>
                    <a:pt x="2795" y="1317"/>
                  </a:lnTo>
                  <a:lnTo>
                    <a:pt x="2767" y="1235"/>
                  </a:lnTo>
                  <a:lnTo>
                    <a:pt x="2733" y="1156"/>
                  </a:lnTo>
                  <a:lnTo>
                    <a:pt x="2692" y="1079"/>
                  </a:lnTo>
                  <a:lnTo>
                    <a:pt x="2647" y="1004"/>
                  </a:lnTo>
                  <a:lnTo>
                    <a:pt x="2594" y="934"/>
                  </a:lnTo>
                  <a:lnTo>
                    <a:pt x="2572" y="906"/>
                  </a:lnTo>
                  <a:lnTo>
                    <a:pt x="2537" y="866"/>
                  </a:lnTo>
                  <a:lnTo>
                    <a:pt x="2500" y="826"/>
                  </a:lnTo>
                  <a:lnTo>
                    <a:pt x="2431" y="762"/>
                  </a:lnTo>
                  <a:lnTo>
                    <a:pt x="2357" y="705"/>
                  </a:lnTo>
                  <a:lnTo>
                    <a:pt x="2280" y="654"/>
                  </a:lnTo>
                  <a:lnTo>
                    <a:pt x="2200" y="608"/>
                  </a:lnTo>
                  <a:lnTo>
                    <a:pt x="2116" y="570"/>
                  </a:lnTo>
                  <a:lnTo>
                    <a:pt x="2030" y="538"/>
                  </a:lnTo>
                  <a:lnTo>
                    <a:pt x="1941" y="514"/>
                  </a:lnTo>
                  <a:lnTo>
                    <a:pt x="1850" y="495"/>
                  </a:lnTo>
                  <a:lnTo>
                    <a:pt x="1758" y="483"/>
                  </a:lnTo>
                  <a:lnTo>
                    <a:pt x="1663" y="481"/>
                  </a:lnTo>
                  <a:close/>
                  <a:moveTo>
                    <a:pt x="1662" y="0"/>
                  </a:moveTo>
                  <a:lnTo>
                    <a:pt x="1775" y="4"/>
                  </a:lnTo>
                  <a:lnTo>
                    <a:pt x="1885" y="16"/>
                  </a:lnTo>
                  <a:lnTo>
                    <a:pt x="1993" y="34"/>
                  </a:lnTo>
                  <a:lnTo>
                    <a:pt x="2101" y="59"/>
                  </a:lnTo>
                  <a:lnTo>
                    <a:pt x="2205" y="92"/>
                  </a:lnTo>
                  <a:lnTo>
                    <a:pt x="2310" y="131"/>
                  </a:lnTo>
                  <a:lnTo>
                    <a:pt x="2399" y="173"/>
                  </a:lnTo>
                  <a:lnTo>
                    <a:pt x="2487" y="219"/>
                  </a:lnTo>
                  <a:lnTo>
                    <a:pt x="2571" y="271"/>
                  </a:lnTo>
                  <a:lnTo>
                    <a:pt x="2641" y="320"/>
                  </a:lnTo>
                  <a:lnTo>
                    <a:pt x="2709" y="372"/>
                  </a:lnTo>
                  <a:lnTo>
                    <a:pt x="2775" y="428"/>
                  </a:lnTo>
                  <a:lnTo>
                    <a:pt x="2838" y="487"/>
                  </a:lnTo>
                  <a:lnTo>
                    <a:pt x="2914" y="568"/>
                  </a:lnTo>
                  <a:lnTo>
                    <a:pt x="2984" y="654"/>
                  </a:lnTo>
                  <a:lnTo>
                    <a:pt x="3047" y="744"/>
                  </a:lnTo>
                  <a:lnTo>
                    <a:pt x="3105" y="837"/>
                  </a:lnTo>
                  <a:lnTo>
                    <a:pt x="3157" y="934"/>
                  </a:lnTo>
                  <a:lnTo>
                    <a:pt x="3177" y="974"/>
                  </a:lnTo>
                  <a:lnTo>
                    <a:pt x="3194" y="1016"/>
                  </a:lnTo>
                  <a:lnTo>
                    <a:pt x="3235" y="1120"/>
                  </a:lnTo>
                  <a:lnTo>
                    <a:pt x="3267" y="1226"/>
                  </a:lnTo>
                  <a:lnTo>
                    <a:pt x="3292" y="1333"/>
                  </a:lnTo>
                  <a:lnTo>
                    <a:pt x="3310" y="1442"/>
                  </a:lnTo>
                  <a:lnTo>
                    <a:pt x="3321" y="1552"/>
                  </a:lnTo>
                  <a:lnTo>
                    <a:pt x="3325" y="1663"/>
                  </a:lnTo>
                  <a:lnTo>
                    <a:pt x="3321" y="1774"/>
                  </a:lnTo>
                  <a:lnTo>
                    <a:pt x="3310" y="1885"/>
                  </a:lnTo>
                  <a:lnTo>
                    <a:pt x="3292" y="1994"/>
                  </a:lnTo>
                  <a:lnTo>
                    <a:pt x="3267" y="2101"/>
                  </a:lnTo>
                  <a:lnTo>
                    <a:pt x="3235" y="2206"/>
                  </a:lnTo>
                  <a:lnTo>
                    <a:pt x="3194" y="2310"/>
                  </a:lnTo>
                  <a:lnTo>
                    <a:pt x="3161" y="2384"/>
                  </a:lnTo>
                  <a:lnTo>
                    <a:pt x="3125" y="2456"/>
                  </a:lnTo>
                  <a:lnTo>
                    <a:pt x="3084" y="2526"/>
                  </a:lnTo>
                  <a:lnTo>
                    <a:pt x="3030" y="2609"/>
                  </a:lnTo>
                  <a:lnTo>
                    <a:pt x="2971" y="2689"/>
                  </a:lnTo>
                  <a:lnTo>
                    <a:pt x="2907" y="2765"/>
                  </a:lnTo>
                  <a:lnTo>
                    <a:pt x="2839" y="2838"/>
                  </a:lnTo>
                  <a:lnTo>
                    <a:pt x="2802" y="2872"/>
                  </a:lnTo>
                  <a:lnTo>
                    <a:pt x="2729" y="2939"/>
                  </a:lnTo>
                  <a:lnTo>
                    <a:pt x="2652" y="2999"/>
                  </a:lnTo>
                  <a:lnTo>
                    <a:pt x="2571" y="3056"/>
                  </a:lnTo>
                  <a:lnTo>
                    <a:pt x="2487" y="3107"/>
                  </a:lnTo>
                  <a:lnTo>
                    <a:pt x="2400" y="3154"/>
                  </a:lnTo>
                  <a:lnTo>
                    <a:pt x="2310" y="3195"/>
                  </a:lnTo>
                  <a:lnTo>
                    <a:pt x="2207" y="3234"/>
                  </a:lnTo>
                  <a:lnTo>
                    <a:pt x="2101" y="3267"/>
                  </a:lnTo>
                  <a:lnTo>
                    <a:pt x="1993" y="3293"/>
                  </a:lnTo>
                  <a:lnTo>
                    <a:pt x="1885" y="3311"/>
                  </a:lnTo>
                  <a:lnTo>
                    <a:pt x="1775" y="3322"/>
                  </a:lnTo>
                  <a:lnTo>
                    <a:pt x="1663" y="3325"/>
                  </a:lnTo>
                  <a:lnTo>
                    <a:pt x="1552" y="3322"/>
                  </a:lnTo>
                  <a:lnTo>
                    <a:pt x="1441" y="3311"/>
                  </a:lnTo>
                  <a:lnTo>
                    <a:pt x="1332" y="3293"/>
                  </a:lnTo>
                  <a:lnTo>
                    <a:pt x="1225" y="3267"/>
                  </a:lnTo>
                  <a:lnTo>
                    <a:pt x="1120" y="3234"/>
                  </a:lnTo>
                  <a:lnTo>
                    <a:pt x="1016" y="3195"/>
                  </a:lnTo>
                  <a:lnTo>
                    <a:pt x="918" y="3150"/>
                  </a:lnTo>
                  <a:lnTo>
                    <a:pt x="825" y="3099"/>
                  </a:lnTo>
                  <a:lnTo>
                    <a:pt x="735" y="3043"/>
                  </a:lnTo>
                  <a:lnTo>
                    <a:pt x="648" y="2980"/>
                  </a:lnTo>
                  <a:lnTo>
                    <a:pt x="566" y="2912"/>
                  </a:lnTo>
                  <a:lnTo>
                    <a:pt x="487" y="2838"/>
                  </a:lnTo>
                  <a:lnTo>
                    <a:pt x="413" y="2760"/>
                  </a:lnTo>
                  <a:lnTo>
                    <a:pt x="345" y="2677"/>
                  </a:lnTo>
                  <a:lnTo>
                    <a:pt x="283" y="2591"/>
                  </a:lnTo>
                  <a:lnTo>
                    <a:pt x="226" y="2501"/>
                  </a:lnTo>
                  <a:lnTo>
                    <a:pt x="176" y="2406"/>
                  </a:lnTo>
                  <a:lnTo>
                    <a:pt x="130" y="2310"/>
                  </a:lnTo>
                  <a:lnTo>
                    <a:pt x="91" y="2206"/>
                  </a:lnTo>
                  <a:lnTo>
                    <a:pt x="58" y="2101"/>
                  </a:lnTo>
                  <a:lnTo>
                    <a:pt x="33" y="1994"/>
                  </a:lnTo>
                  <a:lnTo>
                    <a:pt x="15" y="1884"/>
                  </a:lnTo>
                  <a:lnTo>
                    <a:pt x="3" y="1774"/>
                  </a:lnTo>
                  <a:lnTo>
                    <a:pt x="0" y="1663"/>
                  </a:lnTo>
                  <a:lnTo>
                    <a:pt x="3" y="1552"/>
                  </a:lnTo>
                  <a:lnTo>
                    <a:pt x="15" y="1442"/>
                  </a:lnTo>
                  <a:lnTo>
                    <a:pt x="33" y="1332"/>
                  </a:lnTo>
                  <a:lnTo>
                    <a:pt x="58" y="1226"/>
                  </a:lnTo>
                  <a:lnTo>
                    <a:pt x="91" y="1120"/>
                  </a:lnTo>
                  <a:lnTo>
                    <a:pt x="130" y="1016"/>
                  </a:lnTo>
                  <a:lnTo>
                    <a:pt x="168" y="934"/>
                  </a:lnTo>
                  <a:lnTo>
                    <a:pt x="219" y="837"/>
                  </a:lnTo>
                  <a:lnTo>
                    <a:pt x="278" y="743"/>
                  </a:lnTo>
                  <a:lnTo>
                    <a:pt x="341" y="654"/>
                  </a:lnTo>
                  <a:lnTo>
                    <a:pt x="411" y="568"/>
                  </a:lnTo>
                  <a:lnTo>
                    <a:pt x="487" y="487"/>
                  </a:lnTo>
                  <a:lnTo>
                    <a:pt x="550" y="427"/>
                  </a:lnTo>
                  <a:lnTo>
                    <a:pt x="617" y="370"/>
                  </a:lnTo>
                  <a:lnTo>
                    <a:pt x="686" y="317"/>
                  </a:lnTo>
                  <a:lnTo>
                    <a:pt x="758" y="267"/>
                  </a:lnTo>
                  <a:lnTo>
                    <a:pt x="841" y="218"/>
                  </a:lnTo>
                  <a:lnTo>
                    <a:pt x="927" y="172"/>
                  </a:lnTo>
                  <a:lnTo>
                    <a:pt x="1015" y="131"/>
                  </a:lnTo>
                  <a:lnTo>
                    <a:pt x="1119" y="92"/>
                  </a:lnTo>
                  <a:lnTo>
                    <a:pt x="1225" y="59"/>
                  </a:lnTo>
                  <a:lnTo>
                    <a:pt x="1332" y="34"/>
                  </a:lnTo>
                  <a:lnTo>
                    <a:pt x="1441" y="16"/>
                  </a:lnTo>
                  <a:lnTo>
                    <a:pt x="1551" y="4"/>
                  </a:lnTo>
                  <a:lnTo>
                    <a:pt x="166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50" name="Group 150"/>
          <p:cNvGrpSpPr>
            <a:grpSpLocks noChangeAspect="1"/>
          </p:cNvGrpSpPr>
          <p:nvPr/>
        </p:nvGrpSpPr>
        <p:grpSpPr bwMode="auto">
          <a:xfrm>
            <a:off x="8970472" y="3777700"/>
            <a:ext cx="327822" cy="325658"/>
            <a:chOff x="6376" y="2979"/>
            <a:chExt cx="303" cy="301"/>
          </a:xfrm>
          <a:solidFill>
            <a:schemeClr val="bg1"/>
          </a:solidFill>
        </p:grpSpPr>
        <p:sp>
          <p:nvSpPr>
            <p:cNvPr id="51" name="Freeform 152"/>
            <p:cNvSpPr>
              <a:spLocks noEditPoints="1"/>
            </p:cNvSpPr>
            <p:nvPr/>
          </p:nvSpPr>
          <p:spPr bwMode="auto">
            <a:xfrm>
              <a:off x="6376" y="2979"/>
              <a:ext cx="303" cy="301"/>
            </a:xfrm>
            <a:custGeom>
              <a:avLst/>
              <a:gdLst>
                <a:gd name="T0" fmla="*/ 2339 w 3331"/>
                <a:gd name="T1" fmla="*/ 2775 h 3310"/>
                <a:gd name="T2" fmla="*/ 2650 w 3331"/>
                <a:gd name="T3" fmla="*/ 2588 h 3310"/>
                <a:gd name="T4" fmla="*/ 2501 w 3331"/>
                <a:gd name="T5" fmla="*/ 2313 h 3310"/>
                <a:gd name="T6" fmla="*/ 2554 w 3331"/>
                <a:gd name="T7" fmla="*/ 1298 h 3310"/>
                <a:gd name="T8" fmla="*/ 2554 w 3331"/>
                <a:gd name="T9" fmla="*/ 2011 h 3310"/>
                <a:gd name="T10" fmla="*/ 2949 w 3331"/>
                <a:gd name="T11" fmla="*/ 2109 h 3310"/>
                <a:gd name="T12" fmla="*/ 3025 w 3331"/>
                <a:gd name="T13" fmla="*/ 1559 h 3310"/>
                <a:gd name="T14" fmla="*/ 417 w 3331"/>
                <a:gd name="T15" fmla="*/ 1116 h 3310"/>
                <a:gd name="T16" fmla="*/ 306 w 3331"/>
                <a:gd name="T17" fmla="*/ 1573 h 3310"/>
                <a:gd name="T18" fmla="*/ 362 w 3331"/>
                <a:gd name="T19" fmla="*/ 2048 h 3310"/>
                <a:gd name="T20" fmla="*/ 699 w 3331"/>
                <a:gd name="T21" fmla="*/ 2042 h 3310"/>
                <a:gd name="T22" fmla="*/ 766 w 3331"/>
                <a:gd name="T23" fmla="*/ 1415 h 3310"/>
                <a:gd name="T24" fmla="*/ 417 w 3331"/>
                <a:gd name="T25" fmla="*/ 1116 h 3310"/>
                <a:gd name="T26" fmla="*/ 683 w 3331"/>
                <a:gd name="T27" fmla="*/ 721 h 3310"/>
                <a:gd name="T28" fmla="*/ 830 w 3331"/>
                <a:gd name="T29" fmla="*/ 996 h 3310"/>
                <a:gd name="T30" fmla="*/ 1033 w 3331"/>
                <a:gd name="T31" fmla="*/ 457 h 3310"/>
                <a:gd name="T32" fmla="*/ 2476 w 3331"/>
                <a:gd name="T33" fmla="*/ 895 h 3310"/>
                <a:gd name="T34" fmla="*/ 2708 w 3331"/>
                <a:gd name="T35" fmla="*/ 787 h 3310"/>
                <a:gd name="T36" fmla="*/ 2297 w 3331"/>
                <a:gd name="T37" fmla="*/ 456 h 3310"/>
                <a:gd name="T38" fmla="*/ 2212 w 3331"/>
                <a:gd name="T39" fmla="*/ 1086 h 3310"/>
                <a:gd name="T40" fmla="*/ 2045 w 3331"/>
                <a:gd name="T41" fmla="*/ 620 h 3310"/>
                <a:gd name="T42" fmla="*/ 1817 w 3331"/>
                <a:gd name="T43" fmla="*/ 352 h 3310"/>
                <a:gd name="T44" fmla="*/ 1321 w 3331"/>
                <a:gd name="T45" fmla="*/ 561 h 3310"/>
                <a:gd name="T46" fmla="*/ 1141 w 3331"/>
                <a:gd name="T47" fmla="*/ 997 h 3310"/>
                <a:gd name="T48" fmla="*/ 1514 w 3331"/>
                <a:gd name="T49" fmla="*/ 352 h 3310"/>
                <a:gd name="T50" fmla="*/ 2075 w 3331"/>
                <a:gd name="T51" fmla="*/ 51 h 3310"/>
                <a:gd name="T52" fmla="*/ 2616 w 3331"/>
                <a:gd name="T53" fmla="*/ 297 h 3310"/>
                <a:gd name="T54" fmla="*/ 3033 w 3331"/>
                <a:gd name="T55" fmla="*/ 710 h 3310"/>
                <a:gd name="T56" fmla="*/ 3280 w 3331"/>
                <a:gd name="T57" fmla="*/ 1247 h 3310"/>
                <a:gd name="T58" fmla="*/ 3319 w 3331"/>
                <a:gd name="T59" fmla="*/ 1862 h 3310"/>
                <a:gd name="T60" fmla="*/ 3136 w 3331"/>
                <a:gd name="T61" fmla="*/ 2432 h 3310"/>
                <a:gd name="T62" fmla="*/ 2771 w 3331"/>
                <a:gd name="T63" fmla="*/ 2892 h 3310"/>
                <a:gd name="T64" fmla="*/ 2268 w 3331"/>
                <a:gd name="T65" fmla="*/ 3197 h 3310"/>
                <a:gd name="T66" fmla="*/ 1666 w 3331"/>
                <a:gd name="T67" fmla="*/ 3310 h 3310"/>
                <a:gd name="T68" fmla="*/ 1313 w 3331"/>
                <a:gd name="T69" fmla="*/ 3215 h 3310"/>
                <a:gd name="T70" fmla="*/ 1678 w 3331"/>
                <a:gd name="T71" fmla="*/ 3027 h 3310"/>
                <a:gd name="T72" fmla="*/ 1893 w 3331"/>
                <a:gd name="T73" fmla="*/ 3115 h 3310"/>
                <a:gd name="T74" fmla="*/ 2094 w 3331"/>
                <a:gd name="T75" fmla="*/ 3039 h 3310"/>
                <a:gd name="T76" fmla="*/ 2348 w 3331"/>
                <a:gd name="T77" fmla="*/ 1907 h 3310"/>
                <a:gd name="T78" fmla="*/ 2296 w 3331"/>
                <a:gd name="T79" fmla="*/ 1685 h 3310"/>
                <a:gd name="T80" fmla="*/ 2151 w 3331"/>
                <a:gd name="T81" fmla="*/ 1405 h 3310"/>
                <a:gd name="T82" fmla="*/ 1514 w 3331"/>
                <a:gd name="T83" fmla="*/ 1443 h 3310"/>
                <a:gd name="T84" fmla="*/ 1062 w 3331"/>
                <a:gd name="T85" fmla="*/ 1562 h 3310"/>
                <a:gd name="T86" fmla="*/ 958 w 3331"/>
                <a:gd name="T87" fmla="*/ 1741 h 3310"/>
                <a:gd name="T88" fmla="*/ 799 w 3331"/>
                <a:gd name="T89" fmla="*/ 1921 h 3310"/>
                <a:gd name="T90" fmla="*/ 822 w 3331"/>
                <a:gd name="T91" fmla="*/ 2159 h 3310"/>
                <a:gd name="T92" fmla="*/ 695 w 3331"/>
                <a:gd name="T93" fmla="*/ 2377 h 3310"/>
                <a:gd name="T94" fmla="*/ 529 w 3331"/>
                <a:gd name="T95" fmla="*/ 2555 h 3310"/>
                <a:gd name="T96" fmla="*/ 365 w 3331"/>
                <a:gd name="T97" fmla="*/ 2645 h 3310"/>
                <a:gd name="T98" fmla="*/ 180 w 3331"/>
                <a:gd name="T99" fmla="*/ 2403 h 3310"/>
                <a:gd name="T100" fmla="*/ 13 w 3331"/>
                <a:gd name="T101" fmla="*/ 1854 h 3310"/>
                <a:gd name="T102" fmla="*/ 51 w 3331"/>
                <a:gd name="T103" fmla="*/ 1247 h 3310"/>
                <a:gd name="T104" fmla="*/ 299 w 3331"/>
                <a:gd name="T105" fmla="*/ 710 h 3310"/>
                <a:gd name="T106" fmla="*/ 715 w 3331"/>
                <a:gd name="T107" fmla="*/ 297 h 3310"/>
                <a:gd name="T108" fmla="*/ 1256 w 3331"/>
                <a:gd name="T109" fmla="*/ 51 h 3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331" h="3310">
                  <a:moveTo>
                    <a:pt x="2501" y="2313"/>
                  </a:moveTo>
                  <a:lnTo>
                    <a:pt x="2475" y="2414"/>
                  </a:lnTo>
                  <a:lnTo>
                    <a:pt x="2447" y="2511"/>
                  </a:lnTo>
                  <a:lnTo>
                    <a:pt x="2414" y="2603"/>
                  </a:lnTo>
                  <a:lnTo>
                    <a:pt x="2378" y="2692"/>
                  </a:lnTo>
                  <a:lnTo>
                    <a:pt x="2339" y="2775"/>
                  </a:lnTo>
                  <a:lnTo>
                    <a:pt x="2297" y="2853"/>
                  </a:lnTo>
                  <a:lnTo>
                    <a:pt x="2374" y="2809"/>
                  </a:lnTo>
                  <a:lnTo>
                    <a:pt x="2449" y="2761"/>
                  </a:lnTo>
                  <a:lnTo>
                    <a:pt x="2519" y="2707"/>
                  </a:lnTo>
                  <a:lnTo>
                    <a:pt x="2586" y="2650"/>
                  </a:lnTo>
                  <a:lnTo>
                    <a:pt x="2650" y="2588"/>
                  </a:lnTo>
                  <a:lnTo>
                    <a:pt x="2708" y="2522"/>
                  </a:lnTo>
                  <a:lnTo>
                    <a:pt x="2763" y="2454"/>
                  </a:lnTo>
                  <a:lnTo>
                    <a:pt x="2704" y="2415"/>
                  </a:lnTo>
                  <a:lnTo>
                    <a:pt x="2640" y="2379"/>
                  </a:lnTo>
                  <a:lnTo>
                    <a:pt x="2572" y="2345"/>
                  </a:lnTo>
                  <a:lnTo>
                    <a:pt x="2501" y="2313"/>
                  </a:lnTo>
                  <a:close/>
                  <a:moveTo>
                    <a:pt x="2916" y="1116"/>
                  </a:moveTo>
                  <a:lnTo>
                    <a:pt x="2850" y="1158"/>
                  </a:lnTo>
                  <a:lnTo>
                    <a:pt x="2781" y="1197"/>
                  </a:lnTo>
                  <a:lnTo>
                    <a:pt x="2708" y="1234"/>
                  </a:lnTo>
                  <a:lnTo>
                    <a:pt x="2632" y="1267"/>
                  </a:lnTo>
                  <a:lnTo>
                    <a:pt x="2554" y="1298"/>
                  </a:lnTo>
                  <a:lnTo>
                    <a:pt x="2565" y="1415"/>
                  </a:lnTo>
                  <a:lnTo>
                    <a:pt x="2571" y="1533"/>
                  </a:lnTo>
                  <a:lnTo>
                    <a:pt x="2574" y="1655"/>
                  </a:lnTo>
                  <a:lnTo>
                    <a:pt x="2571" y="1776"/>
                  </a:lnTo>
                  <a:lnTo>
                    <a:pt x="2565" y="1895"/>
                  </a:lnTo>
                  <a:lnTo>
                    <a:pt x="2554" y="2011"/>
                  </a:lnTo>
                  <a:lnTo>
                    <a:pt x="2632" y="2042"/>
                  </a:lnTo>
                  <a:lnTo>
                    <a:pt x="2708" y="2076"/>
                  </a:lnTo>
                  <a:lnTo>
                    <a:pt x="2781" y="2113"/>
                  </a:lnTo>
                  <a:lnTo>
                    <a:pt x="2850" y="2151"/>
                  </a:lnTo>
                  <a:lnTo>
                    <a:pt x="2916" y="2193"/>
                  </a:lnTo>
                  <a:lnTo>
                    <a:pt x="2949" y="2109"/>
                  </a:lnTo>
                  <a:lnTo>
                    <a:pt x="2976" y="2022"/>
                  </a:lnTo>
                  <a:lnTo>
                    <a:pt x="2998" y="1934"/>
                  </a:lnTo>
                  <a:lnTo>
                    <a:pt x="3015" y="1842"/>
                  </a:lnTo>
                  <a:lnTo>
                    <a:pt x="3025" y="1750"/>
                  </a:lnTo>
                  <a:lnTo>
                    <a:pt x="3028" y="1655"/>
                  </a:lnTo>
                  <a:lnTo>
                    <a:pt x="3025" y="1559"/>
                  </a:lnTo>
                  <a:lnTo>
                    <a:pt x="3015" y="1467"/>
                  </a:lnTo>
                  <a:lnTo>
                    <a:pt x="2998" y="1375"/>
                  </a:lnTo>
                  <a:lnTo>
                    <a:pt x="2976" y="1287"/>
                  </a:lnTo>
                  <a:lnTo>
                    <a:pt x="2949" y="1201"/>
                  </a:lnTo>
                  <a:lnTo>
                    <a:pt x="2916" y="1116"/>
                  </a:lnTo>
                  <a:close/>
                  <a:moveTo>
                    <a:pt x="417" y="1116"/>
                  </a:moveTo>
                  <a:lnTo>
                    <a:pt x="387" y="1188"/>
                  </a:lnTo>
                  <a:lnTo>
                    <a:pt x="362" y="1262"/>
                  </a:lnTo>
                  <a:lnTo>
                    <a:pt x="341" y="1337"/>
                  </a:lnTo>
                  <a:lnTo>
                    <a:pt x="325" y="1415"/>
                  </a:lnTo>
                  <a:lnTo>
                    <a:pt x="313" y="1493"/>
                  </a:lnTo>
                  <a:lnTo>
                    <a:pt x="306" y="1573"/>
                  </a:lnTo>
                  <a:lnTo>
                    <a:pt x="304" y="1655"/>
                  </a:lnTo>
                  <a:lnTo>
                    <a:pt x="306" y="1736"/>
                  </a:lnTo>
                  <a:lnTo>
                    <a:pt x="313" y="1816"/>
                  </a:lnTo>
                  <a:lnTo>
                    <a:pt x="325" y="1895"/>
                  </a:lnTo>
                  <a:lnTo>
                    <a:pt x="341" y="1972"/>
                  </a:lnTo>
                  <a:lnTo>
                    <a:pt x="362" y="2048"/>
                  </a:lnTo>
                  <a:lnTo>
                    <a:pt x="387" y="2122"/>
                  </a:lnTo>
                  <a:lnTo>
                    <a:pt x="417" y="2194"/>
                  </a:lnTo>
                  <a:lnTo>
                    <a:pt x="482" y="2152"/>
                  </a:lnTo>
                  <a:lnTo>
                    <a:pt x="551" y="2113"/>
                  </a:lnTo>
                  <a:lnTo>
                    <a:pt x="623" y="2076"/>
                  </a:lnTo>
                  <a:lnTo>
                    <a:pt x="699" y="2042"/>
                  </a:lnTo>
                  <a:lnTo>
                    <a:pt x="778" y="2011"/>
                  </a:lnTo>
                  <a:lnTo>
                    <a:pt x="767" y="1894"/>
                  </a:lnTo>
                  <a:lnTo>
                    <a:pt x="760" y="1776"/>
                  </a:lnTo>
                  <a:lnTo>
                    <a:pt x="758" y="1655"/>
                  </a:lnTo>
                  <a:lnTo>
                    <a:pt x="760" y="1533"/>
                  </a:lnTo>
                  <a:lnTo>
                    <a:pt x="766" y="1415"/>
                  </a:lnTo>
                  <a:lnTo>
                    <a:pt x="778" y="1298"/>
                  </a:lnTo>
                  <a:lnTo>
                    <a:pt x="699" y="1267"/>
                  </a:lnTo>
                  <a:lnTo>
                    <a:pt x="623" y="1234"/>
                  </a:lnTo>
                  <a:lnTo>
                    <a:pt x="551" y="1197"/>
                  </a:lnTo>
                  <a:lnTo>
                    <a:pt x="482" y="1158"/>
                  </a:lnTo>
                  <a:lnTo>
                    <a:pt x="417" y="1116"/>
                  </a:lnTo>
                  <a:close/>
                  <a:moveTo>
                    <a:pt x="1033" y="457"/>
                  </a:moveTo>
                  <a:lnTo>
                    <a:pt x="956" y="501"/>
                  </a:lnTo>
                  <a:lnTo>
                    <a:pt x="883" y="548"/>
                  </a:lnTo>
                  <a:lnTo>
                    <a:pt x="811" y="601"/>
                  </a:lnTo>
                  <a:lnTo>
                    <a:pt x="745" y="660"/>
                  </a:lnTo>
                  <a:lnTo>
                    <a:pt x="683" y="721"/>
                  </a:lnTo>
                  <a:lnTo>
                    <a:pt x="623" y="787"/>
                  </a:lnTo>
                  <a:lnTo>
                    <a:pt x="568" y="855"/>
                  </a:lnTo>
                  <a:lnTo>
                    <a:pt x="627" y="894"/>
                  </a:lnTo>
                  <a:lnTo>
                    <a:pt x="691" y="930"/>
                  </a:lnTo>
                  <a:lnTo>
                    <a:pt x="759" y="964"/>
                  </a:lnTo>
                  <a:lnTo>
                    <a:pt x="830" y="996"/>
                  </a:lnTo>
                  <a:lnTo>
                    <a:pt x="856" y="895"/>
                  </a:lnTo>
                  <a:lnTo>
                    <a:pt x="885" y="798"/>
                  </a:lnTo>
                  <a:lnTo>
                    <a:pt x="917" y="705"/>
                  </a:lnTo>
                  <a:lnTo>
                    <a:pt x="953" y="618"/>
                  </a:lnTo>
                  <a:lnTo>
                    <a:pt x="991" y="535"/>
                  </a:lnTo>
                  <a:lnTo>
                    <a:pt x="1033" y="457"/>
                  </a:lnTo>
                  <a:close/>
                  <a:moveTo>
                    <a:pt x="2297" y="456"/>
                  </a:moveTo>
                  <a:lnTo>
                    <a:pt x="2339" y="535"/>
                  </a:lnTo>
                  <a:lnTo>
                    <a:pt x="2378" y="618"/>
                  </a:lnTo>
                  <a:lnTo>
                    <a:pt x="2414" y="705"/>
                  </a:lnTo>
                  <a:lnTo>
                    <a:pt x="2447" y="798"/>
                  </a:lnTo>
                  <a:lnTo>
                    <a:pt x="2476" y="895"/>
                  </a:lnTo>
                  <a:lnTo>
                    <a:pt x="2501" y="996"/>
                  </a:lnTo>
                  <a:lnTo>
                    <a:pt x="2573" y="964"/>
                  </a:lnTo>
                  <a:lnTo>
                    <a:pt x="2640" y="930"/>
                  </a:lnTo>
                  <a:lnTo>
                    <a:pt x="2704" y="894"/>
                  </a:lnTo>
                  <a:lnTo>
                    <a:pt x="2763" y="855"/>
                  </a:lnTo>
                  <a:lnTo>
                    <a:pt x="2708" y="787"/>
                  </a:lnTo>
                  <a:lnTo>
                    <a:pt x="2650" y="721"/>
                  </a:lnTo>
                  <a:lnTo>
                    <a:pt x="2587" y="659"/>
                  </a:lnTo>
                  <a:lnTo>
                    <a:pt x="2520" y="601"/>
                  </a:lnTo>
                  <a:lnTo>
                    <a:pt x="2449" y="548"/>
                  </a:lnTo>
                  <a:lnTo>
                    <a:pt x="2374" y="501"/>
                  </a:lnTo>
                  <a:lnTo>
                    <a:pt x="2297" y="456"/>
                  </a:lnTo>
                  <a:close/>
                  <a:moveTo>
                    <a:pt x="1817" y="352"/>
                  </a:moveTo>
                  <a:lnTo>
                    <a:pt x="1817" y="1142"/>
                  </a:lnTo>
                  <a:lnTo>
                    <a:pt x="1919" y="1134"/>
                  </a:lnTo>
                  <a:lnTo>
                    <a:pt x="2020" y="1121"/>
                  </a:lnTo>
                  <a:lnTo>
                    <a:pt x="2117" y="1106"/>
                  </a:lnTo>
                  <a:lnTo>
                    <a:pt x="2212" y="1086"/>
                  </a:lnTo>
                  <a:lnTo>
                    <a:pt x="2190" y="997"/>
                  </a:lnTo>
                  <a:lnTo>
                    <a:pt x="2166" y="911"/>
                  </a:lnTo>
                  <a:lnTo>
                    <a:pt x="2139" y="831"/>
                  </a:lnTo>
                  <a:lnTo>
                    <a:pt x="2110" y="755"/>
                  </a:lnTo>
                  <a:lnTo>
                    <a:pt x="2078" y="686"/>
                  </a:lnTo>
                  <a:lnTo>
                    <a:pt x="2045" y="620"/>
                  </a:lnTo>
                  <a:lnTo>
                    <a:pt x="2010" y="561"/>
                  </a:lnTo>
                  <a:lnTo>
                    <a:pt x="1973" y="507"/>
                  </a:lnTo>
                  <a:lnTo>
                    <a:pt x="1936" y="459"/>
                  </a:lnTo>
                  <a:lnTo>
                    <a:pt x="1897" y="416"/>
                  </a:lnTo>
                  <a:lnTo>
                    <a:pt x="1857" y="381"/>
                  </a:lnTo>
                  <a:lnTo>
                    <a:pt x="1817" y="352"/>
                  </a:lnTo>
                  <a:close/>
                  <a:moveTo>
                    <a:pt x="1514" y="352"/>
                  </a:moveTo>
                  <a:lnTo>
                    <a:pt x="1474" y="381"/>
                  </a:lnTo>
                  <a:lnTo>
                    <a:pt x="1434" y="416"/>
                  </a:lnTo>
                  <a:lnTo>
                    <a:pt x="1396" y="459"/>
                  </a:lnTo>
                  <a:lnTo>
                    <a:pt x="1358" y="507"/>
                  </a:lnTo>
                  <a:lnTo>
                    <a:pt x="1321" y="561"/>
                  </a:lnTo>
                  <a:lnTo>
                    <a:pt x="1287" y="620"/>
                  </a:lnTo>
                  <a:lnTo>
                    <a:pt x="1253" y="686"/>
                  </a:lnTo>
                  <a:lnTo>
                    <a:pt x="1222" y="755"/>
                  </a:lnTo>
                  <a:lnTo>
                    <a:pt x="1192" y="831"/>
                  </a:lnTo>
                  <a:lnTo>
                    <a:pt x="1165" y="911"/>
                  </a:lnTo>
                  <a:lnTo>
                    <a:pt x="1141" y="997"/>
                  </a:lnTo>
                  <a:lnTo>
                    <a:pt x="1119" y="1086"/>
                  </a:lnTo>
                  <a:lnTo>
                    <a:pt x="1214" y="1106"/>
                  </a:lnTo>
                  <a:lnTo>
                    <a:pt x="1312" y="1121"/>
                  </a:lnTo>
                  <a:lnTo>
                    <a:pt x="1412" y="1134"/>
                  </a:lnTo>
                  <a:lnTo>
                    <a:pt x="1514" y="1142"/>
                  </a:lnTo>
                  <a:lnTo>
                    <a:pt x="1514" y="352"/>
                  </a:lnTo>
                  <a:close/>
                  <a:moveTo>
                    <a:pt x="1666" y="0"/>
                  </a:moveTo>
                  <a:lnTo>
                    <a:pt x="1666" y="0"/>
                  </a:lnTo>
                  <a:lnTo>
                    <a:pt x="1771" y="3"/>
                  </a:lnTo>
                  <a:lnTo>
                    <a:pt x="1874" y="13"/>
                  </a:lnTo>
                  <a:lnTo>
                    <a:pt x="1976" y="29"/>
                  </a:lnTo>
                  <a:lnTo>
                    <a:pt x="2075" y="51"/>
                  </a:lnTo>
                  <a:lnTo>
                    <a:pt x="2172" y="78"/>
                  </a:lnTo>
                  <a:lnTo>
                    <a:pt x="2268" y="112"/>
                  </a:lnTo>
                  <a:lnTo>
                    <a:pt x="2359" y="150"/>
                  </a:lnTo>
                  <a:lnTo>
                    <a:pt x="2448" y="195"/>
                  </a:lnTo>
                  <a:lnTo>
                    <a:pt x="2534" y="244"/>
                  </a:lnTo>
                  <a:lnTo>
                    <a:pt x="2616" y="297"/>
                  </a:lnTo>
                  <a:lnTo>
                    <a:pt x="2696" y="355"/>
                  </a:lnTo>
                  <a:lnTo>
                    <a:pt x="2771" y="418"/>
                  </a:lnTo>
                  <a:lnTo>
                    <a:pt x="2844" y="485"/>
                  </a:lnTo>
                  <a:lnTo>
                    <a:pt x="2911" y="557"/>
                  </a:lnTo>
                  <a:lnTo>
                    <a:pt x="2973" y="632"/>
                  </a:lnTo>
                  <a:lnTo>
                    <a:pt x="3033" y="710"/>
                  </a:lnTo>
                  <a:lnTo>
                    <a:pt x="3086" y="792"/>
                  </a:lnTo>
                  <a:lnTo>
                    <a:pt x="3136" y="877"/>
                  </a:lnTo>
                  <a:lnTo>
                    <a:pt x="3181" y="965"/>
                  </a:lnTo>
                  <a:lnTo>
                    <a:pt x="3219" y="1057"/>
                  </a:lnTo>
                  <a:lnTo>
                    <a:pt x="3253" y="1152"/>
                  </a:lnTo>
                  <a:lnTo>
                    <a:pt x="3280" y="1247"/>
                  </a:lnTo>
                  <a:lnTo>
                    <a:pt x="3302" y="1346"/>
                  </a:lnTo>
                  <a:lnTo>
                    <a:pt x="3319" y="1447"/>
                  </a:lnTo>
                  <a:lnTo>
                    <a:pt x="3328" y="1550"/>
                  </a:lnTo>
                  <a:lnTo>
                    <a:pt x="3331" y="1655"/>
                  </a:lnTo>
                  <a:lnTo>
                    <a:pt x="3328" y="1759"/>
                  </a:lnTo>
                  <a:lnTo>
                    <a:pt x="3319" y="1862"/>
                  </a:lnTo>
                  <a:lnTo>
                    <a:pt x="3302" y="1963"/>
                  </a:lnTo>
                  <a:lnTo>
                    <a:pt x="3280" y="2062"/>
                  </a:lnTo>
                  <a:lnTo>
                    <a:pt x="3253" y="2158"/>
                  </a:lnTo>
                  <a:lnTo>
                    <a:pt x="3219" y="2252"/>
                  </a:lnTo>
                  <a:lnTo>
                    <a:pt x="3181" y="2343"/>
                  </a:lnTo>
                  <a:lnTo>
                    <a:pt x="3136" y="2432"/>
                  </a:lnTo>
                  <a:lnTo>
                    <a:pt x="3086" y="2517"/>
                  </a:lnTo>
                  <a:lnTo>
                    <a:pt x="3033" y="2599"/>
                  </a:lnTo>
                  <a:lnTo>
                    <a:pt x="2973" y="2678"/>
                  </a:lnTo>
                  <a:lnTo>
                    <a:pt x="2911" y="2753"/>
                  </a:lnTo>
                  <a:lnTo>
                    <a:pt x="2844" y="2824"/>
                  </a:lnTo>
                  <a:lnTo>
                    <a:pt x="2771" y="2892"/>
                  </a:lnTo>
                  <a:lnTo>
                    <a:pt x="2696" y="2954"/>
                  </a:lnTo>
                  <a:lnTo>
                    <a:pt x="2616" y="3012"/>
                  </a:lnTo>
                  <a:lnTo>
                    <a:pt x="2534" y="3066"/>
                  </a:lnTo>
                  <a:lnTo>
                    <a:pt x="2448" y="3115"/>
                  </a:lnTo>
                  <a:lnTo>
                    <a:pt x="2359" y="3159"/>
                  </a:lnTo>
                  <a:lnTo>
                    <a:pt x="2268" y="3197"/>
                  </a:lnTo>
                  <a:lnTo>
                    <a:pt x="2172" y="3231"/>
                  </a:lnTo>
                  <a:lnTo>
                    <a:pt x="2075" y="3259"/>
                  </a:lnTo>
                  <a:lnTo>
                    <a:pt x="1976" y="3281"/>
                  </a:lnTo>
                  <a:lnTo>
                    <a:pt x="1874" y="3296"/>
                  </a:lnTo>
                  <a:lnTo>
                    <a:pt x="1771" y="3305"/>
                  </a:lnTo>
                  <a:lnTo>
                    <a:pt x="1666" y="3310"/>
                  </a:lnTo>
                  <a:lnTo>
                    <a:pt x="1576" y="3307"/>
                  </a:lnTo>
                  <a:lnTo>
                    <a:pt x="1488" y="3299"/>
                  </a:lnTo>
                  <a:lnTo>
                    <a:pt x="1400" y="3288"/>
                  </a:lnTo>
                  <a:lnTo>
                    <a:pt x="1314" y="3271"/>
                  </a:lnTo>
                  <a:lnTo>
                    <a:pt x="1230" y="3251"/>
                  </a:lnTo>
                  <a:lnTo>
                    <a:pt x="1313" y="3215"/>
                  </a:lnTo>
                  <a:lnTo>
                    <a:pt x="1392" y="3177"/>
                  </a:lnTo>
                  <a:lnTo>
                    <a:pt x="1469" y="3137"/>
                  </a:lnTo>
                  <a:lnTo>
                    <a:pt x="1540" y="3097"/>
                  </a:lnTo>
                  <a:lnTo>
                    <a:pt x="1608" y="3057"/>
                  </a:lnTo>
                  <a:lnTo>
                    <a:pt x="1670" y="3018"/>
                  </a:lnTo>
                  <a:lnTo>
                    <a:pt x="1678" y="3027"/>
                  </a:lnTo>
                  <a:lnTo>
                    <a:pt x="1709" y="3053"/>
                  </a:lnTo>
                  <a:lnTo>
                    <a:pt x="1741" y="3075"/>
                  </a:lnTo>
                  <a:lnTo>
                    <a:pt x="1777" y="3092"/>
                  </a:lnTo>
                  <a:lnTo>
                    <a:pt x="1814" y="3105"/>
                  </a:lnTo>
                  <a:lnTo>
                    <a:pt x="1853" y="3112"/>
                  </a:lnTo>
                  <a:lnTo>
                    <a:pt x="1893" y="3115"/>
                  </a:lnTo>
                  <a:lnTo>
                    <a:pt x="1924" y="3113"/>
                  </a:lnTo>
                  <a:lnTo>
                    <a:pt x="1956" y="3109"/>
                  </a:lnTo>
                  <a:lnTo>
                    <a:pt x="1986" y="3101"/>
                  </a:lnTo>
                  <a:lnTo>
                    <a:pt x="2025" y="3085"/>
                  </a:lnTo>
                  <a:lnTo>
                    <a:pt x="2061" y="3064"/>
                  </a:lnTo>
                  <a:lnTo>
                    <a:pt x="2094" y="3039"/>
                  </a:lnTo>
                  <a:lnTo>
                    <a:pt x="2122" y="3010"/>
                  </a:lnTo>
                  <a:lnTo>
                    <a:pt x="2147" y="2978"/>
                  </a:lnTo>
                  <a:lnTo>
                    <a:pt x="2167" y="2943"/>
                  </a:lnTo>
                  <a:lnTo>
                    <a:pt x="2182" y="2903"/>
                  </a:lnTo>
                  <a:lnTo>
                    <a:pt x="2192" y="2862"/>
                  </a:lnTo>
                  <a:lnTo>
                    <a:pt x="2348" y="1907"/>
                  </a:lnTo>
                  <a:lnTo>
                    <a:pt x="2351" y="1867"/>
                  </a:lnTo>
                  <a:lnTo>
                    <a:pt x="2350" y="1829"/>
                  </a:lnTo>
                  <a:lnTo>
                    <a:pt x="2344" y="1790"/>
                  </a:lnTo>
                  <a:lnTo>
                    <a:pt x="2333" y="1754"/>
                  </a:lnTo>
                  <a:lnTo>
                    <a:pt x="2317" y="1718"/>
                  </a:lnTo>
                  <a:lnTo>
                    <a:pt x="2296" y="1685"/>
                  </a:lnTo>
                  <a:lnTo>
                    <a:pt x="2272" y="1655"/>
                  </a:lnTo>
                  <a:lnTo>
                    <a:pt x="2272" y="1655"/>
                  </a:lnTo>
                  <a:lnTo>
                    <a:pt x="2270" y="1562"/>
                  </a:lnTo>
                  <a:lnTo>
                    <a:pt x="2266" y="1472"/>
                  </a:lnTo>
                  <a:lnTo>
                    <a:pt x="2258" y="1385"/>
                  </a:lnTo>
                  <a:lnTo>
                    <a:pt x="2151" y="1405"/>
                  </a:lnTo>
                  <a:lnTo>
                    <a:pt x="2043" y="1422"/>
                  </a:lnTo>
                  <a:lnTo>
                    <a:pt x="1931" y="1436"/>
                  </a:lnTo>
                  <a:lnTo>
                    <a:pt x="1817" y="1443"/>
                  </a:lnTo>
                  <a:lnTo>
                    <a:pt x="1817" y="1592"/>
                  </a:lnTo>
                  <a:lnTo>
                    <a:pt x="1514" y="1639"/>
                  </a:lnTo>
                  <a:lnTo>
                    <a:pt x="1514" y="1443"/>
                  </a:lnTo>
                  <a:lnTo>
                    <a:pt x="1401" y="1436"/>
                  </a:lnTo>
                  <a:lnTo>
                    <a:pt x="1289" y="1422"/>
                  </a:lnTo>
                  <a:lnTo>
                    <a:pt x="1180" y="1405"/>
                  </a:lnTo>
                  <a:lnTo>
                    <a:pt x="1073" y="1385"/>
                  </a:lnTo>
                  <a:lnTo>
                    <a:pt x="1066" y="1472"/>
                  </a:lnTo>
                  <a:lnTo>
                    <a:pt x="1062" y="1562"/>
                  </a:lnTo>
                  <a:lnTo>
                    <a:pt x="1061" y="1655"/>
                  </a:lnTo>
                  <a:lnTo>
                    <a:pt x="1061" y="1684"/>
                  </a:lnTo>
                  <a:lnTo>
                    <a:pt x="1062" y="1713"/>
                  </a:lnTo>
                  <a:lnTo>
                    <a:pt x="1039" y="1716"/>
                  </a:lnTo>
                  <a:lnTo>
                    <a:pt x="997" y="1727"/>
                  </a:lnTo>
                  <a:lnTo>
                    <a:pt x="958" y="1741"/>
                  </a:lnTo>
                  <a:lnTo>
                    <a:pt x="922" y="1761"/>
                  </a:lnTo>
                  <a:lnTo>
                    <a:pt x="890" y="1785"/>
                  </a:lnTo>
                  <a:lnTo>
                    <a:pt x="861" y="1814"/>
                  </a:lnTo>
                  <a:lnTo>
                    <a:pt x="835" y="1846"/>
                  </a:lnTo>
                  <a:lnTo>
                    <a:pt x="814" y="1882"/>
                  </a:lnTo>
                  <a:lnTo>
                    <a:pt x="799" y="1921"/>
                  </a:lnTo>
                  <a:lnTo>
                    <a:pt x="788" y="1962"/>
                  </a:lnTo>
                  <a:lnTo>
                    <a:pt x="784" y="2002"/>
                  </a:lnTo>
                  <a:lnTo>
                    <a:pt x="785" y="2044"/>
                  </a:lnTo>
                  <a:lnTo>
                    <a:pt x="793" y="2083"/>
                  </a:lnTo>
                  <a:lnTo>
                    <a:pt x="805" y="2122"/>
                  </a:lnTo>
                  <a:lnTo>
                    <a:pt x="822" y="2159"/>
                  </a:lnTo>
                  <a:lnTo>
                    <a:pt x="845" y="2194"/>
                  </a:lnTo>
                  <a:lnTo>
                    <a:pt x="872" y="2225"/>
                  </a:lnTo>
                  <a:lnTo>
                    <a:pt x="835" y="2267"/>
                  </a:lnTo>
                  <a:lnTo>
                    <a:pt x="801" y="2305"/>
                  </a:lnTo>
                  <a:lnTo>
                    <a:pt x="765" y="2341"/>
                  </a:lnTo>
                  <a:lnTo>
                    <a:pt x="695" y="2377"/>
                  </a:lnTo>
                  <a:lnTo>
                    <a:pt x="629" y="2414"/>
                  </a:lnTo>
                  <a:lnTo>
                    <a:pt x="568" y="2454"/>
                  </a:lnTo>
                  <a:lnTo>
                    <a:pt x="585" y="2475"/>
                  </a:lnTo>
                  <a:lnTo>
                    <a:pt x="603" y="2495"/>
                  </a:lnTo>
                  <a:lnTo>
                    <a:pt x="564" y="2527"/>
                  </a:lnTo>
                  <a:lnTo>
                    <a:pt x="529" y="2555"/>
                  </a:lnTo>
                  <a:lnTo>
                    <a:pt x="494" y="2579"/>
                  </a:lnTo>
                  <a:lnTo>
                    <a:pt x="463" y="2599"/>
                  </a:lnTo>
                  <a:lnTo>
                    <a:pt x="434" y="2616"/>
                  </a:lnTo>
                  <a:lnTo>
                    <a:pt x="408" y="2629"/>
                  </a:lnTo>
                  <a:lnTo>
                    <a:pt x="385" y="2639"/>
                  </a:lnTo>
                  <a:lnTo>
                    <a:pt x="365" y="2645"/>
                  </a:lnTo>
                  <a:lnTo>
                    <a:pt x="349" y="2648"/>
                  </a:lnTo>
                  <a:lnTo>
                    <a:pt x="339" y="2645"/>
                  </a:lnTo>
                  <a:lnTo>
                    <a:pt x="331" y="2642"/>
                  </a:lnTo>
                  <a:lnTo>
                    <a:pt x="276" y="2565"/>
                  </a:lnTo>
                  <a:lnTo>
                    <a:pt x="226" y="2486"/>
                  </a:lnTo>
                  <a:lnTo>
                    <a:pt x="180" y="2403"/>
                  </a:lnTo>
                  <a:lnTo>
                    <a:pt x="139" y="2317"/>
                  </a:lnTo>
                  <a:lnTo>
                    <a:pt x="104" y="2229"/>
                  </a:lnTo>
                  <a:lnTo>
                    <a:pt x="73" y="2139"/>
                  </a:lnTo>
                  <a:lnTo>
                    <a:pt x="47" y="2045"/>
                  </a:lnTo>
                  <a:lnTo>
                    <a:pt x="27" y="1950"/>
                  </a:lnTo>
                  <a:lnTo>
                    <a:pt x="13" y="1854"/>
                  </a:lnTo>
                  <a:lnTo>
                    <a:pt x="3" y="1755"/>
                  </a:lnTo>
                  <a:lnTo>
                    <a:pt x="0" y="1655"/>
                  </a:lnTo>
                  <a:lnTo>
                    <a:pt x="3" y="1550"/>
                  </a:lnTo>
                  <a:lnTo>
                    <a:pt x="14" y="1447"/>
                  </a:lnTo>
                  <a:lnTo>
                    <a:pt x="29" y="1346"/>
                  </a:lnTo>
                  <a:lnTo>
                    <a:pt x="51" y="1247"/>
                  </a:lnTo>
                  <a:lnTo>
                    <a:pt x="80" y="1152"/>
                  </a:lnTo>
                  <a:lnTo>
                    <a:pt x="113" y="1057"/>
                  </a:lnTo>
                  <a:lnTo>
                    <a:pt x="152" y="965"/>
                  </a:lnTo>
                  <a:lnTo>
                    <a:pt x="196" y="877"/>
                  </a:lnTo>
                  <a:lnTo>
                    <a:pt x="245" y="792"/>
                  </a:lnTo>
                  <a:lnTo>
                    <a:pt x="299" y="710"/>
                  </a:lnTo>
                  <a:lnTo>
                    <a:pt x="358" y="632"/>
                  </a:lnTo>
                  <a:lnTo>
                    <a:pt x="421" y="557"/>
                  </a:lnTo>
                  <a:lnTo>
                    <a:pt x="489" y="485"/>
                  </a:lnTo>
                  <a:lnTo>
                    <a:pt x="560" y="418"/>
                  </a:lnTo>
                  <a:lnTo>
                    <a:pt x="635" y="355"/>
                  </a:lnTo>
                  <a:lnTo>
                    <a:pt x="715" y="297"/>
                  </a:lnTo>
                  <a:lnTo>
                    <a:pt x="798" y="244"/>
                  </a:lnTo>
                  <a:lnTo>
                    <a:pt x="884" y="195"/>
                  </a:lnTo>
                  <a:lnTo>
                    <a:pt x="973" y="150"/>
                  </a:lnTo>
                  <a:lnTo>
                    <a:pt x="1065" y="112"/>
                  </a:lnTo>
                  <a:lnTo>
                    <a:pt x="1159" y="78"/>
                  </a:lnTo>
                  <a:lnTo>
                    <a:pt x="1256" y="51"/>
                  </a:lnTo>
                  <a:lnTo>
                    <a:pt x="1356" y="29"/>
                  </a:lnTo>
                  <a:lnTo>
                    <a:pt x="1457" y="13"/>
                  </a:lnTo>
                  <a:lnTo>
                    <a:pt x="1561" y="3"/>
                  </a:lnTo>
                  <a:lnTo>
                    <a:pt x="166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2" name="Freeform 153"/>
            <p:cNvSpPr>
              <a:spLocks noEditPoints="1"/>
            </p:cNvSpPr>
            <p:nvPr/>
          </p:nvSpPr>
          <p:spPr bwMode="auto">
            <a:xfrm>
              <a:off x="6383" y="3134"/>
              <a:ext cx="193" cy="139"/>
            </a:xfrm>
            <a:custGeom>
              <a:avLst/>
              <a:gdLst>
                <a:gd name="T0" fmla="*/ 1200 w 2125"/>
                <a:gd name="T1" fmla="*/ 494 h 1526"/>
                <a:gd name="T2" fmla="*/ 1133 w 2125"/>
                <a:gd name="T3" fmla="*/ 582 h 1526"/>
                <a:gd name="T4" fmla="*/ 1068 w 2125"/>
                <a:gd name="T5" fmla="*/ 663 h 1526"/>
                <a:gd name="T6" fmla="*/ 979 w 2125"/>
                <a:gd name="T7" fmla="*/ 765 h 1526"/>
                <a:gd name="T8" fmla="*/ 871 w 2125"/>
                <a:gd name="T9" fmla="*/ 879 h 1526"/>
                <a:gd name="T10" fmla="*/ 751 w 2125"/>
                <a:gd name="T11" fmla="*/ 993 h 1526"/>
                <a:gd name="T12" fmla="*/ 621 w 2125"/>
                <a:gd name="T13" fmla="*/ 1097 h 1526"/>
                <a:gd name="T14" fmla="*/ 487 w 2125"/>
                <a:gd name="T15" fmla="*/ 1179 h 1526"/>
                <a:gd name="T16" fmla="*/ 354 w 2125"/>
                <a:gd name="T17" fmla="*/ 1230 h 1526"/>
                <a:gd name="T18" fmla="*/ 238 w 2125"/>
                <a:gd name="T19" fmla="*/ 1240 h 1526"/>
                <a:gd name="T20" fmla="*/ 151 w 2125"/>
                <a:gd name="T21" fmla="*/ 1216 h 1526"/>
                <a:gd name="T22" fmla="*/ 285 w 2125"/>
                <a:gd name="T23" fmla="*/ 1313 h 1526"/>
                <a:gd name="T24" fmla="*/ 444 w 2125"/>
                <a:gd name="T25" fmla="*/ 1366 h 1526"/>
                <a:gd name="T26" fmla="*/ 623 w 2125"/>
                <a:gd name="T27" fmla="*/ 1373 h 1526"/>
                <a:gd name="T28" fmla="*/ 801 w 2125"/>
                <a:gd name="T29" fmla="*/ 1344 h 1526"/>
                <a:gd name="T30" fmla="*/ 978 w 2125"/>
                <a:gd name="T31" fmla="*/ 1289 h 1526"/>
                <a:gd name="T32" fmla="*/ 1147 w 2125"/>
                <a:gd name="T33" fmla="*/ 1216 h 1526"/>
                <a:gd name="T34" fmla="*/ 1300 w 2125"/>
                <a:gd name="T35" fmla="*/ 1136 h 1526"/>
                <a:gd name="T36" fmla="*/ 1429 w 2125"/>
                <a:gd name="T37" fmla="*/ 1058 h 1526"/>
                <a:gd name="T38" fmla="*/ 1529 w 2125"/>
                <a:gd name="T39" fmla="*/ 991 h 1526"/>
                <a:gd name="T40" fmla="*/ 1628 w 2125"/>
                <a:gd name="T41" fmla="*/ 919 h 1526"/>
                <a:gd name="T42" fmla="*/ 1979 w 2125"/>
                <a:gd name="T43" fmla="*/ 0 h 1526"/>
                <a:gd name="T44" fmla="*/ 2059 w 2125"/>
                <a:gd name="T45" fmla="*/ 26 h 1526"/>
                <a:gd name="T46" fmla="*/ 2112 w 2125"/>
                <a:gd name="T47" fmla="*/ 92 h 1526"/>
                <a:gd name="T48" fmla="*/ 2123 w 2125"/>
                <a:gd name="T49" fmla="*/ 175 h 1526"/>
                <a:gd name="T50" fmla="*/ 1948 w 2125"/>
                <a:gd name="T51" fmla="*/ 1183 h 1526"/>
                <a:gd name="T52" fmla="*/ 1889 w 2125"/>
                <a:gd name="T53" fmla="*/ 1239 h 1526"/>
                <a:gd name="T54" fmla="*/ 1817 w 2125"/>
                <a:gd name="T55" fmla="*/ 1256 h 1526"/>
                <a:gd name="T56" fmla="*/ 1748 w 2125"/>
                <a:gd name="T57" fmla="*/ 1241 h 1526"/>
                <a:gd name="T58" fmla="*/ 1614 w 2125"/>
                <a:gd name="T59" fmla="*/ 1116 h 1526"/>
                <a:gd name="T60" fmla="*/ 1472 w 2125"/>
                <a:gd name="T61" fmla="*/ 1209 h 1526"/>
                <a:gd name="T62" fmla="*/ 1295 w 2125"/>
                <a:gd name="T63" fmla="*/ 1310 h 1526"/>
                <a:gd name="T64" fmla="*/ 1091 w 2125"/>
                <a:gd name="T65" fmla="*/ 1407 h 1526"/>
                <a:gd name="T66" fmla="*/ 869 w 2125"/>
                <a:gd name="T67" fmla="*/ 1483 h 1526"/>
                <a:gd name="T68" fmla="*/ 640 w 2125"/>
                <a:gd name="T69" fmla="*/ 1523 h 1526"/>
                <a:gd name="T70" fmla="*/ 430 w 2125"/>
                <a:gd name="T71" fmla="*/ 1515 h 1526"/>
                <a:gd name="T72" fmla="*/ 249 w 2125"/>
                <a:gd name="T73" fmla="*/ 1462 h 1526"/>
                <a:gd name="T74" fmla="*/ 91 w 2125"/>
                <a:gd name="T75" fmla="*/ 1365 h 1526"/>
                <a:gd name="T76" fmla="*/ 14 w 2125"/>
                <a:gd name="T77" fmla="*/ 1278 h 1526"/>
                <a:gd name="T78" fmla="*/ 0 w 2125"/>
                <a:gd name="T79" fmla="*/ 1203 h 1526"/>
                <a:gd name="T80" fmla="*/ 28 w 2125"/>
                <a:gd name="T81" fmla="*/ 1129 h 1526"/>
                <a:gd name="T82" fmla="*/ 87 w 2125"/>
                <a:gd name="T83" fmla="*/ 1081 h 1526"/>
                <a:gd name="T84" fmla="*/ 165 w 2125"/>
                <a:gd name="T85" fmla="*/ 1066 h 1526"/>
                <a:gd name="T86" fmla="*/ 232 w 2125"/>
                <a:gd name="T87" fmla="*/ 1086 h 1526"/>
                <a:gd name="T88" fmla="*/ 302 w 2125"/>
                <a:gd name="T89" fmla="*/ 1088 h 1526"/>
                <a:gd name="T90" fmla="*/ 411 w 2125"/>
                <a:gd name="T91" fmla="*/ 1050 h 1526"/>
                <a:gd name="T92" fmla="*/ 533 w 2125"/>
                <a:gd name="T93" fmla="*/ 975 h 1526"/>
                <a:gd name="T94" fmla="*/ 663 w 2125"/>
                <a:gd name="T95" fmla="*/ 869 h 1526"/>
                <a:gd name="T96" fmla="*/ 794 w 2125"/>
                <a:gd name="T97" fmla="*/ 744 h 1526"/>
                <a:gd name="T98" fmla="*/ 921 w 2125"/>
                <a:gd name="T99" fmla="*/ 603 h 1526"/>
                <a:gd name="T100" fmla="*/ 904 w 2125"/>
                <a:gd name="T101" fmla="*/ 412 h 1526"/>
                <a:gd name="T102" fmla="*/ 864 w 2125"/>
                <a:gd name="T103" fmla="*/ 341 h 1526"/>
                <a:gd name="T104" fmla="*/ 867 w 2125"/>
                <a:gd name="T105" fmla="*/ 259 h 1526"/>
                <a:gd name="T106" fmla="*/ 912 w 2125"/>
                <a:gd name="T107" fmla="*/ 191 h 1526"/>
                <a:gd name="T108" fmla="*/ 987 w 2125"/>
                <a:gd name="T109" fmla="*/ 157 h 1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125" h="1526">
                  <a:moveTo>
                    <a:pt x="1973" y="151"/>
                  </a:moveTo>
                  <a:lnTo>
                    <a:pt x="1012" y="306"/>
                  </a:lnTo>
                  <a:lnTo>
                    <a:pt x="1200" y="494"/>
                  </a:lnTo>
                  <a:lnTo>
                    <a:pt x="1161" y="546"/>
                  </a:lnTo>
                  <a:lnTo>
                    <a:pt x="1149" y="563"/>
                  </a:lnTo>
                  <a:lnTo>
                    <a:pt x="1133" y="582"/>
                  </a:lnTo>
                  <a:lnTo>
                    <a:pt x="1114" y="606"/>
                  </a:lnTo>
                  <a:lnTo>
                    <a:pt x="1092" y="633"/>
                  </a:lnTo>
                  <a:lnTo>
                    <a:pt x="1068" y="663"/>
                  </a:lnTo>
                  <a:lnTo>
                    <a:pt x="1041" y="695"/>
                  </a:lnTo>
                  <a:lnTo>
                    <a:pt x="1011" y="729"/>
                  </a:lnTo>
                  <a:lnTo>
                    <a:pt x="979" y="765"/>
                  </a:lnTo>
                  <a:lnTo>
                    <a:pt x="945" y="803"/>
                  </a:lnTo>
                  <a:lnTo>
                    <a:pt x="909" y="840"/>
                  </a:lnTo>
                  <a:lnTo>
                    <a:pt x="871" y="879"/>
                  </a:lnTo>
                  <a:lnTo>
                    <a:pt x="833" y="917"/>
                  </a:lnTo>
                  <a:lnTo>
                    <a:pt x="792" y="956"/>
                  </a:lnTo>
                  <a:lnTo>
                    <a:pt x="751" y="993"/>
                  </a:lnTo>
                  <a:lnTo>
                    <a:pt x="708" y="1030"/>
                  </a:lnTo>
                  <a:lnTo>
                    <a:pt x="665" y="1064"/>
                  </a:lnTo>
                  <a:lnTo>
                    <a:pt x="621" y="1097"/>
                  </a:lnTo>
                  <a:lnTo>
                    <a:pt x="576" y="1127"/>
                  </a:lnTo>
                  <a:lnTo>
                    <a:pt x="531" y="1155"/>
                  </a:lnTo>
                  <a:lnTo>
                    <a:pt x="487" y="1179"/>
                  </a:lnTo>
                  <a:lnTo>
                    <a:pt x="442" y="1200"/>
                  </a:lnTo>
                  <a:lnTo>
                    <a:pt x="398" y="1218"/>
                  </a:lnTo>
                  <a:lnTo>
                    <a:pt x="354" y="1230"/>
                  </a:lnTo>
                  <a:lnTo>
                    <a:pt x="311" y="1239"/>
                  </a:lnTo>
                  <a:lnTo>
                    <a:pt x="269" y="1241"/>
                  </a:lnTo>
                  <a:lnTo>
                    <a:pt x="238" y="1240"/>
                  </a:lnTo>
                  <a:lnTo>
                    <a:pt x="208" y="1235"/>
                  </a:lnTo>
                  <a:lnTo>
                    <a:pt x="179" y="1227"/>
                  </a:lnTo>
                  <a:lnTo>
                    <a:pt x="151" y="1216"/>
                  </a:lnTo>
                  <a:lnTo>
                    <a:pt x="193" y="1253"/>
                  </a:lnTo>
                  <a:lnTo>
                    <a:pt x="237" y="1285"/>
                  </a:lnTo>
                  <a:lnTo>
                    <a:pt x="285" y="1313"/>
                  </a:lnTo>
                  <a:lnTo>
                    <a:pt x="335" y="1335"/>
                  </a:lnTo>
                  <a:lnTo>
                    <a:pt x="388" y="1353"/>
                  </a:lnTo>
                  <a:lnTo>
                    <a:pt x="444" y="1366"/>
                  </a:lnTo>
                  <a:lnTo>
                    <a:pt x="503" y="1373"/>
                  </a:lnTo>
                  <a:lnTo>
                    <a:pt x="564" y="1375"/>
                  </a:lnTo>
                  <a:lnTo>
                    <a:pt x="623" y="1373"/>
                  </a:lnTo>
                  <a:lnTo>
                    <a:pt x="682" y="1367"/>
                  </a:lnTo>
                  <a:lnTo>
                    <a:pt x="742" y="1357"/>
                  </a:lnTo>
                  <a:lnTo>
                    <a:pt x="801" y="1344"/>
                  </a:lnTo>
                  <a:lnTo>
                    <a:pt x="861" y="1328"/>
                  </a:lnTo>
                  <a:lnTo>
                    <a:pt x="921" y="1309"/>
                  </a:lnTo>
                  <a:lnTo>
                    <a:pt x="978" y="1289"/>
                  </a:lnTo>
                  <a:lnTo>
                    <a:pt x="1036" y="1266"/>
                  </a:lnTo>
                  <a:lnTo>
                    <a:pt x="1092" y="1242"/>
                  </a:lnTo>
                  <a:lnTo>
                    <a:pt x="1147" y="1216"/>
                  </a:lnTo>
                  <a:lnTo>
                    <a:pt x="1199" y="1190"/>
                  </a:lnTo>
                  <a:lnTo>
                    <a:pt x="1250" y="1163"/>
                  </a:lnTo>
                  <a:lnTo>
                    <a:pt x="1300" y="1136"/>
                  </a:lnTo>
                  <a:lnTo>
                    <a:pt x="1346" y="1110"/>
                  </a:lnTo>
                  <a:lnTo>
                    <a:pt x="1389" y="1084"/>
                  </a:lnTo>
                  <a:lnTo>
                    <a:pt x="1429" y="1058"/>
                  </a:lnTo>
                  <a:lnTo>
                    <a:pt x="1466" y="1034"/>
                  </a:lnTo>
                  <a:lnTo>
                    <a:pt x="1500" y="1012"/>
                  </a:lnTo>
                  <a:lnTo>
                    <a:pt x="1529" y="991"/>
                  </a:lnTo>
                  <a:lnTo>
                    <a:pt x="1555" y="973"/>
                  </a:lnTo>
                  <a:lnTo>
                    <a:pt x="1576" y="958"/>
                  </a:lnTo>
                  <a:lnTo>
                    <a:pt x="1628" y="919"/>
                  </a:lnTo>
                  <a:lnTo>
                    <a:pt x="1817" y="1107"/>
                  </a:lnTo>
                  <a:lnTo>
                    <a:pt x="1973" y="151"/>
                  </a:lnTo>
                  <a:close/>
                  <a:moveTo>
                    <a:pt x="1979" y="0"/>
                  </a:moveTo>
                  <a:lnTo>
                    <a:pt x="2007" y="4"/>
                  </a:lnTo>
                  <a:lnTo>
                    <a:pt x="2035" y="13"/>
                  </a:lnTo>
                  <a:lnTo>
                    <a:pt x="2059" y="26"/>
                  </a:lnTo>
                  <a:lnTo>
                    <a:pt x="2081" y="45"/>
                  </a:lnTo>
                  <a:lnTo>
                    <a:pt x="2099" y="67"/>
                  </a:lnTo>
                  <a:lnTo>
                    <a:pt x="2112" y="92"/>
                  </a:lnTo>
                  <a:lnTo>
                    <a:pt x="2120" y="119"/>
                  </a:lnTo>
                  <a:lnTo>
                    <a:pt x="2125" y="147"/>
                  </a:lnTo>
                  <a:lnTo>
                    <a:pt x="2123" y="175"/>
                  </a:lnTo>
                  <a:lnTo>
                    <a:pt x="1967" y="1131"/>
                  </a:lnTo>
                  <a:lnTo>
                    <a:pt x="1959" y="1158"/>
                  </a:lnTo>
                  <a:lnTo>
                    <a:pt x="1948" y="1183"/>
                  </a:lnTo>
                  <a:lnTo>
                    <a:pt x="1932" y="1204"/>
                  </a:lnTo>
                  <a:lnTo>
                    <a:pt x="1912" y="1223"/>
                  </a:lnTo>
                  <a:lnTo>
                    <a:pt x="1889" y="1239"/>
                  </a:lnTo>
                  <a:lnTo>
                    <a:pt x="1864" y="1249"/>
                  </a:lnTo>
                  <a:lnTo>
                    <a:pt x="1841" y="1255"/>
                  </a:lnTo>
                  <a:lnTo>
                    <a:pt x="1817" y="1256"/>
                  </a:lnTo>
                  <a:lnTo>
                    <a:pt x="1793" y="1255"/>
                  </a:lnTo>
                  <a:lnTo>
                    <a:pt x="1770" y="1249"/>
                  </a:lnTo>
                  <a:lnTo>
                    <a:pt x="1748" y="1241"/>
                  </a:lnTo>
                  <a:lnTo>
                    <a:pt x="1728" y="1228"/>
                  </a:lnTo>
                  <a:lnTo>
                    <a:pt x="1710" y="1213"/>
                  </a:lnTo>
                  <a:lnTo>
                    <a:pt x="1614" y="1116"/>
                  </a:lnTo>
                  <a:lnTo>
                    <a:pt x="1571" y="1145"/>
                  </a:lnTo>
                  <a:lnTo>
                    <a:pt x="1524" y="1176"/>
                  </a:lnTo>
                  <a:lnTo>
                    <a:pt x="1472" y="1209"/>
                  </a:lnTo>
                  <a:lnTo>
                    <a:pt x="1417" y="1243"/>
                  </a:lnTo>
                  <a:lnTo>
                    <a:pt x="1358" y="1277"/>
                  </a:lnTo>
                  <a:lnTo>
                    <a:pt x="1295" y="1310"/>
                  </a:lnTo>
                  <a:lnTo>
                    <a:pt x="1230" y="1344"/>
                  </a:lnTo>
                  <a:lnTo>
                    <a:pt x="1161" y="1376"/>
                  </a:lnTo>
                  <a:lnTo>
                    <a:pt x="1091" y="1407"/>
                  </a:lnTo>
                  <a:lnTo>
                    <a:pt x="1018" y="1435"/>
                  </a:lnTo>
                  <a:lnTo>
                    <a:pt x="945" y="1460"/>
                  </a:lnTo>
                  <a:lnTo>
                    <a:pt x="869" y="1483"/>
                  </a:lnTo>
                  <a:lnTo>
                    <a:pt x="793" y="1501"/>
                  </a:lnTo>
                  <a:lnTo>
                    <a:pt x="717" y="1514"/>
                  </a:lnTo>
                  <a:lnTo>
                    <a:pt x="640" y="1523"/>
                  </a:lnTo>
                  <a:lnTo>
                    <a:pt x="564" y="1526"/>
                  </a:lnTo>
                  <a:lnTo>
                    <a:pt x="496" y="1524"/>
                  </a:lnTo>
                  <a:lnTo>
                    <a:pt x="430" y="1515"/>
                  </a:lnTo>
                  <a:lnTo>
                    <a:pt x="367" y="1503"/>
                  </a:lnTo>
                  <a:lnTo>
                    <a:pt x="306" y="1485"/>
                  </a:lnTo>
                  <a:lnTo>
                    <a:pt x="249" y="1462"/>
                  </a:lnTo>
                  <a:lnTo>
                    <a:pt x="193" y="1435"/>
                  </a:lnTo>
                  <a:lnTo>
                    <a:pt x="141" y="1402"/>
                  </a:lnTo>
                  <a:lnTo>
                    <a:pt x="91" y="1365"/>
                  </a:lnTo>
                  <a:lnTo>
                    <a:pt x="44" y="1322"/>
                  </a:lnTo>
                  <a:lnTo>
                    <a:pt x="27" y="1301"/>
                  </a:lnTo>
                  <a:lnTo>
                    <a:pt x="14" y="1278"/>
                  </a:lnTo>
                  <a:lnTo>
                    <a:pt x="5" y="1254"/>
                  </a:lnTo>
                  <a:lnTo>
                    <a:pt x="0" y="1229"/>
                  </a:lnTo>
                  <a:lnTo>
                    <a:pt x="0" y="1203"/>
                  </a:lnTo>
                  <a:lnTo>
                    <a:pt x="5" y="1177"/>
                  </a:lnTo>
                  <a:lnTo>
                    <a:pt x="14" y="1152"/>
                  </a:lnTo>
                  <a:lnTo>
                    <a:pt x="28" y="1129"/>
                  </a:lnTo>
                  <a:lnTo>
                    <a:pt x="44" y="1110"/>
                  </a:lnTo>
                  <a:lnTo>
                    <a:pt x="65" y="1093"/>
                  </a:lnTo>
                  <a:lnTo>
                    <a:pt x="87" y="1081"/>
                  </a:lnTo>
                  <a:lnTo>
                    <a:pt x="112" y="1071"/>
                  </a:lnTo>
                  <a:lnTo>
                    <a:pt x="138" y="1067"/>
                  </a:lnTo>
                  <a:lnTo>
                    <a:pt x="165" y="1066"/>
                  </a:lnTo>
                  <a:lnTo>
                    <a:pt x="190" y="1070"/>
                  </a:lnTo>
                  <a:lnTo>
                    <a:pt x="215" y="1080"/>
                  </a:lnTo>
                  <a:lnTo>
                    <a:pt x="232" y="1086"/>
                  </a:lnTo>
                  <a:lnTo>
                    <a:pt x="250" y="1089"/>
                  </a:lnTo>
                  <a:lnTo>
                    <a:pt x="269" y="1090"/>
                  </a:lnTo>
                  <a:lnTo>
                    <a:pt x="302" y="1088"/>
                  </a:lnTo>
                  <a:lnTo>
                    <a:pt x="336" y="1080"/>
                  </a:lnTo>
                  <a:lnTo>
                    <a:pt x="372" y="1067"/>
                  </a:lnTo>
                  <a:lnTo>
                    <a:pt x="411" y="1050"/>
                  </a:lnTo>
                  <a:lnTo>
                    <a:pt x="451" y="1029"/>
                  </a:lnTo>
                  <a:lnTo>
                    <a:pt x="491" y="1004"/>
                  </a:lnTo>
                  <a:lnTo>
                    <a:pt x="533" y="975"/>
                  </a:lnTo>
                  <a:lnTo>
                    <a:pt x="576" y="942"/>
                  </a:lnTo>
                  <a:lnTo>
                    <a:pt x="619" y="908"/>
                  </a:lnTo>
                  <a:lnTo>
                    <a:pt x="663" y="869"/>
                  </a:lnTo>
                  <a:lnTo>
                    <a:pt x="707" y="830"/>
                  </a:lnTo>
                  <a:lnTo>
                    <a:pt x="750" y="787"/>
                  </a:lnTo>
                  <a:lnTo>
                    <a:pt x="794" y="744"/>
                  </a:lnTo>
                  <a:lnTo>
                    <a:pt x="837" y="698"/>
                  </a:lnTo>
                  <a:lnTo>
                    <a:pt x="879" y="651"/>
                  </a:lnTo>
                  <a:lnTo>
                    <a:pt x="921" y="603"/>
                  </a:lnTo>
                  <a:lnTo>
                    <a:pt x="960" y="555"/>
                  </a:lnTo>
                  <a:lnTo>
                    <a:pt x="1000" y="508"/>
                  </a:lnTo>
                  <a:lnTo>
                    <a:pt x="904" y="412"/>
                  </a:lnTo>
                  <a:lnTo>
                    <a:pt x="886" y="391"/>
                  </a:lnTo>
                  <a:lnTo>
                    <a:pt x="873" y="367"/>
                  </a:lnTo>
                  <a:lnTo>
                    <a:pt x="864" y="341"/>
                  </a:lnTo>
                  <a:lnTo>
                    <a:pt x="860" y="314"/>
                  </a:lnTo>
                  <a:lnTo>
                    <a:pt x="861" y="287"/>
                  </a:lnTo>
                  <a:lnTo>
                    <a:pt x="867" y="259"/>
                  </a:lnTo>
                  <a:lnTo>
                    <a:pt x="878" y="234"/>
                  </a:lnTo>
                  <a:lnTo>
                    <a:pt x="893" y="211"/>
                  </a:lnTo>
                  <a:lnTo>
                    <a:pt x="912" y="191"/>
                  </a:lnTo>
                  <a:lnTo>
                    <a:pt x="934" y="176"/>
                  </a:lnTo>
                  <a:lnTo>
                    <a:pt x="959" y="164"/>
                  </a:lnTo>
                  <a:lnTo>
                    <a:pt x="987" y="157"/>
                  </a:lnTo>
                  <a:lnTo>
                    <a:pt x="1949" y="2"/>
                  </a:lnTo>
                  <a:lnTo>
                    <a:pt x="197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53" name="Group 192"/>
          <p:cNvGrpSpPr>
            <a:grpSpLocks noChangeAspect="1"/>
          </p:cNvGrpSpPr>
          <p:nvPr/>
        </p:nvGrpSpPr>
        <p:grpSpPr bwMode="auto">
          <a:xfrm>
            <a:off x="3717297" y="2355533"/>
            <a:ext cx="436865" cy="313500"/>
            <a:chOff x="4283" y="2577"/>
            <a:chExt cx="3134" cy="2249"/>
          </a:xfrm>
          <a:solidFill>
            <a:schemeClr val="bg1"/>
          </a:solidFill>
        </p:grpSpPr>
        <p:sp>
          <p:nvSpPr>
            <p:cNvPr id="54" name="Freeform 194"/>
            <p:cNvSpPr>
              <a:spLocks/>
            </p:cNvSpPr>
            <p:nvPr/>
          </p:nvSpPr>
          <p:spPr bwMode="auto">
            <a:xfrm>
              <a:off x="4718" y="2723"/>
              <a:ext cx="958" cy="1276"/>
            </a:xfrm>
            <a:custGeom>
              <a:avLst/>
              <a:gdLst>
                <a:gd name="T0" fmla="*/ 1134 w 1917"/>
                <a:gd name="T1" fmla="*/ 13 h 2554"/>
                <a:gd name="T2" fmla="*/ 1314 w 1917"/>
                <a:gd name="T3" fmla="*/ 74 h 2554"/>
                <a:gd name="T4" fmla="*/ 1459 w 1917"/>
                <a:gd name="T5" fmla="*/ 164 h 2554"/>
                <a:gd name="T6" fmla="*/ 1548 w 1917"/>
                <a:gd name="T7" fmla="*/ 253 h 2554"/>
                <a:gd name="T8" fmla="*/ 1586 w 1917"/>
                <a:gd name="T9" fmla="*/ 306 h 2554"/>
                <a:gd name="T10" fmla="*/ 1598 w 1917"/>
                <a:gd name="T11" fmla="*/ 312 h 2554"/>
                <a:gd name="T12" fmla="*/ 1634 w 1917"/>
                <a:gd name="T13" fmla="*/ 321 h 2554"/>
                <a:gd name="T14" fmla="*/ 1687 w 1917"/>
                <a:gd name="T15" fmla="*/ 350 h 2554"/>
                <a:gd name="T16" fmla="*/ 1750 w 1917"/>
                <a:gd name="T17" fmla="*/ 407 h 2554"/>
                <a:gd name="T18" fmla="*/ 1807 w 1917"/>
                <a:gd name="T19" fmla="*/ 500 h 2554"/>
                <a:gd name="T20" fmla="*/ 1849 w 1917"/>
                <a:gd name="T21" fmla="*/ 639 h 2554"/>
                <a:gd name="T22" fmla="*/ 1862 w 1917"/>
                <a:gd name="T23" fmla="*/ 835 h 2554"/>
                <a:gd name="T24" fmla="*/ 1835 w 1917"/>
                <a:gd name="T25" fmla="*/ 1097 h 2554"/>
                <a:gd name="T26" fmla="*/ 1822 w 1917"/>
                <a:gd name="T27" fmla="*/ 1217 h 2554"/>
                <a:gd name="T28" fmla="*/ 1872 w 1917"/>
                <a:gd name="T29" fmla="*/ 1230 h 2554"/>
                <a:gd name="T30" fmla="*/ 1908 w 1917"/>
                <a:gd name="T31" fmla="*/ 1280 h 2554"/>
                <a:gd name="T32" fmla="*/ 1915 w 1917"/>
                <a:gd name="T33" fmla="*/ 1380 h 2554"/>
                <a:gd name="T34" fmla="*/ 1883 w 1917"/>
                <a:gd name="T35" fmla="*/ 1546 h 2554"/>
                <a:gd name="T36" fmla="*/ 1816 w 1917"/>
                <a:gd name="T37" fmla="*/ 1726 h 2554"/>
                <a:gd name="T38" fmla="*/ 1757 w 1917"/>
                <a:gd name="T39" fmla="*/ 1808 h 2554"/>
                <a:gd name="T40" fmla="*/ 1710 w 1917"/>
                <a:gd name="T41" fmla="*/ 1888 h 2554"/>
                <a:gd name="T42" fmla="*/ 1632 w 1917"/>
                <a:gd name="T43" fmla="*/ 2092 h 2554"/>
                <a:gd name="T44" fmla="*/ 1497 w 1917"/>
                <a:gd name="T45" fmla="*/ 2284 h 2554"/>
                <a:gd name="T46" fmla="*/ 1312 w 1917"/>
                <a:gd name="T47" fmla="*/ 2443 h 2554"/>
                <a:gd name="T48" fmla="*/ 1096 w 1917"/>
                <a:gd name="T49" fmla="*/ 2536 h 2554"/>
                <a:gd name="T50" fmla="*/ 888 w 1917"/>
                <a:gd name="T51" fmla="*/ 2550 h 2554"/>
                <a:gd name="T52" fmla="*/ 673 w 1917"/>
                <a:gd name="T53" fmla="*/ 2485 h 2554"/>
                <a:gd name="T54" fmla="*/ 472 w 1917"/>
                <a:gd name="T55" fmla="*/ 2344 h 2554"/>
                <a:gd name="T56" fmla="*/ 322 w 1917"/>
                <a:gd name="T57" fmla="*/ 2160 h 2554"/>
                <a:gd name="T58" fmla="*/ 226 w 1917"/>
                <a:gd name="T59" fmla="*/ 1957 h 2554"/>
                <a:gd name="T60" fmla="*/ 177 w 1917"/>
                <a:gd name="T61" fmla="*/ 1822 h 2554"/>
                <a:gd name="T62" fmla="*/ 120 w 1917"/>
                <a:gd name="T63" fmla="*/ 1766 h 2554"/>
                <a:gd name="T64" fmla="*/ 57 w 1917"/>
                <a:gd name="T65" fmla="*/ 1620 h 2554"/>
                <a:gd name="T66" fmla="*/ 8 w 1917"/>
                <a:gd name="T67" fmla="*/ 1428 h 2554"/>
                <a:gd name="T68" fmla="*/ 4 w 1917"/>
                <a:gd name="T69" fmla="*/ 1308 h 2554"/>
                <a:gd name="T70" fmla="*/ 32 w 1917"/>
                <a:gd name="T71" fmla="*/ 1244 h 2554"/>
                <a:gd name="T72" fmla="*/ 78 w 1917"/>
                <a:gd name="T73" fmla="*/ 1219 h 2554"/>
                <a:gd name="T74" fmla="*/ 95 w 1917"/>
                <a:gd name="T75" fmla="*/ 1156 h 2554"/>
                <a:gd name="T76" fmla="*/ 61 w 1917"/>
                <a:gd name="T77" fmla="*/ 935 h 2554"/>
                <a:gd name="T78" fmla="*/ 80 w 1917"/>
                <a:gd name="T79" fmla="*/ 709 h 2554"/>
                <a:gd name="T80" fmla="*/ 169 w 1917"/>
                <a:gd name="T81" fmla="*/ 489 h 2554"/>
                <a:gd name="T82" fmla="*/ 306 w 1917"/>
                <a:gd name="T83" fmla="*/ 314 h 2554"/>
                <a:gd name="T84" fmla="*/ 514 w 1917"/>
                <a:gd name="T85" fmla="*/ 141 h 2554"/>
                <a:gd name="T86" fmla="*/ 717 w 1917"/>
                <a:gd name="T87" fmla="*/ 38 h 2554"/>
                <a:gd name="T88" fmla="*/ 902 w 1917"/>
                <a:gd name="T89" fmla="*/ 4 h 2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17" h="2554">
                  <a:moveTo>
                    <a:pt x="983" y="0"/>
                  </a:moveTo>
                  <a:lnTo>
                    <a:pt x="1061" y="4"/>
                  </a:lnTo>
                  <a:lnTo>
                    <a:pt x="1134" y="13"/>
                  </a:lnTo>
                  <a:lnTo>
                    <a:pt x="1198" y="29"/>
                  </a:lnTo>
                  <a:lnTo>
                    <a:pt x="1259" y="49"/>
                  </a:lnTo>
                  <a:lnTo>
                    <a:pt x="1314" y="74"/>
                  </a:lnTo>
                  <a:lnTo>
                    <a:pt x="1364" y="101"/>
                  </a:lnTo>
                  <a:lnTo>
                    <a:pt x="1415" y="131"/>
                  </a:lnTo>
                  <a:lnTo>
                    <a:pt x="1459" y="164"/>
                  </a:lnTo>
                  <a:lnTo>
                    <a:pt x="1495" y="196"/>
                  </a:lnTo>
                  <a:lnTo>
                    <a:pt x="1525" y="224"/>
                  </a:lnTo>
                  <a:lnTo>
                    <a:pt x="1548" y="253"/>
                  </a:lnTo>
                  <a:lnTo>
                    <a:pt x="1567" y="276"/>
                  </a:lnTo>
                  <a:lnTo>
                    <a:pt x="1579" y="295"/>
                  </a:lnTo>
                  <a:lnTo>
                    <a:pt x="1586" y="306"/>
                  </a:lnTo>
                  <a:lnTo>
                    <a:pt x="1588" y="310"/>
                  </a:lnTo>
                  <a:lnTo>
                    <a:pt x="1590" y="310"/>
                  </a:lnTo>
                  <a:lnTo>
                    <a:pt x="1598" y="312"/>
                  </a:lnTo>
                  <a:lnTo>
                    <a:pt x="1605" y="314"/>
                  </a:lnTo>
                  <a:lnTo>
                    <a:pt x="1619" y="316"/>
                  </a:lnTo>
                  <a:lnTo>
                    <a:pt x="1634" y="321"/>
                  </a:lnTo>
                  <a:lnTo>
                    <a:pt x="1649" y="329"/>
                  </a:lnTo>
                  <a:lnTo>
                    <a:pt x="1668" y="338"/>
                  </a:lnTo>
                  <a:lnTo>
                    <a:pt x="1687" y="350"/>
                  </a:lnTo>
                  <a:lnTo>
                    <a:pt x="1708" y="365"/>
                  </a:lnTo>
                  <a:lnTo>
                    <a:pt x="1729" y="384"/>
                  </a:lnTo>
                  <a:lnTo>
                    <a:pt x="1750" y="407"/>
                  </a:lnTo>
                  <a:lnTo>
                    <a:pt x="1771" y="432"/>
                  </a:lnTo>
                  <a:lnTo>
                    <a:pt x="1790" y="464"/>
                  </a:lnTo>
                  <a:lnTo>
                    <a:pt x="1807" y="500"/>
                  </a:lnTo>
                  <a:lnTo>
                    <a:pt x="1824" y="540"/>
                  </a:lnTo>
                  <a:lnTo>
                    <a:pt x="1837" y="588"/>
                  </a:lnTo>
                  <a:lnTo>
                    <a:pt x="1849" y="639"/>
                  </a:lnTo>
                  <a:lnTo>
                    <a:pt x="1856" y="698"/>
                  </a:lnTo>
                  <a:lnTo>
                    <a:pt x="1862" y="762"/>
                  </a:lnTo>
                  <a:lnTo>
                    <a:pt x="1862" y="835"/>
                  </a:lnTo>
                  <a:lnTo>
                    <a:pt x="1858" y="915"/>
                  </a:lnTo>
                  <a:lnTo>
                    <a:pt x="1851" y="1002"/>
                  </a:lnTo>
                  <a:lnTo>
                    <a:pt x="1835" y="1097"/>
                  </a:lnTo>
                  <a:lnTo>
                    <a:pt x="1822" y="1156"/>
                  </a:lnTo>
                  <a:lnTo>
                    <a:pt x="1805" y="1217"/>
                  </a:lnTo>
                  <a:lnTo>
                    <a:pt x="1822" y="1217"/>
                  </a:lnTo>
                  <a:lnTo>
                    <a:pt x="1839" y="1217"/>
                  </a:lnTo>
                  <a:lnTo>
                    <a:pt x="1856" y="1223"/>
                  </a:lnTo>
                  <a:lnTo>
                    <a:pt x="1872" y="1230"/>
                  </a:lnTo>
                  <a:lnTo>
                    <a:pt x="1885" y="1242"/>
                  </a:lnTo>
                  <a:lnTo>
                    <a:pt x="1898" y="1259"/>
                  </a:lnTo>
                  <a:lnTo>
                    <a:pt x="1908" y="1280"/>
                  </a:lnTo>
                  <a:lnTo>
                    <a:pt x="1913" y="1306"/>
                  </a:lnTo>
                  <a:lnTo>
                    <a:pt x="1917" y="1340"/>
                  </a:lnTo>
                  <a:lnTo>
                    <a:pt x="1915" y="1380"/>
                  </a:lnTo>
                  <a:lnTo>
                    <a:pt x="1910" y="1428"/>
                  </a:lnTo>
                  <a:lnTo>
                    <a:pt x="1900" y="1483"/>
                  </a:lnTo>
                  <a:lnTo>
                    <a:pt x="1883" y="1546"/>
                  </a:lnTo>
                  <a:lnTo>
                    <a:pt x="1860" y="1620"/>
                  </a:lnTo>
                  <a:lnTo>
                    <a:pt x="1839" y="1679"/>
                  </a:lnTo>
                  <a:lnTo>
                    <a:pt x="1816" y="1726"/>
                  </a:lnTo>
                  <a:lnTo>
                    <a:pt x="1795" y="1765"/>
                  </a:lnTo>
                  <a:lnTo>
                    <a:pt x="1776" y="1791"/>
                  </a:lnTo>
                  <a:lnTo>
                    <a:pt x="1757" y="1808"/>
                  </a:lnTo>
                  <a:lnTo>
                    <a:pt x="1740" y="1820"/>
                  </a:lnTo>
                  <a:lnTo>
                    <a:pt x="1723" y="1823"/>
                  </a:lnTo>
                  <a:lnTo>
                    <a:pt x="1710" y="1888"/>
                  </a:lnTo>
                  <a:lnTo>
                    <a:pt x="1691" y="1957"/>
                  </a:lnTo>
                  <a:lnTo>
                    <a:pt x="1664" y="2023"/>
                  </a:lnTo>
                  <a:lnTo>
                    <a:pt x="1632" y="2092"/>
                  </a:lnTo>
                  <a:lnTo>
                    <a:pt x="1592" y="2158"/>
                  </a:lnTo>
                  <a:lnTo>
                    <a:pt x="1548" y="2223"/>
                  </a:lnTo>
                  <a:lnTo>
                    <a:pt x="1497" y="2284"/>
                  </a:lnTo>
                  <a:lnTo>
                    <a:pt x="1440" y="2343"/>
                  </a:lnTo>
                  <a:lnTo>
                    <a:pt x="1379" y="2396"/>
                  </a:lnTo>
                  <a:lnTo>
                    <a:pt x="1312" y="2443"/>
                  </a:lnTo>
                  <a:lnTo>
                    <a:pt x="1240" y="2483"/>
                  </a:lnTo>
                  <a:lnTo>
                    <a:pt x="1162" y="2517"/>
                  </a:lnTo>
                  <a:lnTo>
                    <a:pt x="1096" y="2536"/>
                  </a:lnTo>
                  <a:lnTo>
                    <a:pt x="1027" y="2550"/>
                  </a:lnTo>
                  <a:lnTo>
                    <a:pt x="957" y="2554"/>
                  </a:lnTo>
                  <a:lnTo>
                    <a:pt x="888" y="2550"/>
                  </a:lnTo>
                  <a:lnTo>
                    <a:pt x="820" y="2536"/>
                  </a:lnTo>
                  <a:lnTo>
                    <a:pt x="753" y="2517"/>
                  </a:lnTo>
                  <a:lnTo>
                    <a:pt x="673" y="2485"/>
                  </a:lnTo>
                  <a:lnTo>
                    <a:pt x="601" y="2445"/>
                  </a:lnTo>
                  <a:lnTo>
                    <a:pt x="535" y="2398"/>
                  </a:lnTo>
                  <a:lnTo>
                    <a:pt x="472" y="2344"/>
                  </a:lnTo>
                  <a:lnTo>
                    <a:pt x="417" y="2285"/>
                  </a:lnTo>
                  <a:lnTo>
                    <a:pt x="365" y="2225"/>
                  </a:lnTo>
                  <a:lnTo>
                    <a:pt x="322" y="2160"/>
                  </a:lnTo>
                  <a:lnTo>
                    <a:pt x="284" y="2093"/>
                  </a:lnTo>
                  <a:lnTo>
                    <a:pt x="251" y="2025"/>
                  </a:lnTo>
                  <a:lnTo>
                    <a:pt x="226" y="1957"/>
                  </a:lnTo>
                  <a:lnTo>
                    <a:pt x="206" y="1890"/>
                  </a:lnTo>
                  <a:lnTo>
                    <a:pt x="192" y="1825"/>
                  </a:lnTo>
                  <a:lnTo>
                    <a:pt x="177" y="1822"/>
                  </a:lnTo>
                  <a:lnTo>
                    <a:pt x="158" y="1810"/>
                  </a:lnTo>
                  <a:lnTo>
                    <a:pt x="139" y="1793"/>
                  </a:lnTo>
                  <a:lnTo>
                    <a:pt x="120" y="1766"/>
                  </a:lnTo>
                  <a:lnTo>
                    <a:pt x="99" y="1728"/>
                  </a:lnTo>
                  <a:lnTo>
                    <a:pt x="78" y="1681"/>
                  </a:lnTo>
                  <a:lnTo>
                    <a:pt x="57" y="1620"/>
                  </a:lnTo>
                  <a:lnTo>
                    <a:pt x="34" y="1546"/>
                  </a:lnTo>
                  <a:lnTo>
                    <a:pt x="17" y="1483"/>
                  </a:lnTo>
                  <a:lnTo>
                    <a:pt x="8" y="1428"/>
                  </a:lnTo>
                  <a:lnTo>
                    <a:pt x="2" y="1380"/>
                  </a:lnTo>
                  <a:lnTo>
                    <a:pt x="0" y="1340"/>
                  </a:lnTo>
                  <a:lnTo>
                    <a:pt x="4" y="1308"/>
                  </a:lnTo>
                  <a:lnTo>
                    <a:pt x="10" y="1280"/>
                  </a:lnTo>
                  <a:lnTo>
                    <a:pt x="19" y="1259"/>
                  </a:lnTo>
                  <a:lnTo>
                    <a:pt x="32" y="1244"/>
                  </a:lnTo>
                  <a:lnTo>
                    <a:pt x="46" y="1230"/>
                  </a:lnTo>
                  <a:lnTo>
                    <a:pt x="63" y="1223"/>
                  </a:lnTo>
                  <a:lnTo>
                    <a:pt x="78" y="1219"/>
                  </a:lnTo>
                  <a:lnTo>
                    <a:pt x="95" y="1217"/>
                  </a:lnTo>
                  <a:lnTo>
                    <a:pt x="114" y="1217"/>
                  </a:lnTo>
                  <a:lnTo>
                    <a:pt x="95" y="1156"/>
                  </a:lnTo>
                  <a:lnTo>
                    <a:pt x="82" y="1097"/>
                  </a:lnTo>
                  <a:lnTo>
                    <a:pt x="69" y="1015"/>
                  </a:lnTo>
                  <a:lnTo>
                    <a:pt x="61" y="935"/>
                  </a:lnTo>
                  <a:lnTo>
                    <a:pt x="59" y="859"/>
                  </a:lnTo>
                  <a:lnTo>
                    <a:pt x="65" y="783"/>
                  </a:lnTo>
                  <a:lnTo>
                    <a:pt x="80" y="709"/>
                  </a:lnTo>
                  <a:lnTo>
                    <a:pt x="103" y="631"/>
                  </a:lnTo>
                  <a:lnTo>
                    <a:pt x="133" y="557"/>
                  </a:lnTo>
                  <a:lnTo>
                    <a:pt x="169" y="489"/>
                  </a:lnTo>
                  <a:lnTo>
                    <a:pt x="211" y="426"/>
                  </a:lnTo>
                  <a:lnTo>
                    <a:pt x="257" y="367"/>
                  </a:lnTo>
                  <a:lnTo>
                    <a:pt x="306" y="314"/>
                  </a:lnTo>
                  <a:lnTo>
                    <a:pt x="371" y="251"/>
                  </a:lnTo>
                  <a:lnTo>
                    <a:pt x="441" y="192"/>
                  </a:lnTo>
                  <a:lnTo>
                    <a:pt x="514" y="141"/>
                  </a:lnTo>
                  <a:lnTo>
                    <a:pt x="576" y="101"/>
                  </a:lnTo>
                  <a:lnTo>
                    <a:pt x="645" y="67"/>
                  </a:lnTo>
                  <a:lnTo>
                    <a:pt x="717" y="38"/>
                  </a:lnTo>
                  <a:lnTo>
                    <a:pt x="776" y="21"/>
                  </a:lnTo>
                  <a:lnTo>
                    <a:pt x="837" y="10"/>
                  </a:lnTo>
                  <a:lnTo>
                    <a:pt x="902" y="4"/>
                  </a:lnTo>
                  <a:lnTo>
                    <a:pt x="98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5" name="Freeform 195"/>
            <p:cNvSpPr>
              <a:spLocks/>
            </p:cNvSpPr>
            <p:nvPr/>
          </p:nvSpPr>
          <p:spPr bwMode="auto">
            <a:xfrm>
              <a:off x="4283" y="3981"/>
              <a:ext cx="1831" cy="845"/>
            </a:xfrm>
            <a:custGeom>
              <a:avLst/>
              <a:gdLst>
                <a:gd name="T0" fmla="*/ 1531 w 3661"/>
                <a:gd name="T1" fmla="*/ 1090 h 1691"/>
                <a:gd name="T2" fmla="*/ 1733 w 3661"/>
                <a:gd name="T3" fmla="*/ 801 h 1691"/>
                <a:gd name="T4" fmla="*/ 1653 w 3661"/>
                <a:gd name="T5" fmla="*/ 677 h 1691"/>
                <a:gd name="T6" fmla="*/ 1607 w 3661"/>
                <a:gd name="T7" fmla="*/ 575 h 1691"/>
                <a:gd name="T8" fmla="*/ 1586 w 3661"/>
                <a:gd name="T9" fmla="*/ 493 h 1691"/>
                <a:gd name="T10" fmla="*/ 1588 w 3661"/>
                <a:gd name="T11" fmla="*/ 426 h 1691"/>
                <a:gd name="T12" fmla="*/ 1607 w 3661"/>
                <a:gd name="T13" fmla="*/ 377 h 1691"/>
                <a:gd name="T14" fmla="*/ 1639 w 3661"/>
                <a:gd name="T15" fmla="*/ 339 h 1691"/>
                <a:gd name="T16" fmla="*/ 1679 w 3661"/>
                <a:gd name="T17" fmla="*/ 314 h 1691"/>
                <a:gd name="T18" fmla="*/ 1723 w 3661"/>
                <a:gd name="T19" fmla="*/ 297 h 1691"/>
                <a:gd name="T20" fmla="*/ 1765 w 3661"/>
                <a:gd name="T21" fmla="*/ 288 h 1691"/>
                <a:gd name="T22" fmla="*/ 1801 w 3661"/>
                <a:gd name="T23" fmla="*/ 284 h 1691"/>
                <a:gd name="T24" fmla="*/ 1826 w 3661"/>
                <a:gd name="T25" fmla="*/ 282 h 1691"/>
                <a:gd name="T26" fmla="*/ 1843 w 3661"/>
                <a:gd name="T27" fmla="*/ 284 h 1691"/>
                <a:gd name="T28" fmla="*/ 1873 w 3661"/>
                <a:gd name="T29" fmla="*/ 286 h 1691"/>
                <a:gd name="T30" fmla="*/ 1913 w 3661"/>
                <a:gd name="T31" fmla="*/ 291 h 1691"/>
                <a:gd name="T32" fmla="*/ 1957 w 3661"/>
                <a:gd name="T33" fmla="*/ 305 h 1691"/>
                <a:gd name="T34" fmla="*/ 1999 w 3661"/>
                <a:gd name="T35" fmla="*/ 326 h 1691"/>
                <a:gd name="T36" fmla="*/ 2037 w 3661"/>
                <a:gd name="T37" fmla="*/ 356 h 1691"/>
                <a:gd name="T38" fmla="*/ 2063 w 3661"/>
                <a:gd name="T39" fmla="*/ 400 h 1691"/>
                <a:gd name="T40" fmla="*/ 2073 w 3661"/>
                <a:gd name="T41" fmla="*/ 457 h 1691"/>
                <a:gd name="T42" fmla="*/ 2065 w 3661"/>
                <a:gd name="T43" fmla="*/ 531 h 1691"/>
                <a:gd name="T44" fmla="*/ 2031 w 3661"/>
                <a:gd name="T45" fmla="*/ 624 h 1691"/>
                <a:gd name="T46" fmla="*/ 1968 w 3661"/>
                <a:gd name="T47" fmla="*/ 736 h 1691"/>
                <a:gd name="T48" fmla="*/ 2081 w 3661"/>
                <a:gd name="T49" fmla="*/ 1240 h 1691"/>
                <a:gd name="T50" fmla="*/ 2472 w 3661"/>
                <a:gd name="T51" fmla="*/ 0 h 1691"/>
                <a:gd name="T52" fmla="*/ 2488 w 3661"/>
                <a:gd name="T53" fmla="*/ 10 h 1691"/>
                <a:gd name="T54" fmla="*/ 2535 w 3661"/>
                <a:gd name="T55" fmla="*/ 38 h 1691"/>
                <a:gd name="T56" fmla="*/ 2613 w 3661"/>
                <a:gd name="T57" fmla="*/ 82 h 1691"/>
                <a:gd name="T58" fmla="*/ 2718 w 3661"/>
                <a:gd name="T59" fmla="*/ 137 h 1691"/>
                <a:gd name="T60" fmla="*/ 2851 w 3661"/>
                <a:gd name="T61" fmla="*/ 202 h 1691"/>
                <a:gd name="T62" fmla="*/ 3007 w 3661"/>
                <a:gd name="T63" fmla="*/ 272 h 1691"/>
                <a:gd name="T64" fmla="*/ 3187 w 3661"/>
                <a:gd name="T65" fmla="*/ 345 h 1691"/>
                <a:gd name="T66" fmla="*/ 3334 w 3661"/>
                <a:gd name="T67" fmla="*/ 413 h 1691"/>
                <a:gd name="T68" fmla="*/ 3446 w 3661"/>
                <a:gd name="T69" fmla="*/ 501 h 1691"/>
                <a:gd name="T70" fmla="*/ 3528 w 3661"/>
                <a:gd name="T71" fmla="*/ 605 h 1691"/>
                <a:gd name="T72" fmla="*/ 3585 w 3661"/>
                <a:gd name="T73" fmla="*/ 731 h 1691"/>
                <a:gd name="T74" fmla="*/ 3621 w 3661"/>
                <a:gd name="T75" fmla="*/ 875 h 1691"/>
                <a:gd name="T76" fmla="*/ 3644 w 3661"/>
                <a:gd name="T77" fmla="*/ 1044 h 1691"/>
                <a:gd name="T78" fmla="*/ 3653 w 3661"/>
                <a:gd name="T79" fmla="*/ 1234 h 1691"/>
                <a:gd name="T80" fmla="*/ 3657 w 3661"/>
                <a:gd name="T81" fmla="*/ 1449 h 1691"/>
                <a:gd name="T82" fmla="*/ 3661 w 3661"/>
                <a:gd name="T83" fmla="*/ 1691 h 1691"/>
                <a:gd name="T84" fmla="*/ 2 w 3661"/>
                <a:gd name="T85" fmla="*/ 1567 h 1691"/>
                <a:gd name="T86" fmla="*/ 4 w 3661"/>
                <a:gd name="T87" fmla="*/ 1339 h 1691"/>
                <a:gd name="T88" fmla="*/ 11 w 3661"/>
                <a:gd name="T89" fmla="*/ 1136 h 1691"/>
                <a:gd name="T90" fmla="*/ 27 w 3661"/>
                <a:gd name="T91" fmla="*/ 957 h 1691"/>
                <a:gd name="T92" fmla="*/ 55 w 3661"/>
                <a:gd name="T93" fmla="*/ 801 h 1691"/>
                <a:gd name="T94" fmla="*/ 103 w 3661"/>
                <a:gd name="T95" fmla="*/ 664 h 1691"/>
                <a:gd name="T96" fmla="*/ 171 w 3661"/>
                <a:gd name="T97" fmla="*/ 550 h 1691"/>
                <a:gd name="T98" fmla="*/ 266 w 3661"/>
                <a:gd name="T99" fmla="*/ 455 h 1691"/>
                <a:gd name="T100" fmla="*/ 396 w 3661"/>
                <a:gd name="T101" fmla="*/ 377 h 1691"/>
                <a:gd name="T102" fmla="*/ 567 w 3661"/>
                <a:gd name="T103" fmla="*/ 308 h 1691"/>
                <a:gd name="T104" fmla="*/ 736 w 3661"/>
                <a:gd name="T105" fmla="*/ 236 h 1691"/>
                <a:gd name="T106" fmla="*/ 881 w 3661"/>
                <a:gd name="T107" fmla="*/ 170 h 1691"/>
                <a:gd name="T108" fmla="*/ 998 w 3661"/>
                <a:gd name="T109" fmla="*/ 109 h 1691"/>
                <a:gd name="T110" fmla="*/ 1090 w 3661"/>
                <a:gd name="T111" fmla="*/ 59 h 1691"/>
                <a:gd name="T112" fmla="*/ 1153 w 3661"/>
                <a:gd name="T113" fmla="*/ 21 h 1691"/>
                <a:gd name="T114" fmla="*/ 1185 w 3661"/>
                <a:gd name="T115" fmla="*/ 2 h 16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661" h="1691">
                  <a:moveTo>
                    <a:pt x="1189" y="0"/>
                  </a:moveTo>
                  <a:lnTo>
                    <a:pt x="1531" y="1090"/>
                  </a:lnTo>
                  <a:lnTo>
                    <a:pt x="1579" y="1240"/>
                  </a:lnTo>
                  <a:lnTo>
                    <a:pt x="1733" y="801"/>
                  </a:lnTo>
                  <a:lnTo>
                    <a:pt x="1689" y="736"/>
                  </a:lnTo>
                  <a:lnTo>
                    <a:pt x="1653" y="677"/>
                  </a:lnTo>
                  <a:lnTo>
                    <a:pt x="1626" y="624"/>
                  </a:lnTo>
                  <a:lnTo>
                    <a:pt x="1607" y="575"/>
                  </a:lnTo>
                  <a:lnTo>
                    <a:pt x="1594" y="531"/>
                  </a:lnTo>
                  <a:lnTo>
                    <a:pt x="1586" y="493"/>
                  </a:lnTo>
                  <a:lnTo>
                    <a:pt x="1584" y="459"/>
                  </a:lnTo>
                  <a:lnTo>
                    <a:pt x="1588" y="426"/>
                  </a:lnTo>
                  <a:lnTo>
                    <a:pt x="1596" y="400"/>
                  </a:lnTo>
                  <a:lnTo>
                    <a:pt x="1607" y="377"/>
                  </a:lnTo>
                  <a:lnTo>
                    <a:pt x="1622" y="356"/>
                  </a:lnTo>
                  <a:lnTo>
                    <a:pt x="1639" y="339"/>
                  </a:lnTo>
                  <a:lnTo>
                    <a:pt x="1658" y="326"/>
                  </a:lnTo>
                  <a:lnTo>
                    <a:pt x="1679" y="314"/>
                  </a:lnTo>
                  <a:lnTo>
                    <a:pt x="1700" y="305"/>
                  </a:lnTo>
                  <a:lnTo>
                    <a:pt x="1723" y="297"/>
                  </a:lnTo>
                  <a:lnTo>
                    <a:pt x="1744" y="291"/>
                  </a:lnTo>
                  <a:lnTo>
                    <a:pt x="1765" y="288"/>
                  </a:lnTo>
                  <a:lnTo>
                    <a:pt x="1784" y="286"/>
                  </a:lnTo>
                  <a:lnTo>
                    <a:pt x="1801" y="284"/>
                  </a:lnTo>
                  <a:lnTo>
                    <a:pt x="1816" y="284"/>
                  </a:lnTo>
                  <a:lnTo>
                    <a:pt x="1826" y="282"/>
                  </a:lnTo>
                  <a:lnTo>
                    <a:pt x="1831" y="282"/>
                  </a:lnTo>
                  <a:lnTo>
                    <a:pt x="1843" y="284"/>
                  </a:lnTo>
                  <a:lnTo>
                    <a:pt x="1856" y="284"/>
                  </a:lnTo>
                  <a:lnTo>
                    <a:pt x="1873" y="286"/>
                  </a:lnTo>
                  <a:lnTo>
                    <a:pt x="1892" y="288"/>
                  </a:lnTo>
                  <a:lnTo>
                    <a:pt x="1913" y="291"/>
                  </a:lnTo>
                  <a:lnTo>
                    <a:pt x="1934" y="297"/>
                  </a:lnTo>
                  <a:lnTo>
                    <a:pt x="1957" y="305"/>
                  </a:lnTo>
                  <a:lnTo>
                    <a:pt x="1978" y="314"/>
                  </a:lnTo>
                  <a:lnTo>
                    <a:pt x="1999" y="326"/>
                  </a:lnTo>
                  <a:lnTo>
                    <a:pt x="2020" y="339"/>
                  </a:lnTo>
                  <a:lnTo>
                    <a:pt x="2037" y="356"/>
                  </a:lnTo>
                  <a:lnTo>
                    <a:pt x="2050" y="377"/>
                  </a:lnTo>
                  <a:lnTo>
                    <a:pt x="2063" y="400"/>
                  </a:lnTo>
                  <a:lnTo>
                    <a:pt x="2071" y="426"/>
                  </a:lnTo>
                  <a:lnTo>
                    <a:pt x="2073" y="457"/>
                  </a:lnTo>
                  <a:lnTo>
                    <a:pt x="2073" y="493"/>
                  </a:lnTo>
                  <a:lnTo>
                    <a:pt x="2065" y="531"/>
                  </a:lnTo>
                  <a:lnTo>
                    <a:pt x="2052" y="575"/>
                  </a:lnTo>
                  <a:lnTo>
                    <a:pt x="2031" y="624"/>
                  </a:lnTo>
                  <a:lnTo>
                    <a:pt x="2005" y="677"/>
                  </a:lnTo>
                  <a:lnTo>
                    <a:pt x="1968" y="736"/>
                  </a:lnTo>
                  <a:lnTo>
                    <a:pt x="1925" y="801"/>
                  </a:lnTo>
                  <a:lnTo>
                    <a:pt x="2081" y="1240"/>
                  </a:lnTo>
                  <a:lnTo>
                    <a:pt x="2128" y="1090"/>
                  </a:lnTo>
                  <a:lnTo>
                    <a:pt x="2472" y="0"/>
                  </a:lnTo>
                  <a:lnTo>
                    <a:pt x="2476" y="2"/>
                  </a:lnTo>
                  <a:lnTo>
                    <a:pt x="2488" y="10"/>
                  </a:lnTo>
                  <a:lnTo>
                    <a:pt x="2508" y="21"/>
                  </a:lnTo>
                  <a:lnTo>
                    <a:pt x="2535" y="38"/>
                  </a:lnTo>
                  <a:lnTo>
                    <a:pt x="2571" y="59"/>
                  </a:lnTo>
                  <a:lnTo>
                    <a:pt x="2613" y="82"/>
                  </a:lnTo>
                  <a:lnTo>
                    <a:pt x="2663" y="109"/>
                  </a:lnTo>
                  <a:lnTo>
                    <a:pt x="2718" y="137"/>
                  </a:lnTo>
                  <a:lnTo>
                    <a:pt x="2780" y="170"/>
                  </a:lnTo>
                  <a:lnTo>
                    <a:pt x="2851" y="202"/>
                  </a:lnTo>
                  <a:lnTo>
                    <a:pt x="2927" y="236"/>
                  </a:lnTo>
                  <a:lnTo>
                    <a:pt x="3007" y="272"/>
                  </a:lnTo>
                  <a:lnTo>
                    <a:pt x="3094" y="308"/>
                  </a:lnTo>
                  <a:lnTo>
                    <a:pt x="3187" y="345"/>
                  </a:lnTo>
                  <a:lnTo>
                    <a:pt x="3265" y="377"/>
                  </a:lnTo>
                  <a:lnTo>
                    <a:pt x="3334" y="413"/>
                  </a:lnTo>
                  <a:lnTo>
                    <a:pt x="3393" y="455"/>
                  </a:lnTo>
                  <a:lnTo>
                    <a:pt x="3446" y="501"/>
                  </a:lnTo>
                  <a:lnTo>
                    <a:pt x="3490" y="550"/>
                  </a:lnTo>
                  <a:lnTo>
                    <a:pt x="3528" y="605"/>
                  </a:lnTo>
                  <a:lnTo>
                    <a:pt x="3558" y="664"/>
                  </a:lnTo>
                  <a:lnTo>
                    <a:pt x="3585" y="731"/>
                  </a:lnTo>
                  <a:lnTo>
                    <a:pt x="3606" y="801"/>
                  </a:lnTo>
                  <a:lnTo>
                    <a:pt x="3621" y="875"/>
                  </a:lnTo>
                  <a:lnTo>
                    <a:pt x="3634" y="957"/>
                  </a:lnTo>
                  <a:lnTo>
                    <a:pt x="3644" y="1044"/>
                  </a:lnTo>
                  <a:lnTo>
                    <a:pt x="3650" y="1136"/>
                  </a:lnTo>
                  <a:lnTo>
                    <a:pt x="3653" y="1234"/>
                  </a:lnTo>
                  <a:lnTo>
                    <a:pt x="3657" y="1339"/>
                  </a:lnTo>
                  <a:lnTo>
                    <a:pt x="3657" y="1449"/>
                  </a:lnTo>
                  <a:lnTo>
                    <a:pt x="3659" y="1567"/>
                  </a:lnTo>
                  <a:lnTo>
                    <a:pt x="3661" y="1691"/>
                  </a:lnTo>
                  <a:lnTo>
                    <a:pt x="0" y="1691"/>
                  </a:lnTo>
                  <a:lnTo>
                    <a:pt x="2" y="1567"/>
                  </a:lnTo>
                  <a:lnTo>
                    <a:pt x="2" y="1449"/>
                  </a:lnTo>
                  <a:lnTo>
                    <a:pt x="4" y="1339"/>
                  </a:lnTo>
                  <a:lnTo>
                    <a:pt x="8" y="1234"/>
                  </a:lnTo>
                  <a:lnTo>
                    <a:pt x="11" y="1136"/>
                  </a:lnTo>
                  <a:lnTo>
                    <a:pt x="17" y="1044"/>
                  </a:lnTo>
                  <a:lnTo>
                    <a:pt x="27" y="957"/>
                  </a:lnTo>
                  <a:lnTo>
                    <a:pt x="38" y="875"/>
                  </a:lnTo>
                  <a:lnTo>
                    <a:pt x="55" y="801"/>
                  </a:lnTo>
                  <a:lnTo>
                    <a:pt x="76" y="731"/>
                  </a:lnTo>
                  <a:lnTo>
                    <a:pt x="103" y="664"/>
                  </a:lnTo>
                  <a:lnTo>
                    <a:pt x="133" y="605"/>
                  </a:lnTo>
                  <a:lnTo>
                    <a:pt x="171" y="550"/>
                  </a:lnTo>
                  <a:lnTo>
                    <a:pt x="215" y="501"/>
                  </a:lnTo>
                  <a:lnTo>
                    <a:pt x="266" y="455"/>
                  </a:lnTo>
                  <a:lnTo>
                    <a:pt x="327" y="413"/>
                  </a:lnTo>
                  <a:lnTo>
                    <a:pt x="396" y="377"/>
                  </a:lnTo>
                  <a:lnTo>
                    <a:pt x="474" y="345"/>
                  </a:lnTo>
                  <a:lnTo>
                    <a:pt x="567" y="308"/>
                  </a:lnTo>
                  <a:lnTo>
                    <a:pt x="654" y="272"/>
                  </a:lnTo>
                  <a:lnTo>
                    <a:pt x="736" y="236"/>
                  </a:lnTo>
                  <a:lnTo>
                    <a:pt x="810" y="202"/>
                  </a:lnTo>
                  <a:lnTo>
                    <a:pt x="881" y="170"/>
                  </a:lnTo>
                  <a:lnTo>
                    <a:pt x="943" y="137"/>
                  </a:lnTo>
                  <a:lnTo>
                    <a:pt x="998" y="109"/>
                  </a:lnTo>
                  <a:lnTo>
                    <a:pt x="1048" y="82"/>
                  </a:lnTo>
                  <a:lnTo>
                    <a:pt x="1090" y="59"/>
                  </a:lnTo>
                  <a:lnTo>
                    <a:pt x="1126" y="38"/>
                  </a:lnTo>
                  <a:lnTo>
                    <a:pt x="1153" y="21"/>
                  </a:lnTo>
                  <a:lnTo>
                    <a:pt x="1172" y="10"/>
                  </a:lnTo>
                  <a:lnTo>
                    <a:pt x="1185" y="2"/>
                  </a:lnTo>
                  <a:lnTo>
                    <a:pt x="118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3" name="Freeform 196"/>
            <p:cNvSpPr>
              <a:spLocks/>
            </p:cNvSpPr>
            <p:nvPr/>
          </p:nvSpPr>
          <p:spPr bwMode="auto">
            <a:xfrm>
              <a:off x="5653" y="3148"/>
              <a:ext cx="841" cy="828"/>
            </a:xfrm>
            <a:custGeom>
              <a:avLst/>
              <a:gdLst>
                <a:gd name="T0" fmla="*/ 1150 w 1681"/>
                <a:gd name="T1" fmla="*/ 0 h 1656"/>
                <a:gd name="T2" fmla="*/ 1259 w 1681"/>
                <a:gd name="T3" fmla="*/ 6 h 1656"/>
                <a:gd name="T4" fmla="*/ 1367 w 1681"/>
                <a:gd name="T5" fmla="*/ 19 h 1656"/>
                <a:gd name="T6" fmla="*/ 1473 w 1681"/>
                <a:gd name="T7" fmla="*/ 44 h 1656"/>
                <a:gd name="T8" fmla="*/ 1578 w 1681"/>
                <a:gd name="T9" fmla="*/ 78 h 1656"/>
                <a:gd name="T10" fmla="*/ 1681 w 1681"/>
                <a:gd name="T11" fmla="*/ 122 h 1656"/>
                <a:gd name="T12" fmla="*/ 1356 w 1681"/>
                <a:gd name="T13" fmla="*/ 447 h 1656"/>
                <a:gd name="T14" fmla="*/ 1272 w 1681"/>
                <a:gd name="T15" fmla="*/ 430 h 1656"/>
                <a:gd name="T16" fmla="*/ 1186 w 1681"/>
                <a:gd name="T17" fmla="*/ 420 h 1656"/>
                <a:gd name="T18" fmla="*/ 1101 w 1681"/>
                <a:gd name="T19" fmla="*/ 418 h 1656"/>
                <a:gd name="T20" fmla="*/ 1015 w 1681"/>
                <a:gd name="T21" fmla="*/ 428 h 1656"/>
                <a:gd name="T22" fmla="*/ 931 w 1681"/>
                <a:gd name="T23" fmla="*/ 445 h 1656"/>
                <a:gd name="T24" fmla="*/ 850 w 1681"/>
                <a:gd name="T25" fmla="*/ 469 h 1656"/>
                <a:gd name="T26" fmla="*/ 770 w 1681"/>
                <a:gd name="T27" fmla="*/ 504 h 1656"/>
                <a:gd name="T28" fmla="*/ 692 w 1681"/>
                <a:gd name="T29" fmla="*/ 547 h 1656"/>
                <a:gd name="T30" fmla="*/ 620 w 1681"/>
                <a:gd name="T31" fmla="*/ 601 h 1656"/>
                <a:gd name="T32" fmla="*/ 551 w 1681"/>
                <a:gd name="T33" fmla="*/ 662 h 1656"/>
                <a:gd name="T34" fmla="*/ 488 w 1681"/>
                <a:gd name="T35" fmla="*/ 732 h 1656"/>
                <a:gd name="T36" fmla="*/ 435 w 1681"/>
                <a:gd name="T37" fmla="*/ 806 h 1656"/>
                <a:gd name="T38" fmla="*/ 391 w 1681"/>
                <a:gd name="T39" fmla="*/ 886 h 1656"/>
                <a:gd name="T40" fmla="*/ 357 w 1681"/>
                <a:gd name="T41" fmla="*/ 968 h 1656"/>
                <a:gd name="T42" fmla="*/ 332 w 1681"/>
                <a:gd name="T43" fmla="*/ 1053 h 1656"/>
                <a:gd name="T44" fmla="*/ 315 w 1681"/>
                <a:gd name="T45" fmla="*/ 1141 h 1656"/>
                <a:gd name="T46" fmla="*/ 310 w 1681"/>
                <a:gd name="T47" fmla="*/ 1228 h 1656"/>
                <a:gd name="T48" fmla="*/ 311 w 1681"/>
                <a:gd name="T49" fmla="*/ 1317 h 1656"/>
                <a:gd name="T50" fmla="*/ 323 w 1681"/>
                <a:gd name="T51" fmla="*/ 1405 h 1656"/>
                <a:gd name="T52" fmla="*/ 346 w 1681"/>
                <a:gd name="T53" fmla="*/ 1491 h 1656"/>
                <a:gd name="T54" fmla="*/ 376 w 1681"/>
                <a:gd name="T55" fmla="*/ 1574 h 1656"/>
                <a:gd name="T56" fmla="*/ 416 w 1681"/>
                <a:gd name="T57" fmla="*/ 1656 h 1656"/>
                <a:gd name="T58" fmla="*/ 327 w 1681"/>
                <a:gd name="T59" fmla="*/ 1618 h 1656"/>
                <a:gd name="T60" fmla="*/ 245 w 1681"/>
                <a:gd name="T61" fmla="*/ 1580 h 1656"/>
                <a:gd name="T62" fmla="*/ 171 w 1681"/>
                <a:gd name="T63" fmla="*/ 1544 h 1656"/>
                <a:gd name="T64" fmla="*/ 106 w 1681"/>
                <a:gd name="T65" fmla="*/ 1511 h 1656"/>
                <a:gd name="T66" fmla="*/ 49 w 1681"/>
                <a:gd name="T67" fmla="*/ 1481 h 1656"/>
                <a:gd name="T68" fmla="*/ 0 w 1681"/>
                <a:gd name="T69" fmla="*/ 1456 h 1656"/>
                <a:gd name="T70" fmla="*/ 34 w 1681"/>
                <a:gd name="T71" fmla="*/ 1382 h 1656"/>
                <a:gd name="T72" fmla="*/ 66 w 1681"/>
                <a:gd name="T73" fmla="*/ 1306 h 1656"/>
                <a:gd name="T74" fmla="*/ 93 w 1681"/>
                <a:gd name="T75" fmla="*/ 1224 h 1656"/>
                <a:gd name="T76" fmla="*/ 129 w 1681"/>
                <a:gd name="T77" fmla="*/ 1192 h 1656"/>
                <a:gd name="T78" fmla="*/ 163 w 1681"/>
                <a:gd name="T79" fmla="*/ 1154 h 1656"/>
                <a:gd name="T80" fmla="*/ 197 w 1681"/>
                <a:gd name="T81" fmla="*/ 1108 h 1656"/>
                <a:gd name="T82" fmla="*/ 233 w 1681"/>
                <a:gd name="T83" fmla="*/ 1046 h 1656"/>
                <a:gd name="T84" fmla="*/ 268 w 1681"/>
                <a:gd name="T85" fmla="*/ 973 h 1656"/>
                <a:gd name="T86" fmla="*/ 298 w 1681"/>
                <a:gd name="T87" fmla="*/ 890 h 1656"/>
                <a:gd name="T88" fmla="*/ 329 w 1681"/>
                <a:gd name="T89" fmla="*/ 793 h 1656"/>
                <a:gd name="T90" fmla="*/ 349 w 1681"/>
                <a:gd name="T91" fmla="*/ 717 h 1656"/>
                <a:gd name="T92" fmla="*/ 363 w 1681"/>
                <a:gd name="T93" fmla="*/ 646 h 1656"/>
                <a:gd name="T94" fmla="*/ 372 w 1681"/>
                <a:gd name="T95" fmla="*/ 580 h 1656"/>
                <a:gd name="T96" fmla="*/ 376 w 1681"/>
                <a:gd name="T97" fmla="*/ 519 h 1656"/>
                <a:gd name="T98" fmla="*/ 374 w 1681"/>
                <a:gd name="T99" fmla="*/ 460 h 1656"/>
                <a:gd name="T100" fmla="*/ 368 w 1681"/>
                <a:gd name="T101" fmla="*/ 407 h 1656"/>
                <a:gd name="T102" fmla="*/ 353 w 1681"/>
                <a:gd name="T103" fmla="*/ 348 h 1656"/>
                <a:gd name="T104" fmla="*/ 332 w 1681"/>
                <a:gd name="T105" fmla="*/ 293 h 1656"/>
                <a:gd name="T106" fmla="*/ 424 w 1681"/>
                <a:gd name="T107" fmla="*/ 224 h 1656"/>
                <a:gd name="T108" fmla="*/ 519 w 1681"/>
                <a:gd name="T109" fmla="*/ 163 h 1656"/>
                <a:gd name="T110" fmla="*/ 620 w 1681"/>
                <a:gd name="T111" fmla="*/ 112 h 1656"/>
                <a:gd name="T112" fmla="*/ 720 w 1681"/>
                <a:gd name="T113" fmla="*/ 70 h 1656"/>
                <a:gd name="T114" fmla="*/ 827 w 1681"/>
                <a:gd name="T115" fmla="*/ 38 h 1656"/>
                <a:gd name="T116" fmla="*/ 933 w 1681"/>
                <a:gd name="T117" fmla="*/ 15 h 1656"/>
                <a:gd name="T118" fmla="*/ 1042 w 1681"/>
                <a:gd name="T119" fmla="*/ 4 h 1656"/>
                <a:gd name="T120" fmla="*/ 1150 w 1681"/>
                <a:gd name="T121" fmla="*/ 0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81" h="1656">
                  <a:moveTo>
                    <a:pt x="1150" y="0"/>
                  </a:moveTo>
                  <a:lnTo>
                    <a:pt x="1259" y="6"/>
                  </a:lnTo>
                  <a:lnTo>
                    <a:pt x="1367" y="19"/>
                  </a:lnTo>
                  <a:lnTo>
                    <a:pt x="1473" y="44"/>
                  </a:lnTo>
                  <a:lnTo>
                    <a:pt x="1578" y="78"/>
                  </a:lnTo>
                  <a:lnTo>
                    <a:pt x="1681" y="122"/>
                  </a:lnTo>
                  <a:lnTo>
                    <a:pt x="1356" y="447"/>
                  </a:lnTo>
                  <a:lnTo>
                    <a:pt x="1272" y="430"/>
                  </a:lnTo>
                  <a:lnTo>
                    <a:pt x="1186" y="420"/>
                  </a:lnTo>
                  <a:lnTo>
                    <a:pt x="1101" y="418"/>
                  </a:lnTo>
                  <a:lnTo>
                    <a:pt x="1015" y="428"/>
                  </a:lnTo>
                  <a:lnTo>
                    <a:pt x="931" y="445"/>
                  </a:lnTo>
                  <a:lnTo>
                    <a:pt x="850" y="469"/>
                  </a:lnTo>
                  <a:lnTo>
                    <a:pt x="770" y="504"/>
                  </a:lnTo>
                  <a:lnTo>
                    <a:pt x="692" y="547"/>
                  </a:lnTo>
                  <a:lnTo>
                    <a:pt x="620" y="601"/>
                  </a:lnTo>
                  <a:lnTo>
                    <a:pt x="551" y="662"/>
                  </a:lnTo>
                  <a:lnTo>
                    <a:pt x="488" y="732"/>
                  </a:lnTo>
                  <a:lnTo>
                    <a:pt x="435" y="806"/>
                  </a:lnTo>
                  <a:lnTo>
                    <a:pt x="391" y="886"/>
                  </a:lnTo>
                  <a:lnTo>
                    <a:pt x="357" y="968"/>
                  </a:lnTo>
                  <a:lnTo>
                    <a:pt x="332" y="1053"/>
                  </a:lnTo>
                  <a:lnTo>
                    <a:pt x="315" y="1141"/>
                  </a:lnTo>
                  <a:lnTo>
                    <a:pt x="310" y="1228"/>
                  </a:lnTo>
                  <a:lnTo>
                    <a:pt x="311" y="1317"/>
                  </a:lnTo>
                  <a:lnTo>
                    <a:pt x="323" y="1405"/>
                  </a:lnTo>
                  <a:lnTo>
                    <a:pt x="346" y="1491"/>
                  </a:lnTo>
                  <a:lnTo>
                    <a:pt x="376" y="1574"/>
                  </a:lnTo>
                  <a:lnTo>
                    <a:pt x="416" y="1656"/>
                  </a:lnTo>
                  <a:lnTo>
                    <a:pt x="327" y="1618"/>
                  </a:lnTo>
                  <a:lnTo>
                    <a:pt x="245" y="1580"/>
                  </a:lnTo>
                  <a:lnTo>
                    <a:pt x="171" y="1544"/>
                  </a:lnTo>
                  <a:lnTo>
                    <a:pt x="106" y="1511"/>
                  </a:lnTo>
                  <a:lnTo>
                    <a:pt x="49" y="1481"/>
                  </a:lnTo>
                  <a:lnTo>
                    <a:pt x="0" y="1456"/>
                  </a:lnTo>
                  <a:lnTo>
                    <a:pt x="34" y="1382"/>
                  </a:lnTo>
                  <a:lnTo>
                    <a:pt x="66" y="1306"/>
                  </a:lnTo>
                  <a:lnTo>
                    <a:pt x="93" y="1224"/>
                  </a:lnTo>
                  <a:lnTo>
                    <a:pt x="129" y="1192"/>
                  </a:lnTo>
                  <a:lnTo>
                    <a:pt x="163" y="1154"/>
                  </a:lnTo>
                  <a:lnTo>
                    <a:pt x="197" y="1108"/>
                  </a:lnTo>
                  <a:lnTo>
                    <a:pt x="233" y="1046"/>
                  </a:lnTo>
                  <a:lnTo>
                    <a:pt x="268" y="973"/>
                  </a:lnTo>
                  <a:lnTo>
                    <a:pt x="298" y="890"/>
                  </a:lnTo>
                  <a:lnTo>
                    <a:pt x="329" y="793"/>
                  </a:lnTo>
                  <a:lnTo>
                    <a:pt x="349" y="717"/>
                  </a:lnTo>
                  <a:lnTo>
                    <a:pt x="363" y="646"/>
                  </a:lnTo>
                  <a:lnTo>
                    <a:pt x="372" y="580"/>
                  </a:lnTo>
                  <a:lnTo>
                    <a:pt x="376" y="519"/>
                  </a:lnTo>
                  <a:lnTo>
                    <a:pt x="374" y="460"/>
                  </a:lnTo>
                  <a:lnTo>
                    <a:pt x="368" y="407"/>
                  </a:lnTo>
                  <a:lnTo>
                    <a:pt x="353" y="348"/>
                  </a:lnTo>
                  <a:lnTo>
                    <a:pt x="332" y="293"/>
                  </a:lnTo>
                  <a:lnTo>
                    <a:pt x="424" y="224"/>
                  </a:lnTo>
                  <a:lnTo>
                    <a:pt x="519" y="163"/>
                  </a:lnTo>
                  <a:lnTo>
                    <a:pt x="620" y="112"/>
                  </a:lnTo>
                  <a:lnTo>
                    <a:pt x="720" y="70"/>
                  </a:lnTo>
                  <a:lnTo>
                    <a:pt x="827" y="38"/>
                  </a:lnTo>
                  <a:lnTo>
                    <a:pt x="933" y="15"/>
                  </a:lnTo>
                  <a:lnTo>
                    <a:pt x="1042" y="4"/>
                  </a:lnTo>
                  <a:lnTo>
                    <a:pt x="115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4" name="Freeform 197"/>
            <p:cNvSpPr>
              <a:spLocks/>
            </p:cNvSpPr>
            <p:nvPr/>
          </p:nvSpPr>
          <p:spPr bwMode="auto">
            <a:xfrm>
              <a:off x="6172" y="3502"/>
              <a:ext cx="677" cy="895"/>
            </a:xfrm>
            <a:custGeom>
              <a:avLst/>
              <a:gdLst>
                <a:gd name="T0" fmla="*/ 1228 w 1352"/>
                <a:gd name="T1" fmla="*/ 0 h 1789"/>
                <a:gd name="T2" fmla="*/ 1272 w 1352"/>
                <a:gd name="T3" fmla="*/ 101 h 1789"/>
                <a:gd name="T4" fmla="*/ 1306 w 1352"/>
                <a:gd name="T5" fmla="*/ 206 h 1789"/>
                <a:gd name="T6" fmla="*/ 1331 w 1352"/>
                <a:gd name="T7" fmla="*/ 310 h 1789"/>
                <a:gd name="T8" fmla="*/ 1346 w 1352"/>
                <a:gd name="T9" fmla="*/ 418 h 1789"/>
                <a:gd name="T10" fmla="*/ 1352 w 1352"/>
                <a:gd name="T11" fmla="*/ 527 h 1789"/>
                <a:gd name="T12" fmla="*/ 1348 w 1352"/>
                <a:gd name="T13" fmla="*/ 635 h 1789"/>
                <a:gd name="T14" fmla="*/ 1335 w 1352"/>
                <a:gd name="T15" fmla="*/ 742 h 1789"/>
                <a:gd name="T16" fmla="*/ 1314 w 1352"/>
                <a:gd name="T17" fmla="*/ 848 h 1789"/>
                <a:gd name="T18" fmla="*/ 1282 w 1352"/>
                <a:gd name="T19" fmla="*/ 953 h 1789"/>
                <a:gd name="T20" fmla="*/ 1242 w 1352"/>
                <a:gd name="T21" fmla="*/ 1055 h 1789"/>
                <a:gd name="T22" fmla="*/ 1192 w 1352"/>
                <a:gd name="T23" fmla="*/ 1154 h 1789"/>
                <a:gd name="T24" fmla="*/ 1133 w 1352"/>
                <a:gd name="T25" fmla="*/ 1249 h 1789"/>
                <a:gd name="T26" fmla="*/ 1065 w 1352"/>
                <a:gd name="T27" fmla="*/ 1339 h 1789"/>
                <a:gd name="T28" fmla="*/ 987 w 1352"/>
                <a:gd name="T29" fmla="*/ 1424 h 1789"/>
                <a:gd name="T30" fmla="*/ 909 w 1352"/>
                <a:gd name="T31" fmla="*/ 1498 h 1789"/>
                <a:gd name="T32" fmla="*/ 825 w 1352"/>
                <a:gd name="T33" fmla="*/ 1563 h 1789"/>
                <a:gd name="T34" fmla="*/ 738 w 1352"/>
                <a:gd name="T35" fmla="*/ 1618 h 1789"/>
                <a:gd name="T36" fmla="*/ 647 w 1352"/>
                <a:gd name="T37" fmla="*/ 1668 h 1789"/>
                <a:gd name="T38" fmla="*/ 553 w 1352"/>
                <a:gd name="T39" fmla="*/ 1708 h 1789"/>
                <a:gd name="T40" fmla="*/ 456 w 1352"/>
                <a:gd name="T41" fmla="*/ 1740 h 1789"/>
                <a:gd name="T42" fmla="*/ 359 w 1352"/>
                <a:gd name="T43" fmla="*/ 1765 h 1789"/>
                <a:gd name="T44" fmla="*/ 260 w 1352"/>
                <a:gd name="T45" fmla="*/ 1782 h 1789"/>
                <a:gd name="T46" fmla="*/ 160 w 1352"/>
                <a:gd name="T47" fmla="*/ 1789 h 1789"/>
                <a:gd name="T48" fmla="*/ 143 w 1352"/>
                <a:gd name="T49" fmla="*/ 1706 h 1789"/>
                <a:gd name="T50" fmla="*/ 122 w 1352"/>
                <a:gd name="T51" fmla="*/ 1624 h 1789"/>
                <a:gd name="T52" fmla="*/ 87 w 1352"/>
                <a:gd name="T53" fmla="*/ 1531 h 1789"/>
                <a:gd name="T54" fmla="*/ 47 w 1352"/>
                <a:gd name="T55" fmla="*/ 1445 h 1789"/>
                <a:gd name="T56" fmla="*/ 0 w 1352"/>
                <a:gd name="T57" fmla="*/ 1365 h 1789"/>
                <a:gd name="T58" fmla="*/ 82 w 1352"/>
                <a:gd name="T59" fmla="*/ 1371 h 1789"/>
                <a:gd name="T60" fmla="*/ 165 w 1352"/>
                <a:gd name="T61" fmla="*/ 1369 h 1789"/>
                <a:gd name="T62" fmla="*/ 247 w 1352"/>
                <a:gd name="T63" fmla="*/ 1358 h 1789"/>
                <a:gd name="T64" fmla="*/ 327 w 1352"/>
                <a:gd name="T65" fmla="*/ 1341 h 1789"/>
                <a:gd name="T66" fmla="*/ 405 w 1352"/>
                <a:gd name="T67" fmla="*/ 1314 h 1789"/>
                <a:gd name="T68" fmla="*/ 481 w 1352"/>
                <a:gd name="T69" fmla="*/ 1280 h 1789"/>
                <a:gd name="T70" fmla="*/ 555 w 1352"/>
                <a:gd name="T71" fmla="*/ 1238 h 1789"/>
                <a:gd name="T72" fmla="*/ 624 w 1352"/>
                <a:gd name="T73" fmla="*/ 1187 h 1789"/>
                <a:gd name="T74" fmla="*/ 690 w 1352"/>
                <a:gd name="T75" fmla="*/ 1128 h 1789"/>
                <a:gd name="T76" fmla="*/ 751 w 1352"/>
                <a:gd name="T77" fmla="*/ 1059 h 1789"/>
                <a:gd name="T78" fmla="*/ 802 w 1352"/>
                <a:gd name="T79" fmla="*/ 987 h 1789"/>
                <a:gd name="T80" fmla="*/ 846 w 1352"/>
                <a:gd name="T81" fmla="*/ 911 h 1789"/>
                <a:gd name="T82" fmla="*/ 880 w 1352"/>
                <a:gd name="T83" fmla="*/ 831 h 1789"/>
                <a:gd name="T84" fmla="*/ 905 w 1352"/>
                <a:gd name="T85" fmla="*/ 749 h 1789"/>
                <a:gd name="T86" fmla="*/ 922 w 1352"/>
                <a:gd name="T87" fmla="*/ 664 h 1789"/>
                <a:gd name="T88" fmla="*/ 932 w 1352"/>
                <a:gd name="T89" fmla="*/ 580 h 1789"/>
                <a:gd name="T90" fmla="*/ 930 w 1352"/>
                <a:gd name="T91" fmla="*/ 495 h 1789"/>
                <a:gd name="T92" fmla="*/ 922 w 1352"/>
                <a:gd name="T93" fmla="*/ 409 h 1789"/>
                <a:gd name="T94" fmla="*/ 903 w 1352"/>
                <a:gd name="T95" fmla="*/ 325 h 1789"/>
                <a:gd name="T96" fmla="*/ 1228 w 1352"/>
                <a:gd name="T97" fmla="*/ 0 h 1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352" h="1789">
                  <a:moveTo>
                    <a:pt x="1228" y="0"/>
                  </a:moveTo>
                  <a:lnTo>
                    <a:pt x="1272" y="101"/>
                  </a:lnTo>
                  <a:lnTo>
                    <a:pt x="1306" y="206"/>
                  </a:lnTo>
                  <a:lnTo>
                    <a:pt x="1331" y="310"/>
                  </a:lnTo>
                  <a:lnTo>
                    <a:pt x="1346" y="418"/>
                  </a:lnTo>
                  <a:lnTo>
                    <a:pt x="1352" y="527"/>
                  </a:lnTo>
                  <a:lnTo>
                    <a:pt x="1348" y="635"/>
                  </a:lnTo>
                  <a:lnTo>
                    <a:pt x="1335" y="742"/>
                  </a:lnTo>
                  <a:lnTo>
                    <a:pt x="1314" y="848"/>
                  </a:lnTo>
                  <a:lnTo>
                    <a:pt x="1282" y="953"/>
                  </a:lnTo>
                  <a:lnTo>
                    <a:pt x="1242" y="1055"/>
                  </a:lnTo>
                  <a:lnTo>
                    <a:pt x="1192" y="1154"/>
                  </a:lnTo>
                  <a:lnTo>
                    <a:pt x="1133" y="1249"/>
                  </a:lnTo>
                  <a:lnTo>
                    <a:pt x="1065" y="1339"/>
                  </a:lnTo>
                  <a:lnTo>
                    <a:pt x="987" y="1424"/>
                  </a:lnTo>
                  <a:lnTo>
                    <a:pt x="909" y="1498"/>
                  </a:lnTo>
                  <a:lnTo>
                    <a:pt x="825" y="1563"/>
                  </a:lnTo>
                  <a:lnTo>
                    <a:pt x="738" y="1618"/>
                  </a:lnTo>
                  <a:lnTo>
                    <a:pt x="647" y="1668"/>
                  </a:lnTo>
                  <a:lnTo>
                    <a:pt x="553" y="1708"/>
                  </a:lnTo>
                  <a:lnTo>
                    <a:pt x="456" y="1740"/>
                  </a:lnTo>
                  <a:lnTo>
                    <a:pt x="359" y="1765"/>
                  </a:lnTo>
                  <a:lnTo>
                    <a:pt x="260" y="1782"/>
                  </a:lnTo>
                  <a:lnTo>
                    <a:pt x="160" y="1789"/>
                  </a:lnTo>
                  <a:lnTo>
                    <a:pt x="143" y="1706"/>
                  </a:lnTo>
                  <a:lnTo>
                    <a:pt x="122" y="1624"/>
                  </a:lnTo>
                  <a:lnTo>
                    <a:pt x="87" y="1531"/>
                  </a:lnTo>
                  <a:lnTo>
                    <a:pt x="47" y="1445"/>
                  </a:lnTo>
                  <a:lnTo>
                    <a:pt x="0" y="1365"/>
                  </a:lnTo>
                  <a:lnTo>
                    <a:pt x="82" y="1371"/>
                  </a:lnTo>
                  <a:lnTo>
                    <a:pt x="165" y="1369"/>
                  </a:lnTo>
                  <a:lnTo>
                    <a:pt x="247" y="1358"/>
                  </a:lnTo>
                  <a:lnTo>
                    <a:pt x="327" y="1341"/>
                  </a:lnTo>
                  <a:lnTo>
                    <a:pt x="405" y="1314"/>
                  </a:lnTo>
                  <a:lnTo>
                    <a:pt x="481" y="1280"/>
                  </a:lnTo>
                  <a:lnTo>
                    <a:pt x="555" y="1238"/>
                  </a:lnTo>
                  <a:lnTo>
                    <a:pt x="624" y="1187"/>
                  </a:lnTo>
                  <a:lnTo>
                    <a:pt x="690" y="1128"/>
                  </a:lnTo>
                  <a:lnTo>
                    <a:pt x="751" y="1059"/>
                  </a:lnTo>
                  <a:lnTo>
                    <a:pt x="802" y="987"/>
                  </a:lnTo>
                  <a:lnTo>
                    <a:pt x="846" y="911"/>
                  </a:lnTo>
                  <a:lnTo>
                    <a:pt x="880" y="831"/>
                  </a:lnTo>
                  <a:lnTo>
                    <a:pt x="905" y="749"/>
                  </a:lnTo>
                  <a:lnTo>
                    <a:pt x="922" y="664"/>
                  </a:lnTo>
                  <a:lnTo>
                    <a:pt x="932" y="580"/>
                  </a:lnTo>
                  <a:lnTo>
                    <a:pt x="930" y="495"/>
                  </a:lnTo>
                  <a:lnTo>
                    <a:pt x="922" y="409"/>
                  </a:lnTo>
                  <a:lnTo>
                    <a:pt x="903" y="325"/>
                  </a:lnTo>
                  <a:lnTo>
                    <a:pt x="1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5" name="Freeform 198"/>
            <p:cNvSpPr>
              <a:spLocks/>
            </p:cNvSpPr>
            <p:nvPr/>
          </p:nvSpPr>
          <p:spPr bwMode="auto">
            <a:xfrm>
              <a:off x="6268" y="3188"/>
              <a:ext cx="1008" cy="1637"/>
            </a:xfrm>
            <a:custGeom>
              <a:avLst/>
              <a:gdLst>
                <a:gd name="T0" fmla="*/ 1736 w 2016"/>
                <a:gd name="T1" fmla="*/ 119 h 3274"/>
                <a:gd name="T2" fmla="*/ 1858 w 2016"/>
                <a:gd name="T3" fmla="*/ 369 h 3274"/>
                <a:gd name="T4" fmla="*/ 1946 w 2016"/>
                <a:gd name="T5" fmla="*/ 627 h 3274"/>
                <a:gd name="T6" fmla="*/ 1999 w 2016"/>
                <a:gd name="T7" fmla="*/ 893 h 3274"/>
                <a:gd name="T8" fmla="*/ 2016 w 2016"/>
                <a:gd name="T9" fmla="*/ 1163 h 3274"/>
                <a:gd name="T10" fmla="*/ 2001 w 2016"/>
                <a:gd name="T11" fmla="*/ 1433 h 3274"/>
                <a:gd name="T12" fmla="*/ 1949 w 2016"/>
                <a:gd name="T13" fmla="*/ 1700 h 3274"/>
                <a:gd name="T14" fmla="*/ 1864 w 2016"/>
                <a:gd name="T15" fmla="*/ 1960 h 3274"/>
                <a:gd name="T16" fmla="*/ 1744 w 2016"/>
                <a:gd name="T17" fmla="*/ 2207 h 3274"/>
                <a:gd name="T18" fmla="*/ 1588 w 2016"/>
                <a:gd name="T19" fmla="*/ 2443 h 3274"/>
                <a:gd name="T20" fmla="*/ 1400 w 2016"/>
                <a:gd name="T21" fmla="*/ 2660 h 3274"/>
                <a:gd name="T22" fmla="*/ 1177 w 2016"/>
                <a:gd name="T23" fmla="*/ 2852 h 3274"/>
                <a:gd name="T24" fmla="*/ 938 w 2016"/>
                <a:gd name="T25" fmla="*/ 3010 h 3274"/>
                <a:gd name="T26" fmla="*/ 683 w 2016"/>
                <a:gd name="T27" fmla="*/ 3129 h 3274"/>
                <a:gd name="T28" fmla="*/ 418 w 2016"/>
                <a:gd name="T29" fmla="*/ 3215 h 3274"/>
                <a:gd name="T30" fmla="*/ 145 w 2016"/>
                <a:gd name="T31" fmla="*/ 3262 h 3274"/>
                <a:gd name="T32" fmla="*/ 8 w 2016"/>
                <a:gd name="T33" fmla="*/ 3272 h 3274"/>
                <a:gd name="T34" fmla="*/ 6 w 2016"/>
                <a:gd name="T35" fmla="*/ 3127 h 3274"/>
                <a:gd name="T36" fmla="*/ 0 w 2016"/>
                <a:gd name="T37" fmla="*/ 2814 h 3274"/>
                <a:gd name="T38" fmla="*/ 234 w 2016"/>
                <a:gd name="T39" fmla="*/ 2785 h 3274"/>
                <a:gd name="T40" fmla="*/ 462 w 2016"/>
                <a:gd name="T41" fmla="*/ 2721 h 3274"/>
                <a:gd name="T42" fmla="*/ 681 w 2016"/>
                <a:gd name="T43" fmla="*/ 2626 h 3274"/>
                <a:gd name="T44" fmla="*/ 886 w 2016"/>
                <a:gd name="T45" fmla="*/ 2496 h 3274"/>
                <a:gd name="T46" fmla="*/ 1075 w 2016"/>
                <a:gd name="T47" fmla="*/ 2335 h 3274"/>
                <a:gd name="T48" fmla="*/ 1240 w 2016"/>
                <a:gd name="T49" fmla="*/ 2143 h 3274"/>
                <a:gd name="T50" fmla="*/ 1369 w 2016"/>
                <a:gd name="T51" fmla="*/ 1935 h 3274"/>
                <a:gd name="T52" fmla="*/ 1466 w 2016"/>
                <a:gd name="T53" fmla="*/ 1715 h 3274"/>
                <a:gd name="T54" fmla="*/ 1529 w 2016"/>
                <a:gd name="T55" fmla="*/ 1485 h 3274"/>
                <a:gd name="T56" fmla="*/ 1558 w 2016"/>
                <a:gd name="T57" fmla="*/ 1249 h 3274"/>
                <a:gd name="T58" fmla="*/ 1552 w 2016"/>
                <a:gd name="T59" fmla="*/ 1011 h 3274"/>
                <a:gd name="T60" fmla="*/ 1512 w 2016"/>
                <a:gd name="T61" fmla="*/ 777 h 3274"/>
                <a:gd name="T62" fmla="*/ 1440 w 2016"/>
                <a:gd name="T63" fmla="*/ 549 h 3274"/>
                <a:gd name="T64" fmla="*/ 1331 w 2016"/>
                <a:gd name="T65" fmla="*/ 332 h 3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16" h="3274">
                  <a:moveTo>
                    <a:pt x="1664" y="0"/>
                  </a:moveTo>
                  <a:lnTo>
                    <a:pt x="1736" y="119"/>
                  </a:lnTo>
                  <a:lnTo>
                    <a:pt x="1803" y="241"/>
                  </a:lnTo>
                  <a:lnTo>
                    <a:pt x="1858" y="369"/>
                  </a:lnTo>
                  <a:lnTo>
                    <a:pt x="1908" y="496"/>
                  </a:lnTo>
                  <a:lnTo>
                    <a:pt x="1946" y="627"/>
                  </a:lnTo>
                  <a:lnTo>
                    <a:pt x="1976" y="758"/>
                  </a:lnTo>
                  <a:lnTo>
                    <a:pt x="1999" y="893"/>
                  </a:lnTo>
                  <a:lnTo>
                    <a:pt x="2012" y="1028"/>
                  </a:lnTo>
                  <a:lnTo>
                    <a:pt x="2016" y="1163"/>
                  </a:lnTo>
                  <a:lnTo>
                    <a:pt x="2012" y="1298"/>
                  </a:lnTo>
                  <a:lnTo>
                    <a:pt x="2001" y="1433"/>
                  </a:lnTo>
                  <a:lnTo>
                    <a:pt x="1978" y="1566"/>
                  </a:lnTo>
                  <a:lnTo>
                    <a:pt x="1949" y="1700"/>
                  </a:lnTo>
                  <a:lnTo>
                    <a:pt x="1911" y="1831"/>
                  </a:lnTo>
                  <a:lnTo>
                    <a:pt x="1864" y="1960"/>
                  </a:lnTo>
                  <a:lnTo>
                    <a:pt x="1807" y="2086"/>
                  </a:lnTo>
                  <a:lnTo>
                    <a:pt x="1744" y="2207"/>
                  </a:lnTo>
                  <a:lnTo>
                    <a:pt x="1670" y="2327"/>
                  </a:lnTo>
                  <a:lnTo>
                    <a:pt x="1588" y="2443"/>
                  </a:lnTo>
                  <a:lnTo>
                    <a:pt x="1499" y="2553"/>
                  </a:lnTo>
                  <a:lnTo>
                    <a:pt x="1400" y="2660"/>
                  </a:lnTo>
                  <a:lnTo>
                    <a:pt x="1291" y="2761"/>
                  </a:lnTo>
                  <a:lnTo>
                    <a:pt x="1177" y="2852"/>
                  </a:lnTo>
                  <a:lnTo>
                    <a:pt x="1059" y="2935"/>
                  </a:lnTo>
                  <a:lnTo>
                    <a:pt x="938" y="3010"/>
                  </a:lnTo>
                  <a:lnTo>
                    <a:pt x="812" y="3074"/>
                  </a:lnTo>
                  <a:lnTo>
                    <a:pt x="683" y="3129"/>
                  </a:lnTo>
                  <a:lnTo>
                    <a:pt x="552" y="3177"/>
                  </a:lnTo>
                  <a:lnTo>
                    <a:pt x="418" y="3215"/>
                  </a:lnTo>
                  <a:lnTo>
                    <a:pt x="281" y="3243"/>
                  </a:lnTo>
                  <a:lnTo>
                    <a:pt x="145" y="3262"/>
                  </a:lnTo>
                  <a:lnTo>
                    <a:pt x="8" y="3274"/>
                  </a:lnTo>
                  <a:lnTo>
                    <a:pt x="8" y="3272"/>
                  </a:lnTo>
                  <a:lnTo>
                    <a:pt x="6" y="3198"/>
                  </a:lnTo>
                  <a:lnTo>
                    <a:pt x="6" y="3127"/>
                  </a:lnTo>
                  <a:lnTo>
                    <a:pt x="4" y="2966"/>
                  </a:lnTo>
                  <a:lnTo>
                    <a:pt x="0" y="2814"/>
                  </a:lnTo>
                  <a:lnTo>
                    <a:pt x="118" y="2804"/>
                  </a:lnTo>
                  <a:lnTo>
                    <a:pt x="234" y="2785"/>
                  </a:lnTo>
                  <a:lnTo>
                    <a:pt x="348" y="2757"/>
                  </a:lnTo>
                  <a:lnTo>
                    <a:pt x="462" y="2721"/>
                  </a:lnTo>
                  <a:lnTo>
                    <a:pt x="572" y="2677"/>
                  </a:lnTo>
                  <a:lnTo>
                    <a:pt x="681" y="2626"/>
                  </a:lnTo>
                  <a:lnTo>
                    <a:pt x="785" y="2565"/>
                  </a:lnTo>
                  <a:lnTo>
                    <a:pt x="886" y="2496"/>
                  </a:lnTo>
                  <a:lnTo>
                    <a:pt x="983" y="2418"/>
                  </a:lnTo>
                  <a:lnTo>
                    <a:pt x="1075" y="2335"/>
                  </a:lnTo>
                  <a:lnTo>
                    <a:pt x="1162" y="2241"/>
                  </a:lnTo>
                  <a:lnTo>
                    <a:pt x="1240" y="2143"/>
                  </a:lnTo>
                  <a:lnTo>
                    <a:pt x="1308" y="2042"/>
                  </a:lnTo>
                  <a:lnTo>
                    <a:pt x="1369" y="1935"/>
                  </a:lnTo>
                  <a:lnTo>
                    <a:pt x="1423" y="1827"/>
                  </a:lnTo>
                  <a:lnTo>
                    <a:pt x="1466" y="1715"/>
                  </a:lnTo>
                  <a:lnTo>
                    <a:pt x="1501" y="1601"/>
                  </a:lnTo>
                  <a:lnTo>
                    <a:pt x="1529" y="1485"/>
                  </a:lnTo>
                  <a:lnTo>
                    <a:pt x="1546" y="1367"/>
                  </a:lnTo>
                  <a:lnTo>
                    <a:pt x="1558" y="1249"/>
                  </a:lnTo>
                  <a:lnTo>
                    <a:pt x="1558" y="1129"/>
                  </a:lnTo>
                  <a:lnTo>
                    <a:pt x="1552" y="1011"/>
                  </a:lnTo>
                  <a:lnTo>
                    <a:pt x="1537" y="893"/>
                  </a:lnTo>
                  <a:lnTo>
                    <a:pt x="1512" y="777"/>
                  </a:lnTo>
                  <a:lnTo>
                    <a:pt x="1480" y="663"/>
                  </a:lnTo>
                  <a:lnTo>
                    <a:pt x="1440" y="549"/>
                  </a:lnTo>
                  <a:lnTo>
                    <a:pt x="1390" y="439"/>
                  </a:lnTo>
                  <a:lnTo>
                    <a:pt x="1331" y="332"/>
                  </a:lnTo>
                  <a:lnTo>
                    <a:pt x="16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6" name="Freeform 199"/>
            <p:cNvSpPr>
              <a:spLocks/>
            </p:cNvSpPr>
            <p:nvPr/>
          </p:nvSpPr>
          <p:spPr bwMode="auto">
            <a:xfrm>
              <a:off x="6008" y="2577"/>
              <a:ext cx="1409" cy="1410"/>
            </a:xfrm>
            <a:custGeom>
              <a:avLst/>
              <a:gdLst>
                <a:gd name="T0" fmla="*/ 2351 w 2818"/>
                <a:gd name="T1" fmla="*/ 0 h 2820"/>
                <a:gd name="T2" fmla="*/ 2406 w 2818"/>
                <a:gd name="T3" fmla="*/ 413 h 2820"/>
                <a:gd name="T4" fmla="*/ 2818 w 2818"/>
                <a:gd name="T5" fmla="*/ 468 h 2820"/>
                <a:gd name="T6" fmla="*/ 2273 w 2818"/>
                <a:gd name="T7" fmla="*/ 1014 h 2820"/>
                <a:gd name="T8" fmla="*/ 2067 w 2818"/>
                <a:gd name="T9" fmla="*/ 987 h 2820"/>
                <a:gd name="T10" fmla="*/ 827 w 2818"/>
                <a:gd name="T11" fmla="*/ 2225 h 2820"/>
                <a:gd name="T12" fmla="*/ 848 w 2818"/>
                <a:gd name="T13" fmla="*/ 2286 h 2820"/>
                <a:gd name="T14" fmla="*/ 858 w 2818"/>
                <a:gd name="T15" fmla="*/ 2346 h 2820"/>
                <a:gd name="T16" fmla="*/ 860 w 2818"/>
                <a:gd name="T17" fmla="*/ 2409 h 2820"/>
                <a:gd name="T18" fmla="*/ 852 w 2818"/>
                <a:gd name="T19" fmla="*/ 2472 h 2820"/>
                <a:gd name="T20" fmla="*/ 837 w 2818"/>
                <a:gd name="T21" fmla="*/ 2531 h 2820"/>
                <a:gd name="T22" fmla="*/ 812 w 2818"/>
                <a:gd name="T23" fmla="*/ 2590 h 2820"/>
                <a:gd name="T24" fmla="*/ 778 w 2818"/>
                <a:gd name="T25" fmla="*/ 2645 h 2820"/>
                <a:gd name="T26" fmla="*/ 734 w 2818"/>
                <a:gd name="T27" fmla="*/ 2694 h 2820"/>
                <a:gd name="T28" fmla="*/ 686 w 2818"/>
                <a:gd name="T29" fmla="*/ 2736 h 2820"/>
                <a:gd name="T30" fmla="*/ 633 w 2818"/>
                <a:gd name="T31" fmla="*/ 2770 h 2820"/>
                <a:gd name="T32" fmla="*/ 578 w 2818"/>
                <a:gd name="T33" fmla="*/ 2795 h 2820"/>
                <a:gd name="T34" fmla="*/ 519 w 2818"/>
                <a:gd name="T35" fmla="*/ 2812 h 2820"/>
                <a:gd name="T36" fmla="*/ 460 w 2818"/>
                <a:gd name="T37" fmla="*/ 2820 h 2820"/>
                <a:gd name="T38" fmla="*/ 399 w 2818"/>
                <a:gd name="T39" fmla="*/ 2820 h 2820"/>
                <a:gd name="T40" fmla="*/ 340 w 2818"/>
                <a:gd name="T41" fmla="*/ 2812 h 2820"/>
                <a:gd name="T42" fmla="*/ 281 w 2818"/>
                <a:gd name="T43" fmla="*/ 2795 h 2820"/>
                <a:gd name="T44" fmla="*/ 226 w 2818"/>
                <a:gd name="T45" fmla="*/ 2770 h 2820"/>
                <a:gd name="T46" fmla="*/ 173 w 2818"/>
                <a:gd name="T47" fmla="*/ 2736 h 2820"/>
                <a:gd name="T48" fmla="*/ 125 w 2818"/>
                <a:gd name="T49" fmla="*/ 2694 h 2820"/>
                <a:gd name="T50" fmla="*/ 84 w 2818"/>
                <a:gd name="T51" fmla="*/ 2647 h 2820"/>
                <a:gd name="T52" fmla="*/ 49 w 2818"/>
                <a:gd name="T53" fmla="*/ 2594 h 2820"/>
                <a:gd name="T54" fmla="*/ 25 w 2818"/>
                <a:gd name="T55" fmla="*/ 2538 h 2820"/>
                <a:gd name="T56" fmla="*/ 8 w 2818"/>
                <a:gd name="T57" fmla="*/ 2480 h 2820"/>
                <a:gd name="T58" fmla="*/ 0 w 2818"/>
                <a:gd name="T59" fmla="*/ 2421 h 2820"/>
                <a:gd name="T60" fmla="*/ 0 w 2818"/>
                <a:gd name="T61" fmla="*/ 2360 h 2820"/>
                <a:gd name="T62" fmla="*/ 8 w 2818"/>
                <a:gd name="T63" fmla="*/ 2301 h 2820"/>
                <a:gd name="T64" fmla="*/ 25 w 2818"/>
                <a:gd name="T65" fmla="*/ 2242 h 2820"/>
                <a:gd name="T66" fmla="*/ 49 w 2818"/>
                <a:gd name="T67" fmla="*/ 2187 h 2820"/>
                <a:gd name="T68" fmla="*/ 84 w 2818"/>
                <a:gd name="T69" fmla="*/ 2133 h 2820"/>
                <a:gd name="T70" fmla="*/ 125 w 2818"/>
                <a:gd name="T71" fmla="*/ 2086 h 2820"/>
                <a:gd name="T72" fmla="*/ 175 w 2818"/>
                <a:gd name="T73" fmla="*/ 2042 h 2820"/>
                <a:gd name="T74" fmla="*/ 230 w 2818"/>
                <a:gd name="T75" fmla="*/ 2008 h 2820"/>
                <a:gd name="T76" fmla="*/ 287 w 2818"/>
                <a:gd name="T77" fmla="*/ 1983 h 2820"/>
                <a:gd name="T78" fmla="*/ 348 w 2818"/>
                <a:gd name="T79" fmla="*/ 1968 h 2820"/>
                <a:gd name="T80" fmla="*/ 411 w 2818"/>
                <a:gd name="T81" fmla="*/ 1960 h 2820"/>
                <a:gd name="T82" fmla="*/ 473 w 2818"/>
                <a:gd name="T83" fmla="*/ 1962 h 2820"/>
                <a:gd name="T84" fmla="*/ 534 w 2818"/>
                <a:gd name="T85" fmla="*/ 1972 h 2820"/>
                <a:gd name="T86" fmla="*/ 595 w 2818"/>
                <a:gd name="T87" fmla="*/ 1993 h 2820"/>
                <a:gd name="T88" fmla="*/ 1831 w 2818"/>
                <a:gd name="T89" fmla="*/ 753 h 2820"/>
                <a:gd name="T90" fmla="*/ 1805 w 2818"/>
                <a:gd name="T91" fmla="*/ 548 h 2820"/>
                <a:gd name="T92" fmla="*/ 2351 w 2818"/>
                <a:gd name="T93" fmla="*/ 0 h 28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18" h="2820">
                  <a:moveTo>
                    <a:pt x="2351" y="0"/>
                  </a:moveTo>
                  <a:lnTo>
                    <a:pt x="2406" y="413"/>
                  </a:lnTo>
                  <a:lnTo>
                    <a:pt x="2818" y="468"/>
                  </a:lnTo>
                  <a:lnTo>
                    <a:pt x="2273" y="1014"/>
                  </a:lnTo>
                  <a:lnTo>
                    <a:pt x="2067" y="987"/>
                  </a:lnTo>
                  <a:lnTo>
                    <a:pt x="827" y="2225"/>
                  </a:lnTo>
                  <a:lnTo>
                    <a:pt x="848" y="2286"/>
                  </a:lnTo>
                  <a:lnTo>
                    <a:pt x="858" y="2346"/>
                  </a:lnTo>
                  <a:lnTo>
                    <a:pt x="860" y="2409"/>
                  </a:lnTo>
                  <a:lnTo>
                    <a:pt x="852" y="2472"/>
                  </a:lnTo>
                  <a:lnTo>
                    <a:pt x="837" y="2531"/>
                  </a:lnTo>
                  <a:lnTo>
                    <a:pt x="812" y="2590"/>
                  </a:lnTo>
                  <a:lnTo>
                    <a:pt x="778" y="2645"/>
                  </a:lnTo>
                  <a:lnTo>
                    <a:pt x="734" y="2694"/>
                  </a:lnTo>
                  <a:lnTo>
                    <a:pt x="686" y="2736"/>
                  </a:lnTo>
                  <a:lnTo>
                    <a:pt x="633" y="2770"/>
                  </a:lnTo>
                  <a:lnTo>
                    <a:pt x="578" y="2795"/>
                  </a:lnTo>
                  <a:lnTo>
                    <a:pt x="519" y="2812"/>
                  </a:lnTo>
                  <a:lnTo>
                    <a:pt x="460" y="2820"/>
                  </a:lnTo>
                  <a:lnTo>
                    <a:pt x="399" y="2820"/>
                  </a:lnTo>
                  <a:lnTo>
                    <a:pt x="340" y="2812"/>
                  </a:lnTo>
                  <a:lnTo>
                    <a:pt x="281" y="2795"/>
                  </a:lnTo>
                  <a:lnTo>
                    <a:pt x="226" y="2770"/>
                  </a:lnTo>
                  <a:lnTo>
                    <a:pt x="173" y="2736"/>
                  </a:lnTo>
                  <a:lnTo>
                    <a:pt x="125" y="2694"/>
                  </a:lnTo>
                  <a:lnTo>
                    <a:pt x="84" y="2647"/>
                  </a:lnTo>
                  <a:lnTo>
                    <a:pt x="49" y="2594"/>
                  </a:lnTo>
                  <a:lnTo>
                    <a:pt x="25" y="2538"/>
                  </a:lnTo>
                  <a:lnTo>
                    <a:pt x="8" y="2480"/>
                  </a:lnTo>
                  <a:lnTo>
                    <a:pt x="0" y="2421"/>
                  </a:lnTo>
                  <a:lnTo>
                    <a:pt x="0" y="2360"/>
                  </a:lnTo>
                  <a:lnTo>
                    <a:pt x="8" y="2301"/>
                  </a:lnTo>
                  <a:lnTo>
                    <a:pt x="25" y="2242"/>
                  </a:lnTo>
                  <a:lnTo>
                    <a:pt x="49" y="2187"/>
                  </a:lnTo>
                  <a:lnTo>
                    <a:pt x="84" y="2133"/>
                  </a:lnTo>
                  <a:lnTo>
                    <a:pt x="125" y="2086"/>
                  </a:lnTo>
                  <a:lnTo>
                    <a:pt x="175" y="2042"/>
                  </a:lnTo>
                  <a:lnTo>
                    <a:pt x="230" y="2008"/>
                  </a:lnTo>
                  <a:lnTo>
                    <a:pt x="287" y="1983"/>
                  </a:lnTo>
                  <a:lnTo>
                    <a:pt x="348" y="1968"/>
                  </a:lnTo>
                  <a:lnTo>
                    <a:pt x="411" y="1960"/>
                  </a:lnTo>
                  <a:lnTo>
                    <a:pt x="473" y="1962"/>
                  </a:lnTo>
                  <a:lnTo>
                    <a:pt x="534" y="1972"/>
                  </a:lnTo>
                  <a:lnTo>
                    <a:pt x="595" y="1993"/>
                  </a:lnTo>
                  <a:lnTo>
                    <a:pt x="1831" y="753"/>
                  </a:lnTo>
                  <a:lnTo>
                    <a:pt x="1805" y="548"/>
                  </a:lnTo>
                  <a:lnTo>
                    <a:pt x="235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7" name="Freeform 200"/>
            <p:cNvSpPr>
              <a:spLocks/>
            </p:cNvSpPr>
            <p:nvPr/>
          </p:nvSpPr>
          <p:spPr bwMode="auto">
            <a:xfrm>
              <a:off x="5745" y="2720"/>
              <a:ext cx="1063" cy="342"/>
            </a:xfrm>
            <a:custGeom>
              <a:avLst/>
              <a:gdLst>
                <a:gd name="T0" fmla="*/ 1002 w 2126"/>
                <a:gd name="T1" fmla="*/ 0 h 685"/>
                <a:gd name="T2" fmla="*/ 1151 w 2126"/>
                <a:gd name="T3" fmla="*/ 8 h 685"/>
                <a:gd name="T4" fmla="*/ 1297 w 2126"/>
                <a:gd name="T5" fmla="*/ 27 h 685"/>
                <a:gd name="T6" fmla="*/ 1442 w 2126"/>
                <a:gd name="T7" fmla="*/ 55 h 685"/>
                <a:gd name="T8" fmla="*/ 1584 w 2126"/>
                <a:gd name="T9" fmla="*/ 93 h 685"/>
                <a:gd name="T10" fmla="*/ 1725 w 2126"/>
                <a:gd name="T11" fmla="*/ 143 h 685"/>
                <a:gd name="T12" fmla="*/ 1864 w 2126"/>
                <a:gd name="T13" fmla="*/ 202 h 685"/>
                <a:gd name="T14" fmla="*/ 1997 w 2126"/>
                <a:gd name="T15" fmla="*/ 272 h 685"/>
                <a:gd name="T16" fmla="*/ 2126 w 2126"/>
                <a:gd name="T17" fmla="*/ 352 h 685"/>
                <a:gd name="T18" fmla="*/ 1794 w 2126"/>
                <a:gd name="T19" fmla="*/ 685 h 685"/>
                <a:gd name="T20" fmla="*/ 1677 w 2126"/>
                <a:gd name="T21" fmla="*/ 622 h 685"/>
                <a:gd name="T22" fmla="*/ 1556 w 2126"/>
                <a:gd name="T23" fmla="*/ 569 h 685"/>
                <a:gd name="T24" fmla="*/ 1432 w 2126"/>
                <a:gd name="T25" fmla="*/ 527 h 685"/>
                <a:gd name="T26" fmla="*/ 1305 w 2126"/>
                <a:gd name="T27" fmla="*/ 495 h 685"/>
                <a:gd name="T28" fmla="*/ 1177 w 2126"/>
                <a:gd name="T29" fmla="*/ 472 h 685"/>
                <a:gd name="T30" fmla="*/ 1048 w 2126"/>
                <a:gd name="T31" fmla="*/ 460 h 685"/>
                <a:gd name="T32" fmla="*/ 919 w 2126"/>
                <a:gd name="T33" fmla="*/ 459 h 685"/>
                <a:gd name="T34" fmla="*/ 789 w 2126"/>
                <a:gd name="T35" fmla="*/ 466 h 685"/>
                <a:gd name="T36" fmla="*/ 660 w 2126"/>
                <a:gd name="T37" fmla="*/ 485 h 685"/>
                <a:gd name="T38" fmla="*/ 533 w 2126"/>
                <a:gd name="T39" fmla="*/ 514 h 685"/>
                <a:gd name="T40" fmla="*/ 407 w 2126"/>
                <a:gd name="T41" fmla="*/ 552 h 685"/>
                <a:gd name="T42" fmla="*/ 285 w 2126"/>
                <a:gd name="T43" fmla="*/ 601 h 685"/>
                <a:gd name="T44" fmla="*/ 166 w 2126"/>
                <a:gd name="T45" fmla="*/ 660 h 685"/>
                <a:gd name="T46" fmla="*/ 150 w 2126"/>
                <a:gd name="T47" fmla="*/ 561 h 685"/>
                <a:gd name="T48" fmla="*/ 126 w 2126"/>
                <a:gd name="T49" fmla="*/ 472 h 685"/>
                <a:gd name="T50" fmla="*/ 93 w 2126"/>
                <a:gd name="T51" fmla="*/ 388 h 685"/>
                <a:gd name="T52" fmla="*/ 55 w 2126"/>
                <a:gd name="T53" fmla="*/ 310 h 685"/>
                <a:gd name="T54" fmla="*/ 10 w 2126"/>
                <a:gd name="T55" fmla="*/ 240 h 685"/>
                <a:gd name="T56" fmla="*/ 0 w 2126"/>
                <a:gd name="T57" fmla="*/ 228 h 685"/>
                <a:gd name="T58" fmla="*/ 137 w 2126"/>
                <a:gd name="T59" fmla="*/ 166 h 685"/>
                <a:gd name="T60" fmla="*/ 276 w 2126"/>
                <a:gd name="T61" fmla="*/ 112 h 685"/>
                <a:gd name="T62" fmla="*/ 418 w 2126"/>
                <a:gd name="T63" fmla="*/ 69 h 685"/>
                <a:gd name="T64" fmla="*/ 563 w 2126"/>
                <a:gd name="T65" fmla="*/ 36 h 685"/>
                <a:gd name="T66" fmla="*/ 708 w 2126"/>
                <a:gd name="T67" fmla="*/ 14 h 685"/>
                <a:gd name="T68" fmla="*/ 856 w 2126"/>
                <a:gd name="T69" fmla="*/ 2 h 685"/>
                <a:gd name="T70" fmla="*/ 1002 w 2126"/>
                <a:gd name="T71" fmla="*/ 0 h 6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126" h="685">
                  <a:moveTo>
                    <a:pt x="1002" y="0"/>
                  </a:moveTo>
                  <a:lnTo>
                    <a:pt x="1151" y="8"/>
                  </a:lnTo>
                  <a:lnTo>
                    <a:pt x="1297" y="27"/>
                  </a:lnTo>
                  <a:lnTo>
                    <a:pt x="1442" y="55"/>
                  </a:lnTo>
                  <a:lnTo>
                    <a:pt x="1584" y="93"/>
                  </a:lnTo>
                  <a:lnTo>
                    <a:pt x="1725" y="143"/>
                  </a:lnTo>
                  <a:lnTo>
                    <a:pt x="1864" y="202"/>
                  </a:lnTo>
                  <a:lnTo>
                    <a:pt x="1997" y="272"/>
                  </a:lnTo>
                  <a:lnTo>
                    <a:pt x="2126" y="352"/>
                  </a:lnTo>
                  <a:lnTo>
                    <a:pt x="1794" y="685"/>
                  </a:lnTo>
                  <a:lnTo>
                    <a:pt x="1677" y="622"/>
                  </a:lnTo>
                  <a:lnTo>
                    <a:pt x="1556" y="569"/>
                  </a:lnTo>
                  <a:lnTo>
                    <a:pt x="1432" y="527"/>
                  </a:lnTo>
                  <a:lnTo>
                    <a:pt x="1305" y="495"/>
                  </a:lnTo>
                  <a:lnTo>
                    <a:pt x="1177" y="472"/>
                  </a:lnTo>
                  <a:lnTo>
                    <a:pt x="1048" y="460"/>
                  </a:lnTo>
                  <a:lnTo>
                    <a:pt x="919" y="459"/>
                  </a:lnTo>
                  <a:lnTo>
                    <a:pt x="789" y="466"/>
                  </a:lnTo>
                  <a:lnTo>
                    <a:pt x="660" y="485"/>
                  </a:lnTo>
                  <a:lnTo>
                    <a:pt x="533" y="514"/>
                  </a:lnTo>
                  <a:lnTo>
                    <a:pt x="407" y="552"/>
                  </a:lnTo>
                  <a:lnTo>
                    <a:pt x="285" y="601"/>
                  </a:lnTo>
                  <a:lnTo>
                    <a:pt x="166" y="660"/>
                  </a:lnTo>
                  <a:lnTo>
                    <a:pt x="150" y="561"/>
                  </a:lnTo>
                  <a:lnTo>
                    <a:pt x="126" y="472"/>
                  </a:lnTo>
                  <a:lnTo>
                    <a:pt x="93" y="388"/>
                  </a:lnTo>
                  <a:lnTo>
                    <a:pt x="55" y="310"/>
                  </a:lnTo>
                  <a:lnTo>
                    <a:pt x="10" y="240"/>
                  </a:lnTo>
                  <a:lnTo>
                    <a:pt x="0" y="228"/>
                  </a:lnTo>
                  <a:lnTo>
                    <a:pt x="137" y="166"/>
                  </a:lnTo>
                  <a:lnTo>
                    <a:pt x="276" y="112"/>
                  </a:lnTo>
                  <a:lnTo>
                    <a:pt x="418" y="69"/>
                  </a:lnTo>
                  <a:lnTo>
                    <a:pt x="563" y="36"/>
                  </a:lnTo>
                  <a:lnTo>
                    <a:pt x="708" y="14"/>
                  </a:lnTo>
                  <a:lnTo>
                    <a:pt x="856" y="2"/>
                  </a:lnTo>
                  <a:lnTo>
                    <a:pt x="100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98" name="Group 224"/>
          <p:cNvGrpSpPr>
            <a:grpSpLocks noChangeAspect="1"/>
          </p:cNvGrpSpPr>
          <p:nvPr/>
        </p:nvGrpSpPr>
        <p:grpSpPr bwMode="auto">
          <a:xfrm>
            <a:off x="3738765" y="5050488"/>
            <a:ext cx="425520" cy="424836"/>
            <a:chOff x="4116" y="2102"/>
            <a:chExt cx="1242" cy="1240"/>
          </a:xfrm>
          <a:solidFill>
            <a:schemeClr val="bg1"/>
          </a:solidFill>
        </p:grpSpPr>
        <p:sp>
          <p:nvSpPr>
            <p:cNvPr id="100" name="Freeform 226"/>
            <p:cNvSpPr>
              <a:spLocks noEditPoints="1"/>
            </p:cNvSpPr>
            <p:nvPr/>
          </p:nvSpPr>
          <p:spPr bwMode="auto">
            <a:xfrm>
              <a:off x="4417" y="2402"/>
              <a:ext cx="941" cy="940"/>
            </a:xfrm>
            <a:custGeom>
              <a:avLst/>
              <a:gdLst>
                <a:gd name="T0" fmla="*/ 1140 w 2824"/>
                <a:gd name="T1" fmla="*/ 983 h 2818"/>
                <a:gd name="T2" fmla="*/ 935 w 2824"/>
                <a:gd name="T3" fmla="*/ 1239 h 2818"/>
                <a:gd name="T4" fmla="*/ 935 w 2824"/>
                <a:gd name="T5" fmla="*/ 1579 h 2818"/>
                <a:gd name="T6" fmla="*/ 1140 w 2824"/>
                <a:gd name="T7" fmla="*/ 1835 h 2818"/>
                <a:gd name="T8" fmla="*/ 1470 w 2824"/>
                <a:gd name="T9" fmla="*/ 1912 h 2818"/>
                <a:gd name="T10" fmla="*/ 1770 w 2824"/>
                <a:gd name="T11" fmla="*/ 1766 h 2818"/>
                <a:gd name="T12" fmla="*/ 1915 w 2824"/>
                <a:gd name="T13" fmla="*/ 1468 h 2818"/>
                <a:gd name="T14" fmla="*/ 1839 w 2824"/>
                <a:gd name="T15" fmla="*/ 1138 h 2818"/>
                <a:gd name="T16" fmla="*/ 1582 w 2824"/>
                <a:gd name="T17" fmla="*/ 932 h 2818"/>
                <a:gd name="T18" fmla="*/ 1557 w 2824"/>
                <a:gd name="T19" fmla="*/ 3 h 2818"/>
                <a:gd name="T20" fmla="*/ 1692 w 2824"/>
                <a:gd name="T21" fmla="*/ 138 h 2818"/>
                <a:gd name="T22" fmla="*/ 1731 w 2824"/>
                <a:gd name="T23" fmla="*/ 378 h 2818"/>
                <a:gd name="T24" fmla="*/ 1923 w 2824"/>
                <a:gd name="T25" fmla="*/ 456 h 2818"/>
                <a:gd name="T26" fmla="*/ 2109 w 2824"/>
                <a:gd name="T27" fmla="*/ 317 h 2818"/>
                <a:gd name="T28" fmla="*/ 2263 w 2824"/>
                <a:gd name="T29" fmla="*/ 293 h 2818"/>
                <a:gd name="T30" fmla="*/ 2523 w 2824"/>
                <a:gd name="T31" fmla="*/ 541 h 2818"/>
                <a:gd name="T32" fmla="*/ 2508 w 2824"/>
                <a:gd name="T33" fmla="*/ 711 h 2818"/>
                <a:gd name="T34" fmla="*/ 2367 w 2824"/>
                <a:gd name="T35" fmla="*/ 906 h 2818"/>
                <a:gd name="T36" fmla="*/ 2445 w 2824"/>
                <a:gd name="T37" fmla="*/ 1090 h 2818"/>
                <a:gd name="T38" fmla="*/ 2686 w 2824"/>
                <a:gd name="T39" fmla="*/ 1130 h 2818"/>
                <a:gd name="T40" fmla="*/ 2820 w 2824"/>
                <a:gd name="T41" fmla="*/ 1264 h 2818"/>
                <a:gd name="T42" fmla="*/ 2772 w 2824"/>
                <a:gd name="T43" fmla="*/ 1641 h 2818"/>
                <a:gd name="T44" fmla="*/ 2497 w 2824"/>
                <a:gd name="T45" fmla="*/ 1694 h 2818"/>
                <a:gd name="T46" fmla="*/ 2401 w 2824"/>
                <a:gd name="T47" fmla="*/ 1818 h 2818"/>
                <a:gd name="T48" fmla="*/ 2381 w 2824"/>
                <a:gd name="T49" fmla="*/ 1972 h 2818"/>
                <a:gd name="T50" fmla="*/ 2538 w 2824"/>
                <a:gd name="T51" fmla="*/ 2191 h 2818"/>
                <a:gd name="T52" fmla="*/ 2331 w 2824"/>
                <a:gd name="T53" fmla="*/ 2483 h 2818"/>
                <a:gd name="T54" fmla="*/ 2182 w 2824"/>
                <a:gd name="T55" fmla="*/ 2532 h 2818"/>
                <a:gd name="T56" fmla="*/ 1977 w 2824"/>
                <a:gd name="T57" fmla="*/ 2377 h 2818"/>
                <a:gd name="T58" fmla="*/ 1875 w 2824"/>
                <a:gd name="T59" fmla="*/ 2372 h 2818"/>
                <a:gd name="T60" fmla="*/ 1706 w 2824"/>
                <a:gd name="T61" fmla="*/ 2474 h 2818"/>
                <a:gd name="T62" fmla="*/ 1666 w 2824"/>
                <a:gd name="T63" fmla="*/ 2742 h 2818"/>
                <a:gd name="T64" fmla="*/ 1301 w 2824"/>
                <a:gd name="T65" fmla="*/ 2818 h 2818"/>
                <a:gd name="T66" fmla="*/ 1142 w 2824"/>
                <a:gd name="T67" fmla="*/ 2712 h 2818"/>
                <a:gd name="T68" fmla="*/ 1107 w 2824"/>
                <a:gd name="T69" fmla="*/ 2455 h 2818"/>
                <a:gd name="T70" fmla="*/ 927 w 2824"/>
                <a:gd name="T71" fmla="*/ 2365 h 2818"/>
                <a:gd name="T72" fmla="*/ 736 w 2824"/>
                <a:gd name="T73" fmla="*/ 2483 h 2818"/>
                <a:gd name="T74" fmla="*/ 586 w 2824"/>
                <a:gd name="T75" fmla="*/ 2532 h 2818"/>
                <a:gd name="T76" fmla="*/ 316 w 2824"/>
                <a:gd name="T77" fmla="*/ 2304 h 2818"/>
                <a:gd name="T78" fmla="*/ 301 w 2824"/>
                <a:gd name="T79" fmla="*/ 2134 h 2818"/>
                <a:gd name="T80" fmla="*/ 455 w 2824"/>
                <a:gd name="T81" fmla="*/ 1933 h 2818"/>
                <a:gd name="T82" fmla="*/ 392 w 2824"/>
                <a:gd name="T83" fmla="*/ 1745 h 2818"/>
                <a:gd name="T84" fmla="*/ 173 w 2824"/>
                <a:gd name="T85" fmla="*/ 1692 h 2818"/>
                <a:gd name="T86" fmla="*/ 14 w 2824"/>
                <a:gd name="T87" fmla="*/ 1587 h 2818"/>
                <a:gd name="T88" fmla="*/ 30 w 2824"/>
                <a:gd name="T89" fmla="*/ 1203 h 2818"/>
                <a:gd name="T90" fmla="*/ 309 w 2824"/>
                <a:gd name="T91" fmla="*/ 1126 h 2818"/>
                <a:gd name="T92" fmla="*/ 401 w 2824"/>
                <a:gd name="T93" fmla="*/ 1054 h 2818"/>
                <a:gd name="T94" fmla="*/ 451 w 2824"/>
                <a:gd name="T95" fmla="*/ 864 h 2818"/>
                <a:gd name="T96" fmla="*/ 293 w 2824"/>
                <a:gd name="T97" fmla="*/ 666 h 2818"/>
                <a:gd name="T98" fmla="*/ 318 w 2824"/>
                <a:gd name="T99" fmla="*/ 512 h 2818"/>
                <a:gd name="T100" fmla="*/ 586 w 2824"/>
                <a:gd name="T101" fmla="*/ 286 h 2818"/>
                <a:gd name="T102" fmla="*/ 736 w 2824"/>
                <a:gd name="T103" fmla="*/ 335 h 2818"/>
                <a:gd name="T104" fmla="*/ 919 w 2824"/>
                <a:gd name="T105" fmla="*/ 454 h 2818"/>
                <a:gd name="T106" fmla="*/ 1092 w 2824"/>
                <a:gd name="T107" fmla="*/ 378 h 2818"/>
                <a:gd name="T108" fmla="*/ 1132 w 2824"/>
                <a:gd name="T109" fmla="*/ 138 h 2818"/>
                <a:gd name="T110" fmla="*/ 1267 w 2824"/>
                <a:gd name="T111" fmla="*/ 3 h 28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24" h="2818">
                  <a:moveTo>
                    <a:pt x="1412" y="903"/>
                  </a:moveTo>
                  <a:lnTo>
                    <a:pt x="1353" y="906"/>
                  </a:lnTo>
                  <a:lnTo>
                    <a:pt x="1296" y="916"/>
                  </a:lnTo>
                  <a:lnTo>
                    <a:pt x="1241" y="932"/>
                  </a:lnTo>
                  <a:lnTo>
                    <a:pt x="1189" y="955"/>
                  </a:lnTo>
                  <a:lnTo>
                    <a:pt x="1140" y="983"/>
                  </a:lnTo>
                  <a:lnTo>
                    <a:pt x="1096" y="1014"/>
                  </a:lnTo>
                  <a:lnTo>
                    <a:pt x="1053" y="1052"/>
                  </a:lnTo>
                  <a:lnTo>
                    <a:pt x="1017" y="1093"/>
                  </a:lnTo>
                  <a:lnTo>
                    <a:pt x="984" y="1138"/>
                  </a:lnTo>
                  <a:lnTo>
                    <a:pt x="956" y="1187"/>
                  </a:lnTo>
                  <a:lnTo>
                    <a:pt x="935" y="1239"/>
                  </a:lnTo>
                  <a:lnTo>
                    <a:pt x="919" y="1293"/>
                  </a:lnTo>
                  <a:lnTo>
                    <a:pt x="908" y="1350"/>
                  </a:lnTo>
                  <a:lnTo>
                    <a:pt x="905" y="1409"/>
                  </a:lnTo>
                  <a:lnTo>
                    <a:pt x="908" y="1468"/>
                  </a:lnTo>
                  <a:lnTo>
                    <a:pt x="919" y="1525"/>
                  </a:lnTo>
                  <a:lnTo>
                    <a:pt x="935" y="1579"/>
                  </a:lnTo>
                  <a:lnTo>
                    <a:pt x="956" y="1631"/>
                  </a:lnTo>
                  <a:lnTo>
                    <a:pt x="984" y="1680"/>
                  </a:lnTo>
                  <a:lnTo>
                    <a:pt x="1017" y="1725"/>
                  </a:lnTo>
                  <a:lnTo>
                    <a:pt x="1053" y="1766"/>
                  </a:lnTo>
                  <a:lnTo>
                    <a:pt x="1096" y="1803"/>
                  </a:lnTo>
                  <a:lnTo>
                    <a:pt x="1140" y="1835"/>
                  </a:lnTo>
                  <a:lnTo>
                    <a:pt x="1189" y="1863"/>
                  </a:lnTo>
                  <a:lnTo>
                    <a:pt x="1241" y="1885"/>
                  </a:lnTo>
                  <a:lnTo>
                    <a:pt x="1296" y="1901"/>
                  </a:lnTo>
                  <a:lnTo>
                    <a:pt x="1353" y="1912"/>
                  </a:lnTo>
                  <a:lnTo>
                    <a:pt x="1412" y="1915"/>
                  </a:lnTo>
                  <a:lnTo>
                    <a:pt x="1470" y="1912"/>
                  </a:lnTo>
                  <a:lnTo>
                    <a:pt x="1527" y="1901"/>
                  </a:lnTo>
                  <a:lnTo>
                    <a:pt x="1582" y="1885"/>
                  </a:lnTo>
                  <a:lnTo>
                    <a:pt x="1635" y="1863"/>
                  </a:lnTo>
                  <a:lnTo>
                    <a:pt x="1683" y="1835"/>
                  </a:lnTo>
                  <a:lnTo>
                    <a:pt x="1728" y="1803"/>
                  </a:lnTo>
                  <a:lnTo>
                    <a:pt x="1770" y="1766"/>
                  </a:lnTo>
                  <a:lnTo>
                    <a:pt x="1807" y="1725"/>
                  </a:lnTo>
                  <a:lnTo>
                    <a:pt x="1839" y="1680"/>
                  </a:lnTo>
                  <a:lnTo>
                    <a:pt x="1867" y="1631"/>
                  </a:lnTo>
                  <a:lnTo>
                    <a:pt x="1888" y="1579"/>
                  </a:lnTo>
                  <a:lnTo>
                    <a:pt x="1905" y="1525"/>
                  </a:lnTo>
                  <a:lnTo>
                    <a:pt x="1915" y="1468"/>
                  </a:lnTo>
                  <a:lnTo>
                    <a:pt x="1918" y="1409"/>
                  </a:lnTo>
                  <a:lnTo>
                    <a:pt x="1915" y="1350"/>
                  </a:lnTo>
                  <a:lnTo>
                    <a:pt x="1905" y="1293"/>
                  </a:lnTo>
                  <a:lnTo>
                    <a:pt x="1888" y="1239"/>
                  </a:lnTo>
                  <a:lnTo>
                    <a:pt x="1867" y="1187"/>
                  </a:lnTo>
                  <a:lnTo>
                    <a:pt x="1839" y="1138"/>
                  </a:lnTo>
                  <a:lnTo>
                    <a:pt x="1807" y="1093"/>
                  </a:lnTo>
                  <a:lnTo>
                    <a:pt x="1770" y="1052"/>
                  </a:lnTo>
                  <a:lnTo>
                    <a:pt x="1728" y="1014"/>
                  </a:lnTo>
                  <a:lnTo>
                    <a:pt x="1683" y="983"/>
                  </a:lnTo>
                  <a:lnTo>
                    <a:pt x="1635" y="955"/>
                  </a:lnTo>
                  <a:lnTo>
                    <a:pt x="1582" y="932"/>
                  </a:lnTo>
                  <a:lnTo>
                    <a:pt x="1527" y="916"/>
                  </a:lnTo>
                  <a:lnTo>
                    <a:pt x="1470" y="906"/>
                  </a:lnTo>
                  <a:lnTo>
                    <a:pt x="1412" y="903"/>
                  </a:lnTo>
                  <a:close/>
                  <a:moveTo>
                    <a:pt x="1301" y="0"/>
                  </a:moveTo>
                  <a:lnTo>
                    <a:pt x="1522" y="0"/>
                  </a:lnTo>
                  <a:lnTo>
                    <a:pt x="1557" y="3"/>
                  </a:lnTo>
                  <a:lnTo>
                    <a:pt x="1589" y="14"/>
                  </a:lnTo>
                  <a:lnTo>
                    <a:pt x="1619" y="29"/>
                  </a:lnTo>
                  <a:lnTo>
                    <a:pt x="1644" y="50"/>
                  </a:lnTo>
                  <a:lnTo>
                    <a:pt x="1666" y="76"/>
                  </a:lnTo>
                  <a:lnTo>
                    <a:pt x="1682" y="106"/>
                  </a:lnTo>
                  <a:lnTo>
                    <a:pt x="1692" y="138"/>
                  </a:lnTo>
                  <a:lnTo>
                    <a:pt x="1695" y="172"/>
                  </a:lnTo>
                  <a:lnTo>
                    <a:pt x="1695" y="308"/>
                  </a:lnTo>
                  <a:lnTo>
                    <a:pt x="1698" y="326"/>
                  </a:lnTo>
                  <a:lnTo>
                    <a:pt x="1706" y="344"/>
                  </a:lnTo>
                  <a:lnTo>
                    <a:pt x="1717" y="362"/>
                  </a:lnTo>
                  <a:lnTo>
                    <a:pt x="1731" y="378"/>
                  </a:lnTo>
                  <a:lnTo>
                    <a:pt x="1748" y="391"/>
                  </a:lnTo>
                  <a:lnTo>
                    <a:pt x="1767" y="400"/>
                  </a:lnTo>
                  <a:lnTo>
                    <a:pt x="1822" y="422"/>
                  </a:lnTo>
                  <a:lnTo>
                    <a:pt x="1875" y="446"/>
                  </a:lnTo>
                  <a:lnTo>
                    <a:pt x="1897" y="452"/>
                  </a:lnTo>
                  <a:lnTo>
                    <a:pt x="1923" y="456"/>
                  </a:lnTo>
                  <a:lnTo>
                    <a:pt x="1943" y="454"/>
                  </a:lnTo>
                  <a:lnTo>
                    <a:pt x="1961" y="449"/>
                  </a:lnTo>
                  <a:lnTo>
                    <a:pt x="1977" y="441"/>
                  </a:lnTo>
                  <a:lnTo>
                    <a:pt x="1991" y="431"/>
                  </a:lnTo>
                  <a:lnTo>
                    <a:pt x="2087" y="335"/>
                  </a:lnTo>
                  <a:lnTo>
                    <a:pt x="2109" y="317"/>
                  </a:lnTo>
                  <a:lnTo>
                    <a:pt x="2132" y="303"/>
                  </a:lnTo>
                  <a:lnTo>
                    <a:pt x="2156" y="293"/>
                  </a:lnTo>
                  <a:lnTo>
                    <a:pt x="2182" y="286"/>
                  </a:lnTo>
                  <a:lnTo>
                    <a:pt x="2209" y="285"/>
                  </a:lnTo>
                  <a:lnTo>
                    <a:pt x="2237" y="286"/>
                  </a:lnTo>
                  <a:lnTo>
                    <a:pt x="2263" y="293"/>
                  </a:lnTo>
                  <a:lnTo>
                    <a:pt x="2288" y="303"/>
                  </a:lnTo>
                  <a:lnTo>
                    <a:pt x="2311" y="317"/>
                  </a:lnTo>
                  <a:lnTo>
                    <a:pt x="2331" y="335"/>
                  </a:lnTo>
                  <a:lnTo>
                    <a:pt x="2488" y="490"/>
                  </a:lnTo>
                  <a:lnTo>
                    <a:pt x="2508" y="514"/>
                  </a:lnTo>
                  <a:lnTo>
                    <a:pt x="2523" y="541"/>
                  </a:lnTo>
                  <a:lnTo>
                    <a:pt x="2532" y="569"/>
                  </a:lnTo>
                  <a:lnTo>
                    <a:pt x="2538" y="598"/>
                  </a:lnTo>
                  <a:lnTo>
                    <a:pt x="2538" y="627"/>
                  </a:lnTo>
                  <a:lnTo>
                    <a:pt x="2532" y="656"/>
                  </a:lnTo>
                  <a:lnTo>
                    <a:pt x="2523" y="685"/>
                  </a:lnTo>
                  <a:lnTo>
                    <a:pt x="2508" y="711"/>
                  </a:lnTo>
                  <a:lnTo>
                    <a:pt x="2488" y="735"/>
                  </a:lnTo>
                  <a:lnTo>
                    <a:pt x="2392" y="831"/>
                  </a:lnTo>
                  <a:lnTo>
                    <a:pt x="2381" y="846"/>
                  </a:lnTo>
                  <a:lnTo>
                    <a:pt x="2373" y="864"/>
                  </a:lnTo>
                  <a:lnTo>
                    <a:pt x="2368" y="884"/>
                  </a:lnTo>
                  <a:lnTo>
                    <a:pt x="2367" y="906"/>
                  </a:lnTo>
                  <a:lnTo>
                    <a:pt x="2370" y="927"/>
                  </a:lnTo>
                  <a:lnTo>
                    <a:pt x="2377" y="947"/>
                  </a:lnTo>
                  <a:lnTo>
                    <a:pt x="2401" y="1000"/>
                  </a:lnTo>
                  <a:lnTo>
                    <a:pt x="2422" y="1054"/>
                  </a:lnTo>
                  <a:lnTo>
                    <a:pt x="2432" y="1073"/>
                  </a:lnTo>
                  <a:lnTo>
                    <a:pt x="2445" y="1090"/>
                  </a:lnTo>
                  <a:lnTo>
                    <a:pt x="2461" y="1105"/>
                  </a:lnTo>
                  <a:lnTo>
                    <a:pt x="2478" y="1116"/>
                  </a:lnTo>
                  <a:lnTo>
                    <a:pt x="2497" y="1124"/>
                  </a:lnTo>
                  <a:lnTo>
                    <a:pt x="2515" y="1126"/>
                  </a:lnTo>
                  <a:lnTo>
                    <a:pt x="2650" y="1126"/>
                  </a:lnTo>
                  <a:lnTo>
                    <a:pt x="2686" y="1130"/>
                  </a:lnTo>
                  <a:lnTo>
                    <a:pt x="2718" y="1140"/>
                  </a:lnTo>
                  <a:lnTo>
                    <a:pt x="2747" y="1156"/>
                  </a:lnTo>
                  <a:lnTo>
                    <a:pt x="2772" y="1176"/>
                  </a:lnTo>
                  <a:lnTo>
                    <a:pt x="2794" y="1203"/>
                  </a:lnTo>
                  <a:lnTo>
                    <a:pt x="2810" y="1232"/>
                  </a:lnTo>
                  <a:lnTo>
                    <a:pt x="2820" y="1264"/>
                  </a:lnTo>
                  <a:lnTo>
                    <a:pt x="2824" y="1298"/>
                  </a:lnTo>
                  <a:lnTo>
                    <a:pt x="2824" y="1519"/>
                  </a:lnTo>
                  <a:lnTo>
                    <a:pt x="2820" y="1554"/>
                  </a:lnTo>
                  <a:lnTo>
                    <a:pt x="2810" y="1587"/>
                  </a:lnTo>
                  <a:lnTo>
                    <a:pt x="2794" y="1615"/>
                  </a:lnTo>
                  <a:lnTo>
                    <a:pt x="2772" y="1641"/>
                  </a:lnTo>
                  <a:lnTo>
                    <a:pt x="2747" y="1662"/>
                  </a:lnTo>
                  <a:lnTo>
                    <a:pt x="2718" y="1678"/>
                  </a:lnTo>
                  <a:lnTo>
                    <a:pt x="2686" y="1688"/>
                  </a:lnTo>
                  <a:lnTo>
                    <a:pt x="2650" y="1692"/>
                  </a:lnTo>
                  <a:lnTo>
                    <a:pt x="2515" y="1692"/>
                  </a:lnTo>
                  <a:lnTo>
                    <a:pt x="2497" y="1694"/>
                  </a:lnTo>
                  <a:lnTo>
                    <a:pt x="2478" y="1702"/>
                  </a:lnTo>
                  <a:lnTo>
                    <a:pt x="2461" y="1713"/>
                  </a:lnTo>
                  <a:lnTo>
                    <a:pt x="2445" y="1728"/>
                  </a:lnTo>
                  <a:lnTo>
                    <a:pt x="2432" y="1745"/>
                  </a:lnTo>
                  <a:lnTo>
                    <a:pt x="2423" y="1763"/>
                  </a:lnTo>
                  <a:lnTo>
                    <a:pt x="2401" y="1818"/>
                  </a:lnTo>
                  <a:lnTo>
                    <a:pt x="2377" y="1871"/>
                  </a:lnTo>
                  <a:lnTo>
                    <a:pt x="2370" y="1891"/>
                  </a:lnTo>
                  <a:lnTo>
                    <a:pt x="2368" y="1912"/>
                  </a:lnTo>
                  <a:lnTo>
                    <a:pt x="2368" y="1933"/>
                  </a:lnTo>
                  <a:lnTo>
                    <a:pt x="2373" y="1954"/>
                  </a:lnTo>
                  <a:lnTo>
                    <a:pt x="2381" y="1972"/>
                  </a:lnTo>
                  <a:lnTo>
                    <a:pt x="2392" y="1987"/>
                  </a:lnTo>
                  <a:lnTo>
                    <a:pt x="2488" y="2084"/>
                  </a:lnTo>
                  <a:lnTo>
                    <a:pt x="2508" y="2107"/>
                  </a:lnTo>
                  <a:lnTo>
                    <a:pt x="2523" y="2134"/>
                  </a:lnTo>
                  <a:lnTo>
                    <a:pt x="2532" y="2161"/>
                  </a:lnTo>
                  <a:lnTo>
                    <a:pt x="2538" y="2191"/>
                  </a:lnTo>
                  <a:lnTo>
                    <a:pt x="2538" y="2219"/>
                  </a:lnTo>
                  <a:lnTo>
                    <a:pt x="2532" y="2249"/>
                  </a:lnTo>
                  <a:lnTo>
                    <a:pt x="2523" y="2278"/>
                  </a:lnTo>
                  <a:lnTo>
                    <a:pt x="2508" y="2304"/>
                  </a:lnTo>
                  <a:lnTo>
                    <a:pt x="2488" y="2328"/>
                  </a:lnTo>
                  <a:lnTo>
                    <a:pt x="2331" y="2483"/>
                  </a:lnTo>
                  <a:lnTo>
                    <a:pt x="2311" y="2501"/>
                  </a:lnTo>
                  <a:lnTo>
                    <a:pt x="2288" y="2515"/>
                  </a:lnTo>
                  <a:lnTo>
                    <a:pt x="2263" y="2525"/>
                  </a:lnTo>
                  <a:lnTo>
                    <a:pt x="2237" y="2532"/>
                  </a:lnTo>
                  <a:lnTo>
                    <a:pt x="2209" y="2534"/>
                  </a:lnTo>
                  <a:lnTo>
                    <a:pt x="2182" y="2532"/>
                  </a:lnTo>
                  <a:lnTo>
                    <a:pt x="2156" y="2525"/>
                  </a:lnTo>
                  <a:lnTo>
                    <a:pt x="2132" y="2515"/>
                  </a:lnTo>
                  <a:lnTo>
                    <a:pt x="2109" y="2501"/>
                  </a:lnTo>
                  <a:lnTo>
                    <a:pt x="2087" y="2483"/>
                  </a:lnTo>
                  <a:lnTo>
                    <a:pt x="1991" y="2387"/>
                  </a:lnTo>
                  <a:lnTo>
                    <a:pt x="1977" y="2377"/>
                  </a:lnTo>
                  <a:lnTo>
                    <a:pt x="1961" y="2369"/>
                  </a:lnTo>
                  <a:lnTo>
                    <a:pt x="1942" y="2364"/>
                  </a:lnTo>
                  <a:lnTo>
                    <a:pt x="1923" y="2363"/>
                  </a:lnTo>
                  <a:lnTo>
                    <a:pt x="1905" y="2364"/>
                  </a:lnTo>
                  <a:lnTo>
                    <a:pt x="1889" y="2368"/>
                  </a:lnTo>
                  <a:lnTo>
                    <a:pt x="1875" y="2372"/>
                  </a:lnTo>
                  <a:lnTo>
                    <a:pt x="1822" y="2396"/>
                  </a:lnTo>
                  <a:lnTo>
                    <a:pt x="1767" y="2418"/>
                  </a:lnTo>
                  <a:lnTo>
                    <a:pt x="1748" y="2427"/>
                  </a:lnTo>
                  <a:lnTo>
                    <a:pt x="1731" y="2439"/>
                  </a:lnTo>
                  <a:lnTo>
                    <a:pt x="1717" y="2455"/>
                  </a:lnTo>
                  <a:lnTo>
                    <a:pt x="1706" y="2474"/>
                  </a:lnTo>
                  <a:lnTo>
                    <a:pt x="1698" y="2492"/>
                  </a:lnTo>
                  <a:lnTo>
                    <a:pt x="1695" y="2510"/>
                  </a:lnTo>
                  <a:lnTo>
                    <a:pt x="1695" y="2646"/>
                  </a:lnTo>
                  <a:lnTo>
                    <a:pt x="1692" y="2680"/>
                  </a:lnTo>
                  <a:lnTo>
                    <a:pt x="1682" y="2712"/>
                  </a:lnTo>
                  <a:lnTo>
                    <a:pt x="1666" y="2742"/>
                  </a:lnTo>
                  <a:lnTo>
                    <a:pt x="1644" y="2768"/>
                  </a:lnTo>
                  <a:lnTo>
                    <a:pt x="1619" y="2788"/>
                  </a:lnTo>
                  <a:lnTo>
                    <a:pt x="1589" y="2804"/>
                  </a:lnTo>
                  <a:lnTo>
                    <a:pt x="1557" y="2815"/>
                  </a:lnTo>
                  <a:lnTo>
                    <a:pt x="1522" y="2818"/>
                  </a:lnTo>
                  <a:lnTo>
                    <a:pt x="1301" y="2818"/>
                  </a:lnTo>
                  <a:lnTo>
                    <a:pt x="1267" y="2815"/>
                  </a:lnTo>
                  <a:lnTo>
                    <a:pt x="1234" y="2804"/>
                  </a:lnTo>
                  <a:lnTo>
                    <a:pt x="1205" y="2788"/>
                  </a:lnTo>
                  <a:lnTo>
                    <a:pt x="1179" y="2768"/>
                  </a:lnTo>
                  <a:lnTo>
                    <a:pt x="1158" y="2742"/>
                  </a:lnTo>
                  <a:lnTo>
                    <a:pt x="1142" y="2712"/>
                  </a:lnTo>
                  <a:lnTo>
                    <a:pt x="1132" y="2680"/>
                  </a:lnTo>
                  <a:lnTo>
                    <a:pt x="1129" y="2646"/>
                  </a:lnTo>
                  <a:lnTo>
                    <a:pt x="1129" y="2510"/>
                  </a:lnTo>
                  <a:lnTo>
                    <a:pt x="1125" y="2492"/>
                  </a:lnTo>
                  <a:lnTo>
                    <a:pt x="1118" y="2474"/>
                  </a:lnTo>
                  <a:lnTo>
                    <a:pt x="1107" y="2455"/>
                  </a:lnTo>
                  <a:lnTo>
                    <a:pt x="1092" y="2439"/>
                  </a:lnTo>
                  <a:lnTo>
                    <a:pt x="1075" y="2427"/>
                  </a:lnTo>
                  <a:lnTo>
                    <a:pt x="1057" y="2418"/>
                  </a:lnTo>
                  <a:lnTo>
                    <a:pt x="1002" y="2396"/>
                  </a:lnTo>
                  <a:lnTo>
                    <a:pt x="948" y="2372"/>
                  </a:lnTo>
                  <a:lnTo>
                    <a:pt x="927" y="2365"/>
                  </a:lnTo>
                  <a:lnTo>
                    <a:pt x="901" y="2363"/>
                  </a:lnTo>
                  <a:lnTo>
                    <a:pt x="881" y="2364"/>
                  </a:lnTo>
                  <a:lnTo>
                    <a:pt x="863" y="2369"/>
                  </a:lnTo>
                  <a:lnTo>
                    <a:pt x="846" y="2377"/>
                  </a:lnTo>
                  <a:lnTo>
                    <a:pt x="833" y="2387"/>
                  </a:lnTo>
                  <a:lnTo>
                    <a:pt x="736" y="2483"/>
                  </a:lnTo>
                  <a:lnTo>
                    <a:pt x="715" y="2501"/>
                  </a:lnTo>
                  <a:lnTo>
                    <a:pt x="692" y="2515"/>
                  </a:lnTo>
                  <a:lnTo>
                    <a:pt x="667" y="2525"/>
                  </a:lnTo>
                  <a:lnTo>
                    <a:pt x="641" y="2532"/>
                  </a:lnTo>
                  <a:lnTo>
                    <a:pt x="614" y="2534"/>
                  </a:lnTo>
                  <a:lnTo>
                    <a:pt x="586" y="2532"/>
                  </a:lnTo>
                  <a:lnTo>
                    <a:pt x="560" y="2525"/>
                  </a:lnTo>
                  <a:lnTo>
                    <a:pt x="536" y="2515"/>
                  </a:lnTo>
                  <a:lnTo>
                    <a:pt x="513" y="2501"/>
                  </a:lnTo>
                  <a:lnTo>
                    <a:pt x="491" y="2483"/>
                  </a:lnTo>
                  <a:lnTo>
                    <a:pt x="335" y="2327"/>
                  </a:lnTo>
                  <a:lnTo>
                    <a:pt x="316" y="2304"/>
                  </a:lnTo>
                  <a:lnTo>
                    <a:pt x="301" y="2278"/>
                  </a:lnTo>
                  <a:lnTo>
                    <a:pt x="290" y="2249"/>
                  </a:lnTo>
                  <a:lnTo>
                    <a:pt x="286" y="2219"/>
                  </a:lnTo>
                  <a:lnTo>
                    <a:pt x="286" y="2191"/>
                  </a:lnTo>
                  <a:lnTo>
                    <a:pt x="290" y="2161"/>
                  </a:lnTo>
                  <a:lnTo>
                    <a:pt x="301" y="2134"/>
                  </a:lnTo>
                  <a:lnTo>
                    <a:pt x="316" y="2107"/>
                  </a:lnTo>
                  <a:lnTo>
                    <a:pt x="335" y="2084"/>
                  </a:lnTo>
                  <a:lnTo>
                    <a:pt x="432" y="1987"/>
                  </a:lnTo>
                  <a:lnTo>
                    <a:pt x="443" y="1972"/>
                  </a:lnTo>
                  <a:lnTo>
                    <a:pt x="451" y="1954"/>
                  </a:lnTo>
                  <a:lnTo>
                    <a:pt x="455" y="1933"/>
                  </a:lnTo>
                  <a:lnTo>
                    <a:pt x="456" y="1912"/>
                  </a:lnTo>
                  <a:lnTo>
                    <a:pt x="453" y="1891"/>
                  </a:lnTo>
                  <a:lnTo>
                    <a:pt x="446" y="1871"/>
                  </a:lnTo>
                  <a:lnTo>
                    <a:pt x="422" y="1818"/>
                  </a:lnTo>
                  <a:lnTo>
                    <a:pt x="401" y="1763"/>
                  </a:lnTo>
                  <a:lnTo>
                    <a:pt x="392" y="1745"/>
                  </a:lnTo>
                  <a:lnTo>
                    <a:pt x="380" y="1728"/>
                  </a:lnTo>
                  <a:lnTo>
                    <a:pt x="364" y="1713"/>
                  </a:lnTo>
                  <a:lnTo>
                    <a:pt x="345" y="1702"/>
                  </a:lnTo>
                  <a:lnTo>
                    <a:pt x="327" y="1694"/>
                  </a:lnTo>
                  <a:lnTo>
                    <a:pt x="309" y="1692"/>
                  </a:lnTo>
                  <a:lnTo>
                    <a:pt x="173" y="1692"/>
                  </a:lnTo>
                  <a:lnTo>
                    <a:pt x="139" y="1688"/>
                  </a:lnTo>
                  <a:lnTo>
                    <a:pt x="105" y="1678"/>
                  </a:lnTo>
                  <a:lnTo>
                    <a:pt x="77" y="1662"/>
                  </a:lnTo>
                  <a:lnTo>
                    <a:pt x="51" y="1641"/>
                  </a:lnTo>
                  <a:lnTo>
                    <a:pt x="30" y="1615"/>
                  </a:lnTo>
                  <a:lnTo>
                    <a:pt x="14" y="1587"/>
                  </a:lnTo>
                  <a:lnTo>
                    <a:pt x="4" y="1554"/>
                  </a:lnTo>
                  <a:lnTo>
                    <a:pt x="0" y="1519"/>
                  </a:lnTo>
                  <a:lnTo>
                    <a:pt x="0" y="1298"/>
                  </a:lnTo>
                  <a:lnTo>
                    <a:pt x="4" y="1264"/>
                  </a:lnTo>
                  <a:lnTo>
                    <a:pt x="14" y="1231"/>
                  </a:lnTo>
                  <a:lnTo>
                    <a:pt x="30" y="1203"/>
                  </a:lnTo>
                  <a:lnTo>
                    <a:pt x="51" y="1176"/>
                  </a:lnTo>
                  <a:lnTo>
                    <a:pt x="77" y="1156"/>
                  </a:lnTo>
                  <a:lnTo>
                    <a:pt x="105" y="1140"/>
                  </a:lnTo>
                  <a:lnTo>
                    <a:pt x="139" y="1130"/>
                  </a:lnTo>
                  <a:lnTo>
                    <a:pt x="173" y="1126"/>
                  </a:lnTo>
                  <a:lnTo>
                    <a:pt x="309" y="1126"/>
                  </a:lnTo>
                  <a:lnTo>
                    <a:pt x="327" y="1124"/>
                  </a:lnTo>
                  <a:lnTo>
                    <a:pt x="345" y="1116"/>
                  </a:lnTo>
                  <a:lnTo>
                    <a:pt x="364" y="1105"/>
                  </a:lnTo>
                  <a:lnTo>
                    <a:pt x="380" y="1090"/>
                  </a:lnTo>
                  <a:lnTo>
                    <a:pt x="392" y="1073"/>
                  </a:lnTo>
                  <a:lnTo>
                    <a:pt x="401" y="1054"/>
                  </a:lnTo>
                  <a:lnTo>
                    <a:pt x="422" y="1000"/>
                  </a:lnTo>
                  <a:lnTo>
                    <a:pt x="446" y="947"/>
                  </a:lnTo>
                  <a:lnTo>
                    <a:pt x="453" y="927"/>
                  </a:lnTo>
                  <a:lnTo>
                    <a:pt x="456" y="906"/>
                  </a:lnTo>
                  <a:lnTo>
                    <a:pt x="455" y="884"/>
                  </a:lnTo>
                  <a:lnTo>
                    <a:pt x="451" y="864"/>
                  </a:lnTo>
                  <a:lnTo>
                    <a:pt x="443" y="846"/>
                  </a:lnTo>
                  <a:lnTo>
                    <a:pt x="432" y="831"/>
                  </a:lnTo>
                  <a:lnTo>
                    <a:pt x="335" y="735"/>
                  </a:lnTo>
                  <a:lnTo>
                    <a:pt x="318" y="713"/>
                  </a:lnTo>
                  <a:lnTo>
                    <a:pt x="303" y="691"/>
                  </a:lnTo>
                  <a:lnTo>
                    <a:pt x="293" y="666"/>
                  </a:lnTo>
                  <a:lnTo>
                    <a:pt x="287" y="639"/>
                  </a:lnTo>
                  <a:lnTo>
                    <a:pt x="285" y="613"/>
                  </a:lnTo>
                  <a:lnTo>
                    <a:pt x="287" y="586"/>
                  </a:lnTo>
                  <a:lnTo>
                    <a:pt x="293" y="560"/>
                  </a:lnTo>
                  <a:lnTo>
                    <a:pt x="303" y="535"/>
                  </a:lnTo>
                  <a:lnTo>
                    <a:pt x="318" y="512"/>
                  </a:lnTo>
                  <a:lnTo>
                    <a:pt x="335" y="491"/>
                  </a:lnTo>
                  <a:lnTo>
                    <a:pt x="491" y="335"/>
                  </a:lnTo>
                  <a:lnTo>
                    <a:pt x="512" y="317"/>
                  </a:lnTo>
                  <a:lnTo>
                    <a:pt x="536" y="303"/>
                  </a:lnTo>
                  <a:lnTo>
                    <a:pt x="560" y="293"/>
                  </a:lnTo>
                  <a:lnTo>
                    <a:pt x="586" y="286"/>
                  </a:lnTo>
                  <a:lnTo>
                    <a:pt x="614" y="284"/>
                  </a:lnTo>
                  <a:lnTo>
                    <a:pt x="641" y="286"/>
                  </a:lnTo>
                  <a:lnTo>
                    <a:pt x="667" y="293"/>
                  </a:lnTo>
                  <a:lnTo>
                    <a:pt x="692" y="303"/>
                  </a:lnTo>
                  <a:lnTo>
                    <a:pt x="715" y="317"/>
                  </a:lnTo>
                  <a:lnTo>
                    <a:pt x="736" y="335"/>
                  </a:lnTo>
                  <a:lnTo>
                    <a:pt x="832" y="431"/>
                  </a:lnTo>
                  <a:lnTo>
                    <a:pt x="846" y="441"/>
                  </a:lnTo>
                  <a:lnTo>
                    <a:pt x="863" y="449"/>
                  </a:lnTo>
                  <a:lnTo>
                    <a:pt x="881" y="454"/>
                  </a:lnTo>
                  <a:lnTo>
                    <a:pt x="901" y="456"/>
                  </a:lnTo>
                  <a:lnTo>
                    <a:pt x="919" y="454"/>
                  </a:lnTo>
                  <a:lnTo>
                    <a:pt x="935" y="450"/>
                  </a:lnTo>
                  <a:lnTo>
                    <a:pt x="948" y="446"/>
                  </a:lnTo>
                  <a:lnTo>
                    <a:pt x="1002" y="422"/>
                  </a:lnTo>
                  <a:lnTo>
                    <a:pt x="1056" y="400"/>
                  </a:lnTo>
                  <a:lnTo>
                    <a:pt x="1075" y="391"/>
                  </a:lnTo>
                  <a:lnTo>
                    <a:pt x="1092" y="378"/>
                  </a:lnTo>
                  <a:lnTo>
                    <a:pt x="1107" y="362"/>
                  </a:lnTo>
                  <a:lnTo>
                    <a:pt x="1118" y="344"/>
                  </a:lnTo>
                  <a:lnTo>
                    <a:pt x="1125" y="326"/>
                  </a:lnTo>
                  <a:lnTo>
                    <a:pt x="1129" y="308"/>
                  </a:lnTo>
                  <a:lnTo>
                    <a:pt x="1129" y="172"/>
                  </a:lnTo>
                  <a:lnTo>
                    <a:pt x="1132" y="138"/>
                  </a:lnTo>
                  <a:lnTo>
                    <a:pt x="1142" y="106"/>
                  </a:lnTo>
                  <a:lnTo>
                    <a:pt x="1158" y="76"/>
                  </a:lnTo>
                  <a:lnTo>
                    <a:pt x="1179" y="50"/>
                  </a:lnTo>
                  <a:lnTo>
                    <a:pt x="1205" y="29"/>
                  </a:lnTo>
                  <a:lnTo>
                    <a:pt x="1234" y="14"/>
                  </a:lnTo>
                  <a:lnTo>
                    <a:pt x="1267" y="3"/>
                  </a:lnTo>
                  <a:lnTo>
                    <a:pt x="130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1" name="Freeform 227"/>
            <p:cNvSpPr>
              <a:spLocks noEditPoints="1"/>
            </p:cNvSpPr>
            <p:nvPr/>
          </p:nvSpPr>
          <p:spPr bwMode="auto">
            <a:xfrm>
              <a:off x="4116" y="2102"/>
              <a:ext cx="490" cy="489"/>
            </a:xfrm>
            <a:custGeom>
              <a:avLst/>
              <a:gdLst>
                <a:gd name="T0" fmla="*/ 602 w 1469"/>
                <a:gd name="T1" fmla="*/ 552 h 1466"/>
                <a:gd name="T2" fmla="*/ 513 w 1469"/>
                <a:gd name="T3" fmla="*/ 697 h 1466"/>
                <a:gd name="T4" fmla="*/ 553 w 1469"/>
                <a:gd name="T5" fmla="*/ 866 h 1466"/>
                <a:gd name="T6" fmla="*/ 698 w 1469"/>
                <a:gd name="T7" fmla="*/ 954 h 1466"/>
                <a:gd name="T8" fmla="*/ 867 w 1469"/>
                <a:gd name="T9" fmla="*/ 915 h 1466"/>
                <a:gd name="T10" fmla="*/ 956 w 1469"/>
                <a:gd name="T11" fmla="*/ 770 h 1466"/>
                <a:gd name="T12" fmla="*/ 915 w 1469"/>
                <a:gd name="T13" fmla="*/ 601 h 1466"/>
                <a:gd name="T14" fmla="*/ 771 w 1469"/>
                <a:gd name="T15" fmla="*/ 512 h 1466"/>
                <a:gd name="T16" fmla="*/ 839 w 1469"/>
                <a:gd name="T17" fmla="*/ 12 h 1466"/>
                <a:gd name="T18" fmla="*/ 905 w 1469"/>
                <a:gd name="T19" fmla="*/ 115 h 1466"/>
                <a:gd name="T20" fmla="*/ 950 w 1469"/>
                <a:gd name="T21" fmla="*/ 213 h 1466"/>
                <a:gd name="T22" fmla="*/ 995 w 1469"/>
                <a:gd name="T23" fmla="*/ 227 h 1466"/>
                <a:gd name="T24" fmla="*/ 1069 w 1469"/>
                <a:gd name="T25" fmla="*/ 161 h 1466"/>
                <a:gd name="T26" fmla="*/ 1178 w 1469"/>
                <a:gd name="T27" fmla="*/ 151 h 1466"/>
                <a:gd name="T28" fmla="*/ 1320 w 1469"/>
                <a:gd name="T29" fmla="*/ 298 h 1466"/>
                <a:gd name="T30" fmla="*/ 1293 w 1469"/>
                <a:gd name="T31" fmla="*/ 416 h 1466"/>
                <a:gd name="T32" fmla="*/ 1255 w 1469"/>
                <a:gd name="T33" fmla="*/ 518 h 1466"/>
                <a:gd name="T34" fmla="*/ 1353 w 1469"/>
                <a:gd name="T35" fmla="*/ 563 h 1466"/>
                <a:gd name="T36" fmla="*/ 1457 w 1469"/>
                <a:gd name="T37" fmla="*/ 627 h 1466"/>
                <a:gd name="T38" fmla="*/ 1457 w 1469"/>
                <a:gd name="T39" fmla="*/ 839 h 1466"/>
                <a:gd name="T40" fmla="*/ 1353 w 1469"/>
                <a:gd name="T41" fmla="*/ 903 h 1466"/>
                <a:gd name="T42" fmla="*/ 1243 w 1469"/>
                <a:gd name="T43" fmla="*/ 977 h 1466"/>
                <a:gd name="T44" fmla="*/ 1309 w 1469"/>
                <a:gd name="T45" fmla="*/ 1071 h 1466"/>
                <a:gd name="T46" fmla="*/ 1309 w 1469"/>
                <a:gd name="T47" fmla="*/ 1192 h 1466"/>
                <a:gd name="T48" fmla="*/ 1156 w 1469"/>
                <a:gd name="T49" fmla="*/ 1323 h 1466"/>
                <a:gd name="T50" fmla="*/ 1052 w 1469"/>
                <a:gd name="T51" fmla="*/ 1291 h 1466"/>
                <a:gd name="T52" fmla="*/ 989 w 1469"/>
                <a:gd name="T53" fmla="*/ 1238 h 1466"/>
                <a:gd name="T54" fmla="*/ 922 w 1469"/>
                <a:gd name="T55" fmla="*/ 1265 h 1466"/>
                <a:gd name="T56" fmla="*/ 901 w 1469"/>
                <a:gd name="T57" fmla="*/ 1377 h 1466"/>
                <a:gd name="T58" fmla="*/ 816 w 1469"/>
                <a:gd name="T59" fmla="*/ 1463 h 1466"/>
                <a:gd name="T60" fmla="*/ 606 w 1469"/>
                <a:gd name="T61" fmla="*/ 1441 h 1466"/>
                <a:gd name="T62" fmla="*/ 563 w 1469"/>
                <a:gd name="T63" fmla="*/ 1284 h 1466"/>
                <a:gd name="T64" fmla="*/ 487 w 1469"/>
                <a:gd name="T65" fmla="*/ 1239 h 1466"/>
                <a:gd name="T66" fmla="*/ 466 w 1469"/>
                <a:gd name="T67" fmla="*/ 1242 h 1466"/>
                <a:gd name="T68" fmla="*/ 357 w 1469"/>
                <a:gd name="T69" fmla="*/ 1323 h 1466"/>
                <a:gd name="T70" fmla="*/ 254 w 1469"/>
                <a:gd name="T71" fmla="*/ 1291 h 1466"/>
                <a:gd name="T72" fmla="*/ 142 w 1469"/>
                <a:gd name="T73" fmla="*/ 1131 h 1466"/>
                <a:gd name="T74" fmla="*/ 224 w 1469"/>
                <a:gd name="T75" fmla="*/ 1002 h 1466"/>
                <a:gd name="T76" fmla="*/ 202 w 1469"/>
                <a:gd name="T77" fmla="*/ 920 h 1466"/>
                <a:gd name="T78" fmla="*/ 88 w 1469"/>
                <a:gd name="T79" fmla="*/ 901 h 1466"/>
                <a:gd name="T80" fmla="*/ 2 w 1469"/>
                <a:gd name="T81" fmla="*/ 814 h 1466"/>
                <a:gd name="T82" fmla="*/ 25 w 1469"/>
                <a:gd name="T83" fmla="*/ 607 h 1466"/>
                <a:gd name="T84" fmla="*/ 183 w 1469"/>
                <a:gd name="T85" fmla="*/ 563 h 1466"/>
                <a:gd name="T86" fmla="*/ 225 w 1469"/>
                <a:gd name="T87" fmla="*/ 489 h 1466"/>
                <a:gd name="T88" fmla="*/ 159 w 1469"/>
                <a:gd name="T89" fmla="*/ 396 h 1466"/>
                <a:gd name="T90" fmla="*/ 159 w 1469"/>
                <a:gd name="T91" fmla="*/ 275 h 1466"/>
                <a:gd name="T92" fmla="*/ 313 w 1469"/>
                <a:gd name="T93" fmla="*/ 144 h 1466"/>
                <a:gd name="T94" fmla="*/ 417 w 1469"/>
                <a:gd name="T95" fmla="*/ 176 h 1466"/>
                <a:gd name="T96" fmla="*/ 479 w 1469"/>
                <a:gd name="T97" fmla="*/ 228 h 1466"/>
                <a:gd name="T98" fmla="*/ 547 w 1469"/>
                <a:gd name="T99" fmla="*/ 202 h 1466"/>
                <a:gd name="T100" fmla="*/ 567 w 1469"/>
                <a:gd name="T101" fmla="*/ 89 h 1466"/>
                <a:gd name="T102" fmla="*/ 652 w 1469"/>
                <a:gd name="T103" fmla="*/ 3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69" h="1466">
                  <a:moveTo>
                    <a:pt x="734" y="509"/>
                  </a:moveTo>
                  <a:lnTo>
                    <a:pt x="698" y="512"/>
                  </a:lnTo>
                  <a:lnTo>
                    <a:pt x="664" y="520"/>
                  </a:lnTo>
                  <a:lnTo>
                    <a:pt x="630" y="534"/>
                  </a:lnTo>
                  <a:lnTo>
                    <a:pt x="602" y="552"/>
                  </a:lnTo>
                  <a:lnTo>
                    <a:pt x="576" y="575"/>
                  </a:lnTo>
                  <a:lnTo>
                    <a:pt x="553" y="601"/>
                  </a:lnTo>
                  <a:lnTo>
                    <a:pt x="535" y="631"/>
                  </a:lnTo>
                  <a:lnTo>
                    <a:pt x="521" y="663"/>
                  </a:lnTo>
                  <a:lnTo>
                    <a:pt x="513" y="697"/>
                  </a:lnTo>
                  <a:lnTo>
                    <a:pt x="509" y="733"/>
                  </a:lnTo>
                  <a:lnTo>
                    <a:pt x="513" y="770"/>
                  </a:lnTo>
                  <a:lnTo>
                    <a:pt x="521" y="804"/>
                  </a:lnTo>
                  <a:lnTo>
                    <a:pt x="535" y="836"/>
                  </a:lnTo>
                  <a:lnTo>
                    <a:pt x="553" y="866"/>
                  </a:lnTo>
                  <a:lnTo>
                    <a:pt x="576" y="892"/>
                  </a:lnTo>
                  <a:lnTo>
                    <a:pt x="602" y="915"/>
                  </a:lnTo>
                  <a:lnTo>
                    <a:pt x="630" y="933"/>
                  </a:lnTo>
                  <a:lnTo>
                    <a:pt x="664" y="945"/>
                  </a:lnTo>
                  <a:lnTo>
                    <a:pt x="698" y="954"/>
                  </a:lnTo>
                  <a:lnTo>
                    <a:pt x="734" y="958"/>
                  </a:lnTo>
                  <a:lnTo>
                    <a:pt x="771" y="954"/>
                  </a:lnTo>
                  <a:lnTo>
                    <a:pt x="805" y="945"/>
                  </a:lnTo>
                  <a:lnTo>
                    <a:pt x="837" y="933"/>
                  </a:lnTo>
                  <a:lnTo>
                    <a:pt x="867" y="915"/>
                  </a:lnTo>
                  <a:lnTo>
                    <a:pt x="893" y="892"/>
                  </a:lnTo>
                  <a:lnTo>
                    <a:pt x="915" y="866"/>
                  </a:lnTo>
                  <a:lnTo>
                    <a:pt x="933" y="836"/>
                  </a:lnTo>
                  <a:lnTo>
                    <a:pt x="947" y="804"/>
                  </a:lnTo>
                  <a:lnTo>
                    <a:pt x="956" y="770"/>
                  </a:lnTo>
                  <a:lnTo>
                    <a:pt x="958" y="733"/>
                  </a:lnTo>
                  <a:lnTo>
                    <a:pt x="956" y="697"/>
                  </a:lnTo>
                  <a:lnTo>
                    <a:pt x="947" y="663"/>
                  </a:lnTo>
                  <a:lnTo>
                    <a:pt x="933" y="631"/>
                  </a:lnTo>
                  <a:lnTo>
                    <a:pt x="915" y="601"/>
                  </a:lnTo>
                  <a:lnTo>
                    <a:pt x="893" y="575"/>
                  </a:lnTo>
                  <a:lnTo>
                    <a:pt x="867" y="552"/>
                  </a:lnTo>
                  <a:lnTo>
                    <a:pt x="837" y="534"/>
                  </a:lnTo>
                  <a:lnTo>
                    <a:pt x="805" y="520"/>
                  </a:lnTo>
                  <a:lnTo>
                    <a:pt x="771" y="512"/>
                  </a:lnTo>
                  <a:lnTo>
                    <a:pt x="734" y="509"/>
                  </a:lnTo>
                  <a:close/>
                  <a:moveTo>
                    <a:pt x="678" y="0"/>
                  </a:moveTo>
                  <a:lnTo>
                    <a:pt x="789" y="0"/>
                  </a:lnTo>
                  <a:lnTo>
                    <a:pt x="816" y="3"/>
                  </a:lnTo>
                  <a:lnTo>
                    <a:pt x="839" y="12"/>
                  </a:lnTo>
                  <a:lnTo>
                    <a:pt x="861" y="25"/>
                  </a:lnTo>
                  <a:lnTo>
                    <a:pt x="879" y="44"/>
                  </a:lnTo>
                  <a:lnTo>
                    <a:pt x="893" y="64"/>
                  </a:lnTo>
                  <a:lnTo>
                    <a:pt x="901" y="89"/>
                  </a:lnTo>
                  <a:lnTo>
                    <a:pt x="905" y="115"/>
                  </a:lnTo>
                  <a:lnTo>
                    <a:pt x="905" y="183"/>
                  </a:lnTo>
                  <a:lnTo>
                    <a:pt x="907" y="189"/>
                  </a:lnTo>
                  <a:lnTo>
                    <a:pt x="913" y="196"/>
                  </a:lnTo>
                  <a:lnTo>
                    <a:pt x="922" y="202"/>
                  </a:lnTo>
                  <a:lnTo>
                    <a:pt x="950" y="213"/>
                  </a:lnTo>
                  <a:lnTo>
                    <a:pt x="978" y="226"/>
                  </a:lnTo>
                  <a:lnTo>
                    <a:pt x="981" y="227"/>
                  </a:lnTo>
                  <a:lnTo>
                    <a:pt x="986" y="227"/>
                  </a:lnTo>
                  <a:lnTo>
                    <a:pt x="989" y="228"/>
                  </a:lnTo>
                  <a:lnTo>
                    <a:pt x="995" y="227"/>
                  </a:lnTo>
                  <a:lnTo>
                    <a:pt x="998" y="226"/>
                  </a:lnTo>
                  <a:lnTo>
                    <a:pt x="1002" y="225"/>
                  </a:lnTo>
                  <a:lnTo>
                    <a:pt x="1004" y="224"/>
                  </a:lnTo>
                  <a:lnTo>
                    <a:pt x="1052" y="176"/>
                  </a:lnTo>
                  <a:lnTo>
                    <a:pt x="1069" y="161"/>
                  </a:lnTo>
                  <a:lnTo>
                    <a:pt x="1088" y="151"/>
                  </a:lnTo>
                  <a:lnTo>
                    <a:pt x="1110" y="144"/>
                  </a:lnTo>
                  <a:lnTo>
                    <a:pt x="1133" y="143"/>
                  </a:lnTo>
                  <a:lnTo>
                    <a:pt x="1156" y="144"/>
                  </a:lnTo>
                  <a:lnTo>
                    <a:pt x="1178" y="151"/>
                  </a:lnTo>
                  <a:lnTo>
                    <a:pt x="1197" y="161"/>
                  </a:lnTo>
                  <a:lnTo>
                    <a:pt x="1214" y="176"/>
                  </a:lnTo>
                  <a:lnTo>
                    <a:pt x="1293" y="253"/>
                  </a:lnTo>
                  <a:lnTo>
                    <a:pt x="1309" y="275"/>
                  </a:lnTo>
                  <a:lnTo>
                    <a:pt x="1320" y="298"/>
                  </a:lnTo>
                  <a:lnTo>
                    <a:pt x="1326" y="323"/>
                  </a:lnTo>
                  <a:lnTo>
                    <a:pt x="1326" y="348"/>
                  </a:lnTo>
                  <a:lnTo>
                    <a:pt x="1320" y="372"/>
                  </a:lnTo>
                  <a:lnTo>
                    <a:pt x="1309" y="396"/>
                  </a:lnTo>
                  <a:lnTo>
                    <a:pt x="1293" y="416"/>
                  </a:lnTo>
                  <a:lnTo>
                    <a:pt x="1245" y="464"/>
                  </a:lnTo>
                  <a:lnTo>
                    <a:pt x="1242" y="471"/>
                  </a:lnTo>
                  <a:lnTo>
                    <a:pt x="1240" y="480"/>
                  </a:lnTo>
                  <a:lnTo>
                    <a:pt x="1243" y="489"/>
                  </a:lnTo>
                  <a:lnTo>
                    <a:pt x="1255" y="518"/>
                  </a:lnTo>
                  <a:lnTo>
                    <a:pt x="1267" y="546"/>
                  </a:lnTo>
                  <a:lnTo>
                    <a:pt x="1271" y="554"/>
                  </a:lnTo>
                  <a:lnTo>
                    <a:pt x="1279" y="561"/>
                  </a:lnTo>
                  <a:lnTo>
                    <a:pt x="1286" y="563"/>
                  </a:lnTo>
                  <a:lnTo>
                    <a:pt x="1353" y="563"/>
                  </a:lnTo>
                  <a:lnTo>
                    <a:pt x="1380" y="566"/>
                  </a:lnTo>
                  <a:lnTo>
                    <a:pt x="1404" y="575"/>
                  </a:lnTo>
                  <a:lnTo>
                    <a:pt x="1425" y="588"/>
                  </a:lnTo>
                  <a:lnTo>
                    <a:pt x="1444" y="607"/>
                  </a:lnTo>
                  <a:lnTo>
                    <a:pt x="1457" y="627"/>
                  </a:lnTo>
                  <a:lnTo>
                    <a:pt x="1465" y="652"/>
                  </a:lnTo>
                  <a:lnTo>
                    <a:pt x="1469" y="679"/>
                  </a:lnTo>
                  <a:lnTo>
                    <a:pt x="1469" y="788"/>
                  </a:lnTo>
                  <a:lnTo>
                    <a:pt x="1465" y="814"/>
                  </a:lnTo>
                  <a:lnTo>
                    <a:pt x="1457" y="839"/>
                  </a:lnTo>
                  <a:lnTo>
                    <a:pt x="1444" y="860"/>
                  </a:lnTo>
                  <a:lnTo>
                    <a:pt x="1425" y="878"/>
                  </a:lnTo>
                  <a:lnTo>
                    <a:pt x="1404" y="892"/>
                  </a:lnTo>
                  <a:lnTo>
                    <a:pt x="1380" y="901"/>
                  </a:lnTo>
                  <a:lnTo>
                    <a:pt x="1353" y="903"/>
                  </a:lnTo>
                  <a:lnTo>
                    <a:pt x="1286" y="903"/>
                  </a:lnTo>
                  <a:lnTo>
                    <a:pt x="1279" y="905"/>
                  </a:lnTo>
                  <a:lnTo>
                    <a:pt x="1271" y="912"/>
                  </a:lnTo>
                  <a:lnTo>
                    <a:pt x="1267" y="920"/>
                  </a:lnTo>
                  <a:lnTo>
                    <a:pt x="1243" y="977"/>
                  </a:lnTo>
                  <a:lnTo>
                    <a:pt x="1240" y="986"/>
                  </a:lnTo>
                  <a:lnTo>
                    <a:pt x="1242" y="995"/>
                  </a:lnTo>
                  <a:lnTo>
                    <a:pt x="1245" y="1002"/>
                  </a:lnTo>
                  <a:lnTo>
                    <a:pt x="1293" y="1050"/>
                  </a:lnTo>
                  <a:lnTo>
                    <a:pt x="1309" y="1071"/>
                  </a:lnTo>
                  <a:lnTo>
                    <a:pt x="1320" y="1094"/>
                  </a:lnTo>
                  <a:lnTo>
                    <a:pt x="1326" y="1119"/>
                  </a:lnTo>
                  <a:lnTo>
                    <a:pt x="1326" y="1144"/>
                  </a:lnTo>
                  <a:lnTo>
                    <a:pt x="1320" y="1169"/>
                  </a:lnTo>
                  <a:lnTo>
                    <a:pt x="1309" y="1192"/>
                  </a:lnTo>
                  <a:lnTo>
                    <a:pt x="1293" y="1213"/>
                  </a:lnTo>
                  <a:lnTo>
                    <a:pt x="1214" y="1291"/>
                  </a:lnTo>
                  <a:lnTo>
                    <a:pt x="1197" y="1306"/>
                  </a:lnTo>
                  <a:lnTo>
                    <a:pt x="1178" y="1316"/>
                  </a:lnTo>
                  <a:lnTo>
                    <a:pt x="1156" y="1323"/>
                  </a:lnTo>
                  <a:lnTo>
                    <a:pt x="1133" y="1324"/>
                  </a:lnTo>
                  <a:lnTo>
                    <a:pt x="1110" y="1323"/>
                  </a:lnTo>
                  <a:lnTo>
                    <a:pt x="1088" y="1316"/>
                  </a:lnTo>
                  <a:lnTo>
                    <a:pt x="1069" y="1306"/>
                  </a:lnTo>
                  <a:lnTo>
                    <a:pt x="1052" y="1291"/>
                  </a:lnTo>
                  <a:lnTo>
                    <a:pt x="1004" y="1243"/>
                  </a:lnTo>
                  <a:lnTo>
                    <a:pt x="1002" y="1242"/>
                  </a:lnTo>
                  <a:lnTo>
                    <a:pt x="998" y="1241"/>
                  </a:lnTo>
                  <a:lnTo>
                    <a:pt x="995" y="1239"/>
                  </a:lnTo>
                  <a:lnTo>
                    <a:pt x="989" y="1238"/>
                  </a:lnTo>
                  <a:lnTo>
                    <a:pt x="986" y="1239"/>
                  </a:lnTo>
                  <a:lnTo>
                    <a:pt x="981" y="1239"/>
                  </a:lnTo>
                  <a:lnTo>
                    <a:pt x="978" y="1241"/>
                  </a:lnTo>
                  <a:lnTo>
                    <a:pt x="950" y="1253"/>
                  </a:lnTo>
                  <a:lnTo>
                    <a:pt x="922" y="1265"/>
                  </a:lnTo>
                  <a:lnTo>
                    <a:pt x="913" y="1270"/>
                  </a:lnTo>
                  <a:lnTo>
                    <a:pt x="907" y="1277"/>
                  </a:lnTo>
                  <a:lnTo>
                    <a:pt x="905" y="1284"/>
                  </a:lnTo>
                  <a:lnTo>
                    <a:pt x="905" y="1351"/>
                  </a:lnTo>
                  <a:lnTo>
                    <a:pt x="901" y="1377"/>
                  </a:lnTo>
                  <a:lnTo>
                    <a:pt x="893" y="1402"/>
                  </a:lnTo>
                  <a:lnTo>
                    <a:pt x="879" y="1423"/>
                  </a:lnTo>
                  <a:lnTo>
                    <a:pt x="861" y="1441"/>
                  </a:lnTo>
                  <a:lnTo>
                    <a:pt x="839" y="1455"/>
                  </a:lnTo>
                  <a:lnTo>
                    <a:pt x="816" y="1463"/>
                  </a:lnTo>
                  <a:lnTo>
                    <a:pt x="789" y="1466"/>
                  </a:lnTo>
                  <a:lnTo>
                    <a:pt x="678" y="1466"/>
                  </a:lnTo>
                  <a:lnTo>
                    <a:pt x="652" y="1463"/>
                  </a:lnTo>
                  <a:lnTo>
                    <a:pt x="628" y="1455"/>
                  </a:lnTo>
                  <a:lnTo>
                    <a:pt x="606" y="1441"/>
                  </a:lnTo>
                  <a:lnTo>
                    <a:pt x="589" y="1423"/>
                  </a:lnTo>
                  <a:lnTo>
                    <a:pt x="576" y="1402"/>
                  </a:lnTo>
                  <a:lnTo>
                    <a:pt x="567" y="1377"/>
                  </a:lnTo>
                  <a:lnTo>
                    <a:pt x="563" y="1351"/>
                  </a:lnTo>
                  <a:lnTo>
                    <a:pt x="563" y="1284"/>
                  </a:lnTo>
                  <a:lnTo>
                    <a:pt x="561" y="1277"/>
                  </a:lnTo>
                  <a:lnTo>
                    <a:pt x="555" y="1270"/>
                  </a:lnTo>
                  <a:lnTo>
                    <a:pt x="547" y="1265"/>
                  </a:lnTo>
                  <a:lnTo>
                    <a:pt x="490" y="1241"/>
                  </a:lnTo>
                  <a:lnTo>
                    <a:pt x="487" y="1239"/>
                  </a:lnTo>
                  <a:lnTo>
                    <a:pt x="483" y="1239"/>
                  </a:lnTo>
                  <a:lnTo>
                    <a:pt x="479" y="1238"/>
                  </a:lnTo>
                  <a:lnTo>
                    <a:pt x="474" y="1239"/>
                  </a:lnTo>
                  <a:lnTo>
                    <a:pt x="469" y="1241"/>
                  </a:lnTo>
                  <a:lnTo>
                    <a:pt x="466" y="1242"/>
                  </a:lnTo>
                  <a:lnTo>
                    <a:pt x="465" y="1243"/>
                  </a:lnTo>
                  <a:lnTo>
                    <a:pt x="417" y="1291"/>
                  </a:lnTo>
                  <a:lnTo>
                    <a:pt x="399" y="1306"/>
                  </a:lnTo>
                  <a:lnTo>
                    <a:pt x="379" y="1316"/>
                  </a:lnTo>
                  <a:lnTo>
                    <a:pt x="357" y="1323"/>
                  </a:lnTo>
                  <a:lnTo>
                    <a:pt x="335" y="1324"/>
                  </a:lnTo>
                  <a:lnTo>
                    <a:pt x="313" y="1323"/>
                  </a:lnTo>
                  <a:lnTo>
                    <a:pt x="291" y="1316"/>
                  </a:lnTo>
                  <a:lnTo>
                    <a:pt x="271" y="1306"/>
                  </a:lnTo>
                  <a:lnTo>
                    <a:pt x="254" y="1291"/>
                  </a:lnTo>
                  <a:lnTo>
                    <a:pt x="176" y="1213"/>
                  </a:lnTo>
                  <a:lnTo>
                    <a:pt x="161" y="1195"/>
                  </a:lnTo>
                  <a:lnTo>
                    <a:pt x="151" y="1176"/>
                  </a:lnTo>
                  <a:lnTo>
                    <a:pt x="144" y="1154"/>
                  </a:lnTo>
                  <a:lnTo>
                    <a:pt x="142" y="1131"/>
                  </a:lnTo>
                  <a:lnTo>
                    <a:pt x="144" y="1108"/>
                  </a:lnTo>
                  <a:lnTo>
                    <a:pt x="151" y="1088"/>
                  </a:lnTo>
                  <a:lnTo>
                    <a:pt x="161" y="1067"/>
                  </a:lnTo>
                  <a:lnTo>
                    <a:pt x="176" y="1050"/>
                  </a:lnTo>
                  <a:lnTo>
                    <a:pt x="224" y="1002"/>
                  </a:lnTo>
                  <a:lnTo>
                    <a:pt x="226" y="995"/>
                  </a:lnTo>
                  <a:lnTo>
                    <a:pt x="227" y="986"/>
                  </a:lnTo>
                  <a:lnTo>
                    <a:pt x="225" y="977"/>
                  </a:lnTo>
                  <a:lnTo>
                    <a:pt x="212" y="949"/>
                  </a:lnTo>
                  <a:lnTo>
                    <a:pt x="202" y="920"/>
                  </a:lnTo>
                  <a:lnTo>
                    <a:pt x="196" y="912"/>
                  </a:lnTo>
                  <a:lnTo>
                    <a:pt x="188" y="905"/>
                  </a:lnTo>
                  <a:lnTo>
                    <a:pt x="183" y="903"/>
                  </a:lnTo>
                  <a:lnTo>
                    <a:pt x="114" y="903"/>
                  </a:lnTo>
                  <a:lnTo>
                    <a:pt x="88" y="901"/>
                  </a:lnTo>
                  <a:lnTo>
                    <a:pt x="64" y="892"/>
                  </a:lnTo>
                  <a:lnTo>
                    <a:pt x="42" y="878"/>
                  </a:lnTo>
                  <a:lnTo>
                    <a:pt x="25" y="860"/>
                  </a:lnTo>
                  <a:lnTo>
                    <a:pt x="11" y="839"/>
                  </a:lnTo>
                  <a:lnTo>
                    <a:pt x="2" y="814"/>
                  </a:lnTo>
                  <a:lnTo>
                    <a:pt x="0" y="788"/>
                  </a:lnTo>
                  <a:lnTo>
                    <a:pt x="0" y="679"/>
                  </a:lnTo>
                  <a:lnTo>
                    <a:pt x="2" y="652"/>
                  </a:lnTo>
                  <a:lnTo>
                    <a:pt x="11" y="627"/>
                  </a:lnTo>
                  <a:lnTo>
                    <a:pt x="25" y="607"/>
                  </a:lnTo>
                  <a:lnTo>
                    <a:pt x="42" y="588"/>
                  </a:lnTo>
                  <a:lnTo>
                    <a:pt x="64" y="575"/>
                  </a:lnTo>
                  <a:lnTo>
                    <a:pt x="88" y="566"/>
                  </a:lnTo>
                  <a:lnTo>
                    <a:pt x="114" y="563"/>
                  </a:lnTo>
                  <a:lnTo>
                    <a:pt x="183" y="563"/>
                  </a:lnTo>
                  <a:lnTo>
                    <a:pt x="188" y="561"/>
                  </a:lnTo>
                  <a:lnTo>
                    <a:pt x="196" y="554"/>
                  </a:lnTo>
                  <a:lnTo>
                    <a:pt x="202" y="546"/>
                  </a:lnTo>
                  <a:lnTo>
                    <a:pt x="212" y="518"/>
                  </a:lnTo>
                  <a:lnTo>
                    <a:pt x="225" y="489"/>
                  </a:lnTo>
                  <a:lnTo>
                    <a:pt x="227" y="480"/>
                  </a:lnTo>
                  <a:lnTo>
                    <a:pt x="226" y="471"/>
                  </a:lnTo>
                  <a:lnTo>
                    <a:pt x="224" y="464"/>
                  </a:lnTo>
                  <a:lnTo>
                    <a:pt x="176" y="416"/>
                  </a:lnTo>
                  <a:lnTo>
                    <a:pt x="159" y="396"/>
                  </a:lnTo>
                  <a:lnTo>
                    <a:pt x="148" y="372"/>
                  </a:lnTo>
                  <a:lnTo>
                    <a:pt x="143" y="348"/>
                  </a:lnTo>
                  <a:lnTo>
                    <a:pt x="143" y="323"/>
                  </a:lnTo>
                  <a:lnTo>
                    <a:pt x="148" y="298"/>
                  </a:lnTo>
                  <a:lnTo>
                    <a:pt x="159" y="275"/>
                  </a:lnTo>
                  <a:lnTo>
                    <a:pt x="176" y="253"/>
                  </a:lnTo>
                  <a:lnTo>
                    <a:pt x="254" y="176"/>
                  </a:lnTo>
                  <a:lnTo>
                    <a:pt x="271" y="161"/>
                  </a:lnTo>
                  <a:lnTo>
                    <a:pt x="291" y="151"/>
                  </a:lnTo>
                  <a:lnTo>
                    <a:pt x="313" y="144"/>
                  </a:lnTo>
                  <a:lnTo>
                    <a:pt x="335" y="143"/>
                  </a:lnTo>
                  <a:lnTo>
                    <a:pt x="357" y="144"/>
                  </a:lnTo>
                  <a:lnTo>
                    <a:pt x="379" y="151"/>
                  </a:lnTo>
                  <a:lnTo>
                    <a:pt x="399" y="161"/>
                  </a:lnTo>
                  <a:lnTo>
                    <a:pt x="417" y="176"/>
                  </a:lnTo>
                  <a:lnTo>
                    <a:pt x="465" y="224"/>
                  </a:lnTo>
                  <a:lnTo>
                    <a:pt x="466" y="225"/>
                  </a:lnTo>
                  <a:lnTo>
                    <a:pt x="469" y="226"/>
                  </a:lnTo>
                  <a:lnTo>
                    <a:pt x="474" y="227"/>
                  </a:lnTo>
                  <a:lnTo>
                    <a:pt x="479" y="228"/>
                  </a:lnTo>
                  <a:lnTo>
                    <a:pt x="483" y="227"/>
                  </a:lnTo>
                  <a:lnTo>
                    <a:pt x="487" y="227"/>
                  </a:lnTo>
                  <a:lnTo>
                    <a:pt x="490" y="226"/>
                  </a:lnTo>
                  <a:lnTo>
                    <a:pt x="519" y="213"/>
                  </a:lnTo>
                  <a:lnTo>
                    <a:pt x="547" y="202"/>
                  </a:lnTo>
                  <a:lnTo>
                    <a:pt x="555" y="196"/>
                  </a:lnTo>
                  <a:lnTo>
                    <a:pt x="561" y="189"/>
                  </a:lnTo>
                  <a:lnTo>
                    <a:pt x="563" y="183"/>
                  </a:lnTo>
                  <a:lnTo>
                    <a:pt x="563" y="115"/>
                  </a:lnTo>
                  <a:lnTo>
                    <a:pt x="567" y="89"/>
                  </a:lnTo>
                  <a:lnTo>
                    <a:pt x="576" y="64"/>
                  </a:lnTo>
                  <a:lnTo>
                    <a:pt x="589" y="44"/>
                  </a:lnTo>
                  <a:lnTo>
                    <a:pt x="606" y="25"/>
                  </a:lnTo>
                  <a:lnTo>
                    <a:pt x="628" y="12"/>
                  </a:lnTo>
                  <a:lnTo>
                    <a:pt x="652" y="3"/>
                  </a:lnTo>
                  <a:lnTo>
                    <a:pt x="67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03" name="Group 4"/>
          <p:cNvGrpSpPr>
            <a:grpSpLocks noChangeAspect="1"/>
          </p:cNvGrpSpPr>
          <p:nvPr/>
        </p:nvGrpSpPr>
        <p:grpSpPr bwMode="auto">
          <a:xfrm>
            <a:off x="2930727" y="3749967"/>
            <a:ext cx="291207" cy="291844"/>
            <a:chOff x="2803" y="828"/>
            <a:chExt cx="1372" cy="1375"/>
          </a:xfrm>
          <a:solidFill>
            <a:schemeClr val="bg1"/>
          </a:solidFill>
        </p:grpSpPr>
        <p:sp>
          <p:nvSpPr>
            <p:cNvPr id="104" name="Freeform 6"/>
            <p:cNvSpPr>
              <a:spLocks/>
            </p:cNvSpPr>
            <p:nvPr/>
          </p:nvSpPr>
          <p:spPr bwMode="auto">
            <a:xfrm>
              <a:off x="2826" y="828"/>
              <a:ext cx="1038" cy="562"/>
            </a:xfrm>
            <a:custGeom>
              <a:avLst/>
              <a:gdLst>
                <a:gd name="T0" fmla="*/ 2023 w 3115"/>
                <a:gd name="T1" fmla="*/ 0 h 1686"/>
                <a:gd name="T2" fmla="*/ 3087 w 3115"/>
                <a:gd name="T3" fmla="*/ 3 h 1686"/>
                <a:gd name="T4" fmla="*/ 3098 w 3115"/>
                <a:gd name="T5" fmla="*/ 4 h 1686"/>
                <a:gd name="T6" fmla="*/ 3105 w 3115"/>
                <a:gd name="T7" fmla="*/ 10 h 1686"/>
                <a:gd name="T8" fmla="*/ 3112 w 3115"/>
                <a:gd name="T9" fmla="*/ 18 h 1686"/>
                <a:gd name="T10" fmla="*/ 3115 w 3115"/>
                <a:gd name="T11" fmla="*/ 28 h 1686"/>
                <a:gd name="T12" fmla="*/ 3114 w 3115"/>
                <a:gd name="T13" fmla="*/ 38 h 1686"/>
                <a:gd name="T14" fmla="*/ 3109 w 3115"/>
                <a:gd name="T15" fmla="*/ 48 h 1686"/>
                <a:gd name="T16" fmla="*/ 2462 w 3115"/>
                <a:gd name="T17" fmla="*/ 891 h 1686"/>
                <a:gd name="T18" fmla="*/ 2455 w 3115"/>
                <a:gd name="T19" fmla="*/ 897 h 1686"/>
                <a:gd name="T20" fmla="*/ 2445 w 3115"/>
                <a:gd name="T21" fmla="*/ 901 h 1686"/>
                <a:gd name="T22" fmla="*/ 2435 w 3115"/>
                <a:gd name="T23" fmla="*/ 899 h 1686"/>
                <a:gd name="T24" fmla="*/ 2426 w 3115"/>
                <a:gd name="T25" fmla="*/ 894 h 1686"/>
                <a:gd name="T26" fmla="*/ 2420 w 3115"/>
                <a:gd name="T27" fmla="*/ 887 h 1686"/>
                <a:gd name="T28" fmla="*/ 2417 w 3115"/>
                <a:gd name="T29" fmla="*/ 877 h 1686"/>
                <a:gd name="T30" fmla="*/ 2393 w 3115"/>
                <a:gd name="T31" fmla="*/ 526 h 1686"/>
                <a:gd name="T32" fmla="*/ 1620 w 3115"/>
                <a:gd name="T33" fmla="*/ 906 h 1686"/>
                <a:gd name="T34" fmla="*/ 1197 w 3115"/>
                <a:gd name="T35" fmla="*/ 1619 h 1686"/>
                <a:gd name="T36" fmla="*/ 1180 w 3115"/>
                <a:gd name="T37" fmla="*/ 1641 h 1686"/>
                <a:gd name="T38" fmla="*/ 1157 w 3115"/>
                <a:gd name="T39" fmla="*/ 1661 h 1686"/>
                <a:gd name="T40" fmla="*/ 1133 w 3115"/>
                <a:gd name="T41" fmla="*/ 1675 h 1686"/>
                <a:gd name="T42" fmla="*/ 1106 w 3115"/>
                <a:gd name="T43" fmla="*/ 1682 h 1686"/>
                <a:gd name="T44" fmla="*/ 1078 w 3115"/>
                <a:gd name="T45" fmla="*/ 1686 h 1686"/>
                <a:gd name="T46" fmla="*/ 1051 w 3115"/>
                <a:gd name="T47" fmla="*/ 1684 h 1686"/>
                <a:gd name="T48" fmla="*/ 1024 w 3115"/>
                <a:gd name="T49" fmla="*/ 1675 h 1686"/>
                <a:gd name="T50" fmla="*/ 85 w 3115"/>
                <a:gd name="T51" fmla="*/ 1288 h 1686"/>
                <a:gd name="T52" fmla="*/ 60 w 3115"/>
                <a:gd name="T53" fmla="*/ 1275 h 1686"/>
                <a:gd name="T54" fmla="*/ 40 w 3115"/>
                <a:gd name="T55" fmla="*/ 1258 h 1686"/>
                <a:gd name="T56" fmla="*/ 23 w 3115"/>
                <a:gd name="T57" fmla="*/ 1236 h 1686"/>
                <a:gd name="T58" fmla="*/ 10 w 3115"/>
                <a:gd name="T59" fmla="*/ 1214 h 1686"/>
                <a:gd name="T60" fmla="*/ 2 w 3115"/>
                <a:gd name="T61" fmla="*/ 1188 h 1686"/>
                <a:gd name="T62" fmla="*/ 0 w 3115"/>
                <a:gd name="T63" fmla="*/ 1161 h 1686"/>
                <a:gd name="T64" fmla="*/ 2 w 3115"/>
                <a:gd name="T65" fmla="*/ 1134 h 1686"/>
                <a:gd name="T66" fmla="*/ 10 w 3115"/>
                <a:gd name="T67" fmla="*/ 1107 h 1686"/>
                <a:gd name="T68" fmla="*/ 24 w 3115"/>
                <a:gd name="T69" fmla="*/ 1082 h 1686"/>
                <a:gd name="T70" fmla="*/ 40 w 3115"/>
                <a:gd name="T71" fmla="*/ 1061 h 1686"/>
                <a:gd name="T72" fmla="*/ 61 w 3115"/>
                <a:gd name="T73" fmla="*/ 1045 h 1686"/>
                <a:gd name="T74" fmla="*/ 85 w 3115"/>
                <a:gd name="T75" fmla="*/ 1032 h 1686"/>
                <a:gd name="T76" fmla="*/ 110 w 3115"/>
                <a:gd name="T77" fmla="*/ 1025 h 1686"/>
                <a:gd name="T78" fmla="*/ 137 w 3115"/>
                <a:gd name="T79" fmla="*/ 1021 h 1686"/>
                <a:gd name="T80" fmla="*/ 164 w 3115"/>
                <a:gd name="T81" fmla="*/ 1023 h 1686"/>
                <a:gd name="T82" fmla="*/ 192 w 3115"/>
                <a:gd name="T83" fmla="*/ 1032 h 1686"/>
                <a:gd name="T84" fmla="*/ 1019 w 3115"/>
                <a:gd name="T85" fmla="*/ 1373 h 1686"/>
                <a:gd name="T86" fmla="*/ 1403 w 3115"/>
                <a:gd name="T87" fmla="*/ 729 h 1686"/>
                <a:gd name="T88" fmla="*/ 1418 w 3115"/>
                <a:gd name="T89" fmla="*/ 708 h 1686"/>
                <a:gd name="T90" fmla="*/ 1438 w 3115"/>
                <a:gd name="T91" fmla="*/ 690 h 1686"/>
                <a:gd name="T92" fmla="*/ 1461 w 3115"/>
                <a:gd name="T93" fmla="*/ 675 h 1686"/>
                <a:gd name="T94" fmla="*/ 2270 w 3115"/>
                <a:gd name="T95" fmla="*/ 277 h 1686"/>
                <a:gd name="T96" fmla="*/ 2007 w 3115"/>
                <a:gd name="T97" fmla="*/ 44 h 1686"/>
                <a:gd name="T98" fmla="*/ 2001 w 3115"/>
                <a:gd name="T99" fmla="*/ 36 h 1686"/>
                <a:gd name="T100" fmla="*/ 1998 w 3115"/>
                <a:gd name="T101" fmla="*/ 26 h 1686"/>
                <a:gd name="T102" fmla="*/ 2000 w 3115"/>
                <a:gd name="T103" fmla="*/ 16 h 1686"/>
                <a:gd name="T104" fmla="*/ 2006 w 3115"/>
                <a:gd name="T105" fmla="*/ 8 h 1686"/>
                <a:gd name="T106" fmla="*/ 2013 w 3115"/>
                <a:gd name="T107" fmla="*/ 3 h 1686"/>
                <a:gd name="T108" fmla="*/ 2023 w 3115"/>
                <a:gd name="T109" fmla="*/ 0 h 1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115" h="1686">
                  <a:moveTo>
                    <a:pt x="2023" y="0"/>
                  </a:moveTo>
                  <a:lnTo>
                    <a:pt x="3087" y="3"/>
                  </a:lnTo>
                  <a:lnTo>
                    <a:pt x="3098" y="4"/>
                  </a:lnTo>
                  <a:lnTo>
                    <a:pt x="3105" y="10"/>
                  </a:lnTo>
                  <a:lnTo>
                    <a:pt x="3112" y="18"/>
                  </a:lnTo>
                  <a:lnTo>
                    <a:pt x="3115" y="28"/>
                  </a:lnTo>
                  <a:lnTo>
                    <a:pt x="3114" y="38"/>
                  </a:lnTo>
                  <a:lnTo>
                    <a:pt x="3109" y="48"/>
                  </a:lnTo>
                  <a:lnTo>
                    <a:pt x="2462" y="891"/>
                  </a:lnTo>
                  <a:lnTo>
                    <a:pt x="2455" y="897"/>
                  </a:lnTo>
                  <a:lnTo>
                    <a:pt x="2445" y="901"/>
                  </a:lnTo>
                  <a:lnTo>
                    <a:pt x="2435" y="899"/>
                  </a:lnTo>
                  <a:lnTo>
                    <a:pt x="2426" y="894"/>
                  </a:lnTo>
                  <a:lnTo>
                    <a:pt x="2420" y="887"/>
                  </a:lnTo>
                  <a:lnTo>
                    <a:pt x="2417" y="877"/>
                  </a:lnTo>
                  <a:lnTo>
                    <a:pt x="2393" y="526"/>
                  </a:lnTo>
                  <a:lnTo>
                    <a:pt x="1620" y="906"/>
                  </a:lnTo>
                  <a:lnTo>
                    <a:pt x="1197" y="1619"/>
                  </a:lnTo>
                  <a:lnTo>
                    <a:pt x="1180" y="1641"/>
                  </a:lnTo>
                  <a:lnTo>
                    <a:pt x="1157" y="1661"/>
                  </a:lnTo>
                  <a:lnTo>
                    <a:pt x="1133" y="1675"/>
                  </a:lnTo>
                  <a:lnTo>
                    <a:pt x="1106" y="1682"/>
                  </a:lnTo>
                  <a:lnTo>
                    <a:pt x="1078" y="1686"/>
                  </a:lnTo>
                  <a:lnTo>
                    <a:pt x="1051" y="1684"/>
                  </a:lnTo>
                  <a:lnTo>
                    <a:pt x="1024" y="1675"/>
                  </a:lnTo>
                  <a:lnTo>
                    <a:pt x="85" y="1288"/>
                  </a:lnTo>
                  <a:lnTo>
                    <a:pt x="60" y="1275"/>
                  </a:lnTo>
                  <a:lnTo>
                    <a:pt x="40" y="1258"/>
                  </a:lnTo>
                  <a:lnTo>
                    <a:pt x="23" y="1236"/>
                  </a:lnTo>
                  <a:lnTo>
                    <a:pt x="10" y="1214"/>
                  </a:lnTo>
                  <a:lnTo>
                    <a:pt x="2" y="1188"/>
                  </a:lnTo>
                  <a:lnTo>
                    <a:pt x="0" y="1161"/>
                  </a:lnTo>
                  <a:lnTo>
                    <a:pt x="2" y="1134"/>
                  </a:lnTo>
                  <a:lnTo>
                    <a:pt x="10" y="1107"/>
                  </a:lnTo>
                  <a:lnTo>
                    <a:pt x="24" y="1082"/>
                  </a:lnTo>
                  <a:lnTo>
                    <a:pt x="40" y="1061"/>
                  </a:lnTo>
                  <a:lnTo>
                    <a:pt x="61" y="1045"/>
                  </a:lnTo>
                  <a:lnTo>
                    <a:pt x="85" y="1032"/>
                  </a:lnTo>
                  <a:lnTo>
                    <a:pt x="110" y="1025"/>
                  </a:lnTo>
                  <a:lnTo>
                    <a:pt x="137" y="1021"/>
                  </a:lnTo>
                  <a:lnTo>
                    <a:pt x="164" y="1023"/>
                  </a:lnTo>
                  <a:lnTo>
                    <a:pt x="192" y="1032"/>
                  </a:lnTo>
                  <a:lnTo>
                    <a:pt x="1019" y="1373"/>
                  </a:lnTo>
                  <a:lnTo>
                    <a:pt x="1403" y="729"/>
                  </a:lnTo>
                  <a:lnTo>
                    <a:pt x="1418" y="708"/>
                  </a:lnTo>
                  <a:lnTo>
                    <a:pt x="1438" y="690"/>
                  </a:lnTo>
                  <a:lnTo>
                    <a:pt x="1461" y="675"/>
                  </a:lnTo>
                  <a:lnTo>
                    <a:pt x="2270" y="277"/>
                  </a:lnTo>
                  <a:lnTo>
                    <a:pt x="2007" y="44"/>
                  </a:lnTo>
                  <a:lnTo>
                    <a:pt x="2001" y="36"/>
                  </a:lnTo>
                  <a:lnTo>
                    <a:pt x="1998" y="26"/>
                  </a:lnTo>
                  <a:lnTo>
                    <a:pt x="2000" y="16"/>
                  </a:lnTo>
                  <a:lnTo>
                    <a:pt x="2006" y="8"/>
                  </a:lnTo>
                  <a:lnTo>
                    <a:pt x="2013" y="3"/>
                  </a:lnTo>
                  <a:lnTo>
                    <a:pt x="20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5" name="Freeform 7"/>
            <p:cNvSpPr>
              <a:spLocks/>
            </p:cNvSpPr>
            <p:nvPr/>
          </p:nvSpPr>
          <p:spPr bwMode="auto">
            <a:xfrm>
              <a:off x="2803" y="2064"/>
              <a:ext cx="1372" cy="139"/>
            </a:xfrm>
            <a:custGeom>
              <a:avLst/>
              <a:gdLst>
                <a:gd name="T0" fmla="*/ 208 w 4117"/>
                <a:gd name="T1" fmla="*/ 0 h 416"/>
                <a:gd name="T2" fmla="*/ 3909 w 4117"/>
                <a:gd name="T3" fmla="*/ 0 h 416"/>
                <a:gd name="T4" fmla="*/ 3945 w 4117"/>
                <a:gd name="T5" fmla="*/ 3 h 416"/>
                <a:gd name="T6" fmla="*/ 3982 w 4117"/>
                <a:gd name="T7" fmla="*/ 13 h 416"/>
                <a:gd name="T8" fmla="*/ 4013 w 4117"/>
                <a:gd name="T9" fmla="*/ 28 h 416"/>
                <a:gd name="T10" fmla="*/ 4043 w 4117"/>
                <a:gd name="T11" fmla="*/ 49 h 416"/>
                <a:gd name="T12" fmla="*/ 4068 w 4117"/>
                <a:gd name="T13" fmla="*/ 74 h 416"/>
                <a:gd name="T14" fmla="*/ 4088 w 4117"/>
                <a:gd name="T15" fmla="*/ 103 h 416"/>
                <a:gd name="T16" fmla="*/ 4103 w 4117"/>
                <a:gd name="T17" fmla="*/ 135 h 416"/>
                <a:gd name="T18" fmla="*/ 4113 w 4117"/>
                <a:gd name="T19" fmla="*/ 170 h 416"/>
                <a:gd name="T20" fmla="*/ 4117 w 4117"/>
                <a:gd name="T21" fmla="*/ 208 h 416"/>
                <a:gd name="T22" fmla="*/ 4113 w 4117"/>
                <a:gd name="T23" fmla="*/ 246 h 416"/>
                <a:gd name="T24" fmla="*/ 4103 w 4117"/>
                <a:gd name="T25" fmla="*/ 281 h 416"/>
                <a:gd name="T26" fmla="*/ 4088 w 4117"/>
                <a:gd name="T27" fmla="*/ 312 h 416"/>
                <a:gd name="T28" fmla="*/ 4068 w 4117"/>
                <a:gd name="T29" fmla="*/ 342 h 416"/>
                <a:gd name="T30" fmla="*/ 4043 w 4117"/>
                <a:gd name="T31" fmla="*/ 367 h 416"/>
                <a:gd name="T32" fmla="*/ 4013 w 4117"/>
                <a:gd name="T33" fmla="*/ 387 h 416"/>
                <a:gd name="T34" fmla="*/ 3982 w 4117"/>
                <a:gd name="T35" fmla="*/ 402 h 416"/>
                <a:gd name="T36" fmla="*/ 3945 w 4117"/>
                <a:gd name="T37" fmla="*/ 412 h 416"/>
                <a:gd name="T38" fmla="*/ 3909 w 4117"/>
                <a:gd name="T39" fmla="*/ 416 h 416"/>
                <a:gd name="T40" fmla="*/ 208 w 4117"/>
                <a:gd name="T41" fmla="*/ 416 h 416"/>
                <a:gd name="T42" fmla="*/ 170 w 4117"/>
                <a:gd name="T43" fmla="*/ 412 h 416"/>
                <a:gd name="T44" fmla="*/ 135 w 4117"/>
                <a:gd name="T45" fmla="*/ 402 h 416"/>
                <a:gd name="T46" fmla="*/ 104 w 4117"/>
                <a:gd name="T47" fmla="*/ 387 h 416"/>
                <a:gd name="T48" fmla="*/ 74 w 4117"/>
                <a:gd name="T49" fmla="*/ 367 h 416"/>
                <a:gd name="T50" fmla="*/ 49 w 4117"/>
                <a:gd name="T51" fmla="*/ 342 h 416"/>
                <a:gd name="T52" fmla="*/ 29 w 4117"/>
                <a:gd name="T53" fmla="*/ 312 h 416"/>
                <a:gd name="T54" fmla="*/ 14 w 4117"/>
                <a:gd name="T55" fmla="*/ 281 h 416"/>
                <a:gd name="T56" fmla="*/ 4 w 4117"/>
                <a:gd name="T57" fmla="*/ 246 h 416"/>
                <a:gd name="T58" fmla="*/ 0 w 4117"/>
                <a:gd name="T59" fmla="*/ 208 h 416"/>
                <a:gd name="T60" fmla="*/ 4 w 4117"/>
                <a:gd name="T61" fmla="*/ 170 h 416"/>
                <a:gd name="T62" fmla="*/ 14 w 4117"/>
                <a:gd name="T63" fmla="*/ 135 h 416"/>
                <a:gd name="T64" fmla="*/ 29 w 4117"/>
                <a:gd name="T65" fmla="*/ 103 h 416"/>
                <a:gd name="T66" fmla="*/ 49 w 4117"/>
                <a:gd name="T67" fmla="*/ 74 h 416"/>
                <a:gd name="T68" fmla="*/ 74 w 4117"/>
                <a:gd name="T69" fmla="*/ 49 h 416"/>
                <a:gd name="T70" fmla="*/ 104 w 4117"/>
                <a:gd name="T71" fmla="*/ 28 h 416"/>
                <a:gd name="T72" fmla="*/ 135 w 4117"/>
                <a:gd name="T73" fmla="*/ 13 h 416"/>
                <a:gd name="T74" fmla="*/ 170 w 4117"/>
                <a:gd name="T75" fmla="*/ 3 h 416"/>
                <a:gd name="T76" fmla="*/ 208 w 4117"/>
                <a:gd name="T77" fmla="*/ 0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17" h="416">
                  <a:moveTo>
                    <a:pt x="208" y="0"/>
                  </a:moveTo>
                  <a:lnTo>
                    <a:pt x="3909" y="0"/>
                  </a:lnTo>
                  <a:lnTo>
                    <a:pt x="3945" y="3"/>
                  </a:lnTo>
                  <a:lnTo>
                    <a:pt x="3982" y="13"/>
                  </a:lnTo>
                  <a:lnTo>
                    <a:pt x="4013" y="28"/>
                  </a:lnTo>
                  <a:lnTo>
                    <a:pt x="4043" y="49"/>
                  </a:lnTo>
                  <a:lnTo>
                    <a:pt x="4068" y="74"/>
                  </a:lnTo>
                  <a:lnTo>
                    <a:pt x="4088" y="103"/>
                  </a:lnTo>
                  <a:lnTo>
                    <a:pt x="4103" y="135"/>
                  </a:lnTo>
                  <a:lnTo>
                    <a:pt x="4113" y="170"/>
                  </a:lnTo>
                  <a:lnTo>
                    <a:pt x="4117" y="208"/>
                  </a:lnTo>
                  <a:lnTo>
                    <a:pt x="4113" y="246"/>
                  </a:lnTo>
                  <a:lnTo>
                    <a:pt x="4103" y="281"/>
                  </a:lnTo>
                  <a:lnTo>
                    <a:pt x="4088" y="312"/>
                  </a:lnTo>
                  <a:lnTo>
                    <a:pt x="4068" y="342"/>
                  </a:lnTo>
                  <a:lnTo>
                    <a:pt x="4043" y="367"/>
                  </a:lnTo>
                  <a:lnTo>
                    <a:pt x="4013" y="387"/>
                  </a:lnTo>
                  <a:lnTo>
                    <a:pt x="3982" y="402"/>
                  </a:lnTo>
                  <a:lnTo>
                    <a:pt x="3945" y="412"/>
                  </a:lnTo>
                  <a:lnTo>
                    <a:pt x="3909" y="416"/>
                  </a:lnTo>
                  <a:lnTo>
                    <a:pt x="208" y="416"/>
                  </a:lnTo>
                  <a:lnTo>
                    <a:pt x="170" y="412"/>
                  </a:lnTo>
                  <a:lnTo>
                    <a:pt x="135" y="402"/>
                  </a:lnTo>
                  <a:lnTo>
                    <a:pt x="104" y="387"/>
                  </a:lnTo>
                  <a:lnTo>
                    <a:pt x="74" y="367"/>
                  </a:lnTo>
                  <a:lnTo>
                    <a:pt x="49" y="342"/>
                  </a:lnTo>
                  <a:lnTo>
                    <a:pt x="29" y="312"/>
                  </a:lnTo>
                  <a:lnTo>
                    <a:pt x="14" y="281"/>
                  </a:lnTo>
                  <a:lnTo>
                    <a:pt x="4" y="246"/>
                  </a:lnTo>
                  <a:lnTo>
                    <a:pt x="0" y="208"/>
                  </a:lnTo>
                  <a:lnTo>
                    <a:pt x="4" y="170"/>
                  </a:lnTo>
                  <a:lnTo>
                    <a:pt x="14" y="135"/>
                  </a:lnTo>
                  <a:lnTo>
                    <a:pt x="29" y="103"/>
                  </a:lnTo>
                  <a:lnTo>
                    <a:pt x="49" y="74"/>
                  </a:lnTo>
                  <a:lnTo>
                    <a:pt x="74" y="49"/>
                  </a:lnTo>
                  <a:lnTo>
                    <a:pt x="104" y="28"/>
                  </a:lnTo>
                  <a:lnTo>
                    <a:pt x="135" y="13"/>
                  </a:lnTo>
                  <a:lnTo>
                    <a:pt x="170" y="3"/>
                  </a:lnTo>
                  <a:lnTo>
                    <a:pt x="20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6" name="Freeform 8"/>
            <p:cNvSpPr>
              <a:spLocks/>
            </p:cNvSpPr>
            <p:nvPr/>
          </p:nvSpPr>
          <p:spPr bwMode="auto">
            <a:xfrm>
              <a:off x="2912" y="1500"/>
              <a:ext cx="220" cy="471"/>
            </a:xfrm>
            <a:custGeom>
              <a:avLst/>
              <a:gdLst>
                <a:gd name="T0" fmla="*/ 84 w 660"/>
                <a:gd name="T1" fmla="*/ 0 h 1414"/>
                <a:gd name="T2" fmla="*/ 576 w 660"/>
                <a:gd name="T3" fmla="*/ 0 h 1414"/>
                <a:gd name="T4" fmla="*/ 599 w 660"/>
                <a:gd name="T5" fmla="*/ 2 h 1414"/>
                <a:gd name="T6" fmla="*/ 619 w 660"/>
                <a:gd name="T7" fmla="*/ 11 h 1414"/>
                <a:gd name="T8" fmla="*/ 635 w 660"/>
                <a:gd name="T9" fmla="*/ 23 h 1414"/>
                <a:gd name="T10" fmla="*/ 649 w 660"/>
                <a:gd name="T11" fmla="*/ 41 h 1414"/>
                <a:gd name="T12" fmla="*/ 657 w 660"/>
                <a:gd name="T13" fmla="*/ 61 h 1414"/>
                <a:gd name="T14" fmla="*/ 660 w 660"/>
                <a:gd name="T15" fmla="*/ 84 h 1414"/>
                <a:gd name="T16" fmla="*/ 660 w 660"/>
                <a:gd name="T17" fmla="*/ 1330 h 1414"/>
                <a:gd name="T18" fmla="*/ 657 w 660"/>
                <a:gd name="T19" fmla="*/ 1353 h 1414"/>
                <a:gd name="T20" fmla="*/ 649 w 660"/>
                <a:gd name="T21" fmla="*/ 1373 h 1414"/>
                <a:gd name="T22" fmla="*/ 635 w 660"/>
                <a:gd name="T23" fmla="*/ 1390 h 1414"/>
                <a:gd name="T24" fmla="*/ 619 w 660"/>
                <a:gd name="T25" fmla="*/ 1403 h 1414"/>
                <a:gd name="T26" fmla="*/ 599 w 660"/>
                <a:gd name="T27" fmla="*/ 1411 h 1414"/>
                <a:gd name="T28" fmla="*/ 576 w 660"/>
                <a:gd name="T29" fmla="*/ 1414 h 1414"/>
                <a:gd name="T30" fmla="*/ 84 w 660"/>
                <a:gd name="T31" fmla="*/ 1414 h 1414"/>
                <a:gd name="T32" fmla="*/ 62 w 660"/>
                <a:gd name="T33" fmla="*/ 1411 h 1414"/>
                <a:gd name="T34" fmla="*/ 42 w 660"/>
                <a:gd name="T35" fmla="*/ 1403 h 1414"/>
                <a:gd name="T36" fmla="*/ 26 w 660"/>
                <a:gd name="T37" fmla="*/ 1390 h 1414"/>
                <a:gd name="T38" fmla="*/ 12 w 660"/>
                <a:gd name="T39" fmla="*/ 1373 h 1414"/>
                <a:gd name="T40" fmla="*/ 4 w 660"/>
                <a:gd name="T41" fmla="*/ 1353 h 1414"/>
                <a:gd name="T42" fmla="*/ 0 w 660"/>
                <a:gd name="T43" fmla="*/ 1330 h 1414"/>
                <a:gd name="T44" fmla="*/ 0 w 660"/>
                <a:gd name="T45" fmla="*/ 84 h 1414"/>
                <a:gd name="T46" fmla="*/ 4 w 660"/>
                <a:gd name="T47" fmla="*/ 61 h 1414"/>
                <a:gd name="T48" fmla="*/ 12 w 660"/>
                <a:gd name="T49" fmla="*/ 41 h 1414"/>
                <a:gd name="T50" fmla="*/ 26 w 660"/>
                <a:gd name="T51" fmla="*/ 23 h 1414"/>
                <a:gd name="T52" fmla="*/ 42 w 660"/>
                <a:gd name="T53" fmla="*/ 11 h 1414"/>
                <a:gd name="T54" fmla="*/ 62 w 660"/>
                <a:gd name="T55" fmla="*/ 2 h 1414"/>
                <a:gd name="T56" fmla="*/ 84 w 660"/>
                <a:gd name="T57" fmla="*/ 0 h 1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60" h="1414">
                  <a:moveTo>
                    <a:pt x="84" y="0"/>
                  </a:moveTo>
                  <a:lnTo>
                    <a:pt x="576" y="0"/>
                  </a:lnTo>
                  <a:lnTo>
                    <a:pt x="599" y="2"/>
                  </a:lnTo>
                  <a:lnTo>
                    <a:pt x="619" y="11"/>
                  </a:lnTo>
                  <a:lnTo>
                    <a:pt x="635" y="23"/>
                  </a:lnTo>
                  <a:lnTo>
                    <a:pt x="649" y="41"/>
                  </a:lnTo>
                  <a:lnTo>
                    <a:pt x="657" y="61"/>
                  </a:lnTo>
                  <a:lnTo>
                    <a:pt x="660" y="84"/>
                  </a:lnTo>
                  <a:lnTo>
                    <a:pt x="660" y="1330"/>
                  </a:lnTo>
                  <a:lnTo>
                    <a:pt x="657" y="1353"/>
                  </a:lnTo>
                  <a:lnTo>
                    <a:pt x="649" y="1373"/>
                  </a:lnTo>
                  <a:lnTo>
                    <a:pt x="635" y="1390"/>
                  </a:lnTo>
                  <a:lnTo>
                    <a:pt x="619" y="1403"/>
                  </a:lnTo>
                  <a:lnTo>
                    <a:pt x="599" y="1411"/>
                  </a:lnTo>
                  <a:lnTo>
                    <a:pt x="576" y="1414"/>
                  </a:lnTo>
                  <a:lnTo>
                    <a:pt x="84" y="1414"/>
                  </a:lnTo>
                  <a:lnTo>
                    <a:pt x="62" y="1411"/>
                  </a:lnTo>
                  <a:lnTo>
                    <a:pt x="42" y="1403"/>
                  </a:lnTo>
                  <a:lnTo>
                    <a:pt x="26" y="1390"/>
                  </a:lnTo>
                  <a:lnTo>
                    <a:pt x="12" y="1373"/>
                  </a:lnTo>
                  <a:lnTo>
                    <a:pt x="4" y="1353"/>
                  </a:lnTo>
                  <a:lnTo>
                    <a:pt x="0" y="1330"/>
                  </a:lnTo>
                  <a:lnTo>
                    <a:pt x="0" y="84"/>
                  </a:lnTo>
                  <a:lnTo>
                    <a:pt x="4" y="61"/>
                  </a:lnTo>
                  <a:lnTo>
                    <a:pt x="12" y="41"/>
                  </a:lnTo>
                  <a:lnTo>
                    <a:pt x="26" y="23"/>
                  </a:lnTo>
                  <a:lnTo>
                    <a:pt x="42" y="11"/>
                  </a:lnTo>
                  <a:lnTo>
                    <a:pt x="62" y="2"/>
                  </a:lnTo>
                  <a:lnTo>
                    <a:pt x="8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7" name="Freeform 9"/>
            <p:cNvSpPr>
              <a:spLocks/>
            </p:cNvSpPr>
            <p:nvPr/>
          </p:nvSpPr>
          <p:spPr bwMode="auto">
            <a:xfrm>
              <a:off x="3845" y="1028"/>
              <a:ext cx="220" cy="943"/>
            </a:xfrm>
            <a:custGeom>
              <a:avLst/>
              <a:gdLst>
                <a:gd name="T0" fmla="*/ 84 w 659"/>
                <a:gd name="T1" fmla="*/ 0 h 2830"/>
                <a:gd name="T2" fmla="*/ 575 w 659"/>
                <a:gd name="T3" fmla="*/ 0 h 2830"/>
                <a:gd name="T4" fmla="*/ 598 w 659"/>
                <a:gd name="T5" fmla="*/ 3 h 2830"/>
                <a:gd name="T6" fmla="*/ 618 w 659"/>
                <a:gd name="T7" fmla="*/ 11 h 2830"/>
                <a:gd name="T8" fmla="*/ 634 w 659"/>
                <a:gd name="T9" fmla="*/ 24 h 2830"/>
                <a:gd name="T10" fmla="*/ 648 w 659"/>
                <a:gd name="T11" fmla="*/ 41 h 2830"/>
                <a:gd name="T12" fmla="*/ 656 w 659"/>
                <a:gd name="T13" fmla="*/ 61 h 2830"/>
                <a:gd name="T14" fmla="*/ 659 w 659"/>
                <a:gd name="T15" fmla="*/ 84 h 2830"/>
                <a:gd name="T16" fmla="*/ 659 w 659"/>
                <a:gd name="T17" fmla="*/ 2746 h 2830"/>
                <a:gd name="T18" fmla="*/ 656 w 659"/>
                <a:gd name="T19" fmla="*/ 2769 h 2830"/>
                <a:gd name="T20" fmla="*/ 648 w 659"/>
                <a:gd name="T21" fmla="*/ 2789 h 2830"/>
                <a:gd name="T22" fmla="*/ 634 w 659"/>
                <a:gd name="T23" fmla="*/ 2806 h 2830"/>
                <a:gd name="T24" fmla="*/ 618 w 659"/>
                <a:gd name="T25" fmla="*/ 2819 h 2830"/>
                <a:gd name="T26" fmla="*/ 598 w 659"/>
                <a:gd name="T27" fmla="*/ 2827 h 2830"/>
                <a:gd name="T28" fmla="*/ 575 w 659"/>
                <a:gd name="T29" fmla="*/ 2830 h 2830"/>
                <a:gd name="T30" fmla="*/ 84 w 659"/>
                <a:gd name="T31" fmla="*/ 2830 h 2830"/>
                <a:gd name="T32" fmla="*/ 61 w 659"/>
                <a:gd name="T33" fmla="*/ 2827 h 2830"/>
                <a:gd name="T34" fmla="*/ 41 w 659"/>
                <a:gd name="T35" fmla="*/ 2819 h 2830"/>
                <a:gd name="T36" fmla="*/ 25 w 659"/>
                <a:gd name="T37" fmla="*/ 2806 h 2830"/>
                <a:gd name="T38" fmla="*/ 11 w 659"/>
                <a:gd name="T39" fmla="*/ 2789 h 2830"/>
                <a:gd name="T40" fmla="*/ 2 w 659"/>
                <a:gd name="T41" fmla="*/ 2769 h 2830"/>
                <a:gd name="T42" fmla="*/ 0 w 659"/>
                <a:gd name="T43" fmla="*/ 2746 h 2830"/>
                <a:gd name="T44" fmla="*/ 0 w 659"/>
                <a:gd name="T45" fmla="*/ 84 h 2830"/>
                <a:gd name="T46" fmla="*/ 2 w 659"/>
                <a:gd name="T47" fmla="*/ 61 h 2830"/>
                <a:gd name="T48" fmla="*/ 11 w 659"/>
                <a:gd name="T49" fmla="*/ 41 h 2830"/>
                <a:gd name="T50" fmla="*/ 25 w 659"/>
                <a:gd name="T51" fmla="*/ 24 h 2830"/>
                <a:gd name="T52" fmla="*/ 41 w 659"/>
                <a:gd name="T53" fmla="*/ 11 h 2830"/>
                <a:gd name="T54" fmla="*/ 61 w 659"/>
                <a:gd name="T55" fmla="*/ 3 h 2830"/>
                <a:gd name="T56" fmla="*/ 84 w 659"/>
                <a:gd name="T57" fmla="*/ 0 h 28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59" h="2830">
                  <a:moveTo>
                    <a:pt x="84" y="0"/>
                  </a:moveTo>
                  <a:lnTo>
                    <a:pt x="575" y="0"/>
                  </a:lnTo>
                  <a:lnTo>
                    <a:pt x="598" y="3"/>
                  </a:lnTo>
                  <a:lnTo>
                    <a:pt x="618" y="11"/>
                  </a:lnTo>
                  <a:lnTo>
                    <a:pt x="634" y="24"/>
                  </a:lnTo>
                  <a:lnTo>
                    <a:pt x="648" y="41"/>
                  </a:lnTo>
                  <a:lnTo>
                    <a:pt x="656" y="61"/>
                  </a:lnTo>
                  <a:lnTo>
                    <a:pt x="659" y="84"/>
                  </a:lnTo>
                  <a:lnTo>
                    <a:pt x="659" y="2746"/>
                  </a:lnTo>
                  <a:lnTo>
                    <a:pt x="656" y="2769"/>
                  </a:lnTo>
                  <a:lnTo>
                    <a:pt x="648" y="2789"/>
                  </a:lnTo>
                  <a:lnTo>
                    <a:pt x="634" y="2806"/>
                  </a:lnTo>
                  <a:lnTo>
                    <a:pt x="618" y="2819"/>
                  </a:lnTo>
                  <a:lnTo>
                    <a:pt x="598" y="2827"/>
                  </a:lnTo>
                  <a:lnTo>
                    <a:pt x="575" y="2830"/>
                  </a:lnTo>
                  <a:lnTo>
                    <a:pt x="84" y="2830"/>
                  </a:lnTo>
                  <a:lnTo>
                    <a:pt x="61" y="2827"/>
                  </a:lnTo>
                  <a:lnTo>
                    <a:pt x="41" y="2819"/>
                  </a:lnTo>
                  <a:lnTo>
                    <a:pt x="25" y="2806"/>
                  </a:lnTo>
                  <a:lnTo>
                    <a:pt x="11" y="2789"/>
                  </a:lnTo>
                  <a:lnTo>
                    <a:pt x="2" y="2769"/>
                  </a:lnTo>
                  <a:lnTo>
                    <a:pt x="0" y="2746"/>
                  </a:lnTo>
                  <a:lnTo>
                    <a:pt x="0" y="84"/>
                  </a:lnTo>
                  <a:lnTo>
                    <a:pt x="2" y="61"/>
                  </a:lnTo>
                  <a:lnTo>
                    <a:pt x="11" y="41"/>
                  </a:lnTo>
                  <a:lnTo>
                    <a:pt x="25" y="24"/>
                  </a:lnTo>
                  <a:lnTo>
                    <a:pt x="41" y="11"/>
                  </a:lnTo>
                  <a:lnTo>
                    <a:pt x="61" y="3"/>
                  </a:lnTo>
                  <a:lnTo>
                    <a:pt x="8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8" name="Freeform 10"/>
            <p:cNvSpPr>
              <a:spLocks/>
            </p:cNvSpPr>
            <p:nvPr/>
          </p:nvSpPr>
          <p:spPr bwMode="auto">
            <a:xfrm>
              <a:off x="3534" y="1275"/>
              <a:ext cx="220" cy="696"/>
            </a:xfrm>
            <a:custGeom>
              <a:avLst/>
              <a:gdLst>
                <a:gd name="T0" fmla="*/ 84 w 659"/>
                <a:gd name="T1" fmla="*/ 0 h 2088"/>
                <a:gd name="T2" fmla="*/ 575 w 659"/>
                <a:gd name="T3" fmla="*/ 0 h 2088"/>
                <a:gd name="T4" fmla="*/ 598 w 659"/>
                <a:gd name="T5" fmla="*/ 3 h 2088"/>
                <a:gd name="T6" fmla="*/ 618 w 659"/>
                <a:gd name="T7" fmla="*/ 12 h 2088"/>
                <a:gd name="T8" fmla="*/ 634 w 659"/>
                <a:gd name="T9" fmla="*/ 25 h 2088"/>
                <a:gd name="T10" fmla="*/ 648 w 659"/>
                <a:gd name="T11" fmla="*/ 42 h 2088"/>
                <a:gd name="T12" fmla="*/ 656 w 659"/>
                <a:gd name="T13" fmla="*/ 62 h 2088"/>
                <a:gd name="T14" fmla="*/ 659 w 659"/>
                <a:gd name="T15" fmla="*/ 84 h 2088"/>
                <a:gd name="T16" fmla="*/ 659 w 659"/>
                <a:gd name="T17" fmla="*/ 2004 h 2088"/>
                <a:gd name="T18" fmla="*/ 656 w 659"/>
                <a:gd name="T19" fmla="*/ 2027 h 2088"/>
                <a:gd name="T20" fmla="*/ 648 w 659"/>
                <a:gd name="T21" fmla="*/ 2047 h 2088"/>
                <a:gd name="T22" fmla="*/ 634 w 659"/>
                <a:gd name="T23" fmla="*/ 2064 h 2088"/>
                <a:gd name="T24" fmla="*/ 618 w 659"/>
                <a:gd name="T25" fmla="*/ 2077 h 2088"/>
                <a:gd name="T26" fmla="*/ 598 w 659"/>
                <a:gd name="T27" fmla="*/ 2085 h 2088"/>
                <a:gd name="T28" fmla="*/ 575 w 659"/>
                <a:gd name="T29" fmla="*/ 2088 h 2088"/>
                <a:gd name="T30" fmla="*/ 84 w 659"/>
                <a:gd name="T31" fmla="*/ 2088 h 2088"/>
                <a:gd name="T32" fmla="*/ 61 w 659"/>
                <a:gd name="T33" fmla="*/ 2085 h 2088"/>
                <a:gd name="T34" fmla="*/ 41 w 659"/>
                <a:gd name="T35" fmla="*/ 2077 h 2088"/>
                <a:gd name="T36" fmla="*/ 25 w 659"/>
                <a:gd name="T37" fmla="*/ 2064 h 2088"/>
                <a:gd name="T38" fmla="*/ 11 w 659"/>
                <a:gd name="T39" fmla="*/ 2047 h 2088"/>
                <a:gd name="T40" fmla="*/ 3 w 659"/>
                <a:gd name="T41" fmla="*/ 2027 h 2088"/>
                <a:gd name="T42" fmla="*/ 0 w 659"/>
                <a:gd name="T43" fmla="*/ 2004 h 2088"/>
                <a:gd name="T44" fmla="*/ 0 w 659"/>
                <a:gd name="T45" fmla="*/ 84 h 2088"/>
                <a:gd name="T46" fmla="*/ 3 w 659"/>
                <a:gd name="T47" fmla="*/ 62 h 2088"/>
                <a:gd name="T48" fmla="*/ 11 w 659"/>
                <a:gd name="T49" fmla="*/ 42 h 2088"/>
                <a:gd name="T50" fmla="*/ 25 w 659"/>
                <a:gd name="T51" fmla="*/ 25 h 2088"/>
                <a:gd name="T52" fmla="*/ 41 w 659"/>
                <a:gd name="T53" fmla="*/ 12 h 2088"/>
                <a:gd name="T54" fmla="*/ 61 w 659"/>
                <a:gd name="T55" fmla="*/ 3 h 2088"/>
                <a:gd name="T56" fmla="*/ 84 w 659"/>
                <a:gd name="T57" fmla="*/ 0 h 20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59" h="2088">
                  <a:moveTo>
                    <a:pt x="84" y="0"/>
                  </a:moveTo>
                  <a:lnTo>
                    <a:pt x="575" y="0"/>
                  </a:lnTo>
                  <a:lnTo>
                    <a:pt x="598" y="3"/>
                  </a:lnTo>
                  <a:lnTo>
                    <a:pt x="618" y="12"/>
                  </a:lnTo>
                  <a:lnTo>
                    <a:pt x="634" y="25"/>
                  </a:lnTo>
                  <a:lnTo>
                    <a:pt x="648" y="42"/>
                  </a:lnTo>
                  <a:lnTo>
                    <a:pt x="656" y="62"/>
                  </a:lnTo>
                  <a:lnTo>
                    <a:pt x="659" y="84"/>
                  </a:lnTo>
                  <a:lnTo>
                    <a:pt x="659" y="2004"/>
                  </a:lnTo>
                  <a:lnTo>
                    <a:pt x="656" y="2027"/>
                  </a:lnTo>
                  <a:lnTo>
                    <a:pt x="648" y="2047"/>
                  </a:lnTo>
                  <a:lnTo>
                    <a:pt x="634" y="2064"/>
                  </a:lnTo>
                  <a:lnTo>
                    <a:pt x="618" y="2077"/>
                  </a:lnTo>
                  <a:lnTo>
                    <a:pt x="598" y="2085"/>
                  </a:lnTo>
                  <a:lnTo>
                    <a:pt x="575" y="2088"/>
                  </a:lnTo>
                  <a:lnTo>
                    <a:pt x="84" y="2088"/>
                  </a:lnTo>
                  <a:lnTo>
                    <a:pt x="61" y="2085"/>
                  </a:lnTo>
                  <a:lnTo>
                    <a:pt x="41" y="2077"/>
                  </a:lnTo>
                  <a:lnTo>
                    <a:pt x="25" y="2064"/>
                  </a:lnTo>
                  <a:lnTo>
                    <a:pt x="11" y="2047"/>
                  </a:lnTo>
                  <a:lnTo>
                    <a:pt x="3" y="2027"/>
                  </a:lnTo>
                  <a:lnTo>
                    <a:pt x="0" y="2004"/>
                  </a:lnTo>
                  <a:lnTo>
                    <a:pt x="0" y="84"/>
                  </a:lnTo>
                  <a:lnTo>
                    <a:pt x="3" y="62"/>
                  </a:lnTo>
                  <a:lnTo>
                    <a:pt x="11" y="42"/>
                  </a:lnTo>
                  <a:lnTo>
                    <a:pt x="25" y="25"/>
                  </a:lnTo>
                  <a:lnTo>
                    <a:pt x="41" y="12"/>
                  </a:lnTo>
                  <a:lnTo>
                    <a:pt x="61" y="3"/>
                  </a:lnTo>
                  <a:lnTo>
                    <a:pt x="8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9" name="Freeform 11"/>
            <p:cNvSpPr>
              <a:spLocks/>
            </p:cNvSpPr>
            <p:nvPr/>
          </p:nvSpPr>
          <p:spPr bwMode="auto">
            <a:xfrm>
              <a:off x="3223" y="1623"/>
              <a:ext cx="220" cy="348"/>
            </a:xfrm>
            <a:custGeom>
              <a:avLst/>
              <a:gdLst>
                <a:gd name="T0" fmla="*/ 84 w 660"/>
                <a:gd name="T1" fmla="*/ 0 h 1044"/>
                <a:gd name="T2" fmla="*/ 576 w 660"/>
                <a:gd name="T3" fmla="*/ 0 h 1044"/>
                <a:gd name="T4" fmla="*/ 598 w 660"/>
                <a:gd name="T5" fmla="*/ 3 h 1044"/>
                <a:gd name="T6" fmla="*/ 618 w 660"/>
                <a:gd name="T7" fmla="*/ 12 h 1044"/>
                <a:gd name="T8" fmla="*/ 635 w 660"/>
                <a:gd name="T9" fmla="*/ 24 h 1044"/>
                <a:gd name="T10" fmla="*/ 648 w 660"/>
                <a:gd name="T11" fmla="*/ 42 h 1044"/>
                <a:gd name="T12" fmla="*/ 656 w 660"/>
                <a:gd name="T13" fmla="*/ 62 h 1044"/>
                <a:gd name="T14" fmla="*/ 660 w 660"/>
                <a:gd name="T15" fmla="*/ 84 h 1044"/>
                <a:gd name="T16" fmla="*/ 660 w 660"/>
                <a:gd name="T17" fmla="*/ 960 h 1044"/>
                <a:gd name="T18" fmla="*/ 656 w 660"/>
                <a:gd name="T19" fmla="*/ 983 h 1044"/>
                <a:gd name="T20" fmla="*/ 648 w 660"/>
                <a:gd name="T21" fmla="*/ 1003 h 1044"/>
                <a:gd name="T22" fmla="*/ 635 w 660"/>
                <a:gd name="T23" fmla="*/ 1020 h 1044"/>
                <a:gd name="T24" fmla="*/ 618 w 660"/>
                <a:gd name="T25" fmla="*/ 1033 h 1044"/>
                <a:gd name="T26" fmla="*/ 598 w 660"/>
                <a:gd name="T27" fmla="*/ 1041 h 1044"/>
                <a:gd name="T28" fmla="*/ 576 w 660"/>
                <a:gd name="T29" fmla="*/ 1044 h 1044"/>
                <a:gd name="T30" fmla="*/ 84 w 660"/>
                <a:gd name="T31" fmla="*/ 1044 h 1044"/>
                <a:gd name="T32" fmla="*/ 62 w 660"/>
                <a:gd name="T33" fmla="*/ 1041 h 1044"/>
                <a:gd name="T34" fmla="*/ 42 w 660"/>
                <a:gd name="T35" fmla="*/ 1033 h 1044"/>
                <a:gd name="T36" fmla="*/ 25 w 660"/>
                <a:gd name="T37" fmla="*/ 1020 h 1044"/>
                <a:gd name="T38" fmla="*/ 12 w 660"/>
                <a:gd name="T39" fmla="*/ 1003 h 1044"/>
                <a:gd name="T40" fmla="*/ 4 w 660"/>
                <a:gd name="T41" fmla="*/ 983 h 1044"/>
                <a:gd name="T42" fmla="*/ 0 w 660"/>
                <a:gd name="T43" fmla="*/ 960 h 1044"/>
                <a:gd name="T44" fmla="*/ 0 w 660"/>
                <a:gd name="T45" fmla="*/ 84 h 1044"/>
                <a:gd name="T46" fmla="*/ 4 w 660"/>
                <a:gd name="T47" fmla="*/ 62 h 1044"/>
                <a:gd name="T48" fmla="*/ 12 w 660"/>
                <a:gd name="T49" fmla="*/ 42 h 1044"/>
                <a:gd name="T50" fmla="*/ 25 w 660"/>
                <a:gd name="T51" fmla="*/ 24 h 1044"/>
                <a:gd name="T52" fmla="*/ 42 w 660"/>
                <a:gd name="T53" fmla="*/ 12 h 1044"/>
                <a:gd name="T54" fmla="*/ 62 w 660"/>
                <a:gd name="T55" fmla="*/ 3 h 1044"/>
                <a:gd name="T56" fmla="*/ 84 w 660"/>
                <a:gd name="T57" fmla="*/ 0 h 10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60" h="1044">
                  <a:moveTo>
                    <a:pt x="84" y="0"/>
                  </a:moveTo>
                  <a:lnTo>
                    <a:pt x="576" y="0"/>
                  </a:lnTo>
                  <a:lnTo>
                    <a:pt x="598" y="3"/>
                  </a:lnTo>
                  <a:lnTo>
                    <a:pt x="618" y="12"/>
                  </a:lnTo>
                  <a:lnTo>
                    <a:pt x="635" y="24"/>
                  </a:lnTo>
                  <a:lnTo>
                    <a:pt x="648" y="42"/>
                  </a:lnTo>
                  <a:lnTo>
                    <a:pt x="656" y="62"/>
                  </a:lnTo>
                  <a:lnTo>
                    <a:pt x="660" y="84"/>
                  </a:lnTo>
                  <a:lnTo>
                    <a:pt x="660" y="960"/>
                  </a:lnTo>
                  <a:lnTo>
                    <a:pt x="656" y="983"/>
                  </a:lnTo>
                  <a:lnTo>
                    <a:pt x="648" y="1003"/>
                  </a:lnTo>
                  <a:lnTo>
                    <a:pt x="635" y="1020"/>
                  </a:lnTo>
                  <a:lnTo>
                    <a:pt x="618" y="1033"/>
                  </a:lnTo>
                  <a:lnTo>
                    <a:pt x="598" y="1041"/>
                  </a:lnTo>
                  <a:lnTo>
                    <a:pt x="576" y="1044"/>
                  </a:lnTo>
                  <a:lnTo>
                    <a:pt x="84" y="1044"/>
                  </a:lnTo>
                  <a:lnTo>
                    <a:pt x="62" y="1041"/>
                  </a:lnTo>
                  <a:lnTo>
                    <a:pt x="42" y="1033"/>
                  </a:lnTo>
                  <a:lnTo>
                    <a:pt x="25" y="1020"/>
                  </a:lnTo>
                  <a:lnTo>
                    <a:pt x="12" y="1003"/>
                  </a:lnTo>
                  <a:lnTo>
                    <a:pt x="4" y="983"/>
                  </a:lnTo>
                  <a:lnTo>
                    <a:pt x="0" y="960"/>
                  </a:lnTo>
                  <a:lnTo>
                    <a:pt x="0" y="84"/>
                  </a:lnTo>
                  <a:lnTo>
                    <a:pt x="4" y="62"/>
                  </a:lnTo>
                  <a:lnTo>
                    <a:pt x="12" y="42"/>
                  </a:lnTo>
                  <a:lnTo>
                    <a:pt x="25" y="24"/>
                  </a:lnTo>
                  <a:lnTo>
                    <a:pt x="42" y="12"/>
                  </a:lnTo>
                  <a:lnTo>
                    <a:pt x="62" y="3"/>
                  </a:lnTo>
                  <a:lnTo>
                    <a:pt x="8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70" name="Title 1_1">
            <a:extLst>
              <a:ext uri="{FF2B5EF4-FFF2-40B4-BE49-F238E27FC236}">
                <a16:creationId xmlns:a16="http://schemas.microsoft.com/office/drawing/2014/main" id="{99A657D3-26A1-4D14-BD50-65303B6CD86F}"/>
              </a:ext>
            </a:extLst>
          </p:cNvPr>
          <p:cNvSpPr txBox="1">
            <a:spLocks/>
          </p:cNvSpPr>
          <p:nvPr/>
        </p:nvSpPr>
        <p:spPr>
          <a:xfrm>
            <a:off x="4306423" y="611474"/>
            <a:ext cx="3687304" cy="562527"/>
          </a:xfrm>
          <a:prstGeom prst="rect">
            <a:avLst/>
          </a:prstGeom>
        </p:spPr>
        <p:txBody>
          <a:bodyPr lIns="0" tIns="0" rIns="0" bIns="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d-ID" sz="3000" dirty="0">
                <a:latin typeface="思源黑体 CN Medium" panose="020B0600000000000000" pitchFamily="34" charset="-122"/>
                <a:ea typeface="思源黑体 CN Medium" panose="020B0600000000000000" pitchFamily="34" charset="-122"/>
                <a:cs typeface="Lato Heavy" panose="020F0502020204030203" pitchFamily="34" charset="0"/>
                <a:sym typeface="思源黑体 CN Medium" panose="020B0600000000000000" pitchFamily="34" charset="-122"/>
              </a:rPr>
              <a:t>Business Process</a:t>
            </a:r>
          </a:p>
        </p:txBody>
      </p:sp>
      <p:cxnSp>
        <p:nvCxnSpPr>
          <p:cNvPr id="71" name="Straight Connector 105_1">
            <a:extLst>
              <a:ext uri="{FF2B5EF4-FFF2-40B4-BE49-F238E27FC236}">
                <a16:creationId xmlns:a16="http://schemas.microsoft.com/office/drawing/2014/main" id="{44760BD6-D100-402B-8411-30EB6396C97B}"/>
              </a:ext>
            </a:extLst>
          </p:cNvPr>
          <p:cNvCxnSpPr/>
          <p:nvPr/>
        </p:nvCxnSpPr>
        <p:spPr>
          <a:xfrm>
            <a:off x="5537436" y="1138303"/>
            <a:ext cx="1225279"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2" name="TextBox 13_1">
            <a:extLst>
              <a:ext uri="{FF2B5EF4-FFF2-40B4-BE49-F238E27FC236}">
                <a16:creationId xmlns:a16="http://schemas.microsoft.com/office/drawing/2014/main" id="{D523DF43-BDB7-4BC8-93DF-8BFD55AA900C}"/>
              </a:ext>
            </a:extLst>
          </p:cNvPr>
          <p:cNvSpPr txBox="1"/>
          <p:nvPr/>
        </p:nvSpPr>
        <p:spPr>
          <a:xfrm flipH="1">
            <a:off x="3417119" y="1182485"/>
            <a:ext cx="5465912" cy="525016"/>
          </a:xfrm>
          <a:prstGeom prst="rect">
            <a:avLst/>
          </a:prstGeom>
          <a:noFill/>
          <a:ln>
            <a:noFill/>
          </a:ln>
        </p:spPr>
        <p:txBody>
          <a:bodyPr wrap="square" lIns="0" tIns="0" rIns="0" bIns="0">
            <a:spAutoFit/>
          </a:bodyPr>
          <a:lstStyle/>
          <a:p>
            <a:pPr algn="ctr">
              <a:lnSpc>
                <a:spcPct val="150000"/>
              </a:lnSpc>
            </a:pP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Lorem ipsum dolor sit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amet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consectetur</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adipiscing</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elit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sed</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do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eiusmod</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tempor</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incididunt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ut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labore</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et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dolore</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magna</a:t>
            </a:r>
          </a:p>
        </p:txBody>
      </p:sp>
      <p:grpSp>
        <p:nvGrpSpPr>
          <p:cNvPr id="68" name="Group 2_1">
            <a:extLst>
              <a:ext uri="{FF2B5EF4-FFF2-40B4-BE49-F238E27FC236}">
                <a16:creationId xmlns:a16="http://schemas.microsoft.com/office/drawing/2014/main" id="{D9D95EF9-B776-4482-B9F3-1647F3A47466}"/>
              </a:ext>
            </a:extLst>
          </p:cNvPr>
          <p:cNvGrpSpPr/>
          <p:nvPr/>
        </p:nvGrpSpPr>
        <p:grpSpPr>
          <a:xfrm>
            <a:off x="0" y="0"/>
            <a:ext cx="1751115" cy="1097152"/>
            <a:chOff x="0" y="0"/>
            <a:chExt cx="1751115" cy="1097152"/>
          </a:xfrm>
        </p:grpSpPr>
        <p:grpSp>
          <p:nvGrpSpPr>
            <p:cNvPr id="69" name="组合 68">
              <a:extLst>
                <a:ext uri="{FF2B5EF4-FFF2-40B4-BE49-F238E27FC236}">
                  <a16:creationId xmlns:a16="http://schemas.microsoft.com/office/drawing/2014/main" id="{90930F6E-3CE5-483D-9BB4-E5032F11F527}"/>
                </a:ext>
              </a:extLst>
            </p:cNvPr>
            <p:cNvGrpSpPr/>
            <p:nvPr/>
          </p:nvGrpSpPr>
          <p:grpSpPr>
            <a:xfrm>
              <a:off x="0" y="0"/>
              <a:ext cx="1751115" cy="1097152"/>
              <a:chOff x="-1832690" y="-1312191"/>
              <a:chExt cx="4302458" cy="3292533"/>
            </a:xfrm>
          </p:grpSpPr>
          <p:pic>
            <p:nvPicPr>
              <p:cNvPr id="84" name="PA-图片 2">
                <a:extLst>
                  <a:ext uri="{FF2B5EF4-FFF2-40B4-BE49-F238E27FC236}">
                    <a16:creationId xmlns:a16="http://schemas.microsoft.com/office/drawing/2014/main" id="{0537FEED-E681-4F4F-AB6B-1FBB05DC19C8}"/>
                  </a:ext>
                </a:extLst>
              </p:cNvPr>
              <p:cNvPicPr>
                <a:picLocks noChangeAspect="1"/>
              </p:cNvPicPr>
              <p:nvPr>
                <p:custDataLst>
                  <p:tags r:id="rId2"/>
                </p:custDataLst>
              </p:nvPr>
            </p:nvPicPr>
            <p:blipFill rotWithShape="1">
              <a:blip r:embed="rId6" cstate="print">
                <a:extLst>
                  <a:ext uri="{28A0092B-C50C-407E-A947-70E740481C1C}">
                    <a14:useLocalDpi xmlns:a14="http://schemas.microsoft.com/office/drawing/2010/main" val="0"/>
                  </a:ext>
                </a:extLst>
              </a:blip>
              <a:srcRect l="15664" t="61151"/>
              <a:stretch/>
            </p:blipFill>
            <p:spPr>
              <a:xfrm>
                <a:off x="-1832690" y="-1312191"/>
                <a:ext cx="4302458" cy="2664265"/>
              </a:xfrm>
              <a:prstGeom prst="rect">
                <a:avLst/>
              </a:prstGeom>
            </p:spPr>
          </p:pic>
          <p:pic>
            <p:nvPicPr>
              <p:cNvPr id="102" name="PA-图片 7">
                <a:extLst>
                  <a:ext uri="{FF2B5EF4-FFF2-40B4-BE49-F238E27FC236}">
                    <a16:creationId xmlns:a16="http://schemas.microsoft.com/office/drawing/2014/main" id="{B2CEDEA9-254B-48EE-802F-6970E34F0919}"/>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975373" y="1127025"/>
                <a:ext cx="775743" cy="853317"/>
              </a:xfrm>
              <a:prstGeom prst="rect">
                <a:avLst/>
              </a:prstGeom>
            </p:spPr>
          </p:pic>
        </p:grpSp>
        <p:sp>
          <p:nvSpPr>
            <p:cNvPr id="83" name="PA-矩形8435759">
              <a:extLst>
                <a:ext uri="{FF2B5EF4-FFF2-40B4-BE49-F238E27FC236}">
                  <a16:creationId xmlns:a16="http://schemas.microsoft.com/office/drawing/2014/main" id="{4ED94393-5734-499B-8FC6-7D647DB092CB}"/>
                </a:ext>
              </a:extLst>
            </p:cNvPr>
            <p:cNvSpPr/>
            <p:nvPr>
              <p:custDataLst>
                <p:tags r:id="rId1"/>
              </p:custDataLst>
            </p:nvPr>
          </p:nvSpPr>
          <p:spPr>
            <a:xfrm>
              <a:off x="60033" y="136009"/>
              <a:ext cx="1398588" cy="400110"/>
            </a:xfrm>
            <a:prstGeom prst="rect">
              <a:avLst/>
            </a:prstGeom>
          </p:spPr>
          <p:txBody>
            <a:bodyPr wrap="none">
              <a:spAutoFit/>
            </a:bodyPr>
            <a:lstStyle/>
            <a:p>
              <a:r>
                <a:rPr lang="en-US" altLang="zh-CN" sz="2000" dirty="0">
                  <a:latin typeface="思源黑体 CN Medium" panose="020B0600000000000000" pitchFamily="34" charset="-122"/>
                  <a:ea typeface="思源黑体 CN Medium" panose="020B0600000000000000" pitchFamily="34" charset="-122"/>
                  <a:sym typeface="思源黑体" panose="020B0400000000000000" pitchFamily="34" charset="-122"/>
                </a:rPr>
                <a:t>Enter title</a:t>
              </a:r>
              <a:endParaRPr lang="zh-CN" altLang="en-US" sz="2000" dirty="0">
                <a:latin typeface="思源黑体 CN Medium" panose="020B0600000000000000" pitchFamily="34" charset="-122"/>
                <a:ea typeface="思源黑体 CN Medium" panose="020B0600000000000000" pitchFamily="34" charset="-122"/>
              </a:endParaRPr>
            </a:p>
          </p:txBody>
        </p:sp>
      </p:grpSp>
    </p:spTree>
    <p:extLst>
      <p:ext uri="{BB962C8B-B14F-4D97-AF65-F5344CB8AC3E}">
        <p14:creationId xmlns:p14="http://schemas.microsoft.com/office/powerpoint/2010/main" val="3727721384"/>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组合 69"/>
          <p:cNvGrpSpPr/>
          <p:nvPr/>
        </p:nvGrpSpPr>
        <p:grpSpPr>
          <a:xfrm>
            <a:off x="921144" y="2591065"/>
            <a:ext cx="5260515" cy="268232"/>
            <a:chOff x="835638" y="2054553"/>
            <a:chExt cx="3945386" cy="201174"/>
          </a:xfrm>
        </p:grpSpPr>
        <p:sp>
          <p:nvSpPr>
            <p:cNvPr id="57" name="Freeform 92"/>
            <p:cNvSpPr>
              <a:spLocks/>
            </p:cNvSpPr>
            <p:nvPr/>
          </p:nvSpPr>
          <p:spPr bwMode="auto">
            <a:xfrm>
              <a:off x="835638" y="2054553"/>
              <a:ext cx="1175278" cy="201174"/>
            </a:xfrm>
            <a:custGeom>
              <a:avLst/>
              <a:gdLst>
                <a:gd name="T0" fmla="*/ 32 w 375"/>
                <a:gd name="T1" fmla="*/ 0 h 64"/>
                <a:gd name="T2" fmla="*/ 375 w 375"/>
                <a:gd name="T3" fmla="*/ 0 h 64"/>
                <a:gd name="T4" fmla="*/ 375 w 375"/>
                <a:gd name="T5" fmla="*/ 64 h 64"/>
                <a:gd name="T6" fmla="*/ 32 w 375"/>
                <a:gd name="T7" fmla="*/ 64 h 64"/>
                <a:gd name="T8" fmla="*/ 0 w 375"/>
                <a:gd name="T9" fmla="*/ 32 h 64"/>
                <a:gd name="T10" fmla="*/ 0 w 375"/>
                <a:gd name="T11" fmla="*/ 32 h 64"/>
                <a:gd name="T12" fmla="*/ 32 w 375"/>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375" h="64">
                  <a:moveTo>
                    <a:pt x="32" y="0"/>
                  </a:moveTo>
                  <a:cubicBezTo>
                    <a:pt x="375" y="0"/>
                    <a:pt x="375" y="0"/>
                    <a:pt x="375" y="0"/>
                  </a:cubicBezTo>
                  <a:cubicBezTo>
                    <a:pt x="375" y="64"/>
                    <a:pt x="375" y="64"/>
                    <a:pt x="375" y="64"/>
                  </a:cubicBezTo>
                  <a:cubicBezTo>
                    <a:pt x="32" y="64"/>
                    <a:pt x="32" y="64"/>
                    <a:pt x="32" y="64"/>
                  </a:cubicBezTo>
                  <a:cubicBezTo>
                    <a:pt x="14" y="64"/>
                    <a:pt x="0" y="50"/>
                    <a:pt x="0" y="32"/>
                  </a:cubicBezTo>
                  <a:cubicBezTo>
                    <a:pt x="0" y="32"/>
                    <a:pt x="0" y="32"/>
                    <a:pt x="0" y="32"/>
                  </a:cubicBezTo>
                  <a:cubicBezTo>
                    <a:pt x="0" y="15"/>
                    <a:pt x="14" y="0"/>
                    <a:pt x="32" y="0"/>
                  </a:cubicBezTo>
                  <a:close/>
                </a:path>
              </a:pathLst>
            </a:custGeom>
            <a:solidFill>
              <a:schemeClr val="tx2"/>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 name="Freeform 93"/>
            <p:cNvSpPr>
              <a:spLocks/>
            </p:cNvSpPr>
            <p:nvPr/>
          </p:nvSpPr>
          <p:spPr bwMode="auto">
            <a:xfrm>
              <a:off x="2276941" y="2054553"/>
              <a:ext cx="2504083" cy="201174"/>
            </a:xfrm>
            <a:custGeom>
              <a:avLst/>
              <a:gdLst>
                <a:gd name="T0" fmla="*/ 0 w 799"/>
                <a:gd name="T1" fmla="*/ 0 h 64"/>
                <a:gd name="T2" fmla="*/ 767 w 799"/>
                <a:gd name="T3" fmla="*/ 0 h 64"/>
                <a:gd name="T4" fmla="*/ 799 w 799"/>
                <a:gd name="T5" fmla="*/ 32 h 64"/>
                <a:gd name="T6" fmla="*/ 799 w 799"/>
                <a:gd name="T7" fmla="*/ 32 h 64"/>
                <a:gd name="T8" fmla="*/ 767 w 799"/>
                <a:gd name="T9" fmla="*/ 64 h 64"/>
                <a:gd name="T10" fmla="*/ 0 w 799"/>
                <a:gd name="T11" fmla="*/ 64 h 64"/>
                <a:gd name="T12" fmla="*/ 0 w 799"/>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799" h="64">
                  <a:moveTo>
                    <a:pt x="0" y="0"/>
                  </a:moveTo>
                  <a:cubicBezTo>
                    <a:pt x="767" y="0"/>
                    <a:pt x="767" y="0"/>
                    <a:pt x="767" y="0"/>
                  </a:cubicBezTo>
                  <a:cubicBezTo>
                    <a:pt x="784" y="0"/>
                    <a:pt x="799" y="15"/>
                    <a:pt x="799" y="32"/>
                  </a:cubicBezTo>
                  <a:cubicBezTo>
                    <a:pt x="799" y="32"/>
                    <a:pt x="799" y="32"/>
                    <a:pt x="799" y="32"/>
                  </a:cubicBezTo>
                  <a:cubicBezTo>
                    <a:pt x="799" y="50"/>
                    <a:pt x="784" y="64"/>
                    <a:pt x="767" y="64"/>
                  </a:cubicBezTo>
                  <a:cubicBezTo>
                    <a:pt x="0" y="64"/>
                    <a:pt x="0" y="64"/>
                    <a:pt x="0" y="64"/>
                  </a:cubicBezTo>
                  <a:cubicBezTo>
                    <a:pt x="0" y="0"/>
                    <a:pt x="0" y="0"/>
                    <a:pt x="0" y="0"/>
                  </a:cubicBezTo>
                  <a:close/>
                </a:path>
              </a:pathLst>
            </a:custGeom>
            <a:solidFill>
              <a:schemeClr val="accent1"/>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3" name="Freeform 98"/>
            <p:cNvSpPr>
              <a:spLocks/>
            </p:cNvSpPr>
            <p:nvPr/>
          </p:nvSpPr>
          <p:spPr bwMode="auto">
            <a:xfrm>
              <a:off x="2010916" y="2054553"/>
              <a:ext cx="266025" cy="201174"/>
            </a:xfrm>
            <a:custGeom>
              <a:avLst/>
              <a:gdLst>
                <a:gd name="T0" fmla="*/ 0 w 201"/>
                <a:gd name="T1" fmla="*/ 0 h 152"/>
                <a:gd name="T2" fmla="*/ 201 w 201"/>
                <a:gd name="T3" fmla="*/ 0 h 152"/>
                <a:gd name="T4" fmla="*/ 201 w 201"/>
                <a:gd name="T5" fmla="*/ 152 h 152"/>
                <a:gd name="T6" fmla="*/ 0 w 201"/>
                <a:gd name="T7" fmla="*/ 152 h 152"/>
                <a:gd name="T8" fmla="*/ 0 w 201"/>
                <a:gd name="T9" fmla="*/ 0 h 152"/>
                <a:gd name="T10" fmla="*/ 0 w 201"/>
                <a:gd name="T11" fmla="*/ 0 h 152"/>
              </a:gdLst>
              <a:ahLst/>
              <a:cxnLst>
                <a:cxn ang="0">
                  <a:pos x="T0" y="T1"/>
                </a:cxn>
                <a:cxn ang="0">
                  <a:pos x="T2" y="T3"/>
                </a:cxn>
                <a:cxn ang="0">
                  <a:pos x="T4" y="T5"/>
                </a:cxn>
                <a:cxn ang="0">
                  <a:pos x="T6" y="T7"/>
                </a:cxn>
                <a:cxn ang="0">
                  <a:pos x="T8" y="T9"/>
                </a:cxn>
                <a:cxn ang="0">
                  <a:pos x="T10" y="T11"/>
                </a:cxn>
              </a:cxnLst>
              <a:rect l="0" t="0" r="r" b="b"/>
              <a:pathLst>
                <a:path w="201" h="152">
                  <a:moveTo>
                    <a:pt x="0" y="0"/>
                  </a:moveTo>
                  <a:lnTo>
                    <a:pt x="201" y="0"/>
                  </a:lnTo>
                  <a:lnTo>
                    <a:pt x="201" y="152"/>
                  </a:lnTo>
                  <a:lnTo>
                    <a:pt x="0" y="152"/>
                  </a:lnTo>
                  <a:lnTo>
                    <a:pt x="0" y="0"/>
                  </a:lnTo>
                  <a:lnTo>
                    <a:pt x="0" y="0"/>
                  </a:lnTo>
                  <a:close/>
                </a:path>
              </a:pathLst>
            </a:custGeom>
            <a:solidFill>
              <a:schemeClr val="accent2"/>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71" name="组合 70"/>
          <p:cNvGrpSpPr/>
          <p:nvPr/>
        </p:nvGrpSpPr>
        <p:grpSpPr>
          <a:xfrm>
            <a:off x="921144" y="3260117"/>
            <a:ext cx="5260515" cy="268232"/>
            <a:chOff x="835638" y="2447636"/>
            <a:chExt cx="3945386" cy="201174"/>
          </a:xfrm>
        </p:grpSpPr>
        <p:sp>
          <p:nvSpPr>
            <p:cNvPr id="53" name="Freeform 88"/>
            <p:cNvSpPr>
              <a:spLocks/>
            </p:cNvSpPr>
            <p:nvPr/>
          </p:nvSpPr>
          <p:spPr bwMode="auto">
            <a:xfrm>
              <a:off x="835638" y="2447636"/>
              <a:ext cx="2080559" cy="201174"/>
            </a:xfrm>
            <a:custGeom>
              <a:avLst/>
              <a:gdLst>
                <a:gd name="T0" fmla="*/ 32 w 664"/>
                <a:gd name="T1" fmla="*/ 0 h 64"/>
                <a:gd name="T2" fmla="*/ 664 w 664"/>
                <a:gd name="T3" fmla="*/ 0 h 64"/>
                <a:gd name="T4" fmla="*/ 664 w 664"/>
                <a:gd name="T5" fmla="*/ 64 h 64"/>
                <a:gd name="T6" fmla="*/ 32 w 664"/>
                <a:gd name="T7" fmla="*/ 64 h 64"/>
                <a:gd name="T8" fmla="*/ 0 w 664"/>
                <a:gd name="T9" fmla="*/ 32 h 64"/>
                <a:gd name="T10" fmla="*/ 0 w 664"/>
                <a:gd name="T11" fmla="*/ 32 h 64"/>
                <a:gd name="T12" fmla="*/ 32 w 664"/>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664" h="64">
                  <a:moveTo>
                    <a:pt x="32" y="0"/>
                  </a:moveTo>
                  <a:cubicBezTo>
                    <a:pt x="664" y="0"/>
                    <a:pt x="664" y="0"/>
                    <a:pt x="664" y="0"/>
                  </a:cubicBezTo>
                  <a:cubicBezTo>
                    <a:pt x="664" y="64"/>
                    <a:pt x="664" y="64"/>
                    <a:pt x="664" y="64"/>
                  </a:cubicBezTo>
                  <a:cubicBezTo>
                    <a:pt x="32" y="64"/>
                    <a:pt x="32" y="64"/>
                    <a:pt x="32" y="64"/>
                  </a:cubicBezTo>
                  <a:cubicBezTo>
                    <a:pt x="14" y="64"/>
                    <a:pt x="0" y="49"/>
                    <a:pt x="0" y="32"/>
                  </a:cubicBezTo>
                  <a:cubicBezTo>
                    <a:pt x="0" y="32"/>
                    <a:pt x="0" y="32"/>
                    <a:pt x="0" y="32"/>
                  </a:cubicBezTo>
                  <a:cubicBezTo>
                    <a:pt x="0" y="14"/>
                    <a:pt x="14" y="0"/>
                    <a:pt x="32" y="0"/>
                  </a:cubicBezTo>
                  <a:close/>
                </a:path>
              </a:pathLst>
            </a:custGeom>
            <a:solidFill>
              <a:schemeClr val="tx2"/>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4" name="Freeform 89"/>
            <p:cNvSpPr>
              <a:spLocks/>
            </p:cNvSpPr>
            <p:nvPr/>
          </p:nvSpPr>
          <p:spPr bwMode="auto">
            <a:xfrm>
              <a:off x="3161046" y="2447636"/>
              <a:ext cx="1619978" cy="201174"/>
            </a:xfrm>
            <a:custGeom>
              <a:avLst/>
              <a:gdLst>
                <a:gd name="T0" fmla="*/ 0 w 517"/>
                <a:gd name="T1" fmla="*/ 0 h 64"/>
                <a:gd name="T2" fmla="*/ 485 w 517"/>
                <a:gd name="T3" fmla="*/ 0 h 64"/>
                <a:gd name="T4" fmla="*/ 517 w 517"/>
                <a:gd name="T5" fmla="*/ 32 h 64"/>
                <a:gd name="T6" fmla="*/ 517 w 517"/>
                <a:gd name="T7" fmla="*/ 32 h 64"/>
                <a:gd name="T8" fmla="*/ 485 w 517"/>
                <a:gd name="T9" fmla="*/ 64 h 64"/>
                <a:gd name="T10" fmla="*/ 0 w 517"/>
                <a:gd name="T11" fmla="*/ 64 h 64"/>
                <a:gd name="T12" fmla="*/ 0 w 517"/>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517" h="64">
                  <a:moveTo>
                    <a:pt x="0" y="0"/>
                  </a:moveTo>
                  <a:cubicBezTo>
                    <a:pt x="485" y="0"/>
                    <a:pt x="485" y="0"/>
                    <a:pt x="485" y="0"/>
                  </a:cubicBezTo>
                  <a:cubicBezTo>
                    <a:pt x="502" y="0"/>
                    <a:pt x="517" y="14"/>
                    <a:pt x="517" y="32"/>
                  </a:cubicBezTo>
                  <a:cubicBezTo>
                    <a:pt x="517" y="32"/>
                    <a:pt x="517" y="32"/>
                    <a:pt x="517" y="32"/>
                  </a:cubicBezTo>
                  <a:cubicBezTo>
                    <a:pt x="517" y="49"/>
                    <a:pt x="502" y="64"/>
                    <a:pt x="485" y="64"/>
                  </a:cubicBezTo>
                  <a:cubicBezTo>
                    <a:pt x="0" y="64"/>
                    <a:pt x="0" y="64"/>
                    <a:pt x="0" y="64"/>
                  </a:cubicBezTo>
                  <a:cubicBezTo>
                    <a:pt x="0" y="0"/>
                    <a:pt x="0" y="0"/>
                    <a:pt x="0" y="0"/>
                  </a:cubicBezTo>
                  <a:close/>
                </a:path>
              </a:pathLst>
            </a:custGeom>
            <a:solidFill>
              <a:schemeClr val="accent1"/>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4" name="Freeform 99"/>
            <p:cNvSpPr>
              <a:spLocks/>
            </p:cNvSpPr>
            <p:nvPr/>
          </p:nvSpPr>
          <p:spPr bwMode="auto">
            <a:xfrm>
              <a:off x="2916197" y="2447636"/>
              <a:ext cx="244849" cy="201174"/>
            </a:xfrm>
            <a:custGeom>
              <a:avLst/>
              <a:gdLst>
                <a:gd name="T0" fmla="*/ 0 w 185"/>
                <a:gd name="T1" fmla="*/ 0 h 152"/>
                <a:gd name="T2" fmla="*/ 185 w 185"/>
                <a:gd name="T3" fmla="*/ 0 h 152"/>
                <a:gd name="T4" fmla="*/ 185 w 185"/>
                <a:gd name="T5" fmla="*/ 152 h 152"/>
                <a:gd name="T6" fmla="*/ 0 w 185"/>
                <a:gd name="T7" fmla="*/ 152 h 152"/>
                <a:gd name="T8" fmla="*/ 0 w 185"/>
                <a:gd name="T9" fmla="*/ 0 h 152"/>
                <a:gd name="T10" fmla="*/ 0 w 185"/>
                <a:gd name="T11" fmla="*/ 0 h 152"/>
              </a:gdLst>
              <a:ahLst/>
              <a:cxnLst>
                <a:cxn ang="0">
                  <a:pos x="T0" y="T1"/>
                </a:cxn>
                <a:cxn ang="0">
                  <a:pos x="T2" y="T3"/>
                </a:cxn>
                <a:cxn ang="0">
                  <a:pos x="T4" y="T5"/>
                </a:cxn>
                <a:cxn ang="0">
                  <a:pos x="T6" y="T7"/>
                </a:cxn>
                <a:cxn ang="0">
                  <a:pos x="T8" y="T9"/>
                </a:cxn>
                <a:cxn ang="0">
                  <a:pos x="T10" y="T11"/>
                </a:cxn>
              </a:cxnLst>
              <a:rect l="0" t="0" r="r" b="b"/>
              <a:pathLst>
                <a:path w="185" h="152">
                  <a:moveTo>
                    <a:pt x="0" y="0"/>
                  </a:moveTo>
                  <a:lnTo>
                    <a:pt x="185" y="0"/>
                  </a:lnTo>
                  <a:lnTo>
                    <a:pt x="185" y="152"/>
                  </a:lnTo>
                  <a:lnTo>
                    <a:pt x="0" y="152"/>
                  </a:lnTo>
                  <a:lnTo>
                    <a:pt x="0" y="0"/>
                  </a:lnTo>
                  <a:lnTo>
                    <a:pt x="0" y="0"/>
                  </a:lnTo>
                  <a:close/>
                </a:path>
              </a:pathLst>
            </a:custGeom>
            <a:solidFill>
              <a:schemeClr val="accent2"/>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72" name="组合 71"/>
          <p:cNvGrpSpPr/>
          <p:nvPr/>
        </p:nvGrpSpPr>
        <p:grpSpPr>
          <a:xfrm>
            <a:off x="921144" y="3929171"/>
            <a:ext cx="5260515" cy="268232"/>
            <a:chOff x="835638" y="2836749"/>
            <a:chExt cx="3945386" cy="201174"/>
          </a:xfrm>
        </p:grpSpPr>
        <p:sp>
          <p:nvSpPr>
            <p:cNvPr id="55" name="Freeform 90"/>
            <p:cNvSpPr>
              <a:spLocks/>
            </p:cNvSpPr>
            <p:nvPr/>
          </p:nvSpPr>
          <p:spPr bwMode="auto">
            <a:xfrm>
              <a:off x="835638" y="2836749"/>
              <a:ext cx="1062779" cy="201174"/>
            </a:xfrm>
            <a:custGeom>
              <a:avLst/>
              <a:gdLst>
                <a:gd name="T0" fmla="*/ 32 w 339"/>
                <a:gd name="T1" fmla="*/ 0 h 64"/>
                <a:gd name="T2" fmla="*/ 339 w 339"/>
                <a:gd name="T3" fmla="*/ 0 h 64"/>
                <a:gd name="T4" fmla="*/ 339 w 339"/>
                <a:gd name="T5" fmla="*/ 64 h 64"/>
                <a:gd name="T6" fmla="*/ 32 w 339"/>
                <a:gd name="T7" fmla="*/ 64 h 64"/>
                <a:gd name="T8" fmla="*/ 0 w 339"/>
                <a:gd name="T9" fmla="*/ 32 h 64"/>
                <a:gd name="T10" fmla="*/ 0 w 339"/>
                <a:gd name="T11" fmla="*/ 32 h 64"/>
                <a:gd name="T12" fmla="*/ 32 w 339"/>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339" h="64">
                  <a:moveTo>
                    <a:pt x="32" y="0"/>
                  </a:moveTo>
                  <a:cubicBezTo>
                    <a:pt x="339" y="0"/>
                    <a:pt x="339" y="0"/>
                    <a:pt x="339" y="0"/>
                  </a:cubicBezTo>
                  <a:cubicBezTo>
                    <a:pt x="339" y="64"/>
                    <a:pt x="339" y="64"/>
                    <a:pt x="339" y="64"/>
                  </a:cubicBezTo>
                  <a:cubicBezTo>
                    <a:pt x="32" y="64"/>
                    <a:pt x="32" y="64"/>
                    <a:pt x="32" y="64"/>
                  </a:cubicBezTo>
                  <a:cubicBezTo>
                    <a:pt x="14" y="64"/>
                    <a:pt x="0" y="50"/>
                    <a:pt x="0" y="32"/>
                  </a:cubicBezTo>
                  <a:cubicBezTo>
                    <a:pt x="0" y="32"/>
                    <a:pt x="0" y="32"/>
                    <a:pt x="0" y="32"/>
                  </a:cubicBezTo>
                  <a:cubicBezTo>
                    <a:pt x="0" y="15"/>
                    <a:pt x="14" y="0"/>
                    <a:pt x="32" y="0"/>
                  </a:cubicBezTo>
                  <a:close/>
                </a:path>
              </a:pathLst>
            </a:custGeom>
            <a:solidFill>
              <a:schemeClr val="tx2"/>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6" name="Freeform 91"/>
            <p:cNvSpPr>
              <a:spLocks/>
            </p:cNvSpPr>
            <p:nvPr/>
          </p:nvSpPr>
          <p:spPr bwMode="auto">
            <a:xfrm>
              <a:off x="2157825" y="2836749"/>
              <a:ext cx="2623199" cy="201174"/>
            </a:xfrm>
            <a:custGeom>
              <a:avLst/>
              <a:gdLst>
                <a:gd name="T0" fmla="*/ 0 w 837"/>
                <a:gd name="T1" fmla="*/ 0 h 64"/>
                <a:gd name="T2" fmla="*/ 805 w 837"/>
                <a:gd name="T3" fmla="*/ 0 h 64"/>
                <a:gd name="T4" fmla="*/ 837 w 837"/>
                <a:gd name="T5" fmla="*/ 32 h 64"/>
                <a:gd name="T6" fmla="*/ 837 w 837"/>
                <a:gd name="T7" fmla="*/ 32 h 64"/>
                <a:gd name="T8" fmla="*/ 805 w 837"/>
                <a:gd name="T9" fmla="*/ 64 h 64"/>
                <a:gd name="T10" fmla="*/ 0 w 837"/>
                <a:gd name="T11" fmla="*/ 64 h 64"/>
                <a:gd name="T12" fmla="*/ 0 w 837"/>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837" h="64">
                  <a:moveTo>
                    <a:pt x="0" y="0"/>
                  </a:moveTo>
                  <a:cubicBezTo>
                    <a:pt x="805" y="0"/>
                    <a:pt x="805" y="0"/>
                    <a:pt x="805" y="0"/>
                  </a:cubicBezTo>
                  <a:cubicBezTo>
                    <a:pt x="822" y="0"/>
                    <a:pt x="837" y="15"/>
                    <a:pt x="837" y="32"/>
                  </a:cubicBezTo>
                  <a:cubicBezTo>
                    <a:pt x="837" y="32"/>
                    <a:pt x="837" y="32"/>
                    <a:pt x="837" y="32"/>
                  </a:cubicBezTo>
                  <a:cubicBezTo>
                    <a:pt x="837" y="50"/>
                    <a:pt x="822" y="64"/>
                    <a:pt x="805" y="64"/>
                  </a:cubicBezTo>
                  <a:cubicBezTo>
                    <a:pt x="0" y="64"/>
                    <a:pt x="0" y="64"/>
                    <a:pt x="0" y="64"/>
                  </a:cubicBezTo>
                  <a:cubicBezTo>
                    <a:pt x="0" y="0"/>
                    <a:pt x="0" y="0"/>
                    <a:pt x="0" y="0"/>
                  </a:cubicBezTo>
                  <a:close/>
                </a:path>
              </a:pathLst>
            </a:custGeom>
            <a:solidFill>
              <a:schemeClr val="accent1"/>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5" name="Freeform 100"/>
            <p:cNvSpPr>
              <a:spLocks/>
            </p:cNvSpPr>
            <p:nvPr/>
          </p:nvSpPr>
          <p:spPr bwMode="auto">
            <a:xfrm>
              <a:off x="1898417" y="2836749"/>
              <a:ext cx="259408" cy="201174"/>
            </a:xfrm>
            <a:custGeom>
              <a:avLst/>
              <a:gdLst>
                <a:gd name="T0" fmla="*/ 0 w 196"/>
                <a:gd name="T1" fmla="*/ 0 h 152"/>
                <a:gd name="T2" fmla="*/ 196 w 196"/>
                <a:gd name="T3" fmla="*/ 0 h 152"/>
                <a:gd name="T4" fmla="*/ 196 w 196"/>
                <a:gd name="T5" fmla="*/ 152 h 152"/>
                <a:gd name="T6" fmla="*/ 0 w 196"/>
                <a:gd name="T7" fmla="*/ 152 h 152"/>
                <a:gd name="T8" fmla="*/ 0 w 196"/>
                <a:gd name="T9" fmla="*/ 0 h 152"/>
                <a:gd name="T10" fmla="*/ 0 w 196"/>
                <a:gd name="T11" fmla="*/ 0 h 152"/>
              </a:gdLst>
              <a:ahLst/>
              <a:cxnLst>
                <a:cxn ang="0">
                  <a:pos x="T0" y="T1"/>
                </a:cxn>
                <a:cxn ang="0">
                  <a:pos x="T2" y="T3"/>
                </a:cxn>
                <a:cxn ang="0">
                  <a:pos x="T4" y="T5"/>
                </a:cxn>
                <a:cxn ang="0">
                  <a:pos x="T6" y="T7"/>
                </a:cxn>
                <a:cxn ang="0">
                  <a:pos x="T8" y="T9"/>
                </a:cxn>
                <a:cxn ang="0">
                  <a:pos x="T10" y="T11"/>
                </a:cxn>
              </a:cxnLst>
              <a:rect l="0" t="0" r="r" b="b"/>
              <a:pathLst>
                <a:path w="196" h="152">
                  <a:moveTo>
                    <a:pt x="0" y="0"/>
                  </a:moveTo>
                  <a:lnTo>
                    <a:pt x="196" y="0"/>
                  </a:lnTo>
                  <a:lnTo>
                    <a:pt x="196" y="152"/>
                  </a:lnTo>
                  <a:lnTo>
                    <a:pt x="0" y="152"/>
                  </a:lnTo>
                  <a:lnTo>
                    <a:pt x="0" y="0"/>
                  </a:lnTo>
                  <a:lnTo>
                    <a:pt x="0" y="0"/>
                  </a:lnTo>
                  <a:close/>
                </a:path>
              </a:pathLst>
            </a:custGeom>
            <a:solidFill>
              <a:schemeClr val="accent2"/>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73" name="组合 72"/>
          <p:cNvGrpSpPr/>
          <p:nvPr/>
        </p:nvGrpSpPr>
        <p:grpSpPr>
          <a:xfrm>
            <a:off x="921144" y="4598224"/>
            <a:ext cx="5260515" cy="268232"/>
            <a:chOff x="835638" y="3229831"/>
            <a:chExt cx="3945386" cy="201174"/>
          </a:xfrm>
        </p:grpSpPr>
        <p:sp>
          <p:nvSpPr>
            <p:cNvPr id="59" name="Freeform 94"/>
            <p:cNvSpPr>
              <a:spLocks/>
            </p:cNvSpPr>
            <p:nvPr/>
          </p:nvSpPr>
          <p:spPr bwMode="auto">
            <a:xfrm>
              <a:off x="835638" y="3229831"/>
              <a:ext cx="498963" cy="201174"/>
            </a:xfrm>
            <a:custGeom>
              <a:avLst/>
              <a:gdLst>
                <a:gd name="T0" fmla="*/ 32 w 159"/>
                <a:gd name="T1" fmla="*/ 0 h 64"/>
                <a:gd name="T2" fmla="*/ 159 w 159"/>
                <a:gd name="T3" fmla="*/ 0 h 64"/>
                <a:gd name="T4" fmla="*/ 159 w 159"/>
                <a:gd name="T5" fmla="*/ 64 h 64"/>
                <a:gd name="T6" fmla="*/ 32 w 159"/>
                <a:gd name="T7" fmla="*/ 64 h 64"/>
                <a:gd name="T8" fmla="*/ 0 w 159"/>
                <a:gd name="T9" fmla="*/ 32 h 64"/>
                <a:gd name="T10" fmla="*/ 0 w 159"/>
                <a:gd name="T11" fmla="*/ 32 h 64"/>
                <a:gd name="T12" fmla="*/ 32 w 159"/>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159" h="64">
                  <a:moveTo>
                    <a:pt x="32" y="0"/>
                  </a:moveTo>
                  <a:cubicBezTo>
                    <a:pt x="159" y="0"/>
                    <a:pt x="159" y="0"/>
                    <a:pt x="159" y="0"/>
                  </a:cubicBezTo>
                  <a:cubicBezTo>
                    <a:pt x="159" y="64"/>
                    <a:pt x="159" y="64"/>
                    <a:pt x="159" y="64"/>
                  </a:cubicBezTo>
                  <a:cubicBezTo>
                    <a:pt x="32" y="64"/>
                    <a:pt x="32" y="64"/>
                    <a:pt x="32" y="64"/>
                  </a:cubicBezTo>
                  <a:cubicBezTo>
                    <a:pt x="14" y="64"/>
                    <a:pt x="0" y="49"/>
                    <a:pt x="0" y="32"/>
                  </a:cubicBezTo>
                  <a:cubicBezTo>
                    <a:pt x="0" y="32"/>
                    <a:pt x="0" y="32"/>
                    <a:pt x="0" y="32"/>
                  </a:cubicBezTo>
                  <a:cubicBezTo>
                    <a:pt x="0" y="14"/>
                    <a:pt x="14" y="0"/>
                    <a:pt x="32" y="0"/>
                  </a:cubicBezTo>
                  <a:close/>
                </a:path>
              </a:pathLst>
            </a:custGeom>
            <a:solidFill>
              <a:schemeClr val="tx2"/>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0" name="Freeform 95"/>
            <p:cNvSpPr>
              <a:spLocks/>
            </p:cNvSpPr>
            <p:nvPr/>
          </p:nvSpPr>
          <p:spPr bwMode="auto">
            <a:xfrm>
              <a:off x="1597980" y="3229831"/>
              <a:ext cx="3183044" cy="201174"/>
            </a:xfrm>
            <a:custGeom>
              <a:avLst/>
              <a:gdLst>
                <a:gd name="T0" fmla="*/ 0 w 1016"/>
                <a:gd name="T1" fmla="*/ 0 h 64"/>
                <a:gd name="T2" fmla="*/ 984 w 1016"/>
                <a:gd name="T3" fmla="*/ 0 h 64"/>
                <a:gd name="T4" fmla="*/ 1016 w 1016"/>
                <a:gd name="T5" fmla="*/ 32 h 64"/>
                <a:gd name="T6" fmla="*/ 1016 w 1016"/>
                <a:gd name="T7" fmla="*/ 32 h 64"/>
                <a:gd name="T8" fmla="*/ 984 w 1016"/>
                <a:gd name="T9" fmla="*/ 64 h 64"/>
                <a:gd name="T10" fmla="*/ 0 w 1016"/>
                <a:gd name="T11" fmla="*/ 64 h 64"/>
                <a:gd name="T12" fmla="*/ 0 w 1016"/>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1016" h="64">
                  <a:moveTo>
                    <a:pt x="0" y="0"/>
                  </a:moveTo>
                  <a:cubicBezTo>
                    <a:pt x="984" y="0"/>
                    <a:pt x="984" y="0"/>
                    <a:pt x="984" y="0"/>
                  </a:cubicBezTo>
                  <a:cubicBezTo>
                    <a:pt x="1001" y="0"/>
                    <a:pt x="1016" y="14"/>
                    <a:pt x="1016" y="32"/>
                  </a:cubicBezTo>
                  <a:cubicBezTo>
                    <a:pt x="1016" y="32"/>
                    <a:pt x="1016" y="32"/>
                    <a:pt x="1016" y="32"/>
                  </a:cubicBezTo>
                  <a:cubicBezTo>
                    <a:pt x="1016" y="49"/>
                    <a:pt x="1001" y="64"/>
                    <a:pt x="984" y="64"/>
                  </a:cubicBezTo>
                  <a:cubicBezTo>
                    <a:pt x="0" y="64"/>
                    <a:pt x="0" y="64"/>
                    <a:pt x="0" y="64"/>
                  </a:cubicBezTo>
                  <a:cubicBezTo>
                    <a:pt x="0" y="0"/>
                    <a:pt x="0" y="0"/>
                    <a:pt x="0" y="0"/>
                  </a:cubicBezTo>
                  <a:close/>
                </a:path>
              </a:pathLst>
            </a:custGeom>
            <a:solidFill>
              <a:schemeClr val="accent1"/>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6" name="Freeform 101"/>
            <p:cNvSpPr>
              <a:spLocks/>
            </p:cNvSpPr>
            <p:nvPr/>
          </p:nvSpPr>
          <p:spPr bwMode="auto">
            <a:xfrm>
              <a:off x="1334601" y="3229831"/>
              <a:ext cx="263378" cy="201174"/>
            </a:xfrm>
            <a:custGeom>
              <a:avLst/>
              <a:gdLst>
                <a:gd name="T0" fmla="*/ 0 w 199"/>
                <a:gd name="T1" fmla="*/ 0 h 152"/>
                <a:gd name="T2" fmla="*/ 199 w 199"/>
                <a:gd name="T3" fmla="*/ 0 h 152"/>
                <a:gd name="T4" fmla="*/ 199 w 199"/>
                <a:gd name="T5" fmla="*/ 152 h 152"/>
                <a:gd name="T6" fmla="*/ 0 w 199"/>
                <a:gd name="T7" fmla="*/ 152 h 152"/>
                <a:gd name="T8" fmla="*/ 0 w 199"/>
                <a:gd name="T9" fmla="*/ 0 h 152"/>
                <a:gd name="T10" fmla="*/ 0 w 199"/>
                <a:gd name="T11" fmla="*/ 0 h 152"/>
              </a:gdLst>
              <a:ahLst/>
              <a:cxnLst>
                <a:cxn ang="0">
                  <a:pos x="T0" y="T1"/>
                </a:cxn>
                <a:cxn ang="0">
                  <a:pos x="T2" y="T3"/>
                </a:cxn>
                <a:cxn ang="0">
                  <a:pos x="T4" y="T5"/>
                </a:cxn>
                <a:cxn ang="0">
                  <a:pos x="T6" y="T7"/>
                </a:cxn>
                <a:cxn ang="0">
                  <a:pos x="T8" y="T9"/>
                </a:cxn>
                <a:cxn ang="0">
                  <a:pos x="T10" y="T11"/>
                </a:cxn>
              </a:cxnLst>
              <a:rect l="0" t="0" r="r" b="b"/>
              <a:pathLst>
                <a:path w="199" h="152">
                  <a:moveTo>
                    <a:pt x="0" y="0"/>
                  </a:moveTo>
                  <a:lnTo>
                    <a:pt x="199" y="0"/>
                  </a:lnTo>
                  <a:lnTo>
                    <a:pt x="199" y="152"/>
                  </a:lnTo>
                  <a:lnTo>
                    <a:pt x="0" y="152"/>
                  </a:lnTo>
                  <a:lnTo>
                    <a:pt x="0" y="0"/>
                  </a:lnTo>
                  <a:lnTo>
                    <a:pt x="0" y="0"/>
                  </a:lnTo>
                  <a:close/>
                </a:path>
              </a:pathLst>
            </a:custGeom>
            <a:solidFill>
              <a:schemeClr val="accent2"/>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69" name="组合 68"/>
          <p:cNvGrpSpPr/>
          <p:nvPr/>
        </p:nvGrpSpPr>
        <p:grpSpPr>
          <a:xfrm>
            <a:off x="921144" y="5267276"/>
            <a:ext cx="5260515" cy="268232"/>
            <a:chOff x="835638" y="3620267"/>
            <a:chExt cx="3945386" cy="201174"/>
          </a:xfrm>
        </p:grpSpPr>
        <p:sp>
          <p:nvSpPr>
            <p:cNvPr id="61" name="Freeform 96"/>
            <p:cNvSpPr>
              <a:spLocks/>
            </p:cNvSpPr>
            <p:nvPr/>
          </p:nvSpPr>
          <p:spPr bwMode="auto">
            <a:xfrm>
              <a:off x="835638" y="3620267"/>
              <a:ext cx="2165264" cy="201174"/>
            </a:xfrm>
            <a:custGeom>
              <a:avLst/>
              <a:gdLst>
                <a:gd name="T0" fmla="*/ 32 w 691"/>
                <a:gd name="T1" fmla="*/ 0 h 64"/>
                <a:gd name="T2" fmla="*/ 691 w 691"/>
                <a:gd name="T3" fmla="*/ 0 h 64"/>
                <a:gd name="T4" fmla="*/ 691 w 691"/>
                <a:gd name="T5" fmla="*/ 64 h 64"/>
                <a:gd name="T6" fmla="*/ 32 w 691"/>
                <a:gd name="T7" fmla="*/ 64 h 64"/>
                <a:gd name="T8" fmla="*/ 0 w 691"/>
                <a:gd name="T9" fmla="*/ 32 h 64"/>
                <a:gd name="T10" fmla="*/ 0 w 691"/>
                <a:gd name="T11" fmla="*/ 32 h 64"/>
                <a:gd name="T12" fmla="*/ 32 w 691"/>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691" h="64">
                  <a:moveTo>
                    <a:pt x="32" y="0"/>
                  </a:moveTo>
                  <a:cubicBezTo>
                    <a:pt x="691" y="0"/>
                    <a:pt x="691" y="0"/>
                    <a:pt x="691" y="0"/>
                  </a:cubicBezTo>
                  <a:cubicBezTo>
                    <a:pt x="691" y="64"/>
                    <a:pt x="691" y="64"/>
                    <a:pt x="691" y="64"/>
                  </a:cubicBezTo>
                  <a:cubicBezTo>
                    <a:pt x="32" y="64"/>
                    <a:pt x="32" y="64"/>
                    <a:pt x="32" y="64"/>
                  </a:cubicBezTo>
                  <a:cubicBezTo>
                    <a:pt x="14" y="64"/>
                    <a:pt x="0" y="50"/>
                    <a:pt x="0" y="32"/>
                  </a:cubicBezTo>
                  <a:cubicBezTo>
                    <a:pt x="0" y="32"/>
                    <a:pt x="0" y="32"/>
                    <a:pt x="0" y="32"/>
                  </a:cubicBezTo>
                  <a:cubicBezTo>
                    <a:pt x="0" y="14"/>
                    <a:pt x="14" y="0"/>
                    <a:pt x="32" y="0"/>
                  </a:cubicBezTo>
                  <a:close/>
                </a:path>
              </a:pathLst>
            </a:custGeom>
            <a:solidFill>
              <a:schemeClr val="accent3"/>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2" name="Freeform 97"/>
            <p:cNvSpPr>
              <a:spLocks/>
            </p:cNvSpPr>
            <p:nvPr/>
          </p:nvSpPr>
          <p:spPr bwMode="auto">
            <a:xfrm>
              <a:off x="3314574" y="3620267"/>
              <a:ext cx="1466450" cy="201174"/>
            </a:xfrm>
            <a:custGeom>
              <a:avLst/>
              <a:gdLst>
                <a:gd name="T0" fmla="*/ 0 w 468"/>
                <a:gd name="T1" fmla="*/ 0 h 64"/>
                <a:gd name="T2" fmla="*/ 436 w 468"/>
                <a:gd name="T3" fmla="*/ 0 h 64"/>
                <a:gd name="T4" fmla="*/ 468 w 468"/>
                <a:gd name="T5" fmla="*/ 32 h 64"/>
                <a:gd name="T6" fmla="*/ 468 w 468"/>
                <a:gd name="T7" fmla="*/ 32 h 64"/>
                <a:gd name="T8" fmla="*/ 436 w 468"/>
                <a:gd name="T9" fmla="*/ 64 h 64"/>
                <a:gd name="T10" fmla="*/ 0 w 468"/>
                <a:gd name="T11" fmla="*/ 64 h 64"/>
                <a:gd name="T12" fmla="*/ 0 w 468"/>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468" h="64">
                  <a:moveTo>
                    <a:pt x="0" y="0"/>
                  </a:moveTo>
                  <a:cubicBezTo>
                    <a:pt x="436" y="0"/>
                    <a:pt x="436" y="0"/>
                    <a:pt x="436" y="0"/>
                  </a:cubicBezTo>
                  <a:cubicBezTo>
                    <a:pt x="453" y="0"/>
                    <a:pt x="468" y="14"/>
                    <a:pt x="468" y="32"/>
                  </a:cubicBezTo>
                  <a:cubicBezTo>
                    <a:pt x="468" y="32"/>
                    <a:pt x="468" y="32"/>
                    <a:pt x="468" y="32"/>
                  </a:cubicBezTo>
                  <a:cubicBezTo>
                    <a:pt x="468" y="50"/>
                    <a:pt x="453" y="64"/>
                    <a:pt x="436" y="64"/>
                  </a:cubicBezTo>
                  <a:cubicBezTo>
                    <a:pt x="0" y="64"/>
                    <a:pt x="0" y="64"/>
                    <a:pt x="0" y="64"/>
                  </a:cubicBezTo>
                  <a:cubicBezTo>
                    <a:pt x="0" y="0"/>
                    <a:pt x="0" y="0"/>
                    <a:pt x="0" y="0"/>
                  </a:cubicBezTo>
                  <a:close/>
                </a:path>
              </a:pathLst>
            </a:custGeom>
            <a:solidFill>
              <a:schemeClr val="accent4"/>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7" name="Freeform 102"/>
            <p:cNvSpPr>
              <a:spLocks/>
            </p:cNvSpPr>
            <p:nvPr/>
          </p:nvSpPr>
          <p:spPr bwMode="auto">
            <a:xfrm>
              <a:off x="3000902" y="3620267"/>
              <a:ext cx="313672" cy="201174"/>
            </a:xfrm>
            <a:custGeom>
              <a:avLst/>
              <a:gdLst>
                <a:gd name="T0" fmla="*/ 0 w 237"/>
                <a:gd name="T1" fmla="*/ 0 h 152"/>
                <a:gd name="T2" fmla="*/ 237 w 237"/>
                <a:gd name="T3" fmla="*/ 0 h 152"/>
                <a:gd name="T4" fmla="*/ 237 w 237"/>
                <a:gd name="T5" fmla="*/ 152 h 152"/>
                <a:gd name="T6" fmla="*/ 0 w 237"/>
                <a:gd name="T7" fmla="*/ 152 h 152"/>
                <a:gd name="T8" fmla="*/ 0 w 237"/>
                <a:gd name="T9" fmla="*/ 0 h 152"/>
                <a:gd name="T10" fmla="*/ 0 w 237"/>
                <a:gd name="T11" fmla="*/ 0 h 152"/>
              </a:gdLst>
              <a:ahLst/>
              <a:cxnLst>
                <a:cxn ang="0">
                  <a:pos x="T0" y="T1"/>
                </a:cxn>
                <a:cxn ang="0">
                  <a:pos x="T2" y="T3"/>
                </a:cxn>
                <a:cxn ang="0">
                  <a:pos x="T4" y="T5"/>
                </a:cxn>
                <a:cxn ang="0">
                  <a:pos x="T6" y="T7"/>
                </a:cxn>
                <a:cxn ang="0">
                  <a:pos x="T8" y="T9"/>
                </a:cxn>
                <a:cxn ang="0">
                  <a:pos x="T10" y="T11"/>
                </a:cxn>
              </a:cxnLst>
              <a:rect l="0" t="0" r="r" b="b"/>
              <a:pathLst>
                <a:path w="237" h="152">
                  <a:moveTo>
                    <a:pt x="0" y="0"/>
                  </a:moveTo>
                  <a:lnTo>
                    <a:pt x="237" y="0"/>
                  </a:lnTo>
                  <a:lnTo>
                    <a:pt x="237" y="152"/>
                  </a:lnTo>
                  <a:lnTo>
                    <a:pt x="0" y="152"/>
                  </a:lnTo>
                  <a:lnTo>
                    <a:pt x="0" y="0"/>
                  </a:lnTo>
                  <a:lnTo>
                    <a:pt x="0" y="0"/>
                  </a:ln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74" name="文本框 73"/>
          <p:cNvSpPr txBox="1"/>
          <p:nvPr/>
        </p:nvSpPr>
        <p:spPr>
          <a:xfrm>
            <a:off x="6395459" y="2538814"/>
            <a:ext cx="688009" cy="318100"/>
          </a:xfrm>
          <a:prstGeom prst="rect">
            <a:avLst/>
          </a:prstGeom>
          <a:noFill/>
        </p:spPr>
        <p:txBody>
          <a:bodyPr wrap="none" rtlCol="0">
            <a:spAutoFit/>
          </a:bodyPr>
          <a:lstStyle/>
          <a:p>
            <a:pPr defTabSz="1219170" eaLnBrk="0" fontAlgn="base" hangingPunct="0">
              <a:spcBef>
                <a:spcPct val="0"/>
              </a:spcBef>
              <a:spcAft>
                <a:spcPct val="0"/>
              </a:spcAft>
            </a:pPr>
            <a:r>
              <a:rPr lang="en-US" altLang="zh-CN" sz="1467" dirty="0">
                <a:solidFill>
                  <a:prstClr val="black">
                    <a:lumMod val="75000"/>
                    <a:lumOff val="25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30/90</a:t>
            </a:r>
            <a:endParaRPr lang="zh-CN" altLang="en-US" sz="1467" dirty="0">
              <a:solidFill>
                <a:prstClr val="black">
                  <a:lumMod val="75000"/>
                  <a:lumOff val="25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5" name="文本框 74"/>
          <p:cNvSpPr txBox="1"/>
          <p:nvPr/>
        </p:nvSpPr>
        <p:spPr>
          <a:xfrm>
            <a:off x="6395460" y="3199214"/>
            <a:ext cx="688009" cy="318100"/>
          </a:xfrm>
          <a:prstGeom prst="rect">
            <a:avLst/>
          </a:prstGeom>
          <a:noFill/>
        </p:spPr>
        <p:txBody>
          <a:bodyPr wrap="none" rtlCol="0">
            <a:spAutoFit/>
          </a:bodyPr>
          <a:lstStyle/>
          <a:p>
            <a:pPr defTabSz="1219170" eaLnBrk="0" fontAlgn="base" hangingPunct="0">
              <a:spcBef>
                <a:spcPct val="0"/>
              </a:spcBef>
              <a:spcAft>
                <a:spcPct val="0"/>
              </a:spcAft>
            </a:pPr>
            <a:r>
              <a:rPr lang="en-US" altLang="zh-CN" sz="1467" dirty="0">
                <a:solidFill>
                  <a:prstClr val="black">
                    <a:lumMod val="75000"/>
                    <a:lumOff val="25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60/40</a:t>
            </a:r>
            <a:endParaRPr lang="zh-CN" altLang="en-US" sz="1467" dirty="0">
              <a:solidFill>
                <a:prstClr val="black">
                  <a:lumMod val="75000"/>
                  <a:lumOff val="25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6" name="文本框 75"/>
          <p:cNvSpPr txBox="1"/>
          <p:nvPr/>
        </p:nvSpPr>
        <p:spPr>
          <a:xfrm>
            <a:off x="6395459" y="3859614"/>
            <a:ext cx="688009" cy="318100"/>
          </a:xfrm>
          <a:prstGeom prst="rect">
            <a:avLst/>
          </a:prstGeom>
          <a:noFill/>
        </p:spPr>
        <p:txBody>
          <a:bodyPr wrap="none" rtlCol="0">
            <a:spAutoFit/>
          </a:bodyPr>
          <a:lstStyle/>
          <a:p>
            <a:pPr defTabSz="1219170" eaLnBrk="0" fontAlgn="base" hangingPunct="0">
              <a:spcBef>
                <a:spcPct val="0"/>
              </a:spcBef>
              <a:spcAft>
                <a:spcPct val="0"/>
              </a:spcAft>
            </a:pPr>
            <a:r>
              <a:rPr lang="en-US" altLang="zh-CN" sz="1467" dirty="0">
                <a:solidFill>
                  <a:prstClr val="black">
                    <a:lumMod val="75000"/>
                    <a:lumOff val="25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30/90</a:t>
            </a:r>
            <a:endParaRPr lang="zh-CN" altLang="en-US" sz="1467" dirty="0">
              <a:solidFill>
                <a:prstClr val="black">
                  <a:lumMod val="75000"/>
                  <a:lumOff val="25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7" name="文本框 76"/>
          <p:cNvSpPr txBox="1"/>
          <p:nvPr/>
        </p:nvSpPr>
        <p:spPr>
          <a:xfrm>
            <a:off x="6395459" y="4540334"/>
            <a:ext cx="688009" cy="318100"/>
          </a:xfrm>
          <a:prstGeom prst="rect">
            <a:avLst/>
          </a:prstGeom>
          <a:noFill/>
        </p:spPr>
        <p:txBody>
          <a:bodyPr wrap="none" rtlCol="0">
            <a:spAutoFit/>
          </a:bodyPr>
          <a:lstStyle/>
          <a:p>
            <a:pPr defTabSz="1219170" eaLnBrk="0" fontAlgn="base" hangingPunct="0">
              <a:spcBef>
                <a:spcPct val="0"/>
              </a:spcBef>
              <a:spcAft>
                <a:spcPct val="0"/>
              </a:spcAft>
            </a:pPr>
            <a:r>
              <a:rPr lang="en-US" altLang="zh-CN" sz="1467" dirty="0">
                <a:solidFill>
                  <a:prstClr val="black">
                    <a:lumMod val="75000"/>
                    <a:lumOff val="25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30/90</a:t>
            </a:r>
            <a:endParaRPr lang="zh-CN" altLang="en-US" sz="1467" dirty="0">
              <a:solidFill>
                <a:prstClr val="black">
                  <a:lumMod val="75000"/>
                  <a:lumOff val="25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8" name="文本框 77"/>
          <p:cNvSpPr txBox="1"/>
          <p:nvPr/>
        </p:nvSpPr>
        <p:spPr>
          <a:xfrm>
            <a:off x="6395459" y="5221054"/>
            <a:ext cx="688009" cy="318100"/>
          </a:xfrm>
          <a:prstGeom prst="rect">
            <a:avLst/>
          </a:prstGeom>
          <a:noFill/>
        </p:spPr>
        <p:txBody>
          <a:bodyPr wrap="none" rtlCol="0">
            <a:spAutoFit/>
          </a:bodyPr>
          <a:lstStyle/>
          <a:p>
            <a:pPr defTabSz="1219170" eaLnBrk="0" fontAlgn="base" hangingPunct="0">
              <a:spcBef>
                <a:spcPct val="0"/>
              </a:spcBef>
              <a:spcAft>
                <a:spcPct val="0"/>
              </a:spcAft>
            </a:pPr>
            <a:r>
              <a:rPr lang="en-US" altLang="zh-CN" sz="1467" dirty="0">
                <a:solidFill>
                  <a:prstClr val="black">
                    <a:lumMod val="75000"/>
                    <a:lumOff val="25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60/90</a:t>
            </a:r>
            <a:endParaRPr lang="zh-CN" altLang="en-US" sz="1467" dirty="0">
              <a:solidFill>
                <a:prstClr val="black">
                  <a:lumMod val="75000"/>
                  <a:lumOff val="25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9" name="矩形 78"/>
          <p:cNvSpPr/>
          <p:nvPr/>
        </p:nvSpPr>
        <p:spPr>
          <a:xfrm>
            <a:off x="2424758" y="2214935"/>
            <a:ext cx="1002197" cy="256545"/>
          </a:xfrm>
          <a:prstGeom prst="rect">
            <a:avLst/>
          </a:prstGeom>
        </p:spPr>
        <p:txBody>
          <a:bodyPr wrap="none">
            <a:spAutoFit/>
          </a:bodyPr>
          <a:lstStyle/>
          <a:p>
            <a:pPr defTabSz="1219170" eaLnBrk="0" fontAlgn="base" hangingPunct="0">
              <a:spcBef>
                <a:spcPct val="0"/>
              </a:spcBef>
              <a:spcAft>
                <a:spcPct val="0"/>
              </a:spcAft>
            </a:pPr>
            <a:r>
              <a:rPr lang="zh-CN" altLang="en-US" sz="1067" dirty="0">
                <a:solidFill>
                  <a:prstClr val="black">
                    <a:lumMod val="90000"/>
                    <a:lumOff val="10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点此替换文本</a:t>
            </a:r>
            <a:endParaRPr lang="zh-CN" altLang="en-US" sz="2400" dirty="0">
              <a:solidFill>
                <a:prstClr val="black">
                  <a:lumMod val="90000"/>
                  <a:lumOff val="10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0" name="矩形 79"/>
          <p:cNvSpPr/>
          <p:nvPr/>
        </p:nvSpPr>
        <p:spPr>
          <a:xfrm>
            <a:off x="3572838" y="2956615"/>
            <a:ext cx="1002197" cy="256545"/>
          </a:xfrm>
          <a:prstGeom prst="rect">
            <a:avLst/>
          </a:prstGeom>
        </p:spPr>
        <p:txBody>
          <a:bodyPr wrap="none">
            <a:spAutoFit/>
          </a:bodyPr>
          <a:lstStyle/>
          <a:p>
            <a:pPr defTabSz="1219170" eaLnBrk="0" fontAlgn="base" hangingPunct="0">
              <a:spcBef>
                <a:spcPct val="0"/>
              </a:spcBef>
              <a:spcAft>
                <a:spcPct val="0"/>
              </a:spcAft>
            </a:pPr>
            <a:r>
              <a:rPr lang="zh-CN" altLang="en-US" sz="1067" dirty="0">
                <a:solidFill>
                  <a:prstClr val="black">
                    <a:lumMod val="90000"/>
                    <a:lumOff val="10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点此替换文本</a:t>
            </a:r>
            <a:endParaRPr lang="zh-CN" altLang="en-US" sz="2400" dirty="0">
              <a:solidFill>
                <a:prstClr val="black">
                  <a:lumMod val="90000"/>
                  <a:lumOff val="10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1" name="矩形 80"/>
          <p:cNvSpPr/>
          <p:nvPr/>
        </p:nvSpPr>
        <p:spPr>
          <a:xfrm>
            <a:off x="2231718" y="3617015"/>
            <a:ext cx="1002197" cy="256545"/>
          </a:xfrm>
          <a:prstGeom prst="rect">
            <a:avLst/>
          </a:prstGeom>
        </p:spPr>
        <p:txBody>
          <a:bodyPr wrap="none">
            <a:spAutoFit/>
          </a:bodyPr>
          <a:lstStyle/>
          <a:p>
            <a:pPr defTabSz="1219170" eaLnBrk="0" fontAlgn="base" hangingPunct="0">
              <a:spcBef>
                <a:spcPct val="0"/>
              </a:spcBef>
              <a:spcAft>
                <a:spcPct val="0"/>
              </a:spcAft>
            </a:pPr>
            <a:r>
              <a:rPr lang="zh-CN" altLang="en-US" sz="1067" dirty="0">
                <a:solidFill>
                  <a:prstClr val="black">
                    <a:lumMod val="90000"/>
                    <a:lumOff val="10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点此替换文本</a:t>
            </a:r>
            <a:endParaRPr lang="zh-CN" altLang="en-US" sz="2400" dirty="0">
              <a:solidFill>
                <a:prstClr val="black">
                  <a:lumMod val="90000"/>
                  <a:lumOff val="10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2" name="矩形 81"/>
          <p:cNvSpPr/>
          <p:nvPr/>
        </p:nvSpPr>
        <p:spPr>
          <a:xfrm>
            <a:off x="1459558" y="4297735"/>
            <a:ext cx="1002197" cy="256545"/>
          </a:xfrm>
          <a:prstGeom prst="rect">
            <a:avLst/>
          </a:prstGeom>
        </p:spPr>
        <p:txBody>
          <a:bodyPr wrap="none">
            <a:spAutoFit/>
          </a:bodyPr>
          <a:lstStyle/>
          <a:p>
            <a:pPr defTabSz="1219170" eaLnBrk="0" fontAlgn="base" hangingPunct="0">
              <a:spcBef>
                <a:spcPct val="0"/>
              </a:spcBef>
              <a:spcAft>
                <a:spcPct val="0"/>
              </a:spcAft>
            </a:pPr>
            <a:r>
              <a:rPr lang="zh-CN" altLang="en-US" sz="1067" dirty="0">
                <a:solidFill>
                  <a:prstClr val="black">
                    <a:lumMod val="90000"/>
                    <a:lumOff val="10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点此替换文本</a:t>
            </a:r>
            <a:endParaRPr lang="zh-CN" altLang="en-US" sz="2400" dirty="0">
              <a:solidFill>
                <a:prstClr val="black">
                  <a:lumMod val="90000"/>
                  <a:lumOff val="10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3" name="矩形 82"/>
          <p:cNvSpPr/>
          <p:nvPr/>
        </p:nvSpPr>
        <p:spPr>
          <a:xfrm>
            <a:off x="3674438" y="4968295"/>
            <a:ext cx="1002197" cy="256545"/>
          </a:xfrm>
          <a:prstGeom prst="rect">
            <a:avLst/>
          </a:prstGeom>
        </p:spPr>
        <p:txBody>
          <a:bodyPr wrap="none">
            <a:spAutoFit/>
          </a:bodyPr>
          <a:lstStyle/>
          <a:p>
            <a:pPr defTabSz="1219170" eaLnBrk="0" fontAlgn="base" hangingPunct="0">
              <a:spcBef>
                <a:spcPct val="0"/>
              </a:spcBef>
              <a:spcAft>
                <a:spcPct val="0"/>
              </a:spcAft>
            </a:pPr>
            <a:r>
              <a:rPr lang="zh-CN" altLang="en-US" sz="1067" dirty="0">
                <a:solidFill>
                  <a:prstClr val="black">
                    <a:lumMod val="90000"/>
                    <a:lumOff val="10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点此替换文本</a:t>
            </a:r>
            <a:endParaRPr lang="zh-CN" altLang="en-US" sz="2400" dirty="0">
              <a:solidFill>
                <a:prstClr val="black">
                  <a:lumMod val="90000"/>
                  <a:lumOff val="10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86" name="组合 85"/>
          <p:cNvGrpSpPr/>
          <p:nvPr/>
        </p:nvGrpSpPr>
        <p:grpSpPr>
          <a:xfrm>
            <a:off x="8021421" y="2513083"/>
            <a:ext cx="3516708" cy="2696868"/>
            <a:chOff x="6038925" y="2357252"/>
            <a:chExt cx="2637531" cy="2022651"/>
          </a:xfrm>
        </p:grpSpPr>
        <p:sp>
          <p:nvSpPr>
            <p:cNvPr id="84" name="文本框 66"/>
            <p:cNvSpPr txBox="1">
              <a:spLocks noChangeArrowheads="1"/>
            </p:cNvSpPr>
            <p:nvPr/>
          </p:nvSpPr>
          <p:spPr bwMode="auto">
            <a:xfrm>
              <a:off x="6038925" y="2588531"/>
              <a:ext cx="2637531"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defTabSz="1219170" fontAlgn="base">
                <a:lnSpc>
                  <a:spcPts val="1867"/>
                </a:lnSpc>
                <a:spcBef>
                  <a:spcPct val="0"/>
                </a:spcBef>
                <a:spcAft>
                  <a:spcPct val="0"/>
                </a:spcAft>
              </a:pPr>
              <a:r>
                <a:rPr lang="en-US" altLang="zh-CN" sz="933"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this is a sample text. insert your desired text here. Again. this is a dummy text. enter your own text here. this is a sample text. insert your desired text here. Again. this is a dummy text. enter your own text here</a:t>
              </a:r>
              <a:endParaRPr lang="zh-CN" altLang="en-US" sz="933"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5" name="矩形 84"/>
            <p:cNvSpPr/>
            <p:nvPr/>
          </p:nvSpPr>
          <p:spPr>
            <a:xfrm>
              <a:off x="6040812" y="2357252"/>
              <a:ext cx="1083470" cy="253915"/>
            </a:xfrm>
            <a:prstGeom prst="rect">
              <a:avLst/>
            </a:prstGeom>
          </p:spPr>
          <p:txBody>
            <a:bodyPr wrap="none">
              <a:spAutoFit/>
            </a:bodyPr>
            <a:lstStyle/>
            <a:p>
              <a:pPr defTabSz="1219170" eaLnBrk="0" fontAlgn="base" hangingPunct="0">
                <a:spcBef>
                  <a:spcPct val="0"/>
                </a:spcBef>
                <a:spcAft>
                  <a:spcPct val="0"/>
                </a:spcAft>
              </a:pPr>
              <a:r>
                <a:rPr lang="zh-CN" altLang="en-US" sz="1600" b="1" dirty="0">
                  <a:solidFill>
                    <a:prstClr val="black">
                      <a:lumMod val="90000"/>
                      <a:lumOff val="10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点此替换文本</a:t>
              </a:r>
              <a:endParaRPr lang="zh-CN" altLang="en-US" sz="4800" b="1" dirty="0">
                <a:solidFill>
                  <a:prstClr val="black">
                    <a:lumMod val="90000"/>
                    <a:lumOff val="10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5" name="文本框 66"/>
            <p:cNvSpPr txBox="1">
              <a:spLocks noChangeArrowheads="1"/>
            </p:cNvSpPr>
            <p:nvPr/>
          </p:nvSpPr>
          <p:spPr bwMode="auto">
            <a:xfrm>
              <a:off x="6038925" y="3419111"/>
              <a:ext cx="2367225" cy="960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defTabSz="1219170" fontAlgn="base">
                <a:lnSpc>
                  <a:spcPts val="1867"/>
                </a:lnSpc>
                <a:spcBef>
                  <a:spcPct val="0"/>
                </a:spcBef>
                <a:spcAft>
                  <a:spcPct val="0"/>
                </a:spcAft>
              </a:pPr>
              <a:r>
                <a:rPr lang="en-US" altLang="zh-CN" sz="933"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this is a sample text. insert your desired text here. Again. this is a dummy text. enter your own text here. this is a sample text. insert your desired text here. Again. this is a dummy text. enter your own text here</a:t>
              </a:r>
              <a:endParaRPr lang="zh-CN" altLang="en-US" sz="933"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36" name="Title 1_1">
            <a:extLst>
              <a:ext uri="{FF2B5EF4-FFF2-40B4-BE49-F238E27FC236}">
                <a16:creationId xmlns:a16="http://schemas.microsoft.com/office/drawing/2014/main" id="{9C17C5F6-9BAD-40AF-8AB3-590011EE5C4A}"/>
              </a:ext>
            </a:extLst>
          </p:cNvPr>
          <p:cNvSpPr txBox="1">
            <a:spLocks/>
          </p:cNvSpPr>
          <p:nvPr/>
        </p:nvSpPr>
        <p:spPr>
          <a:xfrm>
            <a:off x="4306423" y="611474"/>
            <a:ext cx="3687304" cy="562527"/>
          </a:xfrm>
          <a:prstGeom prst="rect">
            <a:avLst/>
          </a:prstGeom>
        </p:spPr>
        <p:txBody>
          <a:bodyPr lIns="0" tIns="0" rIns="0" bIns="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d-ID" sz="3000" dirty="0">
                <a:latin typeface="思源黑体 CN Medium" panose="020B0600000000000000" pitchFamily="34" charset="-122"/>
                <a:ea typeface="思源黑体 CN Medium" panose="020B0600000000000000" pitchFamily="34" charset="-122"/>
                <a:cs typeface="Lato Heavy" panose="020F0502020204030203" pitchFamily="34" charset="0"/>
                <a:sym typeface="思源黑体 CN Medium" panose="020B0600000000000000" pitchFamily="34" charset="-122"/>
              </a:rPr>
              <a:t>Business Process</a:t>
            </a:r>
          </a:p>
        </p:txBody>
      </p:sp>
      <p:cxnSp>
        <p:nvCxnSpPr>
          <p:cNvPr id="37" name="Straight Connector 105_1">
            <a:extLst>
              <a:ext uri="{FF2B5EF4-FFF2-40B4-BE49-F238E27FC236}">
                <a16:creationId xmlns:a16="http://schemas.microsoft.com/office/drawing/2014/main" id="{B42D8A7A-7E68-4847-AE6A-70DC0E4B0B39}"/>
              </a:ext>
            </a:extLst>
          </p:cNvPr>
          <p:cNvCxnSpPr/>
          <p:nvPr/>
        </p:nvCxnSpPr>
        <p:spPr>
          <a:xfrm>
            <a:off x="5537436" y="1138303"/>
            <a:ext cx="1225279"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8" name="TextBox 13_1">
            <a:extLst>
              <a:ext uri="{FF2B5EF4-FFF2-40B4-BE49-F238E27FC236}">
                <a16:creationId xmlns:a16="http://schemas.microsoft.com/office/drawing/2014/main" id="{E9BC8EE8-8791-405E-B064-18ABCFAA1366}"/>
              </a:ext>
            </a:extLst>
          </p:cNvPr>
          <p:cNvSpPr txBox="1"/>
          <p:nvPr/>
        </p:nvSpPr>
        <p:spPr>
          <a:xfrm flipH="1">
            <a:off x="3417119" y="1182485"/>
            <a:ext cx="5465912" cy="525016"/>
          </a:xfrm>
          <a:prstGeom prst="rect">
            <a:avLst/>
          </a:prstGeom>
          <a:noFill/>
          <a:ln>
            <a:noFill/>
          </a:ln>
        </p:spPr>
        <p:txBody>
          <a:bodyPr wrap="square" lIns="0" tIns="0" rIns="0" bIns="0">
            <a:spAutoFit/>
          </a:bodyPr>
          <a:lstStyle/>
          <a:p>
            <a:pPr algn="ctr">
              <a:lnSpc>
                <a:spcPct val="150000"/>
              </a:lnSpc>
            </a:pP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Lorem ipsum dolor sit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amet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consectetur</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adipiscing</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elit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sed</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do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eiusmod</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tempor</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incididunt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ut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labore</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et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dolore</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magna</a:t>
            </a:r>
          </a:p>
        </p:txBody>
      </p:sp>
      <p:grpSp>
        <p:nvGrpSpPr>
          <p:cNvPr id="39" name="Group 2_1">
            <a:extLst>
              <a:ext uri="{FF2B5EF4-FFF2-40B4-BE49-F238E27FC236}">
                <a16:creationId xmlns:a16="http://schemas.microsoft.com/office/drawing/2014/main" id="{BB90B01E-60F9-4462-8F25-019D0C093E2C}"/>
              </a:ext>
            </a:extLst>
          </p:cNvPr>
          <p:cNvGrpSpPr/>
          <p:nvPr/>
        </p:nvGrpSpPr>
        <p:grpSpPr>
          <a:xfrm>
            <a:off x="0" y="0"/>
            <a:ext cx="1751115" cy="1097152"/>
            <a:chOff x="0" y="0"/>
            <a:chExt cx="1751115" cy="1097152"/>
          </a:xfrm>
        </p:grpSpPr>
        <p:grpSp>
          <p:nvGrpSpPr>
            <p:cNvPr id="40" name="组合 39">
              <a:extLst>
                <a:ext uri="{FF2B5EF4-FFF2-40B4-BE49-F238E27FC236}">
                  <a16:creationId xmlns:a16="http://schemas.microsoft.com/office/drawing/2014/main" id="{1FCBDEB3-D299-47A6-9B90-1C7DFBFEB832}"/>
                </a:ext>
              </a:extLst>
            </p:cNvPr>
            <p:cNvGrpSpPr/>
            <p:nvPr/>
          </p:nvGrpSpPr>
          <p:grpSpPr>
            <a:xfrm>
              <a:off x="0" y="0"/>
              <a:ext cx="1751115" cy="1097152"/>
              <a:chOff x="-1832690" y="-1312191"/>
              <a:chExt cx="4302458" cy="3292533"/>
            </a:xfrm>
          </p:grpSpPr>
          <p:pic>
            <p:nvPicPr>
              <p:cNvPr id="42" name="PA-图片 2">
                <a:extLst>
                  <a:ext uri="{FF2B5EF4-FFF2-40B4-BE49-F238E27FC236}">
                    <a16:creationId xmlns:a16="http://schemas.microsoft.com/office/drawing/2014/main" id="{7016BF82-D986-479A-AFBE-9AE314C47AAB}"/>
                  </a:ext>
                </a:extLst>
              </p:cNvPr>
              <p:cNvPicPr>
                <a:picLocks noChangeAspect="1"/>
              </p:cNvPicPr>
              <p:nvPr>
                <p:custDataLst>
                  <p:tags r:id="rId2"/>
                </p:custDataLst>
              </p:nvPr>
            </p:nvPicPr>
            <p:blipFill rotWithShape="1">
              <a:blip r:embed="rId6" cstate="print">
                <a:extLst>
                  <a:ext uri="{28A0092B-C50C-407E-A947-70E740481C1C}">
                    <a14:useLocalDpi xmlns:a14="http://schemas.microsoft.com/office/drawing/2010/main" val="0"/>
                  </a:ext>
                </a:extLst>
              </a:blip>
              <a:srcRect l="15664" t="61151"/>
              <a:stretch/>
            </p:blipFill>
            <p:spPr>
              <a:xfrm>
                <a:off x="-1832690" y="-1312191"/>
                <a:ext cx="4302458" cy="2664265"/>
              </a:xfrm>
              <a:prstGeom prst="rect">
                <a:avLst/>
              </a:prstGeom>
            </p:spPr>
          </p:pic>
          <p:pic>
            <p:nvPicPr>
              <p:cNvPr id="43" name="PA-图片 7">
                <a:extLst>
                  <a:ext uri="{FF2B5EF4-FFF2-40B4-BE49-F238E27FC236}">
                    <a16:creationId xmlns:a16="http://schemas.microsoft.com/office/drawing/2014/main" id="{E7E66D2A-8E5C-4B42-BDA9-34960380F1C9}"/>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975373" y="1127025"/>
                <a:ext cx="775743" cy="853317"/>
              </a:xfrm>
              <a:prstGeom prst="rect">
                <a:avLst/>
              </a:prstGeom>
            </p:spPr>
          </p:pic>
        </p:grpSp>
        <p:sp>
          <p:nvSpPr>
            <p:cNvPr id="41" name="PA-矩形8435759">
              <a:extLst>
                <a:ext uri="{FF2B5EF4-FFF2-40B4-BE49-F238E27FC236}">
                  <a16:creationId xmlns:a16="http://schemas.microsoft.com/office/drawing/2014/main" id="{FBACCFF3-AD99-4131-933B-FD43EDA62C04}"/>
                </a:ext>
              </a:extLst>
            </p:cNvPr>
            <p:cNvSpPr/>
            <p:nvPr>
              <p:custDataLst>
                <p:tags r:id="rId1"/>
              </p:custDataLst>
            </p:nvPr>
          </p:nvSpPr>
          <p:spPr>
            <a:xfrm>
              <a:off x="60033" y="136009"/>
              <a:ext cx="1398588" cy="400110"/>
            </a:xfrm>
            <a:prstGeom prst="rect">
              <a:avLst/>
            </a:prstGeom>
          </p:spPr>
          <p:txBody>
            <a:bodyPr wrap="none">
              <a:spAutoFit/>
            </a:bodyPr>
            <a:lstStyle/>
            <a:p>
              <a:r>
                <a:rPr lang="en-US" altLang="zh-CN" sz="2000" dirty="0">
                  <a:latin typeface="思源黑体 CN Medium" panose="020B0600000000000000" pitchFamily="34" charset="-122"/>
                  <a:ea typeface="思源黑体 CN Medium" panose="020B0600000000000000" pitchFamily="34" charset="-122"/>
                  <a:sym typeface="思源黑体" panose="020B0400000000000000" pitchFamily="34" charset="-122"/>
                </a:rPr>
                <a:t>Enter title</a:t>
              </a:r>
              <a:endParaRPr lang="zh-CN" altLang="en-US" sz="2000" dirty="0">
                <a:latin typeface="思源黑体 CN Medium" panose="020B0600000000000000" pitchFamily="34" charset="-122"/>
                <a:ea typeface="思源黑体 CN Medium" panose="020B0600000000000000" pitchFamily="34" charset="-122"/>
              </a:endParaRPr>
            </a:p>
          </p:txBody>
        </p:sp>
      </p:grpSp>
    </p:spTree>
    <p:extLst>
      <p:ext uri="{BB962C8B-B14F-4D97-AF65-F5344CB8AC3E}">
        <p14:creationId xmlns:p14="http://schemas.microsoft.com/office/powerpoint/2010/main" val="141923391"/>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A-图片 2">
            <a:extLst>
              <a:ext uri="{FF2B5EF4-FFF2-40B4-BE49-F238E27FC236}">
                <a16:creationId xmlns:a16="http://schemas.microsoft.com/office/drawing/2014/main" id="{C152380C-1044-4F54-9247-E54E4912CA58}"/>
              </a:ext>
            </a:extLst>
          </p:cNvPr>
          <p:cNvPicPr>
            <a:picLocks noChangeAspect="1"/>
          </p:cNvPicPr>
          <p:nvPr>
            <p:custDataLst>
              <p:tags r:id="rId1"/>
            </p:custDataLst>
          </p:nvPr>
        </p:nvPicPr>
        <p:blipFill>
          <a:blip r:embed="rId12" cstate="print">
            <a:extLst>
              <a:ext uri="{28A0092B-C50C-407E-A947-70E740481C1C}">
                <a14:useLocalDpi xmlns:a14="http://schemas.microsoft.com/office/drawing/2010/main" val="0"/>
              </a:ext>
            </a:extLst>
          </a:blip>
          <a:stretch>
            <a:fillRect/>
          </a:stretch>
        </p:blipFill>
        <p:spPr>
          <a:xfrm>
            <a:off x="684458" y="-1489165"/>
            <a:ext cx="5101551" cy="6858000"/>
          </a:xfrm>
          <a:prstGeom prst="rect">
            <a:avLst/>
          </a:prstGeom>
        </p:spPr>
      </p:pic>
      <p:sp>
        <p:nvSpPr>
          <p:cNvPr id="4" name="PA-文本框矩形8435759">
            <a:extLst>
              <a:ext uri="{FF2B5EF4-FFF2-40B4-BE49-F238E27FC236}">
                <a16:creationId xmlns:a16="http://schemas.microsoft.com/office/drawing/2014/main" id="{A5F55E60-3D57-4D3A-8B09-4A773B243F83}"/>
              </a:ext>
            </a:extLst>
          </p:cNvPr>
          <p:cNvSpPr txBox="1"/>
          <p:nvPr>
            <p:custDataLst>
              <p:tags r:id="rId2"/>
            </p:custDataLst>
          </p:nvPr>
        </p:nvSpPr>
        <p:spPr>
          <a:xfrm>
            <a:off x="6418854" y="4084008"/>
            <a:ext cx="1083347" cy="900000"/>
          </a:xfrm>
          <a:prstGeom prst="rect">
            <a:avLst/>
          </a:prstGeom>
          <a:noFill/>
          <a:ln w="117475">
            <a:noFill/>
          </a:ln>
        </p:spPr>
        <p:txBody>
          <a:bodyPr wrap="none" rtlCol="0">
            <a:prstTxWarp prst="textPlain">
              <a:avLst/>
            </a:prstTxWarp>
            <a:spAutoFit/>
          </a:bodyPr>
          <a:lstStyle/>
          <a:p>
            <a:r>
              <a:rPr lang="en-US" altLang="zh-CN" spc="100" dirty="0">
                <a:latin typeface="思源黑体 CN Heavy" panose="020B0A00000000000000" pitchFamily="34" charset="-122"/>
                <a:ea typeface="思源黑体 CN Heavy" panose="020B0A00000000000000" pitchFamily="34" charset="-122"/>
                <a:cs typeface="Arial" panose="020B0604020202020204" pitchFamily="34" charset="0"/>
                <a:sym typeface="思源黑体" panose="020B0400000000000000" pitchFamily="34" charset="-122"/>
              </a:rPr>
              <a:t>04</a:t>
            </a:r>
            <a:endParaRPr lang="zh-CN" altLang="en-US" spc="100" dirty="0">
              <a:latin typeface="思源黑体 CN Heavy" panose="020B0A00000000000000" pitchFamily="34" charset="-122"/>
              <a:ea typeface="思源黑体 CN Heavy" panose="020B0A00000000000000" pitchFamily="34" charset="-122"/>
              <a:cs typeface="Arial" panose="020B0604020202020204" pitchFamily="34" charset="0"/>
              <a:sym typeface="思源黑体" panose="020B0400000000000000" pitchFamily="34" charset="-122"/>
            </a:endParaRPr>
          </a:p>
        </p:txBody>
      </p:sp>
      <p:sp>
        <p:nvSpPr>
          <p:cNvPr id="5" name="PA-矩形 4">
            <a:extLst>
              <a:ext uri="{FF2B5EF4-FFF2-40B4-BE49-F238E27FC236}">
                <a16:creationId xmlns:a16="http://schemas.microsoft.com/office/drawing/2014/main" id="{6A12246E-8450-421C-BE84-A5BF121BF8FB}"/>
              </a:ext>
            </a:extLst>
          </p:cNvPr>
          <p:cNvSpPr/>
          <p:nvPr>
            <p:custDataLst>
              <p:tags r:id="rId3"/>
            </p:custDataLst>
          </p:nvPr>
        </p:nvSpPr>
        <p:spPr>
          <a:xfrm>
            <a:off x="6096000" y="5167399"/>
            <a:ext cx="1859414" cy="2083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solidFill>
            </a:endParaRPr>
          </a:p>
        </p:txBody>
      </p:sp>
      <p:sp>
        <p:nvSpPr>
          <p:cNvPr id="6" name="PA-矩形8435759">
            <a:extLst>
              <a:ext uri="{FF2B5EF4-FFF2-40B4-BE49-F238E27FC236}">
                <a16:creationId xmlns:a16="http://schemas.microsoft.com/office/drawing/2014/main" id="{D2F0FC0D-40C2-48FF-8D01-FD44F7430546}"/>
              </a:ext>
            </a:extLst>
          </p:cNvPr>
          <p:cNvSpPr/>
          <p:nvPr>
            <p:custDataLst>
              <p:tags r:id="rId4"/>
            </p:custDataLst>
          </p:nvPr>
        </p:nvSpPr>
        <p:spPr>
          <a:xfrm>
            <a:off x="8043354" y="4768671"/>
            <a:ext cx="3220874" cy="600164"/>
          </a:xfrm>
          <a:prstGeom prst="rect">
            <a:avLst/>
          </a:prstGeom>
        </p:spPr>
        <p:txBody>
          <a:bodyPr wrap="square">
            <a:spAutoFit/>
          </a:bodyPr>
          <a:lstStyle/>
          <a:p>
            <a:pPr lvl="0"/>
            <a:r>
              <a:rPr lang="en-US" altLang="zh-CN" sz="1100" dirty="0">
                <a:latin typeface="思源黑体 CN Medium" panose="020B0600000000000000" pitchFamily="34" charset="-122"/>
                <a:ea typeface="思源黑体 CN Medium" panose="020B0600000000000000" pitchFamily="34" charset="-122"/>
                <a:sym typeface="思源黑体" panose="020B0400000000000000" pitchFamily="34" charset="-122"/>
              </a:rPr>
              <a:t>This </a:t>
            </a:r>
            <a:r>
              <a:rPr lang="en-US" altLang="zh-CN" sz="1100" dirty="0" err="1">
                <a:latin typeface="思源黑体 CN Medium" panose="020B0600000000000000" pitchFamily="34" charset="-122"/>
                <a:ea typeface="思源黑体 CN Medium" panose="020B0600000000000000" pitchFamily="34" charset="-122"/>
                <a:sym typeface="思源黑体" panose="020B0400000000000000" pitchFamily="34" charset="-122"/>
              </a:rPr>
              <a:t>powerpoint</a:t>
            </a:r>
            <a:r>
              <a:rPr lang="en-US" altLang="zh-CN" sz="1100" dirty="0">
                <a:latin typeface="思源黑体 CN Medium" panose="020B0600000000000000" pitchFamily="34" charset="-122"/>
                <a:ea typeface="思源黑体 CN Medium" panose="020B0600000000000000" pitchFamily="34" charset="-122"/>
                <a:sym typeface="思源黑体" panose="020B0400000000000000" pitchFamily="34" charset="-122"/>
              </a:rPr>
              <a:t> is made by </a:t>
            </a:r>
            <a:r>
              <a:rPr lang="en-US" altLang="zh-CN" sz="1100" dirty="0" err="1">
                <a:latin typeface="思源黑体 CN Medium" panose="020B0600000000000000" pitchFamily="34" charset="-122"/>
                <a:ea typeface="思源黑体 CN Medium" panose="020B0600000000000000" pitchFamily="34" charset="-122"/>
                <a:sym typeface="思源黑体" panose="020B0400000000000000" pitchFamily="34" charset="-122"/>
              </a:rPr>
              <a:t>senyan</a:t>
            </a:r>
            <a:r>
              <a:rPr lang="en-US" altLang="zh-CN" sz="1100" dirty="0">
                <a:latin typeface="思源黑体 CN Medium" panose="020B0600000000000000" pitchFamily="34" charset="-122"/>
                <a:ea typeface="思源黑体 CN Medium" panose="020B0600000000000000" pitchFamily="34" charset="-122"/>
                <a:sym typeface="思源黑体" panose="020B0400000000000000" pitchFamily="34" charset="-122"/>
              </a:rPr>
              <a:t>. everything in this template is all </a:t>
            </a:r>
            <a:r>
              <a:rPr lang="en-US" altLang="zh-CN" sz="1100" dirty="0" err="1">
                <a:latin typeface="思源黑体 CN Medium" panose="020B0600000000000000" pitchFamily="34" charset="-122"/>
                <a:ea typeface="思源黑体 CN Medium" panose="020B0600000000000000" pitchFamily="34" charset="-122"/>
                <a:sym typeface="思源黑体" panose="020B0400000000000000" pitchFamily="34" charset="-122"/>
              </a:rPr>
              <a:t>orginal</a:t>
            </a:r>
            <a:r>
              <a:rPr lang="en-US" altLang="zh-CN" sz="1100" dirty="0">
                <a:latin typeface="思源黑体 CN Medium" panose="020B0600000000000000" pitchFamily="34" charset="-122"/>
                <a:ea typeface="思源黑体 CN Medium" panose="020B0600000000000000" pitchFamily="34" charset="-122"/>
                <a:sym typeface="思源黑体" panose="020B0400000000000000" pitchFamily="34" charset="-122"/>
              </a:rPr>
              <a:t>. This </a:t>
            </a:r>
            <a:r>
              <a:rPr lang="en-US" altLang="zh-CN" sz="1100" dirty="0" err="1">
                <a:latin typeface="思源黑体 CN Medium" panose="020B0600000000000000" pitchFamily="34" charset="-122"/>
                <a:ea typeface="思源黑体 CN Medium" panose="020B0600000000000000" pitchFamily="34" charset="-122"/>
                <a:sym typeface="思源黑体" panose="020B0400000000000000" pitchFamily="34" charset="-122"/>
              </a:rPr>
              <a:t>powerpoint</a:t>
            </a:r>
            <a:r>
              <a:rPr lang="en-US" altLang="zh-CN" sz="1100" dirty="0">
                <a:latin typeface="思源黑体 CN Medium" panose="020B0600000000000000" pitchFamily="34" charset="-122"/>
                <a:ea typeface="思源黑体 CN Medium" panose="020B0600000000000000" pitchFamily="34" charset="-122"/>
                <a:sym typeface="思源黑体" panose="020B0400000000000000" pitchFamily="34" charset="-122"/>
              </a:rPr>
              <a:t> is made by </a:t>
            </a:r>
            <a:r>
              <a:rPr lang="en-US" altLang="zh-CN" sz="1100" dirty="0" err="1">
                <a:latin typeface="思源黑体 CN Medium" panose="020B0600000000000000" pitchFamily="34" charset="-122"/>
                <a:ea typeface="思源黑体 CN Medium" panose="020B0600000000000000" pitchFamily="34" charset="-122"/>
                <a:sym typeface="思源黑体" panose="020B0400000000000000" pitchFamily="34" charset="-122"/>
              </a:rPr>
              <a:t>senyan</a:t>
            </a:r>
            <a:r>
              <a:rPr lang="en-US" altLang="zh-CN" sz="1100" dirty="0">
                <a:latin typeface="思源黑体 CN Medium" panose="020B0600000000000000" pitchFamily="34" charset="-122"/>
                <a:ea typeface="思源黑体 CN Medium" panose="020B0600000000000000" pitchFamily="34" charset="-122"/>
                <a:sym typeface="思源黑体" panose="020B0400000000000000" pitchFamily="34" charset="-122"/>
              </a:rPr>
              <a:t>. </a:t>
            </a:r>
            <a:endParaRPr lang="zh-CN" altLang="en-US" sz="1100" dirty="0">
              <a:latin typeface="思源黑体 CN Medium" panose="020B0600000000000000" pitchFamily="34" charset="-122"/>
              <a:ea typeface="思源黑体 CN Medium" panose="020B0600000000000000" pitchFamily="34" charset="-122"/>
              <a:sym typeface="思源黑体" panose="020B0400000000000000" pitchFamily="34" charset="-122"/>
            </a:endParaRPr>
          </a:p>
        </p:txBody>
      </p:sp>
      <p:sp>
        <p:nvSpPr>
          <p:cNvPr id="7" name="PA-矩形8435759">
            <a:extLst>
              <a:ext uri="{FF2B5EF4-FFF2-40B4-BE49-F238E27FC236}">
                <a16:creationId xmlns:a16="http://schemas.microsoft.com/office/drawing/2014/main" id="{C3226FB4-3186-459F-B276-2366E3CF8400}"/>
              </a:ext>
            </a:extLst>
          </p:cNvPr>
          <p:cNvSpPr/>
          <p:nvPr>
            <p:custDataLst>
              <p:tags r:id="rId5"/>
            </p:custDataLst>
          </p:nvPr>
        </p:nvSpPr>
        <p:spPr>
          <a:xfrm>
            <a:off x="8008563" y="4091710"/>
            <a:ext cx="3839577" cy="707886"/>
          </a:xfrm>
          <a:prstGeom prst="rect">
            <a:avLst/>
          </a:prstGeom>
        </p:spPr>
        <p:txBody>
          <a:bodyPr wrap="none">
            <a:spAutoFit/>
          </a:bodyPr>
          <a:lstStyle/>
          <a:p>
            <a:r>
              <a:rPr lang="en-US" altLang="zh-CN" sz="4000" dirty="0">
                <a:latin typeface="思源黑体 CN Medium" panose="020B0600000000000000" pitchFamily="34" charset="-122"/>
                <a:ea typeface="思源黑体 CN Medium" panose="020B0600000000000000" pitchFamily="34" charset="-122"/>
                <a:sym typeface="思源黑体" panose="020B0400000000000000" pitchFamily="34" charset="-122"/>
              </a:rPr>
              <a:t>Enter title here</a:t>
            </a:r>
            <a:endParaRPr lang="zh-CN" altLang="en-US" sz="4000" dirty="0">
              <a:latin typeface="思源黑体 CN Medium" panose="020B0600000000000000" pitchFamily="34" charset="-122"/>
              <a:ea typeface="思源黑体 CN Medium" panose="020B0600000000000000" pitchFamily="34" charset="-122"/>
            </a:endParaRPr>
          </a:p>
        </p:txBody>
      </p:sp>
      <p:pic>
        <p:nvPicPr>
          <p:cNvPr id="8" name="PA-图片 7">
            <a:extLst>
              <a:ext uri="{FF2B5EF4-FFF2-40B4-BE49-F238E27FC236}">
                <a16:creationId xmlns:a16="http://schemas.microsoft.com/office/drawing/2014/main" id="{3FF4F8E7-B25A-45CE-8EF8-5FBB439AA9BB}"/>
              </a:ext>
            </a:extLst>
          </p:cNvPr>
          <p:cNvPicPr>
            <a:picLocks noChangeAspect="1"/>
          </p:cNvPicPr>
          <p:nvPr>
            <p:custDataLst>
              <p:tags r:id="rId6"/>
            </p:custDataLst>
          </p:nvPr>
        </p:nvPicPr>
        <p:blipFill>
          <a:blip r:embed="rId13" cstate="print">
            <a:extLst>
              <a:ext uri="{28A0092B-C50C-407E-A947-70E740481C1C}">
                <a14:useLocalDpi xmlns:a14="http://schemas.microsoft.com/office/drawing/2010/main" val="0"/>
              </a:ext>
            </a:extLst>
          </a:blip>
          <a:stretch>
            <a:fillRect/>
          </a:stretch>
        </p:blipFill>
        <p:spPr>
          <a:xfrm>
            <a:off x="1924910" y="5144650"/>
            <a:ext cx="775742" cy="853316"/>
          </a:xfrm>
          <a:prstGeom prst="rect">
            <a:avLst/>
          </a:prstGeom>
        </p:spPr>
      </p:pic>
      <p:sp>
        <p:nvSpPr>
          <p:cNvPr id="9" name="PA-文本框 8">
            <a:extLst>
              <a:ext uri="{FF2B5EF4-FFF2-40B4-BE49-F238E27FC236}">
                <a16:creationId xmlns:a16="http://schemas.microsoft.com/office/drawing/2014/main" id="{6FB9BC49-B583-4E7C-922A-B378B0CF2D3F}"/>
              </a:ext>
            </a:extLst>
          </p:cNvPr>
          <p:cNvSpPr txBox="1"/>
          <p:nvPr>
            <p:custDataLst>
              <p:tags r:id="rId7"/>
            </p:custDataLst>
          </p:nvPr>
        </p:nvSpPr>
        <p:spPr>
          <a:xfrm>
            <a:off x="1757444" y="1096746"/>
            <a:ext cx="2793157" cy="584775"/>
          </a:xfrm>
          <a:prstGeom prst="rect">
            <a:avLst/>
          </a:prstGeom>
        </p:spPr>
        <p:txBody>
          <a:bodyPr wrap="square">
            <a:spAutoFit/>
          </a:bodyPr>
          <a:lstStyle>
            <a:defPPr>
              <a:defRPr lang="zh-CN"/>
            </a:defPPr>
            <a:lvl1pPr>
              <a:defRPr/>
            </a:lvl1pPr>
          </a:lstStyle>
          <a:p>
            <a:pPr algn="dist"/>
            <a:r>
              <a:rPr lang="en-US" altLang="zh-CN" sz="3200" dirty="0">
                <a:solidFill>
                  <a:srgbClr val="39445F"/>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BUSINESS</a:t>
            </a:r>
          </a:p>
        </p:txBody>
      </p:sp>
      <p:sp>
        <p:nvSpPr>
          <p:cNvPr id="10" name="PA-矩形 9">
            <a:extLst>
              <a:ext uri="{FF2B5EF4-FFF2-40B4-BE49-F238E27FC236}">
                <a16:creationId xmlns:a16="http://schemas.microsoft.com/office/drawing/2014/main" id="{2499CC8F-B292-4BBC-B189-B6901DFB0608}"/>
              </a:ext>
            </a:extLst>
          </p:cNvPr>
          <p:cNvSpPr/>
          <p:nvPr>
            <p:custDataLst>
              <p:tags r:id="rId8"/>
            </p:custDataLst>
          </p:nvPr>
        </p:nvSpPr>
        <p:spPr>
          <a:xfrm>
            <a:off x="1695445" y="1635409"/>
            <a:ext cx="3672553" cy="923330"/>
          </a:xfrm>
          <a:prstGeom prst="rect">
            <a:avLst/>
          </a:prstGeom>
        </p:spPr>
        <p:txBody>
          <a:bodyPr wrap="square">
            <a:spAutoFit/>
          </a:bodyPr>
          <a:lstStyle/>
          <a:p>
            <a:pPr algn="dist"/>
            <a:r>
              <a:rPr lang="en-US" altLang="zh-CN" sz="5400" b="1" dirty="0">
                <a:solidFill>
                  <a:srgbClr val="39445F"/>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SUMMARY</a:t>
            </a:r>
          </a:p>
        </p:txBody>
      </p:sp>
      <p:sp>
        <p:nvSpPr>
          <p:cNvPr id="11" name="PA-矩形 10">
            <a:extLst>
              <a:ext uri="{FF2B5EF4-FFF2-40B4-BE49-F238E27FC236}">
                <a16:creationId xmlns:a16="http://schemas.microsoft.com/office/drawing/2014/main" id="{1AD56DF1-FEBE-4B3C-8E41-DB0F6F731CDD}"/>
              </a:ext>
            </a:extLst>
          </p:cNvPr>
          <p:cNvSpPr/>
          <p:nvPr>
            <p:custDataLst>
              <p:tags r:id="rId9"/>
            </p:custDataLst>
          </p:nvPr>
        </p:nvSpPr>
        <p:spPr>
          <a:xfrm>
            <a:off x="1886558" y="2558739"/>
            <a:ext cx="1628187"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52346631"/>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decel="70000" fill="hold" nodeType="withEffect">
                                  <p:stCondLst>
                                    <p:cond delay="0"/>
                                  </p:stCondLst>
                                  <p:childTnLst>
                                    <p:set>
                                      <p:cBhvr>
                                        <p:cTn id="6" dur="855" fill="hold">
                                          <p:stCondLst>
                                            <p:cond delay="1"/>
                                          </p:stCondLst>
                                        </p:cTn>
                                        <p:tgtEl>
                                          <p:spTgt spid="3"/>
                                        </p:tgtEl>
                                        <p:attrNameLst>
                                          <p:attrName>style.visibility</p:attrName>
                                        </p:attrNameLst>
                                      </p:cBhvr>
                                      <p:to>
                                        <p:strVal val="visible"/>
                                      </p:to>
                                    </p:set>
                                    <p:anim to="" calcmode="lin" valueType="num">
                                      <p:cBhvr>
                                        <p:cTn id="7" dur="1" fill="hold">
                                          <p:stCondLst>
                                            <p:cond delay="0"/>
                                          </p:stCondLst>
                                        </p:cTn>
                                        <p:tgtEl>
                                          <p:spTgt spid="3"/>
                                        </p:tgtEl>
                                        <p:attrNameLst>
                                          <p:attrName>ppt_x</p:attrName>
                                        </p:attrNameLst>
                                      </p:cBhvr>
                                      <p:tavLst>
                                        <p:tav tm="0">
                                          <p:val>
                                            <p:strVal val="#ppt_x"/>
                                          </p:val>
                                        </p:tav>
                                        <p:tav tm="100000">
                                          <p:val>
                                            <p:strVal val="#ppt_x+0.15*sin(rand(0-360)+0)+2"/>
                                          </p:val>
                                        </p:tav>
                                      </p:tavLst>
                                    </p:anim>
                                    <p:anim to="" calcmode="lin" valueType="num">
                                      <p:cBhvr>
                                        <p:cTn id="8" dur="1" fill="hold">
                                          <p:stCondLst>
                                            <p:cond delay="0"/>
                                          </p:stCondLst>
                                        </p:cTn>
                                        <p:tgtEl>
                                          <p:spTgt spid="3"/>
                                        </p:tgtEl>
                                        <p:attrNameLst>
                                          <p:attrName>ppt_y</p:attrName>
                                        </p:attrNameLst>
                                      </p:cBhvr>
                                      <p:tavLst>
                                        <p:tav tm="0">
                                          <p:val>
                                            <p:strVal val="#ppt_y"/>
                                          </p:val>
                                        </p:tav>
                                        <p:tav tm="100000">
                                          <p:val>
                                            <p:strVal val="#ppt_y+0.15*sin(rand(0-360)+0)+2"/>
                                          </p:val>
                                        </p:tav>
                                      </p:tavLst>
                                    </p:anim>
                                    <p:anim to="" calcmode="lin" valueType="num">
                                      <p:cBhvr>
                                        <p:cTn id="9" dur="998" fill="hold">
                                          <p:stCondLst>
                                            <p:cond delay="2"/>
                                          </p:stCondLst>
                                        </p:cTn>
                                        <p:tgtEl>
                                          <p:spTgt spid="3"/>
                                        </p:tgtEl>
                                        <p:attrNameLst>
                                          <p:attrName>style.opacity</p:attrName>
                                        </p:attrNameLst>
                                      </p:cBhvr>
                                      <p:tavLst>
                                        <p:tav tm="0">
                                          <p:val>
                                            <p:strVal val="0"/>
                                          </p:val>
                                        </p:tav>
                                        <p:tav tm="100000">
                                          <p:val>
                                            <p:strVal val="1"/>
                                          </p:val>
                                        </p:tav>
                                      </p:tavLst>
                                    </p:anim>
                                    <p:animScale>
                                      <p:cBhvr>
                                        <p:cTn id="10" dur="998" fill="hold">
                                          <p:stCondLst>
                                            <p:cond delay="1"/>
                                          </p:stCondLst>
                                        </p:cTn>
                                        <p:tgtEl>
                                          <p:spTgt spid="3"/>
                                        </p:tgtEl>
                                      </p:cBhvr>
                                      <p:from x="500000" y="500000"/>
                                      <p:to x="100000" y="100000"/>
                                    </p:animScale>
                                    <p:anim to="" calcmode="lin" valueType="num">
                                      <p:cBhvr>
                                        <p:cTn id="11" dur="714" fill="hold">
                                          <p:stCondLst>
                                            <p:cond delay="286"/>
                                          </p:stCondLst>
                                        </p:cTn>
                                        <p:tgtEl>
                                          <p:spTgt spid="3"/>
                                        </p:tgtEl>
                                        <p:attrNameLst>
                                          <p:attrName>ppt_x</p:attrName>
                                        </p:attrNameLst>
                                      </p:cBhvr>
                                      <p:tavLst>
                                        <p:tav tm="0">
                                          <p:val>
                                            <p:strVal val="ppt_x-2"/>
                                          </p:val>
                                        </p:tav>
                                        <p:tav tm="100000">
                                          <p:val>
                                            <p:strVal val="#ppt_x"/>
                                          </p:val>
                                        </p:tav>
                                      </p:tavLst>
                                    </p:anim>
                                    <p:anim to="" calcmode="lin" valueType="num">
                                      <p:cBhvr>
                                        <p:cTn id="12" dur="714" fill="hold">
                                          <p:stCondLst>
                                            <p:cond delay="286"/>
                                          </p:stCondLst>
                                        </p:cTn>
                                        <p:tgtEl>
                                          <p:spTgt spid="3"/>
                                        </p:tgtEl>
                                        <p:attrNameLst>
                                          <p:attrName>ppt_y</p:attrName>
                                        </p:attrNameLst>
                                      </p:cBhvr>
                                      <p:tavLst>
                                        <p:tav tm="0">
                                          <p:val>
                                            <p:strVal val="ppt_y-2"/>
                                          </p:val>
                                        </p:tav>
                                        <p:tav tm="100000">
                                          <p:val>
                                            <p:strVal val="#ppt_y"/>
                                          </p:val>
                                        </p:tav>
                                      </p:tavLst>
                                    </p:anim>
                                  </p:childTnLst>
                                </p:cTn>
                              </p:par>
                              <p:par>
                                <p:cTn id="13" presetID="0" presetClass="entr" presetSubtype="0" decel="70000" fill="hold" nodeType="withEffect">
                                  <p:stCondLst>
                                    <p:cond delay="0"/>
                                  </p:stCondLst>
                                  <p:childTnLst>
                                    <p:set>
                                      <p:cBhvr>
                                        <p:cTn id="14" dur="855" fill="hold">
                                          <p:stCondLst>
                                            <p:cond delay="1"/>
                                          </p:stCondLst>
                                        </p:cTn>
                                        <p:tgtEl>
                                          <p:spTgt spid="8"/>
                                        </p:tgtEl>
                                        <p:attrNameLst>
                                          <p:attrName>style.visibility</p:attrName>
                                        </p:attrNameLst>
                                      </p:cBhvr>
                                      <p:to>
                                        <p:strVal val="visible"/>
                                      </p:to>
                                    </p:set>
                                    <p:anim to="" calcmode="lin" valueType="num">
                                      <p:cBhvr>
                                        <p:cTn id="15" dur="1" fill="hold">
                                          <p:stCondLst>
                                            <p:cond delay="0"/>
                                          </p:stCondLst>
                                        </p:cTn>
                                        <p:tgtEl>
                                          <p:spTgt spid="8"/>
                                        </p:tgtEl>
                                        <p:attrNameLst>
                                          <p:attrName>ppt_x</p:attrName>
                                        </p:attrNameLst>
                                      </p:cBhvr>
                                      <p:tavLst>
                                        <p:tav tm="0">
                                          <p:val>
                                            <p:strVal val="#ppt_x"/>
                                          </p:val>
                                        </p:tav>
                                        <p:tav tm="100000">
                                          <p:val>
                                            <p:strVal val="#ppt_x+0.15*sin(rand(0-360)+0)+2"/>
                                          </p:val>
                                        </p:tav>
                                      </p:tavLst>
                                    </p:anim>
                                    <p:anim to="" calcmode="lin" valueType="num">
                                      <p:cBhvr>
                                        <p:cTn id="16" dur="1" fill="hold">
                                          <p:stCondLst>
                                            <p:cond delay="0"/>
                                          </p:stCondLst>
                                        </p:cTn>
                                        <p:tgtEl>
                                          <p:spTgt spid="8"/>
                                        </p:tgtEl>
                                        <p:attrNameLst>
                                          <p:attrName>ppt_y</p:attrName>
                                        </p:attrNameLst>
                                      </p:cBhvr>
                                      <p:tavLst>
                                        <p:tav tm="0">
                                          <p:val>
                                            <p:strVal val="#ppt_y"/>
                                          </p:val>
                                        </p:tav>
                                        <p:tav tm="100000">
                                          <p:val>
                                            <p:strVal val="#ppt_y+0.15*sin(rand(0-360)+0)+2"/>
                                          </p:val>
                                        </p:tav>
                                      </p:tavLst>
                                    </p:anim>
                                    <p:anim to="" calcmode="lin" valueType="num">
                                      <p:cBhvr>
                                        <p:cTn id="17" dur="998" fill="hold">
                                          <p:stCondLst>
                                            <p:cond delay="2"/>
                                          </p:stCondLst>
                                        </p:cTn>
                                        <p:tgtEl>
                                          <p:spTgt spid="8"/>
                                        </p:tgtEl>
                                        <p:attrNameLst>
                                          <p:attrName>style.opacity</p:attrName>
                                        </p:attrNameLst>
                                      </p:cBhvr>
                                      <p:tavLst>
                                        <p:tav tm="0">
                                          <p:val>
                                            <p:strVal val="0"/>
                                          </p:val>
                                        </p:tav>
                                        <p:tav tm="100000">
                                          <p:val>
                                            <p:strVal val="1"/>
                                          </p:val>
                                        </p:tav>
                                      </p:tavLst>
                                    </p:anim>
                                    <p:animScale>
                                      <p:cBhvr>
                                        <p:cTn id="18" dur="998" fill="hold">
                                          <p:stCondLst>
                                            <p:cond delay="1"/>
                                          </p:stCondLst>
                                        </p:cTn>
                                        <p:tgtEl>
                                          <p:spTgt spid="8"/>
                                        </p:tgtEl>
                                      </p:cBhvr>
                                      <p:from x="500000" y="500000"/>
                                      <p:to x="100000" y="100000"/>
                                    </p:animScale>
                                    <p:anim to="" calcmode="lin" valueType="num">
                                      <p:cBhvr>
                                        <p:cTn id="19" dur="714" fill="hold">
                                          <p:stCondLst>
                                            <p:cond delay="286"/>
                                          </p:stCondLst>
                                        </p:cTn>
                                        <p:tgtEl>
                                          <p:spTgt spid="8"/>
                                        </p:tgtEl>
                                        <p:attrNameLst>
                                          <p:attrName>ppt_x</p:attrName>
                                        </p:attrNameLst>
                                      </p:cBhvr>
                                      <p:tavLst>
                                        <p:tav tm="0">
                                          <p:val>
                                            <p:strVal val="ppt_x-2"/>
                                          </p:val>
                                        </p:tav>
                                        <p:tav tm="100000">
                                          <p:val>
                                            <p:strVal val="#ppt_x"/>
                                          </p:val>
                                        </p:tav>
                                      </p:tavLst>
                                    </p:anim>
                                    <p:anim to="" calcmode="lin" valueType="num">
                                      <p:cBhvr>
                                        <p:cTn id="20" dur="714" fill="hold">
                                          <p:stCondLst>
                                            <p:cond delay="286"/>
                                          </p:stCondLst>
                                        </p:cTn>
                                        <p:tgtEl>
                                          <p:spTgt spid="8"/>
                                        </p:tgtEl>
                                        <p:attrNameLst>
                                          <p:attrName>ppt_y</p:attrName>
                                        </p:attrNameLst>
                                      </p:cBhvr>
                                      <p:tavLst>
                                        <p:tav tm="0">
                                          <p:val>
                                            <p:strVal val="ppt_y-2"/>
                                          </p:val>
                                        </p:tav>
                                        <p:tav tm="100000">
                                          <p:val>
                                            <p:strVal val="#ppt_y"/>
                                          </p:val>
                                        </p:tav>
                                      </p:tavLst>
                                    </p:anim>
                                  </p:childTnLst>
                                </p:cTn>
                              </p:par>
                              <p:par>
                                <p:cTn id="21" presetID="0" presetClass="entr" presetSubtype="0" decel="70000" fill="hold" grpId="0" nodeType="withEffect">
                                  <p:stCondLst>
                                    <p:cond delay="0"/>
                                  </p:stCondLst>
                                  <p:childTnLst>
                                    <p:set>
                                      <p:cBhvr>
                                        <p:cTn id="22" dur="855" fill="hold">
                                          <p:stCondLst>
                                            <p:cond delay="1"/>
                                          </p:stCondLst>
                                        </p:cTn>
                                        <p:tgtEl>
                                          <p:spTgt spid="9"/>
                                        </p:tgtEl>
                                        <p:attrNameLst>
                                          <p:attrName>style.visibility</p:attrName>
                                        </p:attrNameLst>
                                      </p:cBhvr>
                                      <p:to>
                                        <p:strVal val="visible"/>
                                      </p:to>
                                    </p:set>
                                    <p:anim to="" calcmode="lin" valueType="num">
                                      <p:cBhvr>
                                        <p:cTn id="23" dur="1" fill="hold">
                                          <p:stCondLst>
                                            <p:cond delay="0"/>
                                          </p:stCondLst>
                                        </p:cTn>
                                        <p:tgtEl>
                                          <p:spTgt spid="9"/>
                                        </p:tgtEl>
                                        <p:attrNameLst>
                                          <p:attrName>ppt_x</p:attrName>
                                        </p:attrNameLst>
                                      </p:cBhvr>
                                      <p:tavLst>
                                        <p:tav tm="0">
                                          <p:val>
                                            <p:strVal val="#ppt_x"/>
                                          </p:val>
                                        </p:tav>
                                        <p:tav tm="100000">
                                          <p:val>
                                            <p:strVal val="#ppt_x+0.15*sin(rand(0-360)+0)+2"/>
                                          </p:val>
                                        </p:tav>
                                      </p:tavLst>
                                    </p:anim>
                                    <p:anim to="" calcmode="lin" valueType="num">
                                      <p:cBhvr>
                                        <p:cTn id="24" dur="1" fill="hold">
                                          <p:stCondLst>
                                            <p:cond delay="0"/>
                                          </p:stCondLst>
                                        </p:cTn>
                                        <p:tgtEl>
                                          <p:spTgt spid="9"/>
                                        </p:tgtEl>
                                        <p:attrNameLst>
                                          <p:attrName>ppt_y</p:attrName>
                                        </p:attrNameLst>
                                      </p:cBhvr>
                                      <p:tavLst>
                                        <p:tav tm="0">
                                          <p:val>
                                            <p:strVal val="#ppt_y"/>
                                          </p:val>
                                        </p:tav>
                                        <p:tav tm="100000">
                                          <p:val>
                                            <p:strVal val="#ppt_y+0.15*sin(rand(0-360)+0)+2"/>
                                          </p:val>
                                        </p:tav>
                                      </p:tavLst>
                                    </p:anim>
                                    <p:anim to="" calcmode="lin" valueType="num">
                                      <p:cBhvr>
                                        <p:cTn id="25" dur="998" fill="hold">
                                          <p:stCondLst>
                                            <p:cond delay="2"/>
                                          </p:stCondLst>
                                        </p:cTn>
                                        <p:tgtEl>
                                          <p:spTgt spid="9"/>
                                        </p:tgtEl>
                                        <p:attrNameLst>
                                          <p:attrName>style.opacity</p:attrName>
                                        </p:attrNameLst>
                                      </p:cBhvr>
                                      <p:tavLst>
                                        <p:tav tm="0">
                                          <p:val>
                                            <p:strVal val="0"/>
                                          </p:val>
                                        </p:tav>
                                        <p:tav tm="100000">
                                          <p:val>
                                            <p:strVal val="1"/>
                                          </p:val>
                                        </p:tav>
                                      </p:tavLst>
                                    </p:anim>
                                    <p:animScale>
                                      <p:cBhvr>
                                        <p:cTn id="26" dur="998" fill="hold">
                                          <p:stCondLst>
                                            <p:cond delay="1"/>
                                          </p:stCondLst>
                                        </p:cTn>
                                        <p:tgtEl>
                                          <p:spTgt spid="9"/>
                                        </p:tgtEl>
                                      </p:cBhvr>
                                      <p:from x="500000" y="500000"/>
                                      <p:to x="100000" y="100000"/>
                                    </p:animScale>
                                    <p:anim to="" calcmode="lin" valueType="num">
                                      <p:cBhvr>
                                        <p:cTn id="27" dur="714" fill="hold">
                                          <p:stCondLst>
                                            <p:cond delay="286"/>
                                          </p:stCondLst>
                                        </p:cTn>
                                        <p:tgtEl>
                                          <p:spTgt spid="9"/>
                                        </p:tgtEl>
                                        <p:attrNameLst>
                                          <p:attrName>ppt_x</p:attrName>
                                        </p:attrNameLst>
                                      </p:cBhvr>
                                      <p:tavLst>
                                        <p:tav tm="0">
                                          <p:val>
                                            <p:strVal val="ppt_x-2"/>
                                          </p:val>
                                        </p:tav>
                                        <p:tav tm="100000">
                                          <p:val>
                                            <p:strVal val="#ppt_x"/>
                                          </p:val>
                                        </p:tav>
                                      </p:tavLst>
                                    </p:anim>
                                    <p:anim to="" calcmode="lin" valueType="num">
                                      <p:cBhvr>
                                        <p:cTn id="28" dur="714" fill="hold">
                                          <p:stCondLst>
                                            <p:cond delay="286"/>
                                          </p:stCondLst>
                                        </p:cTn>
                                        <p:tgtEl>
                                          <p:spTgt spid="9"/>
                                        </p:tgtEl>
                                        <p:attrNameLst>
                                          <p:attrName>ppt_y</p:attrName>
                                        </p:attrNameLst>
                                      </p:cBhvr>
                                      <p:tavLst>
                                        <p:tav tm="0">
                                          <p:val>
                                            <p:strVal val="ppt_y-2"/>
                                          </p:val>
                                        </p:tav>
                                        <p:tav tm="100000">
                                          <p:val>
                                            <p:strVal val="#ppt_y"/>
                                          </p:val>
                                        </p:tav>
                                      </p:tavLst>
                                    </p:anim>
                                  </p:childTnLst>
                                </p:cTn>
                              </p:par>
                              <p:par>
                                <p:cTn id="29" presetID="0" presetClass="entr" presetSubtype="0" decel="70000" fill="hold" grpId="0" nodeType="withEffect">
                                  <p:stCondLst>
                                    <p:cond delay="0"/>
                                  </p:stCondLst>
                                  <p:childTnLst>
                                    <p:set>
                                      <p:cBhvr>
                                        <p:cTn id="30" dur="855" fill="hold">
                                          <p:stCondLst>
                                            <p:cond delay="1"/>
                                          </p:stCondLst>
                                        </p:cTn>
                                        <p:tgtEl>
                                          <p:spTgt spid="10"/>
                                        </p:tgtEl>
                                        <p:attrNameLst>
                                          <p:attrName>style.visibility</p:attrName>
                                        </p:attrNameLst>
                                      </p:cBhvr>
                                      <p:to>
                                        <p:strVal val="visible"/>
                                      </p:to>
                                    </p:set>
                                    <p:anim to="" calcmode="lin" valueType="num">
                                      <p:cBhvr>
                                        <p:cTn id="31" dur="1" fill="hold">
                                          <p:stCondLst>
                                            <p:cond delay="0"/>
                                          </p:stCondLst>
                                        </p:cTn>
                                        <p:tgtEl>
                                          <p:spTgt spid="10"/>
                                        </p:tgtEl>
                                        <p:attrNameLst>
                                          <p:attrName>ppt_x</p:attrName>
                                        </p:attrNameLst>
                                      </p:cBhvr>
                                      <p:tavLst>
                                        <p:tav tm="0">
                                          <p:val>
                                            <p:strVal val="#ppt_x"/>
                                          </p:val>
                                        </p:tav>
                                        <p:tav tm="100000">
                                          <p:val>
                                            <p:strVal val="#ppt_x+0.15*sin(rand(0-360)+0)+2"/>
                                          </p:val>
                                        </p:tav>
                                      </p:tavLst>
                                    </p:anim>
                                    <p:anim to="" calcmode="lin" valueType="num">
                                      <p:cBhvr>
                                        <p:cTn id="32" dur="1" fill="hold">
                                          <p:stCondLst>
                                            <p:cond delay="0"/>
                                          </p:stCondLst>
                                        </p:cTn>
                                        <p:tgtEl>
                                          <p:spTgt spid="10"/>
                                        </p:tgtEl>
                                        <p:attrNameLst>
                                          <p:attrName>ppt_y</p:attrName>
                                        </p:attrNameLst>
                                      </p:cBhvr>
                                      <p:tavLst>
                                        <p:tav tm="0">
                                          <p:val>
                                            <p:strVal val="#ppt_y"/>
                                          </p:val>
                                        </p:tav>
                                        <p:tav tm="100000">
                                          <p:val>
                                            <p:strVal val="#ppt_y+0.15*sin(rand(0-360)+0)+2"/>
                                          </p:val>
                                        </p:tav>
                                      </p:tavLst>
                                    </p:anim>
                                    <p:anim to="" calcmode="lin" valueType="num">
                                      <p:cBhvr>
                                        <p:cTn id="33" dur="998" fill="hold">
                                          <p:stCondLst>
                                            <p:cond delay="2"/>
                                          </p:stCondLst>
                                        </p:cTn>
                                        <p:tgtEl>
                                          <p:spTgt spid="10"/>
                                        </p:tgtEl>
                                        <p:attrNameLst>
                                          <p:attrName>style.opacity</p:attrName>
                                        </p:attrNameLst>
                                      </p:cBhvr>
                                      <p:tavLst>
                                        <p:tav tm="0">
                                          <p:val>
                                            <p:strVal val="0"/>
                                          </p:val>
                                        </p:tav>
                                        <p:tav tm="100000">
                                          <p:val>
                                            <p:strVal val="1"/>
                                          </p:val>
                                        </p:tav>
                                      </p:tavLst>
                                    </p:anim>
                                    <p:animScale>
                                      <p:cBhvr>
                                        <p:cTn id="34" dur="998" fill="hold">
                                          <p:stCondLst>
                                            <p:cond delay="1"/>
                                          </p:stCondLst>
                                        </p:cTn>
                                        <p:tgtEl>
                                          <p:spTgt spid="10"/>
                                        </p:tgtEl>
                                      </p:cBhvr>
                                      <p:from x="500000" y="500000"/>
                                      <p:to x="100000" y="100000"/>
                                    </p:animScale>
                                    <p:anim to="" calcmode="lin" valueType="num">
                                      <p:cBhvr>
                                        <p:cTn id="35" dur="714" fill="hold">
                                          <p:stCondLst>
                                            <p:cond delay="286"/>
                                          </p:stCondLst>
                                        </p:cTn>
                                        <p:tgtEl>
                                          <p:spTgt spid="10"/>
                                        </p:tgtEl>
                                        <p:attrNameLst>
                                          <p:attrName>ppt_x</p:attrName>
                                        </p:attrNameLst>
                                      </p:cBhvr>
                                      <p:tavLst>
                                        <p:tav tm="0">
                                          <p:val>
                                            <p:strVal val="ppt_x-2"/>
                                          </p:val>
                                        </p:tav>
                                        <p:tav tm="100000">
                                          <p:val>
                                            <p:strVal val="#ppt_x"/>
                                          </p:val>
                                        </p:tav>
                                      </p:tavLst>
                                    </p:anim>
                                    <p:anim to="" calcmode="lin" valueType="num">
                                      <p:cBhvr>
                                        <p:cTn id="36" dur="714" fill="hold">
                                          <p:stCondLst>
                                            <p:cond delay="286"/>
                                          </p:stCondLst>
                                        </p:cTn>
                                        <p:tgtEl>
                                          <p:spTgt spid="10"/>
                                        </p:tgtEl>
                                        <p:attrNameLst>
                                          <p:attrName>ppt_y</p:attrName>
                                        </p:attrNameLst>
                                      </p:cBhvr>
                                      <p:tavLst>
                                        <p:tav tm="0">
                                          <p:val>
                                            <p:strVal val="ppt_y-2"/>
                                          </p:val>
                                        </p:tav>
                                        <p:tav tm="100000">
                                          <p:val>
                                            <p:strVal val="#ppt_y"/>
                                          </p:val>
                                        </p:tav>
                                      </p:tavLst>
                                    </p:anim>
                                  </p:childTnLst>
                                </p:cTn>
                              </p:par>
                              <p:par>
                                <p:cTn id="37" presetID="0" presetClass="entr" presetSubtype="0" decel="70000" fill="hold" grpId="0" nodeType="withEffect">
                                  <p:stCondLst>
                                    <p:cond delay="0"/>
                                  </p:stCondLst>
                                  <p:childTnLst>
                                    <p:set>
                                      <p:cBhvr>
                                        <p:cTn id="38" dur="855" fill="hold">
                                          <p:stCondLst>
                                            <p:cond delay="1"/>
                                          </p:stCondLst>
                                        </p:cTn>
                                        <p:tgtEl>
                                          <p:spTgt spid="11"/>
                                        </p:tgtEl>
                                        <p:attrNameLst>
                                          <p:attrName>style.visibility</p:attrName>
                                        </p:attrNameLst>
                                      </p:cBhvr>
                                      <p:to>
                                        <p:strVal val="visible"/>
                                      </p:to>
                                    </p:set>
                                    <p:anim to="" calcmode="lin" valueType="num">
                                      <p:cBhvr>
                                        <p:cTn id="39" dur="1" fill="hold">
                                          <p:stCondLst>
                                            <p:cond delay="0"/>
                                          </p:stCondLst>
                                        </p:cTn>
                                        <p:tgtEl>
                                          <p:spTgt spid="11"/>
                                        </p:tgtEl>
                                        <p:attrNameLst>
                                          <p:attrName>ppt_x</p:attrName>
                                        </p:attrNameLst>
                                      </p:cBhvr>
                                      <p:tavLst>
                                        <p:tav tm="0">
                                          <p:val>
                                            <p:strVal val="#ppt_x"/>
                                          </p:val>
                                        </p:tav>
                                        <p:tav tm="100000">
                                          <p:val>
                                            <p:strVal val="#ppt_x+0.15*sin(rand(0-360)+0)+2"/>
                                          </p:val>
                                        </p:tav>
                                      </p:tavLst>
                                    </p:anim>
                                    <p:anim to="" calcmode="lin" valueType="num">
                                      <p:cBhvr>
                                        <p:cTn id="40" dur="1" fill="hold">
                                          <p:stCondLst>
                                            <p:cond delay="0"/>
                                          </p:stCondLst>
                                        </p:cTn>
                                        <p:tgtEl>
                                          <p:spTgt spid="11"/>
                                        </p:tgtEl>
                                        <p:attrNameLst>
                                          <p:attrName>ppt_y</p:attrName>
                                        </p:attrNameLst>
                                      </p:cBhvr>
                                      <p:tavLst>
                                        <p:tav tm="0">
                                          <p:val>
                                            <p:strVal val="#ppt_y"/>
                                          </p:val>
                                        </p:tav>
                                        <p:tav tm="100000">
                                          <p:val>
                                            <p:strVal val="#ppt_y+0.15*sin(rand(0-360)+0)+2"/>
                                          </p:val>
                                        </p:tav>
                                      </p:tavLst>
                                    </p:anim>
                                    <p:anim to="" calcmode="lin" valueType="num">
                                      <p:cBhvr>
                                        <p:cTn id="41" dur="998" fill="hold">
                                          <p:stCondLst>
                                            <p:cond delay="2"/>
                                          </p:stCondLst>
                                        </p:cTn>
                                        <p:tgtEl>
                                          <p:spTgt spid="11"/>
                                        </p:tgtEl>
                                        <p:attrNameLst>
                                          <p:attrName>style.opacity</p:attrName>
                                        </p:attrNameLst>
                                      </p:cBhvr>
                                      <p:tavLst>
                                        <p:tav tm="0">
                                          <p:val>
                                            <p:strVal val="0"/>
                                          </p:val>
                                        </p:tav>
                                        <p:tav tm="100000">
                                          <p:val>
                                            <p:strVal val="1"/>
                                          </p:val>
                                        </p:tav>
                                      </p:tavLst>
                                    </p:anim>
                                    <p:animScale>
                                      <p:cBhvr>
                                        <p:cTn id="42" dur="998" fill="hold">
                                          <p:stCondLst>
                                            <p:cond delay="1"/>
                                          </p:stCondLst>
                                        </p:cTn>
                                        <p:tgtEl>
                                          <p:spTgt spid="11"/>
                                        </p:tgtEl>
                                      </p:cBhvr>
                                      <p:from x="500000" y="500000"/>
                                      <p:to x="100000" y="100000"/>
                                    </p:animScale>
                                    <p:anim to="" calcmode="lin" valueType="num">
                                      <p:cBhvr>
                                        <p:cTn id="43" dur="714" fill="hold">
                                          <p:stCondLst>
                                            <p:cond delay="286"/>
                                          </p:stCondLst>
                                        </p:cTn>
                                        <p:tgtEl>
                                          <p:spTgt spid="11"/>
                                        </p:tgtEl>
                                        <p:attrNameLst>
                                          <p:attrName>ppt_x</p:attrName>
                                        </p:attrNameLst>
                                      </p:cBhvr>
                                      <p:tavLst>
                                        <p:tav tm="0">
                                          <p:val>
                                            <p:strVal val="ppt_x-2"/>
                                          </p:val>
                                        </p:tav>
                                        <p:tav tm="100000">
                                          <p:val>
                                            <p:strVal val="#ppt_x"/>
                                          </p:val>
                                        </p:tav>
                                      </p:tavLst>
                                    </p:anim>
                                    <p:anim to="" calcmode="lin" valueType="num">
                                      <p:cBhvr>
                                        <p:cTn id="44" dur="714" fill="hold">
                                          <p:stCondLst>
                                            <p:cond delay="286"/>
                                          </p:stCondLst>
                                        </p:cTn>
                                        <p:tgtEl>
                                          <p:spTgt spid="11"/>
                                        </p:tgtEl>
                                        <p:attrNameLst>
                                          <p:attrName>ppt_y</p:attrName>
                                        </p:attrNameLst>
                                      </p:cBhvr>
                                      <p:tavLst>
                                        <p:tav tm="0">
                                          <p:val>
                                            <p:strVal val="ppt_y-2"/>
                                          </p:val>
                                        </p:tav>
                                        <p:tav tm="100000">
                                          <p:val>
                                            <p:strVal val="#ppt_y"/>
                                          </p:val>
                                        </p:tav>
                                      </p:tavLst>
                                    </p:anim>
                                  </p:childTnLst>
                                </p:cTn>
                              </p:par>
                              <p:par>
                                <p:cTn id="45" presetID="0" presetClass="entr" presetSubtype="0" fill="hold" grpId="0" nodeType="withEffect">
                                  <p:stCondLst>
                                    <p:cond delay="0"/>
                                  </p:stCondLst>
                                  <p:iterate type="lt">
                                    <p:tmPct val="10000"/>
                                  </p:iterate>
                                  <p:childTnLst>
                                    <p:set>
                                      <p:cBhvr>
                                        <p:cTn id="46" dur="1" fill="hold">
                                          <p:stCondLst>
                                            <p:cond delay="0"/>
                                          </p:stCondLst>
                                        </p:cTn>
                                        <p:tgtEl>
                                          <p:spTgt spid="4"/>
                                        </p:tgtEl>
                                        <p:attrNameLst>
                                          <p:attrName>style.visibility</p:attrName>
                                        </p:attrNameLst>
                                      </p:cBhvr>
                                      <p:to>
                                        <p:strVal val="visible"/>
                                      </p:to>
                                    </p:set>
                                    <p:anim to="" calcmode="lin" valueType="num">
                                      <p:cBhvr>
                                        <p:cTn id="47" dur="700" fill="hold">
                                          <p:stCondLst>
                                            <p:cond delay="0"/>
                                          </p:stCondLst>
                                        </p:cTn>
                                        <p:tgtEl>
                                          <p:spTgt spid="4"/>
                                        </p:tgtEl>
                                        <p:attrNameLst>
                                          <p:attrName>ppt_x</p:attrName>
                                        </p:attrNameLst>
                                      </p:cBhvr>
                                      <p:tavLst>
                                        <p:tav tm="0" fmla="#ppt_x+(-#ppt_w/2*cos(ppt_r/180*pi))*((1.5-1.5*$)^2-(1.5-1.5*$)^3)">
                                          <p:val>
                                            <p:strVal val="0"/>
                                          </p:val>
                                        </p:tav>
                                        <p:tav tm="100000">
                                          <p:val>
                                            <p:strVal val="1"/>
                                          </p:val>
                                        </p:tav>
                                      </p:tavLst>
                                    </p:anim>
                                    <p:anim to="" calcmode="lin" valueType="num">
                                      <p:cBhvr>
                                        <p:cTn id="48" dur="700" fill="hold">
                                          <p:stCondLst>
                                            <p:cond delay="0"/>
                                          </p:stCondLst>
                                        </p:cTn>
                                        <p:tgtEl>
                                          <p:spTgt spid="4"/>
                                        </p:tgtEl>
                                        <p:attrNameLst>
                                          <p:attrName>ppt_y</p:attrName>
                                        </p:attrNameLst>
                                      </p:cBhvr>
                                      <p:tavLst>
                                        <p:tav tm="0" fmla="#ppt_y-(-#ppt_h/2*cos(ppt_r/180*pi))*((1.5-1.5*$)^2-(1.5-1.5*$)^3)">
                                          <p:val>
                                            <p:strVal val="0"/>
                                          </p:val>
                                        </p:tav>
                                        <p:tav tm="100000">
                                          <p:val>
                                            <p:strVal val="1"/>
                                          </p:val>
                                        </p:tav>
                                      </p:tavLst>
                                    </p:anim>
                                    <p:anim to="" calcmode="lin" valueType="num">
                                      <p:cBhvr>
                                        <p:cTn id="49" dur="700" fill="hold">
                                          <p:stCondLst>
                                            <p:cond delay="0"/>
                                          </p:stCondLst>
                                        </p:cTn>
                                        <p:tgtEl>
                                          <p:spTgt spid="4"/>
                                        </p:tgtEl>
                                        <p:attrNameLst>
                                          <p:attrName>ppt_h</p:attrName>
                                        </p:attrNameLst>
                                      </p:cBhvr>
                                      <p:tavLst>
                                        <p:tav tm="0" fmla="#ppt_h-(-#ppt_h)*((1.5-1.5*$)^2-(1.5-1.5*$)^3)">
                                          <p:val>
                                            <p:strVal val="0"/>
                                          </p:val>
                                        </p:tav>
                                        <p:tav tm="100000">
                                          <p:val>
                                            <p:strVal val="1"/>
                                          </p:val>
                                        </p:tav>
                                      </p:tavLst>
                                    </p:anim>
                                    <p:anim to="" calcmode="lin" valueType="num">
                                      <p:cBhvr>
                                        <p:cTn id="50" dur="700" fill="hold">
                                          <p:stCondLst>
                                            <p:cond delay="0"/>
                                          </p:stCondLst>
                                        </p:cTn>
                                        <p:tgtEl>
                                          <p:spTgt spid="4"/>
                                        </p:tgtEl>
                                        <p:attrNameLst>
                                          <p:attrName>ppt_w</p:attrName>
                                        </p:attrNameLst>
                                      </p:cBhvr>
                                      <p:tavLst>
                                        <p:tav tm="0" fmla="#ppt_w-(-#ppt_w)*((1.5-1.5*$)^2-(1.5-1.5*$)^3)">
                                          <p:val>
                                            <p:strVal val="0"/>
                                          </p:val>
                                        </p:tav>
                                        <p:tav tm="100000">
                                          <p:val>
                                            <p:strVal val="1"/>
                                          </p:val>
                                        </p:tav>
                                      </p:tavLst>
                                    </p:anim>
                                  </p:childTnLst>
                                </p:cTn>
                              </p:par>
                              <p:par>
                                <p:cTn id="51" presetID="0" presetClass="entr" presetSubtype="0" fill="hold" grpId="0" nodeType="withEffect">
                                  <p:stCondLst>
                                    <p:cond delay="0"/>
                                  </p:stCondLst>
                                  <p:iterate type="lt">
                                    <p:tmPct val="10000"/>
                                  </p:iterate>
                                  <p:childTnLst>
                                    <p:set>
                                      <p:cBhvr>
                                        <p:cTn id="52" dur="1" fill="hold">
                                          <p:stCondLst>
                                            <p:cond delay="0"/>
                                          </p:stCondLst>
                                        </p:cTn>
                                        <p:tgtEl>
                                          <p:spTgt spid="5"/>
                                        </p:tgtEl>
                                        <p:attrNameLst>
                                          <p:attrName>style.visibility</p:attrName>
                                        </p:attrNameLst>
                                      </p:cBhvr>
                                      <p:to>
                                        <p:strVal val="visible"/>
                                      </p:to>
                                    </p:set>
                                    <p:anim to="" calcmode="lin" valueType="num">
                                      <p:cBhvr>
                                        <p:cTn id="53" dur="700" fill="hold">
                                          <p:stCondLst>
                                            <p:cond delay="0"/>
                                          </p:stCondLst>
                                        </p:cTn>
                                        <p:tgtEl>
                                          <p:spTgt spid="5"/>
                                        </p:tgtEl>
                                        <p:attrNameLst>
                                          <p:attrName>ppt_x</p:attrName>
                                        </p:attrNameLst>
                                      </p:cBhvr>
                                      <p:tavLst>
                                        <p:tav tm="0" fmla="#ppt_x+(-#ppt_w/2*cos(ppt_r/180*pi))*((1.5-1.5*$)^2-(1.5-1.5*$)^3)">
                                          <p:val>
                                            <p:strVal val="0"/>
                                          </p:val>
                                        </p:tav>
                                        <p:tav tm="100000">
                                          <p:val>
                                            <p:strVal val="1"/>
                                          </p:val>
                                        </p:tav>
                                      </p:tavLst>
                                    </p:anim>
                                    <p:anim to="" calcmode="lin" valueType="num">
                                      <p:cBhvr>
                                        <p:cTn id="54" dur="700" fill="hold">
                                          <p:stCondLst>
                                            <p:cond delay="0"/>
                                          </p:stCondLst>
                                        </p:cTn>
                                        <p:tgtEl>
                                          <p:spTgt spid="5"/>
                                        </p:tgtEl>
                                        <p:attrNameLst>
                                          <p:attrName>ppt_y</p:attrName>
                                        </p:attrNameLst>
                                      </p:cBhvr>
                                      <p:tavLst>
                                        <p:tav tm="0" fmla="#ppt_y-(-#ppt_h/2*cos(ppt_r/180*pi))*((1.5-1.5*$)^2-(1.5-1.5*$)^3)">
                                          <p:val>
                                            <p:strVal val="0"/>
                                          </p:val>
                                        </p:tav>
                                        <p:tav tm="100000">
                                          <p:val>
                                            <p:strVal val="1"/>
                                          </p:val>
                                        </p:tav>
                                      </p:tavLst>
                                    </p:anim>
                                    <p:anim to="" calcmode="lin" valueType="num">
                                      <p:cBhvr>
                                        <p:cTn id="55" dur="700" fill="hold">
                                          <p:stCondLst>
                                            <p:cond delay="0"/>
                                          </p:stCondLst>
                                        </p:cTn>
                                        <p:tgtEl>
                                          <p:spTgt spid="5"/>
                                        </p:tgtEl>
                                        <p:attrNameLst>
                                          <p:attrName>ppt_h</p:attrName>
                                        </p:attrNameLst>
                                      </p:cBhvr>
                                      <p:tavLst>
                                        <p:tav tm="0" fmla="#ppt_h-(-#ppt_h)*((1.5-1.5*$)^2-(1.5-1.5*$)^3)">
                                          <p:val>
                                            <p:strVal val="0"/>
                                          </p:val>
                                        </p:tav>
                                        <p:tav tm="100000">
                                          <p:val>
                                            <p:strVal val="1"/>
                                          </p:val>
                                        </p:tav>
                                      </p:tavLst>
                                    </p:anim>
                                    <p:anim to="" calcmode="lin" valueType="num">
                                      <p:cBhvr>
                                        <p:cTn id="56" dur="700" fill="hold">
                                          <p:stCondLst>
                                            <p:cond delay="0"/>
                                          </p:stCondLst>
                                        </p:cTn>
                                        <p:tgtEl>
                                          <p:spTgt spid="5"/>
                                        </p:tgtEl>
                                        <p:attrNameLst>
                                          <p:attrName>ppt_w</p:attrName>
                                        </p:attrNameLst>
                                      </p:cBhvr>
                                      <p:tavLst>
                                        <p:tav tm="0" fmla="#ppt_w-(-#ppt_w)*((1.5-1.5*$)^2-(1.5-1.5*$)^3)">
                                          <p:val>
                                            <p:strVal val="0"/>
                                          </p:val>
                                        </p:tav>
                                        <p:tav tm="100000">
                                          <p:val>
                                            <p:strVal val="1"/>
                                          </p:val>
                                        </p:tav>
                                      </p:tavLst>
                                    </p:anim>
                                  </p:childTnLst>
                                </p:cTn>
                              </p:par>
                              <p:par>
                                <p:cTn id="57" presetID="0" presetClass="entr" presetSubtype="0" fill="hold" grpId="0" nodeType="withEffect">
                                  <p:stCondLst>
                                    <p:cond delay="0"/>
                                  </p:stCondLst>
                                  <p:iterate type="lt">
                                    <p:tmPct val="10000"/>
                                  </p:iterate>
                                  <p:childTnLst>
                                    <p:set>
                                      <p:cBhvr>
                                        <p:cTn id="58" dur="1" fill="hold">
                                          <p:stCondLst>
                                            <p:cond delay="0"/>
                                          </p:stCondLst>
                                        </p:cTn>
                                        <p:tgtEl>
                                          <p:spTgt spid="7"/>
                                        </p:tgtEl>
                                        <p:attrNameLst>
                                          <p:attrName>style.visibility</p:attrName>
                                        </p:attrNameLst>
                                      </p:cBhvr>
                                      <p:to>
                                        <p:strVal val="visible"/>
                                      </p:to>
                                    </p:set>
                                    <p:anim to="" calcmode="lin" valueType="num">
                                      <p:cBhvr>
                                        <p:cTn id="59" dur="700" fill="hold">
                                          <p:stCondLst>
                                            <p:cond delay="0"/>
                                          </p:stCondLst>
                                        </p:cTn>
                                        <p:tgtEl>
                                          <p:spTgt spid="7"/>
                                        </p:tgtEl>
                                        <p:attrNameLst>
                                          <p:attrName>ppt_x</p:attrName>
                                        </p:attrNameLst>
                                      </p:cBhvr>
                                      <p:tavLst>
                                        <p:tav tm="0" fmla="#ppt_x+(-#ppt_w/2*cos(ppt_r/180*pi))*((1.5-1.5*$)^2-(1.5-1.5*$)^3)">
                                          <p:val>
                                            <p:strVal val="0"/>
                                          </p:val>
                                        </p:tav>
                                        <p:tav tm="100000">
                                          <p:val>
                                            <p:strVal val="1"/>
                                          </p:val>
                                        </p:tav>
                                      </p:tavLst>
                                    </p:anim>
                                    <p:anim to="" calcmode="lin" valueType="num">
                                      <p:cBhvr>
                                        <p:cTn id="60" dur="700" fill="hold">
                                          <p:stCondLst>
                                            <p:cond delay="0"/>
                                          </p:stCondLst>
                                        </p:cTn>
                                        <p:tgtEl>
                                          <p:spTgt spid="7"/>
                                        </p:tgtEl>
                                        <p:attrNameLst>
                                          <p:attrName>ppt_y</p:attrName>
                                        </p:attrNameLst>
                                      </p:cBhvr>
                                      <p:tavLst>
                                        <p:tav tm="0" fmla="#ppt_y-(-#ppt_h/2*cos(ppt_r/180*pi))*((1.5-1.5*$)^2-(1.5-1.5*$)^3)">
                                          <p:val>
                                            <p:strVal val="0"/>
                                          </p:val>
                                        </p:tav>
                                        <p:tav tm="100000">
                                          <p:val>
                                            <p:strVal val="1"/>
                                          </p:val>
                                        </p:tav>
                                      </p:tavLst>
                                    </p:anim>
                                    <p:anim to="" calcmode="lin" valueType="num">
                                      <p:cBhvr>
                                        <p:cTn id="61" dur="700" fill="hold">
                                          <p:stCondLst>
                                            <p:cond delay="0"/>
                                          </p:stCondLst>
                                        </p:cTn>
                                        <p:tgtEl>
                                          <p:spTgt spid="7"/>
                                        </p:tgtEl>
                                        <p:attrNameLst>
                                          <p:attrName>ppt_h</p:attrName>
                                        </p:attrNameLst>
                                      </p:cBhvr>
                                      <p:tavLst>
                                        <p:tav tm="0" fmla="#ppt_h-(-#ppt_h)*((1.5-1.5*$)^2-(1.5-1.5*$)^3)">
                                          <p:val>
                                            <p:strVal val="0"/>
                                          </p:val>
                                        </p:tav>
                                        <p:tav tm="100000">
                                          <p:val>
                                            <p:strVal val="1"/>
                                          </p:val>
                                        </p:tav>
                                      </p:tavLst>
                                    </p:anim>
                                    <p:anim to="" calcmode="lin" valueType="num">
                                      <p:cBhvr>
                                        <p:cTn id="62" dur="700" fill="hold">
                                          <p:stCondLst>
                                            <p:cond delay="0"/>
                                          </p:stCondLst>
                                        </p:cTn>
                                        <p:tgtEl>
                                          <p:spTgt spid="7"/>
                                        </p:tgtEl>
                                        <p:attrNameLst>
                                          <p:attrName>ppt_w</p:attrName>
                                        </p:attrNameLst>
                                      </p:cBhvr>
                                      <p:tavLst>
                                        <p:tav tm="0" fmla="#ppt_w-(-#ppt_w)*((1.5-1.5*$)^2-(1.5-1.5*$)^3)">
                                          <p:val>
                                            <p:strVal val="0"/>
                                          </p:val>
                                        </p:tav>
                                        <p:tav tm="100000">
                                          <p:val>
                                            <p:strVal val="1"/>
                                          </p:val>
                                        </p:tav>
                                      </p:tavLst>
                                    </p:anim>
                                  </p:childTnLst>
                                </p:cTn>
                              </p:par>
                              <p:par>
                                <p:cTn id="63" presetID="0" presetClass="entr" presetSubtype="0" fill="hold" grpId="0" nodeType="withEffect">
                                  <p:stCondLst>
                                    <p:cond delay="0"/>
                                  </p:stCondLst>
                                  <p:childTnLst>
                                    <p:set>
                                      <p:cBhvr>
                                        <p:cTn id="64" dur="750" fill="hold">
                                          <p:stCondLst>
                                            <p:cond delay="0"/>
                                          </p:stCondLst>
                                        </p:cTn>
                                        <p:tgtEl>
                                          <p:spTgt spid="6"/>
                                        </p:tgtEl>
                                        <p:attrNameLst>
                                          <p:attrName>style.visibility</p:attrName>
                                        </p:attrNameLst>
                                      </p:cBhvr>
                                      <p:to>
                                        <p:strVal val="visible"/>
                                      </p:to>
                                    </p:set>
                                    <p:anim to="" calcmode="lin" valueType="num">
                                      <p:cBhvr>
                                        <p:cTn id="65" dur="750" fill="hold">
                                          <p:stCondLst>
                                            <p:cond delay="0"/>
                                          </p:stCondLst>
                                        </p:cTn>
                                        <p:tgtEl>
                                          <p:spTgt spid="6"/>
                                        </p:tgtEl>
                                        <p:attrNameLst>
                                          <p:attrName>ppt_h</p:attrName>
                                        </p:attrNameLst>
                                      </p:cBhvr>
                                      <p:tavLst>
                                        <p:tav tm="0" fmla="#ppt_h/2*($)^8">
                                          <p:val>
                                            <p:strVal val="0"/>
                                          </p:val>
                                        </p:tav>
                                        <p:tav tm="50000" fmla="#ppt_h-#ppt_h/2*(2-$)^8">
                                          <p:val>
                                            <p:strVal val="1"/>
                                          </p:val>
                                        </p:tav>
                                        <p:tav tm="100000">
                                          <p:val>
                                            <p:strVal val="2"/>
                                          </p:val>
                                        </p:tav>
                                      </p:tavLst>
                                    </p:anim>
                                    <p:anim to="" calcmode="lin" valueType="num">
                                      <p:cBhvr>
                                        <p:cTn id="66" dur="750" fill="hold">
                                          <p:stCondLst>
                                            <p:cond delay="0"/>
                                          </p:stCondLst>
                                        </p:cTn>
                                        <p:tgtEl>
                                          <p:spTgt spid="6"/>
                                        </p:tgtEl>
                                        <p:attrNameLst>
                                          <p:attrName>ppt_w</p:attrName>
                                        </p:attrNameLst>
                                      </p:cBhvr>
                                      <p:tavLst>
                                        <p:tav tm="0" fmla="#ppt_w/2*($)^8">
                                          <p:val>
                                            <p:strVal val="0"/>
                                          </p:val>
                                        </p:tav>
                                        <p:tav tm="50000" fmla="#ppt_w-#ppt_w/2*(2-$)^8">
                                          <p:val>
                                            <p:strVal val="1"/>
                                          </p:val>
                                        </p:tav>
                                        <p:tav tm="100000">
                                          <p:val>
                                            <p:strVal val="2"/>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p:bldP spid="9" grpId="0"/>
      <p:bldP spid="10" grpId="0"/>
      <p:bldP spid="1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a:extLst>
              <a:ext uri="{FF2B5EF4-FFF2-40B4-BE49-F238E27FC236}">
                <a16:creationId xmlns:a16="http://schemas.microsoft.com/office/drawing/2014/main" id="{7ECE6108-CF91-8144-91CE-C82DEB4EEC59}"/>
              </a:ext>
            </a:extLst>
          </p:cNvPr>
          <p:cNvSpPr/>
          <p:nvPr/>
        </p:nvSpPr>
        <p:spPr>
          <a:xfrm>
            <a:off x="1025778" y="3365668"/>
            <a:ext cx="2232785" cy="2232785"/>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pic>
        <p:nvPicPr>
          <p:cNvPr id="3" name="图形 2" descr="靶心">
            <a:extLst>
              <a:ext uri="{FF2B5EF4-FFF2-40B4-BE49-F238E27FC236}">
                <a16:creationId xmlns:a16="http://schemas.microsoft.com/office/drawing/2014/main" id="{43C62670-C90A-3A48-B57B-B442F91D5FD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888170" y="3632684"/>
            <a:ext cx="508000" cy="508000"/>
          </a:xfrm>
          <a:prstGeom prst="rect">
            <a:avLst/>
          </a:prstGeom>
        </p:spPr>
      </p:pic>
      <p:sp>
        <p:nvSpPr>
          <p:cNvPr id="5" name="椭圆 4">
            <a:extLst>
              <a:ext uri="{FF2B5EF4-FFF2-40B4-BE49-F238E27FC236}">
                <a16:creationId xmlns:a16="http://schemas.microsoft.com/office/drawing/2014/main" id="{EBE42CC4-79BC-E649-BD00-DAA0B2BF0B78}"/>
              </a:ext>
            </a:extLst>
          </p:cNvPr>
          <p:cNvSpPr/>
          <p:nvPr/>
        </p:nvSpPr>
        <p:spPr>
          <a:xfrm>
            <a:off x="3650444" y="3365668"/>
            <a:ext cx="2232785" cy="223278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pic>
        <p:nvPicPr>
          <p:cNvPr id="6" name="图形 5" descr="靶心">
            <a:extLst>
              <a:ext uri="{FF2B5EF4-FFF2-40B4-BE49-F238E27FC236}">
                <a16:creationId xmlns:a16="http://schemas.microsoft.com/office/drawing/2014/main" id="{63FC6D45-ED84-E340-AC81-C141023F946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12836" y="3632684"/>
            <a:ext cx="508000" cy="508000"/>
          </a:xfrm>
          <a:prstGeom prst="rect">
            <a:avLst/>
          </a:prstGeom>
        </p:spPr>
      </p:pic>
      <p:sp>
        <p:nvSpPr>
          <p:cNvPr id="8" name="椭圆 7">
            <a:extLst>
              <a:ext uri="{FF2B5EF4-FFF2-40B4-BE49-F238E27FC236}">
                <a16:creationId xmlns:a16="http://schemas.microsoft.com/office/drawing/2014/main" id="{14FE8E24-C940-A848-8074-2DC12C726B42}"/>
              </a:ext>
            </a:extLst>
          </p:cNvPr>
          <p:cNvSpPr/>
          <p:nvPr/>
        </p:nvSpPr>
        <p:spPr>
          <a:xfrm>
            <a:off x="6275110" y="3365668"/>
            <a:ext cx="2232785" cy="2232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pic>
        <p:nvPicPr>
          <p:cNvPr id="9" name="图形 8" descr="靶心">
            <a:extLst>
              <a:ext uri="{FF2B5EF4-FFF2-40B4-BE49-F238E27FC236}">
                <a16:creationId xmlns:a16="http://schemas.microsoft.com/office/drawing/2014/main" id="{11105BB2-2B42-5D4F-98A0-9AA50CC66FB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137502" y="3632684"/>
            <a:ext cx="508000" cy="508000"/>
          </a:xfrm>
          <a:prstGeom prst="rect">
            <a:avLst/>
          </a:prstGeom>
        </p:spPr>
      </p:pic>
      <p:sp>
        <p:nvSpPr>
          <p:cNvPr id="11" name="椭圆 10">
            <a:extLst>
              <a:ext uri="{FF2B5EF4-FFF2-40B4-BE49-F238E27FC236}">
                <a16:creationId xmlns:a16="http://schemas.microsoft.com/office/drawing/2014/main" id="{E00FA5E1-EDCC-4447-B345-99E524C9DEFA}"/>
              </a:ext>
            </a:extLst>
          </p:cNvPr>
          <p:cNvSpPr/>
          <p:nvPr/>
        </p:nvSpPr>
        <p:spPr>
          <a:xfrm>
            <a:off x="8899776" y="3365668"/>
            <a:ext cx="2232785" cy="223278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pic>
        <p:nvPicPr>
          <p:cNvPr id="12" name="图形 11" descr="靶心">
            <a:extLst>
              <a:ext uri="{FF2B5EF4-FFF2-40B4-BE49-F238E27FC236}">
                <a16:creationId xmlns:a16="http://schemas.microsoft.com/office/drawing/2014/main" id="{793373FD-9351-054E-AEE8-0A8467EB27E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762168" y="3632684"/>
            <a:ext cx="508000" cy="508000"/>
          </a:xfrm>
          <a:prstGeom prst="rect">
            <a:avLst/>
          </a:prstGeom>
        </p:spPr>
      </p:pic>
      <p:sp>
        <p:nvSpPr>
          <p:cNvPr id="23" name="矩形 22">
            <a:extLst>
              <a:ext uri="{FF2B5EF4-FFF2-40B4-BE49-F238E27FC236}">
                <a16:creationId xmlns:a16="http://schemas.microsoft.com/office/drawing/2014/main" id="{265D7F71-6A72-CD46-9AED-448D50F91009}"/>
              </a:ext>
            </a:extLst>
          </p:cNvPr>
          <p:cNvSpPr/>
          <p:nvPr/>
        </p:nvSpPr>
        <p:spPr>
          <a:xfrm>
            <a:off x="4521892" y="1576685"/>
            <a:ext cx="3262413" cy="707878"/>
          </a:xfrm>
          <a:prstGeom prst="rect">
            <a:avLst/>
          </a:prstGeom>
        </p:spPr>
        <p:txBody>
          <a:bodyPr wrap="none" lIns="91431" tIns="45716" rIns="91431" bIns="45716">
            <a:spAutoFit/>
          </a:bodyPr>
          <a:lstStyle/>
          <a:p>
            <a:pPr algn="ctr"/>
            <a:r>
              <a:rPr lang="zh-CN" altLang="en-US" sz="4000" dirty="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输入你的标题</a:t>
            </a:r>
            <a:endParaRPr lang="en-US" altLang="zh-CN" sz="4000" dirty="0">
              <a:solidFill>
                <a:schemeClr val="tx1">
                  <a:lumMod val="75000"/>
                  <a:lumOff val="25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p:txBody>
      </p:sp>
      <p:sp>
        <p:nvSpPr>
          <p:cNvPr id="27" name="îṥlïḋé">
            <a:extLst>
              <a:ext uri="{FF2B5EF4-FFF2-40B4-BE49-F238E27FC236}">
                <a16:creationId xmlns:a16="http://schemas.microsoft.com/office/drawing/2014/main" id="{39340196-E1AA-4B49-976A-BF366BB2B662}"/>
              </a:ext>
            </a:extLst>
          </p:cNvPr>
          <p:cNvSpPr/>
          <p:nvPr/>
        </p:nvSpPr>
        <p:spPr bwMode="auto">
          <a:xfrm>
            <a:off x="2186928" y="2342010"/>
            <a:ext cx="7932341" cy="916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30000"/>
              </a:lnSpc>
            </a:pPr>
            <a:r>
              <a:rPr lang="zh-CN" altLang="en-US" sz="1400" dirty="0">
                <a:solidFill>
                  <a:schemeClr val="tx1">
                    <a:lumMod val="75000"/>
                    <a:lumOff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在这里输入你的内容在这里输入你的内容在这里输入你的内容在这里输入你的内容</a:t>
            </a:r>
            <a:endParaRPr lang="en-US" altLang="zh-CN" sz="1400" dirty="0">
              <a:solidFill>
                <a:schemeClr val="tx1">
                  <a:lumMod val="75000"/>
                  <a:lumOff val="25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8" name="îṥlïḋé">
            <a:extLst>
              <a:ext uri="{FF2B5EF4-FFF2-40B4-BE49-F238E27FC236}">
                <a16:creationId xmlns:a16="http://schemas.microsoft.com/office/drawing/2014/main" id="{39340196-E1AA-4B49-976A-BF366BB2B662}"/>
              </a:ext>
            </a:extLst>
          </p:cNvPr>
          <p:cNvSpPr/>
          <p:nvPr/>
        </p:nvSpPr>
        <p:spPr bwMode="auto">
          <a:xfrm>
            <a:off x="1213181" y="4559866"/>
            <a:ext cx="1857979" cy="916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30000"/>
              </a:lnSpc>
            </a:pPr>
            <a:r>
              <a:rPr lang="en-US" altLang="zh-CN" sz="1200" dirty="0">
                <a:solidFill>
                  <a:schemeClr val="bg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Thank you for using the 588ku PPT template. </a:t>
            </a:r>
          </a:p>
        </p:txBody>
      </p:sp>
      <p:sp>
        <p:nvSpPr>
          <p:cNvPr id="29" name="文本框 28"/>
          <p:cNvSpPr txBox="1"/>
          <p:nvPr/>
        </p:nvSpPr>
        <p:spPr>
          <a:xfrm>
            <a:off x="1588172" y="4197659"/>
            <a:ext cx="1107996" cy="369332"/>
          </a:xfrm>
          <a:prstGeom prst="rect">
            <a:avLst/>
          </a:prstGeom>
          <a:noFill/>
        </p:spPr>
        <p:txBody>
          <a:bodyPr wrap="none" rtlCol="0">
            <a:spAutoFit/>
          </a:bodyPr>
          <a:lstStyle/>
          <a:p>
            <a:pPr algn="ctr"/>
            <a:r>
              <a:rPr kumimoji="1" lang="zh-CN" altLang="en-US" dirty="0">
                <a:solidFill>
                  <a:schemeClr val="bg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你的标题</a:t>
            </a:r>
          </a:p>
        </p:txBody>
      </p:sp>
      <p:sp>
        <p:nvSpPr>
          <p:cNvPr id="30" name="îṥlïḋé">
            <a:extLst>
              <a:ext uri="{FF2B5EF4-FFF2-40B4-BE49-F238E27FC236}">
                <a16:creationId xmlns:a16="http://schemas.microsoft.com/office/drawing/2014/main" id="{39340196-E1AA-4B49-976A-BF366BB2B662}"/>
              </a:ext>
            </a:extLst>
          </p:cNvPr>
          <p:cNvSpPr/>
          <p:nvPr/>
        </p:nvSpPr>
        <p:spPr bwMode="auto">
          <a:xfrm>
            <a:off x="3837847" y="4559866"/>
            <a:ext cx="1857979" cy="916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30000"/>
              </a:lnSpc>
            </a:pPr>
            <a:r>
              <a:rPr lang="en-US" altLang="zh-CN" sz="1200" dirty="0">
                <a:solidFill>
                  <a:schemeClr val="bg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Thank you for using the 588ku PPT template. </a:t>
            </a:r>
          </a:p>
        </p:txBody>
      </p:sp>
      <p:sp>
        <p:nvSpPr>
          <p:cNvPr id="31" name="文本框 30"/>
          <p:cNvSpPr txBox="1"/>
          <p:nvPr/>
        </p:nvSpPr>
        <p:spPr>
          <a:xfrm>
            <a:off x="4212838" y="4197659"/>
            <a:ext cx="1107996" cy="369332"/>
          </a:xfrm>
          <a:prstGeom prst="rect">
            <a:avLst/>
          </a:prstGeom>
          <a:noFill/>
        </p:spPr>
        <p:txBody>
          <a:bodyPr wrap="none" rtlCol="0">
            <a:spAutoFit/>
          </a:bodyPr>
          <a:lstStyle/>
          <a:p>
            <a:pPr algn="ctr"/>
            <a:r>
              <a:rPr kumimoji="1" lang="zh-CN" altLang="en-US" dirty="0">
                <a:solidFill>
                  <a:schemeClr val="bg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你的标题</a:t>
            </a:r>
          </a:p>
        </p:txBody>
      </p:sp>
      <p:sp>
        <p:nvSpPr>
          <p:cNvPr id="32" name="îṥlïḋé">
            <a:extLst>
              <a:ext uri="{FF2B5EF4-FFF2-40B4-BE49-F238E27FC236}">
                <a16:creationId xmlns:a16="http://schemas.microsoft.com/office/drawing/2014/main" id="{39340196-E1AA-4B49-976A-BF366BB2B662}"/>
              </a:ext>
            </a:extLst>
          </p:cNvPr>
          <p:cNvSpPr/>
          <p:nvPr/>
        </p:nvSpPr>
        <p:spPr bwMode="auto">
          <a:xfrm>
            <a:off x="6462513" y="4559866"/>
            <a:ext cx="1857979" cy="916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30000"/>
              </a:lnSpc>
            </a:pPr>
            <a:r>
              <a:rPr lang="en-US" altLang="zh-CN" sz="1200" dirty="0">
                <a:solidFill>
                  <a:schemeClr val="bg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Thank you for using the 588ku PPT template. </a:t>
            </a:r>
          </a:p>
        </p:txBody>
      </p:sp>
      <p:sp>
        <p:nvSpPr>
          <p:cNvPr id="33" name="文本框 32"/>
          <p:cNvSpPr txBox="1"/>
          <p:nvPr/>
        </p:nvSpPr>
        <p:spPr>
          <a:xfrm>
            <a:off x="6837504" y="4197659"/>
            <a:ext cx="1107996" cy="369332"/>
          </a:xfrm>
          <a:prstGeom prst="rect">
            <a:avLst/>
          </a:prstGeom>
          <a:noFill/>
        </p:spPr>
        <p:txBody>
          <a:bodyPr wrap="none" rtlCol="0">
            <a:spAutoFit/>
          </a:bodyPr>
          <a:lstStyle/>
          <a:p>
            <a:pPr algn="ctr"/>
            <a:r>
              <a:rPr kumimoji="1" lang="zh-CN" altLang="en-US" dirty="0">
                <a:solidFill>
                  <a:schemeClr val="bg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你的标题</a:t>
            </a:r>
          </a:p>
        </p:txBody>
      </p:sp>
      <p:sp>
        <p:nvSpPr>
          <p:cNvPr id="34" name="îṥlïḋé">
            <a:extLst>
              <a:ext uri="{FF2B5EF4-FFF2-40B4-BE49-F238E27FC236}">
                <a16:creationId xmlns:a16="http://schemas.microsoft.com/office/drawing/2014/main" id="{39340196-E1AA-4B49-976A-BF366BB2B662}"/>
              </a:ext>
            </a:extLst>
          </p:cNvPr>
          <p:cNvSpPr/>
          <p:nvPr/>
        </p:nvSpPr>
        <p:spPr bwMode="auto">
          <a:xfrm>
            <a:off x="9087179" y="4559866"/>
            <a:ext cx="1857979" cy="916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30000"/>
              </a:lnSpc>
            </a:pPr>
            <a:r>
              <a:rPr lang="en-US" altLang="zh-CN" sz="1200" dirty="0">
                <a:solidFill>
                  <a:schemeClr val="bg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Thank you for using the 588ku PPT template. </a:t>
            </a:r>
          </a:p>
        </p:txBody>
      </p:sp>
      <p:sp>
        <p:nvSpPr>
          <p:cNvPr id="35" name="文本框 34"/>
          <p:cNvSpPr txBox="1"/>
          <p:nvPr/>
        </p:nvSpPr>
        <p:spPr>
          <a:xfrm>
            <a:off x="9462170" y="4197659"/>
            <a:ext cx="1107996" cy="369332"/>
          </a:xfrm>
          <a:prstGeom prst="rect">
            <a:avLst/>
          </a:prstGeom>
          <a:noFill/>
        </p:spPr>
        <p:txBody>
          <a:bodyPr wrap="none" rtlCol="0">
            <a:spAutoFit/>
          </a:bodyPr>
          <a:lstStyle/>
          <a:p>
            <a:pPr algn="ctr"/>
            <a:r>
              <a:rPr kumimoji="1" lang="zh-CN" altLang="en-US" dirty="0">
                <a:solidFill>
                  <a:schemeClr val="bg1"/>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rPr>
              <a:t>你的标题</a:t>
            </a:r>
          </a:p>
        </p:txBody>
      </p:sp>
      <p:grpSp>
        <p:nvGrpSpPr>
          <p:cNvPr id="20" name="Group 2_1">
            <a:extLst>
              <a:ext uri="{FF2B5EF4-FFF2-40B4-BE49-F238E27FC236}">
                <a16:creationId xmlns:a16="http://schemas.microsoft.com/office/drawing/2014/main" id="{F0A101FE-0873-4A94-9FEE-83BE8A19FAB0}"/>
              </a:ext>
            </a:extLst>
          </p:cNvPr>
          <p:cNvGrpSpPr/>
          <p:nvPr/>
        </p:nvGrpSpPr>
        <p:grpSpPr>
          <a:xfrm>
            <a:off x="0" y="0"/>
            <a:ext cx="1751115" cy="1097152"/>
            <a:chOff x="0" y="0"/>
            <a:chExt cx="1751115" cy="1097152"/>
          </a:xfrm>
        </p:grpSpPr>
        <p:grpSp>
          <p:nvGrpSpPr>
            <p:cNvPr id="21" name="组合 20">
              <a:extLst>
                <a:ext uri="{FF2B5EF4-FFF2-40B4-BE49-F238E27FC236}">
                  <a16:creationId xmlns:a16="http://schemas.microsoft.com/office/drawing/2014/main" id="{8C2250C9-DD88-45DA-9DD6-51C84DBF4EEA}"/>
                </a:ext>
              </a:extLst>
            </p:cNvPr>
            <p:cNvGrpSpPr/>
            <p:nvPr/>
          </p:nvGrpSpPr>
          <p:grpSpPr>
            <a:xfrm>
              <a:off x="0" y="0"/>
              <a:ext cx="1751115" cy="1097152"/>
              <a:chOff x="-1832690" y="-1312191"/>
              <a:chExt cx="4302458" cy="3292533"/>
            </a:xfrm>
          </p:grpSpPr>
          <p:pic>
            <p:nvPicPr>
              <p:cNvPr id="24" name="PA-图片 2">
                <a:extLst>
                  <a:ext uri="{FF2B5EF4-FFF2-40B4-BE49-F238E27FC236}">
                    <a16:creationId xmlns:a16="http://schemas.microsoft.com/office/drawing/2014/main" id="{4985A95E-3D6A-42FF-8269-93E72BD61D47}"/>
                  </a:ext>
                </a:extLst>
              </p:cNvPr>
              <p:cNvPicPr>
                <a:picLocks noChangeAspect="1"/>
              </p:cNvPicPr>
              <p:nvPr>
                <p:custDataLst>
                  <p:tags r:id="rId2"/>
                </p:custDataLst>
              </p:nvPr>
            </p:nvPicPr>
            <p:blipFill rotWithShape="1">
              <a:blip r:embed="rId8" cstate="print">
                <a:extLst>
                  <a:ext uri="{28A0092B-C50C-407E-A947-70E740481C1C}">
                    <a14:useLocalDpi xmlns:a14="http://schemas.microsoft.com/office/drawing/2010/main" val="0"/>
                  </a:ext>
                </a:extLst>
              </a:blip>
              <a:srcRect l="15664" t="61151"/>
              <a:stretch/>
            </p:blipFill>
            <p:spPr>
              <a:xfrm>
                <a:off x="-1832690" y="-1312191"/>
                <a:ext cx="4302458" cy="2664265"/>
              </a:xfrm>
              <a:prstGeom prst="rect">
                <a:avLst/>
              </a:prstGeom>
            </p:spPr>
          </p:pic>
          <p:pic>
            <p:nvPicPr>
              <p:cNvPr id="25" name="PA-图片 7">
                <a:extLst>
                  <a:ext uri="{FF2B5EF4-FFF2-40B4-BE49-F238E27FC236}">
                    <a16:creationId xmlns:a16="http://schemas.microsoft.com/office/drawing/2014/main" id="{25F927A5-0EC3-413A-95B9-8742B0B910DB}"/>
                  </a:ext>
                </a:extLst>
              </p:cNvPr>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975373" y="1127025"/>
                <a:ext cx="775743" cy="853317"/>
              </a:xfrm>
              <a:prstGeom prst="rect">
                <a:avLst/>
              </a:prstGeom>
            </p:spPr>
          </p:pic>
        </p:grpSp>
        <p:sp>
          <p:nvSpPr>
            <p:cNvPr id="22" name="PA-矩形8435759">
              <a:extLst>
                <a:ext uri="{FF2B5EF4-FFF2-40B4-BE49-F238E27FC236}">
                  <a16:creationId xmlns:a16="http://schemas.microsoft.com/office/drawing/2014/main" id="{E2B043DA-D76B-4BF5-AA48-440B8C933C59}"/>
                </a:ext>
              </a:extLst>
            </p:cNvPr>
            <p:cNvSpPr/>
            <p:nvPr>
              <p:custDataLst>
                <p:tags r:id="rId1"/>
              </p:custDataLst>
            </p:nvPr>
          </p:nvSpPr>
          <p:spPr>
            <a:xfrm>
              <a:off x="60033" y="136009"/>
              <a:ext cx="1398588" cy="400110"/>
            </a:xfrm>
            <a:prstGeom prst="rect">
              <a:avLst/>
            </a:prstGeom>
          </p:spPr>
          <p:txBody>
            <a:bodyPr wrap="none">
              <a:spAutoFit/>
            </a:bodyPr>
            <a:lstStyle/>
            <a:p>
              <a:r>
                <a:rPr lang="en-US" altLang="zh-CN" sz="2000" dirty="0">
                  <a:latin typeface="思源黑体 CN Medium" panose="020B0600000000000000" pitchFamily="34" charset="-122"/>
                  <a:ea typeface="思源黑体 CN Medium" panose="020B0600000000000000" pitchFamily="34" charset="-122"/>
                  <a:sym typeface="思源黑体" panose="020B0400000000000000" pitchFamily="34" charset="-122"/>
                </a:rPr>
                <a:t>Enter title</a:t>
              </a:r>
              <a:endParaRPr lang="zh-CN" altLang="en-US" sz="2000" dirty="0">
                <a:latin typeface="思源黑体 CN Medium" panose="020B0600000000000000" pitchFamily="34" charset="-122"/>
                <a:ea typeface="思源黑体 CN Medium" panose="020B0600000000000000" pitchFamily="34" charset="-122"/>
              </a:endParaRPr>
            </a:p>
          </p:txBody>
        </p:sp>
      </p:grpSp>
    </p:spTree>
    <p:extLst>
      <p:ext uri="{BB962C8B-B14F-4D97-AF65-F5344CB8AC3E}">
        <p14:creationId xmlns:p14="http://schemas.microsoft.com/office/powerpoint/2010/main" val="2946625743"/>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1000"/>
                                        <p:tgtEl>
                                          <p:spTgt spid="27"/>
                                        </p:tgtEl>
                                      </p:cBhvr>
                                    </p:animEffect>
                                    <p:anim calcmode="lin" valueType="num">
                                      <p:cBhvr>
                                        <p:cTn id="13" dur="1000" fill="hold"/>
                                        <p:tgtEl>
                                          <p:spTgt spid="27"/>
                                        </p:tgtEl>
                                        <p:attrNameLst>
                                          <p:attrName>ppt_x</p:attrName>
                                        </p:attrNameLst>
                                      </p:cBhvr>
                                      <p:tavLst>
                                        <p:tav tm="0">
                                          <p:val>
                                            <p:strVal val="#ppt_x"/>
                                          </p:val>
                                        </p:tav>
                                        <p:tav tm="100000">
                                          <p:val>
                                            <p:strVal val="#ppt_x"/>
                                          </p:val>
                                        </p:tav>
                                      </p:tavLst>
                                    </p:anim>
                                    <p:anim calcmode="lin" valueType="num">
                                      <p:cBhvr>
                                        <p:cTn id="14"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par>
                                <p:cTn id="20" presetID="10" presetClass="entr" presetSubtype="0" fill="hold"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ntr" presetSubtype="0" fill="hold"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par>
                                <p:cTn id="32" presetID="10" presetClass="entr" presetSubtype="0" fill="hold"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par>
                                <p:cTn id="38" presetID="10" presetClass="entr" presetSubtype="0" fill="hold"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500"/>
                                        <p:tgtEl>
                                          <p:spTgt spid="2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500"/>
                                        <p:tgtEl>
                                          <p:spTgt spid="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500"/>
                                        <p:tgtEl>
                                          <p:spTgt spid="3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500"/>
                                        <p:tgtEl>
                                          <p:spTgt spid="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500"/>
                                        <p:tgtEl>
                                          <p:spTgt spid="3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500"/>
                                        <p:tgtEl>
                                          <p:spTgt spid="3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8" grpId="0" animBg="1"/>
      <p:bldP spid="11" grpId="0" animBg="1"/>
      <p:bldP spid="23" grpId="0"/>
      <p:bldP spid="27" grpId="0"/>
      <p:bldP spid="28" grpId="0"/>
      <p:bldP spid="29" grpId="0"/>
      <p:bldP spid="30" grpId="0"/>
      <p:bldP spid="31" grpId="0"/>
      <p:bldP spid="32" grpId="0"/>
      <p:bldP spid="33" grpId="0"/>
      <p:bldP spid="34" grpId="0"/>
      <p:bldP spid="3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0DB4945-C7E0-4D17-B5F4-C3F4FE796D9C}"/>
              </a:ext>
            </a:extLst>
          </p:cNvPr>
          <p:cNvGrpSpPr/>
          <p:nvPr/>
        </p:nvGrpSpPr>
        <p:grpSpPr>
          <a:xfrm>
            <a:off x="6096000" y="2602460"/>
            <a:ext cx="5273040" cy="3509198"/>
            <a:chOff x="2840038" y="1509713"/>
            <a:chExt cx="6340475" cy="4219575"/>
          </a:xfrm>
        </p:grpSpPr>
        <p:sp>
          <p:nvSpPr>
            <p:cNvPr id="3" name="Oval 2">
              <a:extLst>
                <a:ext uri="{FF2B5EF4-FFF2-40B4-BE49-F238E27FC236}">
                  <a16:creationId xmlns:a16="http://schemas.microsoft.com/office/drawing/2014/main" id="{AA49D423-E944-4F41-8DA9-5B05C46373E7}"/>
                </a:ext>
              </a:extLst>
            </p:cNvPr>
            <p:cNvSpPr>
              <a:spLocks noChangeArrowheads="1"/>
            </p:cNvSpPr>
            <p:nvPr/>
          </p:nvSpPr>
          <p:spPr bwMode="auto">
            <a:xfrm>
              <a:off x="3314701" y="5348288"/>
              <a:ext cx="3384550" cy="325438"/>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 name="Oval 3">
              <a:extLst>
                <a:ext uri="{FF2B5EF4-FFF2-40B4-BE49-F238E27FC236}">
                  <a16:creationId xmlns:a16="http://schemas.microsoft.com/office/drawing/2014/main" id="{02DC6264-36AA-4925-A706-47E4BA9D8436}"/>
                </a:ext>
              </a:extLst>
            </p:cNvPr>
            <p:cNvSpPr>
              <a:spLocks noChangeArrowheads="1"/>
            </p:cNvSpPr>
            <p:nvPr/>
          </p:nvSpPr>
          <p:spPr bwMode="auto">
            <a:xfrm>
              <a:off x="7404101" y="5314950"/>
              <a:ext cx="1703388" cy="257175"/>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 name="Freeform 9">
              <a:extLst>
                <a:ext uri="{FF2B5EF4-FFF2-40B4-BE49-F238E27FC236}">
                  <a16:creationId xmlns:a16="http://schemas.microsoft.com/office/drawing/2014/main" id="{3F555EF7-B5AD-42B9-BAD6-7EB0D31F1AB4}"/>
                </a:ext>
              </a:extLst>
            </p:cNvPr>
            <p:cNvSpPr>
              <a:spLocks/>
            </p:cNvSpPr>
            <p:nvPr/>
          </p:nvSpPr>
          <p:spPr bwMode="auto">
            <a:xfrm>
              <a:off x="8807451" y="3762375"/>
              <a:ext cx="214313" cy="211138"/>
            </a:xfrm>
            <a:custGeom>
              <a:avLst/>
              <a:gdLst>
                <a:gd name="T0" fmla="*/ 4 w 100"/>
                <a:gd name="T1" fmla="*/ 37 h 99"/>
                <a:gd name="T2" fmla="*/ 28 w 100"/>
                <a:gd name="T3" fmla="*/ 2 h 99"/>
                <a:gd name="T4" fmla="*/ 44 w 100"/>
                <a:gd name="T5" fmla="*/ 22 h 99"/>
                <a:gd name="T6" fmla="*/ 64 w 100"/>
                <a:gd name="T7" fmla="*/ 9 h 99"/>
                <a:gd name="T8" fmla="*/ 71 w 100"/>
                <a:gd name="T9" fmla="*/ 37 h 99"/>
                <a:gd name="T10" fmla="*/ 91 w 100"/>
                <a:gd name="T11" fmla="*/ 42 h 99"/>
                <a:gd name="T12" fmla="*/ 44 w 100"/>
                <a:gd name="T13" fmla="*/ 95 h 99"/>
                <a:gd name="T14" fmla="*/ 4 w 100"/>
                <a:gd name="T15" fmla="*/ 37 h 9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0" h="99">
                  <a:moveTo>
                    <a:pt x="4" y="37"/>
                  </a:moveTo>
                  <a:cubicBezTo>
                    <a:pt x="4" y="37"/>
                    <a:pt x="14" y="0"/>
                    <a:pt x="28" y="2"/>
                  </a:cubicBezTo>
                  <a:cubicBezTo>
                    <a:pt x="41" y="4"/>
                    <a:pt x="44" y="22"/>
                    <a:pt x="44" y="22"/>
                  </a:cubicBezTo>
                  <a:cubicBezTo>
                    <a:pt x="44" y="22"/>
                    <a:pt x="51" y="7"/>
                    <a:pt x="64" y="9"/>
                  </a:cubicBezTo>
                  <a:cubicBezTo>
                    <a:pt x="78" y="10"/>
                    <a:pt x="71" y="37"/>
                    <a:pt x="71" y="37"/>
                  </a:cubicBezTo>
                  <a:cubicBezTo>
                    <a:pt x="71" y="37"/>
                    <a:pt x="81" y="25"/>
                    <a:pt x="91" y="42"/>
                  </a:cubicBezTo>
                  <a:cubicBezTo>
                    <a:pt x="100" y="59"/>
                    <a:pt x="64" y="99"/>
                    <a:pt x="44" y="95"/>
                  </a:cubicBezTo>
                  <a:cubicBezTo>
                    <a:pt x="23" y="92"/>
                    <a:pt x="0" y="65"/>
                    <a:pt x="4" y="37"/>
                  </a:cubicBezTo>
                  <a:close/>
                </a:path>
              </a:pathLst>
            </a:custGeom>
            <a:solidFill>
              <a:srgbClr val="FFDCB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Freeform 10">
              <a:extLst>
                <a:ext uri="{FF2B5EF4-FFF2-40B4-BE49-F238E27FC236}">
                  <a16:creationId xmlns:a16="http://schemas.microsoft.com/office/drawing/2014/main" id="{DC1A37E3-0186-4693-BE90-723C8C65E910}"/>
                </a:ext>
              </a:extLst>
            </p:cNvPr>
            <p:cNvSpPr>
              <a:spLocks/>
            </p:cNvSpPr>
            <p:nvPr/>
          </p:nvSpPr>
          <p:spPr bwMode="auto">
            <a:xfrm>
              <a:off x="8815388" y="3841750"/>
              <a:ext cx="153988" cy="87313"/>
            </a:xfrm>
            <a:custGeom>
              <a:avLst/>
              <a:gdLst>
                <a:gd name="T0" fmla="*/ 0 w 72"/>
                <a:gd name="T1" fmla="*/ 0 h 41"/>
                <a:gd name="T2" fmla="*/ 25 w 72"/>
                <a:gd name="T3" fmla="*/ 12 h 41"/>
                <a:gd name="T4" fmla="*/ 52 w 72"/>
                <a:gd name="T5" fmla="*/ 22 h 41"/>
                <a:gd name="T6" fmla="*/ 72 w 72"/>
                <a:gd name="T7" fmla="*/ 36 h 41"/>
                <a:gd name="T8" fmla="*/ 50 w 72"/>
                <a:gd name="T9" fmla="*/ 29 h 41"/>
                <a:gd name="T10" fmla="*/ 25 w 72"/>
                <a:gd name="T11" fmla="*/ 18 h 41"/>
                <a:gd name="T12" fmla="*/ 0 w 72"/>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72" h="41">
                  <a:moveTo>
                    <a:pt x="0" y="0"/>
                  </a:moveTo>
                  <a:cubicBezTo>
                    <a:pt x="0" y="0"/>
                    <a:pt x="12" y="20"/>
                    <a:pt x="25" y="12"/>
                  </a:cubicBezTo>
                  <a:cubicBezTo>
                    <a:pt x="25" y="12"/>
                    <a:pt x="35" y="36"/>
                    <a:pt x="52" y="22"/>
                  </a:cubicBezTo>
                  <a:cubicBezTo>
                    <a:pt x="52" y="22"/>
                    <a:pt x="56" y="38"/>
                    <a:pt x="72" y="36"/>
                  </a:cubicBezTo>
                  <a:cubicBezTo>
                    <a:pt x="72" y="36"/>
                    <a:pt x="60" y="41"/>
                    <a:pt x="50" y="29"/>
                  </a:cubicBezTo>
                  <a:cubicBezTo>
                    <a:pt x="50" y="29"/>
                    <a:pt x="33" y="34"/>
                    <a:pt x="25" y="18"/>
                  </a:cubicBezTo>
                  <a:cubicBezTo>
                    <a:pt x="25" y="18"/>
                    <a:pt x="10" y="21"/>
                    <a:pt x="0" y="0"/>
                  </a:cubicBezTo>
                  <a:close/>
                </a:path>
              </a:pathLst>
            </a:custGeom>
            <a:solidFill>
              <a:srgbClr val="CB8F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Freeform 11">
              <a:extLst>
                <a:ext uri="{FF2B5EF4-FFF2-40B4-BE49-F238E27FC236}">
                  <a16:creationId xmlns:a16="http://schemas.microsoft.com/office/drawing/2014/main" id="{C8BE1AE1-601C-4BEA-9679-A6B77E02096F}"/>
                </a:ext>
              </a:extLst>
            </p:cNvPr>
            <p:cNvSpPr>
              <a:spLocks/>
            </p:cNvSpPr>
            <p:nvPr/>
          </p:nvSpPr>
          <p:spPr bwMode="auto">
            <a:xfrm>
              <a:off x="8772526" y="3824288"/>
              <a:ext cx="136525" cy="158750"/>
            </a:xfrm>
            <a:custGeom>
              <a:avLst/>
              <a:gdLst>
                <a:gd name="T0" fmla="*/ 25 w 64"/>
                <a:gd name="T1" fmla="*/ 51 h 74"/>
                <a:gd name="T2" fmla="*/ 3 w 64"/>
                <a:gd name="T3" fmla="*/ 30 h 74"/>
                <a:gd name="T4" fmla="*/ 14 w 64"/>
                <a:gd name="T5" fmla="*/ 4 h 74"/>
                <a:gd name="T6" fmla="*/ 56 w 64"/>
                <a:gd name="T7" fmla="*/ 20 h 74"/>
                <a:gd name="T8" fmla="*/ 30 w 64"/>
                <a:gd name="T9" fmla="*/ 33 h 74"/>
                <a:gd name="T10" fmla="*/ 47 w 64"/>
                <a:gd name="T11" fmla="*/ 56 h 74"/>
                <a:gd name="T12" fmla="*/ 25 w 64"/>
                <a:gd name="T13" fmla="*/ 51 h 74"/>
              </a:gdLst>
              <a:ahLst/>
              <a:cxnLst>
                <a:cxn ang="0">
                  <a:pos x="T0" y="T1"/>
                </a:cxn>
                <a:cxn ang="0">
                  <a:pos x="T2" y="T3"/>
                </a:cxn>
                <a:cxn ang="0">
                  <a:pos x="T4" y="T5"/>
                </a:cxn>
                <a:cxn ang="0">
                  <a:pos x="T6" y="T7"/>
                </a:cxn>
                <a:cxn ang="0">
                  <a:pos x="T8" y="T9"/>
                </a:cxn>
                <a:cxn ang="0">
                  <a:pos x="T10" y="T11"/>
                </a:cxn>
                <a:cxn ang="0">
                  <a:pos x="T12" y="T13"/>
                </a:cxn>
              </a:cxnLst>
              <a:rect l="0" t="0" r="r" b="b"/>
              <a:pathLst>
                <a:path w="64" h="74">
                  <a:moveTo>
                    <a:pt x="25" y="51"/>
                  </a:moveTo>
                  <a:cubicBezTo>
                    <a:pt x="25" y="51"/>
                    <a:pt x="6" y="40"/>
                    <a:pt x="3" y="30"/>
                  </a:cubicBezTo>
                  <a:cubicBezTo>
                    <a:pt x="0" y="19"/>
                    <a:pt x="6" y="7"/>
                    <a:pt x="14" y="4"/>
                  </a:cubicBezTo>
                  <a:cubicBezTo>
                    <a:pt x="22" y="0"/>
                    <a:pt x="49" y="18"/>
                    <a:pt x="56" y="20"/>
                  </a:cubicBezTo>
                  <a:cubicBezTo>
                    <a:pt x="64" y="22"/>
                    <a:pt x="62" y="43"/>
                    <a:pt x="30" y="33"/>
                  </a:cubicBezTo>
                  <a:cubicBezTo>
                    <a:pt x="30" y="33"/>
                    <a:pt x="55" y="38"/>
                    <a:pt x="47" y="56"/>
                  </a:cubicBezTo>
                  <a:cubicBezTo>
                    <a:pt x="38" y="74"/>
                    <a:pt x="25" y="51"/>
                    <a:pt x="25" y="51"/>
                  </a:cubicBezTo>
                  <a:close/>
                </a:path>
              </a:pathLst>
            </a:custGeom>
            <a:solidFill>
              <a:srgbClr val="FFDCB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Freeform 12">
              <a:extLst>
                <a:ext uri="{FF2B5EF4-FFF2-40B4-BE49-F238E27FC236}">
                  <a16:creationId xmlns:a16="http://schemas.microsoft.com/office/drawing/2014/main" id="{64980310-160F-41CA-A05F-29A61EEC8566}"/>
                </a:ext>
              </a:extLst>
            </p:cNvPr>
            <p:cNvSpPr>
              <a:spLocks/>
            </p:cNvSpPr>
            <p:nvPr/>
          </p:nvSpPr>
          <p:spPr bwMode="auto">
            <a:xfrm>
              <a:off x="8829676" y="3841750"/>
              <a:ext cx="90488" cy="92075"/>
            </a:xfrm>
            <a:custGeom>
              <a:avLst/>
              <a:gdLst>
                <a:gd name="T0" fmla="*/ 4 w 42"/>
                <a:gd name="T1" fmla="*/ 0 h 43"/>
                <a:gd name="T2" fmla="*/ 33 w 42"/>
                <a:gd name="T3" fmla="*/ 14 h 43"/>
                <a:gd name="T4" fmla="*/ 11 w 42"/>
                <a:gd name="T5" fmla="*/ 27 h 43"/>
                <a:gd name="T6" fmla="*/ 21 w 42"/>
                <a:gd name="T7" fmla="*/ 43 h 43"/>
                <a:gd name="T8" fmla="*/ 0 w 42"/>
                <a:gd name="T9" fmla="*/ 25 h 43"/>
                <a:gd name="T10" fmla="*/ 30 w 42"/>
                <a:gd name="T11" fmla="*/ 18 h 43"/>
                <a:gd name="T12" fmla="*/ 4 w 42"/>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42" h="43">
                  <a:moveTo>
                    <a:pt x="4" y="0"/>
                  </a:moveTo>
                  <a:cubicBezTo>
                    <a:pt x="4" y="0"/>
                    <a:pt x="28" y="10"/>
                    <a:pt x="33" y="14"/>
                  </a:cubicBezTo>
                  <a:cubicBezTo>
                    <a:pt x="42" y="22"/>
                    <a:pt x="32" y="30"/>
                    <a:pt x="11" y="27"/>
                  </a:cubicBezTo>
                  <a:cubicBezTo>
                    <a:pt x="11" y="27"/>
                    <a:pt x="29" y="35"/>
                    <a:pt x="21" y="43"/>
                  </a:cubicBezTo>
                  <a:cubicBezTo>
                    <a:pt x="21" y="43"/>
                    <a:pt x="25" y="33"/>
                    <a:pt x="0" y="25"/>
                  </a:cubicBezTo>
                  <a:cubicBezTo>
                    <a:pt x="0" y="25"/>
                    <a:pt x="35" y="27"/>
                    <a:pt x="30" y="18"/>
                  </a:cubicBezTo>
                  <a:cubicBezTo>
                    <a:pt x="25" y="9"/>
                    <a:pt x="4" y="0"/>
                    <a:pt x="4" y="0"/>
                  </a:cubicBezTo>
                  <a:close/>
                </a:path>
              </a:pathLst>
            </a:custGeom>
            <a:solidFill>
              <a:srgbClr val="CB8F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Freeform 13">
              <a:extLst>
                <a:ext uri="{FF2B5EF4-FFF2-40B4-BE49-F238E27FC236}">
                  <a16:creationId xmlns:a16="http://schemas.microsoft.com/office/drawing/2014/main" id="{EE9CF22F-8CEA-448A-9AF5-F3F11A33F0FA}"/>
                </a:ext>
              </a:extLst>
            </p:cNvPr>
            <p:cNvSpPr>
              <a:spLocks/>
            </p:cNvSpPr>
            <p:nvPr/>
          </p:nvSpPr>
          <p:spPr bwMode="auto">
            <a:xfrm>
              <a:off x="8280401" y="3917950"/>
              <a:ext cx="631825" cy="323850"/>
            </a:xfrm>
            <a:custGeom>
              <a:avLst/>
              <a:gdLst>
                <a:gd name="T0" fmla="*/ 16 w 294"/>
                <a:gd name="T1" fmla="*/ 48 h 151"/>
                <a:gd name="T2" fmla="*/ 161 w 294"/>
                <a:gd name="T3" fmla="*/ 106 h 151"/>
                <a:gd name="T4" fmla="*/ 254 w 294"/>
                <a:gd name="T5" fmla="*/ 7 h 151"/>
                <a:gd name="T6" fmla="*/ 294 w 294"/>
                <a:gd name="T7" fmla="*/ 21 h 151"/>
                <a:gd name="T8" fmla="*/ 165 w 294"/>
                <a:gd name="T9" fmla="*/ 137 h 151"/>
                <a:gd name="T10" fmla="*/ 10 w 294"/>
                <a:gd name="T11" fmla="*/ 71 h 151"/>
                <a:gd name="T12" fmla="*/ 16 w 294"/>
                <a:gd name="T13" fmla="*/ 48 h 151"/>
              </a:gdLst>
              <a:ahLst/>
              <a:cxnLst>
                <a:cxn ang="0">
                  <a:pos x="T0" y="T1"/>
                </a:cxn>
                <a:cxn ang="0">
                  <a:pos x="T2" y="T3"/>
                </a:cxn>
                <a:cxn ang="0">
                  <a:pos x="T4" y="T5"/>
                </a:cxn>
                <a:cxn ang="0">
                  <a:pos x="T6" y="T7"/>
                </a:cxn>
                <a:cxn ang="0">
                  <a:pos x="T8" y="T9"/>
                </a:cxn>
                <a:cxn ang="0">
                  <a:pos x="T10" y="T11"/>
                </a:cxn>
                <a:cxn ang="0">
                  <a:pos x="T12" y="T13"/>
                </a:cxn>
              </a:cxnLst>
              <a:rect l="0" t="0" r="r" b="b"/>
              <a:pathLst>
                <a:path w="294" h="151">
                  <a:moveTo>
                    <a:pt x="16" y="48"/>
                  </a:moveTo>
                  <a:cubicBezTo>
                    <a:pt x="16" y="48"/>
                    <a:pt x="91" y="122"/>
                    <a:pt x="161" y="106"/>
                  </a:cubicBezTo>
                  <a:cubicBezTo>
                    <a:pt x="230" y="89"/>
                    <a:pt x="254" y="7"/>
                    <a:pt x="254" y="7"/>
                  </a:cubicBezTo>
                  <a:cubicBezTo>
                    <a:pt x="254" y="7"/>
                    <a:pt x="274" y="0"/>
                    <a:pt x="294" y="21"/>
                  </a:cubicBezTo>
                  <a:cubicBezTo>
                    <a:pt x="294" y="21"/>
                    <a:pt x="273" y="122"/>
                    <a:pt x="165" y="137"/>
                  </a:cubicBezTo>
                  <a:cubicBezTo>
                    <a:pt x="57" y="151"/>
                    <a:pt x="20" y="73"/>
                    <a:pt x="10" y="71"/>
                  </a:cubicBezTo>
                  <a:cubicBezTo>
                    <a:pt x="0" y="69"/>
                    <a:pt x="16" y="48"/>
                    <a:pt x="16" y="48"/>
                  </a:cubicBezTo>
                  <a:close/>
                </a:path>
              </a:pathLst>
            </a:custGeom>
            <a:solidFill>
              <a:srgbClr val="464B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 name="Freeform 14">
              <a:extLst>
                <a:ext uri="{FF2B5EF4-FFF2-40B4-BE49-F238E27FC236}">
                  <a16:creationId xmlns:a16="http://schemas.microsoft.com/office/drawing/2014/main" id="{A09E882B-DA2F-4221-8DA0-34D7686F2B65}"/>
                </a:ext>
              </a:extLst>
            </p:cNvPr>
            <p:cNvSpPr>
              <a:spLocks/>
            </p:cNvSpPr>
            <p:nvPr/>
          </p:nvSpPr>
          <p:spPr bwMode="auto">
            <a:xfrm>
              <a:off x="8872538" y="4583113"/>
              <a:ext cx="307975" cy="266700"/>
            </a:xfrm>
            <a:custGeom>
              <a:avLst/>
              <a:gdLst>
                <a:gd name="T0" fmla="*/ 47 w 143"/>
                <a:gd name="T1" fmla="*/ 60 h 125"/>
                <a:gd name="T2" fmla="*/ 83 w 143"/>
                <a:gd name="T3" fmla="*/ 44 h 125"/>
                <a:gd name="T4" fmla="*/ 106 w 143"/>
                <a:gd name="T5" fmla="*/ 2 h 125"/>
                <a:gd name="T6" fmla="*/ 143 w 143"/>
                <a:gd name="T7" fmla="*/ 8 h 125"/>
                <a:gd name="T8" fmla="*/ 95 w 143"/>
                <a:gd name="T9" fmla="*/ 89 h 125"/>
                <a:gd name="T10" fmla="*/ 76 w 143"/>
                <a:gd name="T11" fmla="*/ 89 h 125"/>
                <a:gd name="T12" fmla="*/ 74 w 143"/>
                <a:gd name="T13" fmla="*/ 104 h 125"/>
                <a:gd name="T14" fmla="*/ 18 w 143"/>
                <a:gd name="T15" fmla="*/ 119 h 125"/>
                <a:gd name="T16" fmla="*/ 5 w 143"/>
                <a:gd name="T17" fmla="*/ 61 h 125"/>
                <a:gd name="T18" fmla="*/ 47 w 143"/>
                <a:gd name="T19" fmla="*/ 6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3" h="125">
                  <a:moveTo>
                    <a:pt x="47" y="60"/>
                  </a:moveTo>
                  <a:cubicBezTo>
                    <a:pt x="47" y="60"/>
                    <a:pt x="72" y="51"/>
                    <a:pt x="83" y="44"/>
                  </a:cubicBezTo>
                  <a:cubicBezTo>
                    <a:pt x="93" y="36"/>
                    <a:pt x="106" y="2"/>
                    <a:pt x="106" y="2"/>
                  </a:cubicBezTo>
                  <a:cubicBezTo>
                    <a:pt x="106" y="2"/>
                    <a:pt x="131" y="0"/>
                    <a:pt x="143" y="8"/>
                  </a:cubicBezTo>
                  <a:cubicBezTo>
                    <a:pt x="143" y="8"/>
                    <a:pt x="128" y="77"/>
                    <a:pt x="95" y="89"/>
                  </a:cubicBezTo>
                  <a:cubicBezTo>
                    <a:pt x="76" y="89"/>
                    <a:pt x="76" y="89"/>
                    <a:pt x="76" y="89"/>
                  </a:cubicBezTo>
                  <a:cubicBezTo>
                    <a:pt x="74" y="104"/>
                    <a:pt x="74" y="104"/>
                    <a:pt x="74" y="104"/>
                  </a:cubicBezTo>
                  <a:cubicBezTo>
                    <a:pt x="74" y="104"/>
                    <a:pt x="35" y="125"/>
                    <a:pt x="18" y="119"/>
                  </a:cubicBezTo>
                  <a:cubicBezTo>
                    <a:pt x="0" y="113"/>
                    <a:pt x="5" y="61"/>
                    <a:pt x="5" y="61"/>
                  </a:cubicBezTo>
                  <a:lnTo>
                    <a:pt x="47" y="60"/>
                  </a:lnTo>
                  <a:close/>
                </a:path>
              </a:pathLst>
            </a:custGeom>
            <a:solidFill>
              <a:srgbClr val="281D1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 name="Freeform 15">
              <a:extLst>
                <a:ext uri="{FF2B5EF4-FFF2-40B4-BE49-F238E27FC236}">
                  <a16:creationId xmlns:a16="http://schemas.microsoft.com/office/drawing/2014/main" id="{9FFD3C4E-D112-4C72-8405-C93AF801AA6E}"/>
                </a:ext>
              </a:extLst>
            </p:cNvPr>
            <p:cNvSpPr>
              <a:spLocks/>
            </p:cNvSpPr>
            <p:nvPr/>
          </p:nvSpPr>
          <p:spPr bwMode="auto">
            <a:xfrm>
              <a:off x="8251826" y="4246563"/>
              <a:ext cx="752475" cy="509588"/>
            </a:xfrm>
            <a:custGeom>
              <a:avLst/>
              <a:gdLst>
                <a:gd name="T0" fmla="*/ 37 w 351"/>
                <a:gd name="T1" fmla="*/ 118 h 238"/>
                <a:gd name="T2" fmla="*/ 262 w 351"/>
                <a:gd name="T3" fmla="*/ 13 h 238"/>
                <a:gd name="T4" fmla="*/ 341 w 351"/>
                <a:gd name="T5" fmla="*/ 194 h 238"/>
                <a:gd name="T6" fmla="*/ 344 w 351"/>
                <a:gd name="T7" fmla="*/ 212 h 238"/>
                <a:gd name="T8" fmla="*/ 288 w 351"/>
                <a:gd name="T9" fmla="*/ 225 h 238"/>
                <a:gd name="T10" fmla="*/ 264 w 351"/>
                <a:gd name="T11" fmla="*/ 61 h 238"/>
                <a:gd name="T12" fmla="*/ 30 w 351"/>
                <a:gd name="T13" fmla="*/ 176 h 238"/>
                <a:gd name="T14" fmla="*/ 37 w 351"/>
                <a:gd name="T15" fmla="*/ 118 h 2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1" h="238">
                  <a:moveTo>
                    <a:pt x="37" y="118"/>
                  </a:moveTo>
                  <a:cubicBezTo>
                    <a:pt x="37" y="118"/>
                    <a:pt x="179" y="26"/>
                    <a:pt x="262" y="13"/>
                  </a:cubicBezTo>
                  <a:cubicBezTo>
                    <a:pt x="344" y="0"/>
                    <a:pt x="351" y="138"/>
                    <a:pt x="341" y="194"/>
                  </a:cubicBezTo>
                  <a:cubicBezTo>
                    <a:pt x="344" y="212"/>
                    <a:pt x="344" y="212"/>
                    <a:pt x="344" y="212"/>
                  </a:cubicBezTo>
                  <a:cubicBezTo>
                    <a:pt x="344" y="212"/>
                    <a:pt x="305" y="238"/>
                    <a:pt x="288" y="225"/>
                  </a:cubicBezTo>
                  <a:cubicBezTo>
                    <a:pt x="288" y="225"/>
                    <a:pt x="325" y="83"/>
                    <a:pt x="264" y="61"/>
                  </a:cubicBezTo>
                  <a:cubicBezTo>
                    <a:pt x="202" y="39"/>
                    <a:pt x="59" y="159"/>
                    <a:pt x="30" y="176"/>
                  </a:cubicBezTo>
                  <a:cubicBezTo>
                    <a:pt x="0" y="193"/>
                    <a:pt x="34" y="130"/>
                    <a:pt x="37" y="118"/>
                  </a:cubicBezTo>
                  <a:close/>
                </a:path>
              </a:pathLst>
            </a:custGeom>
            <a:solidFill>
              <a:srgbClr val="464B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Freeform 16">
              <a:extLst>
                <a:ext uri="{FF2B5EF4-FFF2-40B4-BE49-F238E27FC236}">
                  <a16:creationId xmlns:a16="http://schemas.microsoft.com/office/drawing/2014/main" id="{417016CD-3139-46D1-B48F-628E8803D2BA}"/>
                </a:ext>
              </a:extLst>
            </p:cNvPr>
            <p:cNvSpPr>
              <a:spLocks/>
            </p:cNvSpPr>
            <p:nvPr/>
          </p:nvSpPr>
          <p:spPr bwMode="auto">
            <a:xfrm>
              <a:off x="7234238" y="4302125"/>
              <a:ext cx="365125" cy="212725"/>
            </a:xfrm>
            <a:custGeom>
              <a:avLst/>
              <a:gdLst>
                <a:gd name="T0" fmla="*/ 102 w 170"/>
                <a:gd name="T1" fmla="*/ 70 h 99"/>
                <a:gd name="T2" fmla="*/ 64 w 170"/>
                <a:gd name="T3" fmla="*/ 47 h 99"/>
                <a:gd name="T4" fmla="*/ 10 w 170"/>
                <a:gd name="T5" fmla="*/ 54 h 99"/>
                <a:gd name="T6" fmla="*/ 1 w 170"/>
                <a:gd name="T7" fmla="*/ 35 h 99"/>
                <a:gd name="T8" fmla="*/ 117 w 170"/>
                <a:gd name="T9" fmla="*/ 29 h 99"/>
                <a:gd name="T10" fmla="*/ 122 w 170"/>
                <a:gd name="T11" fmla="*/ 35 h 99"/>
                <a:gd name="T12" fmla="*/ 139 w 170"/>
                <a:gd name="T13" fmla="*/ 35 h 99"/>
                <a:gd name="T14" fmla="*/ 170 w 170"/>
                <a:gd name="T15" fmla="*/ 52 h 99"/>
                <a:gd name="T16" fmla="*/ 145 w 170"/>
                <a:gd name="T17" fmla="*/ 95 h 99"/>
                <a:gd name="T18" fmla="*/ 102 w 170"/>
                <a:gd name="T19" fmla="*/ 7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99">
                  <a:moveTo>
                    <a:pt x="102" y="70"/>
                  </a:moveTo>
                  <a:cubicBezTo>
                    <a:pt x="102" y="70"/>
                    <a:pt x="80" y="47"/>
                    <a:pt x="64" y="47"/>
                  </a:cubicBezTo>
                  <a:cubicBezTo>
                    <a:pt x="48" y="47"/>
                    <a:pt x="10" y="54"/>
                    <a:pt x="10" y="54"/>
                  </a:cubicBezTo>
                  <a:cubicBezTo>
                    <a:pt x="10" y="54"/>
                    <a:pt x="2" y="45"/>
                    <a:pt x="1" y="35"/>
                  </a:cubicBezTo>
                  <a:cubicBezTo>
                    <a:pt x="0" y="26"/>
                    <a:pt x="55" y="0"/>
                    <a:pt x="117" y="29"/>
                  </a:cubicBezTo>
                  <a:cubicBezTo>
                    <a:pt x="122" y="35"/>
                    <a:pt x="122" y="35"/>
                    <a:pt x="122" y="35"/>
                  </a:cubicBezTo>
                  <a:cubicBezTo>
                    <a:pt x="139" y="35"/>
                    <a:pt x="139" y="35"/>
                    <a:pt x="139" y="35"/>
                  </a:cubicBezTo>
                  <a:cubicBezTo>
                    <a:pt x="139" y="35"/>
                    <a:pt x="166" y="44"/>
                    <a:pt x="170" y="52"/>
                  </a:cubicBezTo>
                  <a:cubicBezTo>
                    <a:pt x="170" y="52"/>
                    <a:pt x="155" y="90"/>
                    <a:pt x="145" y="95"/>
                  </a:cubicBezTo>
                  <a:cubicBezTo>
                    <a:pt x="136" y="99"/>
                    <a:pt x="112" y="78"/>
                    <a:pt x="102" y="70"/>
                  </a:cubicBezTo>
                  <a:close/>
                </a:path>
              </a:pathLst>
            </a:custGeom>
            <a:solidFill>
              <a:srgbClr val="281D1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 name="Freeform 17">
              <a:extLst>
                <a:ext uri="{FF2B5EF4-FFF2-40B4-BE49-F238E27FC236}">
                  <a16:creationId xmlns:a16="http://schemas.microsoft.com/office/drawing/2014/main" id="{5524DD36-A2AB-4611-8E70-B546DB59107D}"/>
                </a:ext>
              </a:extLst>
            </p:cNvPr>
            <p:cNvSpPr>
              <a:spLocks/>
            </p:cNvSpPr>
            <p:nvPr/>
          </p:nvSpPr>
          <p:spPr bwMode="auto">
            <a:xfrm>
              <a:off x="7453313" y="4376738"/>
              <a:ext cx="936625" cy="552450"/>
            </a:xfrm>
            <a:custGeom>
              <a:avLst/>
              <a:gdLst>
                <a:gd name="T0" fmla="*/ 249 w 437"/>
                <a:gd name="T1" fmla="*/ 115 h 258"/>
                <a:gd name="T2" fmla="*/ 148 w 437"/>
                <a:gd name="T3" fmla="*/ 213 h 258"/>
                <a:gd name="T4" fmla="*/ 53 w 437"/>
                <a:gd name="T5" fmla="*/ 53 h 258"/>
                <a:gd name="T6" fmla="*/ 0 w 437"/>
                <a:gd name="T7" fmla="*/ 35 h 258"/>
                <a:gd name="T8" fmla="*/ 149 w 437"/>
                <a:gd name="T9" fmla="*/ 253 h 258"/>
                <a:gd name="T10" fmla="*/ 374 w 437"/>
                <a:gd name="T11" fmla="*/ 133 h 258"/>
                <a:gd name="T12" fmla="*/ 437 w 437"/>
                <a:gd name="T13" fmla="*/ 47 h 258"/>
                <a:gd name="T14" fmla="*/ 249 w 437"/>
                <a:gd name="T15" fmla="*/ 115 h 2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7" h="258">
                  <a:moveTo>
                    <a:pt x="249" y="115"/>
                  </a:moveTo>
                  <a:cubicBezTo>
                    <a:pt x="249" y="115"/>
                    <a:pt x="242" y="230"/>
                    <a:pt x="148" y="213"/>
                  </a:cubicBezTo>
                  <a:cubicBezTo>
                    <a:pt x="54" y="196"/>
                    <a:pt x="53" y="53"/>
                    <a:pt x="53" y="53"/>
                  </a:cubicBezTo>
                  <a:cubicBezTo>
                    <a:pt x="53" y="53"/>
                    <a:pt x="28" y="36"/>
                    <a:pt x="0" y="35"/>
                  </a:cubicBezTo>
                  <a:cubicBezTo>
                    <a:pt x="0" y="35"/>
                    <a:pt x="7" y="258"/>
                    <a:pt x="149" y="253"/>
                  </a:cubicBezTo>
                  <a:cubicBezTo>
                    <a:pt x="292" y="248"/>
                    <a:pt x="338" y="154"/>
                    <a:pt x="374" y="133"/>
                  </a:cubicBezTo>
                  <a:cubicBezTo>
                    <a:pt x="410" y="111"/>
                    <a:pt x="436" y="93"/>
                    <a:pt x="437" y="47"/>
                  </a:cubicBezTo>
                  <a:cubicBezTo>
                    <a:pt x="437" y="0"/>
                    <a:pt x="364" y="116"/>
                    <a:pt x="249" y="115"/>
                  </a:cubicBezTo>
                  <a:close/>
                </a:path>
              </a:pathLst>
            </a:custGeom>
            <a:solidFill>
              <a:srgbClr val="464B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 name="Freeform 18">
              <a:extLst>
                <a:ext uri="{FF2B5EF4-FFF2-40B4-BE49-F238E27FC236}">
                  <a16:creationId xmlns:a16="http://schemas.microsoft.com/office/drawing/2014/main" id="{BE5F5C16-4392-4A4D-A63C-8933D4F06A9C}"/>
                </a:ext>
              </a:extLst>
            </p:cNvPr>
            <p:cNvSpPr>
              <a:spLocks/>
            </p:cNvSpPr>
            <p:nvPr/>
          </p:nvSpPr>
          <p:spPr bwMode="auto">
            <a:xfrm>
              <a:off x="7362826" y="3979863"/>
              <a:ext cx="246063" cy="211138"/>
            </a:xfrm>
            <a:custGeom>
              <a:avLst/>
              <a:gdLst>
                <a:gd name="T0" fmla="*/ 85 w 115"/>
                <a:gd name="T1" fmla="*/ 25 h 98"/>
                <a:gd name="T2" fmla="*/ 109 w 115"/>
                <a:gd name="T3" fmla="*/ 50 h 98"/>
                <a:gd name="T4" fmla="*/ 85 w 115"/>
                <a:gd name="T5" fmla="*/ 66 h 98"/>
                <a:gd name="T6" fmla="*/ 61 w 115"/>
                <a:gd name="T7" fmla="*/ 95 h 98"/>
                <a:gd name="T8" fmla="*/ 42 w 115"/>
                <a:gd name="T9" fmla="*/ 77 h 98"/>
                <a:gd name="T10" fmla="*/ 23 w 115"/>
                <a:gd name="T11" fmla="*/ 84 h 98"/>
                <a:gd name="T12" fmla="*/ 16 w 115"/>
                <a:gd name="T13" fmla="*/ 60 h 98"/>
                <a:gd name="T14" fmla="*/ 5 w 115"/>
                <a:gd name="T15" fmla="*/ 60 h 98"/>
                <a:gd name="T16" fmla="*/ 42 w 115"/>
                <a:gd name="T17" fmla="*/ 8 h 98"/>
                <a:gd name="T18" fmla="*/ 85 w 115"/>
                <a:gd name="T19" fmla="*/ 2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98">
                  <a:moveTo>
                    <a:pt x="85" y="25"/>
                  </a:moveTo>
                  <a:cubicBezTo>
                    <a:pt x="85" y="25"/>
                    <a:pt x="115" y="40"/>
                    <a:pt x="109" y="50"/>
                  </a:cubicBezTo>
                  <a:cubicBezTo>
                    <a:pt x="104" y="59"/>
                    <a:pt x="85" y="66"/>
                    <a:pt x="85" y="66"/>
                  </a:cubicBezTo>
                  <a:cubicBezTo>
                    <a:pt x="85" y="66"/>
                    <a:pt x="73" y="98"/>
                    <a:pt x="61" y="95"/>
                  </a:cubicBezTo>
                  <a:cubicBezTo>
                    <a:pt x="50" y="92"/>
                    <a:pt x="42" y="77"/>
                    <a:pt x="42" y="77"/>
                  </a:cubicBezTo>
                  <a:cubicBezTo>
                    <a:pt x="42" y="77"/>
                    <a:pt x="34" y="89"/>
                    <a:pt x="23" y="84"/>
                  </a:cubicBezTo>
                  <a:cubicBezTo>
                    <a:pt x="13" y="79"/>
                    <a:pt x="16" y="60"/>
                    <a:pt x="16" y="60"/>
                  </a:cubicBezTo>
                  <a:cubicBezTo>
                    <a:pt x="16" y="60"/>
                    <a:pt x="9" y="67"/>
                    <a:pt x="5" y="60"/>
                  </a:cubicBezTo>
                  <a:cubicBezTo>
                    <a:pt x="0" y="53"/>
                    <a:pt x="18" y="17"/>
                    <a:pt x="42" y="8"/>
                  </a:cubicBezTo>
                  <a:cubicBezTo>
                    <a:pt x="66" y="0"/>
                    <a:pt x="85" y="25"/>
                    <a:pt x="85" y="25"/>
                  </a:cubicBezTo>
                  <a:close/>
                </a:path>
              </a:pathLst>
            </a:custGeom>
            <a:solidFill>
              <a:srgbClr val="FFDCB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 name="Freeform 19">
              <a:extLst>
                <a:ext uri="{FF2B5EF4-FFF2-40B4-BE49-F238E27FC236}">
                  <a16:creationId xmlns:a16="http://schemas.microsoft.com/office/drawing/2014/main" id="{5658E1B4-BA85-4B7A-9832-4EC6CB21EE24}"/>
                </a:ext>
              </a:extLst>
            </p:cNvPr>
            <p:cNvSpPr>
              <a:spLocks/>
            </p:cNvSpPr>
            <p:nvPr/>
          </p:nvSpPr>
          <p:spPr bwMode="auto">
            <a:xfrm>
              <a:off x="7453313" y="3608388"/>
              <a:ext cx="727075" cy="449263"/>
            </a:xfrm>
            <a:custGeom>
              <a:avLst/>
              <a:gdLst>
                <a:gd name="T0" fmla="*/ 335 w 339"/>
                <a:gd name="T1" fmla="*/ 132 h 210"/>
                <a:gd name="T2" fmla="*/ 129 w 339"/>
                <a:gd name="T3" fmla="*/ 18 h 210"/>
                <a:gd name="T4" fmla="*/ 0 w 339"/>
                <a:gd name="T5" fmla="*/ 182 h 210"/>
                <a:gd name="T6" fmla="*/ 43 w 339"/>
                <a:gd name="T7" fmla="*/ 199 h 210"/>
                <a:gd name="T8" fmla="*/ 133 w 339"/>
                <a:gd name="T9" fmla="*/ 57 h 210"/>
                <a:gd name="T10" fmla="*/ 303 w 339"/>
                <a:gd name="T11" fmla="*/ 148 h 210"/>
                <a:gd name="T12" fmla="*/ 335 w 339"/>
                <a:gd name="T13" fmla="*/ 132 h 210"/>
              </a:gdLst>
              <a:ahLst/>
              <a:cxnLst>
                <a:cxn ang="0">
                  <a:pos x="T0" y="T1"/>
                </a:cxn>
                <a:cxn ang="0">
                  <a:pos x="T2" y="T3"/>
                </a:cxn>
                <a:cxn ang="0">
                  <a:pos x="T4" y="T5"/>
                </a:cxn>
                <a:cxn ang="0">
                  <a:pos x="T6" y="T7"/>
                </a:cxn>
                <a:cxn ang="0">
                  <a:pos x="T8" y="T9"/>
                </a:cxn>
                <a:cxn ang="0">
                  <a:pos x="T10" y="T11"/>
                </a:cxn>
                <a:cxn ang="0">
                  <a:pos x="T12" y="T13"/>
                </a:cxn>
              </a:cxnLst>
              <a:rect l="0" t="0" r="r" b="b"/>
              <a:pathLst>
                <a:path w="339" h="210">
                  <a:moveTo>
                    <a:pt x="335" y="132"/>
                  </a:moveTo>
                  <a:cubicBezTo>
                    <a:pt x="335" y="132"/>
                    <a:pt x="245" y="0"/>
                    <a:pt x="129" y="18"/>
                  </a:cubicBezTo>
                  <a:cubicBezTo>
                    <a:pt x="14" y="37"/>
                    <a:pt x="0" y="182"/>
                    <a:pt x="0" y="182"/>
                  </a:cubicBezTo>
                  <a:cubicBezTo>
                    <a:pt x="0" y="182"/>
                    <a:pt x="22" y="210"/>
                    <a:pt x="43" y="199"/>
                  </a:cubicBezTo>
                  <a:cubicBezTo>
                    <a:pt x="43" y="199"/>
                    <a:pt x="45" y="81"/>
                    <a:pt x="133" y="57"/>
                  </a:cubicBezTo>
                  <a:cubicBezTo>
                    <a:pt x="221" y="33"/>
                    <a:pt x="303" y="148"/>
                    <a:pt x="303" y="148"/>
                  </a:cubicBezTo>
                  <a:cubicBezTo>
                    <a:pt x="303" y="148"/>
                    <a:pt x="339" y="165"/>
                    <a:pt x="335" y="132"/>
                  </a:cubicBezTo>
                  <a:close/>
                </a:path>
              </a:pathLst>
            </a:custGeom>
            <a:solidFill>
              <a:srgbClr val="464B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Freeform 20">
              <a:extLst>
                <a:ext uri="{FF2B5EF4-FFF2-40B4-BE49-F238E27FC236}">
                  <a16:creationId xmlns:a16="http://schemas.microsoft.com/office/drawing/2014/main" id="{1A040A80-83C1-413E-8CB8-B8EDFEE4C97E}"/>
                </a:ext>
              </a:extLst>
            </p:cNvPr>
            <p:cNvSpPr>
              <a:spLocks/>
            </p:cNvSpPr>
            <p:nvPr/>
          </p:nvSpPr>
          <p:spPr bwMode="auto">
            <a:xfrm>
              <a:off x="8128001" y="3213100"/>
              <a:ext cx="539750" cy="788988"/>
            </a:xfrm>
            <a:custGeom>
              <a:avLst/>
              <a:gdLst>
                <a:gd name="T0" fmla="*/ 163 w 251"/>
                <a:gd name="T1" fmla="*/ 89 h 368"/>
                <a:gd name="T2" fmla="*/ 248 w 251"/>
                <a:gd name="T3" fmla="*/ 300 h 368"/>
                <a:gd name="T4" fmla="*/ 93 w 251"/>
                <a:gd name="T5" fmla="*/ 346 h 368"/>
                <a:gd name="T6" fmla="*/ 7 w 251"/>
                <a:gd name="T7" fmla="*/ 136 h 368"/>
                <a:gd name="T8" fmla="*/ 163 w 251"/>
                <a:gd name="T9" fmla="*/ 89 h 368"/>
              </a:gdLst>
              <a:ahLst/>
              <a:cxnLst>
                <a:cxn ang="0">
                  <a:pos x="T0" y="T1"/>
                </a:cxn>
                <a:cxn ang="0">
                  <a:pos x="T2" y="T3"/>
                </a:cxn>
                <a:cxn ang="0">
                  <a:pos x="T4" y="T5"/>
                </a:cxn>
                <a:cxn ang="0">
                  <a:pos x="T6" y="T7"/>
                </a:cxn>
                <a:cxn ang="0">
                  <a:pos x="T8" y="T9"/>
                </a:cxn>
              </a:cxnLst>
              <a:rect l="0" t="0" r="r" b="b"/>
              <a:pathLst>
                <a:path w="251" h="368">
                  <a:moveTo>
                    <a:pt x="163" y="89"/>
                  </a:moveTo>
                  <a:cubicBezTo>
                    <a:pt x="163" y="89"/>
                    <a:pt x="245" y="277"/>
                    <a:pt x="248" y="300"/>
                  </a:cubicBezTo>
                  <a:cubicBezTo>
                    <a:pt x="251" y="323"/>
                    <a:pt x="127" y="368"/>
                    <a:pt x="93" y="346"/>
                  </a:cubicBezTo>
                  <a:cubicBezTo>
                    <a:pt x="58" y="324"/>
                    <a:pt x="14" y="164"/>
                    <a:pt x="7" y="136"/>
                  </a:cubicBezTo>
                  <a:cubicBezTo>
                    <a:pt x="0" y="107"/>
                    <a:pt x="109" y="0"/>
                    <a:pt x="163" y="89"/>
                  </a:cubicBezTo>
                  <a:close/>
                </a:path>
              </a:pathLst>
            </a:custGeom>
            <a:solidFill>
              <a:srgbClr val="FFDCB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Freeform 21">
              <a:extLst>
                <a:ext uri="{FF2B5EF4-FFF2-40B4-BE49-F238E27FC236}">
                  <a16:creationId xmlns:a16="http://schemas.microsoft.com/office/drawing/2014/main" id="{53C3A24E-7E4B-4E45-9F93-AABE01C2F9C6}"/>
                </a:ext>
              </a:extLst>
            </p:cNvPr>
            <p:cNvSpPr>
              <a:spLocks/>
            </p:cNvSpPr>
            <p:nvPr/>
          </p:nvSpPr>
          <p:spPr bwMode="auto">
            <a:xfrm>
              <a:off x="7931151" y="3157538"/>
              <a:ext cx="676275" cy="696913"/>
            </a:xfrm>
            <a:custGeom>
              <a:avLst/>
              <a:gdLst>
                <a:gd name="T0" fmla="*/ 127 w 315"/>
                <a:gd name="T1" fmla="*/ 286 h 325"/>
                <a:gd name="T2" fmla="*/ 102 w 315"/>
                <a:gd name="T3" fmla="*/ 176 h 325"/>
                <a:gd name="T4" fmla="*/ 148 w 315"/>
                <a:gd name="T5" fmla="*/ 161 h 325"/>
                <a:gd name="T6" fmla="*/ 125 w 315"/>
                <a:gd name="T7" fmla="*/ 141 h 325"/>
                <a:gd name="T8" fmla="*/ 206 w 315"/>
                <a:gd name="T9" fmla="*/ 130 h 325"/>
                <a:gd name="T10" fmla="*/ 189 w 315"/>
                <a:gd name="T11" fmla="*/ 116 h 325"/>
                <a:gd name="T12" fmla="*/ 275 w 315"/>
                <a:gd name="T13" fmla="*/ 116 h 325"/>
                <a:gd name="T14" fmla="*/ 269 w 315"/>
                <a:gd name="T15" fmla="*/ 97 h 325"/>
                <a:gd name="T16" fmla="*/ 254 w 315"/>
                <a:gd name="T17" fmla="*/ 14 h 325"/>
                <a:gd name="T18" fmla="*/ 229 w 315"/>
                <a:gd name="T19" fmla="*/ 48 h 325"/>
                <a:gd name="T20" fmla="*/ 148 w 315"/>
                <a:gd name="T21" fmla="*/ 17 h 325"/>
                <a:gd name="T22" fmla="*/ 148 w 315"/>
                <a:gd name="T23" fmla="*/ 58 h 325"/>
                <a:gd name="T24" fmla="*/ 65 w 315"/>
                <a:gd name="T25" fmla="*/ 111 h 325"/>
                <a:gd name="T26" fmla="*/ 40 w 315"/>
                <a:gd name="T27" fmla="*/ 88 h 325"/>
                <a:gd name="T28" fmla="*/ 46 w 315"/>
                <a:gd name="T29" fmla="*/ 113 h 325"/>
                <a:gd name="T30" fmla="*/ 17 w 315"/>
                <a:gd name="T31" fmla="*/ 124 h 325"/>
                <a:gd name="T32" fmla="*/ 47 w 315"/>
                <a:gd name="T33" fmla="*/ 138 h 325"/>
                <a:gd name="T34" fmla="*/ 75 w 315"/>
                <a:gd name="T35" fmla="*/ 275 h 325"/>
                <a:gd name="T36" fmla="*/ 58 w 315"/>
                <a:gd name="T37" fmla="*/ 291 h 325"/>
                <a:gd name="T38" fmla="*/ 78 w 315"/>
                <a:gd name="T39" fmla="*/ 301 h 325"/>
                <a:gd name="T40" fmla="*/ 95 w 315"/>
                <a:gd name="T41" fmla="*/ 315 h 325"/>
                <a:gd name="T42" fmla="*/ 127 w 315"/>
                <a:gd name="T43" fmla="*/ 286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5" h="325">
                  <a:moveTo>
                    <a:pt x="127" y="286"/>
                  </a:moveTo>
                  <a:cubicBezTo>
                    <a:pt x="127" y="286"/>
                    <a:pt x="146" y="207"/>
                    <a:pt x="102" y="176"/>
                  </a:cubicBezTo>
                  <a:cubicBezTo>
                    <a:pt x="102" y="176"/>
                    <a:pt x="156" y="181"/>
                    <a:pt x="148" y="161"/>
                  </a:cubicBezTo>
                  <a:cubicBezTo>
                    <a:pt x="139" y="141"/>
                    <a:pt x="125" y="141"/>
                    <a:pt x="125" y="141"/>
                  </a:cubicBezTo>
                  <a:cubicBezTo>
                    <a:pt x="125" y="141"/>
                    <a:pt x="205" y="148"/>
                    <a:pt x="206" y="130"/>
                  </a:cubicBezTo>
                  <a:cubicBezTo>
                    <a:pt x="207" y="112"/>
                    <a:pt x="189" y="116"/>
                    <a:pt x="189" y="116"/>
                  </a:cubicBezTo>
                  <a:cubicBezTo>
                    <a:pt x="189" y="116"/>
                    <a:pt x="257" y="132"/>
                    <a:pt x="275" y="116"/>
                  </a:cubicBezTo>
                  <a:cubicBezTo>
                    <a:pt x="293" y="99"/>
                    <a:pt x="280" y="92"/>
                    <a:pt x="269" y="97"/>
                  </a:cubicBezTo>
                  <a:cubicBezTo>
                    <a:pt x="269" y="97"/>
                    <a:pt x="315" y="27"/>
                    <a:pt x="254" y="14"/>
                  </a:cubicBezTo>
                  <a:cubicBezTo>
                    <a:pt x="194" y="0"/>
                    <a:pt x="229" y="48"/>
                    <a:pt x="229" y="48"/>
                  </a:cubicBezTo>
                  <a:cubicBezTo>
                    <a:pt x="229" y="48"/>
                    <a:pt x="196" y="3"/>
                    <a:pt x="148" y="17"/>
                  </a:cubicBezTo>
                  <a:cubicBezTo>
                    <a:pt x="99" y="30"/>
                    <a:pt x="136" y="50"/>
                    <a:pt x="148" y="58"/>
                  </a:cubicBezTo>
                  <a:cubicBezTo>
                    <a:pt x="148" y="58"/>
                    <a:pt x="80" y="76"/>
                    <a:pt x="65" y="111"/>
                  </a:cubicBezTo>
                  <a:cubicBezTo>
                    <a:pt x="65" y="111"/>
                    <a:pt x="59" y="83"/>
                    <a:pt x="40" y="88"/>
                  </a:cubicBezTo>
                  <a:cubicBezTo>
                    <a:pt x="22" y="93"/>
                    <a:pt x="46" y="113"/>
                    <a:pt x="46" y="113"/>
                  </a:cubicBezTo>
                  <a:cubicBezTo>
                    <a:pt x="46" y="113"/>
                    <a:pt x="24" y="108"/>
                    <a:pt x="17" y="124"/>
                  </a:cubicBezTo>
                  <a:cubicBezTo>
                    <a:pt x="11" y="139"/>
                    <a:pt x="47" y="138"/>
                    <a:pt x="47" y="138"/>
                  </a:cubicBezTo>
                  <a:cubicBezTo>
                    <a:pt x="47" y="138"/>
                    <a:pt x="0" y="211"/>
                    <a:pt x="75" y="275"/>
                  </a:cubicBezTo>
                  <a:cubicBezTo>
                    <a:pt x="75" y="275"/>
                    <a:pt x="55" y="279"/>
                    <a:pt x="58" y="291"/>
                  </a:cubicBezTo>
                  <a:cubicBezTo>
                    <a:pt x="61" y="303"/>
                    <a:pt x="78" y="301"/>
                    <a:pt x="78" y="301"/>
                  </a:cubicBezTo>
                  <a:cubicBezTo>
                    <a:pt x="78" y="301"/>
                    <a:pt x="67" y="325"/>
                    <a:pt x="95" y="315"/>
                  </a:cubicBezTo>
                  <a:cubicBezTo>
                    <a:pt x="123" y="304"/>
                    <a:pt x="127" y="286"/>
                    <a:pt x="127" y="286"/>
                  </a:cubicBezTo>
                  <a:close/>
                </a:path>
              </a:pathLst>
            </a:custGeom>
            <a:solidFill>
              <a:srgbClr val="725C2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8" name="Freeform 22">
              <a:extLst>
                <a:ext uri="{FF2B5EF4-FFF2-40B4-BE49-F238E27FC236}">
                  <a16:creationId xmlns:a16="http://schemas.microsoft.com/office/drawing/2014/main" id="{1C214CF8-DB6E-4536-9352-3F1A60C513E1}"/>
                </a:ext>
              </a:extLst>
            </p:cNvPr>
            <p:cNvSpPr>
              <a:spLocks/>
            </p:cNvSpPr>
            <p:nvPr/>
          </p:nvSpPr>
          <p:spPr bwMode="auto">
            <a:xfrm>
              <a:off x="8094663" y="3713163"/>
              <a:ext cx="166688" cy="166688"/>
            </a:xfrm>
            <a:custGeom>
              <a:avLst/>
              <a:gdLst>
                <a:gd name="T0" fmla="*/ 59 w 78"/>
                <a:gd name="T1" fmla="*/ 15 h 78"/>
                <a:gd name="T2" fmla="*/ 19 w 78"/>
                <a:gd name="T3" fmla="*/ 15 h 78"/>
                <a:gd name="T4" fmla="*/ 70 w 78"/>
                <a:gd name="T5" fmla="*/ 43 h 78"/>
                <a:gd name="T6" fmla="*/ 59 w 78"/>
                <a:gd name="T7" fmla="*/ 15 h 78"/>
              </a:gdLst>
              <a:ahLst/>
              <a:cxnLst>
                <a:cxn ang="0">
                  <a:pos x="T0" y="T1"/>
                </a:cxn>
                <a:cxn ang="0">
                  <a:pos x="T2" y="T3"/>
                </a:cxn>
                <a:cxn ang="0">
                  <a:pos x="T4" y="T5"/>
                </a:cxn>
                <a:cxn ang="0">
                  <a:pos x="T6" y="T7"/>
                </a:cxn>
              </a:cxnLst>
              <a:rect l="0" t="0" r="r" b="b"/>
              <a:pathLst>
                <a:path w="78" h="78">
                  <a:moveTo>
                    <a:pt x="59" y="15"/>
                  </a:moveTo>
                  <a:cubicBezTo>
                    <a:pt x="59" y="15"/>
                    <a:pt x="38" y="0"/>
                    <a:pt x="19" y="15"/>
                  </a:cubicBezTo>
                  <a:cubicBezTo>
                    <a:pt x="0" y="29"/>
                    <a:pt x="32" y="78"/>
                    <a:pt x="70" y="43"/>
                  </a:cubicBezTo>
                  <a:cubicBezTo>
                    <a:pt x="70" y="43"/>
                    <a:pt x="78" y="34"/>
                    <a:pt x="59" y="15"/>
                  </a:cubicBezTo>
                  <a:close/>
                </a:path>
              </a:pathLst>
            </a:custGeom>
            <a:solidFill>
              <a:srgbClr val="FFDCB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9" name="Freeform 23">
              <a:extLst>
                <a:ext uri="{FF2B5EF4-FFF2-40B4-BE49-F238E27FC236}">
                  <a16:creationId xmlns:a16="http://schemas.microsoft.com/office/drawing/2014/main" id="{8431B8B7-5FCC-491E-8C3F-B6C4234E9C7E}"/>
                </a:ext>
              </a:extLst>
            </p:cNvPr>
            <p:cNvSpPr>
              <a:spLocks/>
            </p:cNvSpPr>
            <p:nvPr/>
          </p:nvSpPr>
          <p:spPr bwMode="auto">
            <a:xfrm>
              <a:off x="8277226" y="3611563"/>
              <a:ext cx="36513" cy="47625"/>
            </a:xfrm>
            <a:custGeom>
              <a:avLst/>
              <a:gdLst>
                <a:gd name="T0" fmla="*/ 16 w 17"/>
                <a:gd name="T1" fmla="*/ 9 h 22"/>
                <a:gd name="T2" fmla="*/ 11 w 17"/>
                <a:gd name="T3" fmla="*/ 21 h 22"/>
                <a:gd name="T4" fmla="*/ 1 w 17"/>
                <a:gd name="T5" fmla="*/ 13 h 22"/>
                <a:gd name="T6" fmla="*/ 6 w 17"/>
                <a:gd name="T7" fmla="*/ 1 h 22"/>
                <a:gd name="T8" fmla="*/ 16 w 17"/>
                <a:gd name="T9" fmla="*/ 9 h 22"/>
              </a:gdLst>
              <a:ahLst/>
              <a:cxnLst>
                <a:cxn ang="0">
                  <a:pos x="T0" y="T1"/>
                </a:cxn>
                <a:cxn ang="0">
                  <a:pos x="T2" y="T3"/>
                </a:cxn>
                <a:cxn ang="0">
                  <a:pos x="T4" y="T5"/>
                </a:cxn>
                <a:cxn ang="0">
                  <a:pos x="T6" y="T7"/>
                </a:cxn>
                <a:cxn ang="0">
                  <a:pos x="T8" y="T9"/>
                </a:cxn>
              </a:cxnLst>
              <a:rect l="0" t="0" r="r" b="b"/>
              <a:pathLst>
                <a:path w="17" h="22">
                  <a:moveTo>
                    <a:pt x="16" y="9"/>
                  </a:moveTo>
                  <a:cubicBezTo>
                    <a:pt x="17" y="15"/>
                    <a:pt x="15" y="20"/>
                    <a:pt x="11" y="21"/>
                  </a:cubicBezTo>
                  <a:cubicBezTo>
                    <a:pt x="7" y="22"/>
                    <a:pt x="3" y="18"/>
                    <a:pt x="1" y="13"/>
                  </a:cubicBezTo>
                  <a:cubicBezTo>
                    <a:pt x="0" y="7"/>
                    <a:pt x="2" y="2"/>
                    <a:pt x="6" y="1"/>
                  </a:cubicBezTo>
                  <a:cubicBezTo>
                    <a:pt x="10" y="0"/>
                    <a:pt x="14" y="4"/>
                    <a:pt x="16" y="9"/>
                  </a:cubicBezTo>
                  <a:close/>
                </a:path>
              </a:pathLst>
            </a:custGeom>
            <a:solidFill>
              <a:srgbClr val="190F0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0" name="Freeform 24">
              <a:extLst>
                <a:ext uri="{FF2B5EF4-FFF2-40B4-BE49-F238E27FC236}">
                  <a16:creationId xmlns:a16="http://schemas.microsoft.com/office/drawing/2014/main" id="{C082D094-266F-4E40-B92B-5ABCB80017B2}"/>
                </a:ext>
              </a:extLst>
            </p:cNvPr>
            <p:cNvSpPr>
              <a:spLocks/>
            </p:cNvSpPr>
            <p:nvPr/>
          </p:nvSpPr>
          <p:spPr bwMode="auto">
            <a:xfrm>
              <a:off x="8443913" y="3571875"/>
              <a:ext cx="36513" cy="46038"/>
            </a:xfrm>
            <a:custGeom>
              <a:avLst/>
              <a:gdLst>
                <a:gd name="T0" fmla="*/ 16 w 17"/>
                <a:gd name="T1" fmla="*/ 9 h 22"/>
                <a:gd name="T2" fmla="*/ 11 w 17"/>
                <a:gd name="T3" fmla="*/ 21 h 22"/>
                <a:gd name="T4" fmla="*/ 2 w 17"/>
                <a:gd name="T5" fmla="*/ 13 h 22"/>
                <a:gd name="T6" fmla="*/ 6 w 17"/>
                <a:gd name="T7" fmla="*/ 1 h 22"/>
                <a:gd name="T8" fmla="*/ 16 w 17"/>
                <a:gd name="T9" fmla="*/ 9 h 22"/>
              </a:gdLst>
              <a:ahLst/>
              <a:cxnLst>
                <a:cxn ang="0">
                  <a:pos x="T0" y="T1"/>
                </a:cxn>
                <a:cxn ang="0">
                  <a:pos x="T2" y="T3"/>
                </a:cxn>
                <a:cxn ang="0">
                  <a:pos x="T4" y="T5"/>
                </a:cxn>
                <a:cxn ang="0">
                  <a:pos x="T6" y="T7"/>
                </a:cxn>
                <a:cxn ang="0">
                  <a:pos x="T8" y="T9"/>
                </a:cxn>
              </a:cxnLst>
              <a:rect l="0" t="0" r="r" b="b"/>
              <a:pathLst>
                <a:path w="17" h="22">
                  <a:moveTo>
                    <a:pt x="16" y="9"/>
                  </a:moveTo>
                  <a:cubicBezTo>
                    <a:pt x="17" y="15"/>
                    <a:pt x="15" y="20"/>
                    <a:pt x="11" y="21"/>
                  </a:cubicBezTo>
                  <a:cubicBezTo>
                    <a:pt x="7" y="22"/>
                    <a:pt x="3" y="18"/>
                    <a:pt x="2" y="13"/>
                  </a:cubicBezTo>
                  <a:cubicBezTo>
                    <a:pt x="0" y="7"/>
                    <a:pt x="2" y="2"/>
                    <a:pt x="6" y="1"/>
                  </a:cubicBezTo>
                  <a:cubicBezTo>
                    <a:pt x="10" y="0"/>
                    <a:pt x="15" y="4"/>
                    <a:pt x="16" y="9"/>
                  </a:cubicBezTo>
                  <a:close/>
                </a:path>
              </a:pathLst>
            </a:custGeom>
            <a:solidFill>
              <a:srgbClr val="190F0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1" name="Freeform 25">
              <a:extLst>
                <a:ext uri="{FF2B5EF4-FFF2-40B4-BE49-F238E27FC236}">
                  <a16:creationId xmlns:a16="http://schemas.microsoft.com/office/drawing/2014/main" id="{265794F4-7755-42BB-B2CF-561879A1E9E2}"/>
                </a:ext>
              </a:extLst>
            </p:cNvPr>
            <p:cNvSpPr>
              <a:spLocks/>
            </p:cNvSpPr>
            <p:nvPr/>
          </p:nvSpPr>
          <p:spPr bwMode="auto">
            <a:xfrm>
              <a:off x="8248651" y="3486150"/>
              <a:ext cx="66675" cy="87313"/>
            </a:xfrm>
            <a:custGeom>
              <a:avLst/>
              <a:gdLst>
                <a:gd name="T0" fmla="*/ 0 w 31"/>
                <a:gd name="T1" fmla="*/ 41 h 41"/>
                <a:gd name="T2" fmla="*/ 31 w 31"/>
                <a:gd name="T3" fmla="*/ 11 h 41"/>
                <a:gd name="T4" fmla="*/ 0 w 31"/>
                <a:gd name="T5" fmla="*/ 41 h 41"/>
              </a:gdLst>
              <a:ahLst/>
              <a:cxnLst>
                <a:cxn ang="0">
                  <a:pos x="T0" y="T1"/>
                </a:cxn>
                <a:cxn ang="0">
                  <a:pos x="T2" y="T3"/>
                </a:cxn>
                <a:cxn ang="0">
                  <a:pos x="T4" y="T5"/>
                </a:cxn>
              </a:cxnLst>
              <a:rect l="0" t="0" r="r" b="b"/>
              <a:pathLst>
                <a:path w="31" h="41">
                  <a:moveTo>
                    <a:pt x="0" y="41"/>
                  </a:moveTo>
                  <a:cubicBezTo>
                    <a:pt x="0" y="41"/>
                    <a:pt x="9" y="13"/>
                    <a:pt x="31" y="11"/>
                  </a:cubicBezTo>
                  <a:cubicBezTo>
                    <a:pt x="31" y="11"/>
                    <a:pt x="1" y="0"/>
                    <a:pt x="0" y="41"/>
                  </a:cubicBezTo>
                  <a:close/>
                </a:path>
              </a:pathLst>
            </a:custGeom>
            <a:solidFill>
              <a:srgbClr val="49391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2" name="Freeform 26">
              <a:extLst>
                <a:ext uri="{FF2B5EF4-FFF2-40B4-BE49-F238E27FC236}">
                  <a16:creationId xmlns:a16="http://schemas.microsoft.com/office/drawing/2014/main" id="{84C8DCAB-3585-453D-88AE-5CAF4804FF40}"/>
                </a:ext>
              </a:extLst>
            </p:cNvPr>
            <p:cNvSpPr>
              <a:spLocks/>
            </p:cNvSpPr>
            <p:nvPr/>
          </p:nvSpPr>
          <p:spPr bwMode="auto">
            <a:xfrm>
              <a:off x="8423276" y="3549650"/>
              <a:ext cx="106363" cy="111125"/>
            </a:xfrm>
            <a:custGeom>
              <a:avLst/>
              <a:gdLst>
                <a:gd name="T0" fmla="*/ 0 w 50"/>
                <a:gd name="T1" fmla="*/ 0 h 52"/>
                <a:gd name="T2" fmla="*/ 9 w 50"/>
                <a:gd name="T3" fmla="*/ 31 h 52"/>
                <a:gd name="T4" fmla="*/ 45 w 50"/>
                <a:gd name="T5" fmla="*/ 31 h 52"/>
                <a:gd name="T6" fmla="*/ 17 w 50"/>
                <a:gd name="T7" fmla="*/ 52 h 52"/>
                <a:gd name="T8" fmla="*/ 38 w 50"/>
                <a:gd name="T9" fmla="*/ 34 h 52"/>
                <a:gd name="T10" fmla="*/ 6 w 50"/>
                <a:gd name="T11" fmla="*/ 40 h 52"/>
                <a:gd name="T12" fmla="*/ 0 w 50"/>
                <a:gd name="T13" fmla="*/ 0 h 52"/>
              </a:gdLst>
              <a:ahLst/>
              <a:cxnLst>
                <a:cxn ang="0">
                  <a:pos x="T0" y="T1"/>
                </a:cxn>
                <a:cxn ang="0">
                  <a:pos x="T2" y="T3"/>
                </a:cxn>
                <a:cxn ang="0">
                  <a:pos x="T4" y="T5"/>
                </a:cxn>
                <a:cxn ang="0">
                  <a:pos x="T6" y="T7"/>
                </a:cxn>
                <a:cxn ang="0">
                  <a:pos x="T8" y="T9"/>
                </a:cxn>
                <a:cxn ang="0">
                  <a:pos x="T10" y="T11"/>
                </a:cxn>
                <a:cxn ang="0">
                  <a:pos x="T12" y="T13"/>
                </a:cxn>
              </a:cxnLst>
              <a:rect l="0" t="0" r="r" b="b"/>
              <a:pathLst>
                <a:path w="50" h="52">
                  <a:moveTo>
                    <a:pt x="0" y="0"/>
                  </a:moveTo>
                  <a:cubicBezTo>
                    <a:pt x="0" y="0"/>
                    <a:pt x="5" y="28"/>
                    <a:pt x="9" y="31"/>
                  </a:cubicBezTo>
                  <a:cubicBezTo>
                    <a:pt x="12" y="34"/>
                    <a:pt x="40" y="17"/>
                    <a:pt x="45" y="31"/>
                  </a:cubicBezTo>
                  <a:cubicBezTo>
                    <a:pt x="50" y="44"/>
                    <a:pt x="28" y="51"/>
                    <a:pt x="17" y="52"/>
                  </a:cubicBezTo>
                  <a:cubicBezTo>
                    <a:pt x="17" y="52"/>
                    <a:pt x="40" y="42"/>
                    <a:pt x="38" y="34"/>
                  </a:cubicBezTo>
                  <a:cubicBezTo>
                    <a:pt x="36" y="25"/>
                    <a:pt x="13" y="41"/>
                    <a:pt x="6" y="40"/>
                  </a:cubicBezTo>
                  <a:cubicBezTo>
                    <a:pt x="0" y="39"/>
                    <a:pt x="0" y="0"/>
                    <a:pt x="0" y="0"/>
                  </a:cubicBezTo>
                  <a:close/>
                </a:path>
              </a:pathLst>
            </a:custGeom>
            <a:solidFill>
              <a:srgbClr val="CB8F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3" name="Freeform 27">
              <a:extLst>
                <a:ext uri="{FF2B5EF4-FFF2-40B4-BE49-F238E27FC236}">
                  <a16:creationId xmlns:a16="http://schemas.microsoft.com/office/drawing/2014/main" id="{85688AD6-ECDC-4B33-A87E-EBAD2FF58EA7}"/>
                </a:ext>
              </a:extLst>
            </p:cNvPr>
            <p:cNvSpPr>
              <a:spLocks/>
            </p:cNvSpPr>
            <p:nvPr/>
          </p:nvSpPr>
          <p:spPr bwMode="auto">
            <a:xfrm>
              <a:off x="8402638" y="3425825"/>
              <a:ext cx="87313" cy="63500"/>
            </a:xfrm>
            <a:custGeom>
              <a:avLst/>
              <a:gdLst>
                <a:gd name="T0" fmla="*/ 0 w 40"/>
                <a:gd name="T1" fmla="*/ 22 h 30"/>
                <a:gd name="T2" fmla="*/ 40 w 40"/>
                <a:gd name="T3" fmla="*/ 30 h 30"/>
                <a:gd name="T4" fmla="*/ 0 w 40"/>
                <a:gd name="T5" fmla="*/ 22 h 30"/>
              </a:gdLst>
              <a:ahLst/>
              <a:cxnLst>
                <a:cxn ang="0">
                  <a:pos x="T0" y="T1"/>
                </a:cxn>
                <a:cxn ang="0">
                  <a:pos x="T2" y="T3"/>
                </a:cxn>
                <a:cxn ang="0">
                  <a:pos x="T4" y="T5"/>
                </a:cxn>
              </a:cxnLst>
              <a:rect l="0" t="0" r="r" b="b"/>
              <a:pathLst>
                <a:path w="40" h="30">
                  <a:moveTo>
                    <a:pt x="0" y="22"/>
                  </a:moveTo>
                  <a:cubicBezTo>
                    <a:pt x="0" y="22"/>
                    <a:pt x="20" y="9"/>
                    <a:pt x="40" y="30"/>
                  </a:cubicBezTo>
                  <a:cubicBezTo>
                    <a:pt x="40" y="30"/>
                    <a:pt x="22" y="0"/>
                    <a:pt x="0" y="22"/>
                  </a:cubicBezTo>
                  <a:close/>
                </a:path>
              </a:pathLst>
            </a:custGeom>
            <a:solidFill>
              <a:srgbClr val="49391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4" name="Freeform 28">
              <a:extLst>
                <a:ext uri="{FF2B5EF4-FFF2-40B4-BE49-F238E27FC236}">
                  <a16:creationId xmlns:a16="http://schemas.microsoft.com/office/drawing/2014/main" id="{24381CCE-F3A1-4DFC-B85A-FDE2B1E9F749}"/>
                </a:ext>
              </a:extLst>
            </p:cNvPr>
            <p:cNvSpPr>
              <a:spLocks/>
            </p:cNvSpPr>
            <p:nvPr/>
          </p:nvSpPr>
          <p:spPr bwMode="auto">
            <a:xfrm>
              <a:off x="8364538" y="3824288"/>
              <a:ext cx="114300" cy="93663"/>
            </a:xfrm>
            <a:custGeom>
              <a:avLst/>
              <a:gdLst>
                <a:gd name="T0" fmla="*/ 3 w 53"/>
                <a:gd name="T1" fmla="*/ 0 h 44"/>
                <a:gd name="T2" fmla="*/ 1 w 53"/>
                <a:gd name="T3" fmla="*/ 44 h 44"/>
                <a:gd name="T4" fmla="*/ 53 w 53"/>
                <a:gd name="T5" fmla="*/ 26 h 44"/>
                <a:gd name="T6" fmla="*/ 3 w 53"/>
                <a:gd name="T7" fmla="*/ 0 h 44"/>
              </a:gdLst>
              <a:ahLst/>
              <a:cxnLst>
                <a:cxn ang="0">
                  <a:pos x="T0" y="T1"/>
                </a:cxn>
                <a:cxn ang="0">
                  <a:pos x="T2" y="T3"/>
                </a:cxn>
                <a:cxn ang="0">
                  <a:pos x="T4" y="T5"/>
                </a:cxn>
                <a:cxn ang="0">
                  <a:pos x="T6" y="T7"/>
                </a:cxn>
              </a:cxnLst>
              <a:rect l="0" t="0" r="r" b="b"/>
              <a:pathLst>
                <a:path w="53" h="44">
                  <a:moveTo>
                    <a:pt x="3" y="0"/>
                  </a:moveTo>
                  <a:cubicBezTo>
                    <a:pt x="0" y="23"/>
                    <a:pt x="1" y="44"/>
                    <a:pt x="1" y="44"/>
                  </a:cubicBezTo>
                  <a:cubicBezTo>
                    <a:pt x="1" y="44"/>
                    <a:pt x="26" y="35"/>
                    <a:pt x="53" y="26"/>
                  </a:cubicBezTo>
                  <a:cubicBezTo>
                    <a:pt x="42" y="4"/>
                    <a:pt x="19" y="0"/>
                    <a:pt x="3" y="0"/>
                  </a:cubicBezTo>
                  <a:close/>
                </a:path>
              </a:pathLst>
            </a:custGeom>
            <a:solidFill>
              <a:srgbClr val="DA90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5" name="Freeform 29">
              <a:extLst>
                <a:ext uri="{FF2B5EF4-FFF2-40B4-BE49-F238E27FC236}">
                  <a16:creationId xmlns:a16="http://schemas.microsoft.com/office/drawing/2014/main" id="{E1B3ECDB-8CC9-494F-901E-EC5008875B74}"/>
                </a:ext>
              </a:extLst>
            </p:cNvPr>
            <p:cNvSpPr>
              <a:spLocks/>
            </p:cNvSpPr>
            <p:nvPr/>
          </p:nvSpPr>
          <p:spPr bwMode="auto">
            <a:xfrm>
              <a:off x="8370888" y="3657600"/>
              <a:ext cx="220663" cy="222250"/>
            </a:xfrm>
            <a:custGeom>
              <a:avLst/>
              <a:gdLst>
                <a:gd name="T0" fmla="*/ 29 w 103"/>
                <a:gd name="T1" fmla="*/ 14 h 104"/>
                <a:gd name="T2" fmla="*/ 0 w 103"/>
                <a:gd name="T3" fmla="*/ 78 h 104"/>
                <a:gd name="T4" fmla="*/ 50 w 103"/>
                <a:gd name="T5" fmla="*/ 104 h 104"/>
                <a:gd name="T6" fmla="*/ 103 w 103"/>
                <a:gd name="T7" fmla="*/ 90 h 104"/>
                <a:gd name="T8" fmla="*/ 29 w 103"/>
                <a:gd name="T9" fmla="*/ 14 h 104"/>
              </a:gdLst>
              <a:ahLst/>
              <a:cxnLst>
                <a:cxn ang="0">
                  <a:pos x="T0" y="T1"/>
                </a:cxn>
                <a:cxn ang="0">
                  <a:pos x="T2" y="T3"/>
                </a:cxn>
                <a:cxn ang="0">
                  <a:pos x="T4" y="T5"/>
                </a:cxn>
                <a:cxn ang="0">
                  <a:pos x="T6" y="T7"/>
                </a:cxn>
                <a:cxn ang="0">
                  <a:pos x="T8" y="T9"/>
                </a:cxn>
              </a:cxnLst>
              <a:rect l="0" t="0" r="r" b="b"/>
              <a:pathLst>
                <a:path w="103" h="104">
                  <a:moveTo>
                    <a:pt x="29" y="14"/>
                  </a:moveTo>
                  <a:cubicBezTo>
                    <a:pt x="11" y="20"/>
                    <a:pt x="3" y="51"/>
                    <a:pt x="0" y="78"/>
                  </a:cubicBezTo>
                  <a:cubicBezTo>
                    <a:pt x="16" y="78"/>
                    <a:pt x="39" y="82"/>
                    <a:pt x="50" y="104"/>
                  </a:cubicBezTo>
                  <a:cubicBezTo>
                    <a:pt x="70" y="98"/>
                    <a:pt x="90" y="92"/>
                    <a:pt x="103" y="90"/>
                  </a:cubicBezTo>
                  <a:cubicBezTo>
                    <a:pt x="103" y="90"/>
                    <a:pt x="78" y="0"/>
                    <a:pt x="29" y="14"/>
                  </a:cubicBezTo>
                  <a:close/>
                </a:path>
              </a:pathLst>
            </a:custGeom>
            <a:solidFill>
              <a:srgbClr val="75342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6" name="Freeform 30">
              <a:extLst>
                <a:ext uri="{FF2B5EF4-FFF2-40B4-BE49-F238E27FC236}">
                  <a16:creationId xmlns:a16="http://schemas.microsoft.com/office/drawing/2014/main" id="{61135127-DD61-4464-8E8C-3FD002167A89}"/>
                </a:ext>
              </a:extLst>
            </p:cNvPr>
            <p:cNvSpPr>
              <a:spLocks/>
            </p:cNvSpPr>
            <p:nvPr/>
          </p:nvSpPr>
          <p:spPr bwMode="auto">
            <a:xfrm>
              <a:off x="7897813" y="3865563"/>
              <a:ext cx="512763" cy="835025"/>
            </a:xfrm>
            <a:custGeom>
              <a:avLst/>
              <a:gdLst>
                <a:gd name="T0" fmla="*/ 149 w 239"/>
                <a:gd name="T1" fmla="*/ 47 h 390"/>
                <a:gd name="T2" fmla="*/ 128 w 239"/>
                <a:gd name="T3" fmla="*/ 12 h 390"/>
                <a:gd name="T4" fmla="*/ 0 w 239"/>
                <a:gd name="T5" fmla="*/ 215 h 390"/>
                <a:gd name="T6" fmla="*/ 33 w 239"/>
                <a:gd name="T7" fmla="*/ 361 h 390"/>
                <a:gd name="T8" fmla="*/ 181 w 239"/>
                <a:gd name="T9" fmla="*/ 343 h 390"/>
                <a:gd name="T10" fmla="*/ 179 w 239"/>
                <a:gd name="T11" fmla="*/ 329 h 390"/>
                <a:gd name="T12" fmla="*/ 192 w 239"/>
                <a:gd name="T13" fmla="*/ 330 h 390"/>
                <a:gd name="T14" fmla="*/ 239 w 239"/>
                <a:gd name="T15" fmla="*/ 275 h 390"/>
                <a:gd name="T16" fmla="*/ 192 w 239"/>
                <a:gd name="T17" fmla="*/ 249 h 390"/>
                <a:gd name="T18" fmla="*/ 202 w 239"/>
                <a:gd name="T19" fmla="*/ 85 h 390"/>
                <a:gd name="T20" fmla="*/ 181 w 239"/>
                <a:gd name="T21" fmla="*/ 73 h 390"/>
                <a:gd name="T22" fmla="*/ 149 w 239"/>
                <a:gd name="T23" fmla="*/ 47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9" h="390">
                  <a:moveTo>
                    <a:pt x="149" y="47"/>
                  </a:moveTo>
                  <a:cubicBezTo>
                    <a:pt x="149" y="47"/>
                    <a:pt x="139" y="23"/>
                    <a:pt x="128" y="12"/>
                  </a:cubicBezTo>
                  <a:cubicBezTo>
                    <a:pt x="117" y="0"/>
                    <a:pt x="0" y="82"/>
                    <a:pt x="0" y="215"/>
                  </a:cubicBezTo>
                  <a:cubicBezTo>
                    <a:pt x="0" y="329"/>
                    <a:pt x="30" y="356"/>
                    <a:pt x="33" y="361"/>
                  </a:cubicBezTo>
                  <a:cubicBezTo>
                    <a:pt x="35" y="366"/>
                    <a:pt x="92" y="390"/>
                    <a:pt x="181" y="343"/>
                  </a:cubicBezTo>
                  <a:cubicBezTo>
                    <a:pt x="179" y="329"/>
                    <a:pt x="179" y="329"/>
                    <a:pt x="179" y="329"/>
                  </a:cubicBezTo>
                  <a:cubicBezTo>
                    <a:pt x="179" y="329"/>
                    <a:pt x="186" y="332"/>
                    <a:pt x="192" y="330"/>
                  </a:cubicBezTo>
                  <a:cubicBezTo>
                    <a:pt x="199" y="328"/>
                    <a:pt x="232" y="295"/>
                    <a:pt x="239" y="275"/>
                  </a:cubicBezTo>
                  <a:cubicBezTo>
                    <a:pt x="239" y="275"/>
                    <a:pt x="200" y="257"/>
                    <a:pt x="192" y="249"/>
                  </a:cubicBezTo>
                  <a:cubicBezTo>
                    <a:pt x="167" y="219"/>
                    <a:pt x="180" y="108"/>
                    <a:pt x="202" y="85"/>
                  </a:cubicBezTo>
                  <a:cubicBezTo>
                    <a:pt x="202" y="85"/>
                    <a:pt x="199" y="79"/>
                    <a:pt x="181" y="73"/>
                  </a:cubicBezTo>
                  <a:cubicBezTo>
                    <a:pt x="162" y="67"/>
                    <a:pt x="149" y="47"/>
                    <a:pt x="149" y="47"/>
                  </a:cubicBezTo>
                  <a:close/>
                </a:path>
              </a:pathLst>
            </a:custGeom>
            <a:solidFill>
              <a:srgbClr val="464B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7" name="Freeform 31">
              <a:extLst>
                <a:ext uri="{FF2B5EF4-FFF2-40B4-BE49-F238E27FC236}">
                  <a16:creationId xmlns:a16="http://schemas.microsoft.com/office/drawing/2014/main" id="{75D338F0-289F-43CF-8C52-B5C14C3AAA64}"/>
                </a:ext>
              </a:extLst>
            </p:cNvPr>
            <p:cNvSpPr>
              <a:spLocks/>
            </p:cNvSpPr>
            <p:nvPr/>
          </p:nvSpPr>
          <p:spPr bwMode="auto">
            <a:xfrm>
              <a:off x="8178801" y="3933825"/>
              <a:ext cx="136525" cy="131763"/>
            </a:xfrm>
            <a:custGeom>
              <a:avLst/>
              <a:gdLst>
                <a:gd name="T0" fmla="*/ 27 w 64"/>
                <a:gd name="T1" fmla="*/ 0 h 62"/>
                <a:gd name="T2" fmla="*/ 64 w 64"/>
                <a:gd name="T3" fmla="*/ 41 h 62"/>
                <a:gd name="T4" fmla="*/ 24 w 64"/>
                <a:gd name="T5" fmla="*/ 49 h 62"/>
                <a:gd name="T6" fmla="*/ 27 w 64"/>
                <a:gd name="T7" fmla="*/ 0 h 62"/>
              </a:gdLst>
              <a:ahLst/>
              <a:cxnLst>
                <a:cxn ang="0">
                  <a:pos x="T0" y="T1"/>
                </a:cxn>
                <a:cxn ang="0">
                  <a:pos x="T2" y="T3"/>
                </a:cxn>
                <a:cxn ang="0">
                  <a:pos x="T4" y="T5"/>
                </a:cxn>
                <a:cxn ang="0">
                  <a:pos x="T6" y="T7"/>
                </a:cxn>
              </a:cxnLst>
              <a:rect l="0" t="0" r="r" b="b"/>
              <a:pathLst>
                <a:path w="64" h="62">
                  <a:moveTo>
                    <a:pt x="27" y="0"/>
                  </a:moveTo>
                  <a:cubicBezTo>
                    <a:pt x="27" y="0"/>
                    <a:pt x="51" y="21"/>
                    <a:pt x="64" y="41"/>
                  </a:cubicBezTo>
                  <a:cubicBezTo>
                    <a:pt x="64" y="41"/>
                    <a:pt x="48" y="62"/>
                    <a:pt x="24" y="49"/>
                  </a:cubicBezTo>
                  <a:cubicBezTo>
                    <a:pt x="0" y="35"/>
                    <a:pt x="5" y="2"/>
                    <a:pt x="27" y="0"/>
                  </a:cubicBez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8" name="Freeform 32">
              <a:extLst>
                <a:ext uri="{FF2B5EF4-FFF2-40B4-BE49-F238E27FC236}">
                  <a16:creationId xmlns:a16="http://schemas.microsoft.com/office/drawing/2014/main" id="{5826B8E3-1BE6-4943-97EF-5221B4E91843}"/>
                </a:ext>
              </a:extLst>
            </p:cNvPr>
            <p:cNvSpPr>
              <a:spLocks/>
            </p:cNvSpPr>
            <p:nvPr/>
          </p:nvSpPr>
          <p:spPr bwMode="auto">
            <a:xfrm>
              <a:off x="8224838" y="3902075"/>
              <a:ext cx="165100" cy="198438"/>
            </a:xfrm>
            <a:custGeom>
              <a:avLst/>
              <a:gdLst>
                <a:gd name="T0" fmla="*/ 77 w 77"/>
                <a:gd name="T1" fmla="*/ 29 h 93"/>
                <a:gd name="T2" fmla="*/ 22 w 77"/>
                <a:gd name="T3" fmla="*/ 52 h 93"/>
                <a:gd name="T4" fmla="*/ 2 w 77"/>
                <a:gd name="T5" fmla="*/ 45 h 93"/>
                <a:gd name="T6" fmla="*/ 34 w 77"/>
                <a:gd name="T7" fmla="*/ 5 h 93"/>
                <a:gd name="T8" fmla="*/ 77 w 77"/>
                <a:gd name="T9" fmla="*/ 29 h 93"/>
              </a:gdLst>
              <a:ahLst/>
              <a:cxnLst>
                <a:cxn ang="0">
                  <a:pos x="T0" y="T1"/>
                </a:cxn>
                <a:cxn ang="0">
                  <a:pos x="T2" y="T3"/>
                </a:cxn>
                <a:cxn ang="0">
                  <a:pos x="T4" y="T5"/>
                </a:cxn>
                <a:cxn ang="0">
                  <a:pos x="T6" y="T7"/>
                </a:cxn>
                <a:cxn ang="0">
                  <a:pos x="T8" y="T9"/>
                </a:cxn>
              </a:cxnLst>
              <a:rect l="0" t="0" r="r" b="b"/>
              <a:pathLst>
                <a:path w="77" h="93">
                  <a:moveTo>
                    <a:pt x="77" y="29"/>
                  </a:moveTo>
                  <a:cubicBezTo>
                    <a:pt x="77" y="29"/>
                    <a:pt x="32" y="44"/>
                    <a:pt x="22" y="52"/>
                  </a:cubicBezTo>
                  <a:cubicBezTo>
                    <a:pt x="0" y="93"/>
                    <a:pt x="3" y="53"/>
                    <a:pt x="2" y="45"/>
                  </a:cubicBezTo>
                  <a:cubicBezTo>
                    <a:pt x="1" y="37"/>
                    <a:pt x="34" y="5"/>
                    <a:pt x="34" y="5"/>
                  </a:cubicBezTo>
                  <a:cubicBezTo>
                    <a:pt x="34" y="5"/>
                    <a:pt x="59" y="0"/>
                    <a:pt x="77" y="29"/>
                  </a:cubicBezTo>
                  <a:close/>
                </a:path>
              </a:pathLst>
            </a:custGeom>
            <a:solidFill>
              <a:srgbClr val="FFDCB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9" name="Freeform 33">
              <a:extLst>
                <a:ext uri="{FF2B5EF4-FFF2-40B4-BE49-F238E27FC236}">
                  <a16:creationId xmlns:a16="http://schemas.microsoft.com/office/drawing/2014/main" id="{D6670978-02C7-4088-BD07-F90F33CC736C}"/>
                </a:ext>
              </a:extLst>
            </p:cNvPr>
            <p:cNvSpPr>
              <a:spLocks/>
            </p:cNvSpPr>
            <p:nvPr/>
          </p:nvSpPr>
          <p:spPr bwMode="auto">
            <a:xfrm>
              <a:off x="8132763" y="3989388"/>
              <a:ext cx="165100" cy="387350"/>
            </a:xfrm>
            <a:custGeom>
              <a:avLst/>
              <a:gdLst>
                <a:gd name="T0" fmla="*/ 32 w 77"/>
                <a:gd name="T1" fmla="*/ 0 h 181"/>
                <a:gd name="T2" fmla="*/ 25 w 77"/>
                <a:gd name="T3" fmla="*/ 181 h 181"/>
                <a:gd name="T4" fmla="*/ 77 w 77"/>
                <a:gd name="T5" fmla="*/ 24 h 181"/>
                <a:gd name="T6" fmla="*/ 57 w 77"/>
                <a:gd name="T7" fmla="*/ 15 h 181"/>
                <a:gd name="T8" fmla="*/ 54 w 77"/>
                <a:gd name="T9" fmla="*/ 25 h 181"/>
                <a:gd name="T10" fmla="*/ 51 w 77"/>
                <a:gd name="T11" fmla="*/ 9 h 181"/>
                <a:gd name="T12" fmla="*/ 32 w 77"/>
                <a:gd name="T13" fmla="*/ 0 h 181"/>
              </a:gdLst>
              <a:ahLst/>
              <a:cxnLst>
                <a:cxn ang="0">
                  <a:pos x="T0" y="T1"/>
                </a:cxn>
                <a:cxn ang="0">
                  <a:pos x="T2" y="T3"/>
                </a:cxn>
                <a:cxn ang="0">
                  <a:pos x="T4" y="T5"/>
                </a:cxn>
                <a:cxn ang="0">
                  <a:pos x="T6" y="T7"/>
                </a:cxn>
                <a:cxn ang="0">
                  <a:pos x="T8" y="T9"/>
                </a:cxn>
                <a:cxn ang="0">
                  <a:pos x="T10" y="T11"/>
                </a:cxn>
                <a:cxn ang="0">
                  <a:pos x="T12" y="T13"/>
                </a:cxn>
              </a:cxnLst>
              <a:rect l="0" t="0" r="r" b="b"/>
              <a:pathLst>
                <a:path w="77" h="181">
                  <a:moveTo>
                    <a:pt x="32" y="0"/>
                  </a:moveTo>
                  <a:cubicBezTo>
                    <a:pt x="32" y="0"/>
                    <a:pt x="0" y="91"/>
                    <a:pt x="25" y="181"/>
                  </a:cubicBezTo>
                  <a:cubicBezTo>
                    <a:pt x="25" y="181"/>
                    <a:pt x="50" y="55"/>
                    <a:pt x="77" y="24"/>
                  </a:cubicBezTo>
                  <a:cubicBezTo>
                    <a:pt x="57" y="15"/>
                    <a:pt x="57" y="15"/>
                    <a:pt x="57" y="15"/>
                  </a:cubicBezTo>
                  <a:cubicBezTo>
                    <a:pt x="54" y="25"/>
                    <a:pt x="54" y="25"/>
                    <a:pt x="54" y="25"/>
                  </a:cubicBezTo>
                  <a:cubicBezTo>
                    <a:pt x="51" y="9"/>
                    <a:pt x="51" y="9"/>
                    <a:pt x="51" y="9"/>
                  </a:cubicBezTo>
                  <a:lnTo>
                    <a:pt x="32" y="0"/>
                  </a:lnTo>
                  <a:close/>
                </a:path>
              </a:pathLst>
            </a:custGeom>
            <a:solidFill>
              <a:srgbClr val="E5E5E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0" name="Freeform 34">
              <a:extLst>
                <a:ext uri="{FF2B5EF4-FFF2-40B4-BE49-F238E27FC236}">
                  <a16:creationId xmlns:a16="http://schemas.microsoft.com/office/drawing/2014/main" id="{F44ABB82-2B07-496B-8F8F-EA3FBE01FB41}"/>
                </a:ext>
              </a:extLst>
            </p:cNvPr>
            <p:cNvSpPr>
              <a:spLocks/>
            </p:cNvSpPr>
            <p:nvPr/>
          </p:nvSpPr>
          <p:spPr bwMode="auto">
            <a:xfrm>
              <a:off x="8207376" y="4033838"/>
              <a:ext cx="47625" cy="53975"/>
            </a:xfrm>
            <a:custGeom>
              <a:avLst/>
              <a:gdLst>
                <a:gd name="T0" fmla="*/ 13 w 22"/>
                <a:gd name="T1" fmla="*/ 0 h 25"/>
                <a:gd name="T2" fmla="*/ 22 w 22"/>
                <a:gd name="T3" fmla="*/ 8 h 25"/>
                <a:gd name="T4" fmla="*/ 17 w 22"/>
                <a:gd name="T5" fmla="*/ 25 h 25"/>
                <a:gd name="T6" fmla="*/ 1 w 22"/>
                <a:gd name="T7" fmla="*/ 12 h 25"/>
                <a:gd name="T8" fmla="*/ 13 w 22"/>
                <a:gd name="T9" fmla="*/ 0 h 25"/>
              </a:gdLst>
              <a:ahLst/>
              <a:cxnLst>
                <a:cxn ang="0">
                  <a:pos x="T0" y="T1"/>
                </a:cxn>
                <a:cxn ang="0">
                  <a:pos x="T2" y="T3"/>
                </a:cxn>
                <a:cxn ang="0">
                  <a:pos x="T4" y="T5"/>
                </a:cxn>
                <a:cxn ang="0">
                  <a:pos x="T6" y="T7"/>
                </a:cxn>
                <a:cxn ang="0">
                  <a:pos x="T8" y="T9"/>
                </a:cxn>
              </a:cxnLst>
              <a:rect l="0" t="0" r="r" b="b"/>
              <a:pathLst>
                <a:path w="22" h="25">
                  <a:moveTo>
                    <a:pt x="13" y="0"/>
                  </a:moveTo>
                  <a:cubicBezTo>
                    <a:pt x="22" y="8"/>
                    <a:pt x="22" y="8"/>
                    <a:pt x="22" y="8"/>
                  </a:cubicBezTo>
                  <a:cubicBezTo>
                    <a:pt x="17" y="25"/>
                    <a:pt x="17" y="25"/>
                    <a:pt x="17" y="25"/>
                  </a:cubicBezTo>
                  <a:cubicBezTo>
                    <a:pt x="17" y="25"/>
                    <a:pt x="1" y="16"/>
                    <a:pt x="1" y="12"/>
                  </a:cubicBezTo>
                  <a:cubicBezTo>
                    <a:pt x="0" y="9"/>
                    <a:pt x="13" y="0"/>
                    <a:pt x="13" y="0"/>
                  </a:cubicBezTo>
                  <a:close/>
                </a:path>
              </a:pathLst>
            </a:custGeom>
            <a:solidFill>
              <a:srgbClr val="1414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1" name="Freeform 35">
              <a:extLst>
                <a:ext uri="{FF2B5EF4-FFF2-40B4-BE49-F238E27FC236}">
                  <a16:creationId xmlns:a16="http://schemas.microsoft.com/office/drawing/2014/main" id="{9BA03918-7AEE-40CB-8489-DD12F7E41D68}"/>
                </a:ext>
              </a:extLst>
            </p:cNvPr>
            <p:cNvSpPr>
              <a:spLocks/>
            </p:cNvSpPr>
            <p:nvPr/>
          </p:nvSpPr>
          <p:spPr bwMode="auto">
            <a:xfrm>
              <a:off x="8056563" y="3944938"/>
              <a:ext cx="160338" cy="431800"/>
            </a:xfrm>
            <a:custGeom>
              <a:avLst/>
              <a:gdLst>
                <a:gd name="T0" fmla="*/ 75 w 75"/>
                <a:gd name="T1" fmla="*/ 10 h 202"/>
                <a:gd name="T2" fmla="*/ 31 w 75"/>
                <a:gd name="T3" fmla="*/ 0 h 202"/>
                <a:gd name="T4" fmla="*/ 45 w 75"/>
                <a:gd name="T5" fmla="*/ 75 h 202"/>
                <a:gd name="T6" fmla="*/ 0 w 75"/>
                <a:gd name="T7" fmla="*/ 94 h 202"/>
                <a:gd name="T8" fmla="*/ 61 w 75"/>
                <a:gd name="T9" fmla="*/ 202 h 202"/>
                <a:gd name="T10" fmla="*/ 75 w 75"/>
                <a:gd name="T11" fmla="*/ 10 h 202"/>
              </a:gdLst>
              <a:ahLst/>
              <a:cxnLst>
                <a:cxn ang="0">
                  <a:pos x="T0" y="T1"/>
                </a:cxn>
                <a:cxn ang="0">
                  <a:pos x="T2" y="T3"/>
                </a:cxn>
                <a:cxn ang="0">
                  <a:pos x="T4" y="T5"/>
                </a:cxn>
                <a:cxn ang="0">
                  <a:pos x="T6" y="T7"/>
                </a:cxn>
                <a:cxn ang="0">
                  <a:pos x="T8" y="T9"/>
                </a:cxn>
                <a:cxn ang="0">
                  <a:pos x="T10" y="T11"/>
                </a:cxn>
              </a:cxnLst>
              <a:rect l="0" t="0" r="r" b="b"/>
              <a:pathLst>
                <a:path w="75" h="202">
                  <a:moveTo>
                    <a:pt x="75" y="10"/>
                  </a:moveTo>
                  <a:cubicBezTo>
                    <a:pt x="75" y="10"/>
                    <a:pt x="39" y="10"/>
                    <a:pt x="31" y="0"/>
                  </a:cubicBezTo>
                  <a:cubicBezTo>
                    <a:pt x="31" y="0"/>
                    <a:pt x="30" y="45"/>
                    <a:pt x="45" y="75"/>
                  </a:cubicBezTo>
                  <a:cubicBezTo>
                    <a:pt x="0" y="94"/>
                    <a:pt x="0" y="94"/>
                    <a:pt x="0" y="94"/>
                  </a:cubicBezTo>
                  <a:cubicBezTo>
                    <a:pt x="0" y="94"/>
                    <a:pt x="43" y="182"/>
                    <a:pt x="61" y="202"/>
                  </a:cubicBezTo>
                  <a:cubicBezTo>
                    <a:pt x="61" y="202"/>
                    <a:pt x="44" y="58"/>
                    <a:pt x="75" y="10"/>
                  </a:cubicBezTo>
                  <a:close/>
                </a:path>
              </a:pathLst>
            </a:custGeom>
            <a:solidFill>
              <a:srgbClr val="676B6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2" name="Freeform 36">
              <a:extLst>
                <a:ext uri="{FF2B5EF4-FFF2-40B4-BE49-F238E27FC236}">
                  <a16:creationId xmlns:a16="http://schemas.microsoft.com/office/drawing/2014/main" id="{D70D16A2-EF34-44D5-B8F9-560A55500559}"/>
                </a:ext>
              </a:extLst>
            </p:cNvPr>
            <p:cNvSpPr>
              <a:spLocks/>
            </p:cNvSpPr>
            <p:nvPr/>
          </p:nvSpPr>
          <p:spPr bwMode="auto">
            <a:xfrm>
              <a:off x="8180388" y="4021138"/>
              <a:ext cx="185738" cy="355600"/>
            </a:xfrm>
            <a:custGeom>
              <a:avLst/>
              <a:gdLst>
                <a:gd name="T0" fmla="*/ 49 w 87"/>
                <a:gd name="T1" fmla="*/ 0 h 166"/>
                <a:gd name="T2" fmla="*/ 87 w 87"/>
                <a:gd name="T3" fmla="*/ 6 h 166"/>
                <a:gd name="T4" fmla="*/ 43 w 87"/>
                <a:gd name="T5" fmla="*/ 48 h 166"/>
                <a:gd name="T6" fmla="*/ 76 w 87"/>
                <a:gd name="T7" fmla="*/ 53 h 166"/>
                <a:gd name="T8" fmla="*/ 3 w 87"/>
                <a:gd name="T9" fmla="*/ 166 h 166"/>
                <a:gd name="T10" fmla="*/ 49 w 87"/>
                <a:gd name="T11" fmla="*/ 0 h 166"/>
              </a:gdLst>
              <a:ahLst/>
              <a:cxnLst>
                <a:cxn ang="0">
                  <a:pos x="T0" y="T1"/>
                </a:cxn>
                <a:cxn ang="0">
                  <a:pos x="T2" y="T3"/>
                </a:cxn>
                <a:cxn ang="0">
                  <a:pos x="T4" y="T5"/>
                </a:cxn>
                <a:cxn ang="0">
                  <a:pos x="T6" y="T7"/>
                </a:cxn>
                <a:cxn ang="0">
                  <a:pos x="T8" y="T9"/>
                </a:cxn>
                <a:cxn ang="0">
                  <a:pos x="T10" y="T11"/>
                </a:cxn>
              </a:cxnLst>
              <a:rect l="0" t="0" r="r" b="b"/>
              <a:pathLst>
                <a:path w="87" h="166">
                  <a:moveTo>
                    <a:pt x="49" y="0"/>
                  </a:moveTo>
                  <a:cubicBezTo>
                    <a:pt x="49" y="0"/>
                    <a:pt x="70" y="12"/>
                    <a:pt x="87" y="6"/>
                  </a:cubicBezTo>
                  <a:cubicBezTo>
                    <a:pt x="87" y="6"/>
                    <a:pt x="70" y="39"/>
                    <a:pt x="43" y="48"/>
                  </a:cubicBezTo>
                  <a:cubicBezTo>
                    <a:pt x="43" y="48"/>
                    <a:pt x="64" y="54"/>
                    <a:pt x="76" y="53"/>
                  </a:cubicBezTo>
                  <a:cubicBezTo>
                    <a:pt x="76" y="53"/>
                    <a:pt x="15" y="140"/>
                    <a:pt x="3" y="166"/>
                  </a:cubicBezTo>
                  <a:cubicBezTo>
                    <a:pt x="3" y="166"/>
                    <a:pt x="0" y="124"/>
                    <a:pt x="49" y="0"/>
                  </a:cubicBezTo>
                  <a:close/>
                </a:path>
              </a:pathLst>
            </a:custGeom>
            <a:solidFill>
              <a:srgbClr val="676B6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3" name="Freeform 37">
              <a:extLst>
                <a:ext uri="{FF2B5EF4-FFF2-40B4-BE49-F238E27FC236}">
                  <a16:creationId xmlns:a16="http://schemas.microsoft.com/office/drawing/2014/main" id="{E31590B8-78E1-44BC-A5CA-D890132D2A4E}"/>
                </a:ext>
              </a:extLst>
            </p:cNvPr>
            <p:cNvSpPr>
              <a:spLocks/>
            </p:cNvSpPr>
            <p:nvPr/>
          </p:nvSpPr>
          <p:spPr bwMode="auto">
            <a:xfrm>
              <a:off x="8194676" y="4402138"/>
              <a:ext cx="82550" cy="150813"/>
            </a:xfrm>
            <a:custGeom>
              <a:avLst/>
              <a:gdLst>
                <a:gd name="T0" fmla="*/ 0 w 38"/>
                <a:gd name="T1" fmla="*/ 0 h 70"/>
                <a:gd name="T2" fmla="*/ 38 w 38"/>
                <a:gd name="T3" fmla="*/ 70 h 70"/>
                <a:gd name="T4" fmla="*/ 0 w 38"/>
                <a:gd name="T5" fmla="*/ 0 h 70"/>
              </a:gdLst>
              <a:ahLst/>
              <a:cxnLst>
                <a:cxn ang="0">
                  <a:pos x="T0" y="T1"/>
                </a:cxn>
                <a:cxn ang="0">
                  <a:pos x="T2" y="T3"/>
                </a:cxn>
                <a:cxn ang="0">
                  <a:pos x="T4" y="T5"/>
                </a:cxn>
              </a:cxnLst>
              <a:rect l="0" t="0" r="r" b="b"/>
              <a:pathLst>
                <a:path w="38" h="70">
                  <a:moveTo>
                    <a:pt x="0" y="0"/>
                  </a:moveTo>
                  <a:cubicBezTo>
                    <a:pt x="0" y="0"/>
                    <a:pt x="4" y="45"/>
                    <a:pt x="38" y="70"/>
                  </a:cubicBezTo>
                  <a:cubicBezTo>
                    <a:pt x="38" y="70"/>
                    <a:pt x="9" y="34"/>
                    <a:pt x="0" y="0"/>
                  </a:cubicBezTo>
                  <a:close/>
                </a:path>
              </a:pathLst>
            </a:custGeom>
            <a:solidFill>
              <a:srgbClr val="2327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4" name="Freeform 38">
              <a:extLst>
                <a:ext uri="{FF2B5EF4-FFF2-40B4-BE49-F238E27FC236}">
                  <a16:creationId xmlns:a16="http://schemas.microsoft.com/office/drawing/2014/main" id="{4D495F05-8DE3-4552-8667-44D114DA6A5B}"/>
                </a:ext>
              </a:extLst>
            </p:cNvPr>
            <p:cNvSpPr>
              <a:spLocks/>
            </p:cNvSpPr>
            <p:nvPr/>
          </p:nvSpPr>
          <p:spPr bwMode="auto">
            <a:xfrm>
              <a:off x="7956551" y="4586288"/>
              <a:ext cx="161925" cy="82550"/>
            </a:xfrm>
            <a:custGeom>
              <a:avLst/>
              <a:gdLst>
                <a:gd name="T0" fmla="*/ 75 w 75"/>
                <a:gd name="T1" fmla="*/ 33 h 38"/>
                <a:gd name="T2" fmla="*/ 12 w 75"/>
                <a:gd name="T3" fmla="*/ 0 h 38"/>
                <a:gd name="T4" fmla="*/ 5 w 75"/>
                <a:gd name="T5" fmla="*/ 24 h 38"/>
                <a:gd name="T6" fmla="*/ 75 w 75"/>
                <a:gd name="T7" fmla="*/ 33 h 38"/>
              </a:gdLst>
              <a:ahLst/>
              <a:cxnLst>
                <a:cxn ang="0">
                  <a:pos x="T0" y="T1"/>
                </a:cxn>
                <a:cxn ang="0">
                  <a:pos x="T2" y="T3"/>
                </a:cxn>
                <a:cxn ang="0">
                  <a:pos x="T4" y="T5"/>
                </a:cxn>
                <a:cxn ang="0">
                  <a:pos x="T6" y="T7"/>
                </a:cxn>
              </a:cxnLst>
              <a:rect l="0" t="0" r="r" b="b"/>
              <a:pathLst>
                <a:path w="75" h="38">
                  <a:moveTo>
                    <a:pt x="75" y="33"/>
                  </a:moveTo>
                  <a:cubicBezTo>
                    <a:pt x="75" y="33"/>
                    <a:pt x="31" y="23"/>
                    <a:pt x="12" y="0"/>
                  </a:cubicBezTo>
                  <a:cubicBezTo>
                    <a:pt x="12" y="0"/>
                    <a:pt x="0" y="9"/>
                    <a:pt x="5" y="24"/>
                  </a:cubicBezTo>
                  <a:cubicBezTo>
                    <a:pt x="5" y="24"/>
                    <a:pt x="31" y="38"/>
                    <a:pt x="75" y="33"/>
                  </a:cubicBezTo>
                  <a:close/>
                </a:path>
              </a:pathLst>
            </a:custGeom>
            <a:solidFill>
              <a:srgbClr val="676B6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5" name="Freeform 39">
              <a:extLst>
                <a:ext uri="{FF2B5EF4-FFF2-40B4-BE49-F238E27FC236}">
                  <a16:creationId xmlns:a16="http://schemas.microsoft.com/office/drawing/2014/main" id="{384EBD38-9D33-46A7-8858-F6BB8E3411F4}"/>
                </a:ext>
              </a:extLst>
            </p:cNvPr>
            <p:cNvSpPr>
              <a:spLocks/>
            </p:cNvSpPr>
            <p:nvPr/>
          </p:nvSpPr>
          <p:spPr bwMode="auto">
            <a:xfrm>
              <a:off x="8172451" y="3924300"/>
              <a:ext cx="69850" cy="109538"/>
            </a:xfrm>
            <a:custGeom>
              <a:avLst/>
              <a:gdLst>
                <a:gd name="T0" fmla="*/ 30 w 33"/>
                <a:gd name="T1" fmla="*/ 4 h 51"/>
                <a:gd name="T2" fmla="*/ 33 w 33"/>
                <a:gd name="T3" fmla="*/ 39 h 51"/>
                <a:gd name="T4" fmla="*/ 14 w 33"/>
                <a:gd name="T5" fmla="*/ 51 h 51"/>
                <a:gd name="T6" fmla="*/ 10 w 33"/>
                <a:gd name="T7" fmla="*/ 0 h 51"/>
                <a:gd name="T8" fmla="*/ 30 w 33"/>
                <a:gd name="T9" fmla="*/ 4 h 51"/>
              </a:gdLst>
              <a:ahLst/>
              <a:cxnLst>
                <a:cxn ang="0">
                  <a:pos x="T0" y="T1"/>
                </a:cxn>
                <a:cxn ang="0">
                  <a:pos x="T2" y="T3"/>
                </a:cxn>
                <a:cxn ang="0">
                  <a:pos x="T4" y="T5"/>
                </a:cxn>
                <a:cxn ang="0">
                  <a:pos x="T6" y="T7"/>
                </a:cxn>
                <a:cxn ang="0">
                  <a:pos x="T8" y="T9"/>
                </a:cxn>
              </a:cxnLst>
              <a:rect l="0" t="0" r="r" b="b"/>
              <a:pathLst>
                <a:path w="33" h="51">
                  <a:moveTo>
                    <a:pt x="30" y="4"/>
                  </a:moveTo>
                  <a:cubicBezTo>
                    <a:pt x="30" y="4"/>
                    <a:pt x="20" y="16"/>
                    <a:pt x="33" y="39"/>
                  </a:cubicBezTo>
                  <a:cubicBezTo>
                    <a:pt x="14" y="51"/>
                    <a:pt x="14" y="51"/>
                    <a:pt x="14" y="51"/>
                  </a:cubicBezTo>
                  <a:cubicBezTo>
                    <a:pt x="14" y="51"/>
                    <a:pt x="0" y="12"/>
                    <a:pt x="10" y="0"/>
                  </a:cubicBezTo>
                  <a:lnTo>
                    <a:pt x="30" y="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6" name="Freeform 40">
              <a:extLst>
                <a:ext uri="{FF2B5EF4-FFF2-40B4-BE49-F238E27FC236}">
                  <a16:creationId xmlns:a16="http://schemas.microsoft.com/office/drawing/2014/main" id="{ED77270A-621E-4ACD-BAA1-25D5AF72BFE5}"/>
                </a:ext>
              </a:extLst>
            </p:cNvPr>
            <p:cNvSpPr>
              <a:spLocks/>
            </p:cNvSpPr>
            <p:nvPr/>
          </p:nvSpPr>
          <p:spPr bwMode="auto">
            <a:xfrm>
              <a:off x="8255001" y="3997325"/>
              <a:ext cx="60325" cy="61913"/>
            </a:xfrm>
            <a:custGeom>
              <a:avLst/>
              <a:gdLst>
                <a:gd name="T0" fmla="*/ 0 w 38"/>
                <a:gd name="T1" fmla="*/ 15 h 39"/>
                <a:gd name="T2" fmla="*/ 8 w 38"/>
                <a:gd name="T3" fmla="*/ 39 h 39"/>
                <a:gd name="T4" fmla="*/ 38 w 38"/>
                <a:gd name="T5" fmla="*/ 15 h 39"/>
                <a:gd name="T6" fmla="*/ 27 w 38"/>
                <a:gd name="T7" fmla="*/ 0 h 39"/>
                <a:gd name="T8" fmla="*/ 0 w 38"/>
                <a:gd name="T9" fmla="*/ 15 h 39"/>
              </a:gdLst>
              <a:ahLst/>
              <a:cxnLst>
                <a:cxn ang="0">
                  <a:pos x="T0" y="T1"/>
                </a:cxn>
                <a:cxn ang="0">
                  <a:pos x="T2" y="T3"/>
                </a:cxn>
                <a:cxn ang="0">
                  <a:pos x="T4" y="T5"/>
                </a:cxn>
                <a:cxn ang="0">
                  <a:pos x="T6" y="T7"/>
                </a:cxn>
                <a:cxn ang="0">
                  <a:pos x="T8" y="T9"/>
                </a:cxn>
              </a:cxnLst>
              <a:rect l="0" t="0" r="r" b="b"/>
              <a:pathLst>
                <a:path w="38" h="39">
                  <a:moveTo>
                    <a:pt x="0" y="15"/>
                  </a:moveTo>
                  <a:lnTo>
                    <a:pt x="8" y="39"/>
                  </a:lnTo>
                  <a:lnTo>
                    <a:pt x="38" y="15"/>
                  </a:lnTo>
                  <a:lnTo>
                    <a:pt x="27" y="0"/>
                  </a:lnTo>
                  <a:lnTo>
                    <a:pt x="0" y="1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7" name="Freeform 41">
              <a:extLst>
                <a:ext uri="{FF2B5EF4-FFF2-40B4-BE49-F238E27FC236}">
                  <a16:creationId xmlns:a16="http://schemas.microsoft.com/office/drawing/2014/main" id="{58112028-6151-4895-8224-A0740F70E0A1}"/>
                </a:ext>
              </a:extLst>
            </p:cNvPr>
            <p:cNvSpPr>
              <a:spLocks/>
            </p:cNvSpPr>
            <p:nvPr/>
          </p:nvSpPr>
          <p:spPr bwMode="auto">
            <a:xfrm>
              <a:off x="7831138" y="3963988"/>
              <a:ext cx="404813" cy="198438"/>
            </a:xfrm>
            <a:custGeom>
              <a:avLst/>
              <a:gdLst>
                <a:gd name="T0" fmla="*/ 180 w 189"/>
                <a:gd name="T1" fmla="*/ 49 h 93"/>
                <a:gd name="T2" fmla="*/ 134 w 189"/>
                <a:gd name="T3" fmla="*/ 58 h 93"/>
                <a:gd name="T4" fmla="*/ 21 w 189"/>
                <a:gd name="T5" fmla="*/ 12 h 93"/>
                <a:gd name="T6" fmla="*/ 0 w 189"/>
                <a:gd name="T7" fmla="*/ 39 h 93"/>
                <a:gd name="T8" fmla="*/ 20 w 189"/>
                <a:gd name="T9" fmla="*/ 64 h 93"/>
                <a:gd name="T10" fmla="*/ 85 w 189"/>
                <a:gd name="T11" fmla="*/ 69 h 93"/>
                <a:gd name="T12" fmla="*/ 189 w 189"/>
                <a:gd name="T13" fmla="*/ 55 h 93"/>
                <a:gd name="T14" fmla="*/ 180 w 189"/>
                <a:gd name="T15" fmla="*/ 49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9" h="93">
                  <a:moveTo>
                    <a:pt x="180" y="49"/>
                  </a:moveTo>
                  <a:cubicBezTo>
                    <a:pt x="180" y="49"/>
                    <a:pt x="161" y="66"/>
                    <a:pt x="134" y="58"/>
                  </a:cubicBezTo>
                  <a:cubicBezTo>
                    <a:pt x="107" y="49"/>
                    <a:pt x="75" y="0"/>
                    <a:pt x="21" y="12"/>
                  </a:cubicBezTo>
                  <a:cubicBezTo>
                    <a:pt x="0" y="39"/>
                    <a:pt x="0" y="39"/>
                    <a:pt x="0" y="39"/>
                  </a:cubicBezTo>
                  <a:cubicBezTo>
                    <a:pt x="20" y="64"/>
                    <a:pt x="20" y="64"/>
                    <a:pt x="20" y="64"/>
                  </a:cubicBezTo>
                  <a:cubicBezTo>
                    <a:pt x="20" y="64"/>
                    <a:pt x="54" y="47"/>
                    <a:pt x="85" y="69"/>
                  </a:cubicBezTo>
                  <a:cubicBezTo>
                    <a:pt x="115" y="91"/>
                    <a:pt x="159" y="93"/>
                    <a:pt x="189" y="55"/>
                  </a:cubicBezTo>
                  <a:cubicBezTo>
                    <a:pt x="189" y="55"/>
                    <a:pt x="186" y="45"/>
                    <a:pt x="180" y="49"/>
                  </a:cubicBezTo>
                  <a:close/>
                </a:path>
              </a:pathLst>
            </a:custGeom>
            <a:solidFill>
              <a:srgbClr val="1414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8" name="Freeform 42">
              <a:extLst>
                <a:ext uri="{FF2B5EF4-FFF2-40B4-BE49-F238E27FC236}">
                  <a16:creationId xmlns:a16="http://schemas.microsoft.com/office/drawing/2014/main" id="{5403E375-94C9-4A1D-878B-2EA711CD5A99}"/>
                </a:ext>
              </a:extLst>
            </p:cNvPr>
            <p:cNvSpPr>
              <a:spLocks/>
            </p:cNvSpPr>
            <p:nvPr/>
          </p:nvSpPr>
          <p:spPr bwMode="auto">
            <a:xfrm>
              <a:off x="8164513" y="4429125"/>
              <a:ext cx="28575" cy="33338"/>
            </a:xfrm>
            <a:custGeom>
              <a:avLst/>
              <a:gdLst>
                <a:gd name="T0" fmla="*/ 12 w 13"/>
                <a:gd name="T1" fmla="*/ 7 h 16"/>
                <a:gd name="T2" fmla="*/ 8 w 13"/>
                <a:gd name="T3" fmla="*/ 16 h 16"/>
                <a:gd name="T4" fmla="*/ 1 w 13"/>
                <a:gd name="T5" fmla="*/ 10 h 16"/>
                <a:gd name="T6" fmla="*/ 5 w 13"/>
                <a:gd name="T7" fmla="*/ 1 h 16"/>
                <a:gd name="T8" fmla="*/ 12 w 13"/>
                <a:gd name="T9" fmla="*/ 7 h 16"/>
              </a:gdLst>
              <a:ahLst/>
              <a:cxnLst>
                <a:cxn ang="0">
                  <a:pos x="T0" y="T1"/>
                </a:cxn>
                <a:cxn ang="0">
                  <a:pos x="T2" y="T3"/>
                </a:cxn>
                <a:cxn ang="0">
                  <a:pos x="T4" y="T5"/>
                </a:cxn>
                <a:cxn ang="0">
                  <a:pos x="T6" y="T7"/>
                </a:cxn>
                <a:cxn ang="0">
                  <a:pos x="T8" y="T9"/>
                </a:cxn>
              </a:cxnLst>
              <a:rect l="0" t="0" r="r" b="b"/>
              <a:pathLst>
                <a:path w="13" h="16">
                  <a:moveTo>
                    <a:pt x="12" y="7"/>
                  </a:moveTo>
                  <a:cubicBezTo>
                    <a:pt x="13" y="11"/>
                    <a:pt x="11" y="15"/>
                    <a:pt x="8" y="16"/>
                  </a:cubicBezTo>
                  <a:cubicBezTo>
                    <a:pt x="5" y="16"/>
                    <a:pt x="2" y="14"/>
                    <a:pt x="1" y="10"/>
                  </a:cubicBezTo>
                  <a:cubicBezTo>
                    <a:pt x="0" y="5"/>
                    <a:pt x="2" y="1"/>
                    <a:pt x="5" y="1"/>
                  </a:cubicBezTo>
                  <a:cubicBezTo>
                    <a:pt x="8" y="0"/>
                    <a:pt x="11" y="3"/>
                    <a:pt x="12" y="7"/>
                  </a:cubicBezTo>
                  <a:close/>
                </a:path>
              </a:pathLst>
            </a:custGeom>
            <a:solidFill>
              <a:srgbClr val="2327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9" name="Freeform 43">
              <a:extLst>
                <a:ext uri="{FF2B5EF4-FFF2-40B4-BE49-F238E27FC236}">
                  <a16:creationId xmlns:a16="http://schemas.microsoft.com/office/drawing/2014/main" id="{C13BF9F2-167B-444B-9AB7-F326EEB4750D}"/>
                </a:ext>
              </a:extLst>
            </p:cNvPr>
            <p:cNvSpPr>
              <a:spLocks/>
            </p:cNvSpPr>
            <p:nvPr/>
          </p:nvSpPr>
          <p:spPr bwMode="auto">
            <a:xfrm>
              <a:off x="8193088" y="4503738"/>
              <a:ext cx="28575" cy="33338"/>
            </a:xfrm>
            <a:custGeom>
              <a:avLst/>
              <a:gdLst>
                <a:gd name="T0" fmla="*/ 12 w 13"/>
                <a:gd name="T1" fmla="*/ 7 h 16"/>
                <a:gd name="T2" fmla="*/ 9 w 13"/>
                <a:gd name="T3" fmla="*/ 16 h 16"/>
                <a:gd name="T4" fmla="*/ 1 w 13"/>
                <a:gd name="T5" fmla="*/ 9 h 16"/>
                <a:gd name="T6" fmla="*/ 5 w 13"/>
                <a:gd name="T7" fmla="*/ 1 h 16"/>
                <a:gd name="T8" fmla="*/ 12 w 13"/>
                <a:gd name="T9" fmla="*/ 7 h 16"/>
              </a:gdLst>
              <a:ahLst/>
              <a:cxnLst>
                <a:cxn ang="0">
                  <a:pos x="T0" y="T1"/>
                </a:cxn>
                <a:cxn ang="0">
                  <a:pos x="T2" y="T3"/>
                </a:cxn>
                <a:cxn ang="0">
                  <a:pos x="T4" y="T5"/>
                </a:cxn>
                <a:cxn ang="0">
                  <a:pos x="T6" y="T7"/>
                </a:cxn>
                <a:cxn ang="0">
                  <a:pos x="T8" y="T9"/>
                </a:cxn>
              </a:cxnLst>
              <a:rect l="0" t="0" r="r" b="b"/>
              <a:pathLst>
                <a:path w="13" h="16">
                  <a:moveTo>
                    <a:pt x="12" y="7"/>
                  </a:moveTo>
                  <a:cubicBezTo>
                    <a:pt x="13" y="11"/>
                    <a:pt x="12" y="15"/>
                    <a:pt x="9" y="16"/>
                  </a:cubicBezTo>
                  <a:cubicBezTo>
                    <a:pt x="6" y="16"/>
                    <a:pt x="2" y="14"/>
                    <a:pt x="1" y="9"/>
                  </a:cubicBezTo>
                  <a:cubicBezTo>
                    <a:pt x="0" y="5"/>
                    <a:pt x="2" y="1"/>
                    <a:pt x="5" y="1"/>
                  </a:cubicBezTo>
                  <a:cubicBezTo>
                    <a:pt x="8" y="0"/>
                    <a:pt x="11" y="3"/>
                    <a:pt x="12" y="7"/>
                  </a:cubicBezTo>
                  <a:close/>
                </a:path>
              </a:pathLst>
            </a:custGeom>
            <a:solidFill>
              <a:srgbClr val="2327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0" name="Freeform 44">
              <a:extLst>
                <a:ext uri="{FF2B5EF4-FFF2-40B4-BE49-F238E27FC236}">
                  <a16:creationId xmlns:a16="http://schemas.microsoft.com/office/drawing/2014/main" id="{A0B53DD0-F9EE-4F02-B746-1F43A21672B8}"/>
                </a:ext>
              </a:extLst>
            </p:cNvPr>
            <p:cNvSpPr>
              <a:spLocks/>
            </p:cNvSpPr>
            <p:nvPr/>
          </p:nvSpPr>
          <p:spPr bwMode="auto">
            <a:xfrm>
              <a:off x="8148638" y="4462463"/>
              <a:ext cx="257175" cy="188913"/>
            </a:xfrm>
            <a:custGeom>
              <a:avLst/>
              <a:gdLst>
                <a:gd name="T0" fmla="*/ 0 w 120"/>
                <a:gd name="T1" fmla="*/ 88 h 88"/>
                <a:gd name="T2" fmla="*/ 64 w 120"/>
                <a:gd name="T3" fmla="*/ 62 h 88"/>
                <a:gd name="T4" fmla="*/ 60 w 120"/>
                <a:gd name="T5" fmla="*/ 48 h 88"/>
                <a:gd name="T6" fmla="*/ 75 w 120"/>
                <a:gd name="T7" fmla="*/ 51 h 88"/>
                <a:gd name="T8" fmla="*/ 120 w 120"/>
                <a:gd name="T9" fmla="*/ 0 h 88"/>
                <a:gd name="T10" fmla="*/ 74 w 120"/>
                <a:gd name="T11" fmla="*/ 58 h 88"/>
                <a:gd name="T12" fmla="*/ 66 w 120"/>
                <a:gd name="T13" fmla="*/ 54 h 88"/>
                <a:gd name="T14" fmla="*/ 69 w 120"/>
                <a:gd name="T15" fmla="*/ 65 h 88"/>
                <a:gd name="T16" fmla="*/ 0 w 120"/>
                <a:gd name="T1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0" h="88">
                  <a:moveTo>
                    <a:pt x="0" y="88"/>
                  </a:moveTo>
                  <a:cubicBezTo>
                    <a:pt x="0" y="88"/>
                    <a:pt x="58" y="68"/>
                    <a:pt x="64" y="62"/>
                  </a:cubicBezTo>
                  <a:cubicBezTo>
                    <a:pt x="60" y="48"/>
                    <a:pt x="60" y="48"/>
                    <a:pt x="60" y="48"/>
                  </a:cubicBezTo>
                  <a:cubicBezTo>
                    <a:pt x="60" y="48"/>
                    <a:pt x="72" y="53"/>
                    <a:pt x="75" y="51"/>
                  </a:cubicBezTo>
                  <a:cubicBezTo>
                    <a:pt x="75" y="51"/>
                    <a:pt x="112" y="15"/>
                    <a:pt x="120" y="0"/>
                  </a:cubicBezTo>
                  <a:cubicBezTo>
                    <a:pt x="120" y="0"/>
                    <a:pt x="97" y="39"/>
                    <a:pt x="74" y="58"/>
                  </a:cubicBezTo>
                  <a:cubicBezTo>
                    <a:pt x="66" y="54"/>
                    <a:pt x="66" y="54"/>
                    <a:pt x="66" y="54"/>
                  </a:cubicBezTo>
                  <a:cubicBezTo>
                    <a:pt x="69" y="65"/>
                    <a:pt x="69" y="65"/>
                    <a:pt x="69" y="65"/>
                  </a:cubicBezTo>
                  <a:cubicBezTo>
                    <a:pt x="69" y="65"/>
                    <a:pt x="34" y="83"/>
                    <a:pt x="0" y="88"/>
                  </a:cubicBezTo>
                  <a:close/>
                </a:path>
              </a:pathLst>
            </a:custGeom>
            <a:solidFill>
              <a:srgbClr val="2327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1" name="Freeform 45">
              <a:extLst>
                <a:ext uri="{FF2B5EF4-FFF2-40B4-BE49-F238E27FC236}">
                  <a16:creationId xmlns:a16="http://schemas.microsoft.com/office/drawing/2014/main" id="{624360E6-D98D-4E0A-B342-6D3DEF42BE31}"/>
                </a:ext>
              </a:extLst>
            </p:cNvPr>
            <p:cNvSpPr>
              <a:spLocks/>
            </p:cNvSpPr>
            <p:nvPr/>
          </p:nvSpPr>
          <p:spPr bwMode="auto">
            <a:xfrm>
              <a:off x="6861176" y="4429125"/>
              <a:ext cx="390525" cy="358775"/>
            </a:xfrm>
            <a:custGeom>
              <a:avLst/>
              <a:gdLst>
                <a:gd name="T0" fmla="*/ 112 w 182"/>
                <a:gd name="T1" fmla="*/ 28 h 168"/>
                <a:gd name="T2" fmla="*/ 52 w 182"/>
                <a:gd name="T3" fmla="*/ 60 h 168"/>
                <a:gd name="T4" fmla="*/ 14 w 182"/>
                <a:gd name="T5" fmla="*/ 114 h 168"/>
                <a:gd name="T6" fmla="*/ 76 w 182"/>
                <a:gd name="T7" fmla="*/ 140 h 168"/>
                <a:gd name="T8" fmla="*/ 126 w 182"/>
                <a:gd name="T9" fmla="*/ 168 h 168"/>
                <a:gd name="T10" fmla="*/ 157 w 182"/>
                <a:gd name="T11" fmla="*/ 102 h 168"/>
                <a:gd name="T12" fmla="*/ 164 w 182"/>
                <a:gd name="T13" fmla="*/ 47 h 168"/>
                <a:gd name="T14" fmla="*/ 112 w 182"/>
                <a:gd name="T15" fmla="*/ 28 h 1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2" h="168">
                  <a:moveTo>
                    <a:pt x="112" y="28"/>
                  </a:moveTo>
                  <a:cubicBezTo>
                    <a:pt x="100" y="0"/>
                    <a:pt x="36" y="16"/>
                    <a:pt x="52" y="60"/>
                  </a:cubicBezTo>
                  <a:cubicBezTo>
                    <a:pt x="52" y="60"/>
                    <a:pt x="0" y="69"/>
                    <a:pt x="14" y="114"/>
                  </a:cubicBezTo>
                  <a:cubicBezTo>
                    <a:pt x="28" y="160"/>
                    <a:pt x="76" y="140"/>
                    <a:pt x="76" y="140"/>
                  </a:cubicBezTo>
                  <a:cubicBezTo>
                    <a:pt x="76" y="140"/>
                    <a:pt x="82" y="167"/>
                    <a:pt x="126" y="168"/>
                  </a:cubicBezTo>
                  <a:cubicBezTo>
                    <a:pt x="170" y="168"/>
                    <a:pt x="169" y="110"/>
                    <a:pt x="157" y="102"/>
                  </a:cubicBezTo>
                  <a:cubicBezTo>
                    <a:pt x="157" y="102"/>
                    <a:pt x="182" y="81"/>
                    <a:pt x="164" y="47"/>
                  </a:cubicBezTo>
                  <a:cubicBezTo>
                    <a:pt x="146" y="14"/>
                    <a:pt x="112" y="28"/>
                    <a:pt x="112" y="28"/>
                  </a:cubicBez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2" name="Freeform 46">
              <a:extLst>
                <a:ext uri="{FF2B5EF4-FFF2-40B4-BE49-F238E27FC236}">
                  <a16:creationId xmlns:a16="http://schemas.microsoft.com/office/drawing/2014/main" id="{E219DCAC-553C-47AF-9441-B32FEA965732}"/>
                </a:ext>
              </a:extLst>
            </p:cNvPr>
            <p:cNvSpPr>
              <a:spLocks/>
            </p:cNvSpPr>
            <p:nvPr/>
          </p:nvSpPr>
          <p:spPr bwMode="auto">
            <a:xfrm>
              <a:off x="7027863" y="4233863"/>
              <a:ext cx="206375" cy="203200"/>
            </a:xfrm>
            <a:custGeom>
              <a:avLst/>
              <a:gdLst>
                <a:gd name="T0" fmla="*/ 72 w 96"/>
                <a:gd name="T1" fmla="*/ 34 h 95"/>
                <a:gd name="T2" fmla="*/ 45 w 96"/>
                <a:gd name="T3" fmla="*/ 22 h 95"/>
                <a:gd name="T4" fmla="*/ 14 w 96"/>
                <a:gd name="T5" fmla="*/ 20 h 95"/>
                <a:gd name="T6" fmla="*/ 23 w 96"/>
                <a:gd name="T7" fmla="*/ 48 h 95"/>
                <a:gd name="T8" fmla="*/ 29 w 96"/>
                <a:gd name="T9" fmla="*/ 77 h 95"/>
                <a:gd name="T10" fmla="*/ 62 w 96"/>
                <a:gd name="T11" fmla="*/ 62 h 95"/>
                <a:gd name="T12" fmla="*/ 86 w 96"/>
                <a:gd name="T13" fmla="*/ 58 h 95"/>
                <a:gd name="T14" fmla="*/ 72 w 96"/>
                <a:gd name="T15" fmla="*/ 34 h 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6" h="95">
                  <a:moveTo>
                    <a:pt x="72" y="34"/>
                  </a:moveTo>
                  <a:cubicBezTo>
                    <a:pt x="79" y="20"/>
                    <a:pt x="57" y="1"/>
                    <a:pt x="45" y="22"/>
                  </a:cubicBezTo>
                  <a:cubicBezTo>
                    <a:pt x="45" y="22"/>
                    <a:pt x="27" y="0"/>
                    <a:pt x="14" y="20"/>
                  </a:cubicBezTo>
                  <a:cubicBezTo>
                    <a:pt x="0" y="40"/>
                    <a:pt x="23" y="48"/>
                    <a:pt x="23" y="48"/>
                  </a:cubicBezTo>
                  <a:cubicBezTo>
                    <a:pt x="23" y="48"/>
                    <a:pt x="14" y="60"/>
                    <a:pt x="29" y="77"/>
                  </a:cubicBezTo>
                  <a:cubicBezTo>
                    <a:pt x="43" y="95"/>
                    <a:pt x="62" y="70"/>
                    <a:pt x="62" y="62"/>
                  </a:cubicBezTo>
                  <a:cubicBezTo>
                    <a:pt x="62" y="62"/>
                    <a:pt x="79" y="76"/>
                    <a:pt x="86" y="58"/>
                  </a:cubicBezTo>
                  <a:cubicBezTo>
                    <a:pt x="96" y="34"/>
                    <a:pt x="72" y="34"/>
                    <a:pt x="72" y="34"/>
                  </a:cubicBez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43" name="Group 42">
              <a:extLst>
                <a:ext uri="{FF2B5EF4-FFF2-40B4-BE49-F238E27FC236}">
                  <a16:creationId xmlns:a16="http://schemas.microsoft.com/office/drawing/2014/main" id="{0D7BC884-DEF0-4E42-AAB6-8D33244D6B12}"/>
                </a:ext>
              </a:extLst>
            </p:cNvPr>
            <p:cNvGrpSpPr/>
            <p:nvPr/>
          </p:nvGrpSpPr>
          <p:grpSpPr>
            <a:xfrm>
              <a:off x="6557963" y="4727575"/>
              <a:ext cx="817563" cy="531813"/>
              <a:chOff x="6557963" y="4727575"/>
              <a:chExt cx="817563" cy="531813"/>
            </a:xfrm>
            <a:solidFill>
              <a:schemeClr val="bg1">
                <a:lumMod val="95000"/>
              </a:schemeClr>
            </a:solidFill>
          </p:grpSpPr>
          <p:sp>
            <p:nvSpPr>
              <p:cNvPr id="63" name="Freeform 47">
                <a:extLst>
                  <a:ext uri="{FF2B5EF4-FFF2-40B4-BE49-F238E27FC236}">
                    <a16:creationId xmlns:a16="http://schemas.microsoft.com/office/drawing/2014/main" id="{8F22CFB2-1CE4-4DAF-866F-5D3F47352DFE}"/>
                  </a:ext>
                </a:extLst>
              </p:cNvPr>
              <p:cNvSpPr>
                <a:spLocks/>
              </p:cNvSpPr>
              <p:nvPr/>
            </p:nvSpPr>
            <p:spPr bwMode="auto">
              <a:xfrm>
                <a:off x="7331076" y="4727575"/>
                <a:ext cx="44450" cy="39688"/>
              </a:xfrm>
              <a:custGeom>
                <a:avLst/>
                <a:gdLst>
                  <a:gd name="T0" fmla="*/ 5 w 21"/>
                  <a:gd name="T1" fmla="*/ 18 h 18"/>
                  <a:gd name="T2" fmla="*/ 0 w 21"/>
                  <a:gd name="T3" fmla="*/ 11 h 18"/>
                  <a:gd name="T4" fmla="*/ 17 w 21"/>
                  <a:gd name="T5" fmla="*/ 0 h 18"/>
                  <a:gd name="T6" fmla="*/ 21 w 21"/>
                  <a:gd name="T7" fmla="*/ 7 h 18"/>
                  <a:gd name="T8" fmla="*/ 5 w 21"/>
                  <a:gd name="T9" fmla="*/ 18 h 18"/>
                </a:gdLst>
                <a:ahLst/>
                <a:cxnLst>
                  <a:cxn ang="0">
                    <a:pos x="T0" y="T1"/>
                  </a:cxn>
                  <a:cxn ang="0">
                    <a:pos x="T2" y="T3"/>
                  </a:cxn>
                  <a:cxn ang="0">
                    <a:pos x="T4" y="T5"/>
                  </a:cxn>
                  <a:cxn ang="0">
                    <a:pos x="T6" y="T7"/>
                  </a:cxn>
                  <a:cxn ang="0">
                    <a:pos x="T8" y="T9"/>
                  </a:cxn>
                </a:cxnLst>
                <a:rect l="0" t="0" r="r" b="b"/>
                <a:pathLst>
                  <a:path w="21" h="18">
                    <a:moveTo>
                      <a:pt x="5" y="18"/>
                    </a:moveTo>
                    <a:cubicBezTo>
                      <a:pt x="0" y="11"/>
                      <a:pt x="0" y="11"/>
                      <a:pt x="0" y="11"/>
                    </a:cubicBezTo>
                    <a:cubicBezTo>
                      <a:pt x="10" y="4"/>
                      <a:pt x="17" y="0"/>
                      <a:pt x="17" y="0"/>
                    </a:cubicBezTo>
                    <a:cubicBezTo>
                      <a:pt x="21" y="7"/>
                      <a:pt x="21" y="7"/>
                      <a:pt x="21" y="7"/>
                    </a:cubicBezTo>
                    <a:cubicBezTo>
                      <a:pt x="21" y="7"/>
                      <a:pt x="15" y="11"/>
                      <a:pt x="5"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4" name="Freeform 48">
                <a:extLst>
                  <a:ext uri="{FF2B5EF4-FFF2-40B4-BE49-F238E27FC236}">
                    <a16:creationId xmlns:a16="http://schemas.microsoft.com/office/drawing/2014/main" id="{FE72B3A2-C166-4127-9DC7-A51CA15576AD}"/>
                  </a:ext>
                </a:extLst>
              </p:cNvPr>
              <p:cNvSpPr>
                <a:spLocks noEditPoints="1"/>
              </p:cNvSpPr>
              <p:nvPr/>
            </p:nvSpPr>
            <p:spPr bwMode="auto">
              <a:xfrm>
                <a:off x="7000876" y="4803775"/>
                <a:ext cx="274638" cy="327025"/>
              </a:xfrm>
              <a:custGeom>
                <a:avLst/>
                <a:gdLst>
                  <a:gd name="T0" fmla="*/ 7 w 128"/>
                  <a:gd name="T1" fmla="*/ 153 h 153"/>
                  <a:gd name="T2" fmla="*/ 0 w 128"/>
                  <a:gd name="T3" fmla="*/ 150 h 153"/>
                  <a:gd name="T4" fmla="*/ 19 w 128"/>
                  <a:gd name="T5" fmla="*/ 116 h 153"/>
                  <a:gd name="T6" fmla="*/ 26 w 128"/>
                  <a:gd name="T7" fmla="*/ 120 h 153"/>
                  <a:gd name="T8" fmla="*/ 7 w 128"/>
                  <a:gd name="T9" fmla="*/ 153 h 153"/>
                  <a:gd name="T10" fmla="*/ 48 w 128"/>
                  <a:gd name="T11" fmla="*/ 89 h 153"/>
                  <a:gd name="T12" fmla="*/ 42 w 128"/>
                  <a:gd name="T13" fmla="*/ 84 h 153"/>
                  <a:gd name="T14" fmla="*/ 67 w 128"/>
                  <a:gd name="T15" fmla="*/ 54 h 153"/>
                  <a:gd name="T16" fmla="*/ 72 w 128"/>
                  <a:gd name="T17" fmla="*/ 59 h 153"/>
                  <a:gd name="T18" fmla="*/ 48 w 128"/>
                  <a:gd name="T19" fmla="*/ 89 h 153"/>
                  <a:gd name="T20" fmla="*/ 99 w 128"/>
                  <a:gd name="T21" fmla="*/ 32 h 153"/>
                  <a:gd name="T22" fmla="*/ 94 w 128"/>
                  <a:gd name="T23" fmla="*/ 26 h 153"/>
                  <a:gd name="T24" fmla="*/ 123 w 128"/>
                  <a:gd name="T25" fmla="*/ 0 h 153"/>
                  <a:gd name="T26" fmla="*/ 128 w 128"/>
                  <a:gd name="T27" fmla="*/ 6 h 153"/>
                  <a:gd name="T28" fmla="*/ 99 w 128"/>
                  <a:gd name="T29" fmla="*/ 32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8" h="153">
                    <a:moveTo>
                      <a:pt x="7" y="153"/>
                    </a:moveTo>
                    <a:cubicBezTo>
                      <a:pt x="0" y="150"/>
                      <a:pt x="0" y="150"/>
                      <a:pt x="0" y="150"/>
                    </a:cubicBezTo>
                    <a:cubicBezTo>
                      <a:pt x="6" y="138"/>
                      <a:pt x="12" y="127"/>
                      <a:pt x="19" y="116"/>
                    </a:cubicBezTo>
                    <a:cubicBezTo>
                      <a:pt x="26" y="120"/>
                      <a:pt x="26" y="120"/>
                      <a:pt x="26" y="120"/>
                    </a:cubicBezTo>
                    <a:cubicBezTo>
                      <a:pt x="19" y="131"/>
                      <a:pt x="13" y="142"/>
                      <a:pt x="7" y="153"/>
                    </a:cubicBezTo>
                    <a:close/>
                    <a:moveTo>
                      <a:pt x="48" y="89"/>
                    </a:moveTo>
                    <a:cubicBezTo>
                      <a:pt x="42" y="84"/>
                      <a:pt x="42" y="84"/>
                      <a:pt x="42" y="84"/>
                    </a:cubicBezTo>
                    <a:cubicBezTo>
                      <a:pt x="49" y="74"/>
                      <a:pt x="58" y="64"/>
                      <a:pt x="67" y="54"/>
                    </a:cubicBezTo>
                    <a:cubicBezTo>
                      <a:pt x="72" y="59"/>
                      <a:pt x="72" y="59"/>
                      <a:pt x="72" y="59"/>
                    </a:cubicBezTo>
                    <a:cubicBezTo>
                      <a:pt x="64" y="69"/>
                      <a:pt x="56" y="79"/>
                      <a:pt x="48" y="89"/>
                    </a:cubicBezTo>
                    <a:close/>
                    <a:moveTo>
                      <a:pt x="99" y="32"/>
                    </a:moveTo>
                    <a:cubicBezTo>
                      <a:pt x="94" y="26"/>
                      <a:pt x="94" y="26"/>
                      <a:pt x="94" y="26"/>
                    </a:cubicBezTo>
                    <a:cubicBezTo>
                      <a:pt x="103" y="17"/>
                      <a:pt x="113" y="8"/>
                      <a:pt x="123" y="0"/>
                    </a:cubicBezTo>
                    <a:cubicBezTo>
                      <a:pt x="128" y="6"/>
                      <a:pt x="128" y="6"/>
                      <a:pt x="128" y="6"/>
                    </a:cubicBezTo>
                    <a:cubicBezTo>
                      <a:pt x="118" y="14"/>
                      <a:pt x="108" y="23"/>
                      <a:pt x="9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5" name="Freeform 49">
                <a:extLst>
                  <a:ext uri="{FF2B5EF4-FFF2-40B4-BE49-F238E27FC236}">
                    <a16:creationId xmlns:a16="http://schemas.microsoft.com/office/drawing/2014/main" id="{E7F68710-02A7-48F9-B932-A2C80178D112}"/>
                  </a:ext>
                </a:extLst>
              </p:cNvPr>
              <p:cNvSpPr>
                <a:spLocks/>
              </p:cNvSpPr>
              <p:nvPr/>
            </p:nvSpPr>
            <p:spPr bwMode="auto">
              <a:xfrm>
                <a:off x="6921501" y="5202238"/>
                <a:ext cx="61913" cy="57150"/>
              </a:xfrm>
              <a:custGeom>
                <a:avLst/>
                <a:gdLst>
                  <a:gd name="T0" fmla="*/ 20 w 29"/>
                  <a:gd name="T1" fmla="*/ 27 h 27"/>
                  <a:gd name="T2" fmla="*/ 16 w 29"/>
                  <a:gd name="T3" fmla="*/ 23 h 27"/>
                  <a:gd name="T4" fmla="*/ 0 w 29"/>
                  <a:gd name="T5" fmla="*/ 11 h 27"/>
                  <a:gd name="T6" fmla="*/ 5 w 29"/>
                  <a:gd name="T7" fmla="*/ 5 h 27"/>
                  <a:gd name="T8" fmla="*/ 16 w 29"/>
                  <a:gd name="T9" fmla="*/ 13 h 27"/>
                  <a:gd name="T10" fmla="*/ 21 w 29"/>
                  <a:gd name="T11" fmla="*/ 0 h 27"/>
                  <a:gd name="T12" fmla="*/ 29 w 29"/>
                  <a:gd name="T13" fmla="*/ 3 h 27"/>
                  <a:gd name="T14" fmla="*/ 22 w 29"/>
                  <a:gd name="T15" fmla="*/ 21 h 27"/>
                  <a:gd name="T16" fmla="*/ 20 w 29"/>
                  <a:gd name="T17"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27">
                    <a:moveTo>
                      <a:pt x="20" y="27"/>
                    </a:moveTo>
                    <a:cubicBezTo>
                      <a:pt x="16" y="23"/>
                      <a:pt x="16" y="23"/>
                      <a:pt x="16" y="23"/>
                    </a:cubicBezTo>
                    <a:cubicBezTo>
                      <a:pt x="16" y="23"/>
                      <a:pt x="10" y="18"/>
                      <a:pt x="0" y="11"/>
                    </a:cubicBezTo>
                    <a:cubicBezTo>
                      <a:pt x="5" y="5"/>
                      <a:pt x="5" y="5"/>
                      <a:pt x="5" y="5"/>
                    </a:cubicBezTo>
                    <a:cubicBezTo>
                      <a:pt x="10" y="8"/>
                      <a:pt x="14" y="11"/>
                      <a:pt x="16" y="13"/>
                    </a:cubicBezTo>
                    <a:cubicBezTo>
                      <a:pt x="18" y="9"/>
                      <a:pt x="19" y="4"/>
                      <a:pt x="21" y="0"/>
                    </a:cubicBezTo>
                    <a:cubicBezTo>
                      <a:pt x="29" y="3"/>
                      <a:pt x="29" y="3"/>
                      <a:pt x="29" y="3"/>
                    </a:cubicBezTo>
                    <a:cubicBezTo>
                      <a:pt x="26" y="9"/>
                      <a:pt x="24" y="15"/>
                      <a:pt x="22" y="21"/>
                    </a:cubicBezTo>
                    <a:lnTo>
                      <a:pt x="20"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6" name="Freeform 50">
                <a:extLst>
                  <a:ext uri="{FF2B5EF4-FFF2-40B4-BE49-F238E27FC236}">
                    <a16:creationId xmlns:a16="http://schemas.microsoft.com/office/drawing/2014/main" id="{05C5FB23-F8D7-4B13-8F61-E8C1019F6095}"/>
                  </a:ext>
                </a:extLst>
              </p:cNvPr>
              <p:cNvSpPr>
                <a:spLocks noEditPoints="1"/>
              </p:cNvSpPr>
              <p:nvPr/>
            </p:nvSpPr>
            <p:spPr bwMode="auto">
              <a:xfrm>
                <a:off x="6669088" y="5092700"/>
                <a:ext cx="203200" cy="96838"/>
              </a:xfrm>
              <a:custGeom>
                <a:avLst/>
                <a:gdLst>
                  <a:gd name="T0" fmla="*/ 89 w 94"/>
                  <a:gd name="T1" fmla="*/ 45 h 45"/>
                  <a:gd name="T2" fmla="*/ 61 w 94"/>
                  <a:gd name="T3" fmla="*/ 30 h 45"/>
                  <a:gd name="T4" fmla="*/ 64 w 94"/>
                  <a:gd name="T5" fmla="*/ 22 h 45"/>
                  <a:gd name="T6" fmla="*/ 94 w 94"/>
                  <a:gd name="T7" fmla="*/ 38 h 45"/>
                  <a:gd name="T8" fmla="*/ 89 w 94"/>
                  <a:gd name="T9" fmla="*/ 45 h 45"/>
                  <a:gd name="T10" fmla="*/ 31 w 94"/>
                  <a:gd name="T11" fmla="*/ 17 h 45"/>
                  <a:gd name="T12" fmla="*/ 0 w 94"/>
                  <a:gd name="T13" fmla="*/ 8 h 45"/>
                  <a:gd name="T14" fmla="*/ 1 w 94"/>
                  <a:gd name="T15" fmla="*/ 0 h 45"/>
                  <a:gd name="T16" fmla="*/ 34 w 94"/>
                  <a:gd name="T17" fmla="*/ 9 h 45"/>
                  <a:gd name="T18" fmla="*/ 31 w 94"/>
                  <a:gd name="T19" fmla="*/ 17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45">
                    <a:moveTo>
                      <a:pt x="89" y="45"/>
                    </a:moveTo>
                    <a:cubicBezTo>
                      <a:pt x="80" y="39"/>
                      <a:pt x="70" y="34"/>
                      <a:pt x="61" y="30"/>
                    </a:cubicBezTo>
                    <a:cubicBezTo>
                      <a:pt x="64" y="22"/>
                      <a:pt x="64" y="22"/>
                      <a:pt x="64" y="22"/>
                    </a:cubicBezTo>
                    <a:cubicBezTo>
                      <a:pt x="74" y="27"/>
                      <a:pt x="84" y="32"/>
                      <a:pt x="94" y="38"/>
                    </a:cubicBezTo>
                    <a:lnTo>
                      <a:pt x="89" y="45"/>
                    </a:lnTo>
                    <a:close/>
                    <a:moveTo>
                      <a:pt x="31" y="17"/>
                    </a:moveTo>
                    <a:cubicBezTo>
                      <a:pt x="20" y="13"/>
                      <a:pt x="10" y="10"/>
                      <a:pt x="0" y="8"/>
                    </a:cubicBezTo>
                    <a:cubicBezTo>
                      <a:pt x="1" y="0"/>
                      <a:pt x="1" y="0"/>
                      <a:pt x="1" y="0"/>
                    </a:cubicBezTo>
                    <a:cubicBezTo>
                      <a:pt x="12" y="2"/>
                      <a:pt x="23" y="6"/>
                      <a:pt x="34" y="9"/>
                    </a:cubicBezTo>
                    <a:lnTo>
                      <a:pt x="31"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7" name="Freeform 51">
                <a:extLst>
                  <a:ext uri="{FF2B5EF4-FFF2-40B4-BE49-F238E27FC236}">
                    <a16:creationId xmlns:a16="http://schemas.microsoft.com/office/drawing/2014/main" id="{1749C82C-E86A-4B9D-8178-69D14FDBE6DE}"/>
                  </a:ext>
                </a:extLst>
              </p:cNvPr>
              <p:cNvSpPr>
                <a:spLocks/>
              </p:cNvSpPr>
              <p:nvPr/>
            </p:nvSpPr>
            <p:spPr bwMode="auto">
              <a:xfrm>
                <a:off x="6557963" y="5084763"/>
                <a:ext cx="42863" cy="19050"/>
              </a:xfrm>
              <a:custGeom>
                <a:avLst/>
                <a:gdLst>
                  <a:gd name="T0" fmla="*/ 0 w 20"/>
                  <a:gd name="T1" fmla="*/ 9 h 9"/>
                  <a:gd name="T2" fmla="*/ 0 w 20"/>
                  <a:gd name="T3" fmla="*/ 1 h 9"/>
                  <a:gd name="T4" fmla="*/ 20 w 20"/>
                  <a:gd name="T5" fmla="*/ 0 h 9"/>
                  <a:gd name="T6" fmla="*/ 20 w 20"/>
                  <a:gd name="T7" fmla="*/ 8 h 9"/>
                  <a:gd name="T8" fmla="*/ 0 w 20"/>
                  <a:gd name="T9" fmla="*/ 9 h 9"/>
                </a:gdLst>
                <a:ahLst/>
                <a:cxnLst>
                  <a:cxn ang="0">
                    <a:pos x="T0" y="T1"/>
                  </a:cxn>
                  <a:cxn ang="0">
                    <a:pos x="T2" y="T3"/>
                  </a:cxn>
                  <a:cxn ang="0">
                    <a:pos x="T4" y="T5"/>
                  </a:cxn>
                  <a:cxn ang="0">
                    <a:pos x="T6" y="T7"/>
                  </a:cxn>
                  <a:cxn ang="0">
                    <a:pos x="T8" y="T9"/>
                  </a:cxn>
                </a:cxnLst>
                <a:rect l="0" t="0" r="r" b="b"/>
                <a:pathLst>
                  <a:path w="20" h="9">
                    <a:moveTo>
                      <a:pt x="0" y="9"/>
                    </a:moveTo>
                    <a:cubicBezTo>
                      <a:pt x="0" y="1"/>
                      <a:pt x="0" y="1"/>
                      <a:pt x="0" y="1"/>
                    </a:cubicBezTo>
                    <a:cubicBezTo>
                      <a:pt x="6" y="0"/>
                      <a:pt x="13" y="0"/>
                      <a:pt x="20" y="0"/>
                    </a:cubicBezTo>
                    <a:cubicBezTo>
                      <a:pt x="20" y="8"/>
                      <a:pt x="20" y="8"/>
                      <a:pt x="20" y="8"/>
                    </a:cubicBezTo>
                    <a:cubicBezTo>
                      <a:pt x="13" y="8"/>
                      <a:pt x="7" y="8"/>
                      <a:pt x="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44" name="Freeform 52">
              <a:extLst>
                <a:ext uri="{FF2B5EF4-FFF2-40B4-BE49-F238E27FC236}">
                  <a16:creationId xmlns:a16="http://schemas.microsoft.com/office/drawing/2014/main" id="{6CA6F325-8745-4913-8F82-1A542FDDD16B}"/>
                </a:ext>
              </a:extLst>
            </p:cNvPr>
            <p:cNvSpPr>
              <a:spLocks/>
            </p:cNvSpPr>
            <p:nvPr/>
          </p:nvSpPr>
          <p:spPr bwMode="auto">
            <a:xfrm>
              <a:off x="6699251" y="5281613"/>
              <a:ext cx="536575" cy="228600"/>
            </a:xfrm>
            <a:custGeom>
              <a:avLst/>
              <a:gdLst>
                <a:gd name="T0" fmla="*/ 61 w 338"/>
                <a:gd name="T1" fmla="*/ 144 h 144"/>
                <a:gd name="T2" fmla="*/ 0 w 338"/>
                <a:gd name="T3" fmla="*/ 79 h 144"/>
                <a:gd name="T4" fmla="*/ 95 w 338"/>
                <a:gd name="T5" fmla="*/ 102 h 144"/>
                <a:gd name="T6" fmla="*/ 117 w 338"/>
                <a:gd name="T7" fmla="*/ 19 h 144"/>
                <a:gd name="T8" fmla="*/ 164 w 338"/>
                <a:gd name="T9" fmla="*/ 81 h 144"/>
                <a:gd name="T10" fmla="*/ 232 w 338"/>
                <a:gd name="T11" fmla="*/ 0 h 144"/>
                <a:gd name="T12" fmla="*/ 232 w 338"/>
                <a:gd name="T13" fmla="*/ 79 h 144"/>
                <a:gd name="T14" fmla="*/ 338 w 338"/>
                <a:gd name="T15" fmla="*/ 69 h 144"/>
                <a:gd name="T16" fmla="*/ 232 w 338"/>
                <a:gd name="T17" fmla="*/ 144 h 144"/>
                <a:gd name="T18" fmla="*/ 61 w 338"/>
                <a:gd name="T1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8" h="144">
                  <a:moveTo>
                    <a:pt x="61" y="144"/>
                  </a:moveTo>
                  <a:lnTo>
                    <a:pt x="0" y="79"/>
                  </a:lnTo>
                  <a:lnTo>
                    <a:pt x="95" y="102"/>
                  </a:lnTo>
                  <a:lnTo>
                    <a:pt x="117" y="19"/>
                  </a:lnTo>
                  <a:lnTo>
                    <a:pt x="164" y="81"/>
                  </a:lnTo>
                  <a:lnTo>
                    <a:pt x="232" y="0"/>
                  </a:lnTo>
                  <a:lnTo>
                    <a:pt x="232" y="79"/>
                  </a:lnTo>
                  <a:lnTo>
                    <a:pt x="338" y="69"/>
                  </a:lnTo>
                  <a:lnTo>
                    <a:pt x="232" y="144"/>
                  </a:lnTo>
                  <a:lnTo>
                    <a:pt x="61" y="144"/>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5" name="Freeform 53">
              <a:extLst>
                <a:ext uri="{FF2B5EF4-FFF2-40B4-BE49-F238E27FC236}">
                  <a16:creationId xmlns:a16="http://schemas.microsoft.com/office/drawing/2014/main" id="{234F8E09-32C7-4E59-828A-720FFD9CC317}"/>
                </a:ext>
              </a:extLst>
            </p:cNvPr>
            <p:cNvSpPr>
              <a:spLocks/>
            </p:cNvSpPr>
            <p:nvPr/>
          </p:nvSpPr>
          <p:spPr bwMode="auto">
            <a:xfrm>
              <a:off x="2895601" y="1509713"/>
              <a:ext cx="4224338" cy="4219575"/>
            </a:xfrm>
            <a:custGeom>
              <a:avLst/>
              <a:gdLst>
                <a:gd name="T0" fmla="*/ 1880 w 1969"/>
                <a:gd name="T1" fmla="*/ 1145 h 1969"/>
                <a:gd name="T2" fmla="*/ 823 w 1969"/>
                <a:gd name="T3" fmla="*/ 1880 h 1969"/>
                <a:gd name="T4" fmla="*/ 88 w 1969"/>
                <a:gd name="T5" fmla="*/ 824 h 1969"/>
                <a:gd name="T6" fmla="*/ 1145 w 1969"/>
                <a:gd name="T7" fmla="*/ 89 h 1969"/>
                <a:gd name="T8" fmla="*/ 1880 w 1969"/>
                <a:gd name="T9" fmla="*/ 1145 h 1969"/>
              </a:gdLst>
              <a:ahLst/>
              <a:cxnLst>
                <a:cxn ang="0">
                  <a:pos x="T0" y="T1"/>
                </a:cxn>
                <a:cxn ang="0">
                  <a:pos x="T2" y="T3"/>
                </a:cxn>
                <a:cxn ang="0">
                  <a:pos x="T4" y="T5"/>
                </a:cxn>
                <a:cxn ang="0">
                  <a:pos x="T6" y="T7"/>
                </a:cxn>
                <a:cxn ang="0">
                  <a:pos x="T8" y="T9"/>
                </a:cxn>
              </a:cxnLst>
              <a:rect l="0" t="0" r="r" b="b"/>
              <a:pathLst>
                <a:path w="1969" h="1969">
                  <a:moveTo>
                    <a:pt x="1880" y="1145"/>
                  </a:moveTo>
                  <a:cubicBezTo>
                    <a:pt x="1791" y="1640"/>
                    <a:pt x="1318" y="1969"/>
                    <a:pt x="823" y="1880"/>
                  </a:cubicBezTo>
                  <a:cubicBezTo>
                    <a:pt x="329" y="1792"/>
                    <a:pt x="0" y="1319"/>
                    <a:pt x="88" y="824"/>
                  </a:cubicBezTo>
                  <a:cubicBezTo>
                    <a:pt x="177" y="329"/>
                    <a:pt x="650" y="0"/>
                    <a:pt x="1145" y="89"/>
                  </a:cubicBezTo>
                  <a:cubicBezTo>
                    <a:pt x="1639" y="178"/>
                    <a:pt x="1969" y="651"/>
                    <a:pt x="1880" y="1145"/>
                  </a:cubicBezTo>
                  <a:close/>
                </a:path>
              </a:pathLst>
            </a:custGeom>
            <a:solidFill>
              <a:srgbClr val="2828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6" name="Freeform 54">
              <a:extLst>
                <a:ext uri="{FF2B5EF4-FFF2-40B4-BE49-F238E27FC236}">
                  <a16:creationId xmlns:a16="http://schemas.microsoft.com/office/drawing/2014/main" id="{C17675AC-7839-4800-B51F-18672ADD7ACE}"/>
                </a:ext>
              </a:extLst>
            </p:cNvPr>
            <p:cNvSpPr>
              <a:spLocks/>
            </p:cNvSpPr>
            <p:nvPr/>
          </p:nvSpPr>
          <p:spPr bwMode="auto">
            <a:xfrm>
              <a:off x="3071813" y="1685925"/>
              <a:ext cx="3871913" cy="3867150"/>
            </a:xfrm>
            <a:custGeom>
              <a:avLst/>
              <a:gdLst>
                <a:gd name="T0" fmla="*/ 1723 w 1805"/>
                <a:gd name="T1" fmla="*/ 1050 h 1805"/>
                <a:gd name="T2" fmla="*/ 755 w 1805"/>
                <a:gd name="T3" fmla="*/ 1724 h 1805"/>
                <a:gd name="T4" fmla="*/ 81 w 1805"/>
                <a:gd name="T5" fmla="*/ 755 h 1805"/>
                <a:gd name="T6" fmla="*/ 1049 w 1805"/>
                <a:gd name="T7" fmla="*/ 81 h 1805"/>
                <a:gd name="T8" fmla="*/ 1723 w 1805"/>
                <a:gd name="T9" fmla="*/ 1050 h 1805"/>
              </a:gdLst>
              <a:ahLst/>
              <a:cxnLst>
                <a:cxn ang="0">
                  <a:pos x="T0" y="T1"/>
                </a:cxn>
                <a:cxn ang="0">
                  <a:pos x="T2" y="T3"/>
                </a:cxn>
                <a:cxn ang="0">
                  <a:pos x="T4" y="T5"/>
                </a:cxn>
                <a:cxn ang="0">
                  <a:pos x="T6" y="T7"/>
                </a:cxn>
                <a:cxn ang="0">
                  <a:pos x="T8" y="T9"/>
                </a:cxn>
              </a:cxnLst>
              <a:rect l="0" t="0" r="r" b="b"/>
              <a:pathLst>
                <a:path w="1805" h="1805">
                  <a:moveTo>
                    <a:pt x="1723" y="1050"/>
                  </a:moveTo>
                  <a:cubicBezTo>
                    <a:pt x="1642" y="1503"/>
                    <a:pt x="1208" y="1805"/>
                    <a:pt x="755" y="1724"/>
                  </a:cubicBezTo>
                  <a:cubicBezTo>
                    <a:pt x="301" y="1643"/>
                    <a:pt x="0" y="1209"/>
                    <a:pt x="81" y="755"/>
                  </a:cubicBezTo>
                  <a:cubicBezTo>
                    <a:pt x="162" y="302"/>
                    <a:pt x="596" y="0"/>
                    <a:pt x="1049" y="81"/>
                  </a:cubicBezTo>
                  <a:cubicBezTo>
                    <a:pt x="1503" y="163"/>
                    <a:pt x="1805" y="596"/>
                    <a:pt x="1723" y="1050"/>
                  </a:cubicBezTo>
                  <a:close/>
                </a:path>
              </a:pathLst>
            </a:custGeom>
            <a:solidFill>
              <a:srgbClr val="75757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7" name="Freeform 55">
              <a:extLst>
                <a:ext uri="{FF2B5EF4-FFF2-40B4-BE49-F238E27FC236}">
                  <a16:creationId xmlns:a16="http://schemas.microsoft.com/office/drawing/2014/main" id="{26415C6D-75AE-43C3-90B3-4DC45DA03C83}"/>
                </a:ext>
              </a:extLst>
            </p:cNvPr>
            <p:cNvSpPr>
              <a:spLocks/>
            </p:cNvSpPr>
            <p:nvPr/>
          </p:nvSpPr>
          <p:spPr bwMode="auto">
            <a:xfrm>
              <a:off x="3176588" y="1790700"/>
              <a:ext cx="3660775" cy="3657600"/>
            </a:xfrm>
            <a:custGeom>
              <a:avLst/>
              <a:gdLst>
                <a:gd name="T0" fmla="*/ 1629 w 1706"/>
                <a:gd name="T1" fmla="*/ 993 h 1707"/>
                <a:gd name="T2" fmla="*/ 714 w 1706"/>
                <a:gd name="T3" fmla="*/ 1630 h 1707"/>
                <a:gd name="T4" fmla="*/ 77 w 1706"/>
                <a:gd name="T5" fmla="*/ 714 h 1707"/>
                <a:gd name="T6" fmla="*/ 992 w 1706"/>
                <a:gd name="T7" fmla="*/ 77 h 1707"/>
                <a:gd name="T8" fmla="*/ 1629 w 1706"/>
                <a:gd name="T9" fmla="*/ 993 h 1707"/>
              </a:gdLst>
              <a:ahLst/>
              <a:cxnLst>
                <a:cxn ang="0">
                  <a:pos x="T0" y="T1"/>
                </a:cxn>
                <a:cxn ang="0">
                  <a:pos x="T2" y="T3"/>
                </a:cxn>
                <a:cxn ang="0">
                  <a:pos x="T4" y="T5"/>
                </a:cxn>
                <a:cxn ang="0">
                  <a:pos x="T6" y="T7"/>
                </a:cxn>
                <a:cxn ang="0">
                  <a:pos x="T8" y="T9"/>
                </a:cxn>
              </a:cxnLst>
              <a:rect l="0" t="0" r="r" b="b"/>
              <a:pathLst>
                <a:path w="1706" h="1707">
                  <a:moveTo>
                    <a:pt x="1629" y="993"/>
                  </a:moveTo>
                  <a:cubicBezTo>
                    <a:pt x="1553" y="1422"/>
                    <a:pt x="1143" y="1707"/>
                    <a:pt x="714" y="1630"/>
                  </a:cubicBezTo>
                  <a:cubicBezTo>
                    <a:pt x="285" y="1553"/>
                    <a:pt x="0" y="1143"/>
                    <a:pt x="77" y="714"/>
                  </a:cubicBezTo>
                  <a:cubicBezTo>
                    <a:pt x="154" y="286"/>
                    <a:pt x="564" y="0"/>
                    <a:pt x="992" y="77"/>
                  </a:cubicBezTo>
                  <a:cubicBezTo>
                    <a:pt x="1421" y="154"/>
                    <a:pt x="1706" y="564"/>
                    <a:pt x="1629" y="99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8" name="Freeform 56">
              <a:extLst>
                <a:ext uri="{FF2B5EF4-FFF2-40B4-BE49-F238E27FC236}">
                  <a16:creationId xmlns:a16="http://schemas.microsoft.com/office/drawing/2014/main" id="{B9F6A485-A3AA-4DC1-B9AD-59DB60E9321A}"/>
                </a:ext>
              </a:extLst>
            </p:cNvPr>
            <p:cNvSpPr>
              <a:spLocks/>
            </p:cNvSpPr>
            <p:nvPr/>
          </p:nvSpPr>
          <p:spPr bwMode="auto">
            <a:xfrm>
              <a:off x="4035426" y="2249488"/>
              <a:ext cx="231775" cy="282575"/>
            </a:xfrm>
            <a:custGeom>
              <a:avLst/>
              <a:gdLst>
                <a:gd name="T0" fmla="*/ 102 w 108"/>
                <a:gd name="T1" fmla="*/ 95 h 132"/>
                <a:gd name="T2" fmla="*/ 97 w 108"/>
                <a:gd name="T3" fmla="*/ 121 h 132"/>
                <a:gd name="T4" fmla="*/ 91 w 108"/>
                <a:gd name="T5" fmla="*/ 126 h 132"/>
                <a:gd name="T6" fmla="*/ 64 w 108"/>
                <a:gd name="T7" fmla="*/ 121 h 132"/>
                <a:gd name="T8" fmla="*/ 6 w 108"/>
                <a:gd name="T9" fmla="*/ 37 h 132"/>
                <a:gd name="T10" fmla="*/ 10 w 108"/>
                <a:gd name="T11" fmla="*/ 10 h 132"/>
                <a:gd name="T12" fmla="*/ 17 w 108"/>
                <a:gd name="T13" fmla="*/ 6 h 132"/>
                <a:gd name="T14" fmla="*/ 43 w 108"/>
                <a:gd name="T15" fmla="*/ 11 h 132"/>
                <a:gd name="T16" fmla="*/ 102 w 108"/>
                <a:gd name="T17" fmla="*/ 95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8" h="132">
                  <a:moveTo>
                    <a:pt x="102" y="95"/>
                  </a:moveTo>
                  <a:cubicBezTo>
                    <a:pt x="108" y="104"/>
                    <a:pt x="106" y="115"/>
                    <a:pt x="97" y="121"/>
                  </a:cubicBezTo>
                  <a:cubicBezTo>
                    <a:pt x="91" y="126"/>
                    <a:pt x="91" y="126"/>
                    <a:pt x="91" y="126"/>
                  </a:cubicBezTo>
                  <a:cubicBezTo>
                    <a:pt x="82" y="132"/>
                    <a:pt x="70" y="130"/>
                    <a:pt x="64" y="121"/>
                  </a:cubicBezTo>
                  <a:cubicBezTo>
                    <a:pt x="6" y="37"/>
                    <a:pt x="6" y="37"/>
                    <a:pt x="6" y="37"/>
                  </a:cubicBezTo>
                  <a:cubicBezTo>
                    <a:pt x="0" y="28"/>
                    <a:pt x="2" y="16"/>
                    <a:pt x="10" y="10"/>
                  </a:cubicBezTo>
                  <a:cubicBezTo>
                    <a:pt x="17" y="6"/>
                    <a:pt x="17" y="6"/>
                    <a:pt x="17" y="6"/>
                  </a:cubicBezTo>
                  <a:cubicBezTo>
                    <a:pt x="25" y="0"/>
                    <a:pt x="37" y="2"/>
                    <a:pt x="43" y="11"/>
                  </a:cubicBezTo>
                  <a:lnTo>
                    <a:pt x="102" y="95"/>
                  </a:lnTo>
                  <a:close/>
                </a:path>
              </a:pathLst>
            </a:custGeom>
            <a:solidFill>
              <a:srgbClr val="3F3F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9" name="Freeform 57">
              <a:extLst>
                <a:ext uri="{FF2B5EF4-FFF2-40B4-BE49-F238E27FC236}">
                  <a16:creationId xmlns:a16="http://schemas.microsoft.com/office/drawing/2014/main" id="{3B4FA0E6-7536-41A6-8D96-09B6F6AE651A}"/>
                </a:ext>
              </a:extLst>
            </p:cNvPr>
            <p:cNvSpPr>
              <a:spLocks/>
            </p:cNvSpPr>
            <p:nvPr/>
          </p:nvSpPr>
          <p:spPr bwMode="auto">
            <a:xfrm>
              <a:off x="3633788" y="4359275"/>
              <a:ext cx="284163" cy="231775"/>
            </a:xfrm>
            <a:custGeom>
              <a:avLst/>
              <a:gdLst>
                <a:gd name="T0" fmla="*/ 95 w 132"/>
                <a:gd name="T1" fmla="*/ 6 h 108"/>
                <a:gd name="T2" fmla="*/ 122 w 132"/>
                <a:gd name="T3" fmla="*/ 11 h 108"/>
                <a:gd name="T4" fmla="*/ 126 w 132"/>
                <a:gd name="T5" fmla="*/ 17 h 108"/>
                <a:gd name="T6" fmla="*/ 121 w 132"/>
                <a:gd name="T7" fmla="*/ 43 h 108"/>
                <a:gd name="T8" fmla="*/ 37 w 132"/>
                <a:gd name="T9" fmla="*/ 102 h 108"/>
                <a:gd name="T10" fmla="*/ 11 w 132"/>
                <a:gd name="T11" fmla="*/ 97 h 108"/>
                <a:gd name="T12" fmla="*/ 6 w 132"/>
                <a:gd name="T13" fmla="*/ 91 h 108"/>
                <a:gd name="T14" fmla="*/ 11 w 132"/>
                <a:gd name="T15" fmla="*/ 65 h 108"/>
                <a:gd name="T16" fmla="*/ 95 w 132"/>
                <a:gd name="T17" fmla="*/ 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2" h="108">
                  <a:moveTo>
                    <a:pt x="95" y="6"/>
                  </a:moveTo>
                  <a:cubicBezTo>
                    <a:pt x="104" y="0"/>
                    <a:pt x="116" y="2"/>
                    <a:pt x="122" y="11"/>
                  </a:cubicBezTo>
                  <a:cubicBezTo>
                    <a:pt x="126" y="17"/>
                    <a:pt x="126" y="17"/>
                    <a:pt x="126" y="17"/>
                  </a:cubicBezTo>
                  <a:cubicBezTo>
                    <a:pt x="132" y="26"/>
                    <a:pt x="130" y="37"/>
                    <a:pt x="121" y="43"/>
                  </a:cubicBezTo>
                  <a:cubicBezTo>
                    <a:pt x="37" y="102"/>
                    <a:pt x="37" y="102"/>
                    <a:pt x="37" y="102"/>
                  </a:cubicBezTo>
                  <a:cubicBezTo>
                    <a:pt x="28" y="108"/>
                    <a:pt x="17" y="106"/>
                    <a:pt x="11" y="97"/>
                  </a:cubicBezTo>
                  <a:cubicBezTo>
                    <a:pt x="6" y="91"/>
                    <a:pt x="6" y="91"/>
                    <a:pt x="6" y="91"/>
                  </a:cubicBezTo>
                  <a:cubicBezTo>
                    <a:pt x="0" y="82"/>
                    <a:pt x="2" y="71"/>
                    <a:pt x="11" y="65"/>
                  </a:cubicBezTo>
                  <a:lnTo>
                    <a:pt x="95" y="6"/>
                  </a:lnTo>
                  <a:close/>
                </a:path>
              </a:pathLst>
            </a:custGeom>
            <a:solidFill>
              <a:srgbClr val="3F3F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0" name="Freeform 58">
              <a:extLst>
                <a:ext uri="{FF2B5EF4-FFF2-40B4-BE49-F238E27FC236}">
                  <a16:creationId xmlns:a16="http://schemas.microsoft.com/office/drawing/2014/main" id="{6E1F3179-A8F0-484E-A131-68910518492B}"/>
                </a:ext>
              </a:extLst>
            </p:cNvPr>
            <p:cNvSpPr>
              <a:spLocks/>
            </p:cNvSpPr>
            <p:nvPr/>
          </p:nvSpPr>
          <p:spPr bwMode="auto">
            <a:xfrm>
              <a:off x="5746751" y="4708525"/>
              <a:ext cx="231775" cy="280988"/>
            </a:xfrm>
            <a:custGeom>
              <a:avLst/>
              <a:gdLst>
                <a:gd name="T0" fmla="*/ 6 w 108"/>
                <a:gd name="T1" fmla="*/ 36 h 131"/>
                <a:gd name="T2" fmla="*/ 11 w 108"/>
                <a:gd name="T3" fmla="*/ 10 h 131"/>
                <a:gd name="T4" fmla="*/ 17 w 108"/>
                <a:gd name="T5" fmla="*/ 6 h 131"/>
                <a:gd name="T6" fmla="*/ 44 w 108"/>
                <a:gd name="T7" fmla="*/ 10 h 131"/>
                <a:gd name="T8" fmla="*/ 102 w 108"/>
                <a:gd name="T9" fmla="*/ 95 h 131"/>
                <a:gd name="T10" fmla="*/ 98 w 108"/>
                <a:gd name="T11" fmla="*/ 121 h 131"/>
                <a:gd name="T12" fmla="*/ 91 w 108"/>
                <a:gd name="T13" fmla="*/ 125 h 131"/>
                <a:gd name="T14" fmla="*/ 65 w 108"/>
                <a:gd name="T15" fmla="*/ 121 h 131"/>
                <a:gd name="T16" fmla="*/ 6 w 108"/>
                <a:gd name="T17" fmla="*/ 36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8" h="131">
                  <a:moveTo>
                    <a:pt x="6" y="36"/>
                  </a:moveTo>
                  <a:cubicBezTo>
                    <a:pt x="0" y="28"/>
                    <a:pt x="3" y="16"/>
                    <a:pt x="11" y="10"/>
                  </a:cubicBezTo>
                  <a:cubicBezTo>
                    <a:pt x="17" y="6"/>
                    <a:pt x="17" y="6"/>
                    <a:pt x="17" y="6"/>
                  </a:cubicBezTo>
                  <a:cubicBezTo>
                    <a:pt x="26" y="0"/>
                    <a:pt x="38" y="2"/>
                    <a:pt x="44" y="10"/>
                  </a:cubicBezTo>
                  <a:cubicBezTo>
                    <a:pt x="102" y="95"/>
                    <a:pt x="102" y="95"/>
                    <a:pt x="102" y="95"/>
                  </a:cubicBezTo>
                  <a:cubicBezTo>
                    <a:pt x="108" y="103"/>
                    <a:pt x="106" y="115"/>
                    <a:pt x="98" y="121"/>
                  </a:cubicBezTo>
                  <a:cubicBezTo>
                    <a:pt x="91" y="125"/>
                    <a:pt x="91" y="125"/>
                    <a:pt x="91" y="125"/>
                  </a:cubicBezTo>
                  <a:cubicBezTo>
                    <a:pt x="83" y="131"/>
                    <a:pt x="71" y="129"/>
                    <a:pt x="65" y="121"/>
                  </a:cubicBezTo>
                  <a:lnTo>
                    <a:pt x="6" y="36"/>
                  </a:lnTo>
                  <a:close/>
                </a:path>
              </a:pathLst>
            </a:custGeom>
            <a:solidFill>
              <a:srgbClr val="3F3F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1" name="Freeform 59">
              <a:extLst>
                <a:ext uri="{FF2B5EF4-FFF2-40B4-BE49-F238E27FC236}">
                  <a16:creationId xmlns:a16="http://schemas.microsoft.com/office/drawing/2014/main" id="{0368E3A3-708D-41C6-A1A4-425099795CAF}"/>
                </a:ext>
              </a:extLst>
            </p:cNvPr>
            <p:cNvSpPr>
              <a:spLocks/>
            </p:cNvSpPr>
            <p:nvPr/>
          </p:nvSpPr>
          <p:spPr bwMode="auto">
            <a:xfrm>
              <a:off x="6097588" y="2647950"/>
              <a:ext cx="282575" cy="231775"/>
            </a:xfrm>
            <a:custGeom>
              <a:avLst/>
              <a:gdLst>
                <a:gd name="T0" fmla="*/ 37 w 132"/>
                <a:gd name="T1" fmla="*/ 102 h 108"/>
                <a:gd name="T2" fmla="*/ 10 w 132"/>
                <a:gd name="T3" fmla="*/ 98 h 108"/>
                <a:gd name="T4" fmla="*/ 6 w 132"/>
                <a:gd name="T5" fmla="*/ 91 h 108"/>
                <a:gd name="T6" fmla="*/ 11 w 132"/>
                <a:gd name="T7" fmla="*/ 65 h 108"/>
                <a:gd name="T8" fmla="*/ 95 w 132"/>
                <a:gd name="T9" fmla="*/ 6 h 108"/>
                <a:gd name="T10" fmla="*/ 121 w 132"/>
                <a:gd name="T11" fmla="*/ 11 h 108"/>
                <a:gd name="T12" fmla="*/ 126 w 132"/>
                <a:gd name="T13" fmla="*/ 17 h 108"/>
                <a:gd name="T14" fmla="*/ 121 w 132"/>
                <a:gd name="T15" fmla="*/ 44 h 108"/>
                <a:gd name="T16" fmla="*/ 37 w 132"/>
                <a:gd name="T17" fmla="*/ 10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2" h="108">
                  <a:moveTo>
                    <a:pt x="37" y="102"/>
                  </a:moveTo>
                  <a:cubicBezTo>
                    <a:pt x="28" y="108"/>
                    <a:pt x="16" y="106"/>
                    <a:pt x="10" y="98"/>
                  </a:cubicBezTo>
                  <a:cubicBezTo>
                    <a:pt x="6" y="91"/>
                    <a:pt x="6" y="91"/>
                    <a:pt x="6" y="91"/>
                  </a:cubicBezTo>
                  <a:cubicBezTo>
                    <a:pt x="0" y="83"/>
                    <a:pt x="2" y="71"/>
                    <a:pt x="11" y="65"/>
                  </a:cubicBezTo>
                  <a:cubicBezTo>
                    <a:pt x="95" y="6"/>
                    <a:pt x="95" y="6"/>
                    <a:pt x="95" y="6"/>
                  </a:cubicBezTo>
                  <a:cubicBezTo>
                    <a:pt x="104" y="0"/>
                    <a:pt x="116" y="2"/>
                    <a:pt x="121" y="11"/>
                  </a:cubicBezTo>
                  <a:cubicBezTo>
                    <a:pt x="126" y="17"/>
                    <a:pt x="126" y="17"/>
                    <a:pt x="126" y="17"/>
                  </a:cubicBezTo>
                  <a:cubicBezTo>
                    <a:pt x="132" y="26"/>
                    <a:pt x="130" y="38"/>
                    <a:pt x="121" y="44"/>
                  </a:cubicBezTo>
                  <a:lnTo>
                    <a:pt x="37" y="102"/>
                  </a:lnTo>
                  <a:close/>
                </a:path>
              </a:pathLst>
            </a:custGeom>
            <a:solidFill>
              <a:srgbClr val="3F3F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2" name="Freeform 60">
              <a:extLst>
                <a:ext uri="{FF2B5EF4-FFF2-40B4-BE49-F238E27FC236}">
                  <a16:creationId xmlns:a16="http://schemas.microsoft.com/office/drawing/2014/main" id="{D0CC9F86-398A-46F6-A5D0-C654DC836D5E}"/>
                </a:ext>
              </a:extLst>
            </p:cNvPr>
            <p:cNvSpPr>
              <a:spLocks/>
            </p:cNvSpPr>
            <p:nvPr/>
          </p:nvSpPr>
          <p:spPr bwMode="auto">
            <a:xfrm>
              <a:off x="2840038" y="4803775"/>
              <a:ext cx="1938338" cy="766763"/>
            </a:xfrm>
            <a:custGeom>
              <a:avLst/>
              <a:gdLst>
                <a:gd name="T0" fmla="*/ 1221 w 1221"/>
                <a:gd name="T1" fmla="*/ 483 h 483"/>
                <a:gd name="T2" fmla="*/ 0 w 1221"/>
                <a:gd name="T3" fmla="*/ 483 h 483"/>
                <a:gd name="T4" fmla="*/ 320 w 1221"/>
                <a:gd name="T5" fmla="*/ 380 h 483"/>
                <a:gd name="T6" fmla="*/ 103 w 1221"/>
                <a:gd name="T7" fmla="*/ 167 h 483"/>
                <a:gd name="T8" fmla="*/ 380 w 1221"/>
                <a:gd name="T9" fmla="*/ 244 h 483"/>
                <a:gd name="T10" fmla="*/ 285 w 1221"/>
                <a:gd name="T11" fmla="*/ 0 h 483"/>
                <a:gd name="T12" fmla="*/ 737 w 1221"/>
                <a:gd name="T13" fmla="*/ 244 h 483"/>
                <a:gd name="T14" fmla="*/ 675 w 1221"/>
                <a:gd name="T15" fmla="*/ 114 h 483"/>
                <a:gd name="T16" fmla="*/ 1221 w 1221"/>
                <a:gd name="T17" fmla="*/ 483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21" h="483">
                  <a:moveTo>
                    <a:pt x="1221" y="483"/>
                  </a:moveTo>
                  <a:lnTo>
                    <a:pt x="0" y="483"/>
                  </a:lnTo>
                  <a:lnTo>
                    <a:pt x="320" y="380"/>
                  </a:lnTo>
                  <a:lnTo>
                    <a:pt x="103" y="167"/>
                  </a:lnTo>
                  <a:lnTo>
                    <a:pt x="380" y="244"/>
                  </a:lnTo>
                  <a:lnTo>
                    <a:pt x="285" y="0"/>
                  </a:lnTo>
                  <a:lnTo>
                    <a:pt x="737" y="244"/>
                  </a:lnTo>
                  <a:lnTo>
                    <a:pt x="675" y="114"/>
                  </a:lnTo>
                  <a:lnTo>
                    <a:pt x="1221" y="483"/>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3" name="Freeform 61">
              <a:extLst>
                <a:ext uri="{FF2B5EF4-FFF2-40B4-BE49-F238E27FC236}">
                  <a16:creationId xmlns:a16="http://schemas.microsoft.com/office/drawing/2014/main" id="{BC8190BA-30BF-4620-B774-2C180CF47205}"/>
                </a:ext>
              </a:extLst>
            </p:cNvPr>
            <p:cNvSpPr>
              <a:spLocks/>
            </p:cNvSpPr>
            <p:nvPr/>
          </p:nvSpPr>
          <p:spPr bwMode="auto">
            <a:xfrm>
              <a:off x="4827588" y="2376488"/>
              <a:ext cx="622300" cy="1670050"/>
            </a:xfrm>
            <a:custGeom>
              <a:avLst/>
              <a:gdLst>
                <a:gd name="T0" fmla="*/ 59 w 392"/>
                <a:gd name="T1" fmla="*/ 1052 h 1052"/>
                <a:gd name="T2" fmla="*/ 0 w 392"/>
                <a:gd name="T3" fmla="*/ 1033 h 1052"/>
                <a:gd name="T4" fmla="*/ 333 w 392"/>
                <a:gd name="T5" fmla="*/ 0 h 1052"/>
                <a:gd name="T6" fmla="*/ 392 w 392"/>
                <a:gd name="T7" fmla="*/ 19 h 1052"/>
                <a:gd name="T8" fmla="*/ 59 w 392"/>
                <a:gd name="T9" fmla="*/ 1052 h 1052"/>
              </a:gdLst>
              <a:ahLst/>
              <a:cxnLst>
                <a:cxn ang="0">
                  <a:pos x="T0" y="T1"/>
                </a:cxn>
                <a:cxn ang="0">
                  <a:pos x="T2" y="T3"/>
                </a:cxn>
                <a:cxn ang="0">
                  <a:pos x="T4" y="T5"/>
                </a:cxn>
                <a:cxn ang="0">
                  <a:pos x="T6" y="T7"/>
                </a:cxn>
                <a:cxn ang="0">
                  <a:pos x="T8" y="T9"/>
                </a:cxn>
              </a:cxnLst>
              <a:rect l="0" t="0" r="r" b="b"/>
              <a:pathLst>
                <a:path w="392" h="1052">
                  <a:moveTo>
                    <a:pt x="59" y="1052"/>
                  </a:moveTo>
                  <a:lnTo>
                    <a:pt x="0" y="1033"/>
                  </a:lnTo>
                  <a:lnTo>
                    <a:pt x="333" y="0"/>
                  </a:lnTo>
                  <a:lnTo>
                    <a:pt x="392" y="19"/>
                  </a:lnTo>
                  <a:lnTo>
                    <a:pt x="59" y="1052"/>
                  </a:lnTo>
                  <a:close/>
                </a:path>
              </a:pathLst>
            </a:custGeom>
            <a:solidFill>
              <a:srgbClr val="1D1D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4" name="Freeform 62">
              <a:extLst>
                <a:ext uri="{FF2B5EF4-FFF2-40B4-BE49-F238E27FC236}">
                  <a16:creationId xmlns:a16="http://schemas.microsoft.com/office/drawing/2014/main" id="{62804491-26B6-425A-BB4A-80B07B79DD73}"/>
                </a:ext>
              </a:extLst>
            </p:cNvPr>
            <p:cNvSpPr>
              <a:spLocks/>
            </p:cNvSpPr>
            <p:nvPr/>
          </p:nvSpPr>
          <p:spPr bwMode="auto">
            <a:xfrm>
              <a:off x="4202113" y="3295650"/>
              <a:ext cx="1150938" cy="487363"/>
            </a:xfrm>
            <a:custGeom>
              <a:avLst/>
              <a:gdLst>
                <a:gd name="T0" fmla="*/ 725 w 725"/>
                <a:gd name="T1" fmla="*/ 239 h 307"/>
                <a:gd name="T2" fmla="*/ 700 w 725"/>
                <a:gd name="T3" fmla="*/ 307 h 307"/>
                <a:gd name="T4" fmla="*/ 525 w 725"/>
                <a:gd name="T5" fmla="*/ 252 h 307"/>
                <a:gd name="T6" fmla="*/ 500 w 725"/>
                <a:gd name="T7" fmla="*/ 256 h 307"/>
                <a:gd name="T8" fmla="*/ 0 w 725"/>
                <a:gd name="T9" fmla="*/ 97 h 307"/>
                <a:gd name="T10" fmla="*/ 31 w 725"/>
                <a:gd name="T11" fmla="*/ 0 h 307"/>
                <a:gd name="T12" fmla="*/ 540 w 725"/>
                <a:gd name="T13" fmla="*/ 162 h 307"/>
                <a:gd name="T14" fmla="*/ 557 w 725"/>
                <a:gd name="T15" fmla="*/ 186 h 307"/>
                <a:gd name="T16" fmla="*/ 725 w 725"/>
                <a:gd name="T17" fmla="*/ 239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5" h="307">
                  <a:moveTo>
                    <a:pt x="725" y="239"/>
                  </a:moveTo>
                  <a:lnTo>
                    <a:pt x="700" y="307"/>
                  </a:lnTo>
                  <a:lnTo>
                    <a:pt x="525" y="252"/>
                  </a:lnTo>
                  <a:lnTo>
                    <a:pt x="500" y="256"/>
                  </a:lnTo>
                  <a:lnTo>
                    <a:pt x="0" y="97"/>
                  </a:lnTo>
                  <a:lnTo>
                    <a:pt x="31" y="0"/>
                  </a:lnTo>
                  <a:lnTo>
                    <a:pt x="540" y="162"/>
                  </a:lnTo>
                  <a:lnTo>
                    <a:pt x="557" y="186"/>
                  </a:lnTo>
                  <a:lnTo>
                    <a:pt x="725" y="239"/>
                  </a:lnTo>
                  <a:close/>
                </a:path>
              </a:pathLst>
            </a:custGeom>
            <a:solidFill>
              <a:srgbClr val="1D1D1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5" name="Freeform 63">
              <a:extLst>
                <a:ext uri="{FF2B5EF4-FFF2-40B4-BE49-F238E27FC236}">
                  <a16:creationId xmlns:a16="http://schemas.microsoft.com/office/drawing/2014/main" id="{C96D00CE-73DA-4258-B27C-3EB4ADCE9D0C}"/>
                </a:ext>
              </a:extLst>
            </p:cNvPr>
            <p:cNvSpPr>
              <a:spLocks/>
            </p:cNvSpPr>
            <p:nvPr/>
          </p:nvSpPr>
          <p:spPr bwMode="auto">
            <a:xfrm>
              <a:off x="4827588" y="3443288"/>
              <a:ext cx="357188" cy="357188"/>
            </a:xfrm>
            <a:custGeom>
              <a:avLst/>
              <a:gdLst>
                <a:gd name="T0" fmla="*/ 154 w 167"/>
                <a:gd name="T1" fmla="*/ 106 h 167"/>
                <a:gd name="T2" fmla="*/ 61 w 167"/>
                <a:gd name="T3" fmla="*/ 154 h 167"/>
                <a:gd name="T4" fmla="*/ 13 w 167"/>
                <a:gd name="T5" fmla="*/ 60 h 167"/>
                <a:gd name="T6" fmla="*/ 106 w 167"/>
                <a:gd name="T7" fmla="*/ 12 h 167"/>
                <a:gd name="T8" fmla="*/ 154 w 167"/>
                <a:gd name="T9" fmla="*/ 106 h 167"/>
              </a:gdLst>
              <a:ahLst/>
              <a:cxnLst>
                <a:cxn ang="0">
                  <a:pos x="T0" y="T1"/>
                </a:cxn>
                <a:cxn ang="0">
                  <a:pos x="T2" y="T3"/>
                </a:cxn>
                <a:cxn ang="0">
                  <a:pos x="T4" y="T5"/>
                </a:cxn>
                <a:cxn ang="0">
                  <a:pos x="T6" y="T7"/>
                </a:cxn>
                <a:cxn ang="0">
                  <a:pos x="T8" y="T9"/>
                </a:cxn>
              </a:cxnLst>
              <a:rect l="0" t="0" r="r" b="b"/>
              <a:pathLst>
                <a:path w="167" h="167">
                  <a:moveTo>
                    <a:pt x="154" y="106"/>
                  </a:moveTo>
                  <a:cubicBezTo>
                    <a:pt x="142" y="145"/>
                    <a:pt x="100" y="167"/>
                    <a:pt x="61" y="154"/>
                  </a:cubicBezTo>
                  <a:cubicBezTo>
                    <a:pt x="22" y="141"/>
                    <a:pt x="0" y="99"/>
                    <a:pt x="13" y="60"/>
                  </a:cubicBezTo>
                  <a:cubicBezTo>
                    <a:pt x="25" y="21"/>
                    <a:pt x="67" y="0"/>
                    <a:pt x="106" y="12"/>
                  </a:cubicBezTo>
                  <a:cubicBezTo>
                    <a:pt x="146" y="25"/>
                    <a:pt x="167" y="67"/>
                    <a:pt x="154" y="106"/>
                  </a:cubicBezTo>
                  <a:close/>
                </a:path>
              </a:pathLst>
            </a:custGeom>
            <a:solidFill>
              <a:srgbClr val="A5A5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6" name="Freeform 64">
              <a:extLst>
                <a:ext uri="{FF2B5EF4-FFF2-40B4-BE49-F238E27FC236}">
                  <a16:creationId xmlns:a16="http://schemas.microsoft.com/office/drawing/2014/main" id="{7ABE7912-BC5D-437F-9102-6C320D0F2960}"/>
                </a:ext>
              </a:extLst>
            </p:cNvPr>
            <p:cNvSpPr>
              <a:spLocks/>
            </p:cNvSpPr>
            <p:nvPr/>
          </p:nvSpPr>
          <p:spPr bwMode="auto">
            <a:xfrm>
              <a:off x="4873626" y="3487738"/>
              <a:ext cx="266700" cy="265113"/>
            </a:xfrm>
            <a:custGeom>
              <a:avLst/>
              <a:gdLst>
                <a:gd name="T0" fmla="*/ 114 w 124"/>
                <a:gd name="T1" fmla="*/ 79 h 124"/>
                <a:gd name="T2" fmla="*/ 45 w 124"/>
                <a:gd name="T3" fmla="*/ 115 h 124"/>
                <a:gd name="T4" fmla="*/ 9 w 124"/>
                <a:gd name="T5" fmla="*/ 45 h 124"/>
                <a:gd name="T6" fmla="*/ 79 w 124"/>
                <a:gd name="T7" fmla="*/ 9 h 124"/>
                <a:gd name="T8" fmla="*/ 114 w 124"/>
                <a:gd name="T9" fmla="*/ 79 h 124"/>
              </a:gdLst>
              <a:ahLst/>
              <a:cxnLst>
                <a:cxn ang="0">
                  <a:pos x="T0" y="T1"/>
                </a:cxn>
                <a:cxn ang="0">
                  <a:pos x="T2" y="T3"/>
                </a:cxn>
                <a:cxn ang="0">
                  <a:pos x="T4" y="T5"/>
                </a:cxn>
                <a:cxn ang="0">
                  <a:pos x="T6" y="T7"/>
                </a:cxn>
                <a:cxn ang="0">
                  <a:pos x="T8" y="T9"/>
                </a:cxn>
              </a:cxnLst>
              <a:rect l="0" t="0" r="r" b="b"/>
              <a:pathLst>
                <a:path w="124" h="124">
                  <a:moveTo>
                    <a:pt x="114" y="79"/>
                  </a:moveTo>
                  <a:cubicBezTo>
                    <a:pt x="105" y="108"/>
                    <a:pt x="74" y="124"/>
                    <a:pt x="45" y="115"/>
                  </a:cubicBezTo>
                  <a:cubicBezTo>
                    <a:pt x="16" y="105"/>
                    <a:pt x="0" y="74"/>
                    <a:pt x="9" y="45"/>
                  </a:cubicBezTo>
                  <a:cubicBezTo>
                    <a:pt x="18" y="16"/>
                    <a:pt x="49" y="0"/>
                    <a:pt x="79" y="9"/>
                  </a:cubicBezTo>
                  <a:cubicBezTo>
                    <a:pt x="108" y="19"/>
                    <a:pt x="124" y="50"/>
                    <a:pt x="114" y="79"/>
                  </a:cubicBezTo>
                  <a:close/>
                </a:path>
              </a:pathLst>
            </a:custGeom>
            <a:solidFill>
              <a:srgbClr val="54545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7" name="Freeform 65">
              <a:extLst>
                <a:ext uri="{FF2B5EF4-FFF2-40B4-BE49-F238E27FC236}">
                  <a16:creationId xmlns:a16="http://schemas.microsoft.com/office/drawing/2014/main" id="{0B400120-75C6-4B1D-B49F-CC1D08B49159}"/>
                </a:ext>
              </a:extLst>
            </p:cNvPr>
            <p:cNvSpPr>
              <a:spLocks/>
            </p:cNvSpPr>
            <p:nvPr/>
          </p:nvSpPr>
          <p:spPr bwMode="auto">
            <a:xfrm>
              <a:off x="3009901" y="2579688"/>
              <a:ext cx="246063" cy="430213"/>
            </a:xfrm>
            <a:custGeom>
              <a:avLst/>
              <a:gdLst>
                <a:gd name="T0" fmla="*/ 24 w 115"/>
                <a:gd name="T1" fmla="*/ 189 h 201"/>
                <a:gd name="T2" fmla="*/ 108 w 115"/>
                <a:gd name="T3" fmla="*/ 21 h 201"/>
                <a:gd name="T4" fmla="*/ 91 w 115"/>
                <a:gd name="T5" fmla="*/ 11 h 201"/>
                <a:gd name="T6" fmla="*/ 4 w 115"/>
                <a:gd name="T7" fmla="*/ 184 h 201"/>
                <a:gd name="T8" fmla="*/ 24 w 115"/>
                <a:gd name="T9" fmla="*/ 189 h 201"/>
              </a:gdLst>
              <a:ahLst/>
              <a:cxnLst>
                <a:cxn ang="0">
                  <a:pos x="T0" y="T1"/>
                </a:cxn>
                <a:cxn ang="0">
                  <a:pos x="T2" y="T3"/>
                </a:cxn>
                <a:cxn ang="0">
                  <a:pos x="T4" y="T5"/>
                </a:cxn>
                <a:cxn ang="0">
                  <a:pos x="T6" y="T7"/>
                </a:cxn>
                <a:cxn ang="0">
                  <a:pos x="T8" y="T9"/>
                </a:cxn>
              </a:cxnLst>
              <a:rect l="0" t="0" r="r" b="b"/>
              <a:pathLst>
                <a:path w="115" h="201">
                  <a:moveTo>
                    <a:pt x="24" y="189"/>
                  </a:moveTo>
                  <a:cubicBezTo>
                    <a:pt x="45" y="130"/>
                    <a:pt x="76" y="75"/>
                    <a:pt x="108" y="21"/>
                  </a:cubicBezTo>
                  <a:cubicBezTo>
                    <a:pt x="115" y="10"/>
                    <a:pt x="97" y="0"/>
                    <a:pt x="91" y="11"/>
                  </a:cubicBezTo>
                  <a:cubicBezTo>
                    <a:pt x="57" y="66"/>
                    <a:pt x="26" y="123"/>
                    <a:pt x="4" y="184"/>
                  </a:cubicBezTo>
                  <a:cubicBezTo>
                    <a:pt x="0" y="196"/>
                    <a:pt x="19" y="201"/>
                    <a:pt x="24" y="189"/>
                  </a:cubicBez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8" name="Freeform 66">
              <a:extLst>
                <a:ext uri="{FF2B5EF4-FFF2-40B4-BE49-F238E27FC236}">
                  <a16:creationId xmlns:a16="http://schemas.microsoft.com/office/drawing/2014/main" id="{E740B118-E8D1-42E8-AB88-4E1B6BFFBBF0}"/>
                </a:ext>
              </a:extLst>
            </p:cNvPr>
            <p:cNvSpPr>
              <a:spLocks/>
            </p:cNvSpPr>
            <p:nvPr/>
          </p:nvSpPr>
          <p:spPr bwMode="auto">
            <a:xfrm>
              <a:off x="2968626" y="2609850"/>
              <a:ext cx="157163" cy="222250"/>
            </a:xfrm>
            <a:custGeom>
              <a:avLst/>
              <a:gdLst>
                <a:gd name="T0" fmla="*/ 24 w 73"/>
                <a:gd name="T1" fmla="*/ 93 h 104"/>
                <a:gd name="T2" fmla="*/ 66 w 73"/>
                <a:gd name="T3" fmla="*/ 20 h 104"/>
                <a:gd name="T4" fmla="*/ 48 w 73"/>
                <a:gd name="T5" fmla="*/ 10 h 104"/>
                <a:gd name="T6" fmla="*/ 5 w 73"/>
                <a:gd name="T7" fmla="*/ 87 h 104"/>
                <a:gd name="T8" fmla="*/ 24 w 73"/>
                <a:gd name="T9" fmla="*/ 93 h 104"/>
              </a:gdLst>
              <a:ahLst/>
              <a:cxnLst>
                <a:cxn ang="0">
                  <a:pos x="T0" y="T1"/>
                </a:cxn>
                <a:cxn ang="0">
                  <a:pos x="T2" y="T3"/>
                </a:cxn>
                <a:cxn ang="0">
                  <a:pos x="T4" y="T5"/>
                </a:cxn>
                <a:cxn ang="0">
                  <a:pos x="T6" y="T7"/>
                </a:cxn>
                <a:cxn ang="0">
                  <a:pos x="T8" y="T9"/>
                </a:cxn>
              </a:cxnLst>
              <a:rect l="0" t="0" r="r" b="b"/>
              <a:pathLst>
                <a:path w="73" h="104">
                  <a:moveTo>
                    <a:pt x="24" y="93"/>
                  </a:moveTo>
                  <a:cubicBezTo>
                    <a:pt x="35" y="67"/>
                    <a:pt x="49" y="43"/>
                    <a:pt x="66" y="20"/>
                  </a:cubicBezTo>
                  <a:cubicBezTo>
                    <a:pt x="73" y="10"/>
                    <a:pt x="56" y="0"/>
                    <a:pt x="48" y="10"/>
                  </a:cubicBezTo>
                  <a:cubicBezTo>
                    <a:pt x="31" y="34"/>
                    <a:pt x="16" y="60"/>
                    <a:pt x="5" y="87"/>
                  </a:cubicBezTo>
                  <a:cubicBezTo>
                    <a:pt x="0" y="99"/>
                    <a:pt x="19" y="104"/>
                    <a:pt x="24" y="93"/>
                  </a:cubicBez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9" name="Freeform 67">
              <a:extLst>
                <a:ext uri="{FF2B5EF4-FFF2-40B4-BE49-F238E27FC236}">
                  <a16:creationId xmlns:a16="http://schemas.microsoft.com/office/drawing/2014/main" id="{B5501C83-1F09-4FB1-B3E7-0E5F09EEEFA4}"/>
                </a:ext>
              </a:extLst>
            </p:cNvPr>
            <p:cNvSpPr>
              <a:spLocks/>
            </p:cNvSpPr>
            <p:nvPr/>
          </p:nvSpPr>
          <p:spPr bwMode="auto">
            <a:xfrm>
              <a:off x="5500688" y="1595438"/>
              <a:ext cx="365125" cy="165100"/>
            </a:xfrm>
            <a:custGeom>
              <a:avLst/>
              <a:gdLst>
                <a:gd name="T0" fmla="*/ 13 w 170"/>
                <a:gd name="T1" fmla="*/ 21 h 77"/>
                <a:gd name="T2" fmla="*/ 149 w 170"/>
                <a:gd name="T3" fmla="*/ 70 h 77"/>
                <a:gd name="T4" fmla="*/ 159 w 170"/>
                <a:gd name="T5" fmla="*/ 53 h 77"/>
                <a:gd name="T6" fmla="*/ 13 w 170"/>
                <a:gd name="T7" fmla="*/ 1 h 77"/>
                <a:gd name="T8" fmla="*/ 13 w 170"/>
                <a:gd name="T9" fmla="*/ 21 h 77"/>
              </a:gdLst>
              <a:ahLst/>
              <a:cxnLst>
                <a:cxn ang="0">
                  <a:pos x="T0" y="T1"/>
                </a:cxn>
                <a:cxn ang="0">
                  <a:pos x="T2" y="T3"/>
                </a:cxn>
                <a:cxn ang="0">
                  <a:pos x="T4" y="T5"/>
                </a:cxn>
                <a:cxn ang="0">
                  <a:pos x="T6" y="T7"/>
                </a:cxn>
                <a:cxn ang="0">
                  <a:pos x="T8" y="T9"/>
                </a:cxn>
              </a:cxnLst>
              <a:rect l="0" t="0" r="r" b="b"/>
              <a:pathLst>
                <a:path w="170" h="77">
                  <a:moveTo>
                    <a:pt x="13" y="21"/>
                  </a:moveTo>
                  <a:cubicBezTo>
                    <a:pt x="63" y="24"/>
                    <a:pt x="107" y="45"/>
                    <a:pt x="149" y="70"/>
                  </a:cubicBezTo>
                  <a:cubicBezTo>
                    <a:pt x="160" y="77"/>
                    <a:pt x="170" y="60"/>
                    <a:pt x="159" y="53"/>
                  </a:cubicBezTo>
                  <a:cubicBezTo>
                    <a:pt x="114" y="25"/>
                    <a:pt x="66" y="5"/>
                    <a:pt x="13" y="1"/>
                  </a:cubicBezTo>
                  <a:cubicBezTo>
                    <a:pt x="0" y="0"/>
                    <a:pt x="0" y="20"/>
                    <a:pt x="13" y="21"/>
                  </a:cubicBez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0" name="Freeform 68">
              <a:extLst>
                <a:ext uri="{FF2B5EF4-FFF2-40B4-BE49-F238E27FC236}">
                  <a16:creationId xmlns:a16="http://schemas.microsoft.com/office/drawing/2014/main" id="{590F9E1C-00E0-4489-A3DC-B0BCBE42C36B}"/>
                </a:ext>
              </a:extLst>
            </p:cNvPr>
            <p:cNvSpPr>
              <a:spLocks/>
            </p:cNvSpPr>
            <p:nvPr/>
          </p:nvSpPr>
          <p:spPr bwMode="auto">
            <a:xfrm>
              <a:off x="5640388" y="1546225"/>
              <a:ext cx="196850" cy="112713"/>
            </a:xfrm>
            <a:custGeom>
              <a:avLst/>
              <a:gdLst>
                <a:gd name="T0" fmla="*/ 12 w 92"/>
                <a:gd name="T1" fmla="*/ 22 h 52"/>
                <a:gd name="T2" fmla="*/ 71 w 92"/>
                <a:gd name="T3" fmla="*/ 45 h 52"/>
                <a:gd name="T4" fmla="*/ 81 w 92"/>
                <a:gd name="T5" fmla="*/ 28 h 52"/>
                <a:gd name="T6" fmla="*/ 17 w 92"/>
                <a:gd name="T7" fmla="*/ 3 h 52"/>
                <a:gd name="T8" fmla="*/ 12 w 92"/>
                <a:gd name="T9" fmla="*/ 22 h 52"/>
              </a:gdLst>
              <a:ahLst/>
              <a:cxnLst>
                <a:cxn ang="0">
                  <a:pos x="T0" y="T1"/>
                </a:cxn>
                <a:cxn ang="0">
                  <a:pos x="T2" y="T3"/>
                </a:cxn>
                <a:cxn ang="0">
                  <a:pos x="T4" y="T5"/>
                </a:cxn>
                <a:cxn ang="0">
                  <a:pos x="T6" y="T7"/>
                </a:cxn>
                <a:cxn ang="0">
                  <a:pos x="T8" y="T9"/>
                </a:cxn>
              </a:cxnLst>
              <a:rect l="0" t="0" r="r" b="b"/>
              <a:pathLst>
                <a:path w="92" h="52">
                  <a:moveTo>
                    <a:pt x="12" y="22"/>
                  </a:moveTo>
                  <a:cubicBezTo>
                    <a:pt x="33" y="28"/>
                    <a:pt x="52" y="35"/>
                    <a:pt x="71" y="45"/>
                  </a:cubicBezTo>
                  <a:cubicBezTo>
                    <a:pt x="82" y="52"/>
                    <a:pt x="92" y="34"/>
                    <a:pt x="81" y="28"/>
                  </a:cubicBezTo>
                  <a:cubicBezTo>
                    <a:pt x="61" y="17"/>
                    <a:pt x="40" y="9"/>
                    <a:pt x="17" y="3"/>
                  </a:cubicBezTo>
                  <a:cubicBezTo>
                    <a:pt x="5" y="0"/>
                    <a:pt x="0" y="19"/>
                    <a:pt x="12" y="22"/>
                  </a:cubicBez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1" name="Freeform 69">
              <a:extLst>
                <a:ext uri="{FF2B5EF4-FFF2-40B4-BE49-F238E27FC236}">
                  <a16:creationId xmlns:a16="http://schemas.microsoft.com/office/drawing/2014/main" id="{2A291E29-1C43-4B85-86AB-EF05D023642D}"/>
                </a:ext>
              </a:extLst>
            </p:cNvPr>
            <p:cNvSpPr>
              <a:spLocks/>
            </p:cNvSpPr>
            <p:nvPr/>
          </p:nvSpPr>
          <p:spPr bwMode="auto">
            <a:xfrm>
              <a:off x="7027863" y="3529013"/>
              <a:ext cx="90488" cy="401638"/>
            </a:xfrm>
            <a:custGeom>
              <a:avLst/>
              <a:gdLst>
                <a:gd name="T0" fmla="*/ 22 w 42"/>
                <a:gd name="T1" fmla="*/ 13 h 188"/>
                <a:gd name="T2" fmla="*/ 3 w 42"/>
                <a:gd name="T3" fmla="*/ 170 h 188"/>
                <a:gd name="T4" fmla="*/ 23 w 42"/>
                <a:gd name="T5" fmla="*/ 176 h 188"/>
                <a:gd name="T6" fmla="*/ 42 w 42"/>
                <a:gd name="T7" fmla="*/ 13 h 188"/>
                <a:gd name="T8" fmla="*/ 22 w 42"/>
                <a:gd name="T9" fmla="*/ 13 h 188"/>
              </a:gdLst>
              <a:ahLst/>
              <a:cxnLst>
                <a:cxn ang="0">
                  <a:pos x="T0" y="T1"/>
                </a:cxn>
                <a:cxn ang="0">
                  <a:pos x="T2" y="T3"/>
                </a:cxn>
                <a:cxn ang="0">
                  <a:pos x="T4" y="T5"/>
                </a:cxn>
                <a:cxn ang="0">
                  <a:pos x="T6" y="T7"/>
                </a:cxn>
                <a:cxn ang="0">
                  <a:pos x="T8" y="T9"/>
                </a:cxn>
              </a:cxnLst>
              <a:rect l="0" t="0" r="r" b="b"/>
              <a:pathLst>
                <a:path w="42" h="188">
                  <a:moveTo>
                    <a:pt x="22" y="13"/>
                  </a:moveTo>
                  <a:cubicBezTo>
                    <a:pt x="22" y="66"/>
                    <a:pt x="18" y="119"/>
                    <a:pt x="3" y="170"/>
                  </a:cubicBezTo>
                  <a:cubicBezTo>
                    <a:pt x="0" y="183"/>
                    <a:pt x="19" y="188"/>
                    <a:pt x="23" y="176"/>
                  </a:cubicBezTo>
                  <a:cubicBezTo>
                    <a:pt x="38" y="123"/>
                    <a:pt x="42" y="68"/>
                    <a:pt x="42" y="13"/>
                  </a:cubicBezTo>
                  <a:cubicBezTo>
                    <a:pt x="42" y="0"/>
                    <a:pt x="22" y="0"/>
                    <a:pt x="22" y="13"/>
                  </a:cubicBez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2" name="Freeform 70">
              <a:extLst>
                <a:ext uri="{FF2B5EF4-FFF2-40B4-BE49-F238E27FC236}">
                  <a16:creationId xmlns:a16="http://schemas.microsoft.com/office/drawing/2014/main" id="{37370AC0-AE4A-4372-BEEE-A3AAADD4086E}"/>
                </a:ext>
              </a:extLst>
            </p:cNvPr>
            <p:cNvSpPr>
              <a:spLocks/>
            </p:cNvSpPr>
            <p:nvPr/>
          </p:nvSpPr>
          <p:spPr bwMode="auto">
            <a:xfrm>
              <a:off x="7129463" y="3638550"/>
              <a:ext cx="57150" cy="220663"/>
            </a:xfrm>
            <a:custGeom>
              <a:avLst/>
              <a:gdLst>
                <a:gd name="T0" fmla="*/ 7 w 27"/>
                <a:gd name="T1" fmla="*/ 13 h 103"/>
                <a:gd name="T2" fmla="*/ 1 w 27"/>
                <a:gd name="T3" fmla="*/ 90 h 103"/>
                <a:gd name="T4" fmla="*/ 21 w 27"/>
                <a:gd name="T5" fmla="*/ 90 h 103"/>
                <a:gd name="T6" fmla="*/ 27 w 27"/>
                <a:gd name="T7" fmla="*/ 13 h 103"/>
                <a:gd name="T8" fmla="*/ 7 w 27"/>
                <a:gd name="T9" fmla="*/ 13 h 103"/>
              </a:gdLst>
              <a:ahLst/>
              <a:cxnLst>
                <a:cxn ang="0">
                  <a:pos x="T0" y="T1"/>
                </a:cxn>
                <a:cxn ang="0">
                  <a:pos x="T2" y="T3"/>
                </a:cxn>
                <a:cxn ang="0">
                  <a:pos x="T4" y="T5"/>
                </a:cxn>
                <a:cxn ang="0">
                  <a:pos x="T6" y="T7"/>
                </a:cxn>
                <a:cxn ang="0">
                  <a:pos x="T8" y="T9"/>
                </a:cxn>
              </a:cxnLst>
              <a:rect l="0" t="0" r="r" b="b"/>
              <a:pathLst>
                <a:path w="27" h="103">
                  <a:moveTo>
                    <a:pt x="7" y="13"/>
                  </a:moveTo>
                  <a:cubicBezTo>
                    <a:pt x="6" y="39"/>
                    <a:pt x="4" y="64"/>
                    <a:pt x="1" y="90"/>
                  </a:cubicBezTo>
                  <a:cubicBezTo>
                    <a:pt x="0" y="103"/>
                    <a:pt x="20" y="103"/>
                    <a:pt x="21" y="90"/>
                  </a:cubicBezTo>
                  <a:cubicBezTo>
                    <a:pt x="24" y="64"/>
                    <a:pt x="26" y="39"/>
                    <a:pt x="27" y="13"/>
                  </a:cubicBezTo>
                  <a:cubicBezTo>
                    <a:pt x="27" y="0"/>
                    <a:pt x="7" y="0"/>
                    <a:pt x="7" y="13"/>
                  </a:cubicBez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68" name="TextBox 67">
            <a:extLst>
              <a:ext uri="{FF2B5EF4-FFF2-40B4-BE49-F238E27FC236}">
                <a16:creationId xmlns:a16="http://schemas.microsoft.com/office/drawing/2014/main" id="{1C1B3F0A-83D0-4871-8BE2-40D861A7B42C}"/>
              </a:ext>
            </a:extLst>
          </p:cNvPr>
          <p:cNvSpPr txBox="1"/>
          <p:nvPr/>
        </p:nvSpPr>
        <p:spPr>
          <a:xfrm>
            <a:off x="1114791" y="2428231"/>
            <a:ext cx="1292341" cy="707886"/>
          </a:xfrm>
          <a:prstGeom prst="rect">
            <a:avLst/>
          </a:prstGeom>
          <a:noFill/>
        </p:spPr>
        <p:txBody>
          <a:bodyPr wrap="none" rtlCol="0">
            <a:spAutoFit/>
          </a:bodyPr>
          <a:lstStyle/>
          <a:p>
            <a:r>
              <a:rPr lang="id-ID" sz="4000" b="1">
                <a:latin typeface="思源黑体 CN Medium" panose="020B0600000000000000" pitchFamily="34" charset="-122"/>
                <a:ea typeface="思源黑体 CN Medium" panose="020B0600000000000000" pitchFamily="34" charset="-122"/>
                <a:cs typeface="Lato Heavy" panose="020F0502020204030203" pitchFamily="34" charset="0"/>
                <a:sym typeface="思源黑体 CN Medium" panose="020B0600000000000000" pitchFamily="34" charset="-122"/>
              </a:rPr>
              <a:t>68%</a:t>
            </a:r>
          </a:p>
        </p:txBody>
      </p:sp>
      <p:sp>
        <p:nvSpPr>
          <p:cNvPr id="69" name="TextBox 7">
            <a:extLst>
              <a:ext uri="{FF2B5EF4-FFF2-40B4-BE49-F238E27FC236}">
                <a16:creationId xmlns:a16="http://schemas.microsoft.com/office/drawing/2014/main" id="{F75D34D5-767D-4389-BAF2-7219B102E159}"/>
              </a:ext>
            </a:extLst>
          </p:cNvPr>
          <p:cNvSpPr txBox="1">
            <a:spLocks noChangeArrowheads="1"/>
          </p:cNvSpPr>
          <p:nvPr/>
        </p:nvSpPr>
        <p:spPr bwMode="auto">
          <a:xfrm flipH="1">
            <a:off x="1136079" y="3136117"/>
            <a:ext cx="3498328" cy="796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nSpc>
                <a:spcPct val="150000"/>
              </a:lnSpc>
            </a:pP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Lorem ipsum dolor sit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amet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consectetur</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adipiscing</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elit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sed</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do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eiusmod</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tempor</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incididunt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ut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labore</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et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dolore</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magna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aliqua</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p>
        </p:txBody>
      </p:sp>
      <p:sp>
        <p:nvSpPr>
          <p:cNvPr id="70" name="TextBox 7">
            <a:extLst>
              <a:ext uri="{FF2B5EF4-FFF2-40B4-BE49-F238E27FC236}">
                <a16:creationId xmlns:a16="http://schemas.microsoft.com/office/drawing/2014/main" id="{E47E6C4C-5654-495B-90F2-0E4685376BC7}"/>
              </a:ext>
            </a:extLst>
          </p:cNvPr>
          <p:cNvSpPr txBox="1">
            <a:spLocks noChangeArrowheads="1"/>
          </p:cNvSpPr>
          <p:nvPr/>
        </p:nvSpPr>
        <p:spPr bwMode="auto">
          <a:xfrm flipH="1">
            <a:off x="1561929" y="4849119"/>
            <a:ext cx="2954959" cy="525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nSpc>
                <a:spcPct val="150000"/>
              </a:lnSpc>
            </a:pP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Lorem ipsum dolor sit amet, consectetur adipiscing elit, </a:t>
            </a:r>
          </a:p>
        </p:txBody>
      </p:sp>
      <p:sp>
        <p:nvSpPr>
          <p:cNvPr id="71" name="Shape 2539">
            <a:extLst>
              <a:ext uri="{FF2B5EF4-FFF2-40B4-BE49-F238E27FC236}">
                <a16:creationId xmlns:a16="http://schemas.microsoft.com/office/drawing/2014/main" id="{B863D5A8-A8C4-4EF7-9122-FD40937A6109}"/>
              </a:ext>
            </a:extLst>
          </p:cNvPr>
          <p:cNvSpPr/>
          <p:nvPr/>
        </p:nvSpPr>
        <p:spPr>
          <a:xfrm>
            <a:off x="1114791" y="5061010"/>
            <a:ext cx="205429" cy="139551"/>
          </a:xfrm>
          <a:custGeom>
            <a:avLst/>
            <a:gdLst/>
            <a:ahLst/>
            <a:cxnLst>
              <a:cxn ang="0">
                <a:pos x="wd2" y="hd2"/>
              </a:cxn>
              <a:cxn ang="5400000">
                <a:pos x="wd2" y="hd2"/>
              </a:cxn>
              <a:cxn ang="10800000">
                <a:pos x="wd2" y="hd2"/>
              </a:cxn>
              <a:cxn ang="16200000">
                <a:pos x="wd2" y="hd2"/>
              </a:cxn>
            </a:cxnLst>
            <a:rect l="0" t="0" r="r" b="b"/>
            <a:pathLst>
              <a:path w="21600" h="21600" extrusionOk="0">
                <a:moveTo>
                  <a:pt x="21600" y="720"/>
                </a:moveTo>
                <a:cubicBezTo>
                  <a:pt x="21600" y="323"/>
                  <a:pt x="21380" y="0"/>
                  <a:pt x="21109" y="0"/>
                </a:cubicBezTo>
                <a:cubicBezTo>
                  <a:pt x="20969" y="0"/>
                  <a:pt x="20845" y="88"/>
                  <a:pt x="20756" y="226"/>
                </a:cubicBezTo>
                <a:lnTo>
                  <a:pt x="20754" y="223"/>
                </a:lnTo>
                <a:lnTo>
                  <a:pt x="7848" y="19853"/>
                </a:lnTo>
                <a:lnTo>
                  <a:pt x="838" y="9571"/>
                </a:lnTo>
                <a:cubicBezTo>
                  <a:pt x="749" y="9441"/>
                  <a:pt x="626" y="9360"/>
                  <a:pt x="491" y="9360"/>
                </a:cubicBezTo>
                <a:cubicBezTo>
                  <a:pt x="220" y="9360"/>
                  <a:pt x="0" y="9683"/>
                  <a:pt x="0" y="10080"/>
                </a:cubicBezTo>
                <a:cubicBezTo>
                  <a:pt x="0" y="10279"/>
                  <a:pt x="55" y="10459"/>
                  <a:pt x="144" y="10589"/>
                </a:cubicBezTo>
                <a:lnTo>
                  <a:pt x="7507" y="21390"/>
                </a:lnTo>
                <a:cubicBezTo>
                  <a:pt x="7596" y="21520"/>
                  <a:pt x="7719" y="21600"/>
                  <a:pt x="7855" y="21600"/>
                </a:cubicBezTo>
                <a:cubicBezTo>
                  <a:pt x="7995" y="21600"/>
                  <a:pt x="8119" y="21513"/>
                  <a:pt x="8208" y="21376"/>
                </a:cubicBezTo>
                <a:lnTo>
                  <a:pt x="8210" y="21377"/>
                </a:lnTo>
                <a:lnTo>
                  <a:pt x="21465" y="1217"/>
                </a:lnTo>
                <a:lnTo>
                  <a:pt x="21462" y="1215"/>
                </a:lnTo>
                <a:cubicBezTo>
                  <a:pt x="21547" y="1087"/>
                  <a:pt x="21600" y="913"/>
                  <a:pt x="21600" y="720"/>
                </a:cubicBezTo>
              </a:path>
            </a:pathLst>
          </a:custGeom>
          <a:solidFill>
            <a:schemeClr val="tx2"/>
          </a:solidFill>
          <a:ln w="38100">
            <a:solidFill>
              <a:schemeClr val="tx1"/>
            </a:solidFill>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2" name="TextBox 7">
            <a:extLst>
              <a:ext uri="{FF2B5EF4-FFF2-40B4-BE49-F238E27FC236}">
                <a16:creationId xmlns:a16="http://schemas.microsoft.com/office/drawing/2014/main" id="{B165595D-F0AB-4F71-B1C7-C82C92CD2B28}"/>
              </a:ext>
            </a:extLst>
          </p:cNvPr>
          <p:cNvSpPr txBox="1">
            <a:spLocks noChangeArrowheads="1"/>
          </p:cNvSpPr>
          <p:nvPr/>
        </p:nvSpPr>
        <p:spPr bwMode="auto">
          <a:xfrm flipH="1">
            <a:off x="1561929" y="5564231"/>
            <a:ext cx="2954959" cy="525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nSpc>
                <a:spcPct val="150000"/>
              </a:lnSpc>
            </a:pP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Lorem ipsum dolor sit amet, consectetur adipiscing elit, </a:t>
            </a:r>
          </a:p>
        </p:txBody>
      </p:sp>
      <p:sp>
        <p:nvSpPr>
          <p:cNvPr id="73" name="Shape 2539">
            <a:extLst>
              <a:ext uri="{FF2B5EF4-FFF2-40B4-BE49-F238E27FC236}">
                <a16:creationId xmlns:a16="http://schemas.microsoft.com/office/drawing/2014/main" id="{D5BD3548-6D04-444A-BB5D-AA284F85EB90}"/>
              </a:ext>
            </a:extLst>
          </p:cNvPr>
          <p:cNvSpPr/>
          <p:nvPr/>
        </p:nvSpPr>
        <p:spPr>
          <a:xfrm>
            <a:off x="1114791" y="5776122"/>
            <a:ext cx="205429" cy="139551"/>
          </a:xfrm>
          <a:custGeom>
            <a:avLst/>
            <a:gdLst/>
            <a:ahLst/>
            <a:cxnLst>
              <a:cxn ang="0">
                <a:pos x="wd2" y="hd2"/>
              </a:cxn>
              <a:cxn ang="5400000">
                <a:pos x="wd2" y="hd2"/>
              </a:cxn>
              <a:cxn ang="10800000">
                <a:pos x="wd2" y="hd2"/>
              </a:cxn>
              <a:cxn ang="16200000">
                <a:pos x="wd2" y="hd2"/>
              </a:cxn>
            </a:cxnLst>
            <a:rect l="0" t="0" r="r" b="b"/>
            <a:pathLst>
              <a:path w="21600" h="21600" extrusionOk="0">
                <a:moveTo>
                  <a:pt x="21600" y="720"/>
                </a:moveTo>
                <a:cubicBezTo>
                  <a:pt x="21600" y="323"/>
                  <a:pt x="21380" y="0"/>
                  <a:pt x="21109" y="0"/>
                </a:cubicBezTo>
                <a:cubicBezTo>
                  <a:pt x="20969" y="0"/>
                  <a:pt x="20845" y="88"/>
                  <a:pt x="20756" y="226"/>
                </a:cubicBezTo>
                <a:lnTo>
                  <a:pt x="20754" y="223"/>
                </a:lnTo>
                <a:lnTo>
                  <a:pt x="7848" y="19853"/>
                </a:lnTo>
                <a:lnTo>
                  <a:pt x="838" y="9571"/>
                </a:lnTo>
                <a:cubicBezTo>
                  <a:pt x="749" y="9441"/>
                  <a:pt x="626" y="9360"/>
                  <a:pt x="491" y="9360"/>
                </a:cubicBezTo>
                <a:cubicBezTo>
                  <a:pt x="220" y="9360"/>
                  <a:pt x="0" y="9683"/>
                  <a:pt x="0" y="10080"/>
                </a:cubicBezTo>
                <a:cubicBezTo>
                  <a:pt x="0" y="10279"/>
                  <a:pt x="55" y="10459"/>
                  <a:pt x="144" y="10589"/>
                </a:cubicBezTo>
                <a:lnTo>
                  <a:pt x="7507" y="21390"/>
                </a:lnTo>
                <a:cubicBezTo>
                  <a:pt x="7596" y="21520"/>
                  <a:pt x="7719" y="21600"/>
                  <a:pt x="7855" y="21600"/>
                </a:cubicBezTo>
                <a:cubicBezTo>
                  <a:pt x="7995" y="21600"/>
                  <a:pt x="8119" y="21513"/>
                  <a:pt x="8208" y="21376"/>
                </a:cubicBezTo>
                <a:lnTo>
                  <a:pt x="8210" y="21377"/>
                </a:lnTo>
                <a:lnTo>
                  <a:pt x="21465" y="1217"/>
                </a:lnTo>
                <a:lnTo>
                  <a:pt x="21462" y="1215"/>
                </a:lnTo>
                <a:cubicBezTo>
                  <a:pt x="21547" y="1087"/>
                  <a:pt x="21600" y="913"/>
                  <a:pt x="21600" y="720"/>
                </a:cubicBezTo>
              </a:path>
            </a:pathLst>
          </a:custGeom>
          <a:solidFill>
            <a:schemeClr val="tx2"/>
          </a:solidFill>
          <a:ln w="38100">
            <a:solidFill>
              <a:schemeClr val="tx1"/>
            </a:solidFill>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4" name="TextBox 7">
            <a:extLst>
              <a:ext uri="{FF2B5EF4-FFF2-40B4-BE49-F238E27FC236}">
                <a16:creationId xmlns:a16="http://schemas.microsoft.com/office/drawing/2014/main" id="{F4BAE857-8DC5-4774-87E0-84A4E9CBE9FB}"/>
              </a:ext>
            </a:extLst>
          </p:cNvPr>
          <p:cNvSpPr txBox="1">
            <a:spLocks noChangeArrowheads="1"/>
          </p:cNvSpPr>
          <p:nvPr/>
        </p:nvSpPr>
        <p:spPr bwMode="auto">
          <a:xfrm flipH="1">
            <a:off x="1561929" y="4134008"/>
            <a:ext cx="2954959" cy="525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nSpc>
                <a:spcPct val="150000"/>
              </a:lnSpc>
            </a:pP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Lorem ipsum dolor sit amet, consectetur adipiscing elit, </a:t>
            </a:r>
          </a:p>
        </p:txBody>
      </p:sp>
      <p:sp>
        <p:nvSpPr>
          <p:cNvPr id="75" name="Shape 2539">
            <a:extLst>
              <a:ext uri="{FF2B5EF4-FFF2-40B4-BE49-F238E27FC236}">
                <a16:creationId xmlns:a16="http://schemas.microsoft.com/office/drawing/2014/main" id="{4FAF54A4-3D38-4D74-9E33-8B2508ACB676}"/>
              </a:ext>
            </a:extLst>
          </p:cNvPr>
          <p:cNvSpPr/>
          <p:nvPr/>
        </p:nvSpPr>
        <p:spPr>
          <a:xfrm>
            <a:off x="1114791" y="4345899"/>
            <a:ext cx="205429" cy="139551"/>
          </a:xfrm>
          <a:custGeom>
            <a:avLst/>
            <a:gdLst/>
            <a:ahLst/>
            <a:cxnLst>
              <a:cxn ang="0">
                <a:pos x="wd2" y="hd2"/>
              </a:cxn>
              <a:cxn ang="5400000">
                <a:pos x="wd2" y="hd2"/>
              </a:cxn>
              <a:cxn ang="10800000">
                <a:pos x="wd2" y="hd2"/>
              </a:cxn>
              <a:cxn ang="16200000">
                <a:pos x="wd2" y="hd2"/>
              </a:cxn>
            </a:cxnLst>
            <a:rect l="0" t="0" r="r" b="b"/>
            <a:pathLst>
              <a:path w="21600" h="21600" extrusionOk="0">
                <a:moveTo>
                  <a:pt x="21600" y="720"/>
                </a:moveTo>
                <a:cubicBezTo>
                  <a:pt x="21600" y="323"/>
                  <a:pt x="21380" y="0"/>
                  <a:pt x="21109" y="0"/>
                </a:cubicBezTo>
                <a:cubicBezTo>
                  <a:pt x="20969" y="0"/>
                  <a:pt x="20845" y="88"/>
                  <a:pt x="20756" y="226"/>
                </a:cubicBezTo>
                <a:lnTo>
                  <a:pt x="20754" y="223"/>
                </a:lnTo>
                <a:lnTo>
                  <a:pt x="7848" y="19853"/>
                </a:lnTo>
                <a:lnTo>
                  <a:pt x="838" y="9571"/>
                </a:lnTo>
                <a:cubicBezTo>
                  <a:pt x="749" y="9441"/>
                  <a:pt x="626" y="9360"/>
                  <a:pt x="491" y="9360"/>
                </a:cubicBezTo>
                <a:cubicBezTo>
                  <a:pt x="220" y="9360"/>
                  <a:pt x="0" y="9683"/>
                  <a:pt x="0" y="10080"/>
                </a:cubicBezTo>
                <a:cubicBezTo>
                  <a:pt x="0" y="10279"/>
                  <a:pt x="55" y="10459"/>
                  <a:pt x="144" y="10589"/>
                </a:cubicBezTo>
                <a:lnTo>
                  <a:pt x="7507" y="21390"/>
                </a:lnTo>
                <a:cubicBezTo>
                  <a:pt x="7596" y="21520"/>
                  <a:pt x="7719" y="21600"/>
                  <a:pt x="7855" y="21600"/>
                </a:cubicBezTo>
                <a:cubicBezTo>
                  <a:pt x="7995" y="21600"/>
                  <a:pt x="8119" y="21513"/>
                  <a:pt x="8208" y="21376"/>
                </a:cubicBezTo>
                <a:lnTo>
                  <a:pt x="8210" y="21377"/>
                </a:lnTo>
                <a:lnTo>
                  <a:pt x="21465" y="1217"/>
                </a:lnTo>
                <a:lnTo>
                  <a:pt x="21462" y="1215"/>
                </a:lnTo>
                <a:cubicBezTo>
                  <a:pt x="21547" y="1087"/>
                  <a:pt x="21600" y="913"/>
                  <a:pt x="21600" y="720"/>
                </a:cubicBezTo>
              </a:path>
            </a:pathLst>
          </a:custGeom>
          <a:solidFill>
            <a:schemeClr val="tx2"/>
          </a:solidFill>
          <a:ln w="38100">
            <a:solidFill>
              <a:schemeClr val="tx1"/>
            </a:solidFill>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6" name="Title 1">
            <a:extLst>
              <a:ext uri="{FF2B5EF4-FFF2-40B4-BE49-F238E27FC236}">
                <a16:creationId xmlns:a16="http://schemas.microsoft.com/office/drawing/2014/main" id="{3377F9CE-4BDA-4DFC-9288-805CF08D14A6}"/>
              </a:ext>
            </a:extLst>
          </p:cNvPr>
          <p:cNvSpPr txBox="1">
            <a:spLocks/>
          </p:cNvSpPr>
          <p:nvPr/>
        </p:nvSpPr>
        <p:spPr>
          <a:xfrm>
            <a:off x="7788943" y="737720"/>
            <a:ext cx="3687304" cy="562527"/>
          </a:xfrm>
          <a:prstGeom prst="rect">
            <a:avLst/>
          </a:prstGeom>
        </p:spPr>
        <p:txBody>
          <a:bodyPr lIns="0" tIns="0" rIns="0" bIns="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id-ID" sz="3000">
                <a:latin typeface="思源黑体 CN Medium" panose="020B0600000000000000" pitchFamily="34" charset="-122"/>
                <a:ea typeface="思源黑体 CN Medium" panose="020B0600000000000000" pitchFamily="34" charset="-122"/>
                <a:cs typeface="Lato Heavy" panose="020F0502020204030203" pitchFamily="34" charset="0"/>
                <a:sym typeface="思源黑体 CN Medium" panose="020B0600000000000000" pitchFamily="34" charset="-122"/>
              </a:rPr>
              <a:t>Business Process</a:t>
            </a:r>
          </a:p>
        </p:txBody>
      </p:sp>
      <p:cxnSp>
        <p:nvCxnSpPr>
          <p:cNvPr id="77" name="Straight Connector 76">
            <a:extLst>
              <a:ext uri="{FF2B5EF4-FFF2-40B4-BE49-F238E27FC236}">
                <a16:creationId xmlns:a16="http://schemas.microsoft.com/office/drawing/2014/main" id="{8CED037A-B35C-4AB0-9EFD-A43D4E1E19C4}"/>
              </a:ext>
            </a:extLst>
          </p:cNvPr>
          <p:cNvCxnSpPr>
            <a:cxnSpLocks/>
          </p:cNvCxnSpPr>
          <p:nvPr/>
        </p:nvCxnSpPr>
        <p:spPr>
          <a:xfrm>
            <a:off x="10250968" y="1264549"/>
            <a:ext cx="1225279"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8" name="TextBox 13">
            <a:extLst>
              <a:ext uri="{FF2B5EF4-FFF2-40B4-BE49-F238E27FC236}">
                <a16:creationId xmlns:a16="http://schemas.microsoft.com/office/drawing/2014/main" id="{C0B82645-AF88-4F7E-A67B-486636D1633A}"/>
              </a:ext>
            </a:extLst>
          </p:cNvPr>
          <p:cNvSpPr txBox="1"/>
          <p:nvPr/>
        </p:nvSpPr>
        <p:spPr>
          <a:xfrm flipH="1">
            <a:off x="6202940" y="1308731"/>
            <a:ext cx="5273307" cy="525016"/>
          </a:xfrm>
          <a:prstGeom prst="rect">
            <a:avLst/>
          </a:prstGeom>
          <a:noFill/>
          <a:ln>
            <a:noFill/>
          </a:ln>
        </p:spPr>
        <p:txBody>
          <a:bodyPr wrap="square" lIns="0" tIns="0" rIns="0" bIns="0">
            <a:spAutoFit/>
          </a:bodyPr>
          <a:lstStyle/>
          <a:p>
            <a:pPr algn="r">
              <a:lnSpc>
                <a:spcPct val="150000"/>
              </a:lnSpc>
            </a:pP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Lorem ipsum dolor sit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amet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consectetur</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adipiscing</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elit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sed</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do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eiusmod</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tempor</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incididunt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ut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labore</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et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dolore</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magna</a:t>
            </a:r>
          </a:p>
        </p:txBody>
      </p:sp>
      <p:grpSp>
        <p:nvGrpSpPr>
          <p:cNvPr id="79" name="Group 2_1">
            <a:extLst>
              <a:ext uri="{FF2B5EF4-FFF2-40B4-BE49-F238E27FC236}">
                <a16:creationId xmlns:a16="http://schemas.microsoft.com/office/drawing/2014/main" id="{B24A8D00-CEAA-4FC7-A905-269796CBE2B0}"/>
              </a:ext>
            </a:extLst>
          </p:cNvPr>
          <p:cNvGrpSpPr/>
          <p:nvPr/>
        </p:nvGrpSpPr>
        <p:grpSpPr>
          <a:xfrm>
            <a:off x="0" y="0"/>
            <a:ext cx="1751115" cy="1097152"/>
            <a:chOff x="0" y="0"/>
            <a:chExt cx="1751115" cy="1097152"/>
          </a:xfrm>
        </p:grpSpPr>
        <p:grpSp>
          <p:nvGrpSpPr>
            <p:cNvPr id="80" name="组合 79">
              <a:extLst>
                <a:ext uri="{FF2B5EF4-FFF2-40B4-BE49-F238E27FC236}">
                  <a16:creationId xmlns:a16="http://schemas.microsoft.com/office/drawing/2014/main" id="{70021BE6-B5D2-4D43-B519-2AF6CFA7E13C}"/>
                </a:ext>
              </a:extLst>
            </p:cNvPr>
            <p:cNvGrpSpPr/>
            <p:nvPr/>
          </p:nvGrpSpPr>
          <p:grpSpPr>
            <a:xfrm>
              <a:off x="0" y="0"/>
              <a:ext cx="1751115" cy="1097152"/>
              <a:chOff x="-1832690" y="-1312191"/>
              <a:chExt cx="4302458" cy="3292533"/>
            </a:xfrm>
          </p:grpSpPr>
          <p:pic>
            <p:nvPicPr>
              <p:cNvPr id="82" name="PA-图片 2">
                <a:extLst>
                  <a:ext uri="{FF2B5EF4-FFF2-40B4-BE49-F238E27FC236}">
                    <a16:creationId xmlns:a16="http://schemas.microsoft.com/office/drawing/2014/main" id="{FCB784D7-7892-41E3-B9F6-5B0FB1A9624B}"/>
                  </a:ext>
                </a:extLst>
              </p:cNvPr>
              <p:cNvPicPr>
                <a:picLocks noChangeAspect="1"/>
              </p:cNvPicPr>
              <p:nvPr>
                <p:custDataLst>
                  <p:tags r:id="rId2"/>
                </p:custDataLst>
              </p:nvPr>
            </p:nvPicPr>
            <p:blipFill rotWithShape="1">
              <a:blip r:embed="rId6" cstate="print">
                <a:extLst>
                  <a:ext uri="{28A0092B-C50C-407E-A947-70E740481C1C}">
                    <a14:useLocalDpi xmlns:a14="http://schemas.microsoft.com/office/drawing/2010/main" val="0"/>
                  </a:ext>
                </a:extLst>
              </a:blip>
              <a:srcRect l="15664" t="61151"/>
              <a:stretch/>
            </p:blipFill>
            <p:spPr>
              <a:xfrm>
                <a:off x="-1832690" y="-1312191"/>
                <a:ext cx="4302458" cy="2664265"/>
              </a:xfrm>
              <a:prstGeom prst="rect">
                <a:avLst/>
              </a:prstGeom>
            </p:spPr>
          </p:pic>
          <p:pic>
            <p:nvPicPr>
              <p:cNvPr id="83" name="PA-图片 7">
                <a:extLst>
                  <a:ext uri="{FF2B5EF4-FFF2-40B4-BE49-F238E27FC236}">
                    <a16:creationId xmlns:a16="http://schemas.microsoft.com/office/drawing/2014/main" id="{3AF6A99B-6625-4DA5-A905-107B8CEFEABC}"/>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975373" y="1127025"/>
                <a:ext cx="775743" cy="853317"/>
              </a:xfrm>
              <a:prstGeom prst="rect">
                <a:avLst/>
              </a:prstGeom>
            </p:spPr>
          </p:pic>
        </p:grpSp>
        <p:sp>
          <p:nvSpPr>
            <p:cNvPr id="81" name="PA-矩形8435759">
              <a:extLst>
                <a:ext uri="{FF2B5EF4-FFF2-40B4-BE49-F238E27FC236}">
                  <a16:creationId xmlns:a16="http://schemas.microsoft.com/office/drawing/2014/main" id="{681F40DE-FCD2-4FB0-84AC-7EDE31A3614A}"/>
                </a:ext>
              </a:extLst>
            </p:cNvPr>
            <p:cNvSpPr/>
            <p:nvPr>
              <p:custDataLst>
                <p:tags r:id="rId1"/>
              </p:custDataLst>
            </p:nvPr>
          </p:nvSpPr>
          <p:spPr>
            <a:xfrm>
              <a:off x="60033" y="136009"/>
              <a:ext cx="1398588" cy="400110"/>
            </a:xfrm>
            <a:prstGeom prst="rect">
              <a:avLst/>
            </a:prstGeom>
          </p:spPr>
          <p:txBody>
            <a:bodyPr wrap="none">
              <a:spAutoFit/>
            </a:bodyPr>
            <a:lstStyle/>
            <a:p>
              <a:r>
                <a:rPr lang="en-US" altLang="zh-CN" sz="2000" dirty="0">
                  <a:latin typeface="思源黑体 CN Medium" panose="020B0600000000000000" pitchFamily="34" charset="-122"/>
                  <a:ea typeface="思源黑体 CN Medium" panose="020B0600000000000000" pitchFamily="34" charset="-122"/>
                  <a:sym typeface="思源黑体" panose="020B0400000000000000" pitchFamily="34" charset="-122"/>
                </a:rPr>
                <a:t>Enter title</a:t>
              </a:r>
              <a:endParaRPr lang="zh-CN" altLang="en-US" sz="2000" dirty="0">
                <a:latin typeface="思源黑体 CN Medium" panose="020B0600000000000000" pitchFamily="34" charset="-122"/>
                <a:ea typeface="思源黑体 CN Medium" panose="020B0600000000000000" pitchFamily="34" charset="-122"/>
              </a:endParaRPr>
            </a:p>
          </p:txBody>
        </p:sp>
      </p:grpSp>
    </p:spTree>
    <p:extLst>
      <p:ext uri="{BB962C8B-B14F-4D97-AF65-F5344CB8AC3E}">
        <p14:creationId xmlns:p14="http://schemas.microsoft.com/office/powerpoint/2010/main" val="3310849476"/>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8"/>
                                        </p:tgtEl>
                                        <p:attrNameLst>
                                          <p:attrName>style.visibility</p:attrName>
                                        </p:attrNameLst>
                                      </p:cBhvr>
                                      <p:to>
                                        <p:strVal val="visible"/>
                                      </p:to>
                                    </p:set>
                                    <p:animEffect transition="in" filter="fade">
                                      <p:cBhvr>
                                        <p:cTn id="11" dur="500"/>
                                        <p:tgtEl>
                                          <p:spTgt spid="68"/>
                                        </p:tgtEl>
                                      </p:cBhvr>
                                    </p:animEffect>
                                  </p:childTnLst>
                                </p:cTn>
                              </p:par>
                              <p:par>
                                <p:cTn id="12" presetID="16" presetClass="entr" presetSubtype="21" fill="hold" grpId="0" nodeType="withEffect">
                                  <p:stCondLst>
                                    <p:cond delay="0"/>
                                  </p:stCondLst>
                                  <p:childTnLst>
                                    <p:set>
                                      <p:cBhvr>
                                        <p:cTn id="13" dur="1" fill="hold">
                                          <p:stCondLst>
                                            <p:cond delay="0"/>
                                          </p:stCondLst>
                                        </p:cTn>
                                        <p:tgtEl>
                                          <p:spTgt spid="69"/>
                                        </p:tgtEl>
                                        <p:attrNameLst>
                                          <p:attrName>style.visibility</p:attrName>
                                        </p:attrNameLst>
                                      </p:cBhvr>
                                      <p:to>
                                        <p:strVal val="visible"/>
                                      </p:to>
                                    </p:set>
                                    <p:animEffect transition="in" filter="barn(inVertical)">
                                      <p:cBhvr>
                                        <p:cTn id="14" dur="500"/>
                                        <p:tgtEl>
                                          <p:spTgt spid="69"/>
                                        </p:tgtEl>
                                      </p:cBhvr>
                                    </p:animEffect>
                                  </p:childTnLst>
                                </p:cTn>
                              </p:par>
                              <p:par>
                                <p:cTn id="15" presetID="16" presetClass="entr" presetSubtype="21" fill="hold" grpId="0" nodeType="withEffect">
                                  <p:stCondLst>
                                    <p:cond delay="0"/>
                                  </p:stCondLst>
                                  <p:childTnLst>
                                    <p:set>
                                      <p:cBhvr>
                                        <p:cTn id="16" dur="1" fill="hold">
                                          <p:stCondLst>
                                            <p:cond delay="0"/>
                                          </p:stCondLst>
                                        </p:cTn>
                                        <p:tgtEl>
                                          <p:spTgt spid="70"/>
                                        </p:tgtEl>
                                        <p:attrNameLst>
                                          <p:attrName>style.visibility</p:attrName>
                                        </p:attrNameLst>
                                      </p:cBhvr>
                                      <p:to>
                                        <p:strVal val="visible"/>
                                      </p:to>
                                    </p:set>
                                    <p:animEffect transition="in" filter="barn(inVertical)">
                                      <p:cBhvr>
                                        <p:cTn id="17" dur="500"/>
                                        <p:tgtEl>
                                          <p:spTgt spid="70"/>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72"/>
                                        </p:tgtEl>
                                        <p:attrNameLst>
                                          <p:attrName>style.visibility</p:attrName>
                                        </p:attrNameLst>
                                      </p:cBhvr>
                                      <p:to>
                                        <p:strVal val="visible"/>
                                      </p:to>
                                    </p:set>
                                    <p:animEffect transition="in" filter="barn(inVertical)">
                                      <p:cBhvr>
                                        <p:cTn id="20" dur="500"/>
                                        <p:tgtEl>
                                          <p:spTgt spid="72"/>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74"/>
                                        </p:tgtEl>
                                        <p:attrNameLst>
                                          <p:attrName>style.visibility</p:attrName>
                                        </p:attrNameLst>
                                      </p:cBhvr>
                                      <p:to>
                                        <p:strVal val="visible"/>
                                      </p:to>
                                    </p:set>
                                    <p:animEffect transition="in" filter="barn(inVertical)">
                                      <p:cBhvr>
                                        <p:cTn id="23"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69" grpId="0"/>
      <p:bldP spid="70" grpId="0"/>
      <p:bldP spid="72" grpId="0"/>
      <p:bldP spid="7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a:spLocks/>
          </p:cNvSpPr>
          <p:nvPr/>
        </p:nvSpPr>
        <p:spPr bwMode="auto">
          <a:xfrm>
            <a:off x="1667935" y="2999741"/>
            <a:ext cx="3706284" cy="1742017"/>
          </a:xfrm>
          <a:custGeom>
            <a:avLst/>
            <a:gdLst>
              <a:gd name="T0" fmla="*/ 177 w 351"/>
              <a:gd name="T1" fmla="*/ 116 h 163"/>
              <a:gd name="T2" fmla="*/ 241 w 351"/>
              <a:gd name="T3" fmla="*/ 162 h 163"/>
              <a:gd name="T4" fmla="*/ 351 w 351"/>
              <a:gd name="T5" fmla="*/ 125 h 163"/>
              <a:gd name="T6" fmla="*/ 177 w 351"/>
              <a:gd name="T7" fmla="*/ 0 h 163"/>
              <a:gd name="T8" fmla="*/ 0 w 351"/>
              <a:gd name="T9" fmla="*/ 132 h 163"/>
              <a:gd name="T10" fmla="*/ 112 w 351"/>
              <a:gd name="T11" fmla="*/ 163 h 163"/>
              <a:gd name="T12" fmla="*/ 177 w 351"/>
              <a:gd name="T13" fmla="*/ 116 h 163"/>
            </a:gdLst>
            <a:ahLst/>
            <a:cxnLst>
              <a:cxn ang="0">
                <a:pos x="T0" y="T1"/>
              </a:cxn>
              <a:cxn ang="0">
                <a:pos x="T2" y="T3"/>
              </a:cxn>
              <a:cxn ang="0">
                <a:pos x="T4" y="T5"/>
              </a:cxn>
              <a:cxn ang="0">
                <a:pos x="T6" y="T7"/>
              </a:cxn>
              <a:cxn ang="0">
                <a:pos x="T8" y="T9"/>
              </a:cxn>
              <a:cxn ang="0">
                <a:pos x="T10" y="T11"/>
              </a:cxn>
              <a:cxn ang="0">
                <a:pos x="T12" y="T13"/>
              </a:cxn>
            </a:cxnLst>
            <a:rect l="0" t="0" r="r" b="b"/>
            <a:pathLst>
              <a:path w="351" h="163">
                <a:moveTo>
                  <a:pt x="177" y="116"/>
                </a:moveTo>
                <a:cubicBezTo>
                  <a:pt x="207" y="116"/>
                  <a:pt x="232" y="135"/>
                  <a:pt x="241" y="162"/>
                </a:cubicBezTo>
                <a:cubicBezTo>
                  <a:pt x="351" y="125"/>
                  <a:pt x="351" y="125"/>
                  <a:pt x="351" y="125"/>
                </a:cubicBezTo>
                <a:cubicBezTo>
                  <a:pt x="327" y="53"/>
                  <a:pt x="258" y="0"/>
                  <a:pt x="177" y="0"/>
                </a:cubicBezTo>
                <a:cubicBezTo>
                  <a:pt x="93" y="0"/>
                  <a:pt x="23" y="56"/>
                  <a:pt x="0" y="132"/>
                </a:cubicBezTo>
                <a:cubicBezTo>
                  <a:pt x="112" y="163"/>
                  <a:pt x="112" y="163"/>
                  <a:pt x="112" y="163"/>
                </a:cubicBezTo>
                <a:cubicBezTo>
                  <a:pt x="121" y="136"/>
                  <a:pt x="147" y="116"/>
                  <a:pt x="177" y="116"/>
                </a:cubicBezTo>
                <a:close/>
              </a:path>
            </a:pathLst>
          </a:custGeom>
          <a:solidFill>
            <a:srgbClr val="D8D9D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 name="Freeform 6"/>
          <p:cNvSpPr>
            <a:spLocks/>
          </p:cNvSpPr>
          <p:nvPr/>
        </p:nvSpPr>
        <p:spPr bwMode="auto">
          <a:xfrm>
            <a:off x="6771218" y="2936241"/>
            <a:ext cx="3706284" cy="1742017"/>
          </a:xfrm>
          <a:custGeom>
            <a:avLst/>
            <a:gdLst>
              <a:gd name="T0" fmla="*/ 177 w 351"/>
              <a:gd name="T1" fmla="*/ 116 h 163"/>
              <a:gd name="T2" fmla="*/ 241 w 351"/>
              <a:gd name="T3" fmla="*/ 162 h 163"/>
              <a:gd name="T4" fmla="*/ 351 w 351"/>
              <a:gd name="T5" fmla="*/ 125 h 163"/>
              <a:gd name="T6" fmla="*/ 177 w 351"/>
              <a:gd name="T7" fmla="*/ 0 h 163"/>
              <a:gd name="T8" fmla="*/ 0 w 351"/>
              <a:gd name="T9" fmla="*/ 132 h 163"/>
              <a:gd name="T10" fmla="*/ 112 w 351"/>
              <a:gd name="T11" fmla="*/ 163 h 163"/>
              <a:gd name="T12" fmla="*/ 177 w 351"/>
              <a:gd name="T13" fmla="*/ 116 h 163"/>
            </a:gdLst>
            <a:ahLst/>
            <a:cxnLst>
              <a:cxn ang="0">
                <a:pos x="T0" y="T1"/>
              </a:cxn>
              <a:cxn ang="0">
                <a:pos x="T2" y="T3"/>
              </a:cxn>
              <a:cxn ang="0">
                <a:pos x="T4" y="T5"/>
              </a:cxn>
              <a:cxn ang="0">
                <a:pos x="T6" y="T7"/>
              </a:cxn>
              <a:cxn ang="0">
                <a:pos x="T8" y="T9"/>
              </a:cxn>
              <a:cxn ang="0">
                <a:pos x="T10" y="T11"/>
              </a:cxn>
              <a:cxn ang="0">
                <a:pos x="T12" y="T13"/>
              </a:cxn>
            </a:cxnLst>
            <a:rect l="0" t="0" r="r" b="b"/>
            <a:pathLst>
              <a:path w="351" h="163">
                <a:moveTo>
                  <a:pt x="177" y="116"/>
                </a:moveTo>
                <a:cubicBezTo>
                  <a:pt x="207" y="116"/>
                  <a:pt x="232" y="135"/>
                  <a:pt x="241" y="162"/>
                </a:cubicBezTo>
                <a:cubicBezTo>
                  <a:pt x="351" y="125"/>
                  <a:pt x="351" y="125"/>
                  <a:pt x="351" y="125"/>
                </a:cubicBezTo>
                <a:cubicBezTo>
                  <a:pt x="327" y="53"/>
                  <a:pt x="258" y="0"/>
                  <a:pt x="177" y="0"/>
                </a:cubicBezTo>
                <a:cubicBezTo>
                  <a:pt x="93" y="0"/>
                  <a:pt x="23" y="56"/>
                  <a:pt x="0" y="132"/>
                </a:cubicBezTo>
                <a:cubicBezTo>
                  <a:pt x="112" y="163"/>
                  <a:pt x="112" y="163"/>
                  <a:pt x="112" y="163"/>
                </a:cubicBezTo>
                <a:cubicBezTo>
                  <a:pt x="121" y="136"/>
                  <a:pt x="147" y="116"/>
                  <a:pt x="177" y="116"/>
                </a:cubicBezTo>
                <a:close/>
              </a:path>
            </a:pathLst>
          </a:custGeom>
          <a:solidFill>
            <a:srgbClr val="D8D9D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 name="Freeform 7"/>
          <p:cNvSpPr>
            <a:spLocks/>
          </p:cNvSpPr>
          <p:nvPr/>
        </p:nvSpPr>
        <p:spPr bwMode="auto">
          <a:xfrm>
            <a:off x="1667935" y="3042074"/>
            <a:ext cx="1646767" cy="1699684"/>
          </a:xfrm>
          <a:custGeom>
            <a:avLst/>
            <a:gdLst>
              <a:gd name="T0" fmla="*/ 0 w 156"/>
              <a:gd name="T1" fmla="*/ 128 h 159"/>
              <a:gd name="T2" fmla="*/ 112 w 156"/>
              <a:gd name="T3" fmla="*/ 159 h 159"/>
              <a:gd name="T4" fmla="*/ 156 w 156"/>
              <a:gd name="T5" fmla="*/ 115 h 159"/>
              <a:gd name="T6" fmla="*/ 137 w 156"/>
              <a:gd name="T7" fmla="*/ 0 h 159"/>
              <a:gd name="T8" fmla="*/ 0 w 156"/>
              <a:gd name="T9" fmla="*/ 128 h 159"/>
            </a:gdLst>
            <a:ahLst/>
            <a:cxnLst>
              <a:cxn ang="0">
                <a:pos x="T0" y="T1"/>
              </a:cxn>
              <a:cxn ang="0">
                <a:pos x="T2" y="T3"/>
              </a:cxn>
              <a:cxn ang="0">
                <a:pos x="T4" y="T5"/>
              </a:cxn>
              <a:cxn ang="0">
                <a:pos x="T6" y="T7"/>
              </a:cxn>
              <a:cxn ang="0">
                <a:pos x="T8" y="T9"/>
              </a:cxn>
            </a:cxnLst>
            <a:rect l="0" t="0" r="r" b="b"/>
            <a:pathLst>
              <a:path w="156" h="159">
                <a:moveTo>
                  <a:pt x="0" y="128"/>
                </a:moveTo>
                <a:cubicBezTo>
                  <a:pt x="112" y="159"/>
                  <a:pt x="112" y="159"/>
                  <a:pt x="112" y="159"/>
                </a:cubicBezTo>
                <a:cubicBezTo>
                  <a:pt x="119" y="139"/>
                  <a:pt x="135" y="122"/>
                  <a:pt x="156" y="115"/>
                </a:cubicBezTo>
                <a:cubicBezTo>
                  <a:pt x="137" y="0"/>
                  <a:pt x="137" y="0"/>
                  <a:pt x="137" y="0"/>
                </a:cubicBezTo>
                <a:cubicBezTo>
                  <a:pt x="71" y="15"/>
                  <a:pt x="19" y="65"/>
                  <a:pt x="0" y="128"/>
                </a:cubicBezTo>
                <a:close/>
              </a:path>
            </a:pathLst>
          </a:custGeom>
          <a:solidFill>
            <a:schemeClr val="bg2"/>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 name="Freeform 8"/>
          <p:cNvSpPr>
            <a:spLocks/>
          </p:cNvSpPr>
          <p:nvPr/>
        </p:nvSpPr>
        <p:spPr bwMode="auto">
          <a:xfrm>
            <a:off x="6771217" y="3556425"/>
            <a:ext cx="1382184" cy="1121833"/>
          </a:xfrm>
          <a:custGeom>
            <a:avLst/>
            <a:gdLst>
              <a:gd name="T0" fmla="*/ 43 w 131"/>
              <a:gd name="T1" fmla="*/ 0 h 105"/>
              <a:gd name="T2" fmla="*/ 0 w 131"/>
              <a:gd name="T3" fmla="*/ 74 h 105"/>
              <a:gd name="T4" fmla="*/ 112 w 131"/>
              <a:gd name="T5" fmla="*/ 105 h 105"/>
              <a:gd name="T6" fmla="*/ 131 w 131"/>
              <a:gd name="T7" fmla="*/ 76 h 105"/>
              <a:gd name="T8" fmla="*/ 43 w 131"/>
              <a:gd name="T9" fmla="*/ 0 h 105"/>
            </a:gdLst>
            <a:ahLst/>
            <a:cxnLst>
              <a:cxn ang="0">
                <a:pos x="T0" y="T1"/>
              </a:cxn>
              <a:cxn ang="0">
                <a:pos x="T2" y="T3"/>
              </a:cxn>
              <a:cxn ang="0">
                <a:pos x="T4" y="T5"/>
              </a:cxn>
              <a:cxn ang="0">
                <a:pos x="T6" y="T7"/>
              </a:cxn>
              <a:cxn ang="0">
                <a:pos x="T8" y="T9"/>
              </a:cxn>
            </a:cxnLst>
            <a:rect l="0" t="0" r="r" b="b"/>
            <a:pathLst>
              <a:path w="131" h="105">
                <a:moveTo>
                  <a:pt x="43" y="0"/>
                </a:moveTo>
                <a:cubicBezTo>
                  <a:pt x="24" y="21"/>
                  <a:pt x="9" y="46"/>
                  <a:pt x="0" y="74"/>
                </a:cubicBezTo>
                <a:cubicBezTo>
                  <a:pt x="112" y="105"/>
                  <a:pt x="112" y="105"/>
                  <a:pt x="112" y="105"/>
                </a:cubicBezTo>
                <a:cubicBezTo>
                  <a:pt x="116" y="94"/>
                  <a:pt x="123" y="84"/>
                  <a:pt x="131" y="76"/>
                </a:cubicBezTo>
                <a:lnTo>
                  <a:pt x="43" y="0"/>
                </a:lnTo>
                <a:close/>
              </a:path>
            </a:pathLst>
          </a:custGeom>
          <a:solidFill>
            <a:schemeClr val="accent3"/>
          </a:solidFill>
          <a:ln>
            <a:noFill/>
          </a:ln>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 name="Freeform 9"/>
          <p:cNvSpPr>
            <a:spLocks/>
          </p:cNvSpPr>
          <p:nvPr/>
        </p:nvSpPr>
        <p:spPr bwMode="auto">
          <a:xfrm>
            <a:off x="3031068" y="2785958"/>
            <a:ext cx="601133" cy="2106084"/>
          </a:xfrm>
          <a:custGeom>
            <a:avLst/>
            <a:gdLst>
              <a:gd name="T0" fmla="*/ 41 w 57"/>
              <a:gd name="T1" fmla="*/ 196 h 197"/>
              <a:gd name="T2" fmla="*/ 0 w 57"/>
              <a:gd name="T3" fmla="*/ 0 h 197"/>
              <a:gd name="T4" fmla="*/ 57 w 57"/>
              <a:gd name="T5" fmla="*/ 191 h 197"/>
              <a:gd name="T6" fmla="*/ 51 w 57"/>
              <a:gd name="T7" fmla="*/ 196 h 197"/>
              <a:gd name="T8" fmla="*/ 41 w 57"/>
              <a:gd name="T9" fmla="*/ 196 h 197"/>
            </a:gdLst>
            <a:ahLst/>
            <a:cxnLst>
              <a:cxn ang="0">
                <a:pos x="T0" y="T1"/>
              </a:cxn>
              <a:cxn ang="0">
                <a:pos x="T2" y="T3"/>
              </a:cxn>
              <a:cxn ang="0">
                <a:pos x="T4" y="T5"/>
              </a:cxn>
              <a:cxn ang="0">
                <a:pos x="T6" y="T7"/>
              </a:cxn>
              <a:cxn ang="0">
                <a:pos x="T8" y="T9"/>
              </a:cxn>
            </a:cxnLst>
            <a:rect l="0" t="0" r="r" b="b"/>
            <a:pathLst>
              <a:path w="57" h="197">
                <a:moveTo>
                  <a:pt x="41" y="196"/>
                </a:moveTo>
                <a:cubicBezTo>
                  <a:pt x="0" y="0"/>
                  <a:pt x="0" y="0"/>
                  <a:pt x="0" y="0"/>
                </a:cubicBezTo>
                <a:cubicBezTo>
                  <a:pt x="57" y="191"/>
                  <a:pt x="57" y="191"/>
                  <a:pt x="57" y="191"/>
                </a:cubicBezTo>
                <a:cubicBezTo>
                  <a:pt x="57" y="191"/>
                  <a:pt x="54" y="195"/>
                  <a:pt x="51" y="196"/>
                </a:cubicBezTo>
                <a:cubicBezTo>
                  <a:pt x="46" y="197"/>
                  <a:pt x="41" y="196"/>
                  <a:pt x="41" y="196"/>
                </a:cubicBezTo>
                <a:close/>
              </a:path>
            </a:pathLst>
          </a:custGeom>
          <a:solidFill>
            <a:srgbClr val="10101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 name="Freeform 10"/>
          <p:cNvSpPr>
            <a:spLocks/>
          </p:cNvSpPr>
          <p:nvPr/>
        </p:nvSpPr>
        <p:spPr bwMode="auto">
          <a:xfrm>
            <a:off x="7046385" y="3380741"/>
            <a:ext cx="1691217" cy="1411817"/>
          </a:xfrm>
          <a:custGeom>
            <a:avLst/>
            <a:gdLst>
              <a:gd name="T0" fmla="*/ 148 w 160"/>
              <a:gd name="T1" fmla="*/ 132 h 132"/>
              <a:gd name="T2" fmla="*/ 0 w 160"/>
              <a:gd name="T3" fmla="*/ 0 h 132"/>
              <a:gd name="T4" fmla="*/ 160 w 160"/>
              <a:gd name="T5" fmla="*/ 120 h 132"/>
              <a:gd name="T6" fmla="*/ 157 w 160"/>
              <a:gd name="T7" fmla="*/ 128 h 132"/>
              <a:gd name="T8" fmla="*/ 148 w 160"/>
              <a:gd name="T9" fmla="*/ 132 h 132"/>
            </a:gdLst>
            <a:ahLst/>
            <a:cxnLst>
              <a:cxn ang="0">
                <a:pos x="T0" y="T1"/>
              </a:cxn>
              <a:cxn ang="0">
                <a:pos x="T2" y="T3"/>
              </a:cxn>
              <a:cxn ang="0">
                <a:pos x="T4" y="T5"/>
              </a:cxn>
              <a:cxn ang="0">
                <a:pos x="T6" y="T7"/>
              </a:cxn>
              <a:cxn ang="0">
                <a:pos x="T8" y="T9"/>
              </a:cxn>
            </a:cxnLst>
            <a:rect l="0" t="0" r="r" b="b"/>
            <a:pathLst>
              <a:path w="160" h="132">
                <a:moveTo>
                  <a:pt x="148" y="132"/>
                </a:moveTo>
                <a:cubicBezTo>
                  <a:pt x="0" y="0"/>
                  <a:pt x="0" y="0"/>
                  <a:pt x="0" y="0"/>
                </a:cubicBezTo>
                <a:cubicBezTo>
                  <a:pt x="160" y="120"/>
                  <a:pt x="160" y="120"/>
                  <a:pt x="160" y="120"/>
                </a:cubicBezTo>
                <a:cubicBezTo>
                  <a:pt x="160" y="120"/>
                  <a:pt x="160" y="124"/>
                  <a:pt x="157" y="128"/>
                </a:cubicBezTo>
                <a:cubicBezTo>
                  <a:pt x="154" y="131"/>
                  <a:pt x="148" y="132"/>
                  <a:pt x="148" y="132"/>
                </a:cubicBezTo>
                <a:close/>
              </a:path>
            </a:pathLst>
          </a:custGeom>
          <a:solidFill>
            <a:srgbClr val="10101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1219170" eaLnBrk="0" fontAlgn="base" hangingPunct="0">
              <a:spcBef>
                <a:spcPct val="0"/>
              </a:spcBef>
              <a:spcAft>
                <a:spcPct val="0"/>
              </a:spcAft>
            </a:pPr>
            <a:endParaRPr lang="zh-CN" altLang="en-US" sz="2400" dirty="0">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 name="矩形 7"/>
          <p:cNvSpPr/>
          <p:nvPr/>
        </p:nvSpPr>
        <p:spPr>
          <a:xfrm>
            <a:off x="2954738" y="1802778"/>
            <a:ext cx="936475" cy="307777"/>
          </a:xfrm>
          <a:prstGeom prst="rect">
            <a:avLst/>
          </a:prstGeom>
        </p:spPr>
        <p:txBody>
          <a:bodyPr wrap="none">
            <a:spAutoFit/>
          </a:bodyPr>
          <a:lstStyle/>
          <a:p>
            <a:pPr defTabSz="1219170">
              <a:defRPr/>
            </a:pPr>
            <a:r>
              <a:rPr lang="en-US" altLang="zh-CN" sz="1400" dirty="0">
                <a:solidFill>
                  <a:prstClr val="black">
                    <a:lumMod val="75000"/>
                    <a:lumOff val="25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Your text</a:t>
            </a:r>
            <a:endParaRPr lang="zh-CN" altLang="en-US" sz="1400" dirty="0">
              <a:solidFill>
                <a:prstClr val="black">
                  <a:lumMod val="75000"/>
                  <a:lumOff val="25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 name="文本框 8"/>
          <p:cNvSpPr txBox="1"/>
          <p:nvPr/>
        </p:nvSpPr>
        <p:spPr>
          <a:xfrm>
            <a:off x="2684133" y="2066105"/>
            <a:ext cx="1481496" cy="666786"/>
          </a:xfrm>
          <a:prstGeom prst="rect">
            <a:avLst/>
          </a:prstGeom>
          <a:noFill/>
        </p:spPr>
        <p:txBody>
          <a:bodyPr wrap="none" rtlCol="0">
            <a:spAutoFit/>
          </a:bodyPr>
          <a:lstStyle/>
          <a:p>
            <a:pPr defTabSz="1219170" eaLnBrk="0" fontAlgn="base" hangingPunct="0">
              <a:spcBef>
                <a:spcPct val="0"/>
              </a:spcBef>
              <a:spcAft>
                <a:spcPct val="0"/>
              </a:spcAft>
            </a:pPr>
            <a:r>
              <a:rPr lang="en-US" altLang="zh-CN" sz="3733" b="1" dirty="0">
                <a:ln w="38100">
                  <a:noFill/>
                </a:ln>
                <a:solidFill>
                  <a:prstClr val="black">
                    <a:lumMod val="75000"/>
                    <a:lumOff val="25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1,754</a:t>
            </a:r>
            <a:endParaRPr lang="zh-CN" altLang="en-US" sz="3733" b="1" dirty="0">
              <a:ln w="38100">
                <a:noFill/>
              </a:ln>
              <a:solidFill>
                <a:prstClr val="black">
                  <a:lumMod val="75000"/>
                  <a:lumOff val="25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 name="矩形 9"/>
          <p:cNvSpPr/>
          <p:nvPr/>
        </p:nvSpPr>
        <p:spPr>
          <a:xfrm>
            <a:off x="8143492" y="1764678"/>
            <a:ext cx="936475" cy="307777"/>
          </a:xfrm>
          <a:prstGeom prst="rect">
            <a:avLst/>
          </a:prstGeom>
        </p:spPr>
        <p:txBody>
          <a:bodyPr wrap="none">
            <a:spAutoFit/>
          </a:bodyPr>
          <a:lstStyle/>
          <a:p>
            <a:pPr defTabSz="1219170">
              <a:defRPr/>
            </a:pPr>
            <a:r>
              <a:rPr lang="en-US" altLang="zh-CN" sz="1400" dirty="0">
                <a:solidFill>
                  <a:prstClr val="black">
                    <a:lumMod val="75000"/>
                    <a:lumOff val="25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Your text</a:t>
            </a:r>
            <a:endParaRPr lang="zh-CN" altLang="en-US" sz="1400" dirty="0">
              <a:solidFill>
                <a:prstClr val="black">
                  <a:lumMod val="75000"/>
                  <a:lumOff val="25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 name="文本框 10"/>
          <p:cNvSpPr txBox="1"/>
          <p:nvPr/>
        </p:nvSpPr>
        <p:spPr>
          <a:xfrm>
            <a:off x="8048497" y="2028005"/>
            <a:ext cx="1040670" cy="666786"/>
          </a:xfrm>
          <a:prstGeom prst="rect">
            <a:avLst/>
          </a:prstGeom>
          <a:noFill/>
        </p:spPr>
        <p:txBody>
          <a:bodyPr wrap="none" rtlCol="0">
            <a:spAutoFit/>
          </a:bodyPr>
          <a:lstStyle/>
          <a:p>
            <a:pPr defTabSz="1219170" eaLnBrk="0" fontAlgn="base" hangingPunct="0">
              <a:spcBef>
                <a:spcPct val="0"/>
              </a:spcBef>
              <a:spcAft>
                <a:spcPct val="0"/>
              </a:spcAft>
            </a:pPr>
            <a:r>
              <a:rPr lang="en-US" altLang="zh-CN" sz="3733" b="1" dirty="0">
                <a:ln w="38100">
                  <a:noFill/>
                </a:ln>
                <a:solidFill>
                  <a:prstClr val="black">
                    <a:lumMod val="75000"/>
                    <a:lumOff val="25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136</a:t>
            </a:r>
            <a:endParaRPr lang="zh-CN" altLang="en-US" sz="3733" b="1" dirty="0">
              <a:ln w="38100">
                <a:noFill/>
              </a:ln>
              <a:solidFill>
                <a:prstClr val="black">
                  <a:lumMod val="75000"/>
                  <a:lumOff val="25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12" name="组合 11"/>
          <p:cNvGrpSpPr/>
          <p:nvPr/>
        </p:nvGrpSpPr>
        <p:grpSpPr>
          <a:xfrm>
            <a:off x="1760748" y="5512499"/>
            <a:ext cx="3357352" cy="692516"/>
            <a:chOff x="1545847" y="559830"/>
            <a:chExt cx="2518014" cy="519387"/>
          </a:xfrm>
        </p:grpSpPr>
        <p:sp>
          <p:nvSpPr>
            <p:cNvPr id="13" name="文本框 12"/>
            <p:cNvSpPr txBox="1"/>
            <p:nvPr/>
          </p:nvSpPr>
          <p:spPr bwMode="auto">
            <a:xfrm>
              <a:off x="1545847" y="779135"/>
              <a:ext cx="2518014" cy="300082"/>
            </a:xfrm>
            <a:prstGeom prst="rect">
              <a:avLst/>
            </a:prstGeom>
            <a:noFill/>
          </p:spPr>
          <p:txBody>
            <a:bodyPr wrap="square">
              <a:spAutoFit/>
            </a:bodyPr>
            <a:lstStyle>
              <a:defPPr>
                <a:defRPr lang="zh-CN"/>
              </a:defPPr>
              <a:lvl1pPr>
                <a:lnSpc>
                  <a:spcPts val="1200"/>
                </a:lnSpc>
                <a:defRPr sz="90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defRPr>
              </a:lvl1pPr>
            </a:lstStyle>
            <a:p>
              <a:pPr algn="ctr" defTabSz="1219170">
                <a:defRPr/>
              </a:pPr>
              <a:r>
                <a:rPr lang="en-US" altLang="zh-CN" sz="800" dirty="0">
                  <a:solidFill>
                    <a:prstClr val="white">
                      <a:lumMod val="50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This is a sample text. Insert your desired text here. Again. This is a dummy text. Enter your own text here</a:t>
              </a:r>
              <a:endParaRPr lang="zh-CN" altLang="en-US" sz="800" dirty="0">
                <a:solidFill>
                  <a:prstClr val="white">
                    <a:lumMod val="50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4" name="文本框 24"/>
            <p:cNvSpPr txBox="1">
              <a:spLocks noChangeArrowheads="1"/>
            </p:cNvSpPr>
            <p:nvPr/>
          </p:nvSpPr>
          <p:spPr bwMode="auto">
            <a:xfrm>
              <a:off x="1967323" y="559830"/>
              <a:ext cx="1893090" cy="22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defTabSz="1219170" fontAlgn="base">
                <a:lnSpc>
                  <a:spcPts val="1600"/>
                </a:lnSpc>
                <a:spcBef>
                  <a:spcPct val="0"/>
                </a:spcBef>
                <a:spcAft>
                  <a:spcPct val="0"/>
                </a:spcAft>
              </a:pPr>
              <a:r>
                <a:rPr lang="zh-CN" altLang="en-US" sz="1600" dirty="0">
                  <a:solidFill>
                    <a:prstClr val="black">
                      <a:lumMod val="75000"/>
                      <a:lumOff val="25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点此替换文本</a:t>
              </a:r>
            </a:p>
          </p:txBody>
        </p:sp>
      </p:grpSp>
      <p:grpSp>
        <p:nvGrpSpPr>
          <p:cNvPr id="15" name="组合 14"/>
          <p:cNvGrpSpPr/>
          <p:nvPr/>
        </p:nvGrpSpPr>
        <p:grpSpPr>
          <a:xfrm>
            <a:off x="6980448" y="5512499"/>
            <a:ext cx="3357352" cy="692516"/>
            <a:chOff x="1545847" y="559830"/>
            <a:chExt cx="2518014" cy="519387"/>
          </a:xfrm>
        </p:grpSpPr>
        <p:sp>
          <p:nvSpPr>
            <p:cNvPr id="16" name="文本框 15"/>
            <p:cNvSpPr txBox="1"/>
            <p:nvPr/>
          </p:nvSpPr>
          <p:spPr bwMode="auto">
            <a:xfrm>
              <a:off x="1545847" y="779135"/>
              <a:ext cx="2518014" cy="300082"/>
            </a:xfrm>
            <a:prstGeom prst="rect">
              <a:avLst/>
            </a:prstGeom>
            <a:noFill/>
          </p:spPr>
          <p:txBody>
            <a:bodyPr wrap="square">
              <a:spAutoFit/>
            </a:bodyPr>
            <a:lstStyle>
              <a:defPPr>
                <a:defRPr lang="zh-CN"/>
              </a:defPPr>
              <a:lvl1pPr>
                <a:lnSpc>
                  <a:spcPts val="1200"/>
                </a:lnSpc>
                <a:defRPr sz="90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defRPr>
              </a:lvl1pPr>
            </a:lstStyle>
            <a:p>
              <a:pPr algn="ctr" defTabSz="1219170">
                <a:defRPr/>
              </a:pPr>
              <a:r>
                <a:rPr lang="en-US" altLang="zh-CN" sz="800" dirty="0">
                  <a:solidFill>
                    <a:prstClr val="white">
                      <a:lumMod val="50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This is a sample text. Insert your desired text here. Again. This is a dummy text. Enter your own text here</a:t>
              </a:r>
              <a:endParaRPr lang="zh-CN" altLang="en-US" sz="800" dirty="0">
                <a:solidFill>
                  <a:prstClr val="white">
                    <a:lumMod val="50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7" name="文本框 24"/>
            <p:cNvSpPr txBox="1">
              <a:spLocks noChangeArrowheads="1"/>
            </p:cNvSpPr>
            <p:nvPr/>
          </p:nvSpPr>
          <p:spPr bwMode="auto">
            <a:xfrm>
              <a:off x="1967323" y="559830"/>
              <a:ext cx="1893090" cy="22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defTabSz="1219170" fontAlgn="base">
                <a:lnSpc>
                  <a:spcPts val="1600"/>
                </a:lnSpc>
                <a:spcBef>
                  <a:spcPct val="0"/>
                </a:spcBef>
                <a:spcAft>
                  <a:spcPct val="0"/>
                </a:spcAft>
              </a:pPr>
              <a:r>
                <a:rPr lang="zh-CN" altLang="en-US" sz="1600" dirty="0">
                  <a:solidFill>
                    <a:prstClr val="black">
                      <a:lumMod val="75000"/>
                      <a:lumOff val="25000"/>
                    </a:prst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点此替换文本</a:t>
              </a:r>
            </a:p>
          </p:txBody>
        </p:sp>
      </p:grpSp>
      <p:sp>
        <p:nvSpPr>
          <p:cNvPr id="18" name="任意多边形 17"/>
          <p:cNvSpPr/>
          <p:nvPr/>
        </p:nvSpPr>
        <p:spPr>
          <a:xfrm>
            <a:off x="1130301" y="2411307"/>
            <a:ext cx="4635500" cy="2743200"/>
          </a:xfrm>
          <a:custGeom>
            <a:avLst/>
            <a:gdLst>
              <a:gd name="connsiteX0" fmla="*/ 1047750 w 3476625"/>
              <a:gd name="connsiteY0" fmla="*/ 9525 h 2219325"/>
              <a:gd name="connsiteX1" fmla="*/ 0 w 3476625"/>
              <a:gd name="connsiteY1" fmla="*/ 9525 h 2219325"/>
              <a:gd name="connsiteX2" fmla="*/ 0 w 3476625"/>
              <a:gd name="connsiteY2" fmla="*/ 2219325 h 2219325"/>
              <a:gd name="connsiteX3" fmla="*/ 3476625 w 3476625"/>
              <a:gd name="connsiteY3" fmla="*/ 2219325 h 2219325"/>
              <a:gd name="connsiteX4" fmla="*/ 3476625 w 3476625"/>
              <a:gd name="connsiteY4" fmla="*/ 66675 h 2219325"/>
              <a:gd name="connsiteX5" fmla="*/ 3476625 w 3476625"/>
              <a:gd name="connsiteY5" fmla="*/ 0 h 2219325"/>
              <a:gd name="connsiteX6" fmla="*/ 2314575 w 3476625"/>
              <a:gd name="connsiteY6" fmla="*/ 0 h 221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76625" h="2219325">
                <a:moveTo>
                  <a:pt x="1047750" y="9525"/>
                </a:moveTo>
                <a:lnTo>
                  <a:pt x="0" y="9525"/>
                </a:lnTo>
                <a:lnTo>
                  <a:pt x="0" y="2219325"/>
                </a:lnTo>
                <a:lnTo>
                  <a:pt x="3476625" y="2219325"/>
                </a:lnTo>
                <a:lnTo>
                  <a:pt x="3476625" y="66675"/>
                </a:lnTo>
                <a:lnTo>
                  <a:pt x="3476625" y="0"/>
                </a:lnTo>
                <a:lnTo>
                  <a:pt x="2314575" y="0"/>
                </a:lnTo>
              </a:path>
            </a:pathLst>
          </a:cu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zh-CN" altLang="en-US" sz="2400" dirty="0">
              <a:solidFill>
                <a:prstClr val="whit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 name="任意多边形 18"/>
          <p:cNvSpPr/>
          <p:nvPr/>
        </p:nvSpPr>
        <p:spPr>
          <a:xfrm>
            <a:off x="6299201" y="2411307"/>
            <a:ext cx="4635500" cy="2743200"/>
          </a:xfrm>
          <a:custGeom>
            <a:avLst/>
            <a:gdLst>
              <a:gd name="connsiteX0" fmla="*/ 1047750 w 3476625"/>
              <a:gd name="connsiteY0" fmla="*/ 9525 h 2219325"/>
              <a:gd name="connsiteX1" fmla="*/ 0 w 3476625"/>
              <a:gd name="connsiteY1" fmla="*/ 9525 h 2219325"/>
              <a:gd name="connsiteX2" fmla="*/ 0 w 3476625"/>
              <a:gd name="connsiteY2" fmla="*/ 2219325 h 2219325"/>
              <a:gd name="connsiteX3" fmla="*/ 3476625 w 3476625"/>
              <a:gd name="connsiteY3" fmla="*/ 2219325 h 2219325"/>
              <a:gd name="connsiteX4" fmla="*/ 3476625 w 3476625"/>
              <a:gd name="connsiteY4" fmla="*/ 66675 h 2219325"/>
              <a:gd name="connsiteX5" fmla="*/ 3476625 w 3476625"/>
              <a:gd name="connsiteY5" fmla="*/ 0 h 2219325"/>
              <a:gd name="connsiteX6" fmla="*/ 2314575 w 3476625"/>
              <a:gd name="connsiteY6" fmla="*/ 0 h 221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76625" h="2219325">
                <a:moveTo>
                  <a:pt x="1047750" y="9525"/>
                </a:moveTo>
                <a:lnTo>
                  <a:pt x="0" y="9525"/>
                </a:lnTo>
                <a:lnTo>
                  <a:pt x="0" y="2219325"/>
                </a:lnTo>
                <a:lnTo>
                  <a:pt x="3476625" y="2219325"/>
                </a:lnTo>
                <a:lnTo>
                  <a:pt x="3476625" y="66675"/>
                </a:lnTo>
                <a:lnTo>
                  <a:pt x="3476625" y="0"/>
                </a:lnTo>
                <a:lnTo>
                  <a:pt x="2314575" y="0"/>
                </a:lnTo>
              </a:path>
            </a:pathLst>
          </a:cu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zh-CN" altLang="en-US" sz="2400" dirty="0">
              <a:solidFill>
                <a:prstClr val="whit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 name="Title 1_1">
            <a:extLst>
              <a:ext uri="{FF2B5EF4-FFF2-40B4-BE49-F238E27FC236}">
                <a16:creationId xmlns:a16="http://schemas.microsoft.com/office/drawing/2014/main" id="{72912B3B-9D81-46C8-9B6F-E815BC95FB73}"/>
              </a:ext>
            </a:extLst>
          </p:cNvPr>
          <p:cNvSpPr txBox="1">
            <a:spLocks/>
          </p:cNvSpPr>
          <p:nvPr/>
        </p:nvSpPr>
        <p:spPr>
          <a:xfrm>
            <a:off x="4306423" y="611474"/>
            <a:ext cx="3687304" cy="562527"/>
          </a:xfrm>
          <a:prstGeom prst="rect">
            <a:avLst/>
          </a:prstGeom>
        </p:spPr>
        <p:txBody>
          <a:bodyPr lIns="0" tIns="0" rIns="0" bIns="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d-ID" sz="3000" dirty="0">
                <a:latin typeface="思源黑体 CN Medium" panose="020B0600000000000000" pitchFamily="34" charset="-122"/>
                <a:ea typeface="思源黑体 CN Medium" panose="020B0600000000000000" pitchFamily="34" charset="-122"/>
                <a:cs typeface="Lato Heavy" panose="020F0502020204030203" pitchFamily="34" charset="0"/>
                <a:sym typeface="思源黑体 CN Medium" panose="020B0600000000000000" pitchFamily="34" charset="-122"/>
              </a:rPr>
              <a:t>Business Process</a:t>
            </a:r>
          </a:p>
        </p:txBody>
      </p:sp>
      <p:cxnSp>
        <p:nvCxnSpPr>
          <p:cNvPr id="21" name="Straight Connector 105_1">
            <a:extLst>
              <a:ext uri="{FF2B5EF4-FFF2-40B4-BE49-F238E27FC236}">
                <a16:creationId xmlns:a16="http://schemas.microsoft.com/office/drawing/2014/main" id="{8EC2E29F-0ED0-4598-A48C-68D4DCC111DB}"/>
              </a:ext>
            </a:extLst>
          </p:cNvPr>
          <p:cNvCxnSpPr/>
          <p:nvPr/>
        </p:nvCxnSpPr>
        <p:spPr>
          <a:xfrm>
            <a:off x="5537436" y="1138303"/>
            <a:ext cx="1225279"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2" name="TextBox 13_1">
            <a:extLst>
              <a:ext uri="{FF2B5EF4-FFF2-40B4-BE49-F238E27FC236}">
                <a16:creationId xmlns:a16="http://schemas.microsoft.com/office/drawing/2014/main" id="{E88C9FDA-EEB0-4737-94D6-C371ACE55420}"/>
              </a:ext>
            </a:extLst>
          </p:cNvPr>
          <p:cNvSpPr txBox="1"/>
          <p:nvPr/>
        </p:nvSpPr>
        <p:spPr>
          <a:xfrm flipH="1">
            <a:off x="3417119" y="1182485"/>
            <a:ext cx="5465912" cy="525016"/>
          </a:xfrm>
          <a:prstGeom prst="rect">
            <a:avLst/>
          </a:prstGeom>
          <a:noFill/>
          <a:ln>
            <a:noFill/>
          </a:ln>
        </p:spPr>
        <p:txBody>
          <a:bodyPr wrap="square" lIns="0" tIns="0" rIns="0" bIns="0">
            <a:spAutoFit/>
          </a:bodyPr>
          <a:lstStyle/>
          <a:p>
            <a:pPr algn="ctr">
              <a:lnSpc>
                <a:spcPct val="150000"/>
              </a:lnSpc>
            </a:pP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Lorem ipsum dolor sit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amet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consectetur</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adipiscing</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elit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sed</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do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eiusmod</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tempor</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incididunt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ut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labore</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et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dolore</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magna</a:t>
            </a:r>
          </a:p>
        </p:txBody>
      </p:sp>
      <p:grpSp>
        <p:nvGrpSpPr>
          <p:cNvPr id="23" name="Group 2_1">
            <a:extLst>
              <a:ext uri="{FF2B5EF4-FFF2-40B4-BE49-F238E27FC236}">
                <a16:creationId xmlns:a16="http://schemas.microsoft.com/office/drawing/2014/main" id="{CCAEA5E6-7B8F-482B-A843-94BF8457346D}"/>
              </a:ext>
            </a:extLst>
          </p:cNvPr>
          <p:cNvGrpSpPr/>
          <p:nvPr/>
        </p:nvGrpSpPr>
        <p:grpSpPr>
          <a:xfrm>
            <a:off x="0" y="0"/>
            <a:ext cx="1751115" cy="1097152"/>
            <a:chOff x="0" y="0"/>
            <a:chExt cx="1751115" cy="1097152"/>
          </a:xfrm>
        </p:grpSpPr>
        <p:grpSp>
          <p:nvGrpSpPr>
            <p:cNvPr id="24" name="组合 23">
              <a:extLst>
                <a:ext uri="{FF2B5EF4-FFF2-40B4-BE49-F238E27FC236}">
                  <a16:creationId xmlns:a16="http://schemas.microsoft.com/office/drawing/2014/main" id="{644C054F-15FB-4DFA-AA09-A4D4DEF319CF}"/>
                </a:ext>
              </a:extLst>
            </p:cNvPr>
            <p:cNvGrpSpPr/>
            <p:nvPr/>
          </p:nvGrpSpPr>
          <p:grpSpPr>
            <a:xfrm>
              <a:off x="0" y="0"/>
              <a:ext cx="1751115" cy="1097152"/>
              <a:chOff x="-1832690" y="-1312191"/>
              <a:chExt cx="4302458" cy="3292533"/>
            </a:xfrm>
          </p:grpSpPr>
          <p:pic>
            <p:nvPicPr>
              <p:cNvPr id="26" name="PA-图片 2">
                <a:extLst>
                  <a:ext uri="{FF2B5EF4-FFF2-40B4-BE49-F238E27FC236}">
                    <a16:creationId xmlns:a16="http://schemas.microsoft.com/office/drawing/2014/main" id="{B4B9C177-593B-4FA3-AB72-1ADE0B1BD706}"/>
                  </a:ext>
                </a:extLst>
              </p:cNvPr>
              <p:cNvPicPr>
                <a:picLocks noChangeAspect="1"/>
              </p:cNvPicPr>
              <p:nvPr>
                <p:custDataLst>
                  <p:tags r:id="rId2"/>
                </p:custDataLst>
              </p:nvPr>
            </p:nvPicPr>
            <p:blipFill rotWithShape="1">
              <a:blip r:embed="rId6" cstate="print">
                <a:extLst>
                  <a:ext uri="{28A0092B-C50C-407E-A947-70E740481C1C}">
                    <a14:useLocalDpi xmlns:a14="http://schemas.microsoft.com/office/drawing/2010/main" val="0"/>
                  </a:ext>
                </a:extLst>
              </a:blip>
              <a:srcRect l="15664" t="61151"/>
              <a:stretch/>
            </p:blipFill>
            <p:spPr>
              <a:xfrm>
                <a:off x="-1832690" y="-1312191"/>
                <a:ext cx="4302458" cy="2664265"/>
              </a:xfrm>
              <a:prstGeom prst="rect">
                <a:avLst/>
              </a:prstGeom>
            </p:spPr>
          </p:pic>
          <p:pic>
            <p:nvPicPr>
              <p:cNvPr id="27" name="PA-图片 7">
                <a:extLst>
                  <a:ext uri="{FF2B5EF4-FFF2-40B4-BE49-F238E27FC236}">
                    <a16:creationId xmlns:a16="http://schemas.microsoft.com/office/drawing/2014/main" id="{3D293FFC-B39B-4A14-86FE-D36A9FAE3F94}"/>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975373" y="1127025"/>
                <a:ext cx="775743" cy="853317"/>
              </a:xfrm>
              <a:prstGeom prst="rect">
                <a:avLst/>
              </a:prstGeom>
            </p:spPr>
          </p:pic>
        </p:grpSp>
        <p:sp>
          <p:nvSpPr>
            <p:cNvPr id="25" name="PA-矩形8435759">
              <a:extLst>
                <a:ext uri="{FF2B5EF4-FFF2-40B4-BE49-F238E27FC236}">
                  <a16:creationId xmlns:a16="http://schemas.microsoft.com/office/drawing/2014/main" id="{2268D2A3-8573-4D78-944C-36A5474F8DEA}"/>
                </a:ext>
              </a:extLst>
            </p:cNvPr>
            <p:cNvSpPr/>
            <p:nvPr>
              <p:custDataLst>
                <p:tags r:id="rId1"/>
              </p:custDataLst>
            </p:nvPr>
          </p:nvSpPr>
          <p:spPr>
            <a:xfrm>
              <a:off x="60033" y="136009"/>
              <a:ext cx="1398588" cy="400110"/>
            </a:xfrm>
            <a:prstGeom prst="rect">
              <a:avLst/>
            </a:prstGeom>
          </p:spPr>
          <p:txBody>
            <a:bodyPr wrap="none">
              <a:spAutoFit/>
            </a:bodyPr>
            <a:lstStyle/>
            <a:p>
              <a:r>
                <a:rPr lang="en-US" altLang="zh-CN" sz="2000" dirty="0">
                  <a:latin typeface="思源黑体 CN Medium" panose="020B0600000000000000" pitchFamily="34" charset="-122"/>
                  <a:ea typeface="思源黑体 CN Medium" panose="020B0600000000000000" pitchFamily="34" charset="-122"/>
                  <a:sym typeface="思源黑体" panose="020B0400000000000000" pitchFamily="34" charset="-122"/>
                </a:rPr>
                <a:t>Enter title</a:t>
              </a:r>
              <a:endParaRPr lang="zh-CN" altLang="en-US" sz="2000" dirty="0">
                <a:latin typeface="思源黑体 CN Medium" panose="020B0600000000000000" pitchFamily="34" charset="-122"/>
                <a:ea typeface="思源黑体 CN Medium" panose="020B0600000000000000" pitchFamily="34" charset="-122"/>
              </a:endParaRPr>
            </a:p>
          </p:txBody>
        </p:sp>
      </p:grpSp>
    </p:spTree>
    <p:extLst>
      <p:ext uri="{BB962C8B-B14F-4D97-AF65-F5344CB8AC3E}">
        <p14:creationId xmlns:p14="http://schemas.microsoft.com/office/powerpoint/2010/main" val="1291398897"/>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6056024" y="1834026"/>
            <a:ext cx="4778950" cy="5023973"/>
            <a:chOff x="5501078" y="1044862"/>
            <a:chExt cx="5529627" cy="5813138"/>
          </a:xfrm>
        </p:grpSpPr>
        <p:sp>
          <p:nvSpPr>
            <p:cNvPr id="173" name="Freeform 607"/>
            <p:cNvSpPr>
              <a:spLocks/>
            </p:cNvSpPr>
            <p:nvPr/>
          </p:nvSpPr>
          <p:spPr bwMode="auto">
            <a:xfrm>
              <a:off x="10218100" y="5008664"/>
              <a:ext cx="140513" cy="140513"/>
            </a:xfrm>
            <a:custGeom>
              <a:avLst/>
              <a:gdLst>
                <a:gd name="T0" fmla="*/ 72 w 86"/>
                <a:gd name="T1" fmla="*/ 86 h 86"/>
                <a:gd name="T2" fmla="*/ 0 w 86"/>
                <a:gd name="T3" fmla="*/ 18 h 86"/>
                <a:gd name="T4" fmla="*/ 18 w 86"/>
                <a:gd name="T5" fmla="*/ 0 h 86"/>
                <a:gd name="T6" fmla="*/ 86 w 86"/>
                <a:gd name="T7" fmla="*/ 72 h 86"/>
                <a:gd name="T8" fmla="*/ 72 w 86"/>
                <a:gd name="T9" fmla="*/ 86 h 86"/>
              </a:gdLst>
              <a:ahLst/>
              <a:cxnLst>
                <a:cxn ang="0">
                  <a:pos x="T0" y="T1"/>
                </a:cxn>
                <a:cxn ang="0">
                  <a:pos x="T2" y="T3"/>
                </a:cxn>
                <a:cxn ang="0">
                  <a:pos x="T4" y="T5"/>
                </a:cxn>
                <a:cxn ang="0">
                  <a:pos x="T6" y="T7"/>
                </a:cxn>
                <a:cxn ang="0">
                  <a:pos x="T8" y="T9"/>
                </a:cxn>
              </a:cxnLst>
              <a:rect l="0" t="0" r="r" b="b"/>
              <a:pathLst>
                <a:path w="86" h="86">
                  <a:moveTo>
                    <a:pt x="72" y="86"/>
                  </a:moveTo>
                  <a:lnTo>
                    <a:pt x="0" y="18"/>
                  </a:lnTo>
                  <a:lnTo>
                    <a:pt x="18" y="0"/>
                  </a:lnTo>
                  <a:lnTo>
                    <a:pt x="86" y="72"/>
                  </a:lnTo>
                  <a:lnTo>
                    <a:pt x="72" y="86"/>
                  </a:lnTo>
                  <a:close/>
                </a:path>
              </a:pathLst>
            </a:custGeom>
            <a:solidFill>
              <a:srgbClr val="E2E2E2"/>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7" name="Group 6"/>
            <p:cNvGrpSpPr/>
            <p:nvPr/>
          </p:nvGrpSpPr>
          <p:grpSpPr>
            <a:xfrm>
              <a:off x="6342528" y="1852000"/>
              <a:ext cx="3803681" cy="3661533"/>
              <a:chOff x="3200445" y="1228386"/>
              <a:chExt cx="2852761" cy="2746150"/>
            </a:xfrm>
          </p:grpSpPr>
          <p:sp>
            <p:nvSpPr>
              <p:cNvPr id="41" name="Freeform 475"/>
              <p:cNvSpPr>
                <a:spLocks/>
              </p:cNvSpPr>
              <p:nvPr/>
            </p:nvSpPr>
            <p:spPr bwMode="auto">
              <a:xfrm>
                <a:off x="3871972" y="1364407"/>
                <a:ext cx="162980" cy="164205"/>
              </a:xfrm>
              <a:custGeom>
                <a:avLst/>
                <a:gdLst>
                  <a:gd name="T0" fmla="*/ 18 w 37"/>
                  <a:gd name="T1" fmla="*/ 37 h 37"/>
                  <a:gd name="T2" fmla="*/ 19 w 37"/>
                  <a:gd name="T3" fmla="*/ 37 h 37"/>
                  <a:gd name="T4" fmla="*/ 37 w 37"/>
                  <a:gd name="T5" fmla="*/ 18 h 37"/>
                  <a:gd name="T6" fmla="*/ 23 w 37"/>
                  <a:gd name="T7" fmla="*/ 0 h 37"/>
                  <a:gd name="T8" fmla="*/ 1 w 37"/>
                  <a:gd name="T9" fmla="*/ 12 h 37"/>
                  <a:gd name="T10" fmla="*/ 0 w 37"/>
                  <a:gd name="T11" fmla="*/ 18 h 37"/>
                  <a:gd name="T12" fmla="*/ 10 w 37"/>
                  <a:gd name="T13" fmla="*/ 24 h 37"/>
                  <a:gd name="T14" fmla="*/ 18 w 37"/>
                  <a:gd name="T15" fmla="*/ 37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37">
                    <a:moveTo>
                      <a:pt x="18" y="37"/>
                    </a:moveTo>
                    <a:cubicBezTo>
                      <a:pt x="18" y="37"/>
                      <a:pt x="18" y="37"/>
                      <a:pt x="19" y="37"/>
                    </a:cubicBezTo>
                    <a:cubicBezTo>
                      <a:pt x="29" y="37"/>
                      <a:pt x="37" y="29"/>
                      <a:pt x="37" y="18"/>
                    </a:cubicBezTo>
                    <a:cubicBezTo>
                      <a:pt x="37" y="10"/>
                      <a:pt x="31" y="2"/>
                      <a:pt x="23" y="0"/>
                    </a:cubicBezTo>
                    <a:cubicBezTo>
                      <a:pt x="16" y="4"/>
                      <a:pt x="8" y="8"/>
                      <a:pt x="1" y="12"/>
                    </a:cubicBezTo>
                    <a:cubicBezTo>
                      <a:pt x="1" y="14"/>
                      <a:pt x="0" y="16"/>
                      <a:pt x="0" y="18"/>
                    </a:cubicBezTo>
                    <a:cubicBezTo>
                      <a:pt x="4" y="19"/>
                      <a:pt x="7" y="21"/>
                      <a:pt x="10" y="24"/>
                    </a:cubicBezTo>
                    <a:cubicBezTo>
                      <a:pt x="14" y="28"/>
                      <a:pt x="16" y="32"/>
                      <a:pt x="18" y="37"/>
                    </a:cubicBezTo>
                    <a:close/>
                  </a:path>
                </a:pathLst>
              </a:custGeom>
              <a:solidFill>
                <a:schemeClr val="accent3"/>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2" name="Freeform 476"/>
              <p:cNvSpPr>
                <a:spLocks/>
              </p:cNvSpPr>
              <p:nvPr/>
            </p:nvSpPr>
            <p:spPr bwMode="auto">
              <a:xfrm>
                <a:off x="4048431" y="1422001"/>
                <a:ext cx="35537" cy="49017"/>
              </a:xfrm>
              <a:custGeom>
                <a:avLst/>
                <a:gdLst>
                  <a:gd name="T0" fmla="*/ 0 w 29"/>
                  <a:gd name="T1" fmla="*/ 40 h 40"/>
                  <a:gd name="T2" fmla="*/ 29 w 29"/>
                  <a:gd name="T3" fmla="*/ 18 h 40"/>
                  <a:gd name="T4" fmla="*/ 0 w 29"/>
                  <a:gd name="T5" fmla="*/ 0 h 40"/>
                  <a:gd name="T6" fmla="*/ 0 w 29"/>
                  <a:gd name="T7" fmla="*/ 40 h 40"/>
                </a:gdLst>
                <a:ahLst/>
                <a:cxnLst>
                  <a:cxn ang="0">
                    <a:pos x="T0" y="T1"/>
                  </a:cxn>
                  <a:cxn ang="0">
                    <a:pos x="T2" y="T3"/>
                  </a:cxn>
                  <a:cxn ang="0">
                    <a:pos x="T4" y="T5"/>
                  </a:cxn>
                  <a:cxn ang="0">
                    <a:pos x="T6" y="T7"/>
                  </a:cxn>
                </a:cxnLst>
                <a:rect l="0" t="0" r="r" b="b"/>
                <a:pathLst>
                  <a:path w="29" h="40">
                    <a:moveTo>
                      <a:pt x="0" y="40"/>
                    </a:moveTo>
                    <a:lnTo>
                      <a:pt x="29" y="18"/>
                    </a:lnTo>
                    <a:lnTo>
                      <a:pt x="0" y="0"/>
                    </a:lnTo>
                    <a:lnTo>
                      <a:pt x="0" y="40"/>
                    </a:lnTo>
                    <a:close/>
                  </a:path>
                </a:pathLst>
              </a:custGeom>
              <a:solidFill>
                <a:schemeClr val="accent3"/>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3" name="Freeform 477"/>
              <p:cNvSpPr>
                <a:spLocks/>
              </p:cNvSpPr>
              <p:nvPr/>
            </p:nvSpPr>
            <p:spPr bwMode="auto">
              <a:xfrm>
                <a:off x="3845012" y="1426903"/>
                <a:ext cx="18381" cy="13480"/>
              </a:xfrm>
              <a:custGeom>
                <a:avLst/>
                <a:gdLst>
                  <a:gd name="T0" fmla="*/ 0 w 4"/>
                  <a:gd name="T1" fmla="*/ 3 h 3"/>
                  <a:gd name="T2" fmla="*/ 4 w 4"/>
                  <a:gd name="T3" fmla="*/ 3 h 3"/>
                  <a:gd name="T4" fmla="*/ 4 w 4"/>
                  <a:gd name="T5" fmla="*/ 0 h 3"/>
                  <a:gd name="T6" fmla="*/ 0 w 4"/>
                  <a:gd name="T7" fmla="*/ 3 h 3"/>
                </a:gdLst>
                <a:ahLst/>
                <a:cxnLst>
                  <a:cxn ang="0">
                    <a:pos x="T0" y="T1"/>
                  </a:cxn>
                  <a:cxn ang="0">
                    <a:pos x="T2" y="T3"/>
                  </a:cxn>
                  <a:cxn ang="0">
                    <a:pos x="T4" y="T5"/>
                  </a:cxn>
                  <a:cxn ang="0">
                    <a:pos x="T6" y="T7"/>
                  </a:cxn>
                </a:cxnLst>
                <a:rect l="0" t="0" r="r" b="b"/>
                <a:pathLst>
                  <a:path w="4" h="3">
                    <a:moveTo>
                      <a:pt x="0" y="3"/>
                    </a:moveTo>
                    <a:cubicBezTo>
                      <a:pt x="1" y="3"/>
                      <a:pt x="2" y="3"/>
                      <a:pt x="4" y="3"/>
                    </a:cubicBezTo>
                    <a:cubicBezTo>
                      <a:pt x="4" y="0"/>
                      <a:pt x="4" y="0"/>
                      <a:pt x="4" y="0"/>
                    </a:cubicBezTo>
                    <a:cubicBezTo>
                      <a:pt x="2" y="1"/>
                      <a:pt x="1" y="2"/>
                      <a:pt x="0" y="3"/>
                    </a:cubicBezTo>
                    <a:close/>
                  </a:path>
                </a:pathLst>
              </a:custGeom>
              <a:solidFill>
                <a:schemeClr val="accent3"/>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4" name="Freeform 478"/>
              <p:cNvSpPr>
                <a:spLocks/>
              </p:cNvSpPr>
              <p:nvPr/>
            </p:nvSpPr>
            <p:spPr bwMode="auto">
              <a:xfrm>
                <a:off x="4004316" y="1355829"/>
                <a:ext cx="40439" cy="40439"/>
              </a:xfrm>
              <a:custGeom>
                <a:avLst/>
                <a:gdLst>
                  <a:gd name="T0" fmla="*/ 0 w 33"/>
                  <a:gd name="T1" fmla="*/ 7 h 33"/>
                  <a:gd name="T2" fmla="*/ 25 w 33"/>
                  <a:gd name="T3" fmla="*/ 33 h 33"/>
                  <a:gd name="T4" fmla="*/ 33 w 33"/>
                  <a:gd name="T5" fmla="*/ 0 h 33"/>
                  <a:gd name="T6" fmla="*/ 0 w 33"/>
                  <a:gd name="T7" fmla="*/ 7 h 33"/>
                </a:gdLst>
                <a:ahLst/>
                <a:cxnLst>
                  <a:cxn ang="0">
                    <a:pos x="T0" y="T1"/>
                  </a:cxn>
                  <a:cxn ang="0">
                    <a:pos x="T2" y="T3"/>
                  </a:cxn>
                  <a:cxn ang="0">
                    <a:pos x="T4" y="T5"/>
                  </a:cxn>
                  <a:cxn ang="0">
                    <a:pos x="T6" y="T7"/>
                  </a:cxn>
                </a:cxnLst>
                <a:rect l="0" t="0" r="r" b="b"/>
                <a:pathLst>
                  <a:path w="33" h="33">
                    <a:moveTo>
                      <a:pt x="0" y="7"/>
                    </a:moveTo>
                    <a:lnTo>
                      <a:pt x="25" y="33"/>
                    </a:lnTo>
                    <a:lnTo>
                      <a:pt x="33" y="0"/>
                    </a:lnTo>
                    <a:lnTo>
                      <a:pt x="0" y="7"/>
                    </a:lnTo>
                    <a:close/>
                  </a:path>
                </a:pathLst>
              </a:custGeom>
              <a:solidFill>
                <a:schemeClr val="accent3"/>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5" name="Freeform 479"/>
              <p:cNvSpPr>
                <a:spLocks/>
              </p:cNvSpPr>
              <p:nvPr/>
            </p:nvSpPr>
            <p:spPr bwMode="auto">
              <a:xfrm>
                <a:off x="4004316" y="1493075"/>
                <a:ext cx="40439" cy="44115"/>
              </a:xfrm>
              <a:custGeom>
                <a:avLst/>
                <a:gdLst>
                  <a:gd name="T0" fmla="*/ 25 w 33"/>
                  <a:gd name="T1" fmla="*/ 0 h 36"/>
                  <a:gd name="T2" fmla="*/ 0 w 33"/>
                  <a:gd name="T3" fmla="*/ 29 h 36"/>
                  <a:gd name="T4" fmla="*/ 33 w 33"/>
                  <a:gd name="T5" fmla="*/ 36 h 36"/>
                  <a:gd name="T6" fmla="*/ 25 w 33"/>
                  <a:gd name="T7" fmla="*/ 0 h 36"/>
                </a:gdLst>
                <a:ahLst/>
                <a:cxnLst>
                  <a:cxn ang="0">
                    <a:pos x="T0" y="T1"/>
                  </a:cxn>
                  <a:cxn ang="0">
                    <a:pos x="T2" y="T3"/>
                  </a:cxn>
                  <a:cxn ang="0">
                    <a:pos x="T4" y="T5"/>
                  </a:cxn>
                  <a:cxn ang="0">
                    <a:pos x="T6" y="T7"/>
                  </a:cxn>
                </a:cxnLst>
                <a:rect l="0" t="0" r="r" b="b"/>
                <a:pathLst>
                  <a:path w="33" h="36">
                    <a:moveTo>
                      <a:pt x="25" y="0"/>
                    </a:moveTo>
                    <a:lnTo>
                      <a:pt x="0" y="29"/>
                    </a:lnTo>
                    <a:lnTo>
                      <a:pt x="33" y="36"/>
                    </a:lnTo>
                    <a:lnTo>
                      <a:pt x="25" y="0"/>
                    </a:lnTo>
                    <a:close/>
                  </a:path>
                </a:pathLst>
              </a:custGeom>
              <a:solidFill>
                <a:schemeClr val="accent3"/>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6" name="Freeform 480"/>
              <p:cNvSpPr>
                <a:spLocks/>
              </p:cNvSpPr>
              <p:nvPr/>
            </p:nvSpPr>
            <p:spPr bwMode="auto">
              <a:xfrm>
                <a:off x="3690610" y="1448960"/>
                <a:ext cx="357820" cy="220574"/>
              </a:xfrm>
              <a:custGeom>
                <a:avLst/>
                <a:gdLst>
                  <a:gd name="T0" fmla="*/ 66 w 81"/>
                  <a:gd name="T1" fmla="*/ 21 h 50"/>
                  <a:gd name="T2" fmla="*/ 64 w 81"/>
                  <a:gd name="T3" fmla="*/ 21 h 50"/>
                  <a:gd name="T4" fmla="*/ 57 w 81"/>
                  <a:gd name="T5" fmla="*/ 24 h 50"/>
                  <a:gd name="T6" fmla="*/ 57 w 81"/>
                  <a:gd name="T7" fmla="*/ 20 h 50"/>
                  <a:gd name="T8" fmla="*/ 56 w 81"/>
                  <a:gd name="T9" fmla="*/ 18 h 50"/>
                  <a:gd name="T10" fmla="*/ 41 w 81"/>
                  <a:gd name="T11" fmla="*/ 1 h 50"/>
                  <a:gd name="T12" fmla="*/ 39 w 81"/>
                  <a:gd name="T13" fmla="*/ 1 h 50"/>
                  <a:gd name="T14" fmla="*/ 32 w 81"/>
                  <a:gd name="T15" fmla="*/ 0 h 50"/>
                  <a:gd name="T16" fmla="*/ 31 w 81"/>
                  <a:gd name="T17" fmla="*/ 0 h 50"/>
                  <a:gd name="T18" fmla="*/ 31 w 81"/>
                  <a:gd name="T19" fmla="*/ 0 h 50"/>
                  <a:gd name="T20" fmla="*/ 9 w 81"/>
                  <a:gd name="T21" fmla="*/ 15 h 50"/>
                  <a:gd name="T22" fmla="*/ 7 w 81"/>
                  <a:gd name="T23" fmla="*/ 25 h 50"/>
                  <a:gd name="T24" fmla="*/ 8 w 81"/>
                  <a:gd name="T25" fmla="*/ 32 h 50"/>
                  <a:gd name="T26" fmla="*/ 0 w 81"/>
                  <a:gd name="T27" fmla="*/ 41 h 50"/>
                  <a:gd name="T28" fmla="*/ 9 w 81"/>
                  <a:gd name="T29" fmla="*/ 50 h 50"/>
                  <a:gd name="T30" fmla="*/ 32 w 81"/>
                  <a:gd name="T31" fmla="*/ 50 h 50"/>
                  <a:gd name="T32" fmla="*/ 33 w 81"/>
                  <a:gd name="T33" fmla="*/ 50 h 50"/>
                  <a:gd name="T34" fmla="*/ 66 w 81"/>
                  <a:gd name="T35" fmla="*/ 50 h 50"/>
                  <a:gd name="T36" fmla="*/ 81 w 81"/>
                  <a:gd name="T37" fmla="*/ 35 h 50"/>
                  <a:gd name="T38" fmla="*/ 66 w 81"/>
                  <a:gd name="T39" fmla="*/ 21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1" h="50">
                    <a:moveTo>
                      <a:pt x="66" y="21"/>
                    </a:moveTo>
                    <a:cubicBezTo>
                      <a:pt x="66" y="21"/>
                      <a:pt x="65" y="21"/>
                      <a:pt x="64" y="21"/>
                    </a:cubicBezTo>
                    <a:cubicBezTo>
                      <a:pt x="62" y="21"/>
                      <a:pt x="59" y="23"/>
                      <a:pt x="57" y="24"/>
                    </a:cubicBezTo>
                    <a:cubicBezTo>
                      <a:pt x="57" y="23"/>
                      <a:pt x="57" y="22"/>
                      <a:pt x="57" y="20"/>
                    </a:cubicBezTo>
                    <a:cubicBezTo>
                      <a:pt x="57" y="19"/>
                      <a:pt x="56" y="18"/>
                      <a:pt x="56" y="18"/>
                    </a:cubicBezTo>
                    <a:cubicBezTo>
                      <a:pt x="54" y="10"/>
                      <a:pt x="48" y="4"/>
                      <a:pt x="41" y="1"/>
                    </a:cubicBezTo>
                    <a:cubicBezTo>
                      <a:pt x="40" y="1"/>
                      <a:pt x="40" y="1"/>
                      <a:pt x="39" y="1"/>
                    </a:cubicBezTo>
                    <a:cubicBezTo>
                      <a:pt x="37" y="0"/>
                      <a:pt x="35" y="0"/>
                      <a:pt x="32" y="0"/>
                    </a:cubicBezTo>
                    <a:cubicBezTo>
                      <a:pt x="32" y="0"/>
                      <a:pt x="32" y="0"/>
                      <a:pt x="31" y="0"/>
                    </a:cubicBezTo>
                    <a:cubicBezTo>
                      <a:pt x="31" y="0"/>
                      <a:pt x="31" y="0"/>
                      <a:pt x="31" y="0"/>
                    </a:cubicBezTo>
                    <a:cubicBezTo>
                      <a:pt x="24" y="5"/>
                      <a:pt x="16" y="10"/>
                      <a:pt x="9" y="15"/>
                    </a:cubicBezTo>
                    <a:cubicBezTo>
                      <a:pt x="8" y="18"/>
                      <a:pt x="7" y="21"/>
                      <a:pt x="7" y="25"/>
                    </a:cubicBezTo>
                    <a:cubicBezTo>
                      <a:pt x="7" y="27"/>
                      <a:pt x="8" y="30"/>
                      <a:pt x="8" y="32"/>
                    </a:cubicBezTo>
                    <a:cubicBezTo>
                      <a:pt x="4" y="32"/>
                      <a:pt x="0" y="36"/>
                      <a:pt x="0" y="41"/>
                    </a:cubicBezTo>
                    <a:cubicBezTo>
                      <a:pt x="0" y="46"/>
                      <a:pt x="4" y="50"/>
                      <a:pt x="9" y="50"/>
                    </a:cubicBezTo>
                    <a:cubicBezTo>
                      <a:pt x="32" y="50"/>
                      <a:pt x="32" y="50"/>
                      <a:pt x="32" y="50"/>
                    </a:cubicBezTo>
                    <a:cubicBezTo>
                      <a:pt x="33" y="50"/>
                      <a:pt x="33" y="50"/>
                      <a:pt x="33" y="50"/>
                    </a:cubicBezTo>
                    <a:cubicBezTo>
                      <a:pt x="66" y="50"/>
                      <a:pt x="66" y="50"/>
                      <a:pt x="66" y="50"/>
                    </a:cubicBezTo>
                    <a:cubicBezTo>
                      <a:pt x="74" y="50"/>
                      <a:pt x="81" y="43"/>
                      <a:pt x="81" y="35"/>
                    </a:cubicBezTo>
                    <a:cubicBezTo>
                      <a:pt x="81" y="27"/>
                      <a:pt x="74" y="21"/>
                      <a:pt x="66" y="21"/>
                    </a:cubicBezTo>
                    <a:close/>
                  </a:path>
                </a:pathLst>
              </a:custGeom>
              <a:solidFill>
                <a:schemeClr val="accent3"/>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7" name="Freeform 481"/>
              <p:cNvSpPr>
                <a:spLocks noEditPoints="1"/>
              </p:cNvSpPr>
              <p:nvPr/>
            </p:nvSpPr>
            <p:spPr bwMode="auto">
              <a:xfrm>
                <a:off x="5028761" y="3524809"/>
                <a:ext cx="318607" cy="344341"/>
              </a:xfrm>
              <a:custGeom>
                <a:avLst/>
                <a:gdLst>
                  <a:gd name="T0" fmla="*/ 60 w 72"/>
                  <a:gd name="T1" fmla="*/ 2 h 78"/>
                  <a:gd name="T2" fmla="*/ 60 w 72"/>
                  <a:gd name="T3" fmla="*/ 26 h 78"/>
                  <a:gd name="T4" fmla="*/ 64 w 72"/>
                  <a:gd name="T5" fmla="*/ 37 h 78"/>
                  <a:gd name="T6" fmla="*/ 66 w 72"/>
                  <a:gd name="T7" fmla="*/ 43 h 78"/>
                  <a:gd name="T8" fmla="*/ 60 w 72"/>
                  <a:gd name="T9" fmla="*/ 50 h 78"/>
                  <a:gd name="T10" fmla="*/ 56 w 72"/>
                  <a:gd name="T11" fmla="*/ 53 h 78"/>
                  <a:gd name="T12" fmla="*/ 60 w 72"/>
                  <a:gd name="T13" fmla="*/ 50 h 78"/>
                  <a:gd name="T14" fmla="*/ 60 w 72"/>
                  <a:gd name="T15" fmla="*/ 44 h 78"/>
                  <a:gd name="T16" fmla="*/ 56 w 72"/>
                  <a:gd name="T17" fmla="*/ 33 h 78"/>
                  <a:gd name="T18" fmla="*/ 60 w 72"/>
                  <a:gd name="T19" fmla="*/ 26 h 78"/>
                  <a:gd name="T20" fmla="*/ 55 w 72"/>
                  <a:gd name="T21" fmla="*/ 46 h 78"/>
                  <a:gd name="T22" fmla="*/ 55 w 72"/>
                  <a:gd name="T23" fmla="*/ 53 h 78"/>
                  <a:gd name="T24" fmla="*/ 55 w 72"/>
                  <a:gd name="T25" fmla="*/ 1 h 78"/>
                  <a:gd name="T26" fmla="*/ 55 w 72"/>
                  <a:gd name="T27" fmla="*/ 9 h 78"/>
                  <a:gd name="T28" fmla="*/ 55 w 72"/>
                  <a:gd name="T29" fmla="*/ 16 h 78"/>
                  <a:gd name="T30" fmla="*/ 60 w 72"/>
                  <a:gd name="T31" fmla="*/ 21 h 78"/>
                  <a:gd name="T32" fmla="*/ 31 w 72"/>
                  <a:gd name="T33" fmla="*/ 71 h 78"/>
                  <a:gd name="T34" fmla="*/ 55 w 72"/>
                  <a:gd name="T35" fmla="*/ 46 h 78"/>
                  <a:gd name="T36" fmla="*/ 50 w 72"/>
                  <a:gd name="T37" fmla="*/ 28 h 78"/>
                  <a:gd name="T38" fmla="*/ 55 w 72"/>
                  <a:gd name="T39" fmla="*/ 27 h 78"/>
                  <a:gd name="T40" fmla="*/ 55 w 72"/>
                  <a:gd name="T41" fmla="*/ 21 h 78"/>
                  <a:gd name="T42" fmla="*/ 50 w 72"/>
                  <a:gd name="T43" fmla="*/ 10 h 78"/>
                  <a:gd name="T44" fmla="*/ 55 w 72"/>
                  <a:gd name="T45" fmla="*/ 4 h 78"/>
                  <a:gd name="T46" fmla="*/ 44 w 72"/>
                  <a:gd name="T47" fmla="*/ 4 h 78"/>
                  <a:gd name="T48" fmla="*/ 22 w 72"/>
                  <a:gd name="T49" fmla="*/ 55 h 78"/>
                  <a:gd name="T50" fmla="*/ 22 w 72"/>
                  <a:gd name="T51" fmla="*/ 60 h 78"/>
                  <a:gd name="T52" fmla="*/ 26 w 72"/>
                  <a:gd name="T53" fmla="*/ 71 h 78"/>
                  <a:gd name="T54" fmla="*/ 22 w 72"/>
                  <a:gd name="T55" fmla="*/ 76 h 78"/>
                  <a:gd name="T56" fmla="*/ 22 w 72"/>
                  <a:gd name="T57" fmla="*/ 72 h 78"/>
                  <a:gd name="T58" fmla="*/ 22 w 72"/>
                  <a:gd name="T59" fmla="*/ 66 h 78"/>
                  <a:gd name="T60" fmla="*/ 16 w 72"/>
                  <a:gd name="T61" fmla="*/ 61 h 78"/>
                  <a:gd name="T62" fmla="*/ 20 w 72"/>
                  <a:gd name="T63" fmla="*/ 29 h 78"/>
                  <a:gd name="T64" fmla="*/ 17 w 72"/>
                  <a:gd name="T65" fmla="*/ 37 h 78"/>
                  <a:gd name="T66" fmla="*/ 16 w 72"/>
                  <a:gd name="T67" fmla="*/ 43 h 78"/>
                  <a:gd name="T68" fmla="*/ 20 w 72"/>
                  <a:gd name="T69" fmla="*/ 49 h 78"/>
                  <a:gd name="T70" fmla="*/ 22 w 72"/>
                  <a:gd name="T71" fmla="*/ 54 h 78"/>
                  <a:gd name="T72" fmla="*/ 11 w 72"/>
                  <a:gd name="T73" fmla="*/ 12 h 78"/>
                  <a:gd name="T74" fmla="*/ 10 w 72"/>
                  <a:gd name="T75" fmla="*/ 20 h 78"/>
                  <a:gd name="T76" fmla="*/ 14 w 72"/>
                  <a:gd name="T77" fmla="*/ 26 h 78"/>
                  <a:gd name="T78" fmla="*/ 16 w 72"/>
                  <a:gd name="T79" fmla="*/ 31 h 78"/>
                  <a:gd name="T80" fmla="*/ 16 w 72"/>
                  <a:gd name="T81" fmla="*/ 11 h 78"/>
                  <a:gd name="T82" fmla="*/ 16 w 72"/>
                  <a:gd name="T83" fmla="*/ 78 h 78"/>
                  <a:gd name="T84" fmla="*/ 15 w 72"/>
                  <a:gd name="T85" fmla="*/ 55 h 78"/>
                  <a:gd name="T86" fmla="*/ 13 w 72"/>
                  <a:gd name="T87" fmla="*/ 50 h 78"/>
                  <a:gd name="T88" fmla="*/ 16 w 72"/>
                  <a:gd name="T89" fmla="*/ 37 h 78"/>
                  <a:gd name="T90" fmla="*/ 10 w 72"/>
                  <a:gd name="T91" fmla="*/ 56 h 78"/>
                  <a:gd name="T92" fmla="*/ 4 w 72"/>
                  <a:gd name="T93" fmla="*/ 14 h 78"/>
                  <a:gd name="T94" fmla="*/ 10 w 72"/>
                  <a:gd name="T95" fmla="*/ 38 h 78"/>
                  <a:gd name="T96" fmla="*/ 10 w 72"/>
                  <a:gd name="T97" fmla="*/ 27 h 78"/>
                  <a:gd name="T98" fmla="*/ 10 w 72"/>
                  <a:gd name="T99" fmla="*/ 2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72" h="78">
                    <a:moveTo>
                      <a:pt x="60" y="55"/>
                    </a:moveTo>
                    <a:cubicBezTo>
                      <a:pt x="64" y="53"/>
                      <a:pt x="68" y="50"/>
                      <a:pt x="72" y="48"/>
                    </a:cubicBezTo>
                    <a:cubicBezTo>
                      <a:pt x="60" y="2"/>
                      <a:pt x="60" y="2"/>
                      <a:pt x="60" y="2"/>
                    </a:cubicBezTo>
                    <a:cubicBezTo>
                      <a:pt x="60" y="21"/>
                      <a:pt x="60" y="21"/>
                      <a:pt x="60" y="21"/>
                    </a:cubicBezTo>
                    <a:cubicBezTo>
                      <a:pt x="62" y="26"/>
                      <a:pt x="62" y="26"/>
                      <a:pt x="62" y="26"/>
                    </a:cubicBezTo>
                    <a:cubicBezTo>
                      <a:pt x="60" y="26"/>
                      <a:pt x="60" y="26"/>
                      <a:pt x="60" y="26"/>
                    </a:cubicBezTo>
                    <a:cubicBezTo>
                      <a:pt x="60" y="32"/>
                      <a:pt x="60" y="32"/>
                      <a:pt x="60" y="32"/>
                    </a:cubicBezTo>
                    <a:cubicBezTo>
                      <a:pt x="63" y="31"/>
                      <a:pt x="63" y="31"/>
                      <a:pt x="63" y="31"/>
                    </a:cubicBezTo>
                    <a:cubicBezTo>
                      <a:pt x="64" y="37"/>
                      <a:pt x="64" y="37"/>
                      <a:pt x="64" y="37"/>
                    </a:cubicBezTo>
                    <a:cubicBezTo>
                      <a:pt x="60" y="39"/>
                      <a:pt x="60" y="39"/>
                      <a:pt x="60" y="39"/>
                    </a:cubicBezTo>
                    <a:cubicBezTo>
                      <a:pt x="60" y="44"/>
                      <a:pt x="60" y="44"/>
                      <a:pt x="60" y="44"/>
                    </a:cubicBezTo>
                    <a:cubicBezTo>
                      <a:pt x="66" y="43"/>
                      <a:pt x="66" y="43"/>
                      <a:pt x="66" y="43"/>
                    </a:cubicBezTo>
                    <a:cubicBezTo>
                      <a:pt x="67" y="49"/>
                      <a:pt x="67" y="49"/>
                      <a:pt x="67" y="49"/>
                    </a:cubicBezTo>
                    <a:cubicBezTo>
                      <a:pt x="60" y="51"/>
                      <a:pt x="60" y="51"/>
                      <a:pt x="60" y="51"/>
                    </a:cubicBezTo>
                    <a:cubicBezTo>
                      <a:pt x="60" y="50"/>
                      <a:pt x="60" y="50"/>
                      <a:pt x="60" y="50"/>
                    </a:cubicBezTo>
                    <a:lnTo>
                      <a:pt x="60" y="55"/>
                    </a:lnTo>
                    <a:close/>
                    <a:moveTo>
                      <a:pt x="55" y="53"/>
                    </a:moveTo>
                    <a:cubicBezTo>
                      <a:pt x="56" y="53"/>
                      <a:pt x="56" y="53"/>
                      <a:pt x="56" y="53"/>
                    </a:cubicBezTo>
                    <a:cubicBezTo>
                      <a:pt x="57" y="57"/>
                      <a:pt x="57" y="57"/>
                      <a:pt x="57" y="57"/>
                    </a:cubicBezTo>
                    <a:cubicBezTo>
                      <a:pt x="58" y="56"/>
                      <a:pt x="59" y="56"/>
                      <a:pt x="60" y="55"/>
                    </a:cubicBezTo>
                    <a:cubicBezTo>
                      <a:pt x="60" y="50"/>
                      <a:pt x="60" y="50"/>
                      <a:pt x="60" y="50"/>
                    </a:cubicBezTo>
                    <a:cubicBezTo>
                      <a:pt x="59" y="44"/>
                      <a:pt x="59" y="44"/>
                      <a:pt x="59" y="44"/>
                    </a:cubicBezTo>
                    <a:cubicBezTo>
                      <a:pt x="59" y="44"/>
                      <a:pt x="59" y="44"/>
                      <a:pt x="59" y="44"/>
                    </a:cubicBezTo>
                    <a:cubicBezTo>
                      <a:pt x="60" y="44"/>
                      <a:pt x="60" y="44"/>
                      <a:pt x="60" y="44"/>
                    </a:cubicBezTo>
                    <a:cubicBezTo>
                      <a:pt x="60" y="39"/>
                      <a:pt x="60" y="39"/>
                      <a:pt x="60" y="39"/>
                    </a:cubicBezTo>
                    <a:cubicBezTo>
                      <a:pt x="58" y="39"/>
                      <a:pt x="58" y="39"/>
                      <a:pt x="58" y="39"/>
                    </a:cubicBezTo>
                    <a:cubicBezTo>
                      <a:pt x="56" y="33"/>
                      <a:pt x="56" y="33"/>
                      <a:pt x="56" y="33"/>
                    </a:cubicBezTo>
                    <a:cubicBezTo>
                      <a:pt x="56" y="33"/>
                      <a:pt x="56" y="33"/>
                      <a:pt x="56" y="33"/>
                    </a:cubicBezTo>
                    <a:cubicBezTo>
                      <a:pt x="60" y="32"/>
                      <a:pt x="60" y="32"/>
                      <a:pt x="60" y="32"/>
                    </a:cubicBezTo>
                    <a:cubicBezTo>
                      <a:pt x="60" y="26"/>
                      <a:pt x="60" y="26"/>
                      <a:pt x="60" y="26"/>
                    </a:cubicBezTo>
                    <a:cubicBezTo>
                      <a:pt x="55" y="28"/>
                      <a:pt x="55" y="28"/>
                      <a:pt x="55" y="28"/>
                    </a:cubicBezTo>
                    <a:cubicBezTo>
                      <a:pt x="55" y="27"/>
                      <a:pt x="55" y="27"/>
                      <a:pt x="55" y="27"/>
                    </a:cubicBezTo>
                    <a:cubicBezTo>
                      <a:pt x="55" y="46"/>
                      <a:pt x="55" y="46"/>
                      <a:pt x="55" y="46"/>
                    </a:cubicBezTo>
                    <a:cubicBezTo>
                      <a:pt x="55" y="46"/>
                      <a:pt x="55" y="46"/>
                      <a:pt x="55" y="46"/>
                    </a:cubicBezTo>
                    <a:cubicBezTo>
                      <a:pt x="55" y="46"/>
                      <a:pt x="55" y="46"/>
                      <a:pt x="55" y="46"/>
                    </a:cubicBezTo>
                    <a:cubicBezTo>
                      <a:pt x="55" y="53"/>
                      <a:pt x="55" y="53"/>
                      <a:pt x="55" y="53"/>
                    </a:cubicBezTo>
                    <a:close/>
                    <a:moveTo>
                      <a:pt x="60" y="2"/>
                    </a:moveTo>
                    <a:cubicBezTo>
                      <a:pt x="60" y="0"/>
                      <a:pt x="60" y="0"/>
                      <a:pt x="60" y="0"/>
                    </a:cubicBezTo>
                    <a:cubicBezTo>
                      <a:pt x="55" y="1"/>
                      <a:pt x="55" y="1"/>
                      <a:pt x="55" y="1"/>
                    </a:cubicBezTo>
                    <a:cubicBezTo>
                      <a:pt x="56" y="3"/>
                      <a:pt x="56" y="3"/>
                      <a:pt x="56" y="3"/>
                    </a:cubicBezTo>
                    <a:cubicBezTo>
                      <a:pt x="55" y="4"/>
                      <a:pt x="55" y="4"/>
                      <a:pt x="55" y="4"/>
                    </a:cubicBezTo>
                    <a:cubicBezTo>
                      <a:pt x="55" y="9"/>
                      <a:pt x="55" y="9"/>
                      <a:pt x="55" y="9"/>
                    </a:cubicBezTo>
                    <a:cubicBezTo>
                      <a:pt x="57" y="8"/>
                      <a:pt x="57" y="8"/>
                      <a:pt x="57" y="8"/>
                    </a:cubicBezTo>
                    <a:cubicBezTo>
                      <a:pt x="59" y="15"/>
                      <a:pt x="59" y="15"/>
                      <a:pt x="59" y="15"/>
                    </a:cubicBezTo>
                    <a:cubicBezTo>
                      <a:pt x="55" y="16"/>
                      <a:pt x="55" y="16"/>
                      <a:pt x="55" y="16"/>
                    </a:cubicBezTo>
                    <a:cubicBezTo>
                      <a:pt x="55" y="21"/>
                      <a:pt x="55" y="21"/>
                      <a:pt x="55" y="21"/>
                    </a:cubicBezTo>
                    <a:cubicBezTo>
                      <a:pt x="60" y="20"/>
                      <a:pt x="60" y="20"/>
                      <a:pt x="60" y="20"/>
                    </a:cubicBezTo>
                    <a:cubicBezTo>
                      <a:pt x="60" y="21"/>
                      <a:pt x="60" y="21"/>
                      <a:pt x="60" y="21"/>
                    </a:cubicBezTo>
                    <a:lnTo>
                      <a:pt x="60" y="2"/>
                    </a:lnTo>
                    <a:close/>
                    <a:moveTo>
                      <a:pt x="22" y="76"/>
                    </a:moveTo>
                    <a:cubicBezTo>
                      <a:pt x="25" y="74"/>
                      <a:pt x="28" y="73"/>
                      <a:pt x="31" y="71"/>
                    </a:cubicBezTo>
                    <a:cubicBezTo>
                      <a:pt x="28" y="60"/>
                      <a:pt x="28" y="60"/>
                      <a:pt x="28" y="60"/>
                    </a:cubicBezTo>
                    <a:cubicBezTo>
                      <a:pt x="55" y="53"/>
                      <a:pt x="55" y="53"/>
                      <a:pt x="55" y="53"/>
                    </a:cubicBezTo>
                    <a:cubicBezTo>
                      <a:pt x="55" y="46"/>
                      <a:pt x="55" y="46"/>
                      <a:pt x="55" y="46"/>
                    </a:cubicBezTo>
                    <a:cubicBezTo>
                      <a:pt x="26" y="53"/>
                      <a:pt x="26" y="53"/>
                      <a:pt x="26" y="53"/>
                    </a:cubicBezTo>
                    <a:cubicBezTo>
                      <a:pt x="22" y="35"/>
                      <a:pt x="22" y="35"/>
                      <a:pt x="22" y="35"/>
                    </a:cubicBezTo>
                    <a:cubicBezTo>
                      <a:pt x="50" y="28"/>
                      <a:pt x="50" y="28"/>
                      <a:pt x="50" y="28"/>
                    </a:cubicBezTo>
                    <a:cubicBezTo>
                      <a:pt x="50" y="28"/>
                      <a:pt x="50" y="28"/>
                      <a:pt x="50" y="28"/>
                    </a:cubicBezTo>
                    <a:cubicBezTo>
                      <a:pt x="55" y="46"/>
                      <a:pt x="55" y="46"/>
                      <a:pt x="55" y="46"/>
                    </a:cubicBezTo>
                    <a:cubicBezTo>
                      <a:pt x="55" y="27"/>
                      <a:pt x="55" y="27"/>
                      <a:pt x="55" y="27"/>
                    </a:cubicBezTo>
                    <a:cubicBezTo>
                      <a:pt x="53" y="22"/>
                      <a:pt x="53" y="22"/>
                      <a:pt x="53" y="22"/>
                    </a:cubicBezTo>
                    <a:cubicBezTo>
                      <a:pt x="53" y="22"/>
                      <a:pt x="53" y="22"/>
                      <a:pt x="53" y="22"/>
                    </a:cubicBezTo>
                    <a:cubicBezTo>
                      <a:pt x="55" y="21"/>
                      <a:pt x="55" y="21"/>
                      <a:pt x="55" y="21"/>
                    </a:cubicBezTo>
                    <a:cubicBezTo>
                      <a:pt x="55" y="16"/>
                      <a:pt x="55" y="16"/>
                      <a:pt x="55" y="16"/>
                    </a:cubicBezTo>
                    <a:cubicBezTo>
                      <a:pt x="52" y="16"/>
                      <a:pt x="52" y="16"/>
                      <a:pt x="52" y="16"/>
                    </a:cubicBezTo>
                    <a:cubicBezTo>
                      <a:pt x="50" y="10"/>
                      <a:pt x="50" y="10"/>
                      <a:pt x="50" y="10"/>
                    </a:cubicBezTo>
                    <a:cubicBezTo>
                      <a:pt x="50" y="10"/>
                      <a:pt x="50" y="10"/>
                      <a:pt x="50" y="10"/>
                    </a:cubicBezTo>
                    <a:cubicBezTo>
                      <a:pt x="55" y="9"/>
                      <a:pt x="55" y="9"/>
                      <a:pt x="55" y="9"/>
                    </a:cubicBezTo>
                    <a:cubicBezTo>
                      <a:pt x="55" y="4"/>
                      <a:pt x="55" y="4"/>
                      <a:pt x="55" y="4"/>
                    </a:cubicBezTo>
                    <a:cubicBezTo>
                      <a:pt x="49" y="5"/>
                      <a:pt x="49" y="5"/>
                      <a:pt x="49" y="5"/>
                    </a:cubicBezTo>
                    <a:cubicBezTo>
                      <a:pt x="48" y="3"/>
                      <a:pt x="48" y="3"/>
                      <a:pt x="48" y="3"/>
                    </a:cubicBezTo>
                    <a:cubicBezTo>
                      <a:pt x="44" y="4"/>
                      <a:pt x="44" y="4"/>
                      <a:pt x="44" y="4"/>
                    </a:cubicBezTo>
                    <a:cubicBezTo>
                      <a:pt x="48" y="22"/>
                      <a:pt x="48" y="22"/>
                      <a:pt x="48" y="22"/>
                    </a:cubicBezTo>
                    <a:cubicBezTo>
                      <a:pt x="22" y="28"/>
                      <a:pt x="22" y="28"/>
                      <a:pt x="22" y="28"/>
                    </a:cubicBezTo>
                    <a:cubicBezTo>
                      <a:pt x="22" y="55"/>
                      <a:pt x="22" y="55"/>
                      <a:pt x="22" y="55"/>
                    </a:cubicBezTo>
                    <a:cubicBezTo>
                      <a:pt x="23" y="60"/>
                      <a:pt x="23" y="60"/>
                      <a:pt x="23" y="60"/>
                    </a:cubicBezTo>
                    <a:cubicBezTo>
                      <a:pt x="23" y="60"/>
                      <a:pt x="23" y="60"/>
                      <a:pt x="23" y="60"/>
                    </a:cubicBezTo>
                    <a:cubicBezTo>
                      <a:pt x="22" y="60"/>
                      <a:pt x="22" y="60"/>
                      <a:pt x="22" y="60"/>
                    </a:cubicBezTo>
                    <a:cubicBezTo>
                      <a:pt x="22" y="66"/>
                      <a:pt x="22" y="66"/>
                      <a:pt x="22" y="66"/>
                    </a:cubicBezTo>
                    <a:cubicBezTo>
                      <a:pt x="24" y="65"/>
                      <a:pt x="24" y="65"/>
                      <a:pt x="24" y="65"/>
                    </a:cubicBezTo>
                    <a:cubicBezTo>
                      <a:pt x="26" y="71"/>
                      <a:pt x="26" y="71"/>
                      <a:pt x="26" y="71"/>
                    </a:cubicBezTo>
                    <a:cubicBezTo>
                      <a:pt x="26" y="71"/>
                      <a:pt x="26" y="71"/>
                      <a:pt x="26" y="71"/>
                    </a:cubicBezTo>
                    <a:cubicBezTo>
                      <a:pt x="22" y="72"/>
                      <a:pt x="22" y="72"/>
                      <a:pt x="22" y="72"/>
                    </a:cubicBezTo>
                    <a:lnTo>
                      <a:pt x="22" y="76"/>
                    </a:lnTo>
                    <a:close/>
                    <a:moveTo>
                      <a:pt x="16" y="78"/>
                    </a:moveTo>
                    <a:cubicBezTo>
                      <a:pt x="18" y="77"/>
                      <a:pt x="20" y="76"/>
                      <a:pt x="22" y="76"/>
                    </a:cubicBezTo>
                    <a:cubicBezTo>
                      <a:pt x="22" y="72"/>
                      <a:pt x="22" y="72"/>
                      <a:pt x="22" y="72"/>
                    </a:cubicBezTo>
                    <a:cubicBezTo>
                      <a:pt x="19" y="73"/>
                      <a:pt x="19" y="73"/>
                      <a:pt x="19" y="73"/>
                    </a:cubicBezTo>
                    <a:cubicBezTo>
                      <a:pt x="17" y="67"/>
                      <a:pt x="17" y="67"/>
                      <a:pt x="17" y="67"/>
                    </a:cubicBezTo>
                    <a:cubicBezTo>
                      <a:pt x="22" y="66"/>
                      <a:pt x="22" y="66"/>
                      <a:pt x="22" y="66"/>
                    </a:cubicBezTo>
                    <a:cubicBezTo>
                      <a:pt x="22" y="60"/>
                      <a:pt x="22" y="60"/>
                      <a:pt x="22" y="60"/>
                    </a:cubicBezTo>
                    <a:cubicBezTo>
                      <a:pt x="16" y="62"/>
                      <a:pt x="16" y="62"/>
                      <a:pt x="16" y="62"/>
                    </a:cubicBezTo>
                    <a:cubicBezTo>
                      <a:pt x="16" y="61"/>
                      <a:pt x="16" y="61"/>
                      <a:pt x="16" y="61"/>
                    </a:cubicBezTo>
                    <a:cubicBezTo>
                      <a:pt x="16" y="78"/>
                      <a:pt x="16" y="78"/>
                      <a:pt x="16" y="78"/>
                    </a:cubicBezTo>
                    <a:close/>
                    <a:moveTo>
                      <a:pt x="22" y="28"/>
                    </a:moveTo>
                    <a:cubicBezTo>
                      <a:pt x="20" y="29"/>
                      <a:pt x="20" y="29"/>
                      <a:pt x="20" y="29"/>
                    </a:cubicBezTo>
                    <a:cubicBezTo>
                      <a:pt x="16" y="12"/>
                      <a:pt x="16" y="12"/>
                      <a:pt x="16" y="12"/>
                    </a:cubicBezTo>
                    <a:cubicBezTo>
                      <a:pt x="16" y="32"/>
                      <a:pt x="16" y="32"/>
                      <a:pt x="16" y="32"/>
                    </a:cubicBezTo>
                    <a:cubicBezTo>
                      <a:pt x="17" y="37"/>
                      <a:pt x="17" y="37"/>
                      <a:pt x="17" y="37"/>
                    </a:cubicBezTo>
                    <a:cubicBezTo>
                      <a:pt x="17" y="37"/>
                      <a:pt x="17" y="37"/>
                      <a:pt x="17" y="37"/>
                    </a:cubicBezTo>
                    <a:cubicBezTo>
                      <a:pt x="16" y="37"/>
                      <a:pt x="16" y="37"/>
                      <a:pt x="16" y="37"/>
                    </a:cubicBezTo>
                    <a:cubicBezTo>
                      <a:pt x="16" y="43"/>
                      <a:pt x="16" y="43"/>
                      <a:pt x="16" y="43"/>
                    </a:cubicBezTo>
                    <a:cubicBezTo>
                      <a:pt x="19" y="42"/>
                      <a:pt x="19" y="42"/>
                      <a:pt x="19" y="42"/>
                    </a:cubicBezTo>
                    <a:cubicBezTo>
                      <a:pt x="20" y="49"/>
                      <a:pt x="20" y="49"/>
                      <a:pt x="20" y="49"/>
                    </a:cubicBezTo>
                    <a:cubicBezTo>
                      <a:pt x="20" y="49"/>
                      <a:pt x="20" y="49"/>
                      <a:pt x="20" y="49"/>
                    </a:cubicBezTo>
                    <a:cubicBezTo>
                      <a:pt x="16" y="50"/>
                      <a:pt x="16" y="50"/>
                      <a:pt x="16" y="50"/>
                    </a:cubicBezTo>
                    <a:cubicBezTo>
                      <a:pt x="16" y="55"/>
                      <a:pt x="16" y="55"/>
                      <a:pt x="16" y="55"/>
                    </a:cubicBezTo>
                    <a:cubicBezTo>
                      <a:pt x="22" y="54"/>
                      <a:pt x="22" y="54"/>
                      <a:pt x="22" y="54"/>
                    </a:cubicBezTo>
                    <a:cubicBezTo>
                      <a:pt x="22" y="55"/>
                      <a:pt x="22" y="55"/>
                      <a:pt x="22" y="55"/>
                    </a:cubicBezTo>
                    <a:lnTo>
                      <a:pt x="22" y="28"/>
                    </a:lnTo>
                    <a:close/>
                    <a:moveTo>
                      <a:pt x="11" y="12"/>
                    </a:moveTo>
                    <a:cubicBezTo>
                      <a:pt x="12" y="14"/>
                      <a:pt x="12" y="14"/>
                      <a:pt x="12" y="14"/>
                    </a:cubicBezTo>
                    <a:cubicBezTo>
                      <a:pt x="10" y="15"/>
                      <a:pt x="10" y="15"/>
                      <a:pt x="10" y="15"/>
                    </a:cubicBezTo>
                    <a:cubicBezTo>
                      <a:pt x="10" y="20"/>
                      <a:pt x="10" y="20"/>
                      <a:pt x="10" y="20"/>
                    </a:cubicBezTo>
                    <a:cubicBezTo>
                      <a:pt x="13" y="19"/>
                      <a:pt x="13" y="19"/>
                      <a:pt x="13" y="19"/>
                    </a:cubicBezTo>
                    <a:cubicBezTo>
                      <a:pt x="14" y="26"/>
                      <a:pt x="14" y="26"/>
                      <a:pt x="14" y="26"/>
                    </a:cubicBezTo>
                    <a:cubicBezTo>
                      <a:pt x="14" y="26"/>
                      <a:pt x="14" y="26"/>
                      <a:pt x="14" y="26"/>
                    </a:cubicBezTo>
                    <a:cubicBezTo>
                      <a:pt x="10" y="27"/>
                      <a:pt x="10" y="27"/>
                      <a:pt x="10" y="27"/>
                    </a:cubicBezTo>
                    <a:cubicBezTo>
                      <a:pt x="10" y="32"/>
                      <a:pt x="10" y="32"/>
                      <a:pt x="10" y="32"/>
                    </a:cubicBezTo>
                    <a:cubicBezTo>
                      <a:pt x="16" y="31"/>
                      <a:pt x="16" y="31"/>
                      <a:pt x="16" y="31"/>
                    </a:cubicBezTo>
                    <a:cubicBezTo>
                      <a:pt x="16" y="32"/>
                      <a:pt x="16" y="32"/>
                      <a:pt x="16" y="32"/>
                    </a:cubicBezTo>
                    <a:cubicBezTo>
                      <a:pt x="16" y="12"/>
                      <a:pt x="16" y="12"/>
                      <a:pt x="16" y="12"/>
                    </a:cubicBezTo>
                    <a:cubicBezTo>
                      <a:pt x="16" y="11"/>
                      <a:pt x="16" y="11"/>
                      <a:pt x="16" y="11"/>
                    </a:cubicBezTo>
                    <a:cubicBezTo>
                      <a:pt x="11" y="12"/>
                      <a:pt x="11" y="12"/>
                      <a:pt x="11" y="12"/>
                    </a:cubicBezTo>
                    <a:close/>
                    <a:moveTo>
                      <a:pt x="10" y="56"/>
                    </a:moveTo>
                    <a:cubicBezTo>
                      <a:pt x="16" y="78"/>
                      <a:pt x="16" y="78"/>
                      <a:pt x="16" y="78"/>
                    </a:cubicBezTo>
                    <a:cubicBezTo>
                      <a:pt x="16" y="78"/>
                      <a:pt x="16" y="78"/>
                      <a:pt x="16" y="78"/>
                    </a:cubicBezTo>
                    <a:cubicBezTo>
                      <a:pt x="16" y="61"/>
                      <a:pt x="16" y="61"/>
                      <a:pt x="16" y="61"/>
                    </a:cubicBezTo>
                    <a:cubicBezTo>
                      <a:pt x="15" y="55"/>
                      <a:pt x="15" y="55"/>
                      <a:pt x="15" y="55"/>
                    </a:cubicBezTo>
                    <a:cubicBezTo>
                      <a:pt x="16" y="55"/>
                      <a:pt x="16" y="55"/>
                      <a:pt x="16" y="55"/>
                    </a:cubicBezTo>
                    <a:cubicBezTo>
                      <a:pt x="16" y="50"/>
                      <a:pt x="16" y="50"/>
                      <a:pt x="16" y="50"/>
                    </a:cubicBezTo>
                    <a:cubicBezTo>
                      <a:pt x="13" y="50"/>
                      <a:pt x="13" y="50"/>
                      <a:pt x="13" y="50"/>
                    </a:cubicBezTo>
                    <a:cubicBezTo>
                      <a:pt x="12" y="44"/>
                      <a:pt x="12" y="44"/>
                      <a:pt x="12" y="44"/>
                    </a:cubicBezTo>
                    <a:cubicBezTo>
                      <a:pt x="16" y="43"/>
                      <a:pt x="16" y="43"/>
                      <a:pt x="16" y="43"/>
                    </a:cubicBezTo>
                    <a:cubicBezTo>
                      <a:pt x="16" y="37"/>
                      <a:pt x="16" y="37"/>
                      <a:pt x="16" y="37"/>
                    </a:cubicBezTo>
                    <a:cubicBezTo>
                      <a:pt x="10" y="39"/>
                      <a:pt x="10" y="39"/>
                      <a:pt x="10" y="39"/>
                    </a:cubicBezTo>
                    <a:cubicBezTo>
                      <a:pt x="10" y="38"/>
                      <a:pt x="10" y="38"/>
                      <a:pt x="10" y="38"/>
                    </a:cubicBezTo>
                    <a:lnTo>
                      <a:pt x="10" y="56"/>
                    </a:lnTo>
                    <a:close/>
                    <a:moveTo>
                      <a:pt x="10" y="15"/>
                    </a:moveTo>
                    <a:cubicBezTo>
                      <a:pt x="5" y="16"/>
                      <a:pt x="5" y="16"/>
                      <a:pt x="5" y="16"/>
                    </a:cubicBezTo>
                    <a:cubicBezTo>
                      <a:pt x="4" y="14"/>
                      <a:pt x="4" y="14"/>
                      <a:pt x="4" y="14"/>
                    </a:cubicBezTo>
                    <a:cubicBezTo>
                      <a:pt x="0" y="15"/>
                      <a:pt x="0" y="15"/>
                      <a:pt x="0" y="15"/>
                    </a:cubicBezTo>
                    <a:cubicBezTo>
                      <a:pt x="10" y="56"/>
                      <a:pt x="10" y="56"/>
                      <a:pt x="10" y="56"/>
                    </a:cubicBezTo>
                    <a:cubicBezTo>
                      <a:pt x="10" y="38"/>
                      <a:pt x="10" y="38"/>
                      <a:pt x="10" y="38"/>
                    </a:cubicBezTo>
                    <a:cubicBezTo>
                      <a:pt x="9" y="33"/>
                      <a:pt x="9" y="33"/>
                      <a:pt x="9" y="33"/>
                    </a:cubicBezTo>
                    <a:cubicBezTo>
                      <a:pt x="10" y="32"/>
                      <a:pt x="10" y="32"/>
                      <a:pt x="10" y="32"/>
                    </a:cubicBezTo>
                    <a:cubicBezTo>
                      <a:pt x="10" y="27"/>
                      <a:pt x="10" y="27"/>
                      <a:pt x="10" y="27"/>
                    </a:cubicBezTo>
                    <a:cubicBezTo>
                      <a:pt x="8" y="27"/>
                      <a:pt x="8" y="27"/>
                      <a:pt x="8" y="27"/>
                    </a:cubicBezTo>
                    <a:cubicBezTo>
                      <a:pt x="6" y="21"/>
                      <a:pt x="6" y="21"/>
                      <a:pt x="6" y="21"/>
                    </a:cubicBezTo>
                    <a:cubicBezTo>
                      <a:pt x="10" y="20"/>
                      <a:pt x="10" y="20"/>
                      <a:pt x="10" y="20"/>
                    </a:cubicBezTo>
                    <a:lnTo>
                      <a:pt x="10" y="15"/>
                    </a:lnTo>
                    <a:close/>
                  </a:path>
                </a:pathLst>
              </a:custGeom>
              <a:solidFill>
                <a:srgbClr val="49719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8" name="Freeform 482"/>
              <p:cNvSpPr>
                <a:spLocks/>
              </p:cNvSpPr>
              <p:nvPr/>
            </p:nvSpPr>
            <p:spPr bwMode="auto">
              <a:xfrm>
                <a:off x="4397674" y="3767441"/>
                <a:ext cx="283070" cy="207095"/>
              </a:xfrm>
              <a:custGeom>
                <a:avLst/>
                <a:gdLst>
                  <a:gd name="T0" fmla="*/ 16 w 64"/>
                  <a:gd name="T1" fmla="*/ 46 h 47"/>
                  <a:gd name="T2" fmla="*/ 16 w 64"/>
                  <a:gd name="T3" fmla="*/ 16 h 47"/>
                  <a:gd name="T4" fmla="*/ 56 w 64"/>
                  <a:gd name="T5" fmla="*/ 16 h 47"/>
                  <a:gd name="T6" fmla="*/ 56 w 64"/>
                  <a:gd name="T7" fmla="*/ 45 h 47"/>
                  <a:gd name="T8" fmla="*/ 51 w 64"/>
                  <a:gd name="T9" fmla="*/ 44 h 47"/>
                  <a:gd name="T10" fmla="*/ 43 w 64"/>
                  <a:gd name="T11" fmla="*/ 47 h 47"/>
                  <a:gd name="T12" fmla="*/ 64 w 64"/>
                  <a:gd name="T13" fmla="*/ 46 h 47"/>
                  <a:gd name="T14" fmla="*/ 64 w 64"/>
                  <a:gd name="T15" fmla="*/ 16 h 47"/>
                  <a:gd name="T16" fmla="*/ 64 w 64"/>
                  <a:gd name="T17" fmla="*/ 0 h 47"/>
                  <a:gd name="T18" fmla="*/ 56 w 64"/>
                  <a:gd name="T19" fmla="*/ 0 h 47"/>
                  <a:gd name="T20" fmla="*/ 16 w 64"/>
                  <a:gd name="T21" fmla="*/ 0 h 47"/>
                  <a:gd name="T22" fmla="*/ 8 w 64"/>
                  <a:gd name="T23" fmla="*/ 0 h 47"/>
                  <a:gd name="T24" fmla="*/ 8 w 64"/>
                  <a:gd name="T25" fmla="*/ 16 h 47"/>
                  <a:gd name="T26" fmla="*/ 8 w 64"/>
                  <a:gd name="T27" fmla="*/ 45 h 47"/>
                  <a:gd name="T28" fmla="*/ 3 w 64"/>
                  <a:gd name="T29" fmla="*/ 44 h 47"/>
                  <a:gd name="T30" fmla="*/ 0 w 64"/>
                  <a:gd name="T31" fmla="*/ 44 h 47"/>
                  <a:gd name="T32" fmla="*/ 16 w 64"/>
                  <a:gd name="T33" fmla="*/ 4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4" h="47">
                    <a:moveTo>
                      <a:pt x="16" y="46"/>
                    </a:moveTo>
                    <a:cubicBezTo>
                      <a:pt x="16" y="16"/>
                      <a:pt x="16" y="16"/>
                      <a:pt x="16" y="16"/>
                    </a:cubicBezTo>
                    <a:cubicBezTo>
                      <a:pt x="56" y="16"/>
                      <a:pt x="56" y="16"/>
                      <a:pt x="56" y="16"/>
                    </a:cubicBezTo>
                    <a:cubicBezTo>
                      <a:pt x="56" y="45"/>
                      <a:pt x="56" y="45"/>
                      <a:pt x="56" y="45"/>
                    </a:cubicBezTo>
                    <a:cubicBezTo>
                      <a:pt x="54" y="44"/>
                      <a:pt x="53" y="44"/>
                      <a:pt x="51" y="44"/>
                    </a:cubicBezTo>
                    <a:cubicBezTo>
                      <a:pt x="48" y="44"/>
                      <a:pt x="45" y="45"/>
                      <a:pt x="43" y="47"/>
                    </a:cubicBezTo>
                    <a:cubicBezTo>
                      <a:pt x="50" y="47"/>
                      <a:pt x="57" y="47"/>
                      <a:pt x="64" y="46"/>
                    </a:cubicBezTo>
                    <a:cubicBezTo>
                      <a:pt x="64" y="16"/>
                      <a:pt x="64" y="16"/>
                      <a:pt x="64" y="16"/>
                    </a:cubicBezTo>
                    <a:cubicBezTo>
                      <a:pt x="64" y="0"/>
                      <a:pt x="64" y="0"/>
                      <a:pt x="64" y="0"/>
                    </a:cubicBezTo>
                    <a:cubicBezTo>
                      <a:pt x="56" y="0"/>
                      <a:pt x="56" y="0"/>
                      <a:pt x="56" y="0"/>
                    </a:cubicBezTo>
                    <a:cubicBezTo>
                      <a:pt x="16" y="0"/>
                      <a:pt x="16" y="0"/>
                      <a:pt x="16" y="0"/>
                    </a:cubicBezTo>
                    <a:cubicBezTo>
                      <a:pt x="8" y="0"/>
                      <a:pt x="8" y="0"/>
                      <a:pt x="8" y="0"/>
                    </a:cubicBezTo>
                    <a:cubicBezTo>
                      <a:pt x="8" y="16"/>
                      <a:pt x="8" y="16"/>
                      <a:pt x="8" y="16"/>
                    </a:cubicBezTo>
                    <a:cubicBezTo>
                      <a:pt x="8" y="45"/>
                      <a:pt x="8" y="45"/>
                      <a:pt x="8" y="45"/>
                    </a:cubicBezTo>
                    <a:cubicBezTo>
                      <a:pt x="6" y="44"/>
                      <a:pt x="5" y="44"/>
                      <a:pt x="3" y="44"/>
                    </a:cubicBezTo>
                    <a:cubicBezTo>
                      <a:pt x="2" y="44"/>
                      <a:pt x="1" y="44"/>
                      <a:pt x="0" y="44"/>
                    </a:cubicBezTo>
                    <a:cubicBezTo>
                      <a:pt x="5" y="45"/>
                      <a:pt x="10" y="46"/>
                      <a:pt x="16" y="46"/>
                    </a:cubicBezTo>
                    <a:close/>
                  </a:path>
                </a:pathLst>
              </a:custGeom>
              <a:solidFill>
                <a:srgbClr val="49719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9" name="Freeform 483"/>
              <p:cNvSpPr>
                <a:spLocks/>
              </p:cNvSpPr>
              <p:nvPr/>
            </p:nvSpPr>
            <p:spPr bwMode="auto">
              <a:xfrm>
                <a:off x="5333889" y="1660957"/>
                <a:ext cx="273267" cy="159304"/>
              </a:xfrm>
              <a:custGeom>
                <a:avLst/>
                <a:gdLst>
                  <a:gd name="T0" fmla="*/ 35 w 62"/>
                  <a:gd name="T1" fmla="*/ 0 h 36"/>
                  <a:gd name="T2" fmla="*/ 35 w 62"/>
                  <a:gd name="T3" fmla="*/ 6 h 36"/>
                  <a:gd name="T4" fmla="*/ 0 w 62"/>
                  <a:gd name="T5" fmla="*/ 36 h 36"/>
                  <a:gd name="T6" fmla="*/ 35 w 62"/>
                  <a:gd name="T7" fmla="*/ 29 h 36"/>
                  <a:gd name="T8" fmla="*/ 35 w 62"/>
                  <a:gd name="T9" fmla="*/ 36 h 36"/>
                  <a:gd name="T10" fmla="*/ 62 w 62"/>
                  <a:gd name="T11" fmla="*/ 18 h 36"/>
                  <a:gd name="T12" fmla="*/ 35 w 62"/>
                  <a:gd name="T13" fmla="*/ 0 h 36"/>
                </a:gdLst>
                <a:ahLst/>
                <a:cxnLst>
                  <a:cxn ang="0">
                    <a:pos x="T0" y="T1"/>
                  </a:cxn>
                  <a:cxn ang="0">
                    <a:pos x="T2" y="T3"/>
                  </a:cxn>
                  <a:cxn ang="0">
                    <a:pos x="T4" y="T5"/>
                  </a:cxn>
                  <a:cxn ang="0">
                    <a:pos x="T6" y="T7"/>
                  </a:cxn>
                  <a:cxn ang="0">
                    <a:pos x="T8" y="T9"/>
                  </a:cxn>
                  <a:cxn ang="0">
                    <a:pos x="T10" y="T11"/>
                  </a:cxn>
                  <a:cxn ang="0">
                    <a:pos x="T12" y="T13"/>
                  </a:cxn>
                </a:cxnLst>
                <a:rect l="0" t="0" r="r" b="b"/>
                <a:pathLst>
                  <a:path w="62" h="36">
                    <a:moveTo>
                      <a:pt x="35" y="0"/>
                    </a:moveTo>
                    <a:cubicBezTo>
                      <a:pt x="35" y="6"/>
                      <a:pt x="35" y="6"/>
                      <a:pt x="35" y="6"/>
                    </a:cubicBezTo>
                    <a:cubicBezTo>
                      <a:pt x="4" y="6"/>
                      <a:pt x="0" y="36"/>
                      <a:pt x="0" y="36"/>
                    </a:cubicBezTo>
                    <a:cubicBezTo>
                      <a:pt x="0" y="36"/>
                      <a:pt x="10" y="29"/>
                      <a:pt x="35" y="29"/>
                    </a:cubicBezTo>
                    <a:cubicBezTo>
                      <a:pt x="35" y="36"/>
                      <a:pt x="35" y="36"/>
                      <a:pt x="35" y="36"/>
                    </a:cubicBezTo>
                    <a:cubicBezTo>
                      <a:pt x="62" y="18"/>
                      <a:pt x="62" y="18"/>
                      <a:pt x="62" y="18"/>
                    </a:cubicBezTo>
                    <a:lnTo>
                      <a:pt x="35" y="0"/>
                    </a:lnTo>
                    <a:close/>
                  </a:path>
                </a:pathLst>
              </a:custGeom>
              <a:solidFill>
                <a:srgbClr val="49719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0" name="Freeform 484"/>
              <p:cNvSpPr>
                <a:spLocks/>
              </p:cNvSpPr>
              <p:nvPr/>
            </p:nvSpPr>
            <p:spPr bwMode="auto">
              <a:xfrm>
                <a:off x="5306930" y="1801879"/>
                <a:ext cx="269591" cy="159304"/>
              </a:xfrm>
              <a:custGeom>
                <a:avLst/>
                <a:gdLst>
                  <a:gd name="T0" fmla="*/ 27 w 61"/>
                  <a:gd name="T1" fmla="*/ 36 h 36"/>
                  <a:gd name="T2" fmla="*/ 27 w 61"/>
                  <a:gd name="T3" fmla="*/ 30 h 36"/>
                  <a:gd name="T4" fmla="*/ 61 w 61"/>
                  <a:gd name="T5" fmla="*/ 0 h 36"/>
                  <a:gd name="T6" fmla="*/ 27 w 61"/>
                  <a:gd name="T7" fmla="*/ 7 h 36"/>
                  <a:gd name="T8" fmla="*/ 27 w 61"/>
                  <a:gd name="T9" fmla="*/ 1 h 36"/>
                  <a:gd name="T10" fmla="*/ 0 w 61"/>
                  <a:gd name="T11" fmla="*/ 19 h 36"/>
                  <a:gd name="T12" fmla="*/ 27 w 6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61" h="36">
                    <a:moveTo>
                      <a:pt x="27" y="36"/>
                    </a:moveTo>
                    <a:cubicBezTo>
                      <a:pt x="27" y="30"/>
                      <a:pt x="27" y="30"/>
                      <a:pt x="27" y="30"/>
                    </a:cubicBezTo>
                    <a:cubicBezTo>
                      <a:pt x="58" y="30"/>
                      <a:pt x="61" y="0"/>
                      <a:pt x="61" y="0"/>
                    </a:cubicBezTo>
                    <a:cubicBezTo>
                      <a:pt x="61" y="0"/>
                      <a:pt x="52" y="7"/>
                      <a:pt x="27" y="7"/>
                    </a:cubicBezTo>
                    <a:cubicBezTo>
                      <a:pt x="27" y="1"/>
                      <a:pt x="27" y="1"/>
                      <a:pt x="27" y="1"/>
                    </a:cubicBezTo>
                    <a:cubicBezTo>
                      <a:pt x="0" y="19"/>
                      <a:pt x="0" y="19"/>
                      <a:pt x="0" y="19"/>
                    </a:cubicBezTo>
                    <a:lnTo>
                      <a:pt x="27" y="36"/>
                    </a:lnTo>
                    <a:close/>
                  </a:path>
                </a:pathLst>
              </a:custGeom>
              <a:solidFill>
                <a:srgbClr val="49719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1" name="Freeform 485"/>
              <p:cNvSpPr>
                <a:spLocks/>
              </p:cNvSpPr>
              <p:nvPr/>
            </p:nvSpPr>
            <p:spPr bwMode="auto">
              <a:xfrm>
                <a:off x="5885324" y="2977050"/>
                <a:ext cx="4902" cy="8578"/>
              </a:xfrm>
              <a:custGeom>
                <a:avLst/>
                <a:gdLst>
                  <a:gd name="T0" fmla="*/ 0 w 1"/>
                  <a:gd name="T1" fmla="*/ 0 h 2"/>
                  <a:gd name="T2" fmla="*/ 1 w 1"/>
                  <a:gd name="T3" fmla="*/ 2 h 2"/>
                  <a:gd name="T4" fmla="*/ 1 w 1"/>
                  <a:gd name="T5" fmla="*/ 0 h 2"/>
                  <a:gd name="T6" fmla="*/ 0 w 1"/>
                  <a:gd name="T7" fmla="*/ 0 h 2"/>
                </a:gdLst>
                <a:ahLst/>
                <a:cxnLst>
                  <a:cxn ang="0">
                    <a:pos x="T0" y="T1"/>
                  </a:cxn>
                  <a:cxn ang="0">
                    <a:pos x="T2" y="T3"/>
                  </a:cxn>
                  <a:cxn ang="0">
                    <a:pos x="T4" y="T5"/>
                  </a:cxn>
                  <a:cxn ang="0">
                    <a:pos x="T6" y="T7"/>
                  </a:cxn>
                </a:cxnLst>
                <a:rect l="0" t="0" r="r" b="b"/>
                <a:pathLst>
                  <a:path w="1" h="2">
                    <a:moveTo>
                      <a:pt x="0" y="0"/>
                    </a:moveTo>
                    <a:cubicBezTo>
                      <a:pt x="0" y="1"/>
                      <a:pt x="1" y="2"/>
                      <a:pt x="1" y="2"/>
                    </a:cubicBezTo>
                    <a:cubicBezTo>
                      <a:pt x="1" y="2"/>
                      <a:pt x="1" y="1"/>
                      <a:pt x="1" y="0"/>
                    </a:cubicBezTo>
                    <a:lnTo>
                      <a:pt x="0" y="0"/>
                    </a:lnTo>
                    <a:close/>
                  </a:path>
                </a:pathLst>
              </a:custGeom>
              <a:solidFill>
                <a:srgbClr val="49719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2" name="Freeform 486"/>
              <p:cNvSpPr>
                <a:spLocks/>
              </p:cNvSpPr>
              <p:nvPr/>
            </p:nvSpPr>
            <p:spPr bwMode="auto">
              <a:xfrm>
                <a:off x="5885324" y="2880242"/>
                <a:ext cx="26959" cy="79652"/>
              </a:xfrm>
              <a:custGeom>
                <a:avLst/>
                <a:gdLst>
                  <a:gd name="T0" fmla="*/ 6 w 6"/>
                  <a:gd name="T1" fmla="*/ 0 h 18"/>
                  <a:gd name="T2" fmla="*/ 0 w 6"/>
                  <a:gd name="T3" fmla="*/ 18 h 18"/>
                  <a:gd name="T4" fmla="*/ 2 w 6"/>
                  <a:gd name="T5" fmla="*/ 18 h 18"/>
                  <a:gd name="T6" fmla="*/ 6 w 6"/>
                  <a:gd name="T7" fmla="*/ 1 h 18"/>
                  <a:gd name="T8" fmla="*/ 6 w 6"/>
                  <a:gd name="T9" fmla="*/ 0 h 18"/>
                </a:gdLst>
                <a:ahLst/>
                <a:cxnLst>
                  <a:cxn ang="0">
                    <a:pos x="T0" y="T1"/>
                  </a:cxn>
                  <a:cxn ang="0">
                    <a:pos x="T2" y="T3"/>
                  </a:cxn>
                  <a:cxn ang="0">
                    <a:pos x="T4" y="T5"/>
                  </a:cxn>
                  <a:cxn ang="0">
                    <a:pos x="T6" y="T7"/>
                  </a:cxn>
                  <a:cxn ang="0">
                    <a:pos x="T8" y="T9"/>
                  </a:cxn>
                </a:cxnLst>
                <a:rect l="0" t="0" r="r" b="b"/>
                <a:pathLst>
                  <a:path w="6" h="18">
                    <a:moveTo>
                      <a:pt x="6" y="0"/>
                    </a:moveTo>
                    <a:cubicBezTo>
                      <a:pt x="3" y="5"/>
                      <a:pt x="1" y="11"/>
                      <a:pt x="0" y="18"/>
                    </a:cubicBezTo>
                    <a:cubicBezTo>
                      <a:pt x="2" y="18"/>
                      <a:pt x="2" y="18"/>
                      <a:pt x="2" y="18"/>
                    </a:cubicBezTo>
                    <a:cubicBezTo>
                      <a:pt x="4" y="12"/>
                      <a:pt x="5" y="7"/>
                      <a:pt x="6" y="1"/>
                    </a:cubicBezTo>
                    <a:cubicBezTo>
                      <a:pt x="6" y="1"/>
                      <a:pt x="6" y="0"/>
                      <a:pt x="6" y="0"/>
                    </a:cubicBezTo>
                    <a:close/>
                  </a:path>
                </a:pathLst>
              </a:custGeom>
              <a:solidFill>
                <a:srgbClr val="49719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3" name="Freeform 487"/>
              <p:cNvSpPr>
                <a:spLocks/>
              </p:cNvSpPr>
              <p:nvPr/>
            </p:nvSpPr>
            <p:spPr bwMode="auto">
              <a:xfrm>
                <a:off x="5841210" y="2848382"/>
                <a:ext cx="53918" cy="111513"/>
              </a:xfrm>
              <a:custGeom>
                <a:avLst/>
                <a:gdLst>
                  <a:gd name="T0" fmla="*/ 0 w 12"/>
                  <a:gd name="T1" fmla="*/ 0 h 25"/>
                  <a:gd name="T2" fmla="*/ 0 w 12"/>
                  <a:gd name="T3" fmla="*/ 25 h 25"/>
                  <a:gd name="T4" fmla="*/ 6 w 12"/>
                  <a:gd name="T5" fmla="*/ 25 h 25"/>
                  <a:gd name="T6" fmla="*/ 12 w 12"/>
                  <a:gd name="T7" fmla="*/ 4 h 25"/>
                  <a:gd name="T8" fmla="*/ 0 w 12"/>
                  <a:gd name="T9" fmla="*/ 0 h 25"/>
                </a:gdLst>
                <a:ahLst/>
                <a:cxnLst>
                  <a:cxn ang="0">
                    <a:pos x="T0" y="T1"/>
                  </a:cxn>
                  <a:cxn ang="0">
                    <a:pos x="T2" y="T3"/>
                  </a:cxn>
                  <a:cxn ang="0">
                    <a:pos x="T4" y="T5"/>
                  </a:cxn>
                  <a:cxn ang="0">
                    <a:pos x="T6" y="T7"/>
                  </a:cxn>
                  <a:cxn ang="0">
                    <a:pos x="T8" y="T9"/>
                  </a:cxn>
                </a:cxnLst>
                <a:rect l="0" t="0" r="r" b="b"/>
                <a:pathLst>
                  <a:path w="12" h="25">
                    <a:moveTo>
                      <a:pt x="0" y="0"/>
                    </a:moveTo>
                    <a:cubicBezTo>
                      <a:pt x="0" y="25"/>
                      <a:pt x="0" y="25"/>
                      <a:pt x="0" y="25"/>
                    </a:cubicBezTo>
                    <a:cubicBezTo>
                      <a:pt x="6" y="25"/>
                      <a:pt x="6" y="25"/>
                      <a:pt x="6" y="25"/>
                    </a:cubicBezTo>
                    <a:cubicBezTo>
                      <a:pt x="6" y="17"/>
                      <a:pt x="9" y="10"/>
                      <a:pt x="12" y="4"/>
                    </a:cubicBezTo>
                    <a:cubicBezTo>
                      <a:pt x="9" y="2"/>
                      <a:pt x="4" y="1"/>
                      <a:pt x="0" y="0"/>
                    </a:cubicBezTo>
                    <a:close/>
                  </a:path>
                </a:pathLst>
              </a:custGeom>
              <a:solidFill>
                <a:srgbClr val="49719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4" name="Freeform 488"/>
              <p:cNvSpPr>
                <a:spLocks/>
              </p:cNvSpPr>
              <p:nvPr/>
            </p:nvSpPr>
            <p:spPr bwMode="auto">
              <a:xfrm>
                <a:off x="5766459" y="2977050"/>
                <a:ext cx="52693" cy="110287"/>
              </a:xfrm>
              <a:custGeom>
                <a:avLst/>
                <a:gdLst>
                  <a:gd name="T0" fmla="*/ 12 w 12"/>
                  <a:gd name="T1" fmla="*/ 25 h 25"/>
                  <a:gd name="T2" fmla="*/ 12 w 12"/>
                  <a:gd name="T3" fmla="*/ 0 h 25"/>
                  <a:gd name="T4" fmla="*/ 6 w 12"/>
                  <a:gd name="T5" fmla="*/ 0 h 25"/>
                  <a:gd name="T6" fmla="*/ 0 w 12"/>
                  <a:gd name="T7" fmla="*/ 21 h 25"/>
                  <a:gd name="T8" fmla="*/ 12 w 12"/>
                  <a:gd name="T9" fmla="*/ 25 h 25"/>
                </a:gdLst>
                <a:ahLst/>
                <a:cxnLst>
                  <a:cxn ang="0">
                    <a:pos x="T0" y="T1"/>
                  </a:cxn>
                  <a:cxn ang="0">
                    <a:pos x="T2" y="T3"/>
                  </a:cxn>
                  <a:cxn ang="0">
                    <a:pos x="T4" y="T5"/>
                  </a:cxn>
                  <a:cxn ang="0">
                    <a:pos x="T6" y="T7"/>
                  </a:cxn>
                  <a:cxn ang="0">
                    <a:pos x="T8" y="T9"/>
                  </a:cxn>
                </a:cxnLst>
                <a:rect l="0" t="0" r="r" b="b"/>
                <a:pathLst>
                  <a:path w="12" h="25">
                    <a:moveTo>
                      <a:pt x="12" y="25"/>
                    </a:moveTo>
                    <a:cubicBezTo>
                      <a:pt x="12" y="0"/>
                      <a:pt x="12" y="0"/>
                      <a:pt x="12" y="0"/>
                    </a:cubicBezTo>
                    <a:cubicBezTo>
                      <a:pt x="6" y="0"/>
                      <a:pt x="6" y="0"/>
                      <a:pt x="6" y="0"/>
                    </a:cubicBezTo>
                    <a:cubicBezTo>
                      <a:pt x="6" y="9"/>
                      <a:pt x="3" y="16"/>
                      <a:pt x="0" y="21"/>
                    </a:cubicBezTo>
                    <a:cubicBezTo>
                      <a:pt x="3" y="23"/>
                      <a:pt x="8" y="25"/>
                      <a:pt x="12" y="25"/>
                    </a:cubicBezTo>
                    <a:close/>
                  </a:path>
                </a:pathLst>
              </a:custGeom>
              <a:solidFill>
                <a:srgbClr val="49719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5" name="Freeform 489"/>
              <p:cNvSpPr>
                <a:spLocks/>
              </p:cNvSpPr>
              <p:nvPr/>
            </p:nvSpPr>
            <p:spPr bwMode="auto">
              <a:xfrm>
                <a:off x="5766459" y="2848382"/>
                <a:ext cx="52693" cy="111513"/>
              </a:xfrm>
              <a:custGeom>
                <a:avLst/>
                <a:gdLst>
                  <a:gd name="T0" fmla="*/ 6 w 12"/>
                  <a:gd name="T1" fmla="*/ 25 h 25"/>
                  <a:gd name="T2" fmla="*/ 12 w 12"/>
                  <a:gd name="T3" fmla="*/ 25 h 25"/>
                  <a:gd name="T4" fmla="*/ 12 w 12"/>
                  <a:gd name="T5" fmla="*/ 0 h 25"/>
                  <a:gd name="T6" fmla="*/ 0 w 12"/>
                  <a:gd name="T7" fmla="*/ 5 h 25"/>
                  <a:gd name="T8" fmla="*/ 6 w 12"/>
                  <a:gd name="T9" fmla="*/ 25 h 25"/>
                </a:gdLst>
                <a:ahLst/>
                <a:cxnLst>
                  <a:cxn ang="0">
                    <a:pos x="T0" y="T1"/>
                  </a:cxn>
                  <a:cxn ang="0">
                    <a:pos x="T2" y="T3"/>
                  </a:cxn>
                  <a:cxn ang="0">
                    <a:pos x="T4" y="T5"/>
                  </a:cxn>
                  <a:cxn ang="0">
                    <a:pos x="T6" y="T7"/>
                  </a:cxn>
                  <a:cxn ang="0">
                    <a:pos x="T8" y="T9"/>
                  </a:cxn>
                </a:cxnLst>
                <a:rect l="0" t="0" r="r" b="b"/>
                <a:pathLst>
                  <a:path w="12" h="25">
                    <a:moveTo>
                      <a:pt x="6" y="25"/>
                    </a:moveTo>
                    <a:cubicBezTo>
                      <a:pt x="12" y="25"/>
                      <a:pt x="12" y="25"/>
                      <a:pt x="12" y="25"/>
                    </a:cubicBezTo>
                    <a:cubicBezTo>
                      <a:pt x="12" y="0"/>
                      <a:pt x="12" y="0"/>
                      <a:pt x="12" y="0"/>
                    </a:cubicBezTo>
                    <a:cubicBezTo>
                      <a:pt x="8" y="1"/>
                      <a:pt x="3" y="2"/>
                      <a:pt x="0" y="5"/>
                    </a:cubicBezTo>
                    <a:cubicBezTo>
                      <a:pt x="3" y="10"/>
                      <a:pt x="6" y="17"/>
                      <a:pt x="6" y="25"/>
                    </a:cubicBezTo>
                    <a:close/>
                  </a:path>
                </a:pathLst>
              </a:custGeom>
              <a:solidFill>
                <a:srgbClr val="49719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6" name="Freeform 490"/>
              <p:cNvSpPr>
                <a:spLocks/>
              </p:cNvSpPr>
              <p:nvPr/>
            </p:nvSpPr>
            <p:spPr bwMode="auto">
              <a:xfrm>
                <a:off x="5713767" y="2977050"/>
                <a:ext cx="61271" cy="79652"/>
              </a:xfrm>
              <a:custGeom>
                <a:avLst/>
                <a:gdLst>
                  <a:gd name="T0" fmla="*/ 8 w 14"/>
                  <a:gd name="T1" fmla="*/ 18 h 18"/>
                  <a:gd name="T2" fmla="*/ 14 w 14"/>
                  <a:gd name="T3" fmla="*/ 0 h 18"/>
                  <a:gd name="T4" fmla="*/ 0 w 14"/>
                  <a:gd name="T5" fmla="*/ 0 h 18"/>
                  <a:gd name="T6" fmla="*/ 8 w 14"/>
                  <a:gd name="T7" fmla="*/ 18 h 18"/>
                </a:gdLst>
                <a:ahLst/>
                <a:cxnLst>
                  <a:cxn ang="0">
                    <a:pos x="T0" y="T1"/>
                  </a:cxn>
                  <a:cxn ang="0">
                    <a:pos x="T2" y="T3"/>
                  </a:cxn>
                  <a:cxn ang="0">
                    <a:pos x="T4" y="T5"/>
                  </a:cxn>
                  <a:cxn ang="0">
                    <a:pos x="T6" y="T7"/>
                  </a:cxn>
                </a:cxnLst>
                <a:rect l="0" t="0" r="r" b="b"/>
                <a:pathLst>
                  <a:path w="14" h="18">
                    <a:moveTo>
                      <a:pt x="8" y="18"/>
                    </a:moveTo>
                    <a:cubicBezTo>
                      <a:pt x="11" y="14"/>
                      <a:pt x="13" y="7"/>
                      <a:pt x="14" y="0"/>
                    </a:cubicBezTo>
                    <a:cubicBezTo>
                      <a:pt x="0" y="0"/>
                      <a:pt x="0" y="0"/>
                      <a:pt x="0" y="0"/>
                    </a:cubicBezTo>
                    <a:cubicBezTo>
                      <a:pt x="0" y="7"/>
                      <a:pt x="3" y="13"/>
                      <a:pt x="8" y="18"/>
                    </a:cubicBezTo>
                    <a:close/>
                  </a:path>
                </a:pathLst>
              </a:custGeom>
              <a:solidFill>
                <a:srgbClr val="49719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7" name="Freeform 491"/>
              <p:cNvSpPr>
                <a:spLocks/>
              </p:cNvSpPr>
              <p:nvPr/>
            </p:nvSpPr>
            <p:spPr bwMode="auto">
              <a:xfrm>
                <a:off x="5713767" y="2880242"/>
                <a:ext cx="61271" cy="79652"/>
              </a:xfrm>
              <a:custGeom>
                <a:avLst/>
                <a:gdLst>
                  <a:gd name="T0" fmla="*/ 8 w 14"/>
                  <a:gd name="T1" fmla="*/ 0 h 18"/>
                  <a:gd name="T2" fmla="*/ 0 w 14"/>
                  <a:gd name="T3" fmla="*/ 18 h 18"/>
                  <a:gd name="T4" fmla="*/ 14 w 14"/>
                  <a:gd name="T5" fmla="*/ 18 h 18"/>
                  <a:gd name="T6" fmla="*/ 8 w 14"/>
                  <a:gd name="T7" fmla="*/ 0 h 18"/>
                </a:gdLst>
                <a:ahLst/>
                <a:cxnLst>
                  <a:cxn ang="0">
                    <a:pos x="T0" y="T1"/>
                  </a:cxn>
                  <a:cxn ang="0">
                    <a:pos x="T2" y="T3"/>
                  </a:cxn>
                  <a:cxn ang="0">
                    <a:pos x="T4" y="T5"/>
                  </a:cxn>
                  <a:cxn ang="0">
                    <a:pos x="T6" y="T7"/>
                  </a:cxn>
                </a:cxnLst>
                <a:rect l="0" t="0" r="r" b="b"/>
                <a:pathLst>
                  <a:path w="14" h="18">
                    <a:moveTo>
                      <a:pt x="8" y="0"/>
                    </a:moveTo>
                    <a:cubicBezTo>
                      <a:pt x="3" y="5"/>
                      <a:pt x="0" y="11"/>
                      <a:pt x="0" y="18"/>
                    </a:cubicBezTo>
                    <a:cubicBezTo>
                      <a:pt x="14" y="18"/>
                      <a:pt x="14" y="18"/>
                      <a:pt x="14" y="18"/>
                    </a:cubicBezTo>
                    <a:cubicBezTo>
                      <a:pt x="13" y="11"/>
                      <a:pt x="11" y="5"/>
                      <a:pt x="8" y="0"/>
                    </a:cubicBezTo>
                    <a:close/>
                  </a:path>
                </a:pathLst>
              </a:custGeom>
              <a:solidFill>
                <a:srgbClr val="49719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 name="Freeform 492"/>
              <p:cNvSpPr>
                <a:spLocks/>
              </p:cNvSpPr>
              <p:nvPr/>
            </p:nvSpPr>
            <p:spPr bwMode="auto">
              <a:xfrm>
                <a:off x="5841210" y="2977050"/>
                <a:ext cx="35537" cy="110287"/>
              </a:xfrm>
              <a:custGeom>
                <a:avLst/>
                <a:gdLst>
                  <a:gd name="T0" fmla="*/ 0 w 8"/>
                  <a:gd name="T1" fmla="*/ 25 h 25"/>
                  <a:gd name="T2" fmla="*/ 3 w 8"/>
                  <a:gd name="T3" fmla="*/ 25 h 25"/>
                  <a:gd name="T4" fmla="*/ 8 w 8"/>
                  <a:gd name="T5" fmla="*/ 11 h 25"/>
                  <a:gd name="T6" fmla="*/ 6 w 8"/>
                  <a:gd name="T7" fmla="*/ 0 h 25"/>
                  <a:gd name="T8" fmla="*/ 0 w 8"/>
                  <a:gd name="T9" fmla="*/ 0 h 25"/>
                  <a:gd name="T10" fmla="*/ 0 w 8"/>
                  <a:gd name="T11" fmla="*/ 25 h 25"/>
                </a:gdLst>
                <a:ahLst/>
                <a:cxnLst>
                  <a:cxn ang="0">
                    <a:pos x="T0" y="T1"/>
                  </a:cxn>
                  <a:cxn ang="0">
                    <a:pos x="T2" y="T3"/>
                  </a:cxn>
                  <a:cxn ang="0">
                    <a:pos x="T4" y="T5"/>
                  </a:cxn>
                  <a:cxn ang="0">
                    <a:pos x="T6" y="T7"/>
                  </a:cxn>
                  <a:cxn ang="0">
                    <a:pos x="T8" y="T9"/>
                  </a:cxn>
                  <a:cxn ang="0">
                    <a:pos x="T10" y="T11"/>
                  </a:cxn>
                </a:cxnLst>
                <a:rect l="0" t="0" r="r" b="b"/>
                <a:pathLst>
                  <a:path w="8" h="25">
                    <a:moveTo>
                      <a:pt x="0" y="25"/>
                    </a:moveTo>
                    <a:cubicBezTo>
                      <a:pt x="1" y="25"/>
                      <a:pt x="2" y="25"/>
                      <a:pt x="3" y="25"/>
                    </a:cubicBezTo>
                    <a:cubicBezTo>
                      <a:pt x="5" y="20"/>
                      <a:pt x="6" y="16"/>
                      <a:pt x="8" y="11"/>
                    </a:cubicBezTo>
                    <a:cubicBezTo>
                      <a:pt x="7" y="8"/>
                      <a:pt x="6" y="4"/>
                      <a:pt x="6" y="0"/>
                    </a:cubicBezTo>
                    <a:cubicBezTo>
                      <a:pt x="0" y="0"/>
                      <a:pt x="0" y="0"/>
                      <a:pt x="0" y="0"/>
                    </a:cubicBezTo>
                    <a:lnTo>
                      <a:pt x="0" y="25"/>
                    </a:lnTo>
                    <a:close/>
                  </a:path>
                </a:pathLst>
              </a:custGeom>
              <a:solidFill>
                <a:srgbClr val="49719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9" name="Oval 493"/>
              <p:cNvSpPr>
                <a:spLocks noChangeArrowheads="1"/>
              </p:cNvSpPr>
              <p:nvPr/>
            </p:nvSpPr>
            <p:spPr bwMode="auto">
              <a:xfrm>
                <a:off x="4746916" y="3312813"/>
                <a:ext cx="61271" cy="61271"/>
              </a:xfrm>
              <a:prstGeom prst="ellipse">
                <a:avLst/>
              </a:prstGeom>
              <a:solidFill>
                <a:schemeClr val="accent3"/>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0" name="Freeform 494"/>
              <p:cNvSpPr>
                <a:spLocks noEditPoints="1"/>
              </p:cNvSpPr>
              <p:nvPr/>
            </p:nvSpPr>
            <p:spPr bwMode="auto">
              <a:xfrm>
                <a:off x="4507961" y="3494174"/>
                <a:ext cx="132345" cy="132345"/>
              </a:xfrm>
              <a:custGeom>
                <a:avLst/>
                <a:gdLst>
                  <a:gd name="T0" fmla="*/ 15 w 30"/>
                  <a:gd name="T1" fmla="*/ 30 h 30"/>
                  <a:gd name="T2" fmla="*/ 30 w 30"/>
                  <a:gd name="T3" fmla="*/ 15 h 30"/>
                  <a:gd name="T4" fmla="*/ 15 w 30"/>
                  <a:gd name="T5" fmla="*/ 0 h 30"/>
                  <a:gd name="T6" fmla="*/ 15 w 30"/>
                  <a:gd name="T7" fmla="*/ 7 h 30"/>
                  <a:gd name="T8" fmla="*/ 23 w 30"/>
                  <a:gd name="T9" fmla="*/ 15 h 30"/>
                  <a:gd name="T10" fmla="*/ 15 w 30"/>
                  <a:gd name="T11" fmla="*/ 23 h 30"/>
                  <a:gd name="T12" fmla="*/ 15 w 30"/>
                  <a:gd name="T13" fmla="*/ 30 h 30"/>
                  <a:gd name="T14" fmla="*/ 15 w 30"/>
                  <a:gd name="T15" fmla="*/ 0 h 30"/>
                  <a:gd name="T16" fmla="*/ 0 w 30"/>
                  <a:gd name="T17" fmla="*/ 15 h 30"/>
                  <a:gd name="T18" fmla="*/ 15 w 30"/>
                  <a:gd name="T19" fmla="*/ 30 h 30"/>
                  <a:gd name="T20" fmla="*/ 15 w 30"/>
                  <a:gd name="T21" fmla="*/ 30 h 30"/>
                  <a:gd name="T22" fmla="*/ 15 w 30"/>
                  <a:gd name="T23" fmla="*/ 23 h 30"/>
                  <a:gd name="T24" fmla="*/ 15 w 30"/>
                  <a:gd name="T25" fmla="*/ 23 h 30"/>
                  <a:gd name="T26" fmla="*/ 15 w 30"/>
                  <a:gd name="T27" fmla="*/ 23 h 30"/>
                  <a:gd name="T28" fmla="*/ 7 w 30"/>
                  <a:gd name="T29" fmla="*/ 15 h 30"/>
                  <a:gd name="T30" fmla="*/ 15 w 30"/>
                  <a:gd name="T31" fmla="*/ 7 h 30"/>
                  <a:gd name="T32" fmla="*/ 15 w 30"/>
                  <a:gd name="T33" fmla="*/ 7 h 30"/>
                  <a:gd name="T34" fmla="*/ 15 w 30"/>
                  <a:gd name="T3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30">
                    <a:moveTo>
                      <a:pt x="15" y="30"/>
                    </a:moveTo>
                    <a:cubicBezTo>
                      <a:pt x="23" y="30"/>
                      <a:pt x="30" y="23"/>
                      <a:pt x="30" y="15"/>
                    </a:cubicBezTo>
                    <a:cubicBezTo>
                      <a:pt x="30" y="7"/>
                      <a:pt x="23" y="0"/>
                      <a:pt x="15" y="0"/>
                    </a:cubicBezTo>
                    <a:cubicBezTo>
                      <a:pt x="15" y="7"/>
                      <a:pt x="15" y="7"/>
                      <a:pt x="15" y="7"/>
                    </a:cubicBezTo>
                    <a:cubicBezTo>
                      <a:pt x="19" y="7"/>
                      <a:pt x="23" y="10"/>
                      <a:pt x="23" y="15"/>
                    </a:cubicBezTo>
                    <a:cubicBezTo>
                      <a:pt x="23" y="20"/>
                      <a:pt x="19" y="23"/>
                      <a:pt x="15" y="23"/>
                    </a:cubicBezTo>
                    <a:lnTo>
                      <a:pt x="15" y="30"/>
                    </a:lnTo>
                    <a:close/>
                    <a:moveTo>
                      <a:pt x="15" y="0"/>
                    </a:moveTo>
                    <a:cubicBezTo>
                      <a:pt x="7" y="0"/>
                      <a:pt x="0" y="7"/>
                      <a:pt x="0" y="15"/>
                    </a:cubicBezTo>
                    <a:cubicBezTo>
                      <a:pt x="0" y="23"/>
                      <a:pt x="7" y="30"/>
                      <a:pt x="15" y="30"/>
                    </a:cubicBezTo>
                    <a:cubicBezTo>
                      <a:pt x="15" y="30"/>
                      <a:pt x="15" y="30"/>
                      <a:pt x="15" y="30"/>
                    </a:cubicBezTo>
                    <a:cubicBezTo>
                      <a:pt x="15" y="23"/>
                      <a:pt x="15" y="23"/>
                      <a:pt x="15" y="23"/>
                    </a:cubicBezTo>
                    <a:cubicBezTo>
                      <a:pt x="15" y="23"/>
                      <a:pt x="15" y="23"/>
                      <a:pt x="15" y="23"/>
                    </a:cubicBezTo>
                    <a:cubicBezTo>
                      <a:pt x="15" y="23"/>
                      <a:pt x="15" y="23"/>
                      <a:pt x="15" y="23"/>
                    </a:cubicBezTo>
                    <a:cubicBezTo>
                      <a:pt x="10" y="23"/>
                      <a:pt x="7" y="20"/>
                      <a:pt x="7" y="15"/>
                    </a:cubicBezTo>
                    <a:cubicBezTo>
                      <a:pt x="7" y="10"/>
                      <a:pt x="10" y="7"/>
                      <a:pt x="15" y="7"/>
                    </a:cubicBezTo>
                    <a:cubicBezTo>
                      <a:pt x="15" y="7"/>
                      <a:pt x="15" y="7"/>
                      <a:pt x="15" y="7"/>
                    </a:cubicBezTo>
                    <a:cubicBezTo>
                      <a:pt x="15" y="0"/>
                      <a:pt x="15" y="0"/>
                      <a:pt x="15" y="0"/>
                    </a:cubicBezTo>
                    <a:close/>
                  </a:path>
                </a:pathLst>
              </a:custGeom>
              <a:solidFill>
                <a:schemeClr val="accent3"/>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1" name="Freeform 495"/>
              <p:cNvSpPr>
                <a:spLocks/>
              </p:cNvSpPr>
              <p:nvPr/>
            </p:nvSpPr>
            <p:spPr bwMode="auto">
              <a:xfrm>
                <a:off x="4494481" y="3462313"/>
                <a:ext cx="159304" cy="57594"/>
              </a:xfrm>
              <a:custGeom>
                <a:avLst/>
                <a:gdLst>
                  <a:gd name="T0" fmla="*/ 3 w 36"/>
                  <a:gd name="T1" fmla="*/ 13 h 13"/>
                  <a:gd name="T2" fmla="*/ 5 w 36"/>
                  <a:gd name="T3" fmla="*/ 12 h 13"/>
                  <a:gd name="T4" fmla="*/ 18 w 36"/>
                  <a:gd name="T5" fmla="*/ 4 h 13"/>
                  <a:gd name="T6" fmla="*/ 31 w 36"/>
                  <a:gd name="T7" fmla="*/ 12 h 13"/>
                  <a:gd name="T8" fmla="*/ 35 w 36"/>
                  <a:gd name="T9" fmla="*/ 12 h 13"/>
                  <a:gd name="T10" fmla="*/ 35 w 36"/>
                  <a:gd name="T11" fmla="*/ 9 h 13"/>
                  <a:gd name="T12" fmla="*/ 18 w 36"/>
                  <a:gd name="T13" fmla="*/ 0 h 13"/>
                  <a:gd name="T14" fmla="*/ 1 w 36"/>
                  <a:gd name="T15" fmla="*/ 9 h 13"/>
                  <a:gd name="T16" fmla="*/ 1 w 36"/>
                  <a:gd name="T17" fmla="*/ 12 h 13"/>
                  <a:gd name="T18" fmla="*/ 3 w 36"/>
                  <a:gd name="T19"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3">
                    <a:moveTo>
                      <a:pt x="3" y="13"/>
                    </a:moveTo>
                    <a:cubicBezTo>
                      <a:pt x="3" y="13"/>
                      <a:pt x="4" y="12"/>
                      <a:pt x="5" y="12"/>
                    </a:cubicBezTo>
                    <a:cubicBezTo>
                      <a:pt x="8" y="7"/>
                      <a:pt x="13" y="4"/>
                      <a:pt x="18" y="4"/>
                    </a:cubicBezTo>
                    <a:cubicBezTo>
                      <a:pt x="23" y="4"/>
                      <a:pt x="28" y="7"/>
                      <a:pt x="31" y="12"/>
                    </a:cubicBezTo>
                    <a:cubicBezTo>
                      <a:pt x="32" y="13"/>
                      <a:pt x="34" y="13"/>
                      <a:pt x="35" y="12"/>
                    </a:cubicBezTo>
                    <a:cubicBezTo>
                      <a:pt x="36" y="11"/>
                      <a:pt x="36" y="10"/>
                      <a:pt x="35" y="9"/>
                    </a:cubicBezTo>
                    <a:cubicBezTo>
                      <a:pt x="31" y="3"/>
                      <a:pt x="25" y="0"/>
                      <a:pt x="18" y="0"/>
                    </a:cubicBezTo>
                    <a:cubicBezTo>
                      <a:pt x="11" y="0"/>
                      <a:pt x="5" y="3"/>
                      <a:pt x="1" y="9"/>
                    </a:cubicBezTo>
                    <a:cubicBezTo>
                      <a:pt x="0" y="10"/>
                      <a:pt x="0" y="11"/>
                      <a:pt x="1" y="12"/>
                    </a:cubicBezTo>
                    <a:cubicBezTo>
                      <a:pt x="2" y="12"/>
                      <a:pt x="2" y="13"/>
                      <a:pt x="3" y="13"/>
                    </a:cubicBezTo>
                    <a:close/>
                  </a:path>
                </a:pathLst>
              </a:custGeom>
              <a:solidFill>
                <a:schemeClr val="accent3"/>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2" name="Freeform 496"/>
              <p:cNvSpPr>
                <a:spLocks noEditPoints="1"/>
              </p:cNvSpPr>
              <p:nvPr/>
            </p:nvSpPr>
            <p:spPr bwMode="auto">
              <a:xfrm>
                <a:off x="4750592" y="3494174"/>
                <a:ext cx="132345" cy="132345"/>
              </a:xfrm>
              <a:custGeom>
                <a:avLst/>
                <a:gdLst>
                  <a:gd name="T0" fmla="*/ 15 w 30"/>
                  <a:gd name="T1" fmla="*/ 0 h 30"/>
                  <a:gd name="T2" fmla="*/ 15 w 30"/>
                  <a:gd name="T3" fmla="*/ 0 h 30"/>
                  <a:gd name="T4" fmla="*/ 15 w 30"/>
                  <a:gd name="T5" fmla="*/ 7 h 30"/>
                  <a:gd name="T6" fmla="*/ 15 w 30"/>
                  <a:gd name="T7" fmla="*/ 7 h 30"/>
                  <a:gd name="T8" fmla="*/ 23 w 30"/>
                  <a:gd name="T9" fmla="*/ 15 h 30"/>
                  <a:gd name="T10" fmla="*/ 15 w 30"/>
                  <a:gd name="T11" fmla="*/ 23 h 30"/>
                  <a:gd name="T12" fmla="*/ 15 w 30"/>
                  <a:gd name="T13" fmla="*/ 23 h 30"/>
                  <a:gd name="T14" fmla="*/ 15 w 30"/>
                  <a:gd name="T15" fmla="*/ 23 h 30"/>
                  <a:gd name="T16" fmla="*/ 15 w 30"/>
                  <a:gd name="T17" fmla="*/ 30 h 30"/>
                  <a:gd name="T18" fmla="*/ 15 w 30"/>
                  <a:gd name="T19" fmla="*/ 30 h 30"/>
                  <a:gd name="T20" fmla="*/ 30 w 30"/>
                  <a:gd name="T21" fmla="*/ 15 h 30"/>
                  <a:gd name="T22" fmla="*/ 15 w 30"/>
                  <a:gd name="T23" fmla="*/ 0 h 30"/>
                  <a:gd name="T24" fmla="*/ 15 w 30"/>
                  <a:gd name="T25" fmla="*/ 0 h 30"/>
                  <a:gd name="T26" fmla="*/ 0 w 30"/>
                  <a:gd name="T27" fmla="*/ 15 h 30"/>
                  <a:gd name="T28" fmla="*/ 15 w 30"/>
                  <a:gd name="T29" fmla="*/ 30 h 30"/>
                  <a:gd name="T30" fmla="*/ 15 w 30"/>
                  <a:gd name="T31" fmla="*/ 23 h 30"/>
                  <a:gd name="T32" fmla="*/ 7 w 30"/>
                  <a:gd name="T33" fmla="*/ 15 h 30"/>
                  <a:gd name="T34" fmla="*/ 15 w 30"/>
                  <a:gd name="T35" fmla="*/ 7 h 30"/>
                  <a:gd name="T36" fmla="*/ 15 w 30"/>
                  <a:gd name="T3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0" h="30">
                    <a:moveTo>
                      <a:pt x="15" y="0"/>
                    </a:moveTo>
                    <a:cubicBezTo>
                      <a:pt x="15" y="0"/>
                      <a:pt x="15" y="0"/>
                      <a:pt x="15" y="0"/>
                    </a:cubicBezTo>
                    <a:cubicBezTo>
                      <a:pt x="15" y="7"/>
                      <a:pt x="15" y="7"/>
                      <a:pt x="15" y="7"/>
                    </a:cubicBezTo>
                    <a:cubicBezTo>
                      <a:pt x="15" y="7"/>
                      <a:pt x="15" y="7"/>
                      <a:pt x="15" y="7"/>
                    </a:cubicBezTo>
                    <a:cubicBezTo>
                      <a:pt x="19" y="7"/>
                      <a:pt x="23" y="10"/>
                      <a:pt x="23" y="15"/>
                    </a:cubicBezTo>
                    <a:cubicBezTo>
                      <a:pt x="23" y="20"/>
                      <a:pt x="19" y="23"/>
                      <a:pt x="15" y="23"/>
                    </a:cubicBezTo>
                    <a:cubicBezTo>
                      <a:pt x="15" y="23"/>
                      <a:pt x="15" y="23"/>
                      <a:pt x="15" y="23"/>
                    </a:cubicBezTo>
                    <a:cubicBezTo>
                      <a:pt x="15" y="23"/>
                      <a:pt x="15" y="23"/>
                      <a:pt x="15" y="23"/>
                    </a:cubicBezTo>
                    <a:cubicBezTo>
                      <a:pt x="15" y="30"/>
                      <a:pt x="15" y="30"/>
                      <a:pt x="15" y="30"/>
                    </a:cubicBezTo>
                    <a:cubicBezTo>
                      <a:pt x="15" y="30"/>
                      <a:pt x="15" y="30"/>
                      <a:pt x="15" y="30"/>
                    </a:cubicBezTo>
                    <a:cubicBezTo>
                      <a:pt x="23" y="30"/>
                      <a:pt x="30" y="23"/>
                      <a:pt x="30" y="15"/>
                    </a:cubicBezTo>
                    <a:cubicBezTo>
                      <a:pt x="30" y="7"/>
                      <a:pt x="23" y="0"/>
                      <a:pt x="15" y="0"/>
                    </a:cubicBezTo>
                    <a:close/>
                    <a:moveTo>
                      <a:pt x="15" y="0"/>
                    </a:moveTo>
                    <a:cubicBezTo>
                      <a:pt x="6" y="0"/>
                      <a:pt x="0" y="7"/>
                      <a:pt x="0" y="15"/>
                    </a:cubicBezTo>
                    <a:cubicBezTo>
                      <a:pt x="0" y="23"/>
                      <a:pt x="6" y="30"/>
                      <a:pt x="15" y="30"/>
                    </a:cubicBezTo>
                    <a:cubicBezTo>
                      <a:pt x="15" y="23"/>
                      <a:pt x="15" y="23"/>
                      <a:pt x="15" y="23"/>
                    </a:cubicBezTo>
                    <a:cubicBezTo>
                      <a:pt x="10" y="23"/>
                      <a:pt x="7" y="20"/>
                      <a:pt x="7" y="15"/>
                    </a:cubicBezTo>
                    <a:cubicBezTo>
                      <a:pt x="7" y="10"/>
                      <a:pt x="10" y="7"/>
                      <a:pt x="15" y="7"/>
                    </a:cubicBezTo>
                    <a:lnTo>
                      <a:pt x="15" y="0"/>
                    </a:lnTo>
                    <a:close/>
                  </a:path>
                </a:pathLst>
              </a:custGeom>
              <a:solidFill>
                <a:schemeClr val="accent3"/>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3" name="Freeform 497"/>
              <p:cNvSpPr>
                <a:spLocks/>
              </p:cNvSpPr>
              <p:nvPr/>
            </p:nvSpPr>
            <p:spPr bwMode="auto">
              <a:xfrm>
                <a:off x="4737113" y="3462313"/>
                <a:ext cx="159304" cy="57594"/>
              </a:xfrm>
              <a:custGeom>
                <a:avLst/>
                <a:gdLst>
                  <a:gd name="T0" fmla="*/ 18 w 36"/>
                  <a:gd name="T1" fmla="*/ 0 h 13"/>
                  <a:gd name="T2" fmla="*/ 1 w 36"/>
                  <a:gd name="T3" fmla="*/ 9 h 13"/>
                  <a:gd name="T4" fmla="*/ 1 w 36"/>
                  <a:gd name="T5" fmla="*/ 12 h 13"/>
                  <a:gd name="T6" fmla="*/ 3 w 36"/>
                  <a:gd name="T7" fmla="*/ 13 h 13"/>
                  <a:gd name="T8" fmla="*/ 4 w 36"/>
                  <a:gd name="T9" fmla="*/ 12 h 13"/>
                  <a:gd name="T10" fmla="*/ 18 w 36"/>
                  <a:gd name="T11" fmla="*/ 4 h 13"/>
                  <a:gd name="T12" fmla="*/ 31 w 36"/>
                  <a:gd name="T13" fmla="*/ 12 h 13"/>
                  <a:gd name="T14" fmla="*/ 35 w 36"/>
                  <a:gd name="T15" fmla="*/ 12 h 13"/>
                  <a:gd name="T16" fmla="*/ 35 w 36"/>
                  <a:gd name="T17" fmla="*/ 9 h 13"/>
                  <a:gd name="T18" fmla="*/ 18 w 36"/>
                  <a:gd name="T19"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3">
                    <a:moveTo>
                      <a:pt x="18" y="0"/>
                    </a:moveTo>
                    <a:cubicBezTo>
                      <a:pt x="11" y="0"/>
                      <a:pt x="4" y="3"/>
                      <a:pt x="1" y="9"/>
                    </a:cubicBezTo>
                    <a:cubicBezTo>
                      <a:pt x="0" y="10"/>
                      <a:pt x="0" y="11"/>
                      <a:pt x="1" y="12"/>
                    </a:cubicBezTo>
                    <a:cubicBezTo>
                      <a:pt x="2" y="12"/>
                      <a:pt x="2" y="13"/>
                      <a:pt x="3" y="13"/>
                    </a:cubicBezTo>
                    <a:cubicBezTo>
                      <a:pt x="3" y="13"/>
                      <a:pt x="4" y="12"/>
                      <a:pt x="4" y="12"/>
                    </a:cubicBezTo>
                    <a:cubicBezTo>
                      <a:pt x="7" y="7"/>
                      <a:pt x="12" y="4"/>
                      <a:pt x="18" y="4"/>
                    </a:cubicBezTo>
                    <a:cubicBezTo>
                      <a:pt x="23" y="4"/>
                      <a:pt x="28" y="7"/>
                      <a:pt x="31" y="12"/>
                    </a:cubicBezTo>
                    <a:cubicBezTo>
                      <a:pt x="32" y="13"/>
                      <a:pt x="33" y="13"/>
                      <a:pt x="35" y="12"/>
                    </a:cubicBezTo>
                    <a:cubicBezTo>
                      <a:pt x="36" y="11"/>
                      <a:pt x="36" y="10"/>
                      <a:pt x="35" y="9"/>
                    </a:cubicBezTo>
                    <a:cubicBezTo>
                      <a:pt x="31" y="3"/>
                      <a:pt x="25" y="0"/>
                      <a:pt x="18" y="0"/>
                    </a:cubicBezTo>
                    <a:close/>
                  </a:path>
                </a:pathLst>
              </a:custGeom>
              <a:solidFill>
                <a:schemeClr val="accent3"/>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4" name="Freeform 498"/>
              <p:cNvSpPr>
                <a:spLocks/>
              </p:cNvSpPr>
              <p:nvPr/>
            </p:nvSpPr>
            <p:spPr bwMode="auto">
              <a:xfrm>
                <a:off x="4618248" y="3348350"/>
                <a:ext cx="234054" cy="273267"/>
              </a:xfrm>
              <a:custGeom>
                <a:avLst/>
                <a:gdLst>
                  <a:gd name="T0" fmla="*/ 36 w 53"/>
                  <a:gd name="T1" fmla="*/ 22 h 62"/>
                  <a:gd name="T2" fmla="*/ 37 w 53"/>
                  <a:gd name="T3" fmla="*/ 23 h 62"/>
                  <a:gd name="T4" fmla="*/ 51 w 53"/>
                  <a:gd name="T5" fmla="*/ 17 h 62"/>
                  <a:gd name="T6" fmla="*/ 53 w 53"/>
                  <a:gd name="T7" fmla="*/ 12 h 62"/>
                  <a:gd name="T8" fmla="*/ 48 w 53"/>
                  <a:gd name="T9" fmla="*/ 11 h 62"/>
                  <a:gd name="T10" fmla="*/ 39 w 53"/>
                  <a:gd name="T11" fmla="*/ 15 h 62"/>
                  <a:gd name="T12" fmla="*/ 38 w 53"/>
                  <a:gd name="T13" fmla="*/ 15 h 62"/>
                  <a:gd name="T14" fmla="*/ 23 w 53"/>
                  <a:gd name="T15" fmla="*/ 0 h 62"/>
                  <a:gd name="T16" fmla="*/ 21 w 53"/>
                  <a:gd name="T17" fmla="*/ 0 h 62"/>
                  <a:gd name="T18" fmla="*/ 0 w 53"/>
                  <a:gd name="T19" fmla="*/ 21 h 62"/>
                  <a:gd name="T20" fmla="*/ 0 w 53"/>
                  <a:gd name="T21" fmla="*/ 22 h 62"/>
                  <a:gd name="T22" fmla="*/ 15 w 53"/>
                  <a:gd name="T23" fmla="*/ 35 h 62"/>
                  <a:gd name="T24" fmla="*/ 15 w 53"/>
                  <a:gd name="T25" fmla="*/ 36 h 62"/>
                  <a:gd name="T26" fmla="*/ 8 w 53"/>
                  <a:gd name="T27" fmla="*/ 52 h 62"/>
                  <a:gd name="T28" fmla="*/ 8 w 53"/>
                  <a:gd name="T29" fmla="*/ 54 h 62"/>
                  <a:gd name="T30" fmla="*/ 13 w 53"/>
                  <a:gd name="T31" fmla="*/ 60 h 62"/>
                  <a:gd name="T32" fmla="*/ 16 w 53"/>
                  <a:gd name="T33" fmla="*/ 62 h 62"/>
                  <a:gd name="T34" fmla="*/ 19 w 53"/>
                  <a:gd name="T35" fmla="*/ 61 h 62"/>
                  <a:gd name="T36" fmla="*/ 20 w 53"/>
                  <a:gd name="T37" fmla="*/ 55 h 62"/>
                  <a:gd name="T38" fmla="*/ 18 w 53"/>
                  <a:gd name="T39" fmla="*/ 53 h 62"/>
                  <a:gd name="T40" fmla="*/ 18 w 53"/>
                  <a:gd name="T41" fmla="*/ 51 h 62"/>
                  <a:gd name="T42" fmla="*/ 25 w 53"/>
                  <a:gd name="T43" fmla="*/ 34 h 62"/>
                  <a:gd name="T44" fmla="*/ 25 w 53"/>
                  <a:gd name="T45" fmla="*/ 32 h 62"/>
                  <a:gd name="T46" fmla="*/ 17 w 53"/>
                  <a:gd name="T47" fmla="*/ 25 h 62"/>
                  <a:gd name="T48" fmla="*/ 17 w 53"/>
                  <a:gd name="T49" fmla="*/ 23 h 62"/>
                  <a:gd name="T50" fmla="*/ 26 w 53"/>
                  <a:gd name="T51" fmla="*/ 14 h 62"/>
                  <a:gd name="T52" fmla="*/ 27 w 53"/>
                  <a:gd name="T53" fmla="*/ 15 h 62"/>
                  <a:gd name="T54" fmla="*/ 36 w 53"/>
                  <a:gd name="T55" fmla="*/ 2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3" h="62">
                    <a:moveTo>
                      <a:pt x="36" y="22"/>
                    </a:moveTo>
                    <a:cubicBezTo>
                      <a:pt x="36" y="23"/>
                      <a:pt x="37" y="23"/>
                      <a:pt x="37" y="23"/>
                    </a:cubicBezTo>
                    <a:cubicBezTo>
                      <a:pt x="51" y="17"/>
                      <a:pt x="51" y="17"/>
                      <a:pt x="51" y="17"/>
                    </a:cubicBezTo>
                    <a:cubicBezTo>
                      <a:pt x="53" y="16"/>
                      <a:pt x="53" y="14"/>
                      <a:pt x="53" y="12"/>
                    </a:cubicBezTo>
                    <a:cubicBezTo>
                      <a:pt x="52" y="11"/>
                      <a:pt x="50" y="10"/>
                      <a:pt x="48" y="11"/>
                    </a:cubicBezTo>
                    <a:cubicBezTo>
                      <a:pt x="39" y="15"/>
                      <a:pt x="39" y="15"/>
                      <a:pt x="39" y="15"/>
                    </a:cubicBezTo>
                    <a:cubicBezTo>
                      <a:pt x="39" y="15"/>
                      <a:pt x="38" y="15"/>
                      <a:pt x="38" y="15"/>
                    </a:cubicBezTo>
                    <a:cubicBezTo>
                      <a:pt x="23" y="0"/>
                      <a:pt x="23" y="0"/>
                      <a:pt x="23" y="0"/>
                    </a:cubicBezTo>
                    <a:cubicBezTo>
                      <a:pt x="22" y="0"/>
                      <a:pt x="22" y="0"/>
                      <a:pt x="21" y="0"/>
                    </a:cubicBezTo>
                    <a:cubicBezTo>
                      <a:pt x="0" y="21"/>
                      <a:pt x="0" y="21"/>
                      <a:pt x="0" y="21"/>
                    </a:cubicBezTo>
                    <a:cubicBezTo>
                      <a:pt x="0" y="21"/>
                      <a:pt x="0" y="22"/>
                      <a:pt x="0" y="22"/>
                    </a:cubicBezTo>
                    <a:cubicBezTo>
                      <a:pt x="3" y="25"/>
                      <a:pt x="12" y="32"/>
                      <a:pt x="15" y="35"/>
                    </a:cubicBezTo>
                    <a:cubicBezTo>
                      <a:pt x="15" y="35"/>
                      <a:pt x="15" y="36"/>
                      <a:pt x="15" y="36"/>
                    </a:cubicBezTo>
                    <a:cubicBezTo>
                      <a:pt x="8" y="52"/>
                      <a:pt x="8" y="52"/>
                      <a:pt x="8" y="52"/>
                    </a:cubicBezTo>
                    <a:cubicBezTo>
                      <a:pt x="8" y="52"/>
                      <a:pt x="8" y="53"/>
                      <a:pt x="8" y="54"/>
                    </a:cubicBezTo>
                    <a:cubicBezTo>
                      <a:pt x="13" y="60"/>
                      <a:pt x="13" y="60"/>
                      <a:pt x="13" y="60"/>
                    </a:cubicBezTo>
                    <a:cubicBezTo>
                      <a:pt x="14" y="61"/>
                      <a:pt x="15" y="62"/>
                      <a:pt x="16" y="62"/>
                    </a:cubicBezTo>
                    <a:cubicBezTo>
                      <a:pt x="17" y="62"/>
                      <a:pt x="18" y="62"/>
                      <a:pt x="19" y="61"/>
                    </a:cubicBezTo>
                    <a:cubicBezTo>
                      <a:pt x="21" y="60"/>
                      <a:pt x="21" y="57"/>
                      <a:pt x="20" y="55"/>
                    </a:cubicBezTo>
                    <a:cubicBezTo>
                      <a:pt x="18" y="53"/>
                      <a:pt x="18" y="53"/>
                      <a:pt x="18" y="53"/>
                    </a:cubicBezTo>
                    <a:cubicBezTo>
                      <a:pt x="18" y="52"/>
                      <a:pt x="18" y="51"/>
                      <a:pt x="18" y="51"/>
                    </a:cubicBezTo>
                    <a:cubicBezTo>
                      <a:pt x="25" y="34"/>
                      <a:pt x="25" y="34"/>
                      <a:pt x="25" y="34"/>
                    </a:cubicBezTo>
                    <a:cubicBezTo>
                      <a:pt x="25" y="33"/>
                      <a:pt x="25" y="33"/>
                      <a:pt x="25" y="32"/>
                    </a:cubicBezTo>
                    <a:cubicBezTo>
                      <a:pt x="23" y="31"/>
                      <a:pt x="19" y="27"/>
                      <a:pt x="17" y="25"/>
                    </a:cubicBezTo>
                    <a:cubicBezTo>
                      <a:pt x="17" y="24"/>
                      <a:pt x="17" y="24"/>
                      <a:pt x="17" y="23"/>
                    </a:cubicBezTo>
                    <a:cubicBezTo>
                      <a:pt x="26" y="14"/>
                      <a:pt x="26" y="14"/>
                      <a:pt x="26" y="14"/>
                    </a:cubicBezTo>
                    <a:cubicBezTo>
                      <a:pt x="26" y="14"/>
                      <a:pt x="27" y="14"/>
                      <a:pt x="27" y="15"/>
                    </a:cubicBezTo>
                    <a:lnTo>
                      <a:pt x="36" y="22"/>
                    </a:lnTo>
                    <a:close/>
                  </a:path>
                </a:pathLst>
              </a:custGeom>
              <a:solidFill>
                <a:schemeClr val="accent3"/>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5" name="Freeform 499"/>
              <p:cNvSpPr>
                <a:spLocks/>
              </p:cNvSpPr>
              <p:nvPr/>
            </p:nvSpPr>
            <p:spPr bwMode="auto">
              <a:xfrm>
                <a:off x="3514151" y="1696494"/>
                <a:ext cx="26959" cy="30635"/>
              </a:xfrm>
              <a:custGeom>
                <a:avLst/>
                <a:gdLst>
                  <a:gd name="T0" fmla="*/ 0 w 6"/>
                  <a:gd name="T1" fmla="*/ 7 h 7"/>
                  <a:gd name="T2" fmla="*/ 6 w 6"/>
                  <a:gd name="T3" fmla="*/ 7 h 7"/>
                  <a:gd name="T4" fmla="*/ 6 w 6"/>
                  <a:gd name="T5" fmla="*/ 0 h 7"/>
                  <a:gd name="T6" fmla="*/ 0 w 6"/>
                  <a:gd name="T7" fmla="*/ 7 h 7"/>
                </a:gdLst>
                <a:ahLst/>
                <a:cxnLst>
                  <a:cxn ang="0">
                    <a:pos x="T0" y="T1"/>
                  </a:cxn>
                  <a:cxn ang="0">
                    <a:pos x="T2" y="T3"/>
                  </a:cxn>
                  <a:cxn ang="0">
                    <a:pos x="T4" y="T5"/>
                  </a:cxn>
                  <a:cxn ang="0">
                    <a:pos x="T6" y="T7"/>
                  </a:cxn>
                </a:cxnLst>
                <a:rect l="0" t="0" r="r" b="b"/>
                <a:pathLst>
                  <a:path w="6" h="7">
                    <a:moveTo>
                      <a:pt x="0" y="7"/>
                    </a:moveTo>
                    <a:cubicBezTo>
                      <a:pt x="6" y="7"/>
                      <a:pt x="6" y="7"/>
                      <a:pt x="6" y="7"/>
                    </a:cubicBezTo>
                    <a:cubicBezTo>
                      <a:pt x="6" y="0"/>
                      <a:pt x="6" y="0"/>
                      <a:pt x="6" y="0"/>
                    </a:cubicBezTo>
                    <a:cubicBezTo>
                      <a:pt x="4" y="3"/>
                      <a:pt x="2" y="5"/>
                      <a:pt x="0" y="7"/>
                    </a:cubicBezTo>
                    <a:close/>
                  </a:path>
                </a:pathLst>
              </a:custGeom>
              <a:solidFill>
                <a:srgbClr val="49719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6" name="Freeform 500"/>
              <p:cNvSpPr>
                <a:spLocks/>
              </p:cNvSpPr>
              <p:nvPr/>
            </p:nvSpPr>
            <p:spPr bwMode="auto">
              <a:xfrm>
                <a:off x="4097447" y="3582404"/>
                <a:ext cx="145824" cy="145824"/>
              </a:xfrm>
              <a:custGeom>
                <a:avLst/>
                <a:gdLst>
                  <a:gd name="T0" fmla="*/ 8 w 33"/>
                  <a:gd name="T1" fmla="*/ 30 h 33"/>
                  <a:gd name="T2" fmla="*/ 17 w 33"/>
                  <a:gd name="T3" fmla="*/ 33 h 33"/>
                  <a:gd name="T4" fmla="*/ 33 w 33"/>
                  <a:gd name="T5" fmla="*/ 17 h 33"/>
                  <a:gd name="T6" fmla="*/ 17 w 33"/>
                  <a:gd name="T7" fmla="*/ 0 h 33"/>
                  <a:gd name="T8" fmla="*/ 0 w 33"/>
                  <a:gd name="T9" fmla="*/ 14 h 33"/>
                  <a:gd name="T10" fmla="*/ 17 w 33"/>
                  <a:gd name="T11" fmla="*/ 14 h 33"/>
                  <a:gd name="T12" fmla="*/ 22 w 33"/>
                  <a:gd name="T13" fmla="*/ 14 h 33"/>
                  <a:gd name="T14" fmla="*/ 18 w 33"/>
                  <a:gd name="T15" fmla="*/ 18 h 33"/>
                  <a:gd name="T16" fmla="*/ 8 w 33"/>
                  <a:gd name="T17" fmla="*/ 3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33">
                    <a:moveTo>
                      <a:pt x="8" y="30"/>
                    </a:moveTo>
                    <a:cubicBezTo>
                      <a:pt x="10" y="32"/>
                      <a:pt x="13" y="33"/>
                      <a:pt x="17" y="33"/>
                    </a:cubicBezTo>
                    <a:cubicBezTo>
                      <a:pt x="26" y="33"/>
                      <a:pt x="33" y="26"/>
                      <a:pt x="33" y="17"/>
                    </a:cubicBezTo>
                    <a:cubicBezTo>
                      <a:pt x="33" y="7"/>
                      <a:pt x="26" y="0"/>
                      <a:pt x="17" y="0"/>
                    </a:cubicBezTo>
                    <a:cubicBezTo>
                      <a:pt x="8" y="0"/>
                      <a:pt x="1" y="6"/>
                      <a:pt x="0" y="14"/>
                    </a:cubicBezTo>
                    <a:cubicBezTo>
                      <a:pt x="17" y="14"/>
                      <a:pt x="17" y="14"/>
                      <a:pt x="17" y="14"/>
                    </a:cubicBezTo>
                    <a:cubicBezTo>
                      <a:pt x="22" y="14"/>
                      <a:pt x="22" y="14"/>
                      <a:pt x="22" y="14"/>
                    </a:cubicBezTo>
                    <a:cubicBezTo>
                      <a:pt x="18" y="18"/>
                      <a:pt x="18" y="18"/>
                      <a:pt x="18" y="18"/>
                    </a:cubicBezTo>
                    <a:lnTo>
                      <a:pt x="8" y="30"/>
                    </a:ln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7" name="Freeform 501"/>
              <p:cNvSpPr>
                <a:spLocks/>
              </p:cNvSpPr>
              <p:nvPr/>
            </p:nvSpPr>
            <p:spPr bwMode="auto">
              <a:xfrm>
                <a:off x="3871972" y="3657154"/>
                <a:ext cx="300226" cy="211996"/>
              </a:xfrm>
              <a:custGeom>
                <a:avLst/>
                <a:gdLst>
                  <a:gd name="T0" fmla="*/ 30 w 68"/>
                  <a:gd name="T1" fmla="*/ 34 h 48"/>
                  <a:gd name="T2" fmla="*/ 30 w 68"/>
                  <a:gd name="T3" fmla="*/ 35 h 48"/>
                  <a:gd name="T4" fmla="*/ 30 w 68"/>
                  <a:gd name="T5" fmla="*/ 37 h 48"/>
                  <a:gd name="T6" fmla="*/ 30 w 68"/>
                  <a:gd name="T7" fmla="*/ 44 h 48"/>
                  <a:gd name="T8" fmla="*/ 37 w 68"/>
                  <a:gd name="T9" fmla="*/ 48 h 48"/>
                  <a:gd name="T10" fmla="*/ 37 w 68"/>
                  <a:gd name="T11" fmla="*/ 37 h 48"/>
                  <a:gd name="T12" fmla="*/ 37 w 68"/>
                  <a:gd name="T13" fmla="*/ 35 h 48"/>
                  <a:gd name="T14" fmla="*/ 37 w 68"/>
                  <a:gd name="T15" fmla="*/ 34 h 48"/>
                  <a:gd name="T16" fmla="*/ 57 w 68"/>
                  <a:gd name="T17" fmla="*/ 12 h 48"/>
                  <a:gd name="T18" fmla="*/ 68 w 68"/>
                  <a:gd name="T19" fmla="*/ 0 h 48"/>
                  <a:gd name="T20" fmla="*/ 51 w 68"/>
                  <a:gd name="T21" fmla="*/ 0 h 48"/>
                  <a:gd name="T22" fmla="*/ 0 w 68"/>
                  <a:gd name="T23" fmla="*/ 0 h 48"/>
                  <a:gd name="T24" fmla="*/ 30 w 68"/>
                  <a:gd name="T25" fmla="*/ 3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48">
                    <a:moveTo>
                      <a:pt x="30" y="34"/>
                    </a:moveTo>
                    <a:cubicBezTo>
                      <a:pt x="30" y="35"/>
                      <a:pt x="30" y="35"/>
                      <a:pt x="30" y="35"/>
                    </a:cubicBezTo>
                    <a:cubicBezTo>
                      <a:pt x="30" y="37"/>
                      <a:pt x="30" y="37"/>
                      <a:pt x="30" y="37"/>
                    </a:cubicBezTo>
                    <a:cubicBezTo>
                      <a:pt x="30" y="44"/>
                      <a:pt x="30" y="44"/>
                      <a:pt x="30" y="44"/>
                    </a:cubicBezTo>
                    <a:cubicBezTo>
                      <a:pt x="33" y="45"/>
                      <a:pt x="35" y="47"/>
                      <a:pt x="37" y="48"/>
                    </a:cubicBezTo>
                    <a:cubicBezTo>
                      <a:pt x="37" y="37"/>
                      <a:pt x="37" y="37"/>
                      <a:pt x="37" y="37"/>
                    </a:cubicBezTo>
                    <a:cubicBezTo>
                      <a:pt x="37" y="35"/>
                      <a:pt x="37" y="35"/>
                      <a:pt x="37" y="35"/>
                    </a:cubicBezTo>
                    <a:cubicBezTo>
                      <a:pt x="37" y="34"/>
                      <a:pt x="37" y="34"/>
                      <a:pt x="37" y="34"/>
                    </a:cubicBezTo>
                    <a:cubicBezTo>
                      <a:pt x="57" y="12"/>
                      <a:pt x="57" y="12"/>
                      <a:pt x="57" y="12"/>
                    </a:cubicBezTo>
                    <a:cubicBezTo>
                      <a:pt x="68" y="0"/>
                      <a:pt x="68" y="0"/>
                      <a:pt x="68" y="0"/>
                    </a:cubicBezTo>
                    <a:cubicBezTo>
                      <a:pt x="51" y="0"/>
                      <a:pt x="51" y="0"/>
                      <a:pt x="51" y="0"/>
                    </a:cubicBezTo>
                    <a:cubicBezTo>
                      <a:pt x="0" y="0"/>
                      <a:pt x="0" y="0"/>
                      <a:pt x="0" y="0"/>
                    </a:cubicBezTo>
                    <a:lnTo>
                      <a:pt x="30" y="34"/>
                    </a:ln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8" name="Freeform 502"/>
              <p:cNvSpPr>
                <a:spLocks noEditPoints="1"/>
              </p:cNvSpPr>
              <p:nvPr/>
            </p:nvSpPr>
            <p:spPr bwMode="auto">
              <a:xfrm>
                <a:off x="3266618" y="1903588"/>
                <a:ext cx="238955" cy="269591"/>
              </a:xfrm>
              <a:custGeom>
                <a:avLst/>
                <a:gdLst>
                  <a:gd name="T0" fmla="*/ 0 w 54"/>
                  <a:gd name="T1" fmla="*/ 61 h 61"/>
                  <a:gd name="T2" fmla="*/ 11 w 54"/>
                  <a:gd name="T3" fmla="*/ 50 h 61"/>
                  <a:gd name="T4" fmla="*/ 11 w 54"/>
                  <a:gd name="T5" fmla="*/ 50 h 61"/>
                  <a:gd name="T6" fmla="*/ 11 w 54"/>
                  <a:gd name="T7" fmla="*/ 32 h 61"/>
                  <a:gd name="T8" fmla="*/ 0 w 54"/>
                  <a:gd name="T9" fmla="*/ 61 h 61"/>
                  <a:gd name="T10" fmla="*/ 0 w 54"/>
                  <a:gd name="T11" fmla="*/ 61 h 61"/>
                  <a:gd name="T12" fmla="*/ 20 w 54"/>
                  <a:gd name="T13" fmla="*/ 14 h 61"/>
                  <a:gd name="T14" fmla="*/ 47 w 54"/>
                  <a:gd name="T15" fmla="*/ 14 h 61"/>
                  <a:gd name="T16" fmla="*/ 47 w 54"/>
                  <a:gd name="T17" fmla="*/ 40 h 61"/>
                  <a:gd name="T18" fmla="*/ 43 w 54"/>
                  <a:gd name="T19" fmla="*/ 39 h 61"/>
                  <a:gd name="T20" fmla="*/ 32 w 54"/>
                  <a:gd name="T21" fmla="*/ 50 h 61"/>
                  <a:gd name="T22" fmla="*/ 43 w 54"/>
                  <a:gd name="T23" fmla="*/ 61 h 61"/>
                  <a:gd name="T24" fmla="*/ 54 w 54"/>
                  <a:gd name="T25" fmla="*/ 50 h 61"/>
                  <a:gd name="T26" fmla="*/ 54 w 54"/>
                  <a:gd name="T27" fmla="*/ 50 h 61"/>
                  <a:gd name="T28" fmla="*/ 54 w 54"/>
                  <a:gd name="T29" fmla="*/ 50 h 61"/>
                  <a:gd name="T30" fmla="*/ 54 w 54"/>
                  <a:gd name="T31" fmla="*/ 14 h 61"/>
                  <a:gd name="T32" fmla="*/ 54 w 54"/>
                  <a:gd name="T33" fmla="*/ 0 h 61"/>
                  <a:gd name="T34" fmla="*/ 47 w 54"/>
                  <a:gd name="T35" fmla="*/ 0 h 61"/>
                  <a:gd name="T36" fmla="*/ 28 w 54"/>
                  <a:gd name="T37" fmla="*/ 0 h 61"/>
                  <a:gd name="T38" fmla="*/ 20 w 54"/>
                  <a:gd name="T39" fmla="*/ 14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4" h="61">
                    <a:moveTo>
                      <a:pt x="0" y="61"/>
                    </a:moveTo>
                    <a:cubicBezTo>
                      <a:pt x="6" y="61"/>
                      <a:pt x="11" y="56"/>
                      <a:pt x="11" y="50"/>
                    </a:cubicBezTo>
                    <a:cubicBezTo>
                      <a:pt x="11" y="50"/>
                      <a:pt x="11" y="50"/>
                      <a:pt x="11" y="50"/>
                    </a:cubicBezTo>
                    <a:cubicBezTo>
                      <a:pt x="11" y="32"/>
                      <a:pt x="11" y="32"/>
                      <a:pt x="11" y="32"/>
                    </a:cubicBezTo>
                    <a:cubicBezTo>
                      <a:pt x="7" y="42"/>
                      <a:pt x="3" y="51"/>
                      <a:pt x="0" y="61"/>
                    </a:cubicBezTo>
                    <a:cubicBezTo>
                      <a:pt x="0" y="61"/>
                      <a:pt x="0" y="61"/>
                      <a:pt x="0" y="61"/>
                    </a:cubicBezTo>
                    <a:close/>
                    <a:moveTo>
                      <a:pt x="20" y="14"/>
                    </a:moveTo>
                    <a:cubicBezTo>
                      <a:pt x="47" y="14"/>
                      <a:pt x="47" y="14"/>
                      <a:pt x="47" y="14"/>
                    </a:cubicBezTo>
                    <a:cubicBezTo>
                      <a:pt x="47" y="40"/>
                      <a:pt x="47" y="40"/>
                      <a:pt x="47" y="40"/>
                    </a:cubicBezTo>
                    <a:cubicBezTo>
                      <a:pt x="46" y="39"/>
                      <a:pt x="44" y="39"/>
                      <a:pt x="43" y="39"/>
                    </a:cubicBezTo>
                    <a:cubicBezTo>
                      <a:pt x="37" y="39"/>
                      <a:pt x="32" y="44"/>
                      <a:pt x="32" y="50"/>
                    </a:cubicBezTo>
                    <a:cubicBezTo>
                      <a:pt x="32" y="56"/>
                      <a:pt x="37" y="61"/>
                      <a:pt x="43" y="61"/>
                    </a:cubicBezTo>
                    <a:cubicBezTo>
                      <a:pt x="49" y="61"/>
                      <a:pt x="54" y="56"/>
                      <a:pt x="54" y="50"/>
                    </a:cubicBezTo>
                    <a:cubicBezTo>
                      <a:pt x="54" y="50"/>
                      <a:pt x="54" y="50"/>
                      <a:pt x="54" y="50"/>
                    </a:cubicBezTo>
                    <a:cubicBezTo>
                      <a:pt x="54" y="50"/>
                      <a:pt x="54" y="50"/>
                      <a:pt x="54" y="50"/>
                    </a:cubicBezTo>
                    <a:cubicBezTo>
                      <a:pt x="54" y="14"/>
                      <a:pt x="54" y="14"/>
                      <a:pt x="54" y="14"/>
                    </a:cubicBezTo>
                    <a:cubicBezTo>
                      <a:pt x="54" y="0"/>
                      <a:pt x="54" y="0"/>
                      <a:pt x="54" y="0"/>
                    </a:cubicBezTo>
                    <a:cubicBezTo>
                      <a:pt x="47" y="0"/>
                      <a:pt x="47" y="0"/>
                      <a:pt x="47" y="0"/>
                    </a:cubicBezTo>
                    <a:cubicBezTo>
                      <a:pt x="28" y="0"/>
                      <a:pt x="28" y="0"/>
                      <a:pt x="28" y="0"/>
                    </a:cubicBezTo>
                    <a:cubicBezTo>
                      <a:pt x="25" y="5"/>
                      <a:pt x="22" y="9"/>
                      <a:pt x="20" y="14"/>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9" name="Freeform 503"/>
              <p:cNvSpPr>
                <a:spLocks/>
              </p:cNvSpPr>
              <p:nvPr/>
            </p:nvSpPr>
            <p:spPr bwMode="auto">
              <a:xfrm>
                <a:off x="4838822" y="1276177"/>
                <a:ext cx="340665" cy="274492"/>
              </a:xfrm>
              <a:custGeom>
                <a:avLst/>
                <a:gdLst>
                  <a:gd name="T0" fmla="*/ 11 w 77"/>
                  <a:gd name="T1" fmla="*/ 48 h 62"/>
                  <a:gd name="T2" fmla="*/ 32 w 77"/>
                  <a:gd name="T3" fmla="*/ 37 h 62"/>
                  <a:gd name="T4" fmla="*/ 36 w 77"/>
                  <a:gd name="T5" fmla="*/ 37 h 62"/>
                  <a:gd name="T6" fmla="*/ 36 w 77"/>
                  <a:gd name="T7" fmla="*/ 41 h 62"/>
                  <a:gd name="T8" fmla="*/ 36 w 77"/>
                  <a:gd name="T9" fmla="*/ 50 h 62"/>
                  <a:gd name="T10" fmla="*/ 35 w 77"/>
                  <a:gd name="T11" fmla="*/ 62 h 62"/>
                  <a:gd name="T12" fmla="*/ 42 w 77"/>
                  <a:gd name="T13" fmla="*/ 62 h 62"/>
                  <a:gd name="T14" fmla="*/ 41 w 77"/>
                  <a:gd name="T15" fmla="*/ 50 h 62"/>
                  <a:gd name="T16" fmla="*/ 41 w 77"/>
                  <a:gd name="T17" fmla="*/ 41 h 62"/>
                  <a:gd name="T18" fmla="*/ 41 w 77"/>
                  <a:gd name="T19" fmla="*/ 37 h 62"/>
                  <a:gd name="T20" fmla="*/ 45 w 77"/>
                  <a:gd name="T21" fmla="*/ 37 h 62"/>
                  <a:gd name="T22" fmla="*/ 66 w 77"/>
                  <a:gd name="T23" fmla="*/ 48 h 62"/>
                  <a:gd name="T24" fmla="*/ 74 w 77"/>
                  <a:gd name="T25" fmla="*/ 40 h 62"/>
                  <a:gd name="T26" fmla="*/ 74 w 77"/>
                  <a:gd name="T27" fmla="*/ 20 h 62"/>
                  <a:gd name="T28" fmla="*/ 60 w 77"/>
                  <a:gd name="T29" fmla="*/ 14 h 62"/>
                  <a:gd name="T30" fmla="*/ 43 w 77"/>
                  <a:gd name="T31" fmla="*/ 30 h 62"/>
                  <a:gd name="T32" fmla="*/ 42 w 77"/>
                  <a:gd name="T33" fmla="*/ 28 h 62"/>
                  <a:gd name="T34" fmla="*/ 46 w 77"/>
                  <a:gd name="T35" fmla="*/ 19 h 62"/>
                  <a:gd name="T36" fmla="*/ 52 w 77"/>
                  <a:gd name="T37" fmla="*/ 11 h 62"/>
                  <a:gd name="T38" fmla="*/ 22 w 77"/>
                  <a:gd name="T39" fmla="*/ 0 h 62"/>
                  <a:gd name="T40" fmla="*/ 30 w 77"/>
                  <a:gd name="T41" fmla="*/ 19 h 62"/>
                  <a:gd name="T42" fmla="*/ 35 w 77"/>
                  <a:gd name="T43" fmla="*/ 28 h 62"/>
                  <a:gd name="T44" fmla="*/ 34 w 77"/>
                  <a:gd name="T45" fmla="*/ 30 h 62"/>
                  <a:gd name="T46" fmla="*/ 8 w 77"/>
                  <a:gd name="T47" fmla="*/ 13 h 62"/>
                  <a:gd name="T48" fmla="*/ 2 w 77"/>
                  <a:gd name="T49" fmla="*/ 40 h 62"/>
                  <a:gd name="T50" fmla="*/ 11 w 77"/>
                  <a:gd name="T51" fmla="*/ 48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7" h="62">
                    <a:moveTo>
                      <a:pt x="11" y="48"/>
                    </a:moveTo>
                    <a:cubicBezTo>
                      <a:pt x="19" y="49"/>
                      <a:pt x="25" y="41"/>
                      <a:pt x="32" y="37"/>
                    </a:cubicBezTo>
                    <a:cubicBezTo>
                      <a:pt x="33" y="37"/>
                      <a:pt x="35" y="35"/>
                      <a:pt x="36" y="37"/>
                    </a:cubicBezTo>
                    <a:cubicBezTo>
                      <a:pt x="36" y="38"/>
                      <a:pt x="36" y="40"/>
                      <a:pt x="36" y="41"/>
                    </a:cubicBezTo>
                    <a:cubicBezTo>
                      <a:pt x="36" y="44"/>
                      <a:pt x="36" y="47"/>
                      <a:pt x="36" y="50"/>
                    </a:cubicBezTo>
                    <a:cubicBezTo>
                      <a:pt x="36" y="53"/>
                      <a:pt x="35" y="59"/>
                      <a:pt x="35" y="62"/>
                    </a:cubicBezTo>
                    <a:cubicBezTo>
                      <a:pt x="42" y="62"/>
                      <a:pt x="42" y="62"/>
                      <a:pt x="42" y="62"/>
                    </a:cubicBezTo>
                    <a:cubicBezTo>
                      <a:pt x="41" y="59"/>
                      <a:pt x="41" y="53"/>
                      <a:pt x="41" y="50"/>
                    </a:cubicBezTo>
                    <a:cubicBezTo>
                      <a:pt x="41" y="47"/>
                      <a:pt x="41" y="44"/>
                      <a:pt x="41" y="41"/>
                    </a:cubicBezTo>
                    <a:cubicBezTo>
                      <a:pt x="41" y="40"/>
                      <a:pt x="40" y="38"/>
                      <a:pt x="41" y="37"/>
                    </a:cubicBezTo>
                    <a:cubicBezTo>
                      <a:pt x="42" y="35"/>
                      <a:pt x="44" y="37"/>
                      <a:pt x="45" y="37"/>
                    </a:cubicBezTo>
                    <a:cubicBezTo>
                      <a:pt x="51" y="41"/>
                      <a:pt x="58" y="49"/>
                      <a:pt x="66" y="48"/>
                    </a:cubicBezTo>
                    <a:cubicBezTo>
                      <a:pt x="70" y="48"/>
                      <a:pt x="73" y="44"/>
                      <a:pt x="74" y="40"/>
                    </a:cubicBezTo>
                    <a:cubicBezTo>
                      <a:pt x="76" y="35"/>
                      <a:pt x="77" y="26"/>
                      <a:pt x="74" y="20"/>
                    </a:cubicBezTo>
                    <a:cubicBezTo>
                      <a:pt x="70" y="18"/>
                      <a:pt x="65" y="16"/>
                      <a:pt x="60" y="14"/>
                    </a:cubicBezTo>
                    <a:cubicBezTo>
                      <a:pt x="54" y="18"/>
                      <a:pt x="50" y="29"/>
                      <a:pt x="43" y="30"/>
                    </a:cubicBezTo>
                    <a:cubicBezTo>
                      <a:pt x="41" y="30"/>
                      <a:pt x="41" y="29"/>
                      <a:pt x="42" y="28"/>
                    </a:cubicBezTo>
                    <a:cubicBezTo>
                      <a:pt x="43" y="24"/>
                      <a:pt x="44" y="21"/>
                      <a:pt x="46" y="19"/>
                    </a:cubicBezTo>
                    <a:cubicBezTo>
                      <a:pt x="48" y="16"/>
                      <a:pt x="50" y="14"/>
                      <a:pt x="52" y="11"/>
                    </a:cubicBezTo>
                    <a:cubicBezTo>
                      <a:pt x="42" y="7"/>
                      <a:pt x="32" y="3"/>
                      <a:pt x="22" y="0"/>
                    </a:cubicBezTo>
                    <a:cubicBezTo>
                      <a:pt x="21" y="7"/>
                      <a:pt x="27" y="14"/>
                      <a:pt x="30" y="19"/>
                    </a:cubicBezTo>
                    <a:cubicBezTo>
                      <a:pt x="32" y="21"/>
                      <a:pt x="34" y="24"/>
                      <a:pt x="35" y="28"/>
                    </a:cubicBezTo>
                    <a:cubicBezTo>
                      <a:pt x="36" y="29"/>
                      <a:pt x="36" y="30"/>
                      <a:pt x="34" y="30"/>
                    </a:cubicBezTo>
                    <a:cubicBezTo>
                      <a:pt x="24" y="29"/>
                      <a:pt x="20" y="6"/>
                      <a:pt x="8" y="13"/>
                    </a:cubicBezTo>
                    <a:cubicBezTo>
                      <a:pt x="0" y="18"/>
                      <a:pt x="0" y="32"/>
                      <a:pt x="2" y="40"/>
                    </a:cubicBezTo>
                    <a:cubicBezTo>
                      <a:pt x="4" y="44"/>
                      <a:pt x="6" y="48"/>
                      <a:pt x="11" y="48"/>
                    </a:cubicBezTo>
                    <a:close/>
                  </a:path>
                </a:pathLst>
              </a:custGeom>
              <a:solidFill>
                <a:schemeClr val="accent4"/>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0" name="Freeform 504"/>
              <p:cNvSpPr>
                <a:spLocks/>
              </p:cNvSpPr>
              <p:nvPr/>
            </p:nvSpPr>
            <p:spPr bwMode="auto">
              <a:xfrm>
                <a:off x="5832632" y="2464827"/>
                <a:ext cx="101709" cy="101709"/>
              </a:xfrm>
              <a:custGeom>
                <a:avLst/>
                <a:gdLst>
                  <a:gd name="T0" fmla="*/ 11 w 23"/>
                  <a:gd name="T1" fmla="*/ 23 h 23"/>
                  <a:gd name="T2" fmla="*/ 11 w 23"/>
                  <a:gd name="T3" fmla="*/ 23 h 23"/>
                  <a:gd name="T4" fmla="*/ 23 w 23"/>
                  <a:gd name="T5" fmla="*/ 11 h 23"/>
                  <a:gd name="T6" fmla="*/ 11 w 23"/>
                  <a:gd name="T7" fmla="*/ 0 h 23"/>
                  <a:gd name="T8" fmla="*/ 0 w 23"/>
                  <a:gd name="T9" fmla="*/ 11 h 23"/>
                  <a:gd name="T10" fmla="*/ 6 w 23"/>
                  <a:gd name="T11" fmla="*/ 15 h 23"/>
                  <a:gd name="T12" fmla="*/ 11 w 23"/>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23" h="23">
                    <a:moveTo>
                      <a:pt x="11" y="23"/>
                    </a:moveTo>
                    <a:cubicBezTo>
                      <a:pt x="11" y="23"/>
                      <a:pt x="11" y="23"/>
                      <a:pt x="11" y="23"/>
                    </a:cubicBezTo>
                    <a:cubicBezTo>
                      <a:pt x="18" y="23"/>
                      <a:pt x="23" y="17"/>
                      <a:pt x="23" y="11"/>
                    </a:cubicBezTo>
                    <a:cubicBezTo>
                      <a:pt x="23" y="5"/>
                      <a:pt x="18" y="0"/>
                      <a:pt x="11" y="0"/>
                    </a:cubicBezTo>
                    <a:cubicBezTo>
                      <a:pt x="5" y="0"/>
                      <a:pt x="0" y="5"/>
                      <a:pt x="0" y="11"/>
                    </a:cubicBezTo>
                    <a:cubicBezTo>
                      <a:pt x="2" y="12"/>
                      <a:pt x="4" y="13"/>
                      <a:pt x="6" y="15"/>
                    </a:cubicBezTo>
                    <a:cubicBezTo>
                      <a:pt x="8" y="17"/>
                      <a:pt x="10" y="20"/>
                      <a:pt x="11" y="23"/>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1" name="Freeform 505"/>
              <p:cNvSpPr>
                <a:spLocks/>
              </p:cNvSpPr>
              <p:nvPr/>
            </p:nvSpPr>
            <p:spPr bwMode="auto">
              <a:xfrm>
                <a:off x="5868169" y="2434192"/>
                <a:ext cx="26959" cy="22057"/>
              </a:xfrm>
              <a:custGeom>
                <a:avLst/>
                <a:gdLst>
                  <a:gd name="T0" fmla="*/ 22 w 22"/>
                  <a:gd name="T1" fmla="*/ 18 h 18"/>
                  <a:gd name="T2" fmla="*/ 11 w 22"/>
                  <a:gd name="T3" fmla="*/ 0 h 18"/>
                  <a:gd name="T4" fmla="*/ 0 w 22"/>
                  <a:gd name="T5" fmla="*/ 18 h 18"/>
                  <a:gd name="T6" fmla="*/ 22 w 22"/>
                  <a:gd name="T7" fmla="*/ 18 h 18"/>
                </a:gdLst>
                <a:ahLst/>
                <a:cxnLst>
                  <a:cxn ang="0">
                    <a:pos x="T0" y="T1"/>
                  </a:cxn>
                  <a:cxn ang="0">
                    <a:pos x="T2" y="T3"/>
                  </a:cxn>
                  <a:cxn ang="0">
                    <a:pos x="T4" y="T5"/>
                  </a:cxn>
                  <a:cxn ang="0">
                    <a:pos x="T6" y="T7"/>
                  </a:cxn>
                </a:cxnLst>
                <a:rect l="0" t="0" r="r" b="b"/>
                <a:pathLst>
                  <a:path w="22" h="18">
                    <a:moveTo>
                      <a:pt x="22" y="18"/>
                    </a:moveTo>
                    <a:lnTo>
                      <a:pt x="11" y="0"/>
                    </a:lnTo>
                    <a:lnTo>
                      <a:pt x="0" y="18"/>
                    </a:lnTo>
                    <a:lnTo>
                      <a:pt x="22" y="18"/>
                    </a:ln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2" name="Freeform 506"/>
              <p:cNvSpPr>
                <a:spLocks/>
              </p:cNvSpPr>
              <p:nvPr/>
            </p:nvSpPr>
            <p:spPr bwMode="auto">
              <a:xfrm>
                <a:off x="5939243" y="2500364"/>
                <a:ext cx="3676" cy="25734"/>
              </a:xfrm>
              <a:custGeom>
                <a:avLst/>
                <a:gdLst>
                  <a:gd name="T0" fmla="*/ 0 w 1"/>
                  <a:gd name="T1" fmla="*/ 6 h 6"/>
                  <a:gd name="T2" fmla="*/ 1 w 1"/>
                  <a:gd name="T3" fmla="*/ 6 h 6"/>
                  <a:gd name="T4" fmla="*/ 0 w 1"/>
                  <a:gd name="T5" fmla="*/ 0 h 6"/>
                  <a:gd name="T6" fmla="*/ 0 w 1"/>
                  <a:gd name="T7" fmla="*/ 0 h 6"/>
                  <a:gd name="T8" fmla="*/ 0 w 1"/>
                  <a:gd name="T9" fmla="*/ 6 h 6"/>
                </a:gdLst>
                <a:ahLst/>
                <a:cxnLst>
                  <a:cxn ang="0">
                    <a:pos x="T0" y="T1"/>
                  </a:cxn>
                  <a:cxn ang="0">
                    <a:pos x="T2" y="T3"/>
                  </a:cxn>
                  <a:cxn ang="0">
                    <a:pos x="T4" y="T5"/>
                  </a:cxn>
                  <a:cxn ang="0">
                    <a:pos x="T6" y="T7"/>
                  </a:cxn>
                  <a:cxn ang="0">
                    <a:pos x="T8" y="T9"/>
                  </a:cxn>
                </a:cxnLst>
                <a:rect l="0" t="0" r="r" b="b"/>
                <a:pathLst>
                  <a:path w="1" h="6">
                    <a:moveTo>
                      <a:pt x="0" y="6"/>
                    </a:moveTo>
                    <a:cubicBezTo>
                      <a:pt x="1" y="6"/>
                      <a:pt x="1" y="6"/>
                      <a:pt x="1" y="6"/>
                    </a:cubicBezTo>
                    <a:cubicBezTo>
                      <a:pt x="1" y="4"/>
                      <a:pt x="1" y="2"/>
                      <a:pt x="0" y="0"/>
                    </a:cubicBezTo>
                    <a:cubicBezTo>
                      <a:pt x="0" y="0"/>
                      <a:pt x="0" y="0"/>
                      <a:pt x="0" y="0"/>
                    </a:cubicBezTo>
                    <a:lnTo>
                      <a:pt x="0" y="6"/>
                    </a:ln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3" name="Freeform 507"/>
              <p:cNvSpPr>
                <a:spLocks/>
              </p:cNvSpPr>
              <p:nvPr/>
            </p:nvSpPr>
            <p:spPr bwMode="auto">
              <a:xfrm>
                <a:off x="5810574" y="2500364"/>
                <a:ext cx="13480" cy="8578"/>
              </a:xfrm>
              <a:custGeom>
                <a:avLst/>
                <a:gdLst>
                  <a:gd name="T0" fmla="*/ 3 w 3"/>
                  <a:gd name="T1" fmla="*/ 0 h 2"/>
                  <a:gd name="T2" fmla="*/ 0 w 3"/>
                  <a:gd name="T3" fmla="*/ 2 h 2"/>
                  <a:gd name="T4" fmla="*/ 3 w 3"/>
                  <a:gd name="T5" fmla="*/ 2 h 2"/>
                  <a:gd name="T6" fmla="*/ 3 w 3"/>
                  <a:gd name="T7" fmla="*/ 0 h 2"/>
                </a:gdLst>
                <a:ahLst/>
                <a:cxnLst>
                  <a:cxn ang="0">
                    <a:pos x="T0" y="T1"/>
                  </a:cxn>
                  <a:cxn ang="0">
                    <a:pos x="T2" y="T3"/>
                  </a:cxn>
                  <a:cxn ang="0">
                    <a:pos x="T4" y="T5"/>
                  </a:cxn>
                  <a:cxn ang="0">
                    <a:pos x="T6" y="T7"/>
                  </a:cxn>
                </a:cxnLst>
                <a:rect l="0" t="0" r="r" b="b"/>
                <a:pathLst>
                  <a:path w="3" h="2">
                    <a:moveTo>
                      <a:pt x="3" y="0"/>
                    </a:moveTo>
                    <a:cubicBezTo>
                      <a:pt x="0" y="2"/>
                      <a:pt x="0" y="2"/>
                      <a:pt x="0" y="2"/>
                    </a:cubicBezTo>
                    <a:cubicBezTo>
                      <a:pt x="1" y="2"/>
                      <a:pt x="2" y="2"/>
                      <a:pt x="3" y="2"/>
                    </a:cubicBezTo>
                    <a:lnTo>
                      <a:pt x="3" y="0"/>
                    </a:ln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4" name="Freeform 508"/>
              <p:cNvSpPr>
                <a:spLocks/>
              </p:cNvSpPr>
              <p:nvPr/>
            </p:nvSpPr>
            <p:spPr bwMode="auto">
              <a:xfrm>
                <a:off x="5912283" y="2456249"/>
                <a:ext cx="26959" cy="25734"/>
              </a:xfrm>
              <a:custGeom>
                <a:avLst/>
                <a:gdLst>
                  <a:gd name="T0" fmla="*/ 0 w 6"/>
                  <a:gd name="T1" fmla="*/ 2 h 6"/>
                  <a:gd name="T2" fmla="*/ 5 w 6"/>
                  <a:gd name="T3" fmla="*/ 6 h 6"/>
                  <a:gd name="T4" fmla="*/ 6 w 6"/>
                  <a:gd name="T5" fmla="*/ 2 h 6"/>
                  <a:gd name="T6" fmla="*/ 6 w 6"/>
                  <a:gd name="T7" fmla="*/ 0 h 6"/>
                  <a:gd name="T8" fmla="*/ 0 w 6"/>
                  <a:gd name="T9" fmla="*/ 2 h 6"/>
                </a:gdLst>
                <a:ahLst/>
                <a:cxnLst>
                  <a:cxn ang="0">
                    <a:pos x="T0" y="T1"/>
                  </a:cxn>
                  <a:cxn ang="0">
                    <a:pos x="T2" y="T3"/>
                  </a:cxn>
                  <a:cxn ang="0">
                    <a:pos x="T4" y="T5"/>
                  </a:cxn>
                  <a:cxn ang="0">
                    <a:pos x="T6" y="T7"/>
                  </a:cxn>
                  <a:cxn ang="0">
                    <a:pos x="T8" y="T9"/>
                  </a:cxn>
                </a:cxnLst>
                <a:rect l="0" t="0" r="r" b="b"/>
                <a:pathLst>
                  <a:path w="6" h="6">
                    <a:moveTo>
                      <a:pt x="0" y="2"/>
                    </a:moveTo>
                    <a:cubicBezTo>
                      <a:pt x="5" y="6"/>
                      <a:pt x="5" y="6"/>
                      <a:pt x="5" y="6"/>
                    </a:cubicBezTo>
                    <a:cubicBezTo>
                      <a:pt x="6" y="2"/>
                      <a:pt x="6" y="2"/>
                      <a:pt x="6" y="2"/>
                    </a:cubicBezTo>
                    <a:cubicBezTo>
                      <a:pt x="6" y="1"/>
                      <a:pt x="6" y="1"/>
                      <a:pt x="6" y="0"/>
                    </a:cubicBezTo>
                    <a:lnTo>
                      <a:pt x="0" y="2"/>
                    </a:ln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5" name="Freeform 509"/>
              <p:cNvSpPr>
                <a:spLocks/>
              </p:cNvSpPr>
              <p:nvPr/>
            </p:nvSpPr>
            <p:spPr bwMode="auto">
              <a:xfrm>
                <a:off x="5912283" y="2544479"/>
                <a:ext cx="26959" cy="25734"/>
              </a:xfrm>
              <a:custGeom>
                <a:avLst/>
                <a:gdLst>
                  <a:gd name="T0" fmla="*/ 18 w 22"/>
                  <a:gd name="T1" fmla="*/ 0 h 21"/>
                  <a:gd name="T2" fmla="*/ 0 w 22"/>
                  <a:gd name="T3" fmla="*/ 18 h 21"/>
                  <a:gd name="T4" fmla="*/ 22 w 22"/>
                  <a:gd name="T5" fmla="*/ 21 h 21"/>
                  <a:gd name="T6" fmla="*/ 18 w 22"/>
                  <a:gd name="T7" fmla="*/ 0 h 21"/>
                </a:gdLst>
                <a:ahLst/>
                <a:cxnLst>
                  <a:cxn ang="0">
                    <a:pos x="T0" y="T1"/>
                  </a:cxn>
                  <a:cxn ang="0">
                    <a:pos x="T2" y="T3"/>
                  </a:cxn>
                  <a:cxn ang="0">
                    <a:pos x="T4" y="T5"/>
                  </a:cxn>
                  <a:cxn ang="0">
                    <a:pos x="T6" y="T7"/>
                  </a:cxn>
                </a:cxnLst>
                <a:rect l="0" t="0" r="r" b="b"/>
                <a:pathLst>
                  <a:path w="22" h="21">
                    <a:moveTo>
                      <a:pt x="18" y="0"/>
                    </a:moveTo>
                    <a:lnTo>
                      <a:pt x="0" y="18"/>
                    </a:lnTo>
                    <a:lnTo>
                      <a:pt x="22" y="21"/>
                    </a:lnTo>
                    <a:lnTo>
                      <a:pt x="18" y="0"/>
                    </a:ln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6" name="Freeform 510"/>
              <p:cNvSpPr>
                <a:spLocks/>
              </p:cNvSpPr>
              <p:nvPr/>
            </p:nvSpPr>
            <p:spPr bwMode="auto">
              <a:xfrm>
                <a:off x="5824054" y="2456249"/>
                <a:ext cx="26959" cy="25734"/>
              </a:xfrm>
              <a:custGeom>
                <a:avLst/>
                <a:gdLst>
                  <a:gd name="T0" fmla="*/ 7 w 22"/>
                  <a:gd name="T1" fmla="*/ 21 h 21"/>
                  <a:gd name="T2" fmla="*/ 22 w 22"/>
                  <a:gd name="T3" fmla="*/ 7 h 21"/>
                  <a:gd name="T4" fmla="*/ 0 w 22"/>
                  <a:gd name="T5" fmla="*/ 0 h 21"/>
                  <a:gd name="T6" fmla="*/ 7 w 22"/>
                  <a:gd name="T7" fmla="*/ 21 h 21"/>
                </a:gdLst>
                <a:ahLst/>
                <a:cxnLst>
                  <a:cxn ang="0">
                    <a:pos x="T0" y="T1"/>
                  </a:cxn>
                  <a:cxn ang="0">
                    <a:pos x="T2" y="T3"/>
                  </a:cxn>
                  <a:cxn ang="0">
                    <a:pos x="T4" y="T5"/>
                  </a:cxn>
                  <a:cxn ang="0">
                    <a:pos x="T6" y="T7"/>
                  </a:cxn>
                </a:cxnLst>
                <a:rect l="0" t="0" r="r" b="b"/>
                <a:pathLst>
                  <a:path w="22" h="21">
                    <a:moveTo>
                      <a:pt x="7" y="21"/>
                    </a:moveTo>
                    <a:lnTo>
                      <a:pt x="22" y="7"/>
                    </a:lnTo>
                    <a:lnTo>
                      <a:pt x="0" y="0"/>
                    </a:lnTo>
                    <a:lnTo>
                      <a:pt x="7" y="21"/>
                    </a:ln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7" name="Freeform 511"/>
              <p:cNvSpPr>
                <a:spLocks/>
              </p:cNvSpPr>
              <p:nvPr/>
            </p:nvSpPr>
            <p:spPr bwMode="auto">
              <a:xfrm>
                <a:off x="5717443" y="2513844"/>
                <a:ext cx="221800" cy="136021"/>
              </a:xfrm>
              <a:custGeom>
                <a:avLst/>
                <a:gdLst>
                  <a:gd name="T0" fmla="*/ 41 w 50"/>
                  <a:gd name="T1" fmla="*/ 13 h 31"/>
                  <a:gd name="T2" fmla="*/ 40 w 50"/>
                  <a:gd name="T3" fmla="*/ 14 h 31"/>
                  <a:gd name="T4" fmla="*/ 36 w 50"/>
                  <a:gd name="T5" fmla="*/ 16 h 31"/>
                  <a:gd name="T6" fmla="*/ 35 w 50"/>
                  <a:gd name="T7" fmla="*/ 13 h 31"/>
                  <a:gd name="T8" fmla="*/ 35 w 50"/>
                  <a:gd name="T9" fmla="*/ 11 h 31"/>
                  <a:gd name="T10" fmla="*/ 26 w 50"/>
                  <a:gd name="T11" fmla="*/ 1 h 31"/>
                  <a:gd name="T12" fmla="*/ 24 w 50"/>
                  <a:gd name="T13" fmla="*/ 1 h 31"/>
                  <a:gd name="T14" fmla="*/ 20 w 50"/>
                  <a:gd name="T15" fmla="*/ 0 h 31"/>
                  <a:gd name="T16" fmla="*/ 19 w 50"/>
                  <a:gd name="T17" fmla="*/ 0 h 31"/>
                  <a:gd name="T18" fmla="*/ 5 w 50"/>
                  <a:gd name="T19" fmla="*/ 16 h 31"/>
                  <a:gd name="T20" fmla="*/ 5 w 50"/>
                  <a:gd name="T21" fmla="*/ 20 h 31"/>
                  <a:gd name="T22" fmla="*/ 0 w 50"/>
                  <a:gd name="T23" fmla="*/ 26 h 31"/>
                  <a:gd name="T24" fmla="*/ 5 w 50"/>
                  <a:gd name="T25" fmla="*/ 31 h 31"/>
                  <a:gd name="T26" fmla="*/ 20 w 50"/>
                  <a:gd name="T27" fmla="*/ 31 h 31"/>
                  <a:gd name="T28" fmla="*/ 21 w 50"/>
                  <a:gd name="T29" fmla="*/ 31 h 31"/>
                  <a:gd name="T30" fmla="*/ 41 w 50"/>
                  <a:gd name="T31" fmla="*/ 31 h 31"/>
                  <a:gd name="T32" fmla="*/ 50 w 50"/>
                  <a:gd name="T33" fmla="*/ 22 h 31"/>
                  <a:gd name="T34" fmla="*/ 41 w 50"/>
                  <a:gd name="T35" fmla="*/ 1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0" h="31">
                    <a:moveTo>
                      <a:pt x="41" y="13"/>
                    </a:moveTo>
                    <a:cubicBezTo>
                      <a:pt x="41" y="13"/>
                      <a:pt x="41" y="14"/>
                      <a:pt x="40" y="14"/>
                    </a:cubicBezTo>
                    <a:cubicBezTo>
                      <a:pt x="38" y="14"/>
                      <a:pt x="37" y="15"/>
                      <a:pt x="36" y="16"/>
                    </a:cubicBezTo>
                    <a:cubicBezTo>
                      <a:pt x="36" y="15"/>
                      <a:pt x="36" y="14"/>
                      <a:pt x="35" y="13"/>
                    </a:cubicBezTo>
                    <a:cubicBezTo>
                      <a:pt x="35" y="13"/>
                      <a:pt x="35" y="12"/>
                      <a:pt x="35" y="11"/>
                    </a:cubicBezTo>
                    <a:cubicBezTo>
                      <a:pt x="34" y="7"/>
                      <a:pt x="30" y="3"/>
                      <a:pt x="26" y="1"/>
                    </a:cubicBezTo>
                    <a:cubicBezTo>
                      <a:pt x="25" y="1"/>
                      <a:pt x="25" y="1"/>
                      <a:pt x="24" y="1"/>
                    </a:cubicBezTo>
                    <a:cubicBezTo>
                      <a:pt x="23" y="1"/>
                      <a:pt x="21" y="0"/>
                      <a:pt x="20" y="0"/>
                    </a:cubicBezTo>
                    <a:cubicBezTo>
                      <a:pt x="20" y="0"/>
                      <a:pt x="20" y="0"/>
                      <a:pt x="19" y="0"/>
                    </a:cubicBezTo>
                    <a:cubicBezTo>
                      <a:pt x="11" y="1"/>
                      <a:pt x="5" y="8"/>
                      <a:pt x="5" y="16"/>
                    </a:cubicBezTo>
                    <a:cubicBezTo>
                      <a:pt x="5" y="17"/>
                      <a:pt x="5" y="19"/>
                      <a:pt x="5" y="20"/>
                    </a:cubicBezTo>
                    <a:cubicBezTo>
                      <a:pt x="2" y="21"/>
                      <a:pt x="0" y="23"/>
                      <a:pt x="0" y="26"/>
                    </a:cubicBezTo>
                    <a:cubicBezTo>
                      <a:pt x="0" y="29"/>
                      <a:pt x="2" y="31"/>
                      <a:pt x="5" y="31"/>
                    </a:cubicBezTo>
                    <a:cubicBezTo>
                      <a:pt x="20" y="31"/>
                      <a:pt x="20" y="31"/>
                      <a:pt x="20" y="31"/>
                    </a:cubicBezTo>
                    <a:cubicBezTo>
                      <a:pt x="21" y="31"/>
                      <a:pt x="21" y="31"/>
                      <a:pt x="21" y="31"/>
                    </a:cubicBezTo>
                    <a:cubicBezTo>
                      <a:pt x="41" y="31"/>
                      <a:pt x="41" y="31"/>
                      <a:pt x="41" y="31"/>
                    </a:cubicBezTo>
                    <a:cubicBezTo>
                      <a:pt x="46" y="31"/>
                      <a:pt x="50" y="27"/>
                      <a:pt x="50" y="22"/>
                    </a:cubicBezTo>
                    <a:cubicBezTo>
                      <a:pt x="50" y="18"/>
                      <a:pt x="46" y="13"/>
                      <a:pt x="41" y="13"/>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8" name="Freeform 512"/>
              <p:cNvSpPr>
                <a:spLocks/>
              </p:cNvSpPr>
              <p:nvPr/>
            </p:nvSpPr>
            <p:spPr bwMode="auto">
              <a:xfrm>
                <a:off x="3456557" y="3361830"/>
                <a:ext cx="150726" cy="215673"/>
              </a:xfrm>
              <a:custGeom>
                <a:avLst/>
                <a:gdLst>
                  <a:gd name="T0" fmla="*/ 34 w 34"/>
                  <a:gd name="T1" fmla="*/ 49 h 49"/>
                  <a:gd name="T2" fmla="*/ 34 w 34"/>
                  <a:gd name="T3" fmla="*/ 21 h 49"/>
                  <a:gd name="T4" fmla="*/ 33 w 34"/>
                  <a:gd name="T5" fmla="*/ 13 h 49"/>
                  <a:gd name="T6" fmla="*/ 28 w 34"/>
                  <a:gd name="T7" fmla="*/ 7 h 49"/>
                  <a:gd name="T8" fmla="*/ 28 w 34"/>
                  <a:gd name="T9" fmla="*/ 2 h 49"/>
                  <a:gd name="T10" fmla="*/ 28 w 34"/>
                  <a:gd name="T11" fmla="*/ 0 h 49"/>
                  <a:gd name="T12" fmla="*/ 26 w 34"/>
                  <a:gd name="T13" fmla="*/ 0 h 49"/>
                  <a:gd name="T14" fmla="*/ 5 w 34"/>
                  <a:gd name="T15" fmla="*/ 0 h 49"/>
                  <a:gd name="T16" fmla="*/ 3 w 34"/>
                  <a:gd name="T17" fmla="*/ 0 h 49"/>
                  <a:gd name="T18" fmla="*/ 3 w 34"/>
                  <a:gd name="T19" fmla="*/ 2 h 49"/>
                  <a:gd name="T20" fmla="*/ 3 w 34"/>
                  <a:gd name="T21" fmla="*/ 7 h 49"/>
                  <a:gd name="T22" fmla="*/ 0 w 34"/>
                  <a:gd name="T23" fmla="*/ 9 h 49"/>
                  <a:gd name="T24" fmla="*/ 5 w 34"/>
                  <a:gd name="T25" fmla="*/ 17 h 49"/>
                  <a:gd name="T26" fmla="*/ 5 w 34"/>
                  <a:gd name="T27" fmla="*/ 6 h 49"/>
                  <a:gd name="T28" fmla="*/ 5 w 34"/>
                  <a:gd name="T29" fmla="*/ 6 h 49"/>
                  <a:gd name="T30" fmla="*/ 5 w 34"/>
                  <a:gd name="T31" fmla="*/ 6 h 49"/>
                  <a:gd name="T32" fmla="*/ 5 w 34"/>
                  <a:gd name="T33" fmla="*/ 2 h 49"/>
                  <a:gd name="T34" fmla="*/ 26 w 34"/>
                  <a:gd name="T35" fmla="*/ 2 h 49"/>
                  <a:gd name="T36" fmla="*/ 26 w 34"/>
                  <a:gd name="T37" fmla="*/ 6 h 49"/>
                  <a:gd name="T38" fmla="*/ 26 w 34"/>
                  <a:gd name="T39" fmla="*/ 34 h 49"/>
                  <a:gd name="T40" fmla="*/ 16 w 34"/>
                  <a:gd name="T41" fmla="*/ 24 h 49"/>
                  <a:gd name="T42" fmla="*/ 13 w 34"/>
                  <a:gd name="T43" fmla="*/ 26 h 49"/>
                  <a:gd name="T44" fmla="*/ 34 w 34"/>
                  <a:gd name="T45"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4" h="49">
                    <a:moveTo>
                      <a:pt x="34" y="49"/>
                    </a:moveTo>
                    <a:cubicBezTo>
                      <a:pt x="34" y="38"/>
                      <a:pt x="34" y="27"/>
                      <a:pt x="34" y="21"/>
                    </a:cubicBezTo>
                    <a:cubicBezTo>
                      <a:pt x="34" y="19"/>
                      <a:pt x="34" y="15"/>
                      <a:pt x="33" y="13"/>
                    </a:cubicBezTo>
                    <a:cubicBezTo>
                      <a:pt x="32" y="10"/>
                      <a:pt x="30" y="8"/>
                      <a:pt x="28" y="7"/>
                    </a:cubicBezTo>
                    <a:cubicBezTo>
                      <a:pt x="28" y="2"/>
                      <a:pt x="28" y="2"/>
                      <a:pt x="28" y="2"/>
                    </a:cubicBezTo>
                    <a:cubicBezTo>
                      <a:pt x="28" y="0"/>
                      <a:pt x="28" y="0"/>
                      <a:pt x="28" y="0"/>
                    </a:cubicBezTo>
                    <a:cubicBezTo>
                      <a:pt x="26" y="0"/>
                      <a:pt x="26" y="0"/>
                      <a:pt x="26" y="0"/>
                    </a:cubicBezTo>
                    <a:cubicBezTo>
                      <a:pt x="5" y="0"/>
                      <a:pt x="5" y="0"/>
                      <a:pt x="5" y="0"/>
                    </a:cubicBezTo>
                    <a:cubicBezTo>
                      <a:pt x="3" y="0"/>
                      <a:pt x="3" y="0"/>
                      <a:pt x="3" y="0"/>
                    </a:cubicBezTo>
                    <a:cubicBezTo>
                      <a:pt x="3" y="2"/>
                      <a:pt x="3" y="2"/>
                      <a:pt x="3" y="2"/>
                    </a:cubicBezTo>
                    <a:cubicBezTo>
                      <a:pt x="3" y="7"/>
                      <a:pt x="3" y="7"/>
                      <a:pt x="3" y="7"/>
                    </a:cubicBezTo>
                    <a:cubicBezTo>
                      <a:pt x="2" y="8"/>
                      <a:pt x="1" y="8"/>
                      <a:pt x="0" y="9"/>
                    </a:cubicBezTo>
                    <a:cubicBezTo>
                      <a:pt x="2" y="12"/>
                      <a:pt x="3" y="14"/>
                      <a:pt x="5" y="17"/>
                    </a:cubicBezTo>
                    <a:cubicBezTo>
                      <a:pt x="5" y="6"/>
                      <a:pt x="5" y="6"/>
                      <a:pt x="5" y="6"/>
                    </a:cubicBezTo>
                    <a:cubicBezTo>
                      <a:pt x="5" y="6"/>
                      <a:pt x="5" y="6"/>
                      <a:pt x="5" y="6"/>
                    </a:cubicBezTo>
                    <a:cubicBezTo>
                      <a:pt x="5" y="6"/>
                      <a:pt x="5" y="6"/>
                      <a:pt x="5" y="6"/>
                    </a:cubicBezTo>
                    <a:cubicBezTo>
                      <a:pt x="5" y="2"/>
                      <a:pt x="5" y="2"/>
                      <a:pt x="5" y="2"/>
                    </a:cubicBezTo>
                    <a:cubicBezTo>
                      <a:pt x="26" y="2"/>
                      <a:pt x="26" y="2"/>
                      <a:pt x="26" y="2"/>
                    </a:cubicBezTo>
                    <a:cubicBezTo>
                      <a:pt x="26" y="6"/>
                      <a:pt x="26" y="6"/>
                      <a:pt x="26" y="6"/>
                    </a:cubicBezTo>
                    <a:cubicBezTo>
                      <a:pt x="26" y="34"/>
                      <a:pt x="26" y="34"/>
                      <a:pt x="26" y="34"/>
                    </a:cubicBezTo>
                    <a:cubicBezTo>
                      <a:pt x="16" y="24"/>
                      <a:pt x="16" y="24"/>
                      <a:pt x="16" y="24"/>
                    </a:cubicBezTo>
                    <a:cubicBezTo>
                      <a:pt x="13" y="26"/>
                      <a:pt x="13" y="26"/>
                      <a:pt x="13" y="26"/>
                    </a:cubicBezTo>
                    <a:cubicBezTo>
                      <a:pt x="20" y="34"/>
                      <a:pt x="26" y="42"/>
                      <a:pt x="34" y="49"/>
                    </a:cubicBezTo>
                    <a:close/>
                  </a:path>
                </a:pathLst>
              </a:custGeom>
              <a:solidFill>
                <a:srgbClr val="49719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9" name="Freeform 513"/>
              <p:cNvSpPr>
                <a:spLocks/>
              </p:cNvSpPr>
              <p:nvPr/>
            </p:nvSpPr>
            <p:spPr bwMode="auto">
              <a:xfrm>
                <a:off x="3615860" y="3383887"/>
                <a:ext cx="162980" cy="339439"/>
              </a:xfrm>
              <a:custGeom>
                <a:avLst/>
                <a:gdLst>
                  <a:gd name="T0" fmla="*/ 22 w 37"/>
                  <a:gd name="T1" fmla="*/ 66 h 77"/>
                  <a:gd name="T2" fmla="*/ 36 w 37"/>
                  <a:gd name="T3" fmla="*/ 74 h 77"/>
                  <a:gd name="T4" fmla="*/ 37 w 37"/>
                  <a:gd name="T5" fmla="*/ 74 h 77"/>
                  <a:gd name="T6" fmla="*/ 37 w 37"/>
                  <a:gd name="T7" fmla="*/ 16 h 77"/>
                  <a:gd name="T8" fmla="*/ 36 w 37"/>
                  <a:gd name="T9" fmla="*/ 8 h 77"/>
                  <a:gd name="T10" fmla="*/ 18 w 37"/>
                  <a:gd name="T11" fmla="*/ 0 h 77"/>
                  <a:gd name="T12" fmla="*/ 1 w 37"/>
                  <a:gd name="T13" fmla="*/ 8 h 77"/>
                  <a:gd name="T14" fmla="*/ 0 w 37"/>
                  <a:gd name="T15" fmla="*/ 16 h 77"/>
                  <a:gd name="T16" fmla="*/ 0 w 37"/>
                  <a:gd name="T17" fmla="*/ 46 h 77"/>
                  <a:gd name="T18" fmla="*/ 22 w 37"/>
                  <a:gd name="T19" fmla="*/ 66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 h="77">
                    <a:moveTo>
                      <a:pt x="22" y="66"/>
                    </a:moveTo>
                    <a:cubicBezTo>
                      <a:pt x="29" y="66"/>
                      <a:pt x="34" y="69"/>
                      <a:pt x="36" y="74"/>
                    </a:cubicBezTo>
                    <a:cubicBezTo>
                      <a:pt x="37" y="77"/>
                      <a:pt x="37" y="77"/>
                      <a:pt x="37" y="74"/>
                    </a:cubicBezTo>
                    <a:cubicBezTo>
                      <a:pt x="37" y="62"/>
                      <a:pt x="37" y="28"/>
                      <a:pt x="37" y="16"/>
                    </a:cubicBezTo>
                    <a:cubicBezTo>
                      <a:pt x="37" y="14"/>
                      <a:pt x="37" y="10"/>
                      <a:pt x="36" y="8"/>
                    </a:cubicBezTo>
                    <a:cubicBezTo>
                      <a:pt x="34" y="1"/>
                      <a:pt x="27" y="0"/>
                      <a:pt x="18" y="0"/>
                    </a:cubicBezTo>
                    <a:cubicBezTo>
                      <a:pt x="10" y="0"/>
                      <a:pt x="3" y="1"/>
                      <a:pt x="1" y="8"/>
                    </a:cubicBezTo>
                    <a:cubicBezTo>
                      <a:pt x="0" y="10"/>
                      <a:pt x="0" y="14"/>
                      <a:pt x="0" y="16"/>
                    </a:cubicBezTo>
                    <a:cubicBezTo>
                      <a:pt x="0" y="46"/>
                      <a:pt x="0" y="46"/>
                      <a:pt x="0" y="46"/>
                    </a:cubicBezTo>
                    <a:cubicBezTo>
                      <a:pt x="7" y="53"/>
                      <a:pt x="15" y="60"/>
                      <a:pt x="22" y="66"/>
                    </a:cubicBezTo>
                    <a:close/>
                  </a:path>
                </a:pathLst>
              </a:custGeom>
              <a:solidFill>
                <a:srgbClr val="49719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0" name="Freeform 514"/>
              <p:cNvSpPr>
                <a:spLocks/>
              </p:cNvSpPr>
              <p:nvPr/>
            </p:nvSpPr>
            <p:spPr bwMode="auto">
              <a:xfrm>
                <a:off x="5550787" y="3472117"/>
                <a:ext cx="25734" cy="91906"/>
              </a:xfrm>
              <a:custGeom>
                <a:avLst/>
                <a:gdLst>
                  <a:gd name="T0" fmla="*/ 6 w 6"/>
                  <a:gd name="T1" fmla="*/ 1 h 21"/>
                  <a:gd name="T2" fmla="*/ 3 w 6"/>
                  <a:gd name="T3" fmla="*/ 0 h 21"/>
                  <a:gd name="T4" fmla="*/ 3 w 6"/>
                  <a:gd name="T5" fmla="*/ 0 h 21"/>
                  <a:gd name="T6" fmla="*/ 0 w 6"/>
                  <a:gd name="T7" fmla="*/ 1 h 21"/>
                  <a:gd name="T8" fmla="*/ 0 w 6"/>
                  <a:gd name="T9" fmla="*/ 21 h 21"/>
                  <a:gd name="T10" fmla="*/ 6 w 6"/>
                  <a:gd name="T11" fmla="*/ 15 h 21"/>
                  <a:gd name="T12" fmla="*/ 6 w 6"/>
                  <a:gd name="T13" fmla="*/ 1 h 21"/>
                </a:gdLst>
                <a:ahLst/>
                <a:cxnLst>
                  <a:cxn ang="0">
                    <a:pos x="T0" y="T1"/>
                  </a:cxn>
                  <a:cxn ang="0">
                    <a:pos x="T2" y="T3"/>
                  </a:cxn>
                  <a:cxn ang="0">
                    <a:pos x="T4" y="T5"/>
                  </a:cxn>
                  <a:cxn ang="0">
                    <a:pos x="T6" y="T7"/>
                  </a:cxn>
                  <a:cxn ang="0">
                    <a:pos x="T8" y="T9"/>
                  </a:cxn>
                  <a:cxn ang="0">
                    <a:pos x="T10" y="T11"/>
                  </a:cxn>
                  <a:cxn ang="0">
                    <a:pos x="T12" y="T13"/>
                  </a:cxn>
                </a:cxnLst>
                <a:rect l="0" t="0" r="r" b="b"/>
                <a:pathLst>
                  <a:path w="6" h="21">
                    <a:moveTo>
                      <a:pt x="6" y="1"/>
                    </a:moveTo>
                    <a:cubicBezTo>
                      <a:pt x="5" y="1"/>
                      <a:pt x="4" y="0"/>
                      <a:pt x="3" y="0"/>
                    </a:cubicBezTo>
                    <a:cubicBezTo>
                      <a:pt x="3" y="0"/>
                      <a:pt x="3" y="0"/>
                      <a:pt x="3" y="0"/>
                    </a:cubicBezTo>
                    <a:cubicBezTo>
                      <a:pt x="2" y="0"/>
                      <a:pt x="1" y="1"/>
                      <a:pt x="0" y="1"/>
                    </a:cubicBezTo>
                    <a:cubicBezTo>
                      <a:pt x="0" y="21"/>
                      <a:pt x="0" y="21"/>
                      <a:pt x="0" y="21"/>
                    </a:cubicBezTo>
                    <a:cubicBezTo>
                      <a:pt x="2" y="19"/>
                      <a:pt x="4" y="17"/>
                      <a:pt x="6" y="15"/>
                    </a:cubicBezTo>
                    <a:lnTo>
                      <a:pt x="6" y="1"/>
                    </a:lnTo>
                    <a:close/>
                  </a:path>
                </a:pathLst>
              </a:custGeom>
              <a:solidFill>
                <a:schemeClr val="accent4"/>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1" name="Freeform 515"/>
              <p:cNvSpPr>
                <a:spLocks/>
              </p:cNvSpPr>
              <p:nvPr/>
            </p:nvSpPr>
            <p:spPr bwMode="auto">
              <a:xfrm>
                <a:off x="5550787" y="3290756"/>
                <a:ext cx="25734" cy="17156"/>
              </a:xfrm>
              <a:custGeom>
                <a:avLst/>
                <a:gdLst>
                  <a:gd name="T0" fmla="*/ 4 w 6"/>
                  <a:gd name="T1" fmla="*/ 4 h 4"/>
                  <a:gd name="T2" fmla="*/ 4 w 6"/>
                  <a:gd name="T3" fmla="*/ 4 h 4"/>
                  <a:gd name="T4" fmla="*/ 6 w 6"/>
                  <a:gd name="T5" fmla="*/ 4 h 4"/>
                  <a:gd name="T6" fmla="*/ 6 w 6"/>
                  <a:gd name="T7" fmla="*/ 0 h 4"/>
                  <a:gd name="T8" fmla="*/ 0 w 6"/>
                  <a:gd name="T9" fmla="*/ 0 h 4"/>
                  <a:gd name="T10" fmla="*/ 0 w 6"/>
                  <a:gd name="T11" fmla="*/ 4 h 4"/>
                  <a:gd name="T12" fmla="*/ 4 w 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6" h="4">
                    <a:moveTo>
                      <a:pt x="4" y="4"/>
                    </a:moveTo>
                    <a:cubicBezTo>
                      <a:pt x="4" y="4"/>
                      <a:pt x="4" y="4"/>
                      <a:pt x="4" y="4"/>
                    </a:cubicBezTo>
                    <a:cubicBezTo>
                      <a:pt x="5" y="4"/>
                      <a:pt x="5" y="4"/>
                      <a:pt x="6" y="4"/>
                    </a:cubicBezTo>
                    <a:cubicBezTo>
                      <a:pt x="6" y="0"/>
                      <a:pt x="6" y="0"/>
                      <a:pt x="6" y="0"/>
                    </a:cubicBezTo>
                    <a:cubicBezTo>
                      <a:pt x="0" y="0"/>
                      <a:pt x="0" y="0"/>
                      <a:pt x="0" y="0"/>
                    </a:cubicBezTo>
                    <a:cubicBezTo>
                      <a:pt x="0" y="4"/>
                      <a:pt x="0" y="4"/>
                      <a:pt x="0" y="4"/>
                    </a:cubicBezTo>
                    <a:cubicBezTo>
                      <a:pt x="1" y="4"/>
                      <a:pt x="2" y="4"/>
                      <a:pt x="4" y="4"/>
                    </a:cubicBezTo>
                    <a:close/>
                  </a:path>
                </a:pathLst>
              </a:custGeom>
              <a:solidFill>
                <a:schemeClr val="accent4"/>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2" name="Freeform 516"/>
              <p:cNvSpPr>
                <a:spLocks/>
              </p:cNvSpPr>
              <p:nvPr/>
            </p:nvSpPr>
            <p:spPr bwMode="auto">
              <a:xfrm>
                <a:off x="5439274" y="3316489"/>
                <a:ext cx="243857" cy="177685"/>
              </a:xfrm>
              <a:custGeom>
                <a:avLst/>
                <a:gdLst>
                  <a:gd name="T0" fmla="*/ 31 w 55"/>
                  <a:gd name="T1" fmla="*/ 0 h 40"/>
                  <a:gd name="T2" fmla="*/ 29 w 55"/>
                  <a:gd name="T3" fmla="*/ 0 h 40"/>
                  <a:gd name="T4" fmla="*/ 29 w 55"/>
                  <a:gd name="T5" fmla="*/ 0 h 40"/>
                  <a:gd name="T6" fmla="*/ 25 w 55"/>
                  <a:gd name="T7" fmla="*/ 0 h 40"/>
                  <a:gd name="T8" fmla="*/ 0 w 55"/>
                  <a:gd name="T9" fmla="*/ 27 h 40"/>
                  <a:gd name="T10" fmla="*/ 2 w 55"/>
                  <a:gd name="T11" fmla="*/ 38 h 40"/>
                  <a:gd name="T12" fmla="*/ 3 w 55"/>
                  <a:gd name="T13" fmla="*/ 39 h 40"/>
                  <a:gd name="T14" fmla="*/ 5 w 55"/>
                  <a:gd name="T15" fmla="*/ 37 h 40"/>
                  <a:gd name="T16" fmla="*/ 12 w 55"/>
                  <a:gd name="T17" fmla="*/ 33 h 40"/>
                  <a:gd name="T18" fmla="*/ 12 w 55"/>
                  <a:gd name="T19" fmla="*/ 33 h 40"/>
                  <a:gd name="T20" fmla="*/ 19 w 55"/>
                  <a:gd name="T21" fmla="*/ 38 h 40"/>
                  <a:gd name="T22" fmla="*/ 20 w 55"/>
                  <a:gd name="T23" fmla="*/ 39 h 40"/>
                  <a:gd name="T24" fmla="*/ 21 w 55"/>
                  <a:gd name="T25" fmla="*/ 38 h 40"/>
                  <a:gd name="T26" fmla="*/ 25 w 55"/>
                  <a:gd name="T27" fmla="*/ 34 h 40"/>
                  <a:gd name="T28" fmla="*/ 28 w 55"/>
                  <a:gd name="T29" fmla="*/ 33 h 40"/>
                  <a:gd name="T30" fmla="*/ 28 w 55"/>
                  <a:gd name="T31" fmla="*/ 33 h 40"/>
                  <a:gd name="T32" fmla="*/ 31 w 55"/>
                  <a:gd name="T33" fmla="*/ 34 h 40"/>
                  <a:gd name="T34" fmla="*/ 36 w 55"/>
                  <a:gd name="T35" fmla="*/ 38 h 40"/>
                  <a:gd name="T36" fmla="*/ 36 w 55"/>
                  <a:gd name="T37" fmla="*/ 40 h 40"/>
                  <a:gd name="T38" fmla="*/ 37 w 55"/>
                  <a:gd name="T39" fmla="*/ 38 h 40"/>
                  <a:gd name="T40" fmla="*/ 44 w 55"/>
                  <a:gd name="T41" fmla="*/ 34 h 40"/>
                  <a:gd name="T42" fmla="*/ 44 w 55"/>
                  <a:gd name="T43" fmla="*/ 34 h 40"/>
                  <a:gd name="T44" fmla="*/ 45 w 55"/>
                  <a:gd name="T45" fmla="*/ 34 h 40"/>
                  <a:gd name="T46" fmla="*/ 55 w 55"/>
                  <a:gd name="T47" fmla="*/ 20 h 40"/>
                  <a:gd name="T48" fmla="*/ 31 w 55"/>
                  <a:gd name="T49"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5" h="40">
                    <a:moveTo>
                      <a:pt x="31" y="0"/>
                    </a:moveTo>
                    <a:cubicBezTo>
                      <a:pt x="30" y="0"/>
                      <a:pt x="30" y="0"/>
                      <a:pt x="29" y="0"/>
                    </a:cubicBezTo>
                    <a:cubicBezTo>
                      <a:pt x="29" y="0"/>
                      <a:pt x="29" y="0"/>
                      <a:pt x="29" y="0"/>
                    </a:cubicBezTo>
                    <a:cubicBezTo>
                      <a:pt x="27" y="0"/>
                      <a:pt x="26" y="0"/>
                      <a:pt x="25" y="0"/>
                    </a:cubicBezTo>
                    <a:cubicBezTo>
                      <a:pt x="11" y="2"/>
                      <a:pt x="1" y="13"/>
                      <a:pt x="0" y="27"/>
                    </a:cubicBezTo>
                    <a:cubicBezTo>
                      <a:pt x="0" y="31"/>
                      <a:pt x="1" y="34"/>
                      <a:pt x="2" y="38"/>
                    </a:cubicBezTo>
                    <a:cubicBezTo>
                      <a:pt x="3" y="39"/>
                      <a:pt x="3" y="39"/>
                      <a:pt x="3" y="39"/>
                    </a:cubicBezTo>
                    <a:cubicBezTo>
                      <a:pt x="4" y="39"/>
                      <a:pt x="4" y="38"/>
                      <a:pt x="5" y="37"/>
                    </a:cubicBezTo>
                    <a:cubicBezTo>
                      <a:pt x="6" y="35"/>
                      <a:pt x="9" y="33"/>
                      <a:pt x="12" y="33"/>
                    </a:cubicBezTo>
                    <a:cubicBezTo>
                      <a:pt x="12" y="33"/>
                      <a:pt x="12" y="33"/>
                      <a:pt x="12" y="33"/>
                    </a:cubicBezTo>
                    <a:cubicBezTo>
                      <a:pt x="15" y="33"/>
                      <a:pt x="18" y="35"/>
                      <a:pt x="19" y="38"/>
                    </a:cubicBezTo>
                    <a:cubicBezTo>
                      <a:pt x="20" y="39"/>
                      <a:pt x="20" y="39"/>
                      <a:pt x="20" y="39"/>
                    </a:cubicBezTo>
                    <a:cubicBezTo>
                      <a:pt x="20" y="39"/>
                      <a:pt x="20" y="39"/>
                      <a:pt x="21" y="38"/>
                    </a:cubicBezTo>
                    <a:cubicBezTo>
                      <a:pt x="22" y="36"/>
                      <a:pt x="23" y="35"/>
                      <a:pt x="25" y="34"/>
                    </a:cubicBezTo>
                    <a:cubicBezTo>
                      <a:pt x="26" y="34"/>
                      <a:pt x="27" y="33"/>
                      <a:pt x="28" y="33"/>
                    </a:cubicBezTo>
                    <a:cubicBezTo>
                      <a:pt x="28" y="33"/>
                      <a:pt x="28" y="33"/>
                      <a:pt x="28" y="33"/>
                    </a:cubicBezTo>
                    <a:cubicBezTo>
                      <a:pt x="29" y="33"/>
                      <a:pt x="30" y="34"/>
                      <a:pt x="31" y="34"/>
                    </a:cubicBezTo>
                    <a:cubicBezTo>
                      <a:pt x="33" y="35"/>
                      <a:pt x="35" y="36"/>
                      <a:pt x="36" y="38"/>
                    </a:cubicBezTo>
                    <a:cubicBezTo>
                      <a:pt x="36" y="39"/>
                      <a:pt x="36" y="40"/>
                      <a:pt x="36" y="40"/>
                    </a:cubicBezTo>
                    <a:cubicBezTo>
                      <a:pt x="37" y="40"/>
                      <a:pt x="37" y="39"/>
                      <a:pt x="37" y="38"/>
                    </a:cubicBezTo>
                    <a:cubicBezTo>
                      <a:pt x="39" y="36"/>
                      <a:pt x="41" y="34"/>
                      <a:pt x="44" y="34"/>
                    </a:cubicBezTo>
                    <a:cubicBezTo>
                      <a:pt x="44" y="34"/>
                      <a:pt x="44" y="34"/>
                      <a:pt x="44" y="34"/>
                    </a:cubicBezTo>
                    <a:cubicBezTo>
                      <a:pt x="45" y="34"/>
                      <a:pt x="45" y="34"/>
                      <a:pt x="45" y="34"/>
                    </a:cubicBezTo>
                    <a:cubicBezTo>
                      <a:pt x="48" y="29"/>
                      <a:pt x="52" y="25"/>
                      <a:pt x="55" y="20"/>
                    </a:cubicBezTo>
                    <a:cubicBezTo>
                      <a:pt x="52" y="9"/>
                      <a:pt x="43" y="1"/>
                      <a:pt x="31" y="0"/>
                    </a:cubicBezTo>
                    <a:close/>
                  </a:path>
                </a:pathLst>
              </a:custGeom>
              <a:solidFill>
                <a:schemeClr val="accent4"/>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3" name="Freeform 517"/>
              <p:cNvSpPr>
                <a:spLocks/>
              </p:cNvSpPr>
              <p:nvPr/>
            </p:nvSpPr>
            <p:spPr bwMode="auto">
              <a:xfrm>
                <a:off x="4295964" y="1228386"/>
                <a:ext cx="322284" cy="256111"/>
              </a:xfrm>
              <a:custGeom>
                <a:avLst/>
                <a:gdLst>
                  <a:gd name="T0" fmla="*/ 71 w 73"/>
                  <a:gd name="T1" fmla="*/ 14 h 58"/>
                  <a:gd name="T2" fmla="*/ 57 w 73"/>
                  <a:gd name="T3" fmla="*/ 20 h 58"/>
                  <a:gd name="T4" fmla="*/ 51 w 73"/>
                  <a:gd name="T5" fmla="*/ 20 h 58"/>
                  <a:gd name="T6" fmla="*/ 48 w 73"/>
                  <a:gd name="T7" fmla="*/ 13 h 58"/>
                  <a:gd name="T8" fmla="*/ 52 w 73"/>
                  <a:gd name="T9" fmla="*/ 9 h 58"/>
                  <a:gd name="T10" fmla="*/ 67 w 73"/>
                  <a:gd name="T11" fmla="*/ 3 h 58"/>
                  <a:gd name="T12" fmla="*/ 51 w 73"/>
                  <a:gd name="T13" fmla="*/ 1 h 58"/>
                  <a:gd name="T14" fmla="*/ 50 w 73"/>
                  <a:gd name="T15" fmla="*/ 3 h 58"/>
                  <a:gd name="T16" fmla="*/ 43 w 73"/>
                  <a:gd name="T17" fmla="*/ 13 h 58"/>
                  <a:gd name="T18" fmla="*/ 44 w 73"/>
                  <a:gd name="T19" fmla="*/ 2 h 58"/>
                  <a:gd name="T20" fmla="*/ 38 w 73"/>
                  <a:gd name="T21" fmla="*/ 1 h 58"/>
                  <a:gd name="T22" fmla="*/ 34 w 73"/>
                  <a:gd name="T23" fmla="*/ 7 h 58"/>
                  <a:gd name="T24" fmla="*/ 27 w 73"/>
                  <a:gd name="T25" fmla="*/ 10 h 58"/>
                  <a:gd name="T26" fmla="*/ 23 w 73"/>
                  <a:gd name="T27" fmla="*/ 3 h 58"/>
                  <a:gd name="T28" fmla="*/ 22 w 73"/>
                  <a:gd name="T29" fmla="*/ 3 h 58"/>
                  <a:gd name="T30" fmla="*/ 19 w 73"/>
                  <a:gd name="T31" fmla="*/ 7 h 58"/>
                  <a:gd name="T32" fmla="*/ 17 w 73"/>
                  <a:gd name="T33" fmla="*/ 13 h 58"/>
                  <a:gd name="T34" fmla="*/ 25 w 73"/>
                  <a:gd name="T35" fmla="*/ 20 h 58"/>
                  <a:gd name="T36" fmla="*/ 14 w 73"/>
                  <a:gd name="T37" fmla="*/ 18 h 58"/>
                  <a:gd name="T38" fmla="*/ 4 w 73"/>
                  <a:gd name="T39" fmla="*/ 11 h 58"/>
                  <a:gd name="T40" fmla="*/ 0 w 73"/>
                  <a:gd name="T41" fmla="*/ 20 h 58"/>
                  <a:gd name="T42" fmla="*/ 1 w 73"/>
                  <a:gd name="T43" fmla="*/ 30 h 58"/>
                  <a:gd name="T44" fmla="*/ 16 w 73"/>
                  <a:gd name="T45" fmla="*/ 24 h 58"/>
                  <a:gd name="T46" fmla="*/ 22 w 73"/>
                  <a:gd name="T47" fmla="*/ 24 h 58"/>
                  <a:gd name="T48" fmla="*/ 24 w 73"/>
                  <a:gd name="T49" fmla="*/ 31 h 58"/>
                  <a:gd name="T50" fmla="*/ 20 w 73"/>
                  <a:gd name="T51" fmla="*/ 35 h 58"/>
                  <a:gd name="T52" fmla="*/ 6 w 73"/>
                  <a:gd name="T53" fmla="*/ 41 h 58"/>
                  <a:gd name="T54" fmla="*/ 12 w 73"/>
                  <a:gd name="T55" fmla="*/ 49 h 58"/>
                  <a:gd name="T56" fmla="*/ 22 w 73"/>
                  <a:gd name="T57" fmla="*/ 53 h 58"/>
                  <a:gd name="T58" fmla="*/ 23 w 73"/>
                  <a:gd name="T59" fmla="*/ 41 h 58"/>
                  <a:gd name="T60" fmla="*/ 30 w 73"/>
                  <a:gd name="T61" fmla="*/ 31 h 58"/>
                  <a:gd name="T62" fmla="*/ 29 w 73"/>
                  <a:gd name="T63" fmla="*/ 42 h 58"/>
                  <a:gd name="T64" fmla="*/ 34 w 73"/>
                  <a:gd name="T65" fmla="*/ 45 h 58"/>
                  <a:gd name="T66" fmla="*/ 34 w 73"/>
                  <a:gd name="T67" fmla="*/ 51 h 58"/>
                  <a:gd name="T68" fmla="*/ 38 w 73"/>
                  <a:gd name="T69" fmla="*/ 51 h 58"/>
                  <a:gd name="T70" fmla="*/ 38 w 73"/>
                  <a:gd name="T71" fmla="*/ 45 h 58"/>
                  <a:gd name="T72" fmla="*/ 44 w 73"/>
                  <a:gd name="T73" fmla="*/ 42 h 58"/>
                  <a:gd name="T74" fmla="*/ 43 w 73"/>
                  <a:gd name="T75" fmla="*/ 31 h 58"/>
                  <a:gd name="T76" fmla="*/ 50 w 73"/>
                  <a:gd name="T77" fmla="*/ 41 h 58"/>
                  <a:gd name="T78" fmla="*/ 51 w 73"/>
                  <a:gd name="T79" fmla="*/ 53 h 58"/>
                  <a:gd name="T80" fmla="*/ 61 w 73"/>
                  <a:gd name="T81" fmla="*/ 49 h 58"/>
                  <a:gd name="T82" fmla="*/ 67 w 73"/>
                  <a:gd name="T83" fmla="*/ 41 h 58"/>
                  <a:gd name="T84" fmla="*/ 52 w 73"/>
                  <a:gd name="T85" fmla="*/ 35 h 58"/>
                  <a:gd name="T86" fmla="*/ 48 w 73"/>
                  <a:gd name="T87" fmla="*/ 31 h 58"/>
                  <a:gd name="T88" fmla="*/ 51 w 73"/>
                  <a:gd name="T89" fmla="*/ 24 h 58"/>
                  <a:gd name="T90" fmla="*/ 57 w 73"/>
                  <a:gd name="T91" fmla="*/ 24 h 58"/>
                  <a:gd name="T92" fmla="*/ 71 w 73"/>
                  <a:gd name="T93" fmla="*/ 30 h 58"/>
                  <a:gd name="T94" fmla="*/ 73 w 73"/>
                  <a:gd name="T95" fmla="*/ 2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3" h="58">
                    <a:moveTo>
                      <a:pt x="73" y="20"/>
                    </a:moveTo>
                    <a:cubicBezTo>
                      <a:pt x="65" y="20"/>
                      <a:pt x="65" y="20"/>
                      <a:pt x="65" y="20"/>
                    </a:cubicBezTo>
                    <a:cubicBezTo>
                      <a:pt x="71" y="14"/>
                      <a:pt x="71" y="14"/>
                      <a:pt x="71" y="14"/>
                    </a:cubicBezTo>
                    <a:cubicBezTo>
                      <a:pt x="69" y="11"/>
                      <a:pt x="69" y="11"/>
                      <a:pt x="69" y="11"/>
                    </a:cubicBezTo>
                    <a:cubicBezTo>
                      <a:pt x="59" y="20"/>
                      <a:pt x="59" y="20"/>
                      <a:pt x="59" y="20"/>
                    </a:cubicBezTo>
                    <a:cubicBezTo>
                      <a:pt x="57" y="20"/>
                      <a:pt x="57" y="20"/>
                      <a:pt x="57" y="20"/>
                    </a:cubicBezTo>
                    <a:cubicBezTo>
                      <a:pt x="59" y="18"/>
                      <a:pt x="59" y="18"/>
                      <a:pt x="59" y="18"/>
                    </a:cubicBezTo>
                    <a:cubicBezTo>
                      <a:pt x="56" y="15"/>
                      <a:pt x="56" y="15"/>
                      <a:pt x="56" y="15"/>
                    </a:cubicBezTo>
                    <a:cubicBezTo>
                      <a:pt x="51" y="20"/>
                      <a:pt x="51" y="20"/>
                      <a:pt x="51" y="20"/>
                    </a:cubicBezTo>
                    <a:cubicBezTo>
                      <a:pt x="47" y="20"/>
                      <a:pt x="47" y="20"/>
                      <a:pt x="47" y="20"/>
                    </a:cubicBezTo>
                    <a:cubicBezTo>
                      <a:pt x="47" y="18"/>
                      <a:pt x="46" y="17"/>
                      <a:pt x="46" y="16"/>
                    </a:cubicBezTo>
                    <a:cubicBezTo>
                      <a:pt x="48" y="13"/>
                      <a:pt x="48" y="13"/>
                      <a:pt x="48" y="13"/>
                    </a:cubicBezTo>
                    <a:cubicBezTo>
                      <a:pt x="56" y="13"/>
                      <a:pt x="56" y="13"/>
                      <a:pt x="56" y="13"/>
                    </a:cubicBezTo>
                    <a:cubicBezTo>
                      <a:pt x="56" y="9"/>
                      <a:pt x="56" y="9"/>
                      <a:pt x="56" y="9"/>
                    </a:cubicBezTo>
                    <a:cubicBezTo>
                      <a:pt x="52" y="9"/>
                      <a:pt x="52" y="9"/>
                      <a:pt x="52" y="9"/>
                    </a:cubicBezTo>
                    <a:cubicBezTo>
                      <a:pt x="54" y="7"/>
                      <a:pt x="54" y="7"/>
                      <a:pt x="54" y="7"/>
                    </a:cubicBezTo>
                    <a:cubicBezTo>
                      <a:pt x="67" y="7"/>
                      <a:pt x="67" y="7"/>
                      <a:pt x="67" y="7"/>
                    </a:cubicBezTo>
                    <a:cubicBezTo>
                      <a:pt x="67" y="3"/>
                      <a:pt x="67" y="3"/>
                      <a:pt x="67" y="3"/>
                    </a:cubicBezTo>
                    <a:cubicBezTo>
                      <a:pt x="58" y="3"/>
                      <a:pt x="58" y="3"/>
                      <a:pt x="58" y="3"/>
                    </a:cubicBezTo>
                    <a:cubicBezTo>
                      <a:pt x="61" y="0"/>
                      <a:pt x="61" y="0"/>
                      <a:pt x="61" y="0"/>
                    </a:cubicBezTo>
                    <a:cubicBezTo>
                      <a:pt x="58" y="0"/>
                      <a:pt x="54" y="0"/>
                      <a:pt x="51" y="1"/>
                    </a:cubicBezTo>
                    <a:cubicBezTo>
                      <a:pt x="51" y="4"/>
                      <a:pt x="51" y="4"/>
                      <a:pt x="51" y="4"/>
                    </a:cubicBezTo>
                    <a:cubicBezTo>
                      <a:pt x="50" y="6"/>
                      <a:pt x="50" y="6"/>
                      <a:pt x="50" y="6"/>
                    </a:cubicBezTo>
                    <a:cubicBezTo>
                      <a:pt x="50" y="3"/>
                      <a:pt x="50" y="3"/>
                      <a:pt x="50" y="3"/>
                    </a:cubicBezTo>
                    <a:cubicBezTo>
                      <a:pt x="46" y="3"/>
                      <a:pt x="46" y="3"/>
                      <a:pt x="46" y="3"/>
                    </a:cubicBezTo>
                    <a:cubicBezTo>
                      <a:pt x="46" y="10"/>
                      <a:pt x="46" y="10"/>
                      <a:pt x="46" y="10"/>
                    </a:cubicBezTo>
                    <a:cubicBezTo>
                      <a:pt x="43" y="13"/>
                      <a:pt x="43" y="13"/>
                      <a:pt x="43" y="13"/>
                    </a:cubicBezTo>
                    <a:cubicBezTo>
                      <a:pt x="41" y="12"/>
                      <a:pt x="40" y="11"/>
                      <a:pt x="38" y="11"/>
                    </a:cubicBezTo>
                    <a:cubicBezTo>
                      <a:pt x="38" y="7"/>
                      <a:pt x="38" y="7"/>
                      <a:pt x="38" y="7"/>
                    </a:cubicBezTo>
                    <a:cubicBezTo>
                      <a:pt x="44" y="2"/>
                      <a:pt x="44" y="2"/>
                      <a:pt x="44" y="2"/>
                    </a:cubicBezTo>
                    <a:cubicBezTo>
                      <a:pt x="43" y="1"/>
                      <a:pt x="43" y="1"/>
                      <a:pt x="43" y="1"/>
                    </a:cubicBezTo>
                    <a:cubicBezTo>
                      <a:pt x="41" y="1"/>
                      <a:pt x="40" y="1"/>
                      <a:pt x="39" y="1"/>
                    </a:cubicBezTo>
                    <a:cubicBezTo>
                      <a:pt x="38" y="1"/>
                      <a:pt x="38" y="1"/>
                      <a:pt x="38" y="1"/>
                    </a:cubicBezTo>
                    <a:cubicBezTo>
                      <a:pt x="38" y="1"/>
                      <a:pt x="38" y="1"/>
                      <a:pt x="38" y="1"/>
                    </a:cubicBezTo>
                    <a:cubicBezTo>
                      <a:pt x="35" y="2"/>
                      <a:pt x="32" y="2"/>
                      <a:pt x="29" y="2"/>
                    </a:cubicBezTo>
                    <a:cubicBezTo>
                      <a:pt x="34" y="7"/>
                      <a:pt x="34" y="7"/>
                      <a:pt x="34" y="7"/>
                    </a:cubicBezTo>
                    <a:cubicBezTo>
                      <a:pt x="34" y="11"/>
                      <a:pt x="34" y="11"/>
                      <a:pt x="34" y="11"/>
                    </a:cubicBezTo>
                    <a:cubicBezTo>
                      <a:pt x="33" y="11"/>
                      <a:pt x="31" y="12"/>
                      <a:pt x="30" y="13"/>
                    </a:cubicBezTo>
                    <a:cubicBezTo>
                      <a:pt x="27" y="10"/>
                      <a:pt x="27" y="10"/>
                      <a:pt x="27" y="10"/>
                    </a:cubicBezTo>
                    <a:cubicBezTo>
                      <a:pt x="27" y="3"/>
                      <a:pt x="27" y="3"/>
                      <a:pt x="27" y="3"/>
                    </a:cubicBezTo>
                    <a:cubicBezTo>
                      <a:pt x="24" y="3"/>
                      <a:pt x="24" y="3"/>
                      <a:pt x="24" y="3"/>
                    </a:cubicBezTo>
                    <a:cubicBezTo>
                      <a:pt x="24" y="3"/>
                      <a:pt x="23" y="3"/>
                      <a:pt x="23" y="3"/>
                    </a:cubicBezTo>
                    <a:cubicBezTo>
                      <a:pt x="23" y="6"/>
                      <a:pt x="23" y="6"/>
                      <a:pt x="23" y="6"/>
                    </a:cubicBezTo>
                    <a:cubicBezTo>
                      <a:pt x="22" y="4"/>
                      <a:pt x="22" y="4"/>
                      <a:pt x="22" y="4"/>
                    </a:cubicBezTo>
                    <a:cubicBezTo>
                      <a:pt x="22" y="3"/>
                      <a:pt x="22" y="3"/>
                      <a:pt x="22" y="3"/>
                    </a:cubicBezTo>
                    <a:cubicBezTo>
                      <a:pt x="16" y="4"/>
                      <a:pt x="11" y="5"/>
                      <a:pt x="6" y="6"/>
                    </a:cubicBezTo>
                    <a:cubicBezTo>
                      <a:pt x="6" y="7"/>
                      <a:pt x="6" y="7"/>
                      <a:pt x="6" y="7"/>
                    </a:cubicBezTo>
                    <a:cubicBezTo>
                      <a:pt x="19" y="7"/>
                      <a:pt x="19" y="7"/>
                      <a:pt x="19" y="7"/>
                    </a:cubicBezTo>
                    <a:cubicBezTo>
                      <a:pt x="20" y="9"/>
                      <a:pt x="20" y="9"/>
                      <a:pt x="20" y="9"/>
                    </a:cubicBezTo>
                    <a:cubicBezTo>
                      <a:pt x="17" y="9"/>
                      <a:pt x="17" y="9"/>
                      <a:pt x="17" y="9"/>
                    </a:cubicBezTo>
                    <a:cubicBezTo>
                      <a:pt x="17" y="13"/>
                      <a:pt x="17" y="13"/>
                      <a:pt x="17" y="13"/>
                    </a:cubicBezTo>
                    <a:cubicBezTo>
                      <a:pt x="24" y="13"/>
                      <a:pt x="24" y="13"/>
                      <a:pt x="24" y="13"/>
                    </a:cubicBezTo>
                    <a:cubicBezTo>
                      <a:pt x="27" y="16"/>
                      <a:pt x="27" y="16"/>
                      <a:pt x="27" y="16"/>
                    </a:cubicBezTo>
                    <a:cubicBezTo>
                      <a:pt x="26" y="17"/>
                      <a:pt x="26" y="18"/>
                      <a:pt x="25" y="20"/>
                    </a:cubicBezTo>
                    <a:cubicBezTo>
                      <a:pt x="22" y="20"/>
                      <a:pt x="22" y="20"/>
                      <a:pt x="22" y="20"/>
                    </a:cubicBezTo>
                    <a:cubicBezTo>
                      <a:pt x="16" y="15"/>
                      <a:pt x="16" y="15"/>
                      <a:pt x="16" y="15"/>
                    </a:cubicBezTo>
                    <a:cubicBezTo>
                      <a:pt x="14" y="18"/>
                      <a:pt x="14" y="18"/>
                      <a:pt x="14" y="18"/>
                    </a:cubicBezTo>
                    <a:cubicBezTo>
                      <a:pt x="16" y="20"/>
                      <a:pt x="16" y="20"/>
                      <a:pt x="16" y="20"/>
                    </a:cubicBezTo>
                    <a:cubicBezTo>
                      <a:pt x="13" y="20"/>
                      <a:pt x="13" y="20"/>
                      <a:pt x="13" y="20"/>
                    </a:cubicBezTo>
                    <a:cubicBezTo>
                      <a:pt x="4" y="11"/>
                      <a:pt x="4" y="11"/>
                      <a:pt x="4" y="11"/>
                    </a:cubicBezTo>
                    <a:cubicBezTo>
                      <a:pt x="1" y="14"/>
                      <a:pt x="1" y="14"/>
                      <a:pt x="1" y="14"/>
                    </a:cubicBezTo>
                    <a:cubicBezTo>
                      <a:pt x="8" y="20"/>
                      <a:pt x="8" y="20"/>
                      <a:pt x="8" y="20"/>
                    </a:cubicBezTo>
                    <a:cubicBezTo>
                      <a:pt x="0" y="20"/>
                      <a:pt x="0" y="20"/>
                      <a:pt x="0" y="20"/>
                    </a:cubicBezTo>
                    <a:cubicBezTo>
                      <a:pt x="0" y="24"/>
                      <a:pt x="0" y="24"/>
                      <a:pt x="0" y="24"/>
                    </a:cubicBezTo>
                    <a:cubicBezTo>
                      <a:pt x="8" y="24"/>
                      <a:pt x="8" y="24"/>
                      <a:pt x="8" y="24"/>
                    </a:cubicBezTo>
                    <a:cubicBezTo>
                      <a:pt x="1" y="30"/>
                      <a:pt x="1" y="30"/>
                      <a:pt x="1" y="30"/>
                    </a:cubicBezTo>
                    <a:cubicBezTo>
                      <a:pt x="4" y="33"/>
                      <a:pt x="4" y="33"/>
                      <a:pt x="4" y="33"/>
                    </a:cubicBezTo>
                    <a:cubicBezTo>
                      <a:pt x="13" y="24"/>
                      <a:pt x="13" y="24"/>
                      <a:pt x="13" y="24"/>
                    </a:cubicBezTo>
                    <a:cubicBezTo>
                      <a:pt x="16" y="24"/>
                      <a:pt x="16" y="24"/>
                      <a:pt x="16" y="24"/>
                    </a:cubicBezTo>
                    <a:cubicBezTo>
                      <a:pt x="14" y="26"/>
                      <a:pt x="14" y="26"/>
                      <a:pt x="14" y="26"/>
                    </a:cubicBezTo>
                    <a:cubicBezTo>
                      <a:pt x="16" y="29"/>
                      <a:pt x="16" y="29"/>
                      <a:pt x="16" y="29"/>
                    </a:cubicBezTo>
                    <a:cubicBezTo>
                      <a:pt x="22" y="24"/>
                      <a:pt x="22" y="24"/>
                      <a:pt x="22" y="24"/>
                    </a:cubicBezTo>
                    <a:cubicBezTo>
                      <a:pt x="25" y="24"/>
                      <a:pt x="25" y="24"/>
                      <a:pt x="25" y="24"/>
                    </a:cubicBezTo>
                    <a:cubicBezTo>
                      <a:pt x="26" y="26"/>
                      <a:pt x="26" y="27"/>
                      <a:pt x="27" y="28"/>
                    </a:cubicBezTo>
                    <a:cubicBezTo>
                      <a:pt x="24" y="31"/>
                      <a:pt x="24" y="31"/>
                      <a:pt x="24" y="31"/>
                    </a:cubicBezTo>
                    <a:cubicBezTo>
                      <a:pt x="17" y="31"/>
                      <a:pt x="17" y="31"/>
                      <a:pt x="17" y="31"/>
                    </a:cubicBezTo>
                    <a:cubicBezTo>
                      <a:pt x="17" y="35"/>
                      <a:pt x="17" y="35"/>
                      <a:pt x="17" y="35"/>
                    </a:cubicBezTo>
                    <a:cubicBezTo>
                      <a:pt x="20" y="35"/>
                      <a:pt x="20" y="35"/>
                      <a:pt x="20" y="35"/>
                    </a:cubicBezTo>
                    <a:cubicBezTo>
                      <a:pt x="19" y="37"/>
                      <a:pt x="19" y="37"/>
                      <a:pt x="19" y="37"/>
                    </a:cubicBezTo>
                    <a:cubicBezTo>
                      <a:pt x="6" y="37"/>
                      <a:pt x="6" y="37"/>
                      <a:pt x="6" y="37"/>
                    </a:cubicBezTo>
                    <a:cubicBezTo>
                      <a:pt x="6" y="41"/>
                      <a:pt x="6" y="41"/>
                      <a:pt x="6" y="41"/>
                    </a:cubicBezTo>
                    <a:cubicBezTo>
                      <a:pt x="15" y="41"/>
                      <a:pt x="15" y="41"/>
                      <a:pt x="15" y="41"/>
                    </a:cubicBezTo>
                    <a:cubicBezTo>
                      <a:pt x="9" y="46"/>
                      <a:pt x="9" y="46"/>
                      <a:pt x="9" y="46"/>
                    </a:cubicBezTo>
                    <a:cubicBezTo>
                      <a:pt x="12" y="49"/>
                      <a:pt x="12" y="49"/>
                      <a:pt x="12" y="49"/>
                    </a:cubicBezTo>
                    <a:cubicBezTo>
                      <a:pt x="18" y="44"/>
                      <a:pt x="18" y="44"/>
                      <a:pt x="18" y="44"/>
                    </a:cubicBezTo>
                    <a:cubicBezTo>
                      <a:pt x="18" y="53"/>
                      <a:pt x="18" y="53"/>
                      <a:pt x="18" y="53"/>
                    </a:cubicBezTo>
                    <a:cubicBezTo>
                      <a:pt x="22" y="53"/>
                      <a:pt x="22" y="53"/>
                      <a:pt x="22" y="53"/>
                    </a:cubicBezTo>
                    <a:cubicBezTo>
                      <a:pt x="22" y="40"/>
                      <a:pt x="22" y="40"/>
                      <a:pt x="22" y="40"/>
                    </a:cubicBezTo>
                    <a:cubicBezTo>
                      <a:pt x="23" y="38"/>
                      <a:pt x="23" y="38"/>
                      <a:pt x="23" y="38"/>
                    </a:cubicBezTo>
                    <a:cubicBezTo>
                      <a:pt x="23" y="41"/>
                      <a:pt x="23" y="41"/>
                      <a:pt x="23" y="41"/>
                    </a:cubicBezTo>
                    <a:cubicBezTo>
                      <a:pt x="27" y="41"/>
                      <a:pt x="27" y="41"/>
                      <a:pt x="27" y="41"/>
                    </a:cubicBezTo>
                    <a:cubicBezTo>
                      <a:pt x="27" y="34"/>
                      <a:pt x="27" y="34"/>
                      <a:pt x="27" y="34"/>
                    </a:cubicBezTo>
                    <a:cubicBezTo>
                      <a:pt x="30" y="31"/>
                      <a:pt x="30" y="31"/>
                      <a:pt x="30" y="31"/>
                    </a:cubicBezTo>
                    <a:cubicBezTo>
                      <a:pt x="31" y="32"/>
                      <a:pt x="33" y="33"/>
                      <a:pt x="34" y="33"/>
                    </a:cubicBezTo>
                    <a:cubicBezTo>
                      <a:pt x="34" y="37"/>
                      <a:pt x="34" y="37"/>
                      <a:pt x="34" y="37"/>
                    </a:cubicBezTo>
                    <a:cubicBezTo>
                      <a:pt x="29" y="42"/>
                      <a:pt x="29" y="42"/>
                      <a:pt x="29" y="42"/>
                    </a:cubicBezTo>
                    <a:cubicBezTo>
                      <a:pt x="32" y="45"/>
                      <a:pt x="32" y="45"/>
                      <a:pt x="32" y="45"/>
                    </a:cubicBezTo>
                    <a:cubicBezTo>
                      <a:pt x="34" y="43"/>
                      <a:pt x="34" y="43"/>
                      <a:pt x="34" y="43"/>
                    </a:cubicBezTo>
                    <a:cubicBezTo>
                      <a:pt x="34" y="45"/>
                      <a:pt x="34" y="45"/>
                      <a:pt x="34" y="45"/>
                    </a:cubicBezTo>
                    <a:cubicBezTo>
                      <a:pt x="25" y="54"/>
                      <a:pt x="25" y="54"/>
                      <a:pt x="25" y="54"/>
                    </a:cubicBezTo>
                    <a:cubicBezTo>
                      <a:pt x="28" y="57"/>
                      <a:pt x="28" y="57"/>
                      <a:pt x="28" y="57"/>
                    </a:cubicBezTo>
                    <a:cubicBezTo>
                      <a:pt x="34" y="51"/>
                      <a:pt x="34" y="51"/>
                      <a:pt x="34" y="51"/>
                    </a:cubicBezTo>
                    <a:cubicBezTo>
                      <a:pt x="34" y="58"/>
                      <a:pt x="34" y="58"/>
                      <a:pt x="34" y="58"/>
                    </a:cubicBezTo>
                    <a:cubicBezTo>
                      <a:pt x="38" y="58"/>
                      <a:pt x="38" y="58"/>
                      <a:pt x="38" y="58"/>
                    </a:cubicBezTo>
                    <a:cubicBezTo>
                      <a:pt x="38" y="51"/>
                      <a:pt x="38" y="51"/>
                      <a:pt x="38" y="51"/>
                    </a:cubicBezTo>
                    <a:cubicBezTo>
                      <a:pt x="45" y="57"/>
                      <a:pt x="45" y="57"/>
                      <a:pt x="45" y="57"/>
                    </a:cubicBezTo>
                    <a:cubicBezTo>
                      <a:pt x="48" y="54"/>
                      <a:pt x="48" y="54"/>
                      <a:pt x="48" y="54"/>
                    </a:cubicBezTo>
                    <a:cubicBezTo>
                      <a:pt x="38" y="45"/>
                      <a:pt x="38" y="45"/>
                      <a:pt x="38" y="45"/>
                    </a:cubicBezTo>
                    <a:cubicBezTo>
                      <a:pt x="38" y="43"/>
                      <a:pt x="38" y="43"/>
                      <a:pt x="38" y="43"/>
                    </a:cubicBezTo>
                    <a:cubicBezTo>
                      <a:pt x="41" y="45"/>
                      <a:pt x="41" y="45"/>
                      <a:pt x="41" y="45"/>
                    </a:cubicBezTo>
                    <a:cubicBezTo>
                      <a:pt x="44" y="42"/>
                      <a:pt x="44" y="42"/>
                      <a:pt x="44" y="42"/>
                    </a:cubicBezTo>
                    <a:cubicBezTo>
                      <a:pt x="38" y="37"/>
                      <a:pt x="38" y="37"/>
                      <a:pt x="38" y="37"/>
                    </a:cubicBezTo>
                    <a:cubicBezTo>
                      <a:pt x="38" y="33"/>
                      <a:pt x="38" y="33"/>
                      <a:pt x="38" y="33"/>
                    </a:cubicBezTo>
                    <a:cubicBezTo>
                      <a:pt x="40" y="33"/>
                      <a:pt x="41" y="32"/>
                      <a:pt x="43" y="31"/>
                    </a:cubicBezTo>
                    <a:cubicBezTo>
                      <a:pt x="46" y="34"/>
                      <a:pt x="46" y="34"/>
                      <a:pt x="46" y="34"/>
                    </a:cubicBezTo>
                    <a:cubicBezTo>
                      <a:pt x="46" y="41"/>
                      <a:pt x="46" y="41"/>
                      <a:pt x="46" y="41"/>
                    </a:cubicBezTo>
                    <a:cubicBezTo>
                      <a:pt x="50" y="41"/>
                      <a:pt x="50" y="41"/>
                      <a:pt x="50" y="41"/>
                    </a:cubicBezTo>
                    <a:cubicBezTo>
                      <a:pt x="50" y="38"/>
                      <a:pt x="50" y="38"/>
                      <a:pt x="50" y="38"/>
                    </a:cubicBezTo>
                    <a:cubicBezTo>
                      <a:pt x="51" y="40"/>
                      <a:pt x="51" y="40"/>
                      <a:pt x="51" y="40"/>
                    </a:cubicBezTo>
                    <a:cubicBezTo>
                      <a:pt x="51" y="53"/>
                      <a:pt x="51" y="53"/>
                      <a:pt x="51" y="53"/>
                    </a:cubicBezTo>
                    <a:cubicBezTo>
                      <a:pt x="55" y="53"/>
                      <a:pt x="55" y="53"/>
                      <a:pt x="55" y="53"/>
                    </a:cubicBezTo>
                    <a:cubicBezTo>
                      <a:pt x="55" y="44"/>
                      <a:pt x="55" y="44"/>
                      <a:pt x="55" y="44"/>
                    </a:cubicBezTo>
                    <a:cubicBezTo>
                      <a:pt x="61" y="49"/>
                      <a:pt x="61" y="49"/>
                      <a:pt x="61" y="49"/>
                    </a:cubicBezTo>
                    <a:cubicBezTo>
                      <a:pt x="63" y="46"/>
                      <a:pt x="63" y="46"/>
                      <a:pt x="63" y="46"/>
                    </a:cubicBezTo>
                    <a:cubicBezTo>
                      <a:pt x="58" y="41"/>
                      <a:pt x="58" y="41"/>
                      <a:pt x="58" y="41"/>
                    </a:cubicBezTo>
                    <a:cubicBezTo>
                      <a:pt x="67" y="41"/>
                      <a:pt x="67" y="41"/>
                      <a:pt x="67" y="41"/>
                    </a:cubicBezTo>
                    <a:cubicBezTo>
                      <a:pt x="67" y="37"/>
                      <a:pt x="67" y="37"/>
                      <a:pt x="67" y="37"/>
                    </a:cubicBezTo>
                    <a:cubicBezTo>
                      <a:pt x="54" y="37"/>
                      <a:pt x="54" y="37"/>
                      <a:pt x="54" y="37"/>
                    </a:cubicBezTo>
                    <a:cubicBezTo>
                      <a:pt x="52" y="35"/>
                      <a:pt x="52" y="35"/>
                      <a:pt x="52" y="35"/>
                    </a:cubicBezTo>
                    <a:cubicBezTo>
                      <a:pt x="56" y="35"/>
                      <a:pt x="56" y="35"/>
                      <a:pt x="56" y="35"/>
                    </a:cubicBezTo>
                    <a:cubicBezTo>
                      <a:pt x="56" y="31"/>
                      <a:pt x="56" y="31"/>
                      <a:pt x="56" y="31"/>
                    </a:cubicBezTo>
                    <a:cubicBezTo>
                      <a:pt x="48" y="31"/>
                      <a:pt x="48" y="31"/>
                      <a:pt x="48" y="31"/>
                    </a:cubicBezTo>
                    <a:cubicBezTo>
                      <a:pt x="46" y="28"/>
                      <a:pt x="46" y="28"/>
                      <a:pt x="46" y="28"/>
                    </a:cubicBezTo>
                    <a:cubicBezTo>
                      <a:pt x="46" y="27"/>
                      <a:pt x="47" y="26"/>
                      <a:pt x="47" y="24"/>
                    </a:cubicBezTo>
                    <a:cubicBezTo>
                      <a:pt x="51" y="24"/>
                      <a:pt x="51" y="24"/>
                      <a:pt x="51" y="24"/>
                    </a:cubicBezTo>
                    <a:cubicBezTo>
                      <a:pt x="56" y="29"/>
                      <a:pt x="56" y="29"/>
                      <a:pt x="56" y="29"/>
                    </a:cubicBezTo>
                    <a:cubicBezTo>
                      <a:pt x="59" y="26"/>
                      <a:pt x="59" y="26"/>
                      <a:pt x="59" y="26"/>
                    </a:cubicBezTo>
                    <a:cubicBezTo>
                      <a:pt x="57" y="24"/>
                      <a:pt x="57" y="24"/>
                      <a:pt x="57" y="24"/>
                    </a:cubicBezTo>
                    <a:cubicBezTo>
                      <a:pt x="59" y="24"/>
                      <a:pt x="59" y="24"/>
                      <a:pt x="59" y="24"/>
                    </a:cubicBezTo>
                    <a:cubicBezTo>
                      <a:pt x="69" y="33"/>
                      <a:pt x="69" y="33"/>
                      <a:pt x="69" y="33"/>
                    </a:cubicBezTo>
                    <a:cubicBezTo>
                      <a:pt x="71" y="30"/>
                      <a:pt x="71" y="30"/>
                      <a:pt x="71" y="30"/>
                    </a:cubicBezTo>
                    <a:cubicBezTo>
                      <a:pt x="65" y="24"/>
                      <a:pt x="65" y="24"/>
                      <a:pt x="65" y="24"/>
                    </a:cubicBezTo>
                    <a:cubicBezTo>
                      <a:pt x="73" y="24"/>
                      <a:pt x="73" y="24"/>
                      <a:pt x="73" y="24"/>
                    </a:cubicBezTo>
                    <a:lnTo>
                      <a:pt x="73" y="20"/>
                    </a:lnTo>
                    <a:close/>
                  </a:path>
                </a:pathLst>
              </a:custGeom>
              <a:solidFill>
                <a:srgbClr val="49719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4" name="Freeform 518"/>
              <p:cNvSpPr>
                <a:spLocks noEditPoints="1"/>
              </p:cNvSpPr>
              <p:nvPr/>
            </p:nvSpPr>
            <p:spPr bwMode="auto">
              <a:xfrm>
                <a:off x="3320536" y="2283466"/>
                <a:ext cx="259787" cy="256111"/>
              </a:xfrm>
              <a:custGeom>
                <a:avLst/>
                <a:gdLst>
                  <a:gd name="T0" fmla="*/ 52 w 59"/>
                  <a:gd name="T1" fmla="*/ 41 h 58"/>
                  <a:gd name="T2" fmla="*/ 55 w 59"/>
                  <a:gd name="T3" fmla="*/ 44 h 58"/>
                  <a:gd name="T4" fmla="*/ 48 w 59"/>
                  <a:gd name="T5" fmla="*/ 52 h 58"/>
                  <a:gd name="T6" fmla="*/ 45 w 59"/>
                  <a:gd name="T7" fmla="*/ 49 h 58"/>
                  <a:gd name="T8" fmla="*/ 37 w 59"/>
                  <a:gd name="T9" fmla="*/ 53 h 58"/>
                  <a:gd name="T10" fmla="*/ 37 w 59"/>
                  <a:gd name="T11" fmla="*/ 58 h 58"/>
                  <a:gd name="T12" fmla="*/ 29 w 59"/>
                  <a:gd name="T13" fmla="*/ 58 h 58"/>
                  <a:gd name="T14" fmla="*/ 29 w 59"/>
                  <a:gd name="T15" fmla="*/ 46 h 58"/>
                  <a:gd name="T16" fmla="*/ 42 w 59"/>
                  <a:gd name="T17" fmla="*/ 40 h 58"/>
                  <a:gd name="T18" fmla="*/ 40 w 59"/>
                  <a:gd name="T19" fmla="*/ 16 h 58"/>
                  <a:gd name="T20" fmla="*/ 40 w 59"/>
                  <a:gd name="T21" fmla="*/ 16 h 58"/>
                  <a:gd name="T22" fmla="*/ 34 w 59"/>
                  <a:gd name="T23" fmla="*/ 13 h 58"/>
                  <a:gd name="T24" fmla="*/ 29 w 59"/>
                  <a:gd name="T25" fmla="*/ 12 h 58"/>
                  <a:gd name="T26" fmla="*/ 29 w 59"/>
                  <a:gd name="T27" fmla="*/ 0 h 58"/>
                  <a:gd name="T28" fmla="*/ 32 w 59"/>
                  <a:gd name="T29" fmla="*/ 0 h 58"/>
                  <a:gd name="T30" fmla="*/ 33 w 59"/>
                  <a:gd name="T31" fmla="*/ 4 h 58"/>
                  <a:gd name="T32" fmla="*/ 41 w 59"/>
                  <a:gd name="T33" fmla="*/ 7 h 58"/>
                  <a:gd name="T34" fmla="*/ 44 w 59"/>
                  <a:gd name="T35" fmla="*/ 3 h 58"/>
                  <a:gd name="T36" fmla="*/ 52 w 59"/>
                  <a:gd name="T37" fmla="*/ 10 h 58"/>
                  <a:gd name="T38" fmla="*/ 49 w 59"/>
                  <a:gd name="T39" fmla="*/ 14 h 58"/>
                  <a:gd name="T40" fmla="*/ 53 w 59"/>
                  <a:gd name="T41" fmla="*/ 22 h 58"/>
                  <a:gd name="T42" fmla="*/ 58 w 59"/>
                  <a:gd name="T43" fmla="*/ 21 h 58"/>
                  <a:gd name="T44" fmla="*/ 59 w 59"/>
                  <a:gd name="T45" fmla="*/ 32 h 58"/>
                  <a:gd name="T46" fmla="*/ 54 w 59"/>
                  <a:gd name="T47" fmla="*/ 32 h 58"/>
                  <a:gd name="T48" fmla="*/ 52 w 59"/>
                  <a:gd name="T49" fmla="*/ 41 h 58"/>
                  <a:gd name="T50" fmla="*/ 29 w 59"/>
                  <a:gd name="T51" fmla="*/ 58 h 58"/>
                  <a:gd name="T52" fmla="*/ 26 w 59"/>
                  <a:gd name="T53" fmla="*/ 58 h 58"/>
                  <a:gd name="T54" fmla="*/ 26 w 59"/>
                  <a:gd name="T55" fmla="*/ 54 h 58"/>
                  <a:gd name="T56" fmla="*/ 18 w 59"/>
                  <a:gd name="T57" fmla="*/ 51 h 58"/>
                  <a:gd name="T58" fmla="*/ 15 w 59"/>
                  <a:gd name="T59" fmla="*/ 55 h 58"/>
                  <a:gd name="T60" fmla="*/ 7 w 59"/>
                  <a:gd name="T61" fmla="*/ 48 h 58"/>
                  <a:gd name="T62" fmla="*/ 9 w 59"/>
                  <a:gd name="T63" fmla="*/ 45 h 58"/>
                  <a:gd name="T64" fmla="*/ 5 w 59"/>
                  <a:gd name="T65" fmla="*/ 37 h 58"/>
                  <a:gd name="T66" fmla="*/ 1 w 59"/>
                  <a:gd name="T67" fmla="*/ 37 h 58"/>
                  <a:gd name="T68" fmla="*/ 0 w 59"/>
                  <a:gd name="T69" fmla="*/ 26 h 58"/>
                  <a:gd name="T70" fmla="*/ 4 w 59"/>
                  <a:gd name="T71" fmla="*/ 26 h 58"/>
                  <a:gd name="T72" fmla="*/ 7 w 59"/>
                  <a:gd name="T73" fmla="*/ 17 h 58"/>
                  <a:gd name="T74" fmla="*/ 4 w 59"/>
                  <a:gd name="T75" fmla="*/ 15 h 58"/>
                  <a:gd name="T76" fmla="*/ 11 w 59"/>
                  <a:gd name="T77" fmla="*/ 6 h 58"/>
                  <a:gd name="T78" fmla="*/ 14 w 59"/>
                  <a:gd name="T79" fmla="*/ 9 h 58"/>
                  <a:gd name="T80" fmla="*/ 22 w 59"/>
                  <a:gd name="T81" fmla="*/ 5 h 58"/>
                  <a:gd name="T82" fmla="*/ 21 w 59"/>
                  <a:gd name="T83" fmla="*/ 1 h 58"/>
                  <a:gd name="T84" fmla="*/ 29 w 59"/>
                  <a:gd name="T85" fmla="*/ 0 h 58"/>
                  <a:gd name="T86" fmla="*/ 29 w 59"/>
                  <a:gd name="T87" fmla="*/ 12 h 58"/>
                  <a:gd name="T88" fmla="*/ 16 w 59"/>
                  <a:gd name="T89" fmla="*/ 18 h 58"/>
                  <a:gd name="T90" fmla="*/ 18 w 59"/>
                  <a:gd name="T91" fmla="*/ 42 h 58"/>
                  <a:gd name="T92" fmla="*/ 24 w 59"/>
                  <a:gd name="T93" fmla="*/ 45 h 58"/>
                  <a:gd name="T94" fmla="*/ 29 w 59"/>
                  <a:gd name="T95" fmla="*/ 46 h 58"/>
                  <a:gd name="T96" fmla="*/ 29 w 59"/>
                  <a:gd name="T97" fmla="*/ 5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9" h="58">
                    <a:moveTo>
                      <a:pt x="52" y="41"/>
                    </a:moveTo>
                    <a:cubicBezTo>
                      <a:pt x="55" y="44"/>
                      <a:pt x="55" y="44"/>
                      <a:pt x="55" y="44"/>
                    </a:cubicBezTo>
                    <a:cubicBezTo>
                      <a:pt x="48" y="52"/>
                      <a:pt x="48" y="52"/>
                      <a:pt x="48" y="52"/>
                    </a:cubicBezTo>
                    <a:cubicBezTo>
                      <a:pt x="45" y="49"/>
                      <a:pt x="45" y="49"/>
                      <a:pt x="45" y="49"/>
                    </a:cubicBezTo>
                    <a:cubicBezTo>
                      <a:pt x="42" y="51"/>
                      <a:pt x="40" y="52"/>
                      <a:pt x="37" y="53"/>
                    </a:cubicBezTo>
                    <a:cubicBezTo>
                      <a:pt x="37" y="58"/>
                      <a:pt x="37" y="58"/>
                      <a:pt x="37" y="58"/>
                    </a:cubicBezTo>
                    <a:cubicBezTo>
                      <a:pt x="29" y="58"/>
                      <a:pt x="29" y="58"/>
                      <a:pt x="29" y="58"/>
                    </a:cubicBezTo>
                    <a:cubicBezTo>
                      <a:pt x="29" y="46"/>
                      <a:pt x="29" y="46"/>
                      <a:pt x="29" y="46"/>
                    </a:cubicBezTo>
                    <a:cubicBezTo>
                      <a:pt x="34" y="46"/>
                      <a:pt x="39" y="44"/>
                      <a:pt x="42" y="40"/>
                    </a:cubicBezTo>
                    <a:cubicBezTo>
                      <a:pt x="48" y="33"/>
                      <a:pt x="47" y="22"/>
                      <a:pt x="40" y="16"/>
                    </a:cubicBezTo>
                    <a:cubicBezTo>
                      <a:pt x="40" y="16"/>
                      <a:pt x="40" y="16"/>
                      <a:pt x="40" y="16"/>
                    </a:cubicBezTo>
                    <a:cubicBezTo>
                      <a:pt x="38" y="15"/>
                      <a:pt x="36" y="14"/>
                      <a:pt x="34" y="13"/>
                    </a:cubicBezTo>
                    <a:cubicBezTo>
                      <a:pt x="33" y="12"/>
                      <a:pt x="31" y="12"/>
                      <a:pt x="29" y="12"/>
                    </a:cubicBezTo>
                    <a:cubicBezTo>
                      <a:pt x="29" y="0"/>
                      <a:pt x="29" y="0"/>
                      <a:pt x="29" y="0"/>
                    </a:cubicBezTo>
                    <a:cubicBezTo>
                      <a:pt x="32" y="0"/>
                      <a:pt x="32" y="0"/>
                      <a:pt x="32" y="0"/>
                    </a:cubicBezTo>
                    <a:cubicBezTo>
                      <a:pt x="33" y="4"/>
                      <a:pt x="33" y="4"/>
                      <a:pt x="33" y="4"/>
                    </a:cubicBezTo>
                    <a:cubicBezTo>
                      <a:pt x="36" y="4"/>
                      <a:pt x="38" y="5"/>
                      <a:pt x="41" y="7"/>
                    </a:cubicBezTo>
                    <a:cubicBezTo>
                      <a:pt x="44" y="3"/>
                      <a:pt x="44" y="3"/>
                      <a:pt x="44" y="3"/>
                    </a:cubicBezTo>
                    <a:cubicBezTo>
                      <a:pt x="52" y="10"/>
                      <a:pt x="52" y="10"/>
                      <a:pt x="52" y="10"/>
                    </a:cubicBezTo>
                    <a:cubicBezTo>
                      <a:pt x="49" y="14"/>
                      <a:pt x="49" y="14"/>
                      <a:pt x="49" y="14"/>
                    </a:cubicBezTo>
                    <a:cubicBezTo>
                      <a:pt x="51" y="16"/>
                      <a:pt x="53" y="19"/>
                      <a:pt x="53" y="22"/>
                    </a:cubicBezTo>
                    <a:cubicBezTo>
                      <a:pt x="58" y="21"/>
                      <a:pt x="58" y="21"/>
                      <a:pt x="58" y="21"/>
                    </a:cubicBezTo>
                    <a:cubicBezTo>
                      <a:pt x="59" y="32"/>
                      <a:pt x="59" y="32"/>
                      <a:pt x="59" y="32"/>
                    </a:cubicBezTo>
                    <a:cubicBezTo>
                      <a:pt x="54" y="32"/>
                      <a:pt x="54" y="32"/>
                      <a:pt x="54" y="32"/>
                    </a:cubicBezTo>
                    <a:cubicBezTo>
                      <a:pt x="54" y="35"/>
                      <a:pt x="53" y="38"/>
                      <a:pt x="52" y="41"/>
                    </a:cubicBezTo>
                    <a:close/>
                    <a:moveTo>
                      <a:pt x="29" y="58"/>
                    </a:moveTo>
                    <a:cubicBezTo>
                      <a:pt x="26" y="58"/>
                      <a:pt x="26" y="58"/>
                      <a:pt x="26" y="58"/>
                    </a:cubicBezTo>
                    <a:cubicBezTo>
                      <a:pt x="26" y="54"/>
                      <a:pt x="26" y="54"/>
                      <a:pt x="26" y="54"/>
                    </a:cubicBezTo>
                    <a:cubicBezTo>
                      <a:pt x="23" y="54"/>
                      <a:pt x="20" y="53"/>
                      <a:pt x="18" y="51"/>
                    </a:cubicBezTo>
                    <a:cubicBezTo>
                      <a:pt x="15" y="55"/>
                      <a:pt x="15" y="55"/>
                      <a:pt x="15" y="55"/>
                    </a:cubicBezTo>
                    <a:cubicBezTo>
                      <a:pt x="7" y="48"/>
                      <a:pt x="7" y="48"/>
                      <a:pt x="7" y="48"/>
                    </a:cubicBezTo>
                    <a:cubicBezTo>
                      <a:pt x="9" y="45"/>
                      <a:pt x="9" y="45"/>
                      <a:pt x="9" y="45"/>
                    </a:cubicBezTo>
                    <a:cubicBezTo>
                      <a:pt x="8" y="42"/>
                      <a:pt x="6" y="40"/>
                      <a:pt x="5" y="37"/>
                    </a:cubicBezTo>
                    <a:cubicBezTo>
                      <a:pt x="1" y="37"/>
                      <a:pt x="1" y="37"/>
                      <a:pt x="1" y="37"/>
                    </a:cubicBezTo>
                    <a:cubicBezTo>
                      <a:pt x="0" y="26"/>
                      <a:pt x="0" y="26"/>
                      <a:pt x="0" y="26"/>
                    </a:cubicBezTo>
                    <a:cubicBezTo>
                      <a:pt x="4" y="26"/>
                      <a:pt x="4" y="26"/>
                      <a:pt x="4" y="26"/>
                    </a:cubicBezTo>
                    <a:cubicBezTo>
                      <a:pt x="5" y="23"/>
                      <a:pt x="6" y="20"/>
                      <a:pt x="7" y="17"/>
                    </a:cubicBezTo>
                    <a:cubicBezTo>
                      <a:pt x="4" y="15"/>
                      <a:pt x="4" y="15"/>
                      <a:pt x="4" y="15"/>
                    </a:cubicBezTo>
                    <a:cubicBezTo>
                      <a:pt x="11" y="6"/>
                      <a:pt x="11" y="6"/>
                      <a:pt x="11" y="6"/>
                    </a:cubicBezTo>
                    <a:cubicBezTo>
                      <a:pt x="14" y="9"/>
                      <a:pt x="14" y="9"/>
                      <a:pt x="14" y="9"/>
                    </a:cubicBezTo>
                    <a:cubicBezTo>
                      <a:pt x="16" y="7"/>
                      <a:pt x="19" y="6"/>
                      <a:pt x="22" y="5"/>
                    </a:cubicBezTo>
                    <a:cubicBezTo>
                      <a:pt x="21" y="1"/>
                      <a:pt x="21" y="1"/>
                      <a:pt x="21" y="1"/>
                    </a:cubicBezTo>
                    <a:cubicBezTo>
                      <a:pt x="29" y="0"/>
                      <a:pt x="29" y="0"/>
                      <a:pt x="29" y="0"/>
                    </a:cubicBezTo>
                    <a:cubicBezTo>
                      <a:pt x="29" y="12"/>
                      <a:pt x="29" y="12"/>
                      <a:pt x="29" y="12"/>
                    </a:cubicBezTo>
                    <a:cubicBezTo>
                      <a:pt x="24" y="12"/>
                      <a:pt x="20" y="14"/>
                      <a:pt x="16" y="18"/>
                    </a:cubicBezTo>
                    <a:cubicBezTo>
                      <a:pt x="10" y="25"/>
                      <a:pt x="11" y="36"/>
                      <a:pt x="18" y="42"/>
                    </a:cubicBezTo>
                    <a:cubicBezTo>
                      <a:pt x="20" y="44"/>
                      <a:pt x="22" y="45"/>
                      <a:pt x="24" y="45"/>
                    </a:cubicBezTo>
                    <a:cubicBezTo>
                      <a:pt x="26" y="46"/>
                      <a:pt x="28" y="46"/>
                      <a:pt x="29" y="46"/>
                    </a:cubicBezTo>
                    <a:lnTo>
                      <a:pt x="29" y="58"/>
                    </a:lnTo>
                    <a:close/>
                  </a:path>
                </a:pathLst>
              </a:custGeom>
              <a:solidFill>
                <a:srgbClr val="49719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5" name="Freeform 519"/>
              <p:cNvSpPr>
                <a:spLocks/>
              </p:cNvSpPr>
              <p:nvPr/>
            </p:nvSpPr>
            <p:spPr bwMode="auto">
              <a:xfrm>
                <a:off x="3205347" y="2729517"/>
                <a:ext cx="13480" cy="22057"/>
              </a:xfrm>
              <a:custGeom>
                <a:avLst/>
                <a:gdLst>
                  <a:gd name="T0" fmla="*/ 0 w 3"/>
                  <a:gd name="T1" fmla="*/ 5 h 5"/>
                  <a:gd name="T2" fmla="*/ 3 w 3"/>
                  <a:gd name="T3" fmla="*/ 1 h 5"/>
                  <a:gd name="T4" fmla="*/ 0 w 3"/>
                  <a:gd name="T5" fmla="*/ 0 h 5"/>
                  <a:gd name="T6" fmla="*/ 0 w 3"/>
                  <a:gd name="T7" fmla="*/ 5 h 5"/>
                </a:gdLst>
                <a:ahLst/>
                <a:cxnLst>
                  <a:cxn ang="0">
                    <a:pos x="T0" y="T1"/>
                  </a:cxn>
                  <a:cxn ang="0">
                    <a:pos x="T2" y="T3"/>
                  </a:cxn>
                  <a:cxn ang="0">
                    <a:pos x="T4" y="T5"/>
                  </a:cxn>
                  <a:cxn ang="0">
                    <a:pos x="T6" y="T7"/>
                  </a:cxn>
                </a:cxnLst>
                <a:rect l="0" t="0" r="r" b="b"/>
                <a:pathLst>
                  <a:path w="3" h="5">
                    <a:moveTo>
                      <a:pt x="0" y="5"/>
                    </a:moveTo>
                    <a:cubicBezTo>
                      <a:pt x="3" y="1"/>
                      <a:pt x="3" y="1"/>
                      <a:pt x="3" y="1"/>
                    </a:cubicBezTo>
                    <a:cubicBezTo>
                      <a:pt x="2" y="1"/>
                      <a:pt x="1" y="1"/>
                      <a:pt x="0" y="0"/>
                    </a:cubicBezTo>
                    <a:cubicBezTo>
                      <a:pt x="0" y="2"/>
                      <a:pt x="0" y="3"/>
                      <a:pt x="0" y="5"/>
                    </a:cubicBezTo>
                    <a:close/>
                  </a:path>
                </a:pathLst>
              </a:custGeom>
              <a:solidFill>
                <a:schemeClr val="accent4"/>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6" name="Freeform 520"/>
              <p:cNvSpPr>
                <a:spLocks/>
              </p:cNvSpPr>
              <p:nvPr/>
            </p:nvSpPr>
            <p:spPr bwMode="auto">
              <a:xfrm>
                <a:off x="3200445" y="2671922"/>
                <a:ext cx="49017" cy="53918"/>
              </a:xfrm>
              <a:custGeom>
                <a:avLst/>
                <a:gdLst>
                  <a:gd name="T0" fmla="*/ 5 w 11"/>
                  <a:gd name="T1" fmla="*/ 12 h 12"/>
                  <a:gd name="T2" fmla="*/ 6 w 11"/>
                  <a:gd name="T3" fmla="*/ 12 h 12"/>
                  <a:gd name="T4" fmla="*/ 6 w 11"/>
                  <a:gd name="T5" fmla="*/ 12 h 12"/>
                  <a:gd name="T6" fmla="*/ 11 w 11"/>
                  <a:gd name="T7" fmla="*/ 6 h 12"/>
                  <a:gd name="T8" fmla="*/ 11 w 11"/>
                  <a:gd name="T9" fmla="*/ 6 h 12"/>
                  <a:gd name="T10" fmla="*/ 11 w 11"/>
                  <a:gd name="T11" fmla="*/ 5 h 12"/>
                  <a:gd name="T12" fmla="*/ 5 w 11"/>
                  <a:gd name="T13" fmla="*/ 0 h 12"/>
                  <a:gd name="T14" fmla="*/ 4 w 11"/>
                  <a:gd name="T15" fmla="*/ 0 h 12"/>
                  <a:gd name="T16" fmla="*/ 0 w 11"/>
                  <a:gd name="T17" fmla="*/ 3 h 12"/>
                  <a:gd name="T18" fmla="*/ 1 w 11"/>
                  <a:gd name="T19" fmla="*/ 9 h 12"/>
                  <a:gd name="T20" fmla="*/ 5 w 11"/>
                  <a:gd name="T21" fmla="*/ 1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12">
                    <a:moveTo>
                      <a:pt x="5" y="12"/>
                    </a:moveTo>
                    <a:cubicBezTo>
                      <a:pt x="5" y="12"/>
                      <a:pt x="6" y="12"/>
                      <a:pt x="6" y="12"/>
                    </a:cubicBezTo>
                    <a:cubicBezTo>
                      <a:pt x="6" y="12"/>
                      <a:pt x="6" y="12"/>
                      <a:pt x="6" y="12"/>
                    </a:cubicBezTo>
                    <a:cubicBezTo>
                      <a:pt x="9" y="11"/>
                      <a:pt x="11" y="8"/>
                      <a:pt x="11" y="6"/>
                    </a:cubicBezTo>
                    <a:cubicBezTo>
                      <a:pt x="11" y="6"/>
                      <a:pt x="11" y="6"/>
                      <a:pt x="11" y="6"/>
                    </a:cubicBezTo>
                    <a:cubicBezTo>
                      <a:pt x="11" y="5"/>
                      <a:pt x="11" y="5"/>
                      <a:pt x="11" y="5"/>
                    </a:cubicBezTo>
                    <a:cubicBezTo>
                      <a:pt x="10" y="2"/>
                      <a:pt x="8" y="0"/>
                      <a:pt x="5" y="0"/>
                    </a:cubicBezTo>
                    <a:cubicBezTo>
                      <a:pt x="5" y="0"/>
                      <a:pt x="4" y="0"/>
                      <a:pt x="4" y="0"/>
                    </a:cubicBezTo>
                    <a:cubicBezTo>
                      <a:pt x="2" y="1"/>
                      <a:pt x="1" y="2"/>
                      <a:pt x="0" y="3"/>
                    </a:cubicBezTo>
                    <a:cubicBezTo>
                      <a:pt x="0" y="5"/>
                      <a:pt x="0" y="7"/>
                      <a:pt x="1" y="9"/>
                    </a:cubicBezTo>
                    <a:cubicBezTo>
                      <a:pt x="2" y="11"/>
                      <a:pt x="3" y="12"/>
                      <a:pt x="5" y="12"/>
                    </a:cubicBezTo>
                    <a:close/>
                  </a:path>
                </a:pathLst>
              </a:custGeom>
              <a:solidFill>
                <a:schemeClr val="accent4"/>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7" name="Freeform 521"/>
              <p:cNvSpPr>
                <a:spLocks/>
              </p:cNvSpPr>
              <p:nvPr/>
            </p:nvSpPr>
            <p:spPr bwMode="auto">
              <a:xfrm>
                <a:off x="3293577" y="2712361"/>
                <a:ext cx="96808" cy="91906"/>
              </a:xfrm>
              <a:custGeom>
                <a:avLst/>
                <a:gdLst>
                  <a:gd name="T0" fmla="*/ 12 w 22"/>
                  <a:gd name="T1" fmla="*/ 21 h 21"/>
                  <a:gd name="T2" fmla="*/ 22 w 22"/>
                  <a:gd name="T3" fmla="*/ 21 h 21"/>
                  <a:gd name="T4" fmla="*/ 6 w 22"/>
                  <a:gd name="T5" fmla="*/ 0 h 21"/>
                  <a:gd name="T6" fmla="*/ 0 w 22"/>
                  <a:gd name="T7" fmla="*/ 5 h 21"/>
                  <a:gd name="T8" fmla="*/ 12 w 22"/>
                  <a:gd name="T9" fmla="*/ 21 h 21"/>
                </a:gdLst>
                <a:ahLst/>
                <a:cxnLst>
                  <a:cxn ang="0">
                    <a:pos x="T0" y="T1"/>
                  </a:cxn>
                  <a:cxn ang="0">
                    <a:pos x="T2" y="T3"/>
                  </a:cxn>
                  <a:cxn ang="0">
                    <a:pos x="T4" y="T5"/>
                  </a:cxn>
                  <a:cxn ang="0">
                    <a:pos x="T6" y="T7"/>
                  </a:cxn>
                  <a:cxn ang="0">
                    <a:pos x="T8" y="T9"/>
                  </a:cxn>
                </a:cxnLst>
                <a:rect l="0" t="0" r="r" b="b"/>
                <a:pathLst>
                  <a:path w="22" h="21">
                    <a:moveTo>
                      <a:pt x="12" y="21"/>
                    </a:moveTo>
                    <a:cubicBezTo>
                      <a:pt x="22" y="21"/>
                      <a:pt x="22" y="21"/>
                      <a:pt x="22" y="21"/>
                    </a:cubicBezTo>
                    <a:cubicBezTo>
                      <a:pt x="6" y="0"/>
                      <a:pt x="6" y="0"/>
                      <a:pt x="6" y="0"/>
                    </a:cubicBezTo>
                    <a:cubicBezTo>
                      <a:pt x="5" y="3"/>
                      <a:pt x="2" y="5"/>
                      <a:pt x="0" y="5"/>
                    </a:cubicBezTo>
                    <a:lnTo>
                      <a:pt x="12" y="21"/>
                    </a:lnTo>
                    <a:close/>
                  </a:path>
                </a:pathLst>
              </a:custGeom>
              <a:solidFill>
                <a:schemeClr val="accent4"/>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8" name="Freeform 522"/>
              <p:cNvSpPr>
                <a:spLocks/>
              </p:cNvSpPr>
              <p:nvPr/>
            </p:nvSpPr>
            <p:spPr bwMode="auto">
              <a:xfrm>
                <a:off x="3258040" y="2671922"/>
                <a:ext cx="52693" cy="53918"/>
              </a:xfrm>
              <a:custGeom>
                <a:avLst/>
                <a:gdLst>
                  <a:gd name="T0" fmla="*/ 8 w 12"/>
                  <a:gd name="T1" fmla="*/ 0 h 12"/>
                  <a:gd name="T2" fmla="*/ 6 w 12"/>
                  <a:gd name="T3" fmla="*/ 0 h 12"/>
                  <a:gd name="T4" fmla="*/ 1 w 12"/>
                  <a:gd name="T5" fmla="*/ 5 h 12"/>
                  <a:gd name="T6" fmla="*/ 1 w 12"/>
                  <a:gd name="T7" fmla="*/ 6 h 12"/>
                  <a:gd name="T8" fmla="*/ 1 w 12"/>
                  <a:gd name="T9" fmla="*/ 6 h 12"/>
                  <a:gd name="T10" fmla="*/ 5 w 12"/>
                  <a:gd name="T11" fmla="*/ 12 h 12"/>
                  <a:gd name="T12" fmla="*/ 6 w 12"/>
                  <a:gd name="T13" fmla="*/ 12 h 12"/>
                  <a:gd name="T14" fmla="*/ 6 w 12"/>
                  <a:gd name="T15" fmla="*/ 12 h 12"/>
                  <a:gd name="T16" fmla="*/ 12 w 12"/>
                  <a:gd name="T17" fmla="*/ 7 h 12"/>
                  <a:gd name="T18" fmla="*/ 12 w 12"/>
                  <a:gd name="T19" fmla="*/ 7 h 12"/>
                  <a:gd name="T20" fmla="*/ 8 w 12"/>
                  <a:gd name="T21"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12">
                    <a:moveTo>
                      <a:pt x="8" y="0"/>
                    </a:moveTo>
                    <a:cubicBezTo>
                      <a:pt x="7" y="0"/>
                      <a:pt x="7" y="0"/>
                      <a:pt x="6" y="0"/>
                    </a:cubicBezTo>
                    <a:cubicBezTo>
                      <a:pt x="4" y="0"/>
                      <a:pt x="1" y="2"/>
                      <a:pt x="1" y="5"/>
                    </a:cubicBezTo>
                    <a:cubicBezTo>
                      <a:pt x="1" y="5"/>
                      <a:pt x="1" y="5"/>
                      <a:pt x="1" y="6"/>
                    </a:cubicBezTo>
                    <a:cubicBezTo>
                      <a:pt x="1" y="6"/>
                      <a:pt x="1" y="6"/>
                      <a:pt x="1" y="6"/>
                    </a:cubicBezTo>
                    <a:cubicBezTo>
                      <a:pt x="0" y="8"/>
                      <a:pt x="2" y="11"/>
                      <a:pt x="5" y="12"/>
                    </a:cubicBezTo>
                    <a:cubicBezTo>
                      <a:pt x="5" y="12"/>
                      <a:pt x="5" y="12"/>
                      <a:pt x="6" y="12"/>
                    </a:cubicBezTo>
                    <a:cubicBezTo>
                      <a:pt x="6" y="12"/>
                      <a:pt x="6" y="12"/>
                      <a:pt x="6" y="12"/>
                    </a:cubicBezTo>
                    <a:cubicBezTo>
                      <a:pt x="9" y="12"/>
                      <a:pt x="11" y="10"/>
                      <a:pt x="12" y="7"/>
                    </a:cubicBezTo>
                    <a:cubicBezTo>
                      <a:pt x="12" y="7"/>
                      <a:pt x="12" y="7"/>
                      <a:pt x="12" y="7"/>
                    </a:cubicBezTo>
                    <a:cubicBezTo>
                      <a:pt x="12" y="4"/>
                      <a:pt x="11" y="1"/>
                      <a:pt x="8" y="0"/>
                    </a:cubicBezTo>
                    <a:close/>
                  </a:path>
                </a:pathLst>
              </a:custGeom>
              <a:solidFill>
                <a:schemeClr val="accent4"/>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9" name="Freeform 523"/>
              <p:cNvSpPr>
                <a:spLocks/>
              </p:cNvSpPr>
              <p:nvPr/>
            </p:nvSpPr>
            <p:spPr bwMode="auto">
              <a:xfrm>
                <a:off x="3213925" y="2814070"/>
                <a:ext cx="220574" cy="180136"/>
              </a:xfrm>
              <a:custGeom>
                <a:avLst/>
                <a:gdLst>
                  <a:gd name="T0" fmla="*/ 9 w 50"/>
                  <a:gd name="T1" fmla="*/ 41 h 41"/>
                  <a:gd name="T2" fmla="*/ 39 w 50"/>
                  <a:gd name="T3" fmla="*/ 41 h 41"/>
                  <a:gd name="T4" fmla="*/ 50 w 50"/>
                  <a:gd name="T5" fmla="*/ 0 h 41"/>
                  <a:gd name="T6" fmla="*/ 41 w 50"/>
                  <a:gd name="T7" fmla="*/ 0 h 41"/>
                  <a:gd name="T8" fmla="*/ 31 w 50"/>
                  <a:gd name="T9" fmla="*/ 0 h 41"/>
                  <a:gd name="T10" fmla="*/ 0 w 50"/>
                  <a:gd name="T11" fmla="*/ 0 h 41"/>
                  <a:gd name="T12" fmla="*/ 9 w 50"/>
                  <a:gd name="T13" fmla="*/ 41 h 41"/>
                </a:gdLst>
                <a:ahLst/>
                <a:cxnLst>
                  <a:cxn ang="0">
                    <a:pos x="T0" y="T1"/>
                  </a:cxn>
                  <a:cxn ang="0">
                    <a:pos x="T2" y="T3"/>
                  </a:cxn>
                  <a:cxn ang="0">
                    <a:pos x="T4" y="T5"/>
                  </a:cxn>
                  <a:cxn ang="0">
                    <a:pos x="T6" y="T7"/>
                  </a:cxn>
                  <a:cxn ang="0">
                    <a:pos x="T8" y="T9"/>
                  </a:cxn>
                  <a:cxn ang="0">
                    <a:pos x="T10" y="T11"/>
                  </a:cxn>
                  <a:cxn ang="0">
                    <a:pos x="T12" y="T13"/>
                  </a:cxn>
                </a:cxnLst>
                <a:rect l="0" t="0" r="r" b="b"/>
                <a:pathLst>
                  <a:path w="50" h="41">
                    <a:moveTo>
                      <a:pt x="9" y="41"/>
                    </a:moveTo>
                    <a:cubicBezTo>
                      <a:pt x="39" y="41"/>
                      <a:pt x="39" y="41"/>
                      <a:pt x="39" y="41"/>
                    </a:cubicBezTo>
                    <a:cubicBezTo>
                      <a:pt x="50" y="0"/>
                      <a:pt x="50" y="0"/>
                      <a:pt x="50" y="0"/>
                    </a:cubicBezTo>
                    <a:cubicBezTo>
                      <a:pt x="41" y="0"/>
                      <a:pt x="41" y="0"/>
                      <a:pt x="41" y="0"/>
                    </a:cubicBezTo>
                    <a:cubicBezTo>
                      <a:pt x="31" y="0"/>
                      <a:pt x="31" y="0"/>
                      <a:pt x="31" y="0"/>
                    </a:cubicBezTo>
                    <a:cubicBezTo>
                      <a:pt x="0" y="0"/>
                      <a:pt x="0" y="0"/>
                      <a:pt x="0" y="0"/>
                    </a:cubicBezTo>
                    <a:cubicBezTo>
                      <a:pt x="2" y="14"/>
                      <a:pt x="5" y="28"/>
                      <a:pt x="9" y="41"/>
                    </a:cubicBezTo>
                    <a:close/>
                  </a:path>
                </a:pathLst>
              </a:custGeom>
              <a:solidFill>
                <a:schemeClr val="accent4"/>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0" name="Freeform 524"/>
              <p:cNvSpPr>
                <a:spLocks/>
              </p:cNvSpPr>
              <p:nvPr/>
            </p:nvSpPr>
            <p:spPr bwMode="auto">
              <a:xfrm>
                <a:off x="5735824" y="2010199"/>
                <a:ext cx="88230" cy="88230"/>
              </a:xfrm>
              <a:custGeom>
                <a:avLst/>
                <a:gdLst>
                  <a:gd name="T0" fmla="*/ 17 w 20"/>
                  <a:gd name="T1" fmla="*/ 0 h 20"/>
                  <a:gd name="T2" fmla="*/ 9 w 20"/>
                  <a:gd name="T3" fmla="*/ 0 h 20"/>
                  <a:gd name="T4" fmla="*/ 0 w 20"/>
                  <a:gd name="T5" fmla="*/ 9 h 20"/>
                  <a:gd name="T6" fmla="*/ 0 w 20"/>
                  <a:gd name="T7" fmla="*/ 20 h 20"/>
                  <a:gd name="T8" fmla="*/ 7 w 20"/>
                  <a:gd name="T9" fmla="*/ 20 h 20"/>
                  <a:gd name="T10" fmla="*/ 7 w 20"/>
                  <a:gd name="T11" fmla="*/ 9 h 20"/>
                  <a:gd name="T12" fmla="*/ 9 w 20"/>
                  <a:gd name="T13" fmla="*/ 7 h 20"/>
                  <a:gd name="T14" fmla="*/ 20 w 20"/>
                  <a:gd name="T15" fmla="*/ 7 h 20"/>
                  <a:gd name="T16" fmla="*/ 17 w 20"/>
                  <a:gd name="T17"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20">
                    <a:moveTo>
                      <a:pt x="17" y="0"/>
                    </a:moveTo>
                    <a:cubicBezTo>
                      <a:pt x="9" y="0"/>
                      <a:pt x="9" y="0"/>
                      <a:pt x="9" y="0"/>
                    </a:cubicBezTo>
                    <a:cubicBezTo>
                      <a:pt x="4" y="0"/>
                      <a:pt x="0" y="4"/>
                      <a:pt x="0" y="9"/>
                    </a:cubicBezTo>
                    <a:cubicBezTo>
                      <a:pt x="0" y="20"/>
                      <a:pt x="0" y="20"/>
                      <a:pt x="0" y="20"/>
                    </a:cubicBezTo>
                    <a:cubicBezTo>
                      <a:pt x="7" y="20"/>
                      <a:pt x="7" y="20"/>
                      <a:pt x="7" y="20"/>
                    </a:cubicBezTo>
                    <a:cubicBezTo>
                      <a:pt x="7" y="9"/>
                      <a:pt x="7" y="9"/>
                      <a:pt x="7" y="9"/>
                    </a:cubicBezTo>
                    <a:cubicBezTo>
                      <a:pt x="7" y="8"/>
                      <a:pt x="8" y="7"/>
                      <a:pt x="9" y="7"/>
                    </a:cubicBezTo>
                    <a:cubicBezTo>
                      <a:pt x="20" y="7"/>
                      <a:pt x="20" y="7"/>
                      <a:pt x="20" y="7"/>
                    </a:cubicBezTo>
                    <a:cubicBezTo>
                      <a:pt x="19" y="4"/>
                      <a:pt x="18" y="2"/>
                      <a:pt x="17" y="0"/>
                    </a:cubicBezTo>
                    <a:close/>
                  </a:path>
                </a:pathLst>
              </a:custGeom>
              <a:solidFill>
                <a:schemeClr val="accent3"/>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1" name="Freeform 525"/>
              <p:cNvSpPr>
                <a:spLocks noEditPoints="1"/>
              </p:cNvSpPr>
              <p:nvPr/>
            </p:nvSpPr>
            <p:spPr bwMode="auto">
              <a:xfrm>
                <a:off x="5708865" y="2142544"/>
                <a:ext cx="198517" cy="149500"/>
              </a:xfrm>
              <a:custGeom>
                <a:avLst/>
                <a:gdLst>
                  <a:gd name="T0" fmla="*/ 35 w 45"/>
                  <a:gd name="T1" fmla="*/ 0 h 34"/>
                  <a:gd name="T2" fmla="*/ 29 w 45"/>
                  <a:gd name="T3" fmla="*/ 0 h 34"/>
                  <a:gd name="T4" fmla="*/ 29 w 45"/>
                  <a:gd name="T5" fmla="*/ 9 h 34"/>
                  <a:gd name="T6" fmla="*/ 34 w 45"/>
                  <a:gd name="T7" fmla="*/ 15 h 34"/>
                  <a:gd name="T8" fmla="*/ 31 w 45"/>
                  <a:gd name="T9" fmla="*/ 19 h 34"/>
                  <a:gd name="T10" fmla="*/ 31 w 45"/>
                  <a:gd name="T11" fmla="*/ 19 h 34"/>
                  <a:gd name="T12" fmla="*/ 31 w 45"/>
                  <a:gd name="T13" fmla="*/ 27 h 34"/>
                  <a:gd name="T14" fmla="*/ 29 w 45"/>
                  <a:gd name="T15" fmla="*/ 27 h 34"/>
                  <a:gd name="T16" fmla="*/ 29 w 45"/>
                  <a:gd name="T17" fmla="*/ 34 h 34"/>
                  <a:gd name="T18" fmla="*/ 45 w 45"/>
                  <a:gd name="T19" fmla="*/ 34 h 34"/>
                  <a:gd name="T20" fmla="*/ 35 w 45"/>
                  <a:gd name="T21" fmla="*/ 0 h 34"/>
                  <a:gd name="T22" fmla="*/ 29 w 45"/>
                  <a:gd name="T23" fmla="*/ 0 h 34"/>
                  <a:gd name="T24" fmla="*/ 0 w 45"/>
                  <a:gd name="T25" fmla="*/ 0 h 34"/>
                  <a:gd name="T26" fmla="*/ 0 w 45"/>
                  <a:gd name="T27" fmla="*/ 34 h 34"/>
                  <a:gd name="T28" fmla="*/ 29 w 45"/>
                  <a:gd name="T29" fmla="*/ 34 h 34"/>
                  <a:gd name="T30" fmla="*/ 29 w 45"/>
                  <a:gd name="T31" fmla="*/ 27 h 34"/>
                  <a:gd name="T32" fmla="*/ 27 w 45"/>
                  <a:gd name="T33" fmla="*/ 27 h 34"/>
                  <a:gd name="T34" fmla="*/ 27 w 45"/>
                  <a:gd name="T35" fmla="*/ 19 h 34"/>
                  <a:gd name="T36" fmla="*/ 24 w 45"/>
                  <a:gd name="T37" fmla="*/ 15 h 34"/>
                  <a:gd name="T38" fmla="*/ 29 w 45"/>
                  <a:gd name="T39" fmla="*/ 9 h 34"/>
                  <a:gd name="T40" fmla="*/ 29 w 45"/>
                  <a:gd name="T41" fmla="*/ 9 h 34"/>
                  <a:gd name="T42" fmla="*/ 29 w 45"/>
                  <a:gd name="T4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5" h="34">
                    <a:moveTo>
                      <a:pt x="35" y="0"/>
                    </a:moveTo>
                    <a:cubicBezTo>
                      <a:pt x="29" y="0"/>
                      <a:pt x="29" y="0"/>
                      <a:pt x="29" y="0"/>
                    </a:cubicBezTo>
                    <a:cubicBezTo>
                      <a:pt x="29" y="9"/>
                      <a:pt x="29" y="9"/>
                      <a:pt x="29" y="9"/>
                    </a:cubicBezTo>
                    <a:cubicBezTo>
                      <a:pt x="32" y="9"/>
                      <a:pt x="34" y="12"/>
                      <a:pt x="34" y="15"/>
                    </a:cubicBezTo>
                    <a:cubicBezTo>
                      <a:pt x="34" y="17"/>
                      <a:pt x="33" y="19"/>
                      <a:pt x="31" y="19"/>
                    </a:cubicBezTo>
                    <a:cubicBezTo>
                      <a:pt x="31" y="19"/>
                      <a:pt x="31" y="19"/>
                      <a:pt x="31" y="19"/>
                    </a:cubicBezTo>
                    <a:cubicBezTo>
                      <a:pt x="31" y="27"/>
                      <a:pt x="31" y="27"/>
                      <a:pt x="31" y="27"/>
                    </a:cubicBezTo>
                    <a:cubicBezTo>
                      <a:pt x="29" y="27"/>
                      <a:pt x="29" y="27"/>
                      <a:pt x="29" y="27"/>
                    </a:cubicBezTo>
                    <a:cubicBezTo>
                      <a:pt x="29" y="34"/>
                      <a:pt x="29" y="34"/>
                      <a:pt x="29" y="34"/>
                    </a:cubicBezTo>
                    <a:cubicBezTo>
                      <a:pt x="45" y="34"/>
                      <a:pt x="45" y="34"/>
                      <a:pt x="45" y="34"/>
                    </a:cubicBezTo>
                    <a:cubicBezTo>
                      <a:pt x="42" y="22"/>
                      <a:pt x="39" y="11"/>
                      <a:pt x="35" y="0"/>
                    </a:cubicBezTo>
                    <a:close/>
                    <a:moveTo>
                      <a:pt x="29" y="0"/>
                    </a:moveTo>
                    <a:cubicBezTo>
                      <a:pt x="0" y="0"/>
                      <a:pt x="0" y="0"/>
                      <a:pt x="0" y="0"/>
                    </a:cubicBezTo>
                    <a:cubicBezTo>
                      <a:pt x="0" y="34"/>
                      <a:pt x="0" y="34"/>
                      <a:pt x="0" y="34"/>
                    </a:cubicBezTo>
                    <a:cubicBezTo>
                      <a:pt x="29" y="34"/>
                      <a:pt x="29" y="34"/>
                      <a:pt x="29" y="34"/>
                    </a:cubicBezTo>
                    <a:cubicBezTo>
                      <a:pt x="29" y="27"/>
                      <a:pt x="29" y="27"/>
                      <a:pt x="29" y="27"/>
                    </a:cubicBezTo>
                    <a:cubicBezTo>
                      <a:pt x="27" y="27"/>
                      <a:pt x="27" y="27"/>
                      <a:pt x="27" y="27"/>
                    </a:cubicBezTo>
                    <a:cubicBezTo>
                      <a:pt x="27" y="19"/>
                      <a:pt x="27" y="19"/>
                      <a:pt x="27" y="19"/>
                    </a:cubicBezTo>
                    <a:cubicBezTo>
                      <a:pt x="25" y="19"/>
                      <a:pt x="24" y="17"/>
                      <a:pt x="24" y="15"/>
                    </a:cubicBezTo>
                    <a:cubicBezTo>
                      <a:pt x="24" y="12"/>
                      <a:pt x="26" y="9"/>
                      <a:pt x="29" y="9"/>
                    </a:cubicBezTo>
                    <a:cubicBezTo>
                      <a:pt x="29" y="9"/>
                      <a:pt x="29" y="9"/>
                      <a:pt x="29" y="9"/>
                    </a:cubicBezTo>
                    <a:lnTo>
                      <a:pt x="29" y="0"/>
                    </a:lnTo>
                    <a:close/>
                  </a:path>
                </a:pathLst>
              </a:custGeom>
              <a:solidFill>
                <a:schemeClr val="accent3"/>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2" name="Freeform 526"/>
              <p:cNvSpPr>
                <a:spLocks/>
              </p:cNvSpPr>
              <p:nvPr/>
            </p:nvSpPr>
            <p:spPr bwMode="auto">
              <a:xfrm>
                <a:off x="4269005" y="1537190"/>
                <a:ext cx="155627" cy="66172"/>
              </a:xfrm>
              <a:custGeom>
                <a:avLst/>
                <a:gdLst>
                  <a:gd name="T0" fmla="*/ 0 w 127"/>
                  <a:gd name="T1" fmla="*/ 29 h 54"/>
                  <a:gd name="T2" fmla="*/ 51 w 127"/>
                  <a:gd name="T3" fmla="*/ 54 h 54"/>
                  <a:gd name="T4" fmla="*/ 127 w 127"/>
                  <a:gd name="T5" fmla="*/ 54 h 54"/>
                  <a:gd name="T6" fmla="*/ 15 w 127"/>
                  <a:gd name="T7" fmla="*/ 0 h 54"/>
                  <a:gd name="T8" fmla="*/ 0 w 127"/>
                  <a:gd name="T9" fmla="*/ 29 h 54"/>
                </a:gdLst>
                <a:ahLst/>
                <a:cxnLst>
                  <a:cxn ang="0">
                    <a:pos x="T0" y="T1"/>
                  </a:cxn>
                  <a:cxn ang="0">
                    <a:pos x="T2" y="T3"/>
                  </a:cxn>
                  <a:cxn ang="0">
                    <a:pos x="T4" y="T5"/>
                  </a:cxn>
                  <a:cxn ang="0">
                    <a:pos x="T6" y="T7"/>
                  </a:cxn>
                  <a:cxn ang="0">
                    <a:pos x="T8" y="T9"/>
                  </a:cxn>
                </a:cxnLst>
                <a:rect l="0" t="0" r="r" b="b"/>
                <a:pathLst>
                  <a:path w="127" h="54">
                    <a:moveTo>
                      <a:pt x="0" y="29"/>
                    </a:moveTo>
                    <a:lnTo>
                      <a:pt x="51" y="54"/>
                    </a:lnTo>
                    <a:lnTo>
                      <a:pt x="127" y="54"/>
                    </a:lnTo>
                    <a:lnTo>
                      <a:pt x="15" y="0"/>
                    </a:lnTo>
                    <a:lnTo>
                      <a:pt x="0" y="29"/>
                    </a:lnTo>
                    <a:close/>
                  </a:path>
                </a:pathLst>
              </a:custGeom>
              <a:solidFill>
                <a:srgbClr val="49719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3" name="Freeform 527"/>
              <p:cNvSpPr>
                <a:spLocks noEditPoints="1"/>
              </p:cNvSpPr>
              <p:nvPr/>
            </p:nvSpPr>
            <p:spPr bwMode="auto">
              <a:xfrm>
                <a:off x="4269005" y="1611940"/>
                <a:ext cx="376202" cy="189939"/>
              </a:xfrm>
              <a:custGeom>
                <a:avLst/>
                <a:gdLst>
                  <a:gd name="T0" fmla="*/ 123 w 307"/>
                  <a:gd name="T1" fmla="*/ 155 h 155"/>
                  <a:gd name="T2" fmla="*/ 245 w 307"/>
                  <a:gd name="T3" fmla="*/ 155 h 155"/>
                  <a:gd name="T4" fmla="*/ 245 w 307"/>
                  <a:gd name="T5" fmla="*/ 123 h 155"/>
                  <a:gd name="T6" fmla="*/ 307 w 307"/>
                  <a:gd name="T7" fmla="*/ 123 h 155"/>
                  <a:gd name="T8" fmla="*/ 307 w 307"/>
                  <a:gd name="T9" fmla="*/ 33 h 155"/>
                  <a:gd name="T10" fmla="*/ 245 w 307"/>
                  <a:gd name="T11" fmla="*/ 33 h 155"/>
                  <a:gd name="T12" fmla="*/ 245 w 307"/>
                  <a:gd name="T13" fmla="*/ 0 h 155"/>
                  <a:gd name="T14" fmla="*/ 145 w 307"/>
                  <a:gd name="T15" fmla="*/ 0 h 155"/>
                  <a:gd name="T16" fmla="*/ 123 w 307"/>
                  <a:gd name="T17" fmla="*/ 0 h 155"/>
                  <a:gd name="T18" fmla="*/ 123 w 307"/>
                  <a:gd name="T19" fmla="*/ 62 h 155"/>
                  <a:gd name="T20" fmla="*/ 184 w 307"/>
                  <a:gd name="T21" fmla="*/ 62 h 155"/>
                  <a:gd name="T22" fmla="*/ 184 w 307"/>
                  <a:gd name="T23" fmla="*/ 94 h 155"/>
                  <a:gd name="T24" fmla="*/ 123 w 307"/>
                  <a:gd name="T25" fmla="*/ 94 h 155"/>
                  <a:gd name="T26" fmla="*/ 123 w 307"/>
                  <a:gd name="T27" fmla="*/ 155 h 155"/>
                  <a:gd name="T28" fmla="*/ 0 w 307"/>
                  <a:gd name="T29" fmla="*/ 155 h 155"/>
                  <a:gd name="T30" fmla="*/ 123 w 307"/>
                  <a:gd name="T31" fmla="*/ 155 h 155"/>
                  <a:gd name="T32" fmla="*/ 123 w 307"/>
                  <a:gd name="T33" fmla="*/ 94 h 155"/>
                  <a:gd name="T34" fmla="*/ 62 w 307"/>
                  <a:gd name="T35" fmla="*/ 94 h 155"/>
                  <a:gd name="T36" fmla="*/ 62 w 307"/>
                  <a:gd name="T37" fmla="*/ 62 h 155"/>
                  <a:gd name="T38" fmla="*/ 62 w 307"/>
                  <a:gd name="T39" fmla="*/ 62 h 155"/>
                  <a:gd name="T40" fmla="*/ 123 w 307"/>
                  <a:gd name="T41" fmla="*/ 62 h 155"/>
                  <a:gd name="T42" fmla="*/ 123 w 307"/>
                  <a:gd name="T43" fmla="*/ 0 h 155"/>
                  <a:gd name="T44" fmla="*/ 65 w 307"/>
                  <a:gd name="T45" fmla="*/ 0 h 155"/>
                  <a:gd name="T46" fmla="*/ 0 w 307"/>
                  <a:gd name="T47" fmla="*/ 0 h 155"/>
                  <a:gd name="T48" fmla="*/ 0 w 307"/>
                  <a:gd name="T49" fmla="*/ 155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07" h="155">
                    <a:moveTo>
                      <a:pt x="123" y="155"/>
                    </a:moveTo>
                    <a:lnTo>
                      <a:pt x="245" y="155"/>
                    </a:lnTo>
                    <a:lnTo>
                      <a:pt x="245" y="123"/>
                    </a:lnTo>
                    <a:lnTo>
                      <a:pt x="307" y="123"/>
                    </a:lnTo>
                    <a:lnTo>
                      <a:pt x="307" y="33"/>
                    </a:lnTo>
                    <a:lnTo>
                      <a:pt x="245" y="33"/>
                    </a:lnTo>
                    <a:lnTo>
                      <a:pt x="245" y="0"/>
                    </a:lnTo>
                    <a:lnTo>
                      <a:pt x="145" y="0"/>
                    </a:lnTo>
                    <a:lnTo>
                      <a:pt x="123" y="0"/>
                    </a:lnTo>
                    <a:lnTo>
                      <a:pt x="123" y="62"/>
                    </a:lnTo>
                    <a:lnTo>
                      <a:pt x="184" y="62"/>
                    </a:lnTo>
                    <a:lnTo>
                      <a:pt x="184" y="94"/>
                    </a:lnTo>
                    <a:lnTo>
                      <a:pt x="123" y="94"/>
                    </a:lnTo>
                    <a:lnTo>
                      <a:pt x="123" y="155"/>
                    </a:lnTo>
                    <a:close/>
                    <a:moveTo>
                      <a:pt x="0" y="155"/>
                    </a:moveTo>
                    <a:lnTo>
                      <a:pt x="123" y="155"/>
                    </a:lnTo>
                    <a:lnTo>
                      <a:pt x="123" y="94"/>
                    </a:lnTo>
                    <a:lnTo>
                      <a:pt x="62" y="94"/>
                    </a:lnTo>
                    <a:lnTo>
                      <a:pt x="62" y="62"/>
                    </a:lnTo>
                    <a:lnTo>
                      <a:pt x="62" y="62"/>
                    </a:lnTo>
                    <a:lnTo>
                      <a:pt x="123" y="62"/>
                    </a:lnTo>
                    <a:lnTo>
                      <a:pt x="123" y="0"/>
                    </a:lnTo>
                    <a:lnTo>
                      <a:pt x="65" y="0"/>
                    </a:lnTo>
                    <a:lnTo>
                      <a:pt x="0" y="0"/>
                    </a:lnTo>
                    <a:lnTo>
                      <a:pt x="0" y="155"/>
                    </a:lnTo>
                    <a:close/>
                  </a:path>
                </a:pathLst>
              </a:custGeom>
              <a:solidFill>
                <a:srgbClr val="49719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4" name="Freeform 528"/>
              <p:cNvSpPr>
                <a:spLocks/>
              </p:cNvSpPr>
              <p:nvPr/>
            </p:nvSpPr>
            <p:spPr bwMode="auto">
              <a:xfrm>
                <a:off x="3637918" y="1788400"/>
                <a:ext cx="84553" cy="142148"/>
              </a:xfrm>
              <a:custGeom>
                <a:avLst/>
                <a:gdLst>
                  <a:gd name="T0" fmla="*/ 0 w 19"/>
                  <a:gd name="T1" fmla="*/ 22 h 32"/>
                  <a:gd name="T2" fmla="*/ 0 w 19"/>
                  <a:gd name="T3" fmla="*/ 27 h 32"/>
                  <a:gd name="T4" fmla="*/ 6 w 19"/>
                  <a:gd name="T5" fmla="*/ 32 h 32"/>
                  <a:gd name="T6" fmla="*/ 14 w 19"/>
                  <a:gd name="T7" fmla="*/ 32 h 32"/>
                  <a:gd name="T8" fmla="*/ 19 w 19"/>
                  <a:gd name="T9" fmla="*/ 27 h 32"/>
                  <a:gd name="T10" fmla="*/ 19 w 19"/>
                  <a:gd name="T11" fmla="*/ 22 h 32"/>
                  <a:gd name="T12" fmla="*/ 12 w 19"/>
                  <a:gd name="T13" fmla="*/ 22 h 32"/>
                  <a:gd name="T14" fmla="*/ 12 w 19"/>
                  <a:gd name="T15" fmla="*/ 18 h 32"/>
                  <a:gd name="T16" fmla="*/ 19 w 19"/>
                  <a:gd name="T17" fmla="*/ 18 h 32"/>
                  <a:gd name="T18" fmla="*/ 19 w 19"/>
                  <a:gd name="T19" fmla="*/ 12 h 32"/>
                  <a:gd name="T20" fmla="*/ 12 w 19"/>
                  <a:gd name="T21" fmla="*/ 12 h 32"/>
                  <a:gd name="T22" fmla="*/ 12 w 19"/>
                  <a:gd name="T23" fmla="*/ 8 h 32"/>
                  <a:gd name="T24" fmla="*/ 19 w 19"/>
                  <a:gd name="T25" fmla="*/ 8 h 32"/>
                  <a:gd name="T26" fmla="*/ 19 w 19"/>
                  <a:gd name="T27" fmla="*/ 6 h 32"/>
                  <a:gd name="T28" fmla="*/ 14 w 19"/>
                  <a:gd name="T29" fmla="*/ 0 h 32"/>
                  <a:gd name="T30" fmla="*/ 6 w 19"/>
                  <a:gd name="T31" fmla="*/ 0 h 32"/>
                  <a:gd name="T32" fmla="*/ 0 w 19"/>
                  <a:gd name="T33" fmla="*/ 6 h 32"/>
                  <a:gd name="T34" fmla="*/ 0 w 19"/>
                  <a:gd name="T35" fmla="*/ 8 h 32"/>
                  <a:gd name="T36" fmla="*/ 7 w 19"/>
                  <a:gd name="T37" fmla="*/ 8 h 32"/>
                  <a:gd name="T38" fmla="*/ 7 w 19"/>
                  <a:gd name="T39" fmla="*/ 12 h 32"/>
                  <a:gd name="T40" fmla="*/ 0 w 19"/>
                  <a:gd name="T41" fmla="*/ 12 h 32"/>
                  <a:gd name="T42" fmla="*/ 0 w 19"/>
                  <a:gd name="T43" fmla="*/ 18 h 32"/>
                  <a:gd name="T44" fmla="*/ 7 w 19"/>
                  <a:gd name="T45" fmla="*/ 18 h 32"/>
                  <a:gd name="T46" fmla="*/ 7 w 19"/>
                  <a:gd name="T47" fmla="*/ 22 h 32"/>
                  <a:gd name="T48" fmla="*/ 0 w 19"/>
                  <a:gd name="T49"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32">
                    <a:moveTo>
                      <a:pt x="0" y="22"/>
                    </a:moveTo>
                    <a:cubicBezTo>
                      <a:pt x="0" y="27"/>
                      <a:pt x="0" y="27"/>
                      <a:pt x="0" y="27"/>
                    </a:cubicBezTo>
                    <a:cubicBezTo>
                      <a:pt x="0" y="30"/>
                      <a:pt x="3" y="32"/>
                      <a:pt x="6" y="32"/>
                    </a:cubicBezTo>
                    <a:cubicBezTo>
                      <a:pt x="14" y="32"/>
                      <a:pt x="14" y="32"/>
                      <a:pt x="14" y="32"/>
                    </a:cubicBezTo>
                    <a:cubicBezTo>
                      <a:pt x="17" y="32"/>
                      <a:pt x="19" y="30"/>
                      <a:pt x="19" y="27"/>
                    </a:cubicBezTo>
                    <a:cubicBezTo>
                      <a:pt x="19" y="22"/>
                      <a:pt x="19" y="22"/>
                      <a:pt x="19" y="22"/>
                    </a:cubicBezTo>
                    <a:cubicBezTo>
                      <a:pt x="12" y="22"/>
                      <a:pt x="12" y="22"/>
                      <a:pt x="12" y="22"/>
                    </a:cubicBezTo>
                    <a:cubicBezTo>
                      <a:pt x="12" y="18"/>
                      <a:pt x="12" y="18"/>
                      <a:pt x="12" y="18"/>
                    </a:cubicBezTo>
                    <a:cubicBezTo>
                      <a:pt x="19" y="18"/>
                      <a:pt x="19" y="18"/>
                      <a:pt x="19" y="18"/>
                    </a:cubicBezTo>
                    <a:cubicBezTo>
                      <a:pt x="19" y="12"/>
                      <a:pt x="19" y="12"/>
                      <a:pt x="19" y="12"/>
                    </a:cubicBezTo>
                    <a:cubicBezTo>
                      <a:pt x="12" y="12"/>
                      <a:pt x="12" y="12"/>
                      <a:pt x="12" y="12"/>
                    </a:cubicBezTo>
                    <a:cubicBezTo>
                      <a:pt x="12" y="8"/>
                      <a:pt x="12" y="8"/>
                      <a:pt x="12" y="8"/>
                    </a:cubicBezTo>
                    <a:cubicBezTo>
                      <a:pt x="19" y="8"/>
                      <a:pt x="19" y="8"/>
                      <a:pt x="19" y="8"/>
                    </a:cubicBezTo>
                    <a:cubicBezTo>
                      <a:pt x="19" y="6"/>
                      <a:pt x="19" y="6"/>
                      <a:pt x="19" y="6"/>
                    </a:cubicBezTo>
                    <a:cubicBezTo>
                      <a:pt x="19" y="3"/>
                      <a:pt x="17" y="0"/>
                      <a:pt x="14" y="0"/>
                    </a:cubicBezTo>
                    <a:cubicBezTo>
                      <a:pt x="6" y="0"/>
                      <a:pt x="6" y="0"/>
                      <a:pt x="6" y="0"/>
                    </a:cubicBezTo>
                    <a:cubicBezTo>
                      <a:pt x="3" y="0"/>
                      <a:pt x="0" y="3"/>
                      <a:pt x="0" y="6"/>
                    </a:cubicBezTo>
                    <a:cubicBezTo>
                      <a:pt x="0" y="8"/>
                      <a:pt x="0" y="8"/>
                      <a:pt x="0" y="8"/>
                    </a:cubicBezTo>
                    <a:cubicBezTo>
                      <a:pt x="7" y="8"/>
                      <a:pt x="7" y="8"/>
                      <a:pt x="7" y="8"/>
                    </a:cubicBezTo>
                    <a:cubicBezTo>
                      <a:pt x="7" y="12"/>
                      <a:pt x="7" y="12"/>
                      <a:pt x="7" y="12"/>
                    </a:cubicBezTo>
                    <a:cubicBezTo>
                      <a:pt x="0" y="12"/>
                      <a:pt x="0" y="12"/>
                      <a:pt x="0" y="12"/>
                    </a:cubicBezTo>
                    <a:cubicBezTo>
                      <a:pt x="0" y="18"/>
                      <a:pt x="0" y="18"/>
                      <a:pt x="0" y="18"/>
                    </a:cubicBezTo>
                    <a:cubicBezTo>
                      <a:pt x="7" y="18"/>
                      <a:pt x="7" y="18"/>
                      <a:pt x="7" y="18"/>
                    </a:cubicBezTo>
                    <a:cubicBezTo>
                      <a:pt x="7" y="22"/>
                      <a:pt x="7" y="22"/>
                      <a:pt x="7" y="22"/>
                    </a:cubicBezTo>
                    <a:lnTo>
                      <a:pt x="0" y="22"/>
                    </a:lnTo>
                    <a:close/>
                  </a:path>
                </a:pathLst>
              </a:custGeom>
              <a:solidFill>
                <a:srgbClr val="49719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5" name="Freeform 529"/>
              <p:cNvSpPr>
                <a:spLocks/>
              </p:cNvSpPr>
              <p:nvPr/>
            </p:nvSpPr>
            <p:spPr bwMode="auto">
              <a:xfrm>
                <a:off x="3615860" y="1917068"/>
                <a:ext cx="132345" cy="83328"/>
              </a:xfrm>
              <a:custGeom>
                <a:avLst/>
                <a:gdLst>
                  <a:gd name="T0" fmla="*/ 0 w 30"/>
                  <a:gd name="T1" fmla="*/ 0 h 19"/>
                  <a:gd name="T2" fmla="*/ 10 w 30"/>
                  <a:gd name="T3" fmla="*/ 9 h 19"/>
                  <a:gd name="T4" fmla="*/ 13 w 30"/>
                  <a:gd name="T5" fmla="*/ 9 h 19"/>
                  <a:gd name="T6" fmla="*/ 13 w 30"/>
                  <a:gd name="T7" fmla="*/ 15 h 19"/>
                  <a:gd name="T8" fmla="*/ 9 w 30"/>
                  <a:gd name="T9" fmla="*/ 15 h 19"/>
                  <a:gd name="T10" fmla="*/ 9 w 30"/>
                  <a:gd name="T11" fmla="*/ 19 h 19"/>
                  <a:gd name="T12" fmla="*/ 21 w 30"/>
                  <a:gd name="T13" fmla="*/ 19 h 19"/>
                  <a:gd name="T14" fmla="*/ 21 w 30"/>
                  <a:gd name="T15" fmla="*/ 15 h 19"/>
                  <a:gd name="T16" fmla="*/ 17 w 30"/>
                  <a:gd name="T17" fmla="*/ 15 h 19"/>
                  <a:gd name="T18" fmla="*/ 17 w 30"/>
                  <a:gd name="T19" fmla="*/ 9 h 19"/>
                  <a:gd name="T20" fmla="*/ 20 w 30"/>
                  <a:gd name="T21" fmla="*/ 9 h 19"/>
                  <a:gd name="T22" fmla="*/ 30 w 30"/>
                  <a:gd name="T23" fmla="*/ 0 h 19"/>
                  <a:gd name="T24" fmla="*/ 26 w 30"/>
                  <a:gd name="T25" fmla="*/ 0 h 19"/>
                  <a:gd name="T26" fmla="*/ 20 w 30"/>
                  <a:gd name="T27" fmla="*/ 5 h 19"/>
                  <a:gd name="T28" fmla="*/ 10 w 30"/>
                  <a:gd name="T29" fmla="*/ 5 h 19"/>
                  <a:gd name="T30" fmla="*/ 4 w 30"/>
                  <a:gd name="T31" fmla="*/ 0 h 19"/>
                  <a:gd name="T32" fmla="*/ 0 w 30"/>
                  <a:gd name="T33"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 h="19">
                    <a:moveTo>
                      <a:pt x="0" y="0"/>
                    </a:moveTo>
                    <a:cubicBezTo>
                      <a:pt x="1" y="5"/>
                      <a:pt x="5" y="9"/>
                      <a:pt x="10" y="9"/>
                    </a:cubicBezTo>
                    <a:cubicBezTo>
                      <a:pt x="13" y="9"/>
                      <a:pt x="13" y="9"/>
                      <a:pt x="13" y="9"/>
                    </a:cubicBezTo>
                    <a:cubicBezTo>
                      <a:pt x="13" y="15"/>
                      <a:pt x="13" y="15"/>
                      <a:pt x="13" y="15"/>
                    </a:cubicBezTo>
                    <a:cubicBezTo>
                      <a:pt x="9" y="15"/>
                      <a:pt x="9" y="15"/>
                      <a:pt x="9" y="15"/>
                    </a:cubicBezTo>
                    <a:cubicBezTo>
                      <a:pt x="9" y="19"/>
                      <a:pt x="9" y="19"/>
                      <a:pt x="9" y="19"/>
                    </a:cubicBezTo>
                    <a:cubicBezTo>
                      <a:pt x="21" y="19"/>
                      <a:pt x="21" y="19"/>
                      <a:pt x="21" y="19"/>
                    </a:cubicBezTo>
                    <a:cubicBezTo>
                      <a:pt x="21" y="15"/>
                      <a:pt x="21" y="15"/>
                      <a:pt x="21" y="15"/>
                    </a:cubicBezTo>
                    <a:cubicBezTo>
                      <a:pt x="17" y="15"/>
                      <a:pt x="17" y="15"/>
                      <a:pt x="17" y="15"/>
                    </a:cubicBezTo>
                    <a:cubicBezTo>
                      <a:pt x="17" y="9"/>
                      <a:pt x="17" y="9"/>
                      <a:pt x="17" y="9"/>
                    </a:cubicBezTo>
                    <a:cubicBezTo>
                      <a:pt x="20" y="9"/>
                      <a:pt x="20" y="9"/>
                      <a:pt x="20" y="9"/>
                    </a:cubicBezTo>
                    <a:cubicBezTo>
                      <a:pt x="25" y="9"/>
                      <a:pt x="29" y="5"/>
                      <a:pt x="30" y="0"/>
                    </a:cubicBezTo>
                    <a:cubicBezTo>
                      <a:pt x="26" y="0"/>
                      <a:pt x="26" y="0"/>
                      <a:pt x="26" y="0"/>
                    </a:cubicBezTo>
                    <a:cubicBezTo>
                      <a:pt x="25" y="2"/>
                      <a:pt x="23" y="5"/>
                      <a:pt x="20" y="5"/>
                    </a:cubicBezTo>
                    <a:cubicBezTo>
                      <a:pt x="10" y="5"/>
                      <a:pt x="10" y="5"/>
                      <a:pt x="10" y="5"/>
                    </a:cubicBezTo>
                    <a:cubicBezTo>
                      <a:pt x="7" y="5"/>
                      <a:pt x="4" y="2"/>
                      <a:pt x="4" y="0"/>
                    </a:cubicBezTo>
                    <a:lnTo>
                      <a:pt x="0" y="0"/>
                    </a:lnTo>
                    <a:close/>
                  </a:path>
                </a:pathLst>
              </a:custGeom>
              <a:solidFill>
                <a:srgbClr val="49719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6" name="Freeform 530"/>
              <p:cNvSpPr>
                <a:spLocks noEditPoints="1"/>
              </p:cNvSpPr>
              <p:nvPr/>
            </p:nvSpPr>
            <p:spPr bwMode="auto">
              <a:xfrm>
                <a:off x="5369426" y="2200138"/>
                <a:ext cx="269591" cy="136021"/>
              </a:xfrm>
              <a:custGeom>
                <a:avLst/>
                <a:gdLst>
                  <a:gd name="T0" fmla="*/ 53 w 61"/>
                  <a:gd name="T1" fmla="*/ 22 h 31"/>
                  <a:gd name="T2" fmla="*/ 61 w 61"/>
                  <a:gd name="T3" fmla="*/ 11 h 31"/>
                  <a:gd name="T4" fmla="*/ 53 w 61"/>
                  <a:gd name="T5" fmla="*/ 1 h 31"/>
                  <a:gd name="T6" fmla="*/ 53 w 61"/>
                  <a:gd name="T7" fmla="*/ 5 h 31"/>
                  <a:gd name="T8" fmla="*/ 57 w 61"/>
                  <a:gd name="T9" fmla="*/ 11 h 31"/>
                  <a:gd name="T10" fmla="*/ 53 w 61"/>
                  <a:gd name="T11" fmla="*/ 17 h 31"/>
                  <a:gd name="T12" fmla="*/ 53 w 61"/>
                  <a:gd name="T13" fmla="*/ 22 h 31"/>
                  <a:gd name="T14" fmla="*/ 26 w 61"/>
                  <a:gd name="T15" fmla="*/ 31 h 31"/>
                  <a:gd name="T16" fmla="*/ 46 w 61"/>
                  <a:gd name="T17" fmla="*/ 21 h 31"/>
                  <a:gd name="T18" fmla="*/ 51 w 61"/>
                  <a:gd name="T19" fmla="*/ 22 h 31"/>
                  <a:gd name="T20" fmla="*/ 53 w 61"/>
                  <a:gd name="T21" fmla="*/ 22 h 31"/>
                  <a:gd name="T22" fmla="*/ 53 w 61"/>
                  <a:gd name="T23" fmla="*/ 17 h 31"/>
                  <a:gd name="T24" fmla="*/ 51 w 61"/>
                  <a:gd name="T25" fmla="*/ 17 h 31"/>
                  <a:gd name="T26" fmla="*/ 49 w 61"/>
                  <a:gd name="T27" fmla="*/ 17 h 31"/>
                  <a:gd name="T28" fmla="*/ 52 w 61"/>
                  <a:gd name="T29" fmla="*/ 5 h 31"/>
                  <a:gd name="T30" fmla="*/ 52 w 61"/>
                  <a:gd name="T31" fmla="*/ 5 h 31"/>
                  <a:gd name="T32" fmla="*/ 52 w 61"/>
                  <a:gd name="T33" fmla="*/ 5 h 31"/>
                  <a:gd name="T34" fmla="*/ 53 w 61"/>
                  <a:gd name="T35" fmla="*/ 5 h 31"/>
                  <a:gd name="T36" fmla="*/ 53 w 61"/>
                  <a:gd name="T37" fmla="*/ 1 h 31"/>
                  <a:gd name="T38" fmla="*/ 51 w 61"/>
                  <a:gd name="T39" fmla="*/ 0 h 31"/>
                  <a:gd name="T40" fmla="*/ 51 w 61"/>
                  <a:gd name="T41" fmla="*/ 0 h 31"/>
                  <a:gd name="T42" fmla="*/ 1 w 61"/>
                  <a:gd name="T43" fmla="*/ 0 h 31"/>
                  <a:gd name="T44" fmla="*/ 0 w 61"/>
                  <a:gd name="T45" fmla="*/ 5 h 31"/>
                  <a:gd name="T46" fmla="*/ 26 w 61"/>
                  <a:gd name="T4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 h="31">
                    <a:moveTo>
                      <a:pt x="53" y="22"/>
                    </a:moveTo>
                    <a:cubicBezTo>
                      <a:pt x="58" y="21"/>
                      <a:pt x="61" y="16"/>
                      <a:pt x="61" y="11"/>
                    </a:cubicBezTo>
                    <a:cubicBezTo>
                      <a:pt x="61" y="6"/>
                      <a:pt x="58" y="1"/>
                      <a:pt x="53" y="1"/>
                    </a:cubicBezTo>
                    <a:cubicBezTo>
                      <a:pt x="53" y="5"/>
                      <a:pt x="53" y="5"/>
                      <a:pt x="53" y="5"/>
                    </a:cubicBezTo>
                    <a:cubicBezTo>
                      <a:pt x="55" y="6"/>
                      <a:pt x="57" y="8"/>
                      <a:pt x="57" y="11"/>
                    </a:cubicBezTo>
                    <a:cubicBezTo>
                      <a:pt x="57" y="14"/>
                      <a:pt x="55" y="16"/>
                      <a:pt x="53" y="17"/>
                    </a:cubicBezTo>
                    <a:lnTo>
                      <a:pt x="53" y="22"/>
                    </a:lnTo>
                    <a:close/>
                    <a:moveTo>
                      <a:pt x="26" y="31"/>
                    </a:moveTo>
                    <a:cubicBezTo>
                      <a:pt x="34" y="31"/>
                      <a:pt x="41" y="27"/>
                      <a:pt x="46" y="21"/>
                    </a:cubicBezTo>
                    <a:cubicBezTo>
                      <a:pt x="47" y="22"/>
                      <a:pt x="49" y="22"/>
                      <a:pt x="51" y="22"/>
                    </a:cubicBezTo>
                    <a:cubicBezTo>
                      <a:pt x="51" y="22"/>
                      <a:pt x="52" y="22"/>
                      <a:pt x="53" y="22"/>
                    </a:cubicBezTo>
                    <a:cubicBezTo>
                      <a:pt x="53" y="17"/>
                      <a:pt x="53" y="17"/>
                      <a:pt x="53" y="17"/>
                    </a:cubicBezTo>
                    <a:cubicBezTo>
                      <a:pt x="52" y="17"/>
                      <a:pt x="51" y="17"/>
                      <a:pt x="51" y="17"/>
                    </a:cubicBezTo>
                    <a:cubicBezTo>
                      <a:pt x="50" y="17"/>
                      <a:pt x="49" y="17"/>
                      <a:pt x="49" y="17"/>
                    </a:cubicBezTo>
                    <a:cubicBezTo>
                      <a:pt x="51" y="13"/>
                      <a:pt x="52" y="9"/>
                      <a:pt x="52" y="5"/>
                    </a:cubicBezTo>
                    <a:cubicBezTo>
                      <a:pt x="52" y="5"/>
                      <a:pt x="52" y="5"/>
                      <a:pt x="52" y="5"/>
                    </a:cubicBezTo>
                    <a:cubicBezTo>
                      <a:pt x="52" y="5"/>
                      <a:pt x="52" y="5"/>
                      <a:pt x="52" y="5"/>
                    </a:cubicBezTo>
                    <a:cubicBezTo>
                      <a:pt x="52" y="5"/>
                      <a:pt x="52" y="5"/>
                      <a:pt x="53" y="5"/>
                    </a:cubicBezTo>
                    <a:cubicBezTo>
                      <a:pt x="53" y="1"/>
                      <a:pt x="53" y="1"/>
                      <a:pt x="53" y="1"/>
                    </a:cubicBezTo>
                    <a:cubicBezTo>
                      <a:pt x="52" y="0"/>
                      <a:pt x="52" y="0"/>
                      <a:pt x="51" y="0"/>
                    </a:cubicBezTo>
                    <a:cubicBezTo>
                      <a:pt x="51" y="0"/>
                      <a:pt x="51" y="0"/>
                      <a:pt x="51" y="0"/>
                    </a:cubicBezTo>
                    <a:cubicBezTo>
                      <a:pt x="1" y="0"/>
                      <a:pt x="1" y="0"/>
                      <a:pt x="1" y="0"/>
                    </a:cubicBezTo>
                    <a:cubicBezTo>
                      <a:pt x="0" y="2"/>
                      <a:pt x="0" y="3"/>
                      <a:pt x="0" y="5"/>
                    </a:cubicBezTo>
                    <a:cubicBezTo>
                      <a:pt x="0" y="19"/>
                      <a:pt x="12" y="31"/>
                      <a:pt x="26" y="31"/>
                    </a:cubicBezTo>
                    <a:close/>
                  </a:path>
                </a:pathLst>
              </a:custGeom>
              <a:solidFill>
                <a:srgbClr val="49719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7" name="Rectangle 531"/>
              <p:cNvSpPr>
                <a:spLocks noChangeArrowheads="1"/>
              </p:cNvSpPr>
              <p:nvPr/>
            </p:nvSpPr>
            <p:spPr bwMode="auto">
              <a:xfrm>
                <a:off x="5369426" y="2345962"/>
                <a:ext cx="247533" cy="22057"/>
              </a:xfrm>
              <a:prstGeom prst="rect">
                <a:avLst/>
              </a:prstGeom>
              <a:solidFill>
                <a:srgbClr val="497193"/>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8" name="Freeform 532"/>
              <p:cNvSpPr>
                <a:spLocks/>
              </p:cNvSpPr>
              <p:nvPr/>
            </p:nvSpPr>
            <p:spPr bwMode="auto">
              <a:xfrm>
                <a:off x="5427020" y="2080048"/>
                <a:ext cx="44115" cy="115189"/>
              </a:xfrm>
              <a:custGeom>
                <a:avLst/>
                <a:gdLst>
                  <a:gd name="T0" fmla="*/ 3 w 10"/>
                  <a:gd name="T1" fmla="*/ 19 h 26"/>
                  <a:gd name="T2" fmla="*/ 5 w 10"/>
                  <a:gd name="T3" fmla="*/ 25 h 26"/>
                  <a:gd name="T4" fmla="*/ 9 w 10"/>
                  <a:gd name="T5" fmla="*/ 16 h 26"/>
                  <a:gd name="T6" fmla="*/ 7 w 10"/>
                  <a:gd name="T7" fmla="*/ 11 h 26"/>
                  <a:gd name="T8" fmla="*/ 6 w 10"/>
                  <a:gd name="T9" fmla="*/ 7 h 26"/>
                  <a:gd name="T10" fmla="*/ 4 w 10"/>
                  <a:gd name="T11" fmla="*/ 2 h 26"/>
                  <a:gd name="T12" fmla="*/ 1 w 10"/>
                  <a:gd name="T13" fmla="*/ 11 h 26"/>
                  <a:gd name="T14" fmla="*/ 3 w 10"/>
                  <a:gd name="T15" fmla="*/ 19 h 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26">
                    <a:moveTo>
                      <a:pt x="3" y="19"/>
                    </a:moveTo>
                    <a:cubicBezTo>
                      <a:pt x="0" y="21"/>
                      <a:pt x="2" y="26"/>
                      <a:pt x="5" y="25"/>
                    </a:cubicBezTo>
                    <a:cubicBezTo>
                      <a:pt x="9" y="23"/>
                      <a:pt x="10" y="19"/>
                      <a:pt x="9" y="16"/>
                    </a:cubicBezTo>
                    <a:cubicBezTo>
                      <a:pt x="9" y="14"/>
                      <a:pt x="7" y="12"/>
                      <a:pt x="7" y="11"/>
                    </a:cubicBezTo>
                    <a:cubicBezTo>
                      <a:pt x="6" y="10"/>
                      <a:pt x="5" y="7"/>
                      <a:pt x="6" y="7"/>
                    </a:cubicBezTo>
                    <a:cubicBezTo>
                      <a:pt x="9" y="5"/>
                      <a:pt x="7" y="0"/>
                      <a:pt x="4" y="2"/>
                    </a:cubicBezTo>
                    <a:cubicBezTo>
                      <a:pt x="1" y="4"/>
                      <a:pt x="0" y="8"/>
                      <a:pt x="1" y="11"/>
                    </a:cubicBezTo>
                    <a:cubicBezTo>
                      <a:pt x="1" y="12"/>
                      <a:pt x="6" y="19"/>
                      <a:pt x="3" y="19"/>
                    </a:cubicBezTo>
                    <a:close/>
                  </a:path>
                </a:pathLst>
              </a:custGeom>
              <a:solidFill>
                <a:srgbClr val="49719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9" name="Freeform 533"/>
              <p:cNvSpPr>
                <a:spLocks/>
              </p:cNvSpPr>
              <p:nvPr/>
            </p:nvSpPr>
            <p:spPr bwMode="auto">
              <a:xfrm>
                <a:off x="5488291" y="2080048"/>
                <a:ext cx="44115" cy="115189"/>
              </a:xfrm>
              <a:custGeom>
                <a:avLst/>
                <a:gdLst>
                  <a:gd name="T0" fmla="*/ 4 w 10"/>
                  <a:gd name="T1" fmla="*/ 19 h 26"/>
                  <a:gd name="T2" fmla="*/ 5 w 10"/>
                  <a:gd name="T3" fmla="*/ 25 h 26"/>
                  <a:gd name="T4" fmla="*/ 9 w 10"/>
                  <a:gd name="T5" fmla="*/ 16 h 26"/>
                  <a:gd name="T6" fmla="*/ 7 w 10"/>
                  <a:gd name="T7" fmla="*/ 11 h 26"/>
                  <a:gd name="T8" fmla="*/ 7 w 10"/>
                  <a:gd name="T9" fmla="*/ 7 h 26"/>
                  <a:gd name="T10" fmla="*/ 4 w 10"/>
                  <a:gd name="T11" fmla="*/ 2 h 26"/>
                  <a:gd name="T12" fmla="*/ 1 w 10"/>
                  <a:gd name="T13" fmla="*/ 11 h 26"/>
                  <a:gd name="T14" fmla="*/ 4 w 10"/>
                  <a:gd name="T15" fmla="*/ 19 h 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26">
                    <a:moveTo>
                      <a:pt x="4" y="19"/>
                    </a:moveTo>
                    <a:cubicBezTo>
                      <a:pt x="1" y="21"/>
                      <a:pt x="2" y="26"/>
                      <a:pt x="5" y="25"/>
                    </a:cubicBezTo>
                    <a:cubicBezTo>
                      <a:pt x="9" y="23"/>
                      <a:pt x="10" y="19"/>
                      <a:pt x="9" y="16"/>
                    </a:cubicBezTo>
                    <a:cubicBezTo>
                      <a:pt x="9" y="14"/>
                      <a:pt x="8" y="12"/>
                      <a:pt x="7" y="11"/>
                    </a:cubicBezTo>
                    <a:cubicBezTo>
                      <a:pt x="6" y="10"/>
                      <a:pt x="5" y="7"/>
                      <a:pt x="7" y="7"/>
                    </a:cubicBezTo>
                    <a:cubicBezTo>
                      <a:pt x="10" y="5"/>
                      <a:pt x="7" y="0"/>
                      <a:pt x="4" y="2"/>
                    </a:cubicBezTo>
                    <a:cubicBezTo>
                      <a:pt x="1" y="4"/>
                      <a:pt x="0" y="8"/>
                      <a:pt x="1" y="11"/>
                    </a:cubicBezTo>
                    <a:cubicBezTo>
                      <a:pt x="2" y="12"/>
                      <a:pt x="6" y="19"/>
                      <a:pt x="4" y="19"/>
                    </a:cubicBezTo>
                    <a:close/>
                  </a:path>
                </a:pathLst>
              </a:custGeom>
              <a:solidFill>
                <a:srgbClr val="49719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0" name="Freeform 534"/>
              <p:cNvSpPr>
                <a:spLocks noEditPoints="1"/>
              </p:cNvSpPr>
              <p:nvPr/>
            </p:nvSpPr>
            <p:spPr bwMode="auto">
              <a:xfrm>
                <a:off x="4794707" y="1638899"/>
                <a:ext cx="220574" cy="220574"/>
              </a:xfrm>
              <a:custGeom>
                <a:avLst/>
                <a:gdLst>
                  <a:gd name="T0" fmla="*/ 25 w 50"/>
                  <a:gd name="T1" fmla="*/ 47 h 50"/>
                  <a:gd name="T2" fmla="*/ 29 w 50"/>
                  <a:gd name="T3" fmla="*/ 46 h 50"/>
                  <a:gd name="T4" fmla="*/ 30 w 50"/>
                  <a:gd name="T5" fmla="*/ 50 h 50"/>
                  <a:gd name="T6" fmla="*/ 39 w 50"/>
                  <a:gd name="T7" fmla="*/ 46 h 50"/>
                  <a:gd name="T8" fmla="*/ 38 w 50"/>
                  <a:gd name="T9" fmla="*/ 43 h 50"/>
                  <a:gd name="T10" fmla="*/ 43 w 50"/>
                  <a:gd name="T11" fmla="*/ 37 h 50"/>
                  <a:gd name="T12" fmla="*/ 46 w 50"/>
                  <a:gd name="T13" fmla="*/ 39 h 50"/>
                  <a:gd name="T14" fmla="*/ 50 w 50"/>
                  <a:gd name="T15" fmla="*/ 30 h 50"/>
                  <a:gd name="T16" fmla="*/ 46 w 50"/>
                  <a:gd name="T17" fmla="*/ 29 h 50"/>
                  <a:gd name="T18" fmla="*/ 46 w 50"/>
                  <a:gd name="T19" fmla="*/ 21 h 50"/>
                  <a:gd name="T20" fmla="*/ 50 w 50"/>
                  <a:gd name="T21" fmla="*/ 20 h 50"/>
                  <a:gd name="T22" fmla="*/ 46 w 50"/>
                  <a:gd name="T23" fmla="*/ 11 h 50"/>
                  <a:gd name="T24" fmla="*/ 43 w 50"/>
                  <a:gd name="T25" fmla="*/ 12 h 50"/>
                  <a:gd name="T26" fmla="*/ 37 w 50"/>
                  <a:gd name="T27" fmla="*/ 7 h 50"/>
                  <a:gd name="T28" fmla="*/ 39 w 50"/>
                  <a:gd name="T29" fmla="*/ 4 h 50"/>
                  <a:gd name="T30" fmla="*/ 30 w 50"/>
                  <a:gd name="T31" fmla="*/ 0 h 50"/>
                  <a:gd name="T32" fmla="*/ 29 w 50"/>
                  <a:gd name="T33" fmla="*/ 4 h 50"/>
                  <a:gd name="T34" fmla="*/ 25 w 50"/>
                  <a:gd name="T35" fmla="*/ 3 h 50"/>
                  <a:gd name="T36" fmla="*/ 25 w 50"/>
                  <a:gd name="T37" fmla="*/ 10 h 50"/>
                  <a:gd name="T38" fmla="*/ 38 w 50"/>
                  <a:gd name="T39" fmla="*/ 19 h 50"/>
                  <a:gd name="T40" fmla="*/ 31 w 50"/>
                  <a:gd name="T41" fmla="*/ 38 h 50"/>
                  <a:gd name="T42" fmla="*/ 25 w 50"/>
                  <a:gd name="T43" fmla="*/ 40 h 50"/>
                  <a:gd name="T44" fmla="*/ 25 w 50"/>
                  <a:gd name="T45" fmla="*/ 40 h 50"/>
                  <a:gd name="T46" fmla="*/ 25 w 50"/>
                  <a:gd name="T47" fmla="*/ 47 h 50"/>
                  <a:gd name="T48" fmla="*/ 4 w 50"/>
                  <a:gd name="T49" fmla="*/ 29 h 50"/>
                  <a:gd name="T50" fmla="*/ 0 w 50"/>
                  <a:gd name="T51" fmla="*/ 31 h 50"/>
                  <a:gd name="T52" fmla="*/ 4 w 50"/>
                  <a:gd name="T53" fmla="*/ 39 h 50"/>
                  <a:gd name="T54" fmla="*/ 7 w 50"/>
                  <a:gd name="T55" fmla="*/ 38 h 50"/>
                  <a:gd name="T56" fmla="*/ 13 w 50"/>
                  <a:gd name="T57" fmla="*/ 43 h 50"/>
                  <a:gd name="T58" fmla="*/ 11 w 50"/>
                  <a:gd name="T59" fmla="*/ 46 h 50"/>
                  <a:gd name="T60" fmla="*/ 20 w 50"/>
                  <a:gd name="T61" fmla="*/ 50 h 50"/>
                  <a:gd name="T62" fmla="*/ 21 w 50"/>
                  <a:gd name="T63" fmla="*/ 46 h 50"/>
                  <a:gd name="T64" fmla="*/ 25 w 50"/>
                  <a:gd name="T65" fmla="*/ 47 h 50"/>
                  <a:gd name="T66" fmla="*/ 25 w 50"/>
                  <a:gd name="T67" fmla="*/ 40 h 50"/>
                  <a:gd name="T68" fmla="*/ 12 w 50"/>
                  <a:gd name="T69" fmla="*/ 31 h 50"/>
                  <a:gd name="T70" fmla="*/ 19 w 50"/>
                  <a:gd name="T71" fmla="*/ 12 h 50"/>
                  <a:gd name="T72" fmla="*/ 19 w 50"/>
                  <a:gd name="T73" fmla="*/ 12 h 50"/>
                  <a:gd name="T74" fmla="*/ 25 w 50"/>
                  <a:gd name="T75" fmla="*/ 10 h 50"/>
                  <a:gd name="T76" fmla="*/ 25 w 50"/>
                  <a:gd name="T77" fmla="*/ 10 h 50"/>
                  <a:gd name="T78" fmla="*/ 25 w 50"/>
                  <a:gd name="T79" fmla="*/ 3 h 50"/>
                  <a:gd name="T80" fmla="*/ 21 w 50"/>
                  <a:gd name="T81" fmla="*/ 4 h 50"/>
                  <a:gd name="T82" fmla="*/ 19 w 50"/>
                  <a:gd name="T83" fmla="*/ 0 h 50"/>
                  <a:gd name="T84" fmla="*/ 11 w 50"/>
                  <a:gd name="T85" fmla="*/ 4 h 50"/>
                  <a:gd name="T86" fmla="*/ 12 w 50"/>
                  <a:gd name="T87" fmla="*/ 7 h 50"/>
                  <a:gd name="T88" fmla="*/ 7 w 50"/>
                  <a:gd name="T89" fmla="*/ 13 h 50"/>
                  <a:gd name="T90" fmla="*/ 4 w 50"/>
                  <a:gd name="T91" fmla="*/ 11 h 50"/>
                  <a:gd name="T92" fmla="*/ 0 w 50"/>
                  <a:gd name="T93" fmla="*/ 20 h 50"/>
                  <a:gd name="T94" fmla="*/ 4 w 50"/>
                  <a:gd name="T95" fmla="*/ 21 h 50"/>
                  <a:gd name="T96" fmla="*/ 4 w 50"/>
                  <a:gd name="T97" fmla="*/ 2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0" h="50">
                    <a:moveTo>
                      <a:pt x="25" y="47"/>
                    </a:moveTo>
                    <a:cubicBezTo>
                      <a:pt x="26" y="47"/>
                      <a:pt x="28" y="47"/>
                      <a:pt x="29" y="46"/>
                    </a:cubicBezTo>
                    <a:cubicBezTo>
                      <a:pt x="30" y="50"/>
                      <a:pt x="30" y="50"/>
                      <a:pt x="30" y="50"/>
                    </a:cubicBezTo>
                    <a:cubicBezTo>
                      <a:pt x="39" y="46"/>
                      <a:pt x="39" y="46"/>
                      <a:pt x="39" y="46"/>
                    </a:cubicBezTo>
                    <a:cubicBezTo>
                      <a:pt x="38" y="43"/>
                      <a:pt x="38" y="43"/>
                      <a:pt x="38" y="43"/>
                    </a:cubicBezTo>
                    <a:cubicBezTo>
                      <a:pt x="40" y="41"/>
                      <a:pt x="41" y="39"/>
                      <a:pt x="43" y="37"/>
                    </a:cubicBezTo>
                    <a:cubicBezTo>
                      <a:pt x="46" y="39"/>
                      <a:pt x="46" y="39"/>
                      <a:pt x="46" y="39"/>
                    </a:cubicBezTo>
                    <a:cubicBezTo>
                      <a:pt x="50" y="30"/>
                      <a:pt x="50" y="30"/>
                      <a:pt x="50" y="30"/>
                    </a:cubicBezTo>
                    <a:cubicBezTo>
                      <a:pt x="46" y="29"/>
                      <a:pt x="46" y="29"/>
                      <a:pt x="46" y="29"/>
                    </a:cubicBezTo>
                    <a:cubicBezTo>
                      <a:pt x="47" y="26"/>
                      <a:pt x="47" y="24"/>
                      <a:pt x="46" y="21"/>
                    </a:cubicBezTo>
                    <a:cubicBezTo>
                      <a:pt x="50" y="20"/>
                      <a:pt x="50" y="20"/>
                      <a:pt x="50" y="20"/>
                    </a:cubicBezTo>
                    <a:cubicBezTo>
                      <a:pt x="46" y="11"/>
                      <a:pt x="46" y="11"/>
                      <a:pt x="46" y="11"/>
                    </a:cubicBezTo>
                    <a:cubicBezTo>
                      <a:pt x="43" y="12"/>
                      <a:pt x="43" y="12"/>
                      <a:pt x="43" y="12"/>
                    </a:cubicBezTo>
                    <a:cubicBezTo>
                      <a:pt x="41" y="10"/>
                      <a:pt x="39" y="9"/>
                      <a:pt x="37" y="7"/>
                    </a:cubicBezTo>
                    <a:cubicBezTo>
                      <a:pt x="39" y="4"/>
                      <a:pt x="39" y="4"/>
                      <a:pt x="39" y="4"/>
                    </a:cubicBezTo>
                    <a:cubicBezTo>
                      <a:pt x="30" y="0"/>
                      <a:pt x="30" y="0"/>
                      <a:pt x="30" y="0"/>
                    </a:cubicBezTo>
                    <a:cubicBezTo>
                      <a:pt x="29" y="4"/>
                      <a:pt x="29" y="4"/>
                      <a:pt x="29" y="4"/>
                    </a:cubicBezTo>
                    <a:cubicBezTo>
                      <a:pt x="27" y="3"/>
                      <a:pt x="26" y="3"/>
                      <a:pt x="25" y="3"/>
                    </a:cubicBezTo>
                    <a:cubicBezTo>
                      <a:pt x="25" y="10"/>
                      <a:pt x="25" y="10"/>
                      <a:pt x="25" y="10"/>
                    </a:cubicBezTo>
                    <a:cubicBezTo>
                      <a:pt x="31" y="10"/>
                      <a:pt x="36" y="14"/>
                      <a:pt x="38" y="19"/>
                    </a:cubicBezTo>
                    <a:cubicBezTo>
                      <a:pt x="42" y="27"/>
                      <a:pt x="38" y="35"/>
                      <a:pt x="31" y="38"/>
                    </a:cubicBezTo>
                    <a:cubicBezTo>
                      <a:pt x="29" y="39"/>
                      <a:pt x="27" y="40"/>
                      <a:pt x="25" y="40"/>
                    </a:cubicBezTo>
                    <a:cubicBezTo>
                      <a:pt x="25" y="40"/>
                      <a:pt x="25" y="40"/>
                      <a:pt x="25" y="40"/>
                    </a:cubicBezTo>
                    <a:lnTo>
                      <a:pt x="25" y="47"/>
                    </a:lnTo>
                    <a:close/>
                    <a:moveTo>
                      <a:pt x="4" y="29"/>
                    </a:moveTo>
                    <a:cubicBezTo>
                      <a:pt x="0" y="31"/>
                      <a:pt x="0" y="31"/>
                      <a:pt x="0" y="31"/>
                    </a:cubicBezTo>
                    <a:cubicBezTo>
                      <a:pt x="4" y="39"/>
                      <a:pt x="4" y="39"/>
                      <a:pt x="4" y="39"/>
                    </a:cubicBezTo>
                    <a:cubicBezTo>
                      <a:pt x="7" y="38"/>
                      <a:pt x="7" y="38"/>
                      <a:pt x="7" y="38"/>
                    </a:cubicBezTo>
                    <a:cubicBezTo>
                      <a:pt x="9" y="40"/>
                      <a:pt x="11" y="42"/>
                      <a:pt x="13" y="43"/>
                    </a:cubicBezTo>
                    <a:cubicBezTo>
                      <a:pt x="11" y="46"/>
                      <a:pt x="11" y="46"/>
                      <a:pt x="11" y="46"/>
                    </a:cubicBezTo>
                    <a:cubicBezTo>
                      <a:pt x="20" y="50"/>
                      <a:pt x="20" y="50"/>
                      <a:pt x="20" y="50"/>
                    </a:cubicBezTo>
                    <a:cubicBezTo>
                      <a:pt x="21" y="46"/>
                      <a:pt x="21" y="46"/>
                      <a:pt x="21" y="46"/>
                    </a:cubicBezTo>
                    <a:cubicBezTo>
                      <a:pt x="23" y="47"/>
                      <a:pt x="24" y="47"/>
                      <a:pt x="25" y="47"/>
                    </a:cubicBezTo>
                    <a:cubicBezTo>
                      <a:pt x="25" y="40"/>
                      <a:pt x="25" y="40"/>
                      <a:pt x="25" y="40"/>
                    </a:cubicBezTo>
                    <a:cubicBezTo>
                      <a:pt x="19" y="40"/>
                      <a:pt x="14" y="36"/>
                      <a:pt x="12" y="31"/>
                    </a:cubicBezTo>
                    <a:cubicBezTo>
                      <a:pt x="8" y="23"/>
                      <a:pt x="12" y="15"/>
                      <a:pt x="19" y="12"/>
                    </a:cubicBezTo>
                    <a:cubicBezTo>
                      <a:pt x="19" y="12"/>
                      <a:pt x="19" y="12"/>
                      <a:pt x="19" y="12"/>
                    </a:cubicBezTo>
                    <a:cubicBezTo>
                      <a:pt x="21" y="11"/>
                      <a:pt x="23" y="10"/>
                      <a:pt x="25" y="10"/>
                    </a:cubicBezTo>
                    <a:cubicBezTo>
                      <a:pt x="25" y="10"/>
                      <a:pt x="25" y="10"/>
                      <a:pt x="25" y="10"/>
                    </a:cubicBezTo>
                    <a:cubicBezTo>
                      <a:pt x="25" y="3"/>
                      <a:pt x="25" y="3"/>
                      <a:pt x="25" y="3"/>
                    </a:cubicBezTo>
                    <a:cubicBezTo>
                      <a:pt x="24" y="3"/>
                      <a:pt x="22" y="3"/>
                      <a:pt x="21" y="4"/>
                    </a:cubicBezTo>
                    <a:cubicBezTo>
                      <a:pt x="19" y="0"/>
                      <a:pt x="19" y="0"/>
                      <a:pt x="19" y="0"/>
                    </a:cubicBezTo>
                    <a:cubicBezTo>
                      <a:pt x="11" y="4"/>
                      <a:pt x="11" y="4"/>
                      <a:pt x="11" y="4"/>
                    </a:cubicBezTo>
                    <a:cubicBezTo>
                      <a:pt x="12" y="7"/>
                      <a:pt x="12" y="7"/>
                      <a:pt x="12" y="7"/>
                    </a:cubicBezTo>
                    <a:cubicBezTo>
                      <a:pt x="10" y="9"/>
                      <a:pt x="8" y="11"/>
                      <a:pt x="7" y="13"/>
                    </a:cubicBezTo>
                    <a:cubicBezTo>
                      <a:pt x="4" y="11"/>
                      <a:pt x="4" y="11"/>
                      <a:pt x="4" y="11"/>
                    </a:cubicBezTo>
                    <a:cubicBezTo>
                      <a:pt x="0" y="20"/>
                      <a:pt x="0" y="20"/>
                      <a:pt x="0" y="20"/>
                    </a:cubicBezTo>
                    <a:cubicBezTo>
                      <a:pt x="4" y="21"/>
                      <a:pt x="4" y="21"/>
                      <a:pt x="4" y="21"/>
                    </a:cubicBezTo>
                    <a:cubicBezTo>
                      <a:pt x="3" y="24"/>
                      <a:pt x="3" y="27"/>
                      <a:pt x="4" y="29"/>
                    </a:cubicBezTo>
                    <a:close/>
                  </a:path>
                </a:pathLst>
              </a:custGeom>
              <a:solidFill>
                <a:srgbClr val="49719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1" name="Freeform 535"/>
              <p:cNvSpPr>
                <a:spLocks/>
              </p:cNvSpPr>
              <p:nvPr/>
            </p:nvSpPr>
            <p:spPr bwMode="auto">
              <a:xfrm>
                <a:off x="4163620" y="3246641"/>
                <a:ext cx="225476" cy="229152"/>
              </a:xfrm>
              <a:custGeom>
                <a:avLst/>
                <a:gdLst>
                  <a:gd name="T0" fmla="*/ 38 w 51"/>
                  <a:gd name="T1" fmla="*/ 52 h 52"/>
                  <a:gd name="T2" fmla="*/ 35 w 51"/>
                  <a:gd name="T3" fmla="*/ 52 h 52"/>
                  <a:gd name="T4" fmla="*/ 34 w 51"/>
                  <a:gd name="T5" fmla="*/ 51 h 52"/>
                  <a:gd name="T6" fmla="*/ 30 w 51"/>
                  <a:gd name="T7" fmla="*/ 49 h 52"/>
                  <a:gd name="T8" fmla="*/ 12 w 51"/>
                  <a:gd name="T9" fmla="*/ 49 h 52"/>
                  <a:gd name="T10" fmla="*/ 8 w 51"/>
                  <a:gd name="T11" fmla="*/ 47 h 52"/>
                  <a:gd name="T12" fmla="*/ 1 w 51"/>
                  <a:gd name="T13" fmla="*/ 25 h 52"/>
                  <a:gd name="T14" fmla="*/ 4 w 51"/>
                  <a:gd name="T15" fmla="*/ 20 h 52"/>
                  <a:gd name="T16" fmla="*/ 20 w 51"/>
                  <a:gd name="T17" fmla="*/ 20 h 52"/>
                  <a:gd name="T18" fmla="*/ 19 w 51"/>
                  <a:gd name="T19" fmla="*/ 15 h 52"/>
                  <a:gd name="T20" fmla="*/ 16 w 51"/>
                  <a:gd name="T21" fmla="*/ 7 h 52"/>
                  <a:gd name="T22" fmla="*/ 18 w 51"/>
                  <a:gd name="T23" fmla="*/ 3 h 52"/>
                  <a:gd name="T24" fmla="*/ 24 w 51"/>
                  <a:gd name="T25" fmla="*/ 3 h 52"/>
                  <a:gd name="T26" fmla="*/ 28 w 51"/>
                  <a:gd name="T27" fmla="*/ 13 h 52"/>
                  <a:gd name="T28" fmla="*/ 38 w 51"/>
                  <a:gd name="T29" fmla="*/ 25 h 52"/>
                  <a:gd name="T30" fmla="*/ 40 w 51"/>
                  <a:gd name="T31" fmla="*/ 27 h 52"/>
                  <a:gd name="T32" fmla="*/ 50 w 51"/>
                  <a:gd name="T33" fmla="*/ 37 h 52"/>
                  <a:gd name="T34" fmla="*/ 50 w 51"/>
                  <a:gd name="T35" fmla="*/ 40 h 52"/>
                  <a:gd name="T36" fmla="*/ 38 w 51"/>
                  <a:gd name="T37"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1" h="52">
                    <a:moveTo>
                      <a:pt x="38" y="52"/>
                    </a:moveTo>
                    <a:cubicBezTo>
                      <a:pt x="37" y="52"/>
                      <a:pt x="36" y="52"/>
                      <a:pt x="35" y="52"/>
                    </a:cubicBezTo>
                    <a:cubicBezTo>
                      <a:pt x="34" y="51"/>
                      <a:pt x="34" y="51"/>
                      <a:pt x="34" y="51"/>
                    </a:cubicBezTo>
                    <a:cubicBezTo>
                      <a:pt x="33" y="50"/>
                      <a:pt x="31" y="49"/>
                      <a:pt x="30" y="49"/>
                    </a:cubicBezTo>
                    <a:cubicBezTo>
                      <a:pt x="12" y="49"/>
                      <a:pt x="12" y="49"/>
                      <a:pt x="12" y="49"/>
                    </a:cubicBezTo>
                    <a:cubicBezTo>
                      <a:pt x="10" y="49"/>
                      <a:pt x="9" y="48"/>
                      <a:pt x="8" y="47"/>
                    </a:cubicBezTo>
                    <a:cubicBezTo>
                      <a:pt x="1" y="25"/>
                      <a:pt x="1" y="25"/>
                      <a:pt x="1" y="25"/>
                    </a:cubicBezTo>
                    <a:cubicBezTo>
                      <a:pt x="0" y="22"/>
                      <a:pt x="1" y="20"/>
                      <a:pt x="4" y="20"/>
                    </a:cubicBezTo>
                    <a:cubicBezTo>
                      <a:pt x="20" y="20"/>
                      <a:pt x="20" y="20"/>
                      <a:pt x="20" y="20"/>
                    </a:cubicBezTo>
                    <a:cubicBezTo>
                      <a:pt x="20" y="18"/>
                      <a:pt x="20" y="16"/>
                      <a:pt x="19" y="15"/>
                    </a:cubicBezTo>
                    <a:cubicBezTo>
                      <a:pt x="18" y="14"/>
                      <a:pt x="16" y="11"/>
                      <a:pt x="16" y="7"/>
                    </a:cubicBezTo>
                    <a:cubicBezTo>
                      <a:pt x="16" y="6"/>
                      <a:pt x="17" y="4"/>
                      <a:pt x="18" y="3"/>
                    </a:cubicBezTo>
                    <a:cubicBezTo>
                      <a:pt x="20" y="0"/>
                      <a:pt x="24" y="0"/>
                      <a:pt x="24" y="3"/>
                    </a:cubicBezTo>
                    <a:cubicBezTo>
                      <a:pt x="24" y="6"/>
                      <a:pt x="22" y="10"/>
                      <a:pt x="28" y="13"/>
                    </a:cubicBezTo>
                    <a:cubicBezTo>
                      <a:pt x="34" y="17"/>
                      <a:pt x="38" y="25"/>
                      <a:pt x="38" y="25"/>
                    </a:cubicBezTo>
                    <a:cubicBezTo>
                      <a:pt x="38" y="25"/>
                      <a:pt x="39" y="26"/>
                      <a:pt x="40" y="27"/>
                    </a:cubicBezTo>
                    <a:cubicBezTo>
                      <a:pt x="50" y="37"/>
                      <a:pt x="50" y="37"/>
                      <a:pt x="50" y="37"/>
                    </a:cubicBezTo>
                    <a:cubicBezTo>
                      <a:pt x="51" y="38"/>
                      <a:pt x="51" y="39"/>
                      <a:pt x="50" y="40"/>
                    </a:cubicBezTo>
                    <a:lnTo>
                      <a:pt x="38" y="52"/>
                    </a:lnTo>
                    <a:close/>
                  </a:path>
                </a:pathLst>
              </a:custGeom>
              <a:solidFill>
                <a:srgbClr val="49719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2" name="Freeform 536"/>
              <p:cNvSpPr>
                <a:spLocks/>
              </p:cNvSpPr>
              <p:nvPr/>
            </p:nvSpPr>
            <p:spPr bwMode="auto">
              <a:xfrm>
                <a:off x="4335177" y="3428002"/>
                <a:ext cx="71074" cy="69849"/>
              </a:xfrm>
              <a:custGeom>
                <a:avLst/>
                <a:gdLst>
                  <a:gd name="T0" fmla="*/ 47 w 58"/>
                  <a:gd name="T1" fmla="*/ 0 h 57"/>
                  <a:gd name="T2" fmla="*/ 0 w 58"/>
                  <a:gd name="T3" fmla="*/ 46 h 57"/>
                  <a:gd name="T4" fmla="*/ 11 w 58"/>
                  <a:gd name="T5" fmla="*/ 57 h 57"/>
                  <a:gd name="T6" fmla="*/ 58 w 58"/>
                  <a:gd name="T7" fmla="*/ 10 h 57"/>
                  <a:gd name="T8" fmla="*/ 47 w 58"/>
                  <a:gd name="T9" fmla="*/ 0 h 57"/>
                </a:gdLst>
                <a:ahLst/>
                <a:cxnLst>
                  <a:cxn ang="0">
                    <a:pos x="T0" y="T1"/>
                  </a:cxn>
                  <a:cxn ang="0">
                    <a:pos x="T2" y="T3"/>
                  </a:cxn>
                  <a:cxn ang="0">
                    <a:pos x="T4" y="T5"/>
                  </a:cxn>
                  <a:cxn ang="0">
                    <a:pos x="T6" y="T7"/>
                  </a:cxn>
                  <a:cxn ang="0">
                    <a:pos x="T8" y="T9"/>
                  </a:cxn>
                </a:cxnLst>
                <a:rect l="0" t="0" r="r" b="b"/>
                <a:pathLst>
                  <a:path w="58" h="57">
                    <a:moveTo>
                      <a:pt x="47" y="0"/>
                    </a:moveTo>
                    <a:lnTo>
                      <a:pt x="0" y="46"/>
                    </a:lnTo>
                    <a:lnTo>
                      <a:pt x="11" y="57"/>
                    </a:lnTo>
                    <a:lnTo>
                      <a:pt x="58" y="10"/>
                    </a:lnTo>
                    <a:lnTo>
                      <a:pt x="47" y="0"/>
                    </a:lnTo>
                    <a:close/>
                  </a:path>
                </a:pathLst>
              </a:custGeom>
              <a:solidFill>
                <a:srgbClr val="49719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4" name="Oval 558"/>
              <p:cNvSpPr>
                <a:spLocks noChangeArrowheads="1"/>
              </p:cNvSpPr>
              <p:nvPr/>
            </p:nvSpPr>
            <p:spPr bwMode="auto">
              <a:xfrm>
                <a:off x="6017669" y="2646188"/>
                <a:ext cx="35537" cy="34312"/>
              </a:xfrm>
              <a:prstGeom prst="ellipse">
                <a:avLst/>
              </a:prstGeom>
              <a:solidFill>
                <a:srgbClr val="E2E2E2"/>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69" name="Freeform 603"/>
              <p:cNvSpPr>
                <a:spLocks noEditPoints="1"/>
              </p:cNvSpPr>
              <p:nvPr/>
            </p:nvSpPr>
            <p:spPr bwMode="auto">
              <a:xfrm>
                <a:off x="3634242" y="1364407"/>
                <a:ext cx="74750" cy="75976"/>
              </a:xfrm>
              <a:custGeom>
                <a:avLst/>
                <a:gdLst>
                  <a:gd name="T0" fmla="*/ 9 w 17"/>
                  <a:gd name="T1" fmla="*/ 17 h 17"/>
                  <a:gd name="T2" fmla="*/ 17 w 17"/>
                  <a:gd name="T3" fmla="*/ 9 h 17"/>
                  <a:gd name="T4" fmla="*/ 9 w 17"/>
                  <a:gd name="T5" fmla="*/ 0 h 17"/>
                  <a:gd name="T6" fmla="*/ 9 w 17"/>
                  <a:gd name="T7" fmla="*/ 3 h 17"/>
                  <a:gd name="T8" fmla="*/ 14 w 17"/>
                  <a:gd name="T9" fmla="*/ 9 h 17"/>
                  <a:gd name="T10" fmla="*/ 9 w 17"/>
                  <a:gd name="T11" fmla="*/ 14 h 17"/>
                  <a:gd name="T12" fmla="*/ 9 w 17"/>
                  <a:gd name="T13" fmla="*/ 17 h 17"/>
                  <a:gd name="T14" fmla="*/ 9 w 17"/>
                  <a:gd name="T15" fmla="*/ 0 h 17"/>
                  <a:gd name="T16" fmla="*/ 0 w 17"/>
                  <a:gd name="T17" fmla="*/ 9 h 17"/>
                  <a:gd name="T18" fmla="*/ 9 w 17"/>
                  <a:gd name="T19" fmla="*/ 17 h 17"/>
                  <a:gd name="T20" fmla="*/ 9 w 17"/>
                  <a:gd name="T21" fmla="*/ 17 h 17"/>
                  <a:gd name="T22" fmla="*/ 9 w 17"/>
                  <a:gd name="T23" fmla="*/ 14 h 17"/>
                  <a:gd name="T24" fmla="*/ 9 w 17"/>
                  <a:gd name="T25" fmla="*/ 14 h 17"/>
                  <a:gd name="T26" fmla="*/ 9 w 17"/>
                  <a:gd name="T27" fmla="*/ 14 h 17"/>
                  <a:gd name="T28" fmla="*/ 3 w 17"/>
                  <a:gd name="T29" fmla="*/ 9 h 17"/>
                  <a:gd name="T30" fmla="*/ 9 w 17"/>
                  <a:gd name="T31" fmla="*/ 3 h 17"/>
                  <a:gd name="T32" fmla="*/ 9 w 17"/>
                  <a:gd name="T33" fmla="*/ 3 h 17"/>
                  <a:gd name="T34" fmla="*/ 9 w 17"/>
                  <a:gd name="T35"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 h="17">
                    <a:moveTo>
                      <a:pt x="9" y="17"/>
                    </a:moveTo>
                    <a:cubicBezTo>
                      <a:pt x="13" y="17"/>
                      <a:pt x="17" y="13"/>
                      <a:pt x="17" y="9"/>
                    </a:cubicBezTo>
                    <a:cubicBezTo>
                      <a:pt x="17" y="4"/>
                      <a:pt x="13" y="0"/>
                      <a:pt x="9" y="0"/>
                    </a:cubicBezTo>
                    <a:cubicBezTo>
                      <a:pt x="9" y="3"/>
                      <a:pt x="9" y="3"/>
                      <a:pt x="9" y="3"/>
                    </a:cubicBezTo>
                    <a:cubicBezTo>
                      <a:pt x="12" y="3"/>
                      <a:pt x="14" y="5"/>
                      <a:pt x="14" y="9"/>
                    </a:cubicBezTo>
                    <a:cubicBezTo>
                      <a:pt x="14" y="12"/>
                      <a:pt x="12" y="14"/>
                      <a:pt x="9" y="14"/>
                    </a:cubicBezTo>
                    <a:lnTo>
                      <a:pt x="9" y="17"/>
                    </a:lnTo>
                    <a:close/>
                    <a:moveTo>
                      <a:pt x="9" y="0"/>
                    </a:moveTo>
                    <a:cubicBezTo>
                      <a:pt x="4" y="0"/>
                      <a:pt x="0" y="4"/>
                      <a:pt x="0" y="9"/>
                    </a:cubicBezTo>
                    <a:cubicBezTo>
                      <a:pt x="0" y="13"/>
                      <a:pt x="4" y="17"/>
                      <a:pt x="9" y="17"/>
                    </a:cubicBezTo>
                    <a:cubicBezTo>
                      <a:pt x="9" y="17"/>
                      <a:pt x="9" y="17"/>
                      <a:pt x="9" y="17"/>
                    </a:cubicBezTo>
                    <a:cubicBezTo>
                      <a:pt x="9" y="14"/>
                      <a:pt x="9" y="14"/>
                      <a:pt x="9" y="14"/>
                    </a:cubicBezTo>
                    <a:cubicBezTo>
                      <a:pt x="9" y="14"/>
                      <a:pt x="9" y="14"/>
                      <a:pt x="9" y="14"/>
                    </a:cubicBezTo>
                    <a:cubicBezTo>
                      <a:pt x="9" y="14"/>
                      <a:pt x="9" y="14"/>
                      <a:pt x="9" y="14"/>
                    </a:cubicBezTo>
                    <a:cubicBezTo>
                      <a:pt x="5" y="14"/>
                      <a:pt x="3" y="12"/>
                      <a:pt x="3" y="9"/>
                    </a:cubicBezTo>
                    <a:cubicBezTo>
                      <a:pt x="3" y="5"/>
                      <a:pt x="5" y="3"/>
                      <a:pt x="9" y="3"/>
                    </a:cubicBezTo>
                    <a:cubicBezTo>
                      <a:pt x="9" y="3"/>
                      <a:pt x="9" y="3"/>
                      <a:pt x="9" y="3"/>
                    </a:cubicBezTo>
                    <a:cubicBezTo>
                      <a:pt x="9" y="0"/>
                      <a:pt x="9" y="0"/>
                      <a:pt x="9" y="0"/>
                    </a:cubicBezTo>
                    <a:close/>
                  </a:path>
                </a:pathLst>
              </a:custGeom>
              <a:solidFill>
                <a:srgbClr val="E2E2E2"/>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37" name="Freeform 671"/>
              <p:cNvSpPr>
                <a:spLocks/>
              </p:cNvSpPr>
              <p:nvPr/>
            </p:nvSpPr>
            <p:spPr bwMode="auto">
              <a:xfrm>
                <a:off x="3588901" y="3533387"/>
                <a:ext cx="18381" cy="44115"/>
              </a:xfrm>
              <a:custGeom>
                <a:avLst/>
                <a:gdLst>
                  <a:gd name="T0" fmla="*/ 1 w 4"/>
                  <a:gd name="T1" fmla="*/ 8 h 10"/>
                  <a:gd name="T2" fmla="*/ 4 w 4"/>
                  <a:gd name="T3" fmla="*/ 3 h 10"/>
                  <a:gd name="T4" fmla="*/ 1 w 4"/>
                  <a:gd name="T5" fmla="*/ 0 h 10"/>
                  <a:gd name="T6" fmla="*/ 1 w 4"/>
                  <a:gd name="T7" fmla="*/ 8 h 10"/>
                  <a:gd name="T8" fmla="*/ 1 w 4"/>
                  <a:gd name="T9" fmla="*/ 8 h 10"/>
                </a:gdLst>
                <a:ahLst/>
                <a:cxnLst>
                  <a:cxn ang="0">
                    <a:pos x="T0" y="T1"/>
                  </a:cxn>
                  <a:cxn ang="0">
                    <a:pos x="T2" y="T3"/>
                  </a:cxn>
                  <a:cxn ang="0">
                    <a:pos x="T4" y="T5"/>
                  </a:cxn>
                  <a:cxn ang="0">
                    <a:pos x="T6" y="T7"/>
                  </a:cxn>
                  <a:cxn ang="0">
                    <a:pos x="T8" y="T9"/>
                  </a:cxn>
                </a:cxnLst>
                <a:rect l="0" t="0" r="r" b="b"/>
                <a:pathLst>
                  <a:path w="4" h="10">
                    <a:moveTo>
                      <a:pt x="1" y="8"/>
                    </a:moveTo>
                    <a:cubicBezTo>
                      <a:pt x="2" y="6"/>
                      <a:pt x="3" y="5"/>
                      <a:pt x="4" y="3"/>
                    </a:cubicBezTo>
                    <a:cubicBezTo>
                      <a:pt x="3" y="2"/>
                      <a:pt x="2" y="1"/>
                      <a:pt x="1" y="0"/>
                    </a:cubicBezTo>
                    <a:cubicBezTo>
                      <a:pt x="1" y="8"/>
                      <a:pt x="1" y="8"/>
                      <a:pt x="1" y="8"/>
                    </a:cubicBezTo>
                    <a:cubicBezTo>
                      <a:pt x="1" y="10"/>
                      <a:pt x="0" y="10"/>
                      <a:pt x="1" y="8"/>
                    </a:cubicBezTo>
                    <a:close/>
                  </a:path>
                </a:pathLst>
              </a:custGeom>
              <a:solidFill>
                <a:srgbClr val="E2E2E2"/>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6" name="Group 5"/>
            <p:cNvGrpSpPr/>
            <p:nvPr/>
          </p:nvGrpSpPr>
          <p:grpSpPr>
            <a:xfrm>
              <a:off x="5501078" y="1044862"/>
              <a:ext cx="5334629" cy="5300319"/>
              <a:chOff x="2569358" y="623032"/>
              <a:chExt cx="4000972" cy="3975239"/>
            </a:xfrm>
          </p:grpSpPr>
          <p:sp>
            <p:nvSpPr>
              <p:cNvPr id="130" name="Freeform 564"/>
              <p:cNvSpPr>
                <a:spLocks/>
              </p:cNvSpPr>
              <p:nvPr/>
            </p:nvSpPr>
            <p:spPr bwMode="auto">
              <a:xfrm>
                <a:off x="6256624" y="2084949"/>
                <a:ext cx="225476" cy="145824"/>
              </a:xfrm>
              <a:custGeom>
                <a:avLst/>
                <a:gdLst>
                  <a:gd name="T0" fmla="*/ 0 w 51"/>
                  <a:gd name="T1" fmla="*/ 1 h 33"/>
                  <a:gd name="T2" fmla="*/ 17 w 51"/>
                  <a:gd name="T3" fmla="*/ 15 h 33"/>
                  <a:gd name="T4" fmla="*/ 22 w 51"/>
                  <a:gd name="T5" fmla="*/ 15 h 33"/>
                  <a:gd name="T6" fmla="*/ 22 w 51"/>
                  <a:gd name="T7" fmla="*/ 26 h 33"/>
                  <a:gd name="T8" fmla="*/ 16 w 51"/>
                  <a:gd name="T9" fmla="*/ 26 h 33"/>
                  <a:gd name="T10" fmla="*/ 16 w 51"/>
                  <a:gd name="T11" fmla="*/ 33 h 33"/>
                  <a:gd name="T12" fmla="*/ 36 w 51"/>
                  <a:gd name="T13" fmla="*/ 33 h 33"/>
                  <a:gd name="T14" fmla="*/ 36 w 51"/>
                  <a:gd name="T15" fmla="*/ 26 h 33"/>
                  <a:gd name="T16" fmla="*/ 29 w 51"/>
                  <a:gd name="T17" fmla="*/ 26 h 33"/>
                  <a:gd name="T18" fmla="*/ 29 w 51"/>
                  <a:gd name="T19" fmla="*/ 15 h 33"/>
                  <a:gd name="T20" fmla="*/ 35 w 51"/>
                  <a:gd name="T21" fmla="*/ 15 h 33"/>
                  <a:gd name="T22" fmla="*/ 51 w 51"/>
                  <a:gd name="T23" fmla="*/ 1 h 33"/>
                  <a:gd name="T24" fmla="*/ 45 w 51"/>
                  <a:gd name="T25" fmla="*/ 0 h 33"/>
                  <a:gd name="T26" fmla="*/ 35 w 51"/>
                  <a:gd name="T27" fmla="*/ 9 h 33"/>
                  <a:gd name="T28" fmla="*/ 17 w 51"/>
                  <a:gd name="T29" fmla="*/ 9 h 33"/>
                  <a:gd name="T30" fmla="*/ 7 w 51"/>
                  <a:gd name="T31" fmla="*/ 0 h 33"/>
                  <a:gd name="T32" fmla="*/ 0 w 51"/>
                  <a:gd name="T33" fmla="*/ 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33">
                    <a:moveTo>
                      <a:pt x="0" y="1"/>
                    </a:moveTo>
                    <a:cubicBezTo>
                      <a:pt x="2" y="9"/>
                      <a:pt x="9" y="15"/>
                      <a:pt x="17" y="15"/>
                    </a:cubicBezTo>
                    <a:cubicBezTo>
                      <a:pt x="22" y="15"/>
                      <a:pt x="22" y="15"/>
                      <a:pt x="22" y="15"/>
                    </a:cubicBezTo>
                    <a:cubicBezTo>
                      <a:pt x="22" y="26"/>
                      <a:pt x="22" y="26"/>
                      <a:pt x="22" y="26"/>
                    </a:cubicBezTo>
                    <a:cubicBezTo>
                      <a:pt x="16" y="26"/>
                      <a:pt x="16" y="26"/>
                      <a:pt x="16" y="26"/>
                    </a:cubicBezTo>
                    <a:cubicBezTo>
                      <a:pt x="16" y="33"/>
                      <a:pt x="16" y="33"/>
                      <a:pt x="16" y="33"/>
                    </a:cubicBezTo>
                    <a:cubicBezTo>
                      <a:pt x="36" y="33"/>
                      <a:pt x="36" y="33"/>
                      <a:pt x="36" y="33"/>
                    </a:cubicBezTo>
                    <a:cubicBezTo>
                      <a:pt x="36" y="26"/>
                      <a:pt x="36" y="26"/>
                      <a:pt x="36" y="26"/>
                    </a:cubicBezTo>
                    <a:cubicBezTo>
                      <a:pt x="29" y="26"/>
                      <a:pt x="29" y="26"/>
                      <a:pt x="29" y="26"/>
                    </a:cubicBezTo>
                    <a:cubicBezTo>
                      <a:pt x="29" y="15"/>
                      <a:pt x="29" y="15"/>
                      <a:pt x="29" y="15"/>
                    </a:cubicBezTo>
                    <a:cubicBezTo>
                      <a:pt x="35" y="15"/>
                      <a:pt x="35" y="15"/>
                      <a:pt x="35" y="15"/>
                    </a:cubicBezTo>
                    <a:cubicBezTo>
                      <a:pt x="43" y="15"/>
                      <a:pt x="50" y="8"/>
                      <a:pt x="51" y="1"/>
                    </a:cubicBezTo>
                    <a:cubicBezTo>
                      <a:pt x="45" y="0"/>
                      <a:pt x="45" y="0"/>
                      <a:pt x="45" y="0"/>
                    </a:cubicBezTo>
                    <a:cubicBezTo>
                      <a:pt x="44" y="4"/>
                      <a:pt x="39" y="9"/>
                      <a:pt x="35" y="9"/>
                    </a:cubicBezTo>
                    <a:cubicBezTo>
                      <a:pt x="17" y="9"/>
                      <a:pt x="17" y="9"/>
                      <a:pt x="17" y="9"/>
                    </a:cubicBezTo>
                    <a:cubicBezTo>
                      <a:pt x="13" y="9"/>
                      <a:pt x="8" y="5"/>
                      <a:pt x="7" y="0"/>
                    </a:cubicBezTo>
                    <a:lnTo>
                      <a:pt x="0" y="1"/>
                    </a:lnTo>
                    <a:close/>
                  </a:path>
                </a:pathLst>
              </a:custGeom>
              <a:solidFill>
                <a:srgbClr val="E2E2E2">
                  <a:alpha val="40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5" name="Freeform 680"/>
              <p:cNvSpPr>
                <a:spLocks/>
              </p:cNvSpPr>
              <p:nvPr/>
            </p:nvSpPr>
            <p:spPr bwMode="auto">
              <a:xfrm>
                <a:off x="6151239" y="1925646"/>
                <a:ext cx="100484" cy="110287"/>
              </a:xfrm>
              <a:custGeom>
                <a:avLst/>
                <a:gdLst>
                  <a:gd name="T0" fmla="*/ 19 w 23"/>
                  <a:gd name="T1" fmla="*/ 17 h 25"/>
                  <a:gd name="T2" fmla="*/ 20 w 23"/>
                  <a:gd name="T3" fmla="*/ 16 h 25"/>
                  <a:gd name="T4" fmla="*/ 22 w 23"/>
                  <a:gd name="T5" fmla="*/ 16 h 25"/>
                  <a:gd name="T6" fmla="*/ 23 w 23"/>
                  <a:gd name="T7" fmla="*/ 13 h 25"/>
                  <a:gd name="T8" fmla="*/ 22 w 23"/>
                  <a:gd name="T9" fmla="*/ 7 h 25"/>
                  <a:gd name="T10" fmla="*/ 17 w 23"/>
                  <a:gd name="T11" fmla="*/ 12 h 25"/>
                  <a:gd name="T12" fmla="*/ 15 w 23"/>
                  <a:gd name="T13" fmla="*/ 14 h 25"/>
                  <a:gd name="T14" fmla="*/ 15 w 23"/>
                  <a:gd name="T15" fmla="*/ 12 h 25"/>
                  <a:gd name="T16" fmla="*/ 17 w 23"/>
                  <a:gd name="T17" fmla="*/ 8 h 25"/>
                  <a:gd name="T18" fmla="*/ 15 w 23"/>
                  <a:gd name="T19" fmla="*/ 5 h 25"/>
                  <a:gd name="T20" fmla="*/ 11 w 23"/>
                  <a:gd name="T21" fmla="*/ 0 h 25"/>
                  <a:gd name="T22" fmla="*/ 11 w 23"/>
                  <a:gd name="T23" fmla="*/ 0 h 25"/>
                  <a:gd name="T24" fmla="*/ 11 w 23"/>
                  <a:gd name="T25" fmla="*/ 0 h 25"/>
                  <a:gd name="T26" fmla="*/ 11 w 23"/>
                  <a:gd name="T27" fmla="*/ 0 h 25"/>
                  <a:gd name="T28" fmla="*/ 11 w 23"/>
                  <a:gd name="T29" fmla="*/ 0 h 25"/>
                  <a:gd name="T30" fmla="*/ 7 w 23"/>
                  <a:gd name="T31" fmla="*/ 5 h 25"/>
                  <a:gd name="T32" fmla="*/ 5 w 23"/>
                  <a:gd name="T33" fmla="*/ 8 h 25"/>
                  <a:gd name="T34" fmla="*/ 7 w 23"/>
                  <a:gd name="T35" fmla="*/ 12 h 25"/>
                  <a:gd name="T36" fmla="*/ 7 w 23"/>
                  <a:gd name="T37" fmla="*/ 14 h 25"/>
                  <a:gd name="T38" fmla="*/ 5 w 23"/>
                  <a:gd name="T39" fmla="*/ 12 h 25"/>
                  <a:gd name="T40" fmla="*/ 0 w 23"/>
                  <a:gd name="T41" fmla="*/ 7 h 25"/>
                  <a:gd name="T42" fmla="*/ 0 w 23"/>
                  <a:gd name="T43" fmla="*/ 13 h 25"/>
                  <a:gd name="T44" fmla="*/ 0 w 23"/>
                  <a:gd name="T45" fmla="*/ 16 h 25"/>
                  <a:gd name="T46" fmla="*/ 2 w 23"/>
                  <a:gd name="T47" fmla="*/ 16 h 25"/>
                  <a:gd name="T48" fmla="*/ 4 w 23"/>
                  <a:gd name="T49" fmla="*/ 17 h 25"/>
                  <a:gd name="T50" fmla="*/ 3 w 23"/>
                  <a:gd name="T51" fmla="*/ 18 h 25"/>
                  <a:gd name="T52" fmla="*/ 0 w 23"/>
                  <a:gd name="T53" fmla="*/ 17 h 25"/>
                  <a:gd name="T54" fmla="*/ 5 w 23"/>
                  <a:gd name="T55" fmla="*/ 24 h 25"/>
                  <a:gd name="T56" fmla="*/ 7 w 23"/>
                  <a:gd name="T57" fmla="*/ 24 h 25"/>
                  <a:gd name="T58" fmla="*/ 10 w 23"/>
                  <a:gd name="T59" fmla="*/ 22 h 25"/>
                  <a:gd name="T60" fmla="*/ 11 w 23"/>
                  <a:gd name="T61" fmla="*/ 22 h 25"/>
                  <a:gd name="T62" fmla="*/ 11 w 23"/>
                  <a:gd name="T63" fmla="*/ 21 h 25"/>
                  <a:gd name="T64" fmla="*/ 11 w 23"/>
                  <a:gd name="T65" fmla="*/ 11 h 25"/>
                  <a:gd name="T66" fmla="*/ 12 w 23"/>
                  <a:gd name="T67" fmla="*/ 21 h 25"/>
                  <a:gd name="T68" fmla="*/ 12 w 23"/>
                  <a:gd name="T69" fmla="*/ 22 h 25"/>
                  <a:gd name="T70" fmla="*/ 12 w 23"/>
                  <a:gd name="T71" fmla="*/ 22 h 25"/>
                  <a:gd name="T72" fmla="*/ 15 w 23"/>
                  <a:gd name="T73" fmla="*/ 24 h 25"/>
                  <a:gd name="T74" fmla="*/ 17 w 23"/>
                  <a:gd name="T75" fmla="*/ 24 h 25"/>
                  <a:gd name="T76" fmla="*/ 23 w 23"/>
                  <a:gd name="T77" fmla="*/ 17 h 25"/>
                  <a:gd name="T78" fmla="*/ 19 w 23"/>
                  <a:gd name="T79" fmla="*/ 18 h 25"/>
                  <a:gd name="T80" fmla="*/ 19 w 23"/>
                  <a:gd name="T81" fmla="*/ 1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3" h="25">
                    <a:moveTo>
                      <a:pt x="19" y="17"/>
                    </a:moveTo>
                    <a:cubicBezTo>
                      <a:pt x="19" y="17"/>
                      <a:pt x="20" y="17"/>
                      <a:pt x="20" y="16"/>
                    </a:cubicBezTo>
                    <a:cubicBezTo>
                      <a:pt x="21" y="16"/>
                      <a:pt x="22" y="16"/>
                      <a:pt x="22" y="16"/>
                    </a:cubicBezTo>
                    <a:cubicBezTo>
                      <a:pt x="23" y="15"/>
                      <a:pt x="23" y="14"/>
                      <a:pt x="23" y="13"/>
                    </a:cubicBezTo>
                    <a:cubicBezTo>
                      <a:pt x="22" y="11"/>
                      <a:pt x="22" y="9"/>
                      <a:pt x="22" y="7"/>
                    </a:cubicBezTo>
                    <a:cubicBezTo>
                      <a:pt x="20" y="9"/>
                      <a:pt x="17" y="9"/>
                      <a:pt x="17" y="12"/>
                    </a:cubicBezTo>
                    <a:cubicBezTo>
                      <a:pt x="17" y="12"/>
                      <a:pt x="16" y="14"/>
                      <a:pt x="15" y="14"/>
                    </a:cubicBezTo>
                    <a:cubicBezTo>
                      <a:pt x="14" y="13"/>
                      <a:pt x="15" y="12"/>
                      <a:pt x="15" y="12"/>
                    </a:cubicBezTo>
                    <a:cubicBezTo>
                      <a:pt x="16" y="11"/>
                      <a:pt x="17" y="10"/>
                      <a:pt x="17" y="8"/>
                    </a:cubicBezTo>
                    <a:cubicBezTo>
                      <a:pt x="17" y="7"/>
                      <a:pt x="16" y="6"/>
                      <a:pt x="15" y="5"/>
                    </a:cubicBezTo>
                    <a:cubicBezTo>
                      <a:pt x="14" y="3"/>
                      <a:pt x="12" y="2"/>
                      <a:pt x="11" y="0"/>
                    </a:cubicBezTo>
                    <a:cubicBezTo>
                      <a:pt x="11" y="0"/>
                      <a:pt x="11" y="0"/>
                      <a:pt x="11" y="0"/>
                    </a:cubicBezTo>
                    <a:cubicBezTo>
                      <a:pt x="11" y="0"/>
                      <a:pt x="11" y="0"/>
                      <a:pt x="11" y="0"/>
                    </a:cubicBezTo>
                    <a:cubicBezTo>
                      <a:pt x="11" y="0"/>
                      <a:pt x="11" y="0"/>
                      <a:pt x="11" y="0"/>
                    </a:cubicBezTo>
                    <a:cubicBezTo>
                      <a:pt x="11" y="0"/>
                      <a:pt x="11" y="0"/>
                      <a:pt x="11" y="0"/>
                    </a:cubicBezTo>
                    <a:cubicBezTo>
                      <a:pt x="10" y="2"/>
                      <a:pt x="8" y="3"/>
                      <a:pt x="7" y="5"/>
                    </a:cubicBezTo>
                    <a:cubicBezTo>
                      <a:pt x="6" y="6"/>
                      <a:pt x="5" y="7"/>
                      <a:pt x="5" y="8"/>
                    </a:cubicBezTo>
                    <a:cubicBezTo>
                      <a:pt x="5" y="10"/>
                      <a:pt x="6" y="11"/>
                      <a:pt x="7" y="12"/>
                    </a:cubicBezTo>
                    <a:cubicBezTo>
                      <a:pt x="7" y="12"/>
                      <a:pt x="8" y="13"/>
                      <a:pt x="7" y="14"/>
                    </a:cubicBezTo>
                    <a:cubicBezTo>
                      <a:pt x="6" y="14"/>
                      <a:pt x="6" y="12"/>
                      <a:pt x="5" y="12"/>
                    </a:cubicBezTo>
                    <a:cubicBezTo>
                      <a:pt x="5" y="9"/>
                      <a:pt x="2" y="9"/>
                      <a:pt x="0" y="7"/>
                    </a:cubicBezTo>
                    <a:cubicBezTo>
                      <a:pt x="0" y="9"/>
                      <a:pt x="0" y="11"/>
                      <a:pt x="0" y="13"/>
                    </a:cubicBezTo>
                    <a:cubicBezTo>
                      <a:pt x="0" y="14"/>
                      <a:pt x="0" y="15"/>
                      <a:pt x="0" y="16"/>
                    </a:cubicBezTo>
                    <a:cubicBezTo>
                      <a:pt x="1" y="16"/>
                      <a:pt x="1" y="16"/>
                      <a:pt x="2" y="16"/>
                    </a:cubicBezTo>
                    <a:cubicBezTo>
                      <a:pt x="2" y="17"/>
                      <a:pt x="3" y="17"/>
                      <a:pt x="4" y="17"/>
                    </a:cubicBezTo>
                    <a:cubicBezTo>
                      <a:pt x="4" y="18"/>
                      <a:pt x="4" y="18"/>
                      <a:pt x="3" y="18"/>
                    </a:cubicBezTo>
                    <a:cubicBezTo>
                      <a:pt x="2" y="18"/>
                      <a:pt x="1" y="17"/>
                      <a:pt x="0" y="17"/>
                    </a:cubicBezTo>
                    <a:cubicBezTo>
                      <a:pt x="0" y="20"/>
                      <a:pt x="2" y="23"/>
                      <a:pt x="5" y="24"/>
                    </a:cubicBezTo>
                    <a:cubicBezTo>
                      <a:pt x="6" y="25"/>
                      <a:pt x="6" y="25"/>
                      <a:pt x="7" y="24"/>
                    </a:cubicBezTo>
                    <a:cubicBezTo>
                      <a:pt x="8" y="23"/>
                      <a:pt x="9" y="23"/>
                      <a:pt x="10" y="22"/>
                    </a:cubicBezTo>
                    <a:cubicBezTo>
                      <a:pt x="10" y="22"/>
                      <a:pt x="10" y="23"/>
                      <a:pt x="11" y="22"/>
                    </a:cubicBezTo>
                    <a:cubicBezTo>
                      <a:pt x="11" y="22"/>
                      <a:pt x="11" y="21"/>
                      <a:pt x="11" y="21"/>
                    </a:cubicBezTo>
                    <a:cubicBezTo>
                      <a:pt x="11" y="17"/>
                      <a:pt x="11" y="15"/>
                      <a:pt x="11" y="11"/>
                    </a:cubicBezTo>
                    <a:cubicBezTo>
                      <a:pt x="11" y="15"/>
                      <a:pt x="12" y="17"/>
                      <a:pt x="12" y="21"/>
                    </a:cubicBezTo>
                    <a:cubicBezTo>
                      <a:pt x="12" y="21"/>
                      <a:pt x="12" y="22"/>
                      <a:pt x="12" y="22"/>
                    </a:cubicBezTo>
                    <a:cubicBezTo>
                      <a:pt x="12" y="23"/>
                      <a:pt x="12" y="22"/>
                      <a:pt x="12" y="22"/>
                    </a:cubicBezTo>
                    <a:cubicBezTo>
                      <a:pt x="13" y="23"/>
                      <a:pt x="14" y="23"/>
                      <a:pt x="15" y="24"/>
                    </a:cubicBezTo>
                    <a:cubicBezTo>
                      <a:pt x="16" y="25"/>
                      <a:pt x="16" y="25"/>
                      <a:pt x="17" y="24"/>
                    </a:cubicBezTo>
                    <a:cubicBezTo>
                      <a:pt x="20" y="23"/>
                      <a:pt x="22" y="20"/>
                      <a:pt x="23" y="17"/>
                    </a:cubicBezTo>
                    <a:cubicBezTo>
                      <a:pt x="21" y="17"/>
                      <a:pt x="20" y="18"/>
                      <a:pt x="19" y="18"/>
                    </a:cubicBezTo>
                    <a:cubicBezTo>
                      <a:pt x="18" y="18"/>
                      <a:pt x="18" y="18"/>
                      <a:pt x="19" y="17"/>
                    </a:cubicBezTo>
                    <a:close/>
                  </a:path>
                </a:pathLst>
              </a:custGeom>
              <a:solidFill>
                <a:srgbClr val="E2E2E2"/>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4" name="Group 3"/>
              <p:cNvGrpSpPr/>
              <p:nvPr/>
            </p:nvGrpSpPr>
            <p:grpSpPr>
              <a:xfrm>
                <a:off x="2569358" y="623032"/>
                <a:ext cx="4000972" cy="3975239"/>
                <a:chOff x="2569358" y="623032"/>
                <a:chExt cx="4000972" cy="3975239"/>
              </a:xfrm>
              <a:solidFill>
                <a:schemeClr val="bg1">
                  <a:lumMod val="95000"/>
                </a:schemeClr>
              </a:solidFill>
            </p:grpSpPr>
            <p:sp>
              <p:nvSpPr>
                <p:cNvPr id="108" name="Freeform 542"/>
                <p:cNvSpPr>
                  <a:spLocks/>
                </p:cNvSpPr>
                <p:nvPr/>
              </p:nvSpPr>
              <p:spPr bwMode="auto">
                <a:xfrm>
                  <a:off x="6256624" y="2680500"/>
                  <a:ext cx="300226" cy="301452"/>
                </a:xfrm>
                <a:custGeom>
                  <a:avLst/>
                  <a:gdLst>
                    <a:gd name="T0" fmla="*/ 67 w 68"/>
                    <a:gd name="T1" fmla="*/ 26 h 68"/>
                    <a:gd name="T2" fmla="*/ 53 w 68"/>
                    <a:gd name="T3" fmla="*/ 32 h 68"/>
                    <a:gd name="T4" fmla="*/ 48 w 68"/>
                    <a:gd name="T5" fmla="*/ 32 h 68"/>
                    <a:gd name="T6" fmla="*/ 45 w 68"/>
                    <a:gd name="T7" fmla="*/ 25 h 68"/>
                    <a:gd name="T8" fmla="*/ 49 w 68"/>
                    <a:gd name="T9" fmla="*/ 21 h 68"/>
                    <a:gd name="T10" fmla="*/ 63 w 68"/>
                    <a:gd name="T11" fmla="*/ 16 h 68"/>
                    <a:gd name="T12" fmla="*/ 56 w 68"/>
                    <a:gd name="T13" fmla="*/ 8 h 68"/>
                    <a:gd name="T14" fmla="*/ 48 w 68"/>
                    <a:gd name="T15" fmla="*/ 5 h 68"/>
                    <a:gd name="T16" fmla="*/ 46 w 68"/>
                    <a:gd name="T17" fmla="*/ 16 h 68"/>
                    <a:gd name="T18" fmla="*/ 40 w 68"/>
                    <a:gd name="T19" fmla="*/ 25 h 68"/>
                    <a:gd name="T20" fmla="*/ 40 w 68"/>
                    <a:gd name="T21" fmla="*/ 15 h 68"/>
                    <a:gd name="T22" fmla="*/ 36 w 68"/>
                    <a:gd name="T23" fmla="*/ 12 h 68"/>
                    <a:gd name="T24" fmla="*/ 36 w 68"/>
                    <a:gd name="T25" fmla="*/ 7 h 68"/>
                    <a:gd name="T26" fmla="*/ 32 w 68"/>
                    <a:gd name="T27" fmla="*/ 7 h 68"/>
                    <a:gd name="T28" fmla="*/ 32 w 68"/>
                    <a:gd name="T29" fmla="*/ 12 h 68"/>
                    <a:gd name="T30" fmla="*/ 27 w 68"/>
                    <a:gd name="T31" fmla="*/ 15 h 68"/>
                    <a:gd name="T32" fmla="*/ 28 w 68"/>
                    <a:gd name="T33" fmla="*/ 25 h 68"/>
                    <a:gd name="T34" fmla="*/ 21 w 68"/>
                    <a:gd name="T35" fmla="*/ 16 h 68"/>
                    <a:gd name="T36" fmla="*/ 20 w 68"/>
                    <a:gd name="T37" fmla="*/ 5 h 68"/>
                    <a:gd name="T38" fmla="*/ 11 w 68"/>
                    <a:gd name="T39" fmla="*/ 8 h 68"/>
                    <a:gd name="T40" fmla="*/ 5 w 68"/>
                    <a:gd name="T41" fmla="*/ 16 h 68"/>
                    <a:gd name="T42" fmla="*/ 19 w 68"/>
                    <a:gd name="T43" fmla="*/ 21 h 68"/>
                    <a:gd name="T44" fmla="*/ 22 w 68"/>
                    <a:gd name="T45" fmla="*/ 25 h 68"/>
                    <a:gd name="T46" fmla="*/ 20 w 68"/>
                    <a:gd name="T47" fmla="*/ 32 h 68"/>
                    <a:gd name="T48" fmla="*/ 14 w 68"/>
                    <a:gd name="T49" fmla="*/ 32 h 68"/>
                    <a:gd name="T50" fmla="*/ 1 w 68"/>
                    <a:gd name="T51" fmla="*/ 26 h 68"/>
                    <a:gd name="T52" fmla="*/ 0 w 68"/>
                    <a:gd name="T53" fmla="*/ 36 h 68"/>
                    <a:gd name="T54" fmla="*/ 3 w 68"/>
                    <a:gd name="T55" fmla="*/ 44 h 68"/>
                    <a:gd name="T56" fmla="*/ 12 w 68"/>
                    <a:gd name="T57" fmla="*/ 38 h 68"/>
                    <a:gd name="T58" fmla="*/ 23 w 68"/>
                    <a:gd name="T59" fmla="*/ 36 h 68"/>
                    <a:gd name="T60" fmla="*/ 16 w 68"/>
                    <a:gd name="T61" fmla="*/ 42 h 68"/>
                    <a:gd name="T62" fmla="*/ 17 w 68"/>
                    <a:gd name="T63" fmla="*/ 48 h 68"/>
                    <a:gd name="T64" fmla="*/ 13 w 68"/>
                    <a:gd name="T65" fmla="*/ 52 h 68"/>
                    <a:gd name="T66" fmla="*/ 16 w 68"/>
                    <a:gd name="T67" fmla="*/ 54 h 68"/>
                    <a:gd name="T68" fmla="*/ 20 w 68"/>
                    <a:gd name="T69" fmla="*/ 50 h 68"/>
                    <a:gd name="T70" fmla="*/ 25 w 68"/>
                    <a:gd name="T71" fmla="*/ 52 h 68"/>
                    <a:gd name="T72" fmla="*/ 32 w 68"/>
                    <a:gd name="T73" fmla="*/ 44 h 68"/>
                    <a:gd name="T74" fmla="*/ 30 w 68"/>
                    <a:gd name="T75" fmla="*/ 55 h 68"/>
                    <a:gd name="T76" fmla="*/ 23 w 68"/>
                    <a:gd name="T77" fmla="*/ 64 h 68"/>
                    <a:gd name="T78" fmla="*/ 32 w 68"/>
                    <a:gd name="T79" fmla="*/ 68 h 68"/>
                    <a:gd name="T80" fmla="*/ 42 w 68"/>
                    <a:gd name="T81" fmla="*/ 67 h 68"/>
                    <a:gd name="T82" fmla="*/ 36 w 68"/>
                    <a:gd name="T83" fmla="*/ 53 h 68"/>
                    <a:gd name="T84" fmla="*/ 36 w 68"/>
                    <a:gd name="T85" fmla="*/ 48 h 68"/>
                    <a:gd name="T86" fmla="*/ 42 w 68"/>
                    <a:gd name="T87" fmla="*/ 45 h 68"/>
                    <a:gd name="T88" fmla="*/ 46 w 68"/>
                    <a:gd name="T89" fmla="*/ 49 h 68"/>
                    <a:gd name="T90" fmla="*/ 52 w 68"/>
                    <a:gd name="T91" fmla="*/ 63 h 68"/>
                    <a:gd name="T92" fmla="*/ 59 w 68"/>
                    <a:gd name="T93" fmla="*/ 56 h 68"/>
                    <a:gd name="T94" fmla="*/ 63 w 68"/>
                    <a:gd name="T95" fmla="*/ 48 h 68"/>
                    <a:gd name="T96" fmla="*/ 52 w 68"/>
                    <a:gd name="T97" fmla="*/ 46 h 68"/>
                    <a:gd name="T98" fmla="*/ 42 w 68"/>
                    <a:gd name="T99" fmla="*/ 40 h 68"/>
                    <a:gd name="T100" fmla="*/ 53 w 68"/>
                    <a:gd name="T101" fmla="*/ 40 h 68"/>
                    <a:gd name="T102" fmla="*/ 55 w 68"/>
                    <a:gd name="T103" fmla="*/ 36 h 68"/>
                    <a:gd name="T104" fmla="*/ 61 w 68"/>
                    <a:gd name="T105" fmla="*/ 3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8" h="68">
                      <a:moveTo>
                        <a:pt x="68" y="32"/>
                      </a:moveTo>
                      <a:cubicBezTo>
                        <a:pt x="61" y="32"/>
                        <a:pt x="61" y="32"/>
                        <a:pt x="61" y="32"/>
                      </a:cubicBezTo>
                      <a:cubicBezTo>
                        <a:pt x="67" y="26"/>
                        <a:pt x="67" y="26"/>
                        <a:pt x="67" y="26"/>
                      </a:cubicBezTo>
                      <a:cubicBezTo>
                        <a:pt x="64" y="23"/>
                        <a:pt x="64" y="23"/>
                        <a:pt x="64" y="23"/>
                      </a:cubicBezTo>
                      <a:cubicBezTo>
                        <a:pt x="55" y="32"/>
                        <a:pt x="55" y="32"/>
                        <a:pt x="55" y="32"/>
                      </a:cubicBezTo>
                      <a:cubicBezTo>
                        <a:pt x="53" y="32"/>
                        <a:pt x="53" y="32"/>
                        <a:pt x="53" y="32"/>
                      </a:cubicBezTo>
                      <a:cubicBezTo>
                        <a:pt x="55" y="30"/>
                        <a:pt x="55" y="30"/>
                        <a:pt x="55" y="30"/>
                      </a:cubicBezTo>
                      <a:cubicBezTo>
                        <a:pt x="53" y="27"/>
                        <a:pt x="53" y="27"/>
                        <a:pt x="53" y="27"/>
                      </a:cubicBezTo>
                      <a:cubicBezTo>
                        <a:pt x="48" y="32"/>
                        <a:pt x="48" y="32"/>
                        <a:pt x="48" y="32"/>
                      </a:cubicBezTo>
                      <a:cubicBezTo>
                        <a:pt x="44" y="32"/>
                        <a:pt x="44" y="32"/>
                        <a:pt x="44" y="32"/>
                      </a:cubicBezTo>
                      <a:cubicBezTo>
                        <a:pt x="44" y="30"/>
                        <a:pt x="43" y="29"/>
                        <a:pt x="42" y="28"/>
                      </a:cubicBezTo>
                      <a:cubicBezTo>
                        <a:pt x="45" y="25"/>
                        <a:pt x="45" y="25"/>
                        <a:pt x="45" y="25"/>
                      </a:cubicBezTo>
                      <a:cubicBezTo>
                        <a:pt x="52" y="25"/>
                        <a:pt x="52" y="25"/>
                        <a:pt x="52" y="25"/>
                      </a:cubicBezTo>
                      <a:cubicBezTo>
                        <a:pt x="52" y="21"/>
                        <a:pt x="52" y="21"/>
                        <a:pt x="52" y="21"/>
                      </a:cubicBezTo>
                      <a:cubicBezTo>
                        <a:pt x="49" y="21"/>
                        <a:pt x="49" y="21"/>
                        <a:pt x="49" y="21"/>
                      </a:cubicBezTo>
                      <a:cubicBezTo>
                        <a:pt x="50" y="20"/>
                        <a:pt x="50" y="20"/>
                        <a:pt x="50" y="20"/>
                      </a:cubicBezTo>
                      <a:cubicBezTo>
                        <a:pt x="63" y="20"/>
                        <a:pt x="63" y="20"/>
                        <a:pt x="63" y="20"/>
                      </a:cubicBezTo>
                      <a:cubicBezTo>
                        <a:pt x="63" y="16"/>
                        <a:pt x="63" y="16"/>
                        <a:pt x="63" y="16"/>
                      </a:cubicBezTo>
                      <a:cubicBezTo>
                        <a:pt x="54" y="16"/>
                        <a:pt x="54" y="16"/>
                        <a:pt x="54" y="16"/>
                      </a:cubicBezTo>
                      <a:cubicBezTo>
                        <a:pt x="59" y="11"/>
                        <a:pt x="59" y="11"/>
                        <a:pt x="59" y="11"/>
                      </a:cubicBezTo>
                      <a:cubicBezTo>
                        <a:pt x="56" y="8"/>
                        <a:pt x="56" y="8"/>
                        <a:pt x="56" y="8"/>
                      </a:cubicBezTo>
                      <a:cubicBezTo>
                        <a:pt x="52" y="13"/>
                        <a:pt x="52" y="13"/>
                        <a:pt x="52" y="13"/>
                      </a:cubicBezTo>
                      <a:cubicBezTo>
                        <a:pt x="52" y="5"/>
                        <a:pt x="52" y="5"/>
                        <a:pt x="52" y="5"/>
                      </a:cubicBezTo>
                      <a:cubicBezTo>
                        <a:pt x="48" y="5"/>
                        <a:pt x="48" y="5"/>
                        <a:pt x="48" y="5"/>
                      </a:cubicBezTo>
                      <a:cubicBezTo>
                        <a:pt x="48" y="17"/>
                        <a:pt x="48" y="17"/>
                        <a:pt x="48" y="17"/>
                      </a:cubicBezTo>
                      <a:cubicBezTo>
                        <a:pt x="46" y="19"/>
                        <a:pt x="46" y="19"/>
                        <a:pt x="46" y="19"/>
                      </a:cubicBezTo>
                      <a:cubicBezTo>
                        <a:pt x="46" y="16"/>
                        <a:pt x="46" y="16"/>
                        <a:pt x="46" y="16"/>
                      </a:cubicBezTo>
                      <a:cubicBezTo>
                        <a:pt x="42" y="16"/>
                        <a:pt x="42" y="16"/>
                        <a:pt x="42" y="16"/>
                      </a:cubicBezTo>
                      <a:cubicBezTo>
                        <a:pt x="42" y="22"/>
                        <a:pt x="42" y="22"/>
                        <a:pt x="42" y="22"/>
                      </a:cubicBezTo>
                      <a:cubicBezTo>
                        <a:pt x="40" y="25"/>
                        <a:pt x="40" y="25"/>
                        <a:pt x="40" y="25"/>
                      </a:cubicBezTo>
                      <a:cubicBezTo>
                        <a:pt x="38" y="24"/>
                        <a:pt x="37" y="24"/>
                        <a:pt x="36" y="23"/>
                      </a:cubicBezTo>
                      <a:cubicBezTo>
                        <a:pt x="36" y="20"/>
                        <a:pt x="36" y="20"/>
                        <a:pt x="36" y="20"/>
                      </a:cubicBezTo>
                      <a:cubicBezTo>
                        <a:pt x="40" y="15"/>
                        <a:pt x="40" y="15"/>
                        <a:pt x="40" y="15"/>
                      </a:cubicBezTo>
                      <a:cubicBezTo>
                        <a:pt x="38" y="12"/>
                        <a:pt x="38" y="12"/>
                        <a:pt x="38" y="12"/>
                      </a:cubicBezTo>
                      <a:cubicBezTo>
                        <a:pt x="36" y="14"/>
                        <a:pt x="36" y="14"/>
                        <a:pt x="36" y="14"/>
                      </a:cubicBezTo>
                      <a:cubicBezTo>
                        <a:pt x="36" y="12"/>
                        <a:pt x="36" y="12"/>
                        <a:pt x="36" y="12"/>
                      </a:cubicBezTo>
                      <a:cubicBezTo>
                        <a:pt x="44" y="3"/>
                        <a:pt x="44" y="3"/>
                        <a:pt x="44" y="3"/>
                      </a:cubicBezTo>
                      <a:cubicBezTo>
                        <a:pt x="42" y="1"/>
                        <a:pt x="42" y="1"/>
                        <a:pt x="42" y="1"/>
                      </a:cubicBezTo>
                      <a:cubicBezTo>
                        <a:pt x="36" y="7"/>
                        <a:pt x="36" y="7"/>
                        <a:pt x="36" y="7"/>
                      </a:cubicBezTo>
                      <a:cubicBezTo>
                        <a:pt x="36" y="0"/>
                        <a:pt x="36" y="0"/>
                        <a:pt x="36" y="0"/>
                      </a:cubicBezTo>
                      <a:cubicBezTo>
                        <a:pt x="32" y="0"/>
                        <a:pt x="32" y="0"/>
                        <a:pt x="32" y="0"/>
                      </a:cubicBezTo>
                      <a:cubicBezTo>
                        <a:pt x="32" y="7"/>
                        <a:pt x="32" y="7"/>
                        <a:pt x="32" y="7"/>
                      </a:cubicBezTo>
                      <a:cubicBezTo>
                        <a:pt x="26" y="1"/>
                        <a:pt x="26" y="1"/>
                        <a:pt x="26" y="1"/>
                      </a:cubicBezTo>
                      <a:cubicBezTo>
                        <a:pt x="23" y="3"/>
                        <a:pt x="23" y="3"/>
                        <a:pt x="23" y="3"/>
                      </a:cubicBezTo>
                      <a:cubicBezTo>
                        <a:pt x="32" y="12"/>
                        <a:pt x="32" y="12"/>
                        <a:pt x="32" y="12"/>
                      </a:cubicBezTo>
                      <a:cubicBezTo>
                        <a:pt x="32" y="14"/>
                        <a:pt x="32" y="14"/>
                        <a:pt x="32" y="14"/>
                      </a:cubicBezTo>
                      <a:cubicBezTo>
                        <a:pt x="30" y="12"/>
                        <a:pt x="30" y="12"/>
                        <a:pt x="30" y="12"/>
                      </a:cubicBezTo>
                      <a:cubicBezTo>
                        <a:pt x="27" y="15"/>
                        <a:pt x="27" y="15"/>
                        <a:pt x="27" y="15"/>
                      </a:cubicBezTo>
                      <a:cubicBezTo>
                        <a:pt x="32" y="20"/>
                        <a:pt x="32" y="20"/>
                        <a:pt x="32" y="20"/>
                      </a:cubicBezTo>
                      <a:cubicBezTo>
                        <a:pt x="32" y="23"/>
                        <a:pt x="32" y="23"/>
                        <a:pt x="32" y="23"/>
                      </a:cubicBezTo>
                      <a:cubicBezTo>
                        <a:pt x="30" y="24"/>
                        <a:pt x="29" y="24"/>
                        <a:pt x="28" y="25"/>
                      </a:cubicBezTo>
                      <a:cubicBezTo>
                        <a:pt x="25" y="22"/>
                        <a:pt x="25" y="22"/>
                        <a:pt x="25" y="22"/>
                      </a:cubicBezTo>
                      <a:cubicBezTo>
                        <a:pt x="25" y="16"/>
                        <a:pt x="25" y="16"/>
                        <a:pt x="25" y="16"/>
                      </a:cubicBezTo>
                      <a:cubicBezTo>
                        <a:pt x="21" y="16"/>
                        <a:pt x="21" y="16"/>
                        <a:pt x="21" y="16"/>
                      </a:cubicBezTo>
                      <a:cubicBezTo>
                        <a:pt x="21" y="19"/>
                        <a:pt x="21" y="19"/>
                        <a:pt x="21" y="19"/>
                      </a:cubicBezTo>
                      <a:cubicBezTo>
                        <a:pt x="20" y="17"/>
                        <a:pt x="20" y="17"/>
                        <a:pt x="20" y="17"/>
                      </a:cubicBezTo>
                      <a:cubicBezTo>
                        <a:pt x="20" y="5"/>
                        <a:pt x="20" y="5"/>
                        <a:pt x="20" y="5"/>
                      </a:cubicBezTo>
                      <a:cubicBezTo>
                        <a:pt x="16" y="5"/>
                        <a:pt x="16" y="5"/>
                        <a:pt x="16" y="5"/>
                      </a:cubicBezTo>
                      <a:cubicBezTo>
                        <a:pt x="16" y="13"/>
                        <a:pt x="16" y="13"/>
                        <a:pt x="16" y="13"/>
                      </a:cubicBezTo>
                      <a:cubicBezTo>
                        <a:pt x="11" y="8"/>
                        <a:pt x="11" y="8"/>
                        <a:pt x="11" y="8"/>
                      </a:cubicBezTo>
                      <a:cubicBezTo>
                        <a:pt x="8" y="11"/>
                        <a:pt x="8" y="11"/>
                        <a:pt x="8" y="11"/>
                      </a:cubicBezTo>
                      <a:cubicBezTo>
                        <a:pt x="13" y="16"/>
                        <a:pt x="13" y="16"/>
                        <a:pt x="13" y="16"/>
                      </a:cubicBezTo>
                      <a:cubicBezTo>
                        <a:pt x="5" y="16"/>
                        <a:pt x="5" y="16"/>
                        <a:pt x="5" y="16"/>
                      </a:cubicBezTo>
                      <a:cubicBezTo>
                        <a:pt x="5" y="20"/>
                        <a:pt x="5" y="20"/>
                        <a:pt x="5" y="20"/>
                      </a:cubicBezTo>
                      <a:cubicBezTo>
                        <a:pt x="17" y="20"/>
                        <a:pt x="17" y="20"/>
                        <a:pt x="17" y="20"/>
                      </a:cubicBezTo>
                      <a:cubicBezTo>
                        <a:pt x="19" y="21"/>
                        <a:pt x="19" y="21"/>
                        <a:pt x="19" y="21"/>
                      </a:cubicBezTo>
                      <a:cubicBezTo>
                        <a:pt x="16" y="21"/>
                        <a:pt x="16" y="21"/>
                        <a:pt x="16" y="21"/>
                      </a:cubicBezTo>
                      <a:cubicBezTo>
                        <a:pt x="16" y="25"/>
                        <a:pt x="16" y="25"/>
                        <a:pt x="16" y="25"/>
                      </a:cubicBezTo>
                      <a:cubicBezTo>
                        <a:pt x="22" y="25"/>
                        <a:pt x="22" y="25"/>
                        <a:pt x="22" y="25"/>
                      </a:cubicBezTo>
                      <a:cubicBezTo>
                        <a:pt x="25" y="28"/>
                        <a:pt x="25" y="28"/>
                        <a:pt x="25" y="28"/>
                      </a:cubicBezTo>
                      <a:cubicBezTo>
                        <a:pt x="24" y="29"/>
                        <a:pt x="24" y="30"/>
                        <a:pt x="23" y="32"/>
                      </a:cubicBezTo>
                      <a:cubicBezTo>
                        <a:pt x="20" y="32"/>
                        <a:pt x="20" y="32"/>
                        <a:pt x="20" y="32"/>
                      </a:cubicBezTo>
                      <a:cubicBezTo>
                        <a:pt x="15" y="27"/>
                        <a:pt x="15" y="27"/>
                        <a:pt x="15" y="27"/>
                      </a:cubicBezTo>
                      <a:cubicBezTo>
                        <a:pt x="12" y="30"/>
                        <a:pt x="12" y="30"/>
                        <a:pt x="12" y="30"/>
                      </a:cubicBezTo>
                      <a:cubicBezTo>
                        <a:pt x="14" y="32"/>
                        <a:pt x="14" y="32"/>
                        <a:pt x="14" y="32"/>
                      </a:cubicBezTo>
                      <a:cubicBezTo>
                        <a:pt x="12" y="32"/>
                        <a:pt x="12" y="32"/>
                        <a:pt x="12" y="32"/>
                      </a:cubicBezTo>
                      <a:cubicBezTo>
                        <a:pt x="3" y="23"/>
                        <a:pt x="3" y="23"/>
                        <a:pt x="3" y="23"/>
                      </a:cubicBezTo>
                      <a:cubicBezTo>
                        <a:pt x="1" y="26"/>
                        <a:pt x="1" y="26"/>
                        <a:pt x="1" y="26"/>
                      </a:cubicBezTo>
                      <a:cubicBezTo>
                        <a:pt x="7" y="32"/>
                        <a:pt x="7" y="32"/>
                        <a:pt x="7" y="32"/>
                      </a:cubicBezTo>
                      <a:cubicBezTo>
                        <a:pt x="0" y="32"/>
                        <a:pt x="0" y="32"/>
                        <a:pt x="0" y="32"/>
                      </a:cubicBezTo>
                      <a:cubicBezTo>
                        <a:pt x="0" y="36"/>
                        <a:pt x="0" y="36"/>
                        <a:pt x="0" y="36"/>
                      </a:cubicBezTo>
                      <a:cubicBezTo>
                        <a:pt x="7" y="36"/>
                        <a:pt x="7" y="36"/>
                        <a:pt x="7" y="36"/>
                      </a:cubicBezTo>
                      <a:cubicBezTo>
                        <a:pt x="1" y="42"/>
                        <a:pt x="1" y="42"/>
                        <a:pt x="1" y="42"/>
                      </a:cubicBezTo>
                      <a:cubicBezTo>
                        <a:pt x="3" y="44"/>
                        <a:pt x="3" y="44"/>
                        <a:pt x="3" y="44"/>
                      </a:cubicBezTo>
                      <a:cubicBezTo>
                        <a:pt x="12" y="36"/>
                        <a:pt x="12" y="36"/>
                        <a:pt x="12" y="36"/>
                      </a:cubicBezTo>
                      <a:cubicBezTo>
                        <a:pt x="14" y="36"/>
                        <a:pt x="14" y="36"/>
                        <a:pt x="14" y="36"/>
                      </a:cubicBezTo>
                      <a:cubicBezTo>
                        <a:pt x="12" y="38"/>
                        <a:pt x="12" y="38"/>
                        <a:pt x="12" y="38"/>
                      </a:cubicBezTo>
                      <a:cubicBezTo>
                        <a:pt x="15" y="40"/>
                        <a:pt x="15" y="40"/>
                        <a:pt x="15" y="40"/>
                      </a:cubicBezTo>
                      <a:cubicBezTo>
                        <a:pt x="20" y="36"/>
                        <a:pt x="20" y="36"/>
                        <a:pt x="20" y="36"/>
                      </a:cubicBezTo>
                      <a:cubicBezTo>
                        <a:pt x="23" y="36"/>
                        <a:pt x="23" y="36"/>
                        <a:pt x="23" y="36"/>
                      </a:cubicBezTo>
                      <a:cubicBezTo>
                        <a:pt x="24" y="37"/>
                        <a:pt x="24" y="38"/>
                        <a:pt x="25" y="40"/>
                      </a:cubicBezTo>
                      <a:cubicBezTo>
                        <a:pt x="22" y="42"/>
                        <a:pt x="22" y="42"/>
                        <a:pt x="22" y="42"/>
                      </a:cubicBezTo>
                      <a:cubicBezTo>
                        <a:pt x="16" y="42"/>
                        <a:pt x="16" y="42"/>
                        <a:pt x="16" y="42"/>
                      </a:cubicBezTo>
                      <a:cubicBezTo>
                        <a:pt x="16" y="46"/>
                        <a:pt x="16" y="46"/>
                        <a:pt x="16" y="46"/>
                      </a:cubicBezTo>
                      <a:cubicBezTo>
                        <a:pt x="19" y="46"/>
                        <a:pt x="19" y="46"/>
                        <a:pt x="19" y="46"/>
                      </a:cubicBezTo>
                      <a:cubicBezTo>
                        <a:pt x="17" y="48"/>
                        <a:pt x="17" y="48"/>
                        <a:pt x="17" y="48"/>
                      </a:cubicBezTo>
                      <a:cubicBezTo>
                        <a:pt x="5" y="48"/>
                        <a:pt x="5" y="48"/>
                        <a:pt x="5" y="48"/>
                      </a:cubicBezTo>
                      <a:cubicBezTo>
                        <a:pt x="5" y="52"/>
                        <a:pt x="5" y="52"/>
                        <a:pt x="5" y="52"/>
                      </a:cubicBezTo>
                      <a:cubicBezTo>
                        <a:pt x="13" y="52"/>
                        <a:pt x="13" y="52"/>
                        <a:pt x="13" y="52"/>
                      </a:cubicBezTo>
                      <a:cubicBezTo>
                        <a:pt x="8" y="56"/>
                        <a:pt x="8" y="56"/>
                        <a:pt x="8" y="56"/>
                      </a:cubicBezTo>
                      <a:cubicBezTo>
                        <a:pt x="11" y="59"/>
                        <a:pt x="11" y="59"/>
                        <a:pt x="11" y="59"/>
                      </a:cubicBezTo>
                      <a:cubicBezTo>
                        <a:pt x="16" y="54"/>
                        <a:pt x="16" y="54"/>
                        <a:pt x="16" y="54"/>
                      </a:cubicBezTo>
                      <a:cubicBezTo>
                        <a:pt x="16" y="63"/>
                        <a:pt x="16" y="63"/>
                        <a:pt x="16" y="63"/>
                      </a:cubicBezTo>
                      <a:cubicBezTo>
                        <a:pt x="20" y="63"/>
                        <a:pt x="20" y="63"/>
                        <a:pt x="20" y="63"/>
                      </a:cubicBezTo>
                      <a:cubicBezTo>
                        <a:pt x="20" y="50"/>
                        <a:pt x="20" y="50"/>
                        <a:pt x="20" y="50"/>
                      </a:cubicBezTo>
                      <a:cubicBezTo>
                        <a:pt x="21" y="49"/>
                        <a:pt x="21" y="49"/>
                        <a:pt x="21" y="49"/>
                      </a:cubicBezTo>
                      <a:cubicBezTo>
                        <a:pt x="21" y="52"/>
                        <a:pt x="21" y="52"/>
                        <a:pt x="21" y="52"/>
                      </a:cubicBezTo>
                      <a:cubicBezTo>
                        <a:pt x="25" y="52"/>
                        <a:pt x="25" y="52"/>
                        <a:pt x="25" y="52"/>
                      </a:cubicBezTo>
                      <a:cubicBezTo>
                        <a:pt x="25" y="45"/>
                        <a:pt x="25" y="45"/>
                        <a:pt x="25" y="45"/>
                      </a:cubicBezTo>
                      <a:cubicBezTo>
                        <a:pt x="28" y="42"/>
                        <a:pt x="28" y="42"/>
                        <a:pt x="28" y="42"/>
                      </a:cubicBezTo>
                      <a:cubicBezTo>
                        <a:pt x="29" y="43"/>
                        <a:pt x="30" y="44"/>
                        <a:pt x="32" y="44"/>
                      </a:cubicBezTo>
                      <a:cubicBezTo>
                        <a:pt x="32" y="48"/>
                        <a:pt x="32" y="48"/>
                        <a:pt x="32" y="48"/>
                      </a:cubicBezTo>
                      <a:cubicBezTo>
                        <a:pt x="27" y="53"/>
                        <a:pt x="27" y="53"/>
                        <a:pt x="27" y="53"/>
                      </a:cubicBezTo>
                      <a:cubicBezTo>
                        <a:pt x="30" y="55"/>
                        <a:pt x="30" y="55"/>
                        <a:pt x="30" y="55"/>
                      </a:cubicBezTo>
                      <a:cubicBezTo>
                        <a:pt x="32" y="53"/>
                        <a:pt x="32" y="53"/>
                        <a:pt x="32" y="53"/>
                      </a:cubicBezTo>
                      <a:cubicBezTo>
                        <a:pt x="32" y="55"/>
                        <a:pt x="32" y="55"/>
                        <a:pt x="32" y="55"/>
                      </a:cubicBezTo>
                      <a:cubicBezTo>
                        <a:pt x="23" y="64"/>
                        <a:pt x="23" y="64"/>
                        <a:pt x="23" y="64"/>
                      </a:cubicBezTo>
                      <a:cubicBezTo>
                        <a:pt x="26" y="67"/>
                        <a:pt x="26" y="67"/>
                        <a:pt x="26" y="67"/>
                      </a:cubicBezTo>
                      <a:cubicBezTo>
                        <a:pt x="32" y="61"/>
                        <a:pt x="32" y="61"/>
                        <a:pt x="32" y="61"/>
                      </a:cubicBezTo>
                      <a:cubicBezTo>
                        <a:pt x="32" y="68"/>
                        <a:pt x="32" y="68"/>
                        <a:pt x="32" y="68"/>
                      </a:cubicBezTo>
                      <a:cubicBezTo>
                        <a:pt x="36" y="68"/>
                        <a:pt x="36" y="68"/>
                        <a:pt x="36" y="68"/>
                      </a:cubicBezTo>
                      <a:cubicBezTo>
                        <a:pt x="36" y="61"/>
                        <a:pt x="36" y="61"/>
                        <a:pt x="36" y="61"/>
                      </a:cubicBezTo>
                      <a:cubicBezTo>
                        <a:pt x="42" y="67"/>
                        <a:pt x="42" y="67"/>
                        <a:pt x="42" y="67"/>
                      </a:cubicBezTo>
                      <a:cubicBezTo>
                        <a:pt x="44" y="64"/>
                        <a:pt x="44" y="64"/>
                        <a:pt x="44" y="64"/>
                      </a:cubicBezTo>
                      <a:cubicBezTo>
                        <a:pt x="36" y="55"/>
                        <a:pt x="36" y="55"/>
                        <a:pt x="36" y="55"/>
                      </a:cubicBezTo>
                      <a:cubicBezTo>
                        <a:pt x="36" y="53"/>
                        <a:pt x="36" y="53"/>
                        <a:pt x="36" y="53"/>
                      </a:cubicBezTo>
                      <a:cubicBezTo>
                        <a:pt x="38" y="55"/>
                        <a:pt x="38" y="55"/>
                        <a:pt x="38" y="55"/>
                      </a:cubicBezTo>
                      <a:cubicBezTo>
                        <a:pt x="40" y="53"/>
                        <a:pt x="40" y="53"/>
                        <a:pt x="40" y="53"/>
                      </a:cubicBezTo>
                      <a:cubicBezTo>
                        <a:pt x="36" y="48"/>
                        <a:pt x="36" y="48"/>
                        <a:pt x="36" y="48"/>
                      </a:cubicBezTo>
                      <a:cubicBezTo>
                        <a:pt x="36" y="44"/>
                        <a:pt x="36" y="44"/>
                        <a:pt x="36" y="44"/>
                      </a:cubicBezTo>
                      <a:cubicBezTo>
                        <a:pt x="37" y="44"/>
                        <a:pt x="38" y="43"/>
                        <a:pt x="40" y="42"/>
                      </a:cubicBezTo>
                      <a:cubicBezTo>
                        <a:pt x="42" y="45"/>
                        <a:pt x="42" y="45"/>
                        <a:pt x="42" y="45"/>
                      </a:cubicBezTo>
                      <a:cubicBezTo>
                        <a:pt x="42" y="52"/>
                        <a:pt x="42" y="52"/>
                        <a:pt x="42" y="52"/>
                      </a:cubicBezTo>
                      <a:cubicBezTo>
                        <a:pt x="46" y="52"/>
                        <a:pt x="46" y="52"/>
                        <a:pt x="46" y="52"/>
                      </a:cubicBezTo>
                      <a:cubicBezTo>
                        <a:pt x="46" y="49"/>
                        <a:pt x="46" y="49"/>
                        <a:pt x="46" y="49"/>
                      </a:cubicBezTo>
                      <a:cubicBezTo>
                        <a:pt x="48" y="50"/>
                        <a:pt x="48" y="50"/>
                        <a:pt x="48" y="50"/>
                      </a:cubicBezTo>
                      <a:cubicBezTo>
                        <a:pt x="48" y="63"/>
                        <a:pt x="48" y="63"/>
                        <a:pt x="48" y="63"/>
                      </a:cubicBezTo>
                      <a:cubicBezTo>
                        <a:pt x="52" y="63"/>
                        <a:pt x="52" y="63"/>
                        <a:pt x="52" y="63"/>
                      </a:cubicBezTo>
                      <a:cubicBezTo>
                        <a:pt x="52" y="54"/>
                        <a:pt x="52" y="54"/>
                        <a:pt x="52" y="54"/>
                      </a:cubicBezTo>
                      <a:cubicBezTo>
                        <a:pt x="56" y="59"/>
                        <a:pt x="56" y="59"/>
                        <a:pt x="56" y="59"/>
                      </a:cubicBezTo>
                      <a:cubicBezTo>
                        <a:pt x="59" y="56"/>
                        <a:pt x="59" y="56"/>
                        <a:pt x="59" y="56"/>
                      </a:cubicBezTo>
                      <a:cubicBezTo>
                        <a:pt x="54" y="52"/>
                        <a:pt x="54" y="52"/>
                        <a:pt x="54" y="52"/>
                      </a:cubicBezTo>
                      <a:cubicBezTo>
                        <a:pt x="63" y="52"/>
                        <a:pt x="63" y="52"/>
                        <a:pt x="63" y="52"/>
                      </a:cubicBezTo>
                      <a:cubicBezTo>
                        <a:pt x="63" y="48"/>
                        <a:pt x="63" y="48"/>
                        <a:pt x="63" y="48"/>
                      </a:cubicBezTo>
                      <a:cubicBezTo>
                        <a:pt x="50" y="48"/>
                        <a:pt x="50" y="48"/>
                        <a:pt x="50" y="48"/>
                      </a:cubicBezTo>
                      <a:cubicBezTo>
                        <a:pt x="49" y="46"/>
                        <a:pt x="49" y="46"/>
                        <a:pt x="49" y="46"/>
                      </a:cubicBezTo>
                      <a:cubicBezTo>
                        <a:pt x="52" y="46"/>
                        <a:pt x="52" y="46"/>
                        <a:pt x="52" y="46"/>
                      </a:cubicBezTo>
                      <a:cubicBezTo>
                        <a:pt x="52" y="42"/>
                        <a:pt x="52" y="42"/>
                        <a:pt x="52" y="42"/>
                      </a:cubicBezTo>
                      <a:cubicBezTo>
                        <a:pt x="45" y="42"/>
                        <a:pt x="45" y="42"/>
                        <a:pt x="45" y="42"/>
                      </a:cubicBezTo>
                      <a:cubicBezTo>
                        <a:pt x="42" y="40"/>
                        <a:pt x="42" y="40"/>
                        <a:pt x="42" y="40"/>
                      </a:cubicBezTo>
                      <a:cubicBezTo>
                        <a:pt x="43" y="38"/>
                        <a:pt x="44" y="37"/>
                        <a:pt x="44" y="36"/>
                      </a:cubicBezTo>
                      <a:cubicBezTo>
                        <a:pt x="48" y="36"/>
                        <a:pt x="48" y="36"/>
                        <a:pt x="48" y="36"/>
                      </a:cubicBezTo>
                      <a:cubicBezTo>
                        <a:pt x="53" y="40"/>
                        <a:pt x="53" y="40"/>
                        <a:pt x="53" y="40"/>
                      </a:cubicBezTo>
                      <a:cubicBezTo>
                        <a:pt x="55" y="38"/>
                        <a:pt x="55" y="38"/>
                        <a:pt x="55" y="38"/>
                      </a:cubicBezTo>
                      <a:cubicBezTo>
                        <a:pt x="53" y="36"/>
                        <a:pt x="53" y="36"/>
                        <a:pt x="53" y="36"/>
                      </a:cubicBezTo>
                      <a:cubicBezTo>
                        <a:pt x="55" y="36"/>
                        <a:pt x="55" y="36"/>
                        <a:pt x="55" y="36"/>
                      </a:cubicBezTo>
                      <a:cubicBezTo>
                        <a:pt x="64" y="44"/>
                        <a:pt x="64" y="44"/>
                        <a:pt x="64" y="44"/>
                      </a:cubicBezTo>
                      <a:cubicBezTo>
                        <a:pt x="67" y="42"/>
                        <a:pt x="67" y="42"/>
                        <a:pt x="67" y="42"/>
                      </a:cubicBezTo>
                      <a:cubicBezTo>
                        <a:pt x="61" y="36"/>
                        <a:pt x="61" y="36"/>
                        <a:pt x="61" y="36"/>
                      </a:cubicBezTo>
                      <a:cubicBezTo>
                        <a:pt x="68" y="36"/>
                        <a:pt x="68" y="36"/>
                        <a:pt x="68" y="36"/>
                      </a:cubicBezTo>
                      <a:lnTo>
                        <a:pt x="68" y="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6" name="Freeform 550"/>
                <p:cNvSpPr>
                  <a:spLocks noEditPoints="1"/>
                </p:cNvSpPr>
                <p:nvPr/>
              </p:nvSpPr>
              <p:spPr bwMode="auto">
                <a:xfrm>
                  <a:off x="2582838" y="2159700"/>
                  <a:ext cx="344341" cy="401935"/>
                </a:xfrm>
                <a:custGeom>
                  <a:avLst/>
                  <a:gdLst>
                    <a:gd name="T0" fmla="*/ 73 w 78"/>
                    <a:gd name="T1" fmla="*/ 84 h 91"/>
                    <a:gd name="T2" fmla="*/ 78 w 78"/>
                    <a:gd name="T3" fmla="*/ 16 h 91"/>
                    <a:gd name="T4" fmla="*/ 66 w 78"/>
                    <a:gd name="T5" fmla="*/ 12 h 91"/>
                    <a:gd name="T6" fmla="*/ 77 w 78"/>
                    <a:gd name="T7" fmla="*/ 1 h 91"/>
                    <a:gd name="T8" fmla="*/ 65 w 78"/>
                    <a:gd name="T9" fmla="*/ 7 h 91"/>
                    <a:gd name="T10" fmla="*/ 71 w 78"/>
                    <a:gd name="T11" fmla="*/ 23 h 91"/>
                    <a:gd name="T12" fmla="*/ 65 w 78"/>
                    <a:gd name="T13" fmla="*/ 63 h 91"/>
                    <a:gd name="T14" fmla="*/ 70 w 78"/>
                    <a:gd name="T15" fmla="*/ 74 h 91"/>
                    <a:gd name="T16" fmla="*/ 65 w 78"/>
                    <a:gd name="T17" fmla="*/ 91 h 91"/>
                    <a:gd name="T18" fmla="*/ 65 w 78"/>
                    <a:gd name="T19" fmla="*/ 7 h 91"/>
                    <a:gd name="T20" fmla="*/ 60 w 78"/>
                    <a:gd name="T21" fmla="*/ 8 h 91"/>
                    <a:gd name="T22" fmla="*/ 50 w 78"/>
                    <a:gd name="T23" fmla="*/ 4 h 91"/>
                    <a:gd name="T24" fmla="*/ 53 w 78"/>
                    <a:gd name="T25" fmla="*/ 12 h 91"/>
                    <a:gd name="T26" fmla="*/ 50 w 78"/>
                    <a:gd name="T27" fmla="*/ 16 h 91"/>
                    <a:gd name="T28" fmla="*/ 65 w 78"/>
                    <a:gd name="T29" fmla="*/ 23 h 91"/>
                    <a:gd name="T30" fmla="*/ 50 w 78"/>
                    <a:gd name="T31" fmla="*/ 84 h 91"/>
                    <a:gd name="T32" fmla="*/ 63 w 78"/>
                    <a:gd name="T33" fmla="*/ 91 h 91"/>
                    <a:gd name="T34" fmla="*/ 65 w 78"/>
                    <a:gd name="T35" fmla="*/ 78 h 91"/>
                    <a:gd name="T36" fmla="*/ 61 w 78"/>
                    <a:gd name="T37" fmla="*/ 74 h 91"/>
                    <a:gd name="T38" fmla="*/ 65 w 78"/>
                    <a:gd name="T39" fmla="*/ 69 h 91"/>
                    <a:gd name="T40" fmla="*/ 65 w 78"/>
                    <a:gd name="T41" fmla="*/ 63 h 91"/>
                    <a:gd name="T42" fmla="*/ 50 w 78"/>
                    <a:gd name="T43" fmla="*/ 69 h 91"/>
                    <a:gd name="T44" fmla="*/ 55 w 78"/>
                    <a:gd name="T45" fmla="*/ 74 h 91"/>
                    <a:gd name="T46" fmla="*/ 50 w 78"/>
                    <a:gd name="T47" fmla="*/ 78 h 91"/>
                    <a:gd name="T48" fmla="*/ 50 w 78"/>
                    <a:gd name="T49" fmla="*/ 84 h 91"/>
                    <a:gd name="T50" fmla="*/ 46 w 78"/>
                    <a:gd name="T51" fmla="*/ 0 h 91"/>
                    <a:gd name="T52" fmla="*/ 43 w 78"/>
                    <a:gd name="T53" fmla="*/ 4 h 91"/>
                    <a:gd name="T54" fmla="*/ 50 w 78"/>
                    <a:gd name="T55" fmla="*/ 4 h 91"/>
                    <a:gd name="T56" fmla="*/ 39 w 78"/>
                    <a:gd name="T57" fmla="*/ 16 h 91"/>
                    <a:gd name="T58" fmla="*/ 50 w 78"/>
                    <a:gd name="T59" fmla="*/ 23 h 91"/>
                    <a:gd name="T60" fmla="*/ 39 w 78"/>
                    <a:gd name="T61" fmla="*/ 84 h 91"/>
                    <a:gd name="T62" fmla="*/ 50 w 78"/>
                    <a:gd name="T63" fmla="*/ 78 h 91"/>
                    <a:gd name="T64" fmla="*/ 50 w 78"/>
                    <a:gd name="T65" fmla="*/ 69 h 91"/>
                    <a:gd name="T66" fmla="*/ 39 w 78"/>
                    <a:gd name="T67" fmla="*/ 63 h 91"/>
                    <a:gd name="T68" fmla="*/ 39 w 78"/>
                    <a:gd name="T69" fmla="*/ 16 h 91"/>
                    <a:gd name="T70" fmla="*/ 0 w 78"/>
                    <a:gd name="T71" fmla="*/ 84 h 91"/>
                    <a:gd name="T72" fmla="*/ 6 w 78"/>
                    <a:gd name="T73" fmla="*/ 91 h 91"/>
                    <a:gd name="T74" fmla="*/ 16 w 78"/>
                    <a:gd name="T75" fmla="*/ 84 h 91"/>
                    <a:gd name="T76" fmla="*/ 39 w 78"/>
                    <a:gd name="T77" fmla="*/ 63 h 91"/>
                    <a:gd name="T78" fmla="*/ 7 w 78"/>
                    <a:gd name="T79" fmla="*/ 23 h 91"/>
                    <a:gd name="T80" fmla="*/ 39 w 78"/>
                    <a:gd name="T81" fmla="*/ 23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 h="91">
                      <a:moveTo>
                        <a:pt x="73" y="91"/>
                      </a:moveTo>
                      <a:cubicBezTo>
                        <a:pt x="73" y="84"/>
                        <a:pt x="73" y="84"/>
                        <a:pt x="73" y="84"/>
                      </a:cubicBezTo>
                      <a:cubicBezTo>
                        <a:pt x="78" y="84"/>
                        <a:pt x="78" y="84"/>
                        <a:pt x="78" y="84"/>
                      </a:cubicBezTo>
                      <a:cubicBezTo>
                        <a:pt x="78" y="16"/>
                        <a:pt x="78" y="16"/>
                        <a:pt x="78" y="16"/>
                      </a:cubicBezTo>
                      <a:cubicBezTo>
                        <a:pt x="67" y="16"/>
                        <a:pt x="67" y="16"/>
                        <a:pt x="67" y="16"/>
                      </a:cubicBezTo>
                      <a:cubicBezTo>
                        <a:pt x="67" y="15"/>
                        <a:pt x="67" y="13"/>
                        <a:pt x="66" y="12"/>
                      </a:cubicBezTo>
                      <a:cubicBezTo>
                        <a:pt x="77" y="4"/>
                        <a:pt x="77" y="4"/>
                        <a:pt x="77" y="4"/>
                      </a:cubicBezTo>
                      <a:cubicBezTo>
                        <a:pt x="78" y="3"/>
                        <a:pt x="78" y="2"/>
                        <a:pt x="77" y="1"/>
                      </a:cubicBezTo>
                      <a:cubicBezTo>
                        <a:pt x="76" y="0"/>
                        <a:pt x="75" y="0"/>
                        <a:pt x="74" y="0"/>
                      </a:cubicBezTo>
                      <a:cubicBezTo>
                        <a:pt x="65" y="7"/>
                        <a:pt x="65" y="7"/>
                        <a:pt x="65" y="7"/>
                      </a:cubicBezTo>
                      <a:cubicBezTo>
                        <a:pt x="65" y="23"/>
                        <a:pt x="65" y="23"/>
                        <a:pt x="65" y="23"/>
                      </a:cubicBezTo>
                      <a:cubicBezTo>
                        <a:pt x="71" y="23"/>
                        <a:pt x="71" y="23"/>
                        <a:pt x="71" y="23"/>
                      </a:cubicBezTo>
                      <a:cubicBezTo>
                        <a:pt x="71" y="63"/>
                        <a:pt x="71" y="63"/>
                        <a:pt x="71" y="63"/>
                      </a:cubicBezTo>
                      <a:cubicBezTo>
                        <a:pt x="65" y="63"/>
                        <a:pt x="65" y="63"/>
                        <a:pt x="65" y="63"/>
                      </a:cubicBezTo>
                      <a:cubicBezTo>
                        <a:pt x="65" y="69"/>
                        <a:pt x="65" y="69"/>
                        <a:pt x="65" y="69"/>
                      </a:cubicBezTo>
                      <a:cubicBezTo>
                        <a:pt x="68" y="69"/>
                        <a:pt x="70" y="71"/>
                        <a:pt x="70" y="74"/>
                      </a:cubicBezTo>
                      <a:cubicBezTo>
                        <a:pt x="70" y="76"/>
                        <a:pt x="68" y="78"/>
                        <a:pt x="65" y="78"/>
                      </a:cubicBezTo>
                      <a:cubicBezTo>
                        <a:pt x="65" y="91"/>
                        <a:pt x="65" y="91"/>
                        <a:pt x="65" y="91"/>
                      </a:cubicBezTo>
                      <a:lnTo>
                        <a:pt x="73" y="91"/>
                      </a:lnTo>
                      <a:close/>
                      <a:moveTo>
                        <a:pt x="65" y="7"/>
                      </a:moveTo>
                      <a:cubicBezTo>
                        <a:pt x="63" y="9"/>
                        <a:pt x="63" y="9"/>
                        <a:pt x="63" y="9"/>
                      </a:cubicBezTo>
                      <a:cubicBezTo>
                        <a:pt x="62" y="9"/>
                        <a:pt x="61" y="8"/>
                        <a:pt x="60" y="8"/>
                      </a:cubicBezTo>
                      <a:cubicBezTo>
                        <a:pt x="59" y="8"/>
                        <a:pt x="58" y="9"/>
                        <a:pt x="57" y="9"/>
                      </a:cubicBezTo>
                      <a:cubicBezTo>
                        <a:pt x="50" y="4"/>
                        <a:pt x="50" y="4"/>
                        <a:pt x="50" y="4"/>
                      </a:cubicBezTo>
                      <a:cubicBezTo>
                        <a:pt x="50" y="10"/>
                        <a:pt x="50" y="10"/>
                        <a:pt x="50" y="10"/>
                      </a:cubicBezTo>
                      <a:cubicBezTo>
                        <a:pt x="53" y="12"/>
                        <a:pt x="53" y="12"/>
                        <a:pt x="53" y="12"/>
                      </a:cubicBezTo>
                      <a:cubicBezTo>
                        <a:pt x="52" y="13"/>
                        <a:pt x="52" y="15"/>
                        <a:pt x="52" y="16"/>
                      </a:cubicBezTo>
                      <a:cubicBezTo>
                        <a:pt x="50" y="16"/>
                        <a:pt x="50" y="16"/>
                        <a:pt x="50" y="16"/>
                      </a:cubicBezTo>
                      <a:cubicBezTo>
                        <a:pt x="50" y="23"/>
                        <a:pt x="50" y="23"/>
                        <a:pt x="50" y="23"/>
                      </a:cubicBezTo>
                      <a:cubicBezTo>
                        <a:pt x="65" y="23"/>
                        <a:pt x="65" y="23"/>
                        <a:pt x="65" y="23"/>
                      </a:cubicBezTo>
                      <a:cubicBezTo>
                        <a:pt x="65" y="7"/>
                        <a:pt x="65" y="7"/>
                        <a:pt x="65" y="7"/>
                      </a:cubicBezTo>
                      <a:close/>
                      <a:moveTo>
                        <a:pt x="50" y="84"/>
                      </a:moveTo>
                      <a:cubicBezTo>
                        <a:pt x="63" y="84"/>
                        <a:pt x="63" y="84"/>
                        <a:pt x="63" y="84"/>
                      </a:cubicBezTo>
                      <a:cubicBezTo>
                        <a:pt x="63" y="91"/>
                        <a:pt x="63" y="91"/>
                        <a:pt x="63" y="91"/>
                      </a:cubicBezTo>
                      <a:cubicBezTo>
                        <a:pt x="65" y="91"/>
                        <a:pt x="65" y="91"/>
                        <a:pt x="65" y="91"/>
                      </a:cubicBezTo>
                      <a:cubicBezTo>
                        <a:pt x="65" y="78"/>
                        <a:pt x="65" y="78"/>
                        <a:pt x="65" y="78"/>
                      </a:cubicBezTo>
                      <a:cubicBezTo>
                        <a:pt x="65" y="78"/>
                        <a:pt x="65" y="78"/>
                        <a:pt x="65" y="78"/>
                      </a:cubicBezTo>
                      <a:cubicBezTo>
                        <a:pt x="63" y="78"/>
                        <a:pt x="61" y="76"/>
                        <a:pt x="61" y="74"/>
                      </a:cubicBezTo>
                      <a:cubicBezTo>
                        <a:pt x="61" y="74"/>
                        <a:pt x="61" y="74"/>
                        <a:pt x="61" y="74"/>
                      </a:cubicBezTo>
                      <a:cubicBezTo>
                        <a:pt x="61" y="71"/>
                        <a:pt x="63" y="69"/>
                        <a:pt x="65" y="69"/>
                      </a:cubicBezTo>
                      <a:cubicBezTo>
                        <a:pt x="65" y="69"/>
                        <a:pt x="65" y="69"/>
                        <a:pt x="65" y="69"/>
                      </a:cubicBezTo>
                      <a:cubicBezTo>
                        <a:pt x="65" y="63"/>
                        <a:pt x="65" y="63"/>
                        <a:pt x="65" y="63"/>
                      </a:cubicBezTo>
                      <a:cubicBezTo>
                        <a:pt x="50" y="63"/>
                        <a:pt x="50" y="63"/>
                        <a:pt x="50" y="63"/>
                      </a:cubicBezTo>
                      <a:cubicBezTo>
                        <a:pt x="50" y="69"/>
                        <a:pt x="50" y="69"/>
                        <a:pt x="50" y="69"/>
                      </a:cubicBezTo>
                      <a:cubicBezTo>
                        <a:pt x="50" y="69"/>
                        <a:pt x="50" y="69"/>
                        <a:pt x="50" y="69"/>
                      </a:cubicBezTo>
                      <a:cubicBezTo>
                        <a:pt x="53" y="69"/>
                        <a:pt x="55" y="71"/>
                        <a:pt x="55" y="74"/>
                      </a:cubicBezTo>
                      <a:cubicBezTo>
                        <a:pt x="55" y="76"/>
                        <a:pt x="53" y="78"/>
                        <a:pt x="50" y="78"/>
                      </a:cubicBezTo>
                      <a:cubicBezTo>
                        <a:pt x="50" y="78"/>
                        <a:pt x="50" y="78"/>
                        <a:pt x="50" y="78"/>
                      </a:cubicBezTo>
                      <a:cubicBezTo>
                        <a:pt x="50" y="78"/>
                        <a:pt x="50" y="78"/>
                        <a:pt x="50" y="78"/>
                      </a:cubicBezTo>
                      <a:lnTo>
                        <a:pt x="50" y="84"/>
                      </a:lnTo>
                      <a:close/>
                      <a:moveTo>
                        <a:pt x="50" y="4"/>
                      </a:moveTo>
                      <a:cubicBezTo>
                        <a:pt x="46" y="0"/>
                        <a:pt x="46" y="0"/>
                        <a:pt x="46" y="0"/>
                      </a:cubicBezTo>
                      <a:cubicBezTo>
                        <a:pt x="45" y="0"/>
                        <a:pt x="43" y="0"/>
                        <a:pt x="42" y="1"/>
                      </a:cubicBezTo>
                      <a:cubicBezTo>
                        <a:pt x="42" y="2"/>
                        <a:pt x="42" y="3"/>
                        <a:pt x="43" y="4"/>
                      </a:cubicBezTo>
                      <a:cubicBezTo>
                        <a:pt x="50" y="10"/>
                        <a:pt x="50" y="10"/>
                        <a:pt x="50" y="10"/>
                      </a:cubicBezTo>
                      <a:cubicBezTo>
                        <a:pt x="50" y="4"/>
                        <a:pt x="50" y="4"/>
                        <a:pt x="50" y="4"/>
                      </a:cubicBezTo>
                      <a:close/>
                      <a:moveTo>
                        <a:pt x="50" y="16"/>
                      </a:moveTo>
                      <a:cubicBezTo>
                        <a:pt x="39" y="16"/>
                        <a:pt x="39" y="16"/>
                        <a:pt x="39" y="16"/>
                      </a:cubicBezTo>
                      <a:cubicBezTo>
                        <a:pt x="39" y="23"/>
                        <a:pt x="39" y="23"/>
                        <a:pt x="39" y="23"/>
                      </a:cubicBezTo>
                      <a:cubicBezTo>
                        <a:pt x="50" y="23"/>
                        <a:pt x="50" y="23"/>
                        <a:pt x="50" y="23"/>
                      </a:cubicBezTo>
                      <a:cubicBezTo>
                        <a:pt x="50" y="16"/>
                        <a:pt x="50" y="16"/>
                        <a:pt x="50" y="16"/>
                      </a:cubicBezTo>
                      <a:close/>
                      <a:moveTo>
                        <a:pt x="39" y="84"/>
                      </a:moveTo>
                      <a:cubicBezTo>
                        <a:pt x="50" y="84"/>
                        <a:pt x="50" y="84"/>
                        <a:pt x="50" y="84"/>
                      </a:cubicBezTo>
                      <a:cubicBezTo>
                        <a:pt x="50" y="78"/>
                        <a:pt x="50" y="78"/>
                        <a:pt x="50" y="78"/>
                      </a:cubicBezTo>
                      <a:cubicBezTo>
                        <a:pt x="48" y="78"/>
                        <a:pt x="46" y="76"/>
                        <a:pt x="46" y="74"/>
                      </a:cubicBezTo>
                      <a:cubicBezTo>
                        <a:pt x="46" y="71"/>
                        <a:pt x="48" y="69"/>
                        <a:pt x="50" y="69"/>
                      </a:cubicBezTo>
                      <a:cubicBezTo>
                        <a:pt x="50" y="63"/>
                        <a:pt x="50" y="63"/>
                        <a:pt x="50" y="63"/>
                      </a:cubicBezTo>
                      <a:cubicBezTo>
                        <a:pt x="39" y="63"/>
                        <a:pt x="39" y="63"/>
                        <a:pt x="39" y="63"/>
                      </a:cubicBezTo>
                      <a:lnTo>
                        <a:pt x="39" y="84"/>
                      </a:lnTo>
                      <a:close/>
                      <a:moveTo>
                        <a:pt x="39" y="16"/>
                      </a:moveTo>
                      <a:cubicBezTo>
                        <a:pt x="0" y="16"/>
                        <a:pt x="0" y="16"/>
                        <a:pt x="0" y="16"/>
                      </a:cubicBezTo>
                      <a:cubicBezTo>
                        <a:pt x="0" y="84"/>
                        <a:pt x="0" y="84"/>
                        <a:pt x="0" y="84"/>
                      </a:cubicBezTo>
                      <a:cubicBezTo>
                        <a:pt x="6" y="84"/>
                        <a:pt x="6" y="84"/>
                        <a:pt x="6" y="84"/>
                      </a:cubicBezTo>
                      <a:cubicBezTo>
                        <a:pt x="6" y="91"/>
                        <a:pt x="6" y="91"/>
                        <a:pt x="6" y="91"/>
                      </a:cubicBezTo>
                      <a:cubicBezTo>
                        <a:pt x="16" y="91"/>
                        <a:pt x="16" y="91"/>
                        <a:pt x="16" y="91"/>
                      </a:cubicBezTo>
                      <a:cubicBezTo>
                        <a:pt x="16" y="84"/>
                        <a:pt x="16" y="84"/>
                        <a:pt x="16" y="84"/>
                      </a:cubicBezTo>
                      <a:cubicBezTo>
                        <a:pt x="39" y="84"/>
                        <a:pt x="39" y="84"/>
                        <a:pt x="39" y="84"/>
                      </a:cubicBezTo>
                      <a:cubicBezTo>
                        <a:pt x="39" y="63"/>
                        <a:pt x="39" y="63"/>
                        <a:pt x="39" y="63"/>
                      </a:cubicBezTo>
                      <a:cubicBezTo>
                        <a:pt x="7" y="63"/>
                        <a:pt x="7" y="63"/>
                        <a:pt x="7" y="63"/>
                      </a:cubicBezTo>
                      <a:cubicBezTo>
                        <a:pt x="7" y="23"/>
                        <a:pt x="7" y="23"/>
                        <a:pt x="7" y="23"/>
                      </a:cubicBezTo>
                      <a:cubicBezTo>
                        <a:pt x="7" y="23"/>
                        <a:pt x="7" y="23"/>
                        <a:pt x="7" y="23"/>
                      </a:cubicBezTo>
                      <a:cubicBezTo>
                        <a:pt x="39" y="23"/>
                        <a:pt x="39" y="23"/>
                        <a:pt x="39" y="23"/>
                      </a:cubicBezTo>
                      <a:lnTo>
                        <a:pt x="39" y="1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7" name="Freeform 551"/>
                <p:cNvSpPr>
                  <a:spLocks/>
                </p:cNvSpPr>
                <p:nvPr/>
              </p:nvSpPr>
              <p:spPr bwMode="auto">
                <a:xfrm>
                  <a:off x="6110800" y="1687916"/>
                  <a:ext cx="208320" cy="122541"/>
                </a:xfrm>
                <a:custGeom>
                  <a:avLst/>
                  <a:gdLst>
                    <a:gd name="T0" fmla="*/ 170 w 170"/>
                    <a:gd name="T1" fmla="*/ 0 h 100"/>
                    <a:gd name="T2" fmla="*/ 11 w 170"/>
                    <a:gd name="T3" fmla="*/ 0 h 100"/>
                    <a:gd name="T4" fmla="*/ 11 w 170"/>
                    <a:gd name="T5" fmla="*/ 28 h 100"/>
                    <a:gd name="T6" fmla="*/ 0 w 170"/>
                    <a:gd name="T7" fmla="*/ 28 h 100"/>
                    <a:gd name="T8" fmla="*/ 0 w 170"/>
                    <a:gd name="T9" fmla="*/ 72 h 100"/>
                    <a:gd name="T10" fmla="*/ 11 w 170"/>
                    <a:gd name="T11" fmla="*/ 72 h 100"/>
                    <a:gd name="T12" fmla="*/ 11 w 170"/>
                    <a:gd name="T13" fmla="*/ 100 h 100"/>
                    <a:gd name="T14" fmla="*/ 170 w 170"/>
                    <a:gd name="T15" fmla="*/ 100 h 100"/>
                    <a:gd name="T16" fmla="*/ 170 w 170"/>
                    <a:gd name="T1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0" h="100">
                      <a:moveTo>
                        <a:pt x="170" y="0"/>
                      </a:moveTo>
                      <a:lnTo>
                        <a:pt x="11" y="0"/>
                      </a:lnTo>
                      <a:lnTo>
                        <a:pt x="11" y="28"/>
                      </a:lnTo>
                      <a:lnTo>
                        <a:pt x="0" y="28"/>
                      </a:lnTo>
                      <a:lnTo>
                        <a:pt x="0" y="72"/>
                      </a:lnTo>
                      <a:lnTo>
                        <a:pt x="11" y="72"/>
                      </a:lnTo>
                      <a:lnTo>
                        <a:pt x="11" y="100"/>
                      </a:lnTo>
                      <a:lnTo>
                        <a:pt x="170" y="100"/>
                      </a:lnTo>
                      <a:lnTo>
                        <a:pt x="17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9" name="Oval 553"/>
                <p:cNvSpPr>
                  <a:spLocks noChangeArrowheads="1"/>
                </p:cNvSpPr>
                <p:nvPr/>
              </p:nvSpPr>
              <p:spPr bwMode="auto">
                <a:xfrm>
                  <a:off x="5983357" y="1709973"/>
                  <a:ext cx="66172" cy="66172"/>
                </a:xfrm>
                <a:prstGeom prst="ellipse">
                  <a:avLst/>
                </a:pr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0" name="Freeform 554"/>
                <p:cNvSpPr>
                  <a:spLocks noEditPoints="1"/>
                </p:cNvSpPr>
                <p:nvPr/>
              </p:nvSpPr>
              <p:spPr bwMode="auto">
                <a:xfrm>
                  <a:off x="5925763" y="1660957"/>
                  <a:ext cx="176459" cy="330861"/>
                </a:xfrm>
                <a:custGeom>
                  <a:avLst/>
                  <a:gdLst>
                    <a:gd name="T0" fmla="*/ 20 w 40"/>
                    <a:gd name="T1" fmla="*/ 75 h 75"/>
                    <a:gd name="T2" fmla="*/ 40 w 40"/>
                    <a:gd name="T3" fmla="*/ 75 h 75"/>
                    <a:gd name="T4" fmla="*/ 40 w 40"/>
                    <a:gd name="T5" fmla="*/ 26 h 75"/>
                    <a:gd name="T6" fmla="*/ 40 w 40"/>
                    <a:gd name="T7" fmla="*/ 14 h 75"/>
                    <a:gd name="T8" fmla="*/ 40 w 40"/>
                    <a:gd name="T9" fmla="*/ 0 h 75"/>
                    <a:gd name="T10" fmla="*/ 20 w 40"/>
                    <a:gd name="T11" fmla="*/ 0 h 75"/>
                    <a:gd name="T12" fmla="*/ 20 w 40"/>
                    <a:gd name="T13" fmla="*/ 4 h 75"/>
                    <a:gd name="T14" fmla="*/ 35 w 40"/>
                    <a:gd name="T15" fmla="*/ 19 h 75"/>
                    <a:gd name="T16" fmla="*/ 20 w 40"/>
                    <a:gd name="T17" fmla="*/ 33 h 75"/>
                    <a:gd name="T18" fmla="*/ 20 w 40"/>
                    <a:gd name="T19" fmla="*/ 75 h 75"/>
                    <a:gd name="T20" fmla="*/ 0 w 40"/>
                    <a:gd name="T21" fmla="*/ 75 h 75"/>
                    <a:gd name="T22" fmla="*/ 20 w 40"/>
                    <a:gd name="T23" fmla="*/ 75 h 75"/>
                    <a:gd name="T24" fmla="*/ 20 w 40"/>
                    <a:gd name="T25" fmla="*/ 33 h 75"/>
                    <a:gd name="T26" fmla="*/ 20 w 40"/>
                    <a:gd name="T27" fmla="*/ 33 h 75"/>
                    <a:gd name="T28" fmla="*/ 5 w 40"/>
                    <a:gd name="T29" fmla="*/ 19 h 75"/>
                    <a:gd name="T30" fmla="*/ 20 w 40"/>
                    <a:gd name="T31" fmla="*/ 4 h 75"/>
                    <a:gd name="T32" fmla="*/ 20 w 40"/>
                    <a:gd name="T33" fmla="*/ 4 h 75"/>
                    <a:gd name="T34" fmla="*/ 20 w 40"/>
                    <a:gd name="T35" fmla="*/ 4 h 75"/>
                    <a:gd name="T36" fmla="*/ 20 w 40"/>
                    <a:gd name="T37" fmla="*/ 0 h 75"/>
                    <a:gd name="T38" fmla="*/ 0 w 40"/>
                    <a:gd name="T39" fmla="*/ 0 h 75"/>
                    <a:gd name="T40" fmla="*/ 0 w 40"/>
                    <a:gd name="T41"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0" h="75">
                      <a:moveTo>
                        <a:pt x="20" y="75"/>
                      </a:moveTo>
                      <a:cubicBezTo>
                        <a:pt x="40" y="75"/>
                        <a:pt x="40" y="75"/>
                        <a:pt x="40" y="75"/>
                      </a:cubicBezTo>
                      <a:cubicBezTo>
                        <a:pt x="40" y="26"/>
                        <a:pt x="40" y="26"/>
                        <a:pt x="40" y="26"/>
                      </a:cubicBezTo>
                      <a:cubicBezTo>
                        <a:pt x="40" y="14"/>
                        <a:pt x="40" y="14"/>
                        <a:pt x="40" y="14"/>
                      </a:cubicBezTo>
                      <a:cubicBezTo>
                        <a:pt x="40" y="0"/>
                        <a:pt x="40" y="0"/>
                        <a:pt x="40" y="0"/>
                      </a:cubicBezTo>
                      <a:cubicBezTo>
                        <a:pt x="20" y="0"/>
                        <a:pt x="20" y="0"/>
                        <a:pt x="20" y="0"/>
                      </a:cubicBezTo>
                      <a:cubicBezTo>
                        <a:pt x="20" y="4"/>
                        <a:pt x="20" y="4"/>
                        <a:pt x="20" y="4"/>
                      </a:cubicBezTo>
                      <a:cubicBezTo>
                        <a:pt x="28" y="4"/>
                        <a:pt x="35" y="10"/>
                        <a:pt x="35" y="19"/>
                      </a:cubicBezTo>
                      <a:cubicBezTo>
                        <a:pt x="35" y="27"/>
                        <a:pt x="28" y="33"/>
                        <a:pt x="20" y="33"/>
                      </a:cubicBezTo>
                      <a:lnTo>
                        <a:pt x="20" y="75"/>
                      </a:lnTo>
                      <a:close/>
                      <a:moveTo>
                        <a:pt x="0" y="75"/>
                      </a:moveTo>
                      <a:cubicBezTo>
                        <a:pt x="20" y="75"/>
                        <a:pt x="20" y="75"/>
                        <a:pt x="20" y="75"/>
                      </a:cubicBezTo>
                      <a:cubicBezTo>
                        <a:pt x="20" y="33"/>
                        <a:pt x="20" y="33"/>
                        <a:pt x="20" y="33"/>
                      </a:cubicBezTo>
                      <a:cubicBezTo>
                        <a:pt x="20" y="33"/>
                        <a:pt x="20" y="33"/>
                        <a:pt x="20" y="33"/>
                      </a:cubicBezTo>
                      <a:cubicBezTo>
                        <a:pt x="12" y="33"/>
                        <a:pt x="5" y="27"/>
                        <a:pt x="5" y="19"/>
                      </a:cubicBezTo>
                      <a:cubicBezTo>
                        <a:pt x="5" y="10"/>
                        <a:pt x="12" y="4"/>
                        <a:pt x="20" y="4"/>
                      </a:cubicBezTo>
                      <a:cubicBezTo>
                        <a:pt x="20" y="4"/>
                        <a:pt x="20" y="4"/>
                        <a:pt x="20" y="4"/>
                      </a:cubicBezTo>
                      <a:cubicBezTo>
                        <a:pt x="20" y="4"/>
                        <a:pt x="20" y="4"/>
                        <a:pt x="20" y="4"/>
                      </a:cubicBezTo>
                      <a:cubicBezTo>
                        <a:pt x="20" y="0"/>
                        <a:pt x="20" y="0"/>
                        <a:pt x="20" y="0"/>
                      </a:cubicBezTo>
                      <a:cubicBezTo>
                        <a:pt x="0" y="0"/>
                        <a:pt x="0" y="0"/>
                        <a:pt x="0" y="0"/>
                      </a:cubicBezTo>
                      <a:lnTo>
                        <a:pt x="0" y="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2" name="Freeform 556"/>
                <p:cNvSpPr>
                  <a:spLocks noEditPoints="1"/>
                </p:cNvSpPr>
                <p:nvPr/>
              </p:nvSpPr>
              <p:spPr bwMode="auto">
                <a:xfrm>
                  <a:off x="5360848" y="4169377"/>
                  <a:ext cx="202193" cy="203419"/>
                </a:xfrm>
                <a:custGeom>
                  <a:avLst/>
                  <a:gdLst>
                    <a:gd name="T0" fmla="*/ 41 w 46"/>
                    <a:gd name="T1" fmla="*/ 32 h 46"/>
                    <a:gd name="T2" fmla="*/ 43 w 46"/>
                    <a:gd name="T3" fmla="*/ 34 h 46"/>
                    <a:gd name="T4" fmla="*/ 38 w 46"/>
                    <a:gd name="T5" fmla="*/ 41 h 46"/>
                    <a:gd name="T6" fmla="*/ 35 w 46"/>
                    <a:gd name="T7" fmla="*/ 38 h 46"/>
                    <a:gd name="T8" fmla="*/ 29 w 46"/>
                    <a:gd name="T9" fmla="*/ 42 h 46"/>
                    <a:gd name="T10" fmla="*/ 29 w 46"/>
                    <a:gd name="T11" fmla="*/ 45 h 46"/>
                    <a:gd name="T12" fmla="*/ 23 w 46"/>
                    <a:gd name="T13" fmla="*/ 45 h 46"/>
                    <a:gd name="T14" fmla="*/ 23 w 46"/>
                    <a:gd name="T15" fmla="*/ 36 h 46"/>
                    <a:gd name="T16" fmla="*/ 33 w 46"/>
                    <a:gd name="T17" fmla="*/ 31 h 46"/>
                    <a:gd name="T18" fmla="*/ 32 w 46"/>
                    <a:gd name="T19" fmla="*/ 13 h 46"/>
                    <a:gd name="T20" fmla="*/ 32 w 46"/>
                    <a:gd name="T21" fmla="*/ 13 h 46"/>
                    <a:gd name="T22" fmla="*/ 27 w 46"/>
                    <a:gd name="T23" fmla="*/ 10 h 46"/>
                    <a:gd name="T24" fmla="*/ 23 w 46"/>
                    <a:gd name="T25" fmla="*/ 10 h 46"/>
                    <a:gd name="T26" fmla="*/ 23 w 46"/>
                    <a:gd name="T27" fmla="*/ 0 h 46"/>
                    <a:gd name="T28" fmla="*/ 26 w 46"/>
                    <a:gd name="T29" fmla="*/ 0 h 46"/>
                    <a:gd name="T30" fmla="*/ 26 w 46"/>
                    <a:gd name="T31" fmla="*/ 3 h 46"/>
                    <a:gd name="T32" fmla="*/ 32 w 46"/>
                    <a:gd name="T33" fmla="*/ 5 h 46"/>
                    <a:gd name="T34" fmla="*/ 35 w 46"/>
                    <a:gd name="T35" fmla="*/ 3 h 46"/>
                    <a:gd name="T36" fmla="*/ 41 w 46"/>
                    <a:gd name="T37" fmla="*/ 8 h 46"/>
                    <a:gd name="T38" fmla="*/ 39 w 46"/>
                    <a:gd name="T39" fmla="*/ 11 h 46"/>
                    <a:gd name="T40" fmla="*/ 42 w 46"/>
                    <a:gd name="T41" fmla="*/ 17 h 46"/>
                    <a:gd name="T42" fmla="*/ 45 w 46"/>
                    <a:gd name="T43" fmla="*/ 17 h 46"/>
                    <a:gd name="T44" fmla="*/ 46 w 46"/>
                    <a:gd name="T45" fmla="*/ 25 h 46"/>
                    <a:gd name="T46" fmla="*/ 43 w 46"/>
                    <a:gd name="T47" fmla="*/ 25 h 46"/>
                    <a:gd name="T48" fmla="*/ 41 w 46"/>
                    <a:gd name="T49" fmla="*/ 32 h 46"/>
                    <a:gd name="T50" fmla="*/ 23 w 46"/>
                    <a:gd name="T51" fmla="*/ 45 h 46"/>
                    <a:gd name="T52" fmla="*/ 21 w 46"/>
                    <a:gd name="T53" fmla="*/ 46 h 46"/>
                    <a:gd name="T54" fmla="*/ 21 w 46"/>
                    <a:gd name="T55" fmla="*/ 42 h 46"/>
                    <a:gd name="T56" fmla="*/ 14 w 46"/>
                    <a:gd name="T57" fmla="*/ 40 h 46"/>
                    <a:gd name="T58" fmla="*/ 12 w 46"/>
                    <a:gd name="T59" fmla="*/ 43 h 46"/>
                    <a:gd name="T60" fmla="*/ 6 w 46"/>
                    <a:gd name="T61" fmla="*/ 37 h 46"/>
                    <a:gd name="T62" fmla="*/ 8 w 46"/>
                    <a:gd name="T63" fmla="*/ 35 h 46"/>
                    <a:gd name="T64" fmla="*/ 5 w 46"/>
                    <a:gd name="T65" fmla="*/ 29 h 46"/>
                    <a:gd name="T66" fmla="*/ 1 w 46"/>
                    <a:gd name="T67" fmla="*/ 29 h 46"/>
                    <a:gd name="T68" fmla="*/ 0 w 46"/>
                    <a:gd name="T69" fmla="*/ 21 h 46"/>
                    <a:gd name="T70" fmla="*/ 4 w 46"/>
                    <a:gd name="T71" fmla="*/ 20 h 46"/>
                    <a:gd name="T72" fmla="*/ 6 w 46"/>
                    <a:gd name="T73" fmla="*/ 14 h 46"/>
                    <a:gd name="T74" fmla="*/ 3 w 46"/>
                    <a:gd name="T75" fmla="*/ 12 h 46"/>
                    <a:gd name="T76" fmla="*/ 9 w 46"/>
                    <a:gd name="T77" fmla="*/ 5 h 46"/>
                    <a:gd name="T78" fmla="*/ 11 w 46"/>
                    <a:gd name="T79" fmla="*/ 7 h 46"/>
                    <a:gd name="T80" fmla="*/ 17 w 46"/>
                    <a:gd name="T81" fmla="*/ 4 h 46"/>
                    <a:gd name="T82" fmla="*/ 17 w 46"/>
                    <a:gd name="T83" fmla="*/ 1 h 46"/>
                    <a:gd name="T84" fmla="*/ 23 w 46"/>
                    <a:gd name="T85" fmla="*/ 0 h 46"/>
                    <a:gd name="T86" fmla="*/ 23 w 46"/>
                    <a:gd name="T87" fmla="*/ 10 h 46"/>
                    <a:gd name="T88" fmla="*/ 13 w 46"/>
                    <a:gd name="T89" fmla="*/ 14 h 46"/>
                    <a:gd name="T90" fmla="*/ 15 w 46"/>
                    <a:gd name="T91" fmla="*/ 33 h 46"/>
                    <a:gd name="T92" fmla="*/ 19 w 46"/>
                    <a:gd name="T93" fmla="*/ 35 h 46"/>
                    <a:gd name="T94" fmla="*/ 23 w 46"/>
                    <a:gd name="T95" fmla="*/ 36 h 46"/>
                    <a:gd name="T96" fmla="*/ 23 w 46"/>
                    <a:gd name="T9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6" h="46">
                      <a:moveTo>
                        <a:pt x="41" y="32"/>
                      </a:moveTo>
                      <a:cubicBezTo>
                        <a:pt x="43" y="34"/>
                        <a:pt x="43" y="34"/>
                        <a:pt x="43" y="34"/>
                      </a:cubicBezTo>
                      <a:cubicBezTo>
                        <a:pt x="38" y="41"/>
                        <a:pt x="38" y="41"/>
                        <a:pt x="38" y="41"/>
                      </a:cubicBezTo>
                      <a:cubicBezTo>
                        <a:pt x="35" y="38"/>
                        <a:pt x="35" y="38"/>
                        <a:pt x="35" y="38"/>
                      </a:cubicBezTo>
                      <a:cubicBezTo>
                        <a:pt x="33" y="40"/>
                        <a:pt x="31" y="41"/>
                        <a:pt x="29" y="42"/>
                      </a:cubicBezTo>
                      <a:cubicBezTo>
                        <a:pt x="29" y="45"/>
                        <a:pt x="29" y="45"/>
                        <a:pt x="29" y="45"/>
                      </a:cubicBezTo>
                      <a:cubicBezTo>
                        <a:pt x="23" y="45"/>
                        <a:pt x="23" y="45"/>
                        <a:pt x="23" y="45"/>
                      </a:cubicBezTo>
                      <a:cubicBezTo>
                        <a:pt x="23" y="36"/>
                        <a:pt x="23" y="36"/>
                        <a:pt x="23" y="36"/>
                      </a:cubicBezTo>
                      <a:cubicBezTo>
                        <a:pt x="27" y="36"/>
                        <a:pt x="31" y="34"/>
                        <a:pt x="33" y="31"/>
                      </a:cubicBezTo>
                      <a:cubicBezTo>
                        <a:pt x="38" y="26"/>
                        <a:pt x="37" y="17"/>
                        <a:pt x="32" y="13"/>
                      </a:cubicBezTo>
                      <a:cubicBezTo>
                        <a:pt x="32" y="13"/>
                        <a:pt x="32" y="13"/>
                        <a:pt x="32" y="13"/>
                      </a:cubicBezTo>
                      <a:cubicBezTo>
                        <a:pt x="30" y="12"/>
                        <a:pt x="29" y="11"/>
                        <a:pt x="27" y="10"/>
                      </a:cubicBezTo>
                      <a:cubicBezTo>
                        <a:pt x="26" y="10"/>
                        <a:pt x="25" y="10"/>
                        <a:pt x="23" y="10"/>
                      </a:cubicBezTo>
                      <a:cubicBezTo>
                        <a:pt x="23" y="0"/>
                        <a:pt x="23" y="0"/>
                        <a:pt x="23" y="0"/>
                      </a:cubicBezTo>
                      <a:cubicBezTo>
                        <a:pt x="26" y="0"/>
                        <a:pt x="26" y="0"/>
                        <a:pt x="26" y="0"/>
                      </a:cubicBezTo>
                      <a:cubicBezTo>
                        <a:pt x="26" y="3"/>
                        <a:pt x="26" y="3"/>
                        <a:pt x="26" y="3"/>
                      </a:cubicBezTo>
                      <a:cubicBezTo>
                        <a:pt x="28" y="4"/>
                        <a:pt x="30" y="4"/>
                        <a:pt x="32" y="5"/>
                      </a:cubicBezTo>
                      <a:cubicBezTo>
                        <a:pt x="35" y="3"/>
                        <a:pt x="35" y="3"/>
                        <a:pt x="35" y="3"/>
                      </a:cubicBezTo>
                      <a:cubicBezTo>
                        <a:pt x="41" y="8"/>
                        <a:pt x="41" y="8"/>
                        <a:pt x="41" y="8"/>
                      </a:cubicBezTo>
                      <a:cubicBezTo>
                        <a:pt x="39" y="11"/>
                        <a:pt x="39" y="11"/>
                        <a:pt x="39" y="11"/>
                      </a:cubicBezTo>
                      <a:cubicBezTo>
                        <a:pt x="40" y="13"/>
                        <a:pt x="41" y="15"/>
                        <a:pt x="42" y="17"/>
                      </a:cubicBezTo>
                      <a:cubicBezTo>
                        <a:pt x="45" y="17"/>
                        <a:pt x="45" y="17"/>
                        <a:pt x="45" y="17"/>
                      </a:cubicBezTo>
                      <a:cubicBezTo>
                        <a:pt x="46" y="25"/>
                        <a:pt x="46" y="25"/>
                        <a:pt x="46" y="25"/>
                      </a:cubicBezTo>
                      <a:cubicBezTo>
                        <a:pt x="43" y="25"/>
                        <a:pt x="43" y="25"/>
                        <a:pt x="43" y="25"/>
                      </a:cubicBezTo>
                      <a:cubicBezTo>
                        <a:pt x="42" y="28"/>
                        <a:pt x="42" y="30"/>
                        <a:pt x="41" y="32"/>
                      </a:cubicBezTo>
                      <a:close/>
                      <a:moveTo>
                        <a:pt x="23" y="45"/>
                      </a:moveTo>
                      <a:cubicBezTo>
                        <a:pt x="21" y="46"/>
                        <a:pt x="21" y="46"/>
                        <a:pt x="21" y="46"/>
                      </a:cubicBezTo>
                      <a:cubicBezTo>
                        <a:pt x="21" y="42"/>
                        <a:pt x="21" y="42"/>
                        <a:pt x="21" y="42"/>
                      </a:cubicBezTo>
                      <a:cubicBezTo>
                        <a:pt x="18" y="42"/>
                        <a:pt x="16" y="41"/>
                        <a:pt x="14" y="40"/>
                      </a:cubicBezTo>
                      <a:cubicBezTo>
                        <a:pt x="12" y="43"/>
                        <a:pt x="12" y="43"/>
                        <a:pt x="12" y="43"/>
                      </a:cubicBezTo>
                      <a:cubicBezTo>
                        <a:pt x="6" y="37"/>
                        <a:pt x="6" y="37"/>
                        <a:pt x="6" y="37"/>
                      </a:cubicBezTo>
                      <a:cubicBezTo>
                        <a:pt x="8" y="35"/>
                        <a:pt x="8" y="35"/>
                        <a:pt x="8" y="35"/>
                      </a:cubicBezTo>
                      <a:cubicBezTo>
                        <a:pt x="6" y="33"/>
                        <a:pt x="5" y="31"/>
                        <a:pt x="5" y="29"/>
                      </a:cubicBezTo>
                      <a:cubicBezTo>
                        <a:pt x="1" y="29"/>
                        <a:pt x="1" y="29"/>
                        <a:pt x="1" y="29"/>
                      </a:cubicBezTo>
                      <a:cubicBezTo>
                        <a:pt x="0" y="21"/>
                        <a:pt x="0" y="21"/>
                        <a:pt x="0" y="21"/>
                      </a:cubicBezTo>
                      <a:cubicBezTo>
                        <a:pt x="4" y="20"/>
                        <a:pt x="4" y="20"/>
                        <a:pt x="4" y="20"/>
                      </a:cubicBezTo>
                      <a:cubicBezTo>
                        <a:pt x="4" y="18"/>
                        <a:pt x="5" y="16"/>
                        <a:pt x="6" y="14"/>
                      </a:cubicBezTo>
                      <a:cubicBezTo>
                        <a:pt x="3" y="12"/>
                        <a:pt x="3" y="12"/>
                        <a:pt x="3" y="12"/>
                      </a:cubicBezTo>
                      <a:cubicBezTo>
                        <a:pt x="9" y="5"/>
                        <a:pt x="9" y="5"/>
                        <a:pt x="9" y="5"/>
                      </a:cubicBezTo>
                      <a:cubicBezTo>
                        <a:pt x="11" y="7"/>
                        <a:pt x="11" y="7"/>
                        <a:pt x="11" y="7"/>
                      </a:cubicBezTo>
                      <a:cubicBezTo>
                        <a:pt x="13" y="6"/>
                        <a:pt x="15" y="5"/>
                        <a:pt x="17" y="4"/>
                      </a:cubicBezTo>
                      <a:cubicBezTo>
                        <a:pt x="17" y="1"/>
                        <a:pt x="17" y="1"/>
                        <a:pt x="17" y="1"/>
                      </a:cubicBezTo>
                      <a:cubicBezTo>
                        <a:pt x="23" y="0"/>
                        <a:pt x="23" y="0"/>
                        <a:pt x="23" y="0"/>
                      </a:cubicBezTo>
                      <a:cubicBezTo>
                        <a:pt x="23" y="10"/>
                        <a:pt x="23" y="10"/>
                        <a:pt x="23" y="10"/>
                      </a:cubicBezTo>
                      <a:cubicBezTo>
                        <a:pt x="19" y="10"/>
                        <a:pt x="16" y="11"/>
                        <a:pt x="13" y="14"/>
                      </a:cubicBezTo>
                      <a:cubicBezTo>
                        <a:pt x="9" y="20"/>
                        <a:pt x="9" y="28"/>
                        <a:pt x="15" y="33"/>
                      </a:cubicBezTo>
                      <a:cubicBezTo>
                        <a:pt x="16" y="34"/>
                        <a:pt x="18" y="35"/>
                        <a:pt x="19" y="35"/>
                      </a:cubicBezTo>
                      <a:cubicBezTo>
                        <a:pt x="21" y="36"/>
                        <a:pt x="22" y="36"/>
                        <a:pt x="23" y="36"/>
                      </a:cubicBezTo>
                      <a:lnTo>
                        <a:pt x="23" y="4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5" name="Freeform 559"/>
                <p:cNvSpPr>
                  <a:spLocks noEditPoints="1"/>
                </p:cNvSpPr>
                <p:nvPr/>
              </p:nvSpPr>
              <p:spPr bwMode="auto">
                <a:xfrm>
                  <a:off x="6066685" y="3104493"/>
                  <a:ext cx="208320" cy="398259"/>
                </a:xfrm>
                <a:custGeom>
                  <a:avLst/>
                  <a:gdLst>
                    <a:gd name="T0" fmla="*/ 24 w 47"/>
                    <a:gd name="T1" fmla="*/ 90 h 90"/>
                    <a:gd name="T2" fmla="*/ 47 w 47"/>
                    <a:gd name="T3" fmla="*/ 90 h 90"/>
                    <a:gd name="T4" fmla="*/ 47 w 47"/>
                    <a:gd name="T5" fmla="*/ 0 h 90"/>
                    <a:gd name="T6" fmla="*/ 24 w 47"/>
                    <a:gd name="T7" fmla="*/ 0 h 90"/>
                    <a:gd name="T8" fmla="*/ 24 w 47"/>
                    <a:gd name="T9" fmla="*/ 5 h 90"/>
                    <a:gd name="T10" fmla="*/ 42 w 47"/>
                    <a:gd name="T11" fmla="*/ 5 h 90"/>
                    <a:gd name="T12" fmla="*/ 42 w 47"/>
                    <a:gd name="T13" fmla="*/ 23 h 90"/>
                    <a:gd name="T14" fmla="*/ 24 w 47"/>
                    <a:gd name="T15" fmla="*/ 23 h 90"/>
                    <a:gd name="T16" fmla="*/ 24 w 47"/>
                    <a:gd name="T17" fmla="*/ 27 h 90"/>
                    <a:gd name="T18" fmla="*/ 42 w 47"/>
                    <a:gd name="T19" fmla="*/ 27 h 90"/>
                    <a:gd name="T20" fmla="*/ 42 w 47"/>
                    <a:gd name="T21" fmla="*/ 44 h 90"/>
                    <a:gd name="T22" fmla="*/ 24 w 47"/>
                    <a:gd name="T23" fmla="*/ 44 h 90"/>
                    <a:gd name="T24" fmla="*/ 24 w 47"/>
                    <a:gd name="T25" fmla="*/ 51 h 90"/>
                    <a:gd name="T26" fmla="*/ 24 w 47"/>
                    <a:gd name="T27" fmla="*/ 51 h 90"/>
                    <a:gd name="T28" fmla="*/ 29 w 47"/>
                    <a:gd name="T29" fmla="*/ 57 h 90"/>
                    <a:gd name="T30" fmla="*/ 24 w 47"/>
                    <a:gd name="T31" fmla="*/ 62 h 90"/>
                    <a:gd name="T32" fmla="*/ 24 w 47"/>
                    <a:gd name="T33" fmla="*/ 62 h 90"/>
                    <a:gd name="T34" fmla="*/ 24 w 47"/>
                    <a:gd name="T35" fmla="*/ 62 h 90"/>
                    <a:gd name="T36" fmla="*/ 24 w 47"/>
                    <a:gd name="T37" fmla="*/ 71 h 90"/>
                    <a:gd name="T38" fmla="*/ 24 w 47"/>
                    <a:gd name="T39" fmla="*/ 71 h 90"/>
                    <a:gd name="T40" fmla="*/ 29 w 47"/>
                    <a:gd name="T41" fmla="*/ 77 h 90"/>
                    <a:gd name="T42" fmla="*/ 24 w 47"/>
                    <a:gd name="T43" fmla="*/ 82 h 90"/>
                    <a:gd name="T44" fmla="*/ 24 w 47"/>
                    <a:gd name="T45" fmla="*/ 82 h 90"/>
                    <a:gd name="T46" fmla="*/ 24 w 47"/>
                    <a:gd name="T47" fmla="*/ 82 h 90"/>
                    <a:gd name="T48" fmla="*/ 24 w 47"/>
                    <a:gd name="T49" fmla="*/ 90 h 90"/>
                    <a:gd name="T50" fmla="*/ 0 w 47"/>
                    <a:gd name="T51" fmla="*/ 90 h 90"/>
                    <a:gd name="T52" fmla="*/ 24 w 47"/>
                    <a:gd name="T53" fmla="*/ 90 h 90"/>
                    <a:gd name="T54" fmla="*/ 24 w 47"/>
                    <a:gd name="T55" fmla="*/ 82 h 90"/>
                    <a:gd name="T56" fmla="*/ 18 w 47"/>
                    <a:gd name="T57" fmla="*/ 77 h 90"/>
                    <a:gd name="T58" fmla="*/ 24 w 47"/>
                    <a:gd name="T59" fmla="*/ 71 h 90"/>
                    <a:gd name="T60" fmla="*/ 24 w 47"/>
                    <a:gd name="T61" fmla="*/ 62 h 90"/>
                    <a:gd name="T62" fmla="*/ 18 w 47"/>
                    <a:gd name="T63" fmla="*/ 57 h 90"/>
                    <a:gd name="T64" fmla="*/ 24 w 47"/>
                    <a:gd name="T65" fmla="*/ 51 h 90"/>
                    <a:gd name="T66" fmla="*/ 24 w 47"/>
                    <a:gd name="T67" fmla="*/ 44 h 90"/>
                    <a:gd name="T68" fmla="*/ 5 w 47"/>
                    <a:gd name="T69" fmla="*/ 44 h 90"/>
                    <a:gd name="T70" fmla="*/ 5 w 47"/>
                    <a:gd name="T71" fmla="*/ 27 h 90"/>
                    <a:gd name="T72" fmla="*/ 5 w 47"/>
                    <a:gd name="T73" fmla="*/ 27 h 90"/>
                    <a:gd name="T74" fmla="*/ 24 w 47"/>
                    <a:gd name="T75" fmla="*/ 27 h 90"/>
                    <a:gd name="T76" fmla="*/ 24 w 47"/>
                    <a:gd name="T77" fmla="*/ 23 h 90"/>
                    <a:gd name="T78" fmla="*/ 5 w 47"/>
                    <a:gd name="T79" fmla="*/ 23 h 90"/>
                    <a:gd name="T80" fmla="*/ 5 w 47"/>
                    <a:gd name="T81" fmla="*/ 5 h 90"/>
                    <a:gd name="T82" fmla="*/ 5 w 47"/>
                    <a:gd name="T83" fmla="*/ 5 h 90"/>
                    <a:gd name="T84" fmla="*/ 24 w 47"/>
                    <a:gd name="T85" fmla="*/ 5 h 90"/>
                    <a:gd name="T86" fmla="*/ 24 w 47"/>
                    <a:gd name="T87" fmla="*/ 0 h 90"/>
                    <a:gd name="T88" fmla="*/ 0 w 47"/>
                    <a:gd name="T89" fmla="*/ 0 h 90"/>
                    <a:gd name="T90" fmla="*/ 0 w 47"/>
                    <a:gd name="T91"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7" h="90">
                      <a:moveTo>
                        <a:pt x="24" y="90"/>
                      </a:moveTo>
                      <a:cubicBezTo>
                        <a:pt x="47" y="90"/>
                        <a:pt x="47" y="90"/>
                        <a:pt x="47" y="90"/>
                      </a:cubicBezTo>
                      <a:cubicBezTo>
                        <a:pt x="47" y="0"/>
                        <a:pt x="47" y="0"/>
                        <a:pt x="47" y="0"/>
                      </a:cubicBezTo>
                      <a:cubicBezTo>
                        <a:pt x="24" y="0"/>
                        <a:pt x="24" y="0"/>
                        <a:pt x="24" y="0"/>
                      </a:cubicBezTo>
                      <a:cubicBezTo>
                        <a:pt x="24" y="5"/>
                        <a:pt x="24" y="5"/>
                        <a:pt x="24" y="5"/>
                      </a:cubicBezTo>
                      <a:cubicBezTo>
                        <a:pt x="42" y="5"/>
                        <a:pt x="42" y="5"/>
                        <a:pt x="42" y="5"/>
                      </a:cubicBezTo>
                      <a:cubicBezTo>
                        <a:pt x="42" y="23"/>
                        <a:pt x="42" y="23"/>
                        <a:pt x="42" y="23"/>
                      </a:cubicBezTo>
                      <a:cubicBezTo>
                        <a:pt x="24" y="23"/>
                        <a:pt x="24" y="23"/>
                        <a:pt x="24" y="23"/>
                      </a:cubicBezTo>
                      <a:cubicBezTo>
                        <a:pt x="24" y="27"/>
                        <a:pt x="24" y="27"/>
                        <a:pt x="24" y="27"/>
                      </a:cubicBezTo>
                      <a:cubicBezTo>
                        <a:pt x="42" y="27"/>
                        <a:pt x="42" y="27"/>
                        <a:pt x="42" y="27"/>
                      </a:cubicBezTo>
                      <a:cubicBezTo>
                        <a:pt x="42" y="44"/>
                        <a:pt x="42" y="44"/>
                        <a:pt x="42" y="44"/>
                      </a:cubicBezTo>
                      <a:cubicBezTo>
                        <a:pt x="24" y="44"/>
                        <a:pt x="24" y="44"/>
                        <a:pt x="24" y="44"/>
                      </a:cubicBezTo>
                      <a:cubicBezTo>
                        <a:pt x="24" y="51"/>
                        <a:pt x="24" y="51"/>
                        <a:pt x="24" y="51"/>
                      </a:cubicBezTo>
                      <a:cubicBezTo>
                        <a:pt x="24" y="51"/>
                        <a:pt x="24" y="51"/>
                        <a:pt x="24" y="51"/>
                      </a:cubicBezTo>
                      <a:cubicBezTo>
                        <a:pt x="27" y="51"/>
                        <a:pt x="29" y="54"/>
                        <a:pt x="29" y="57"/>
                      </a:cubicBezTo>
                      <a:cubicBezTo>
                        <a:pt x="29" y="60"/>
                        <a:pt x="27" y="62"/>
                        <a:pt x="24" y="62"/>
                      </a:cubicBezTo>
                      <a:cubicBezTo>
                        <a:pt x="24" y="62"/>
                        <a:pt x="24" y="62"/>
                        <a:pt x="24" y="62"/>
                      </a:cubicBezTo>
                      <a:cubicBezTo>
                        <a:pt x="24" y="62"/>
                        <a:pt x="24" y="62"/>
                        <a:pt x="24" y="62"/>
                      </a:cubicBezTo>
                      <a:cubicBezTo>
                        <a:pt x="24" y="71"/>
                        <a:pt x="24" y="71"/>
                        <a:pt x="24" y="71"/>
                      </a:cubicBezTo>
                      <a:cubicBezTo>
                        <a:pt x="24" y="71"/>
                        <a:pt x="24" y="71"/>
                        <a:pt x="24" y="71"/>
                      </a:cubicBezTo>
                      <a:cubicBezTo>
                        <a:pt x="27" y="71"/>
                        <a:pt x="29" y="74"/>
                        <a:pt x="29" y="77"/>
                      </a:cubicBezTo>
                      <a:cubicBezTo>
                        <a:pt x="29" y="80"/>
                        <a:pt x="27" y="82"/>
                        <a:pt x="24" y="82"/>
                      </a:cubicBezTo>
                      <a:cubicBezTo>
                        <a:pt x="24" y="82"/>
                        <a:pt x="24" y="82"/>
                        <a:pt x="24" y="82"/>
                      </a:cubicBezTo>
                      <a:cubicBezTo>
                        <a:pt x="24" y="82"/>
                        <a:pt x="24" y="82"/>
                        <a:pt x="24" y="82"/>
                      </a:cubicBezTo>
                      <a:lnTo>
                        <a:pt x="24" y="90"/>
                      </a:lnTo>
                      <a:close/>
                      <a:moveTo>
                        <a:pt x="0" y="90"/>
                      </a:moveTo>
                      <a:cubicBezTo>
                        <a:pt x="24" y="90"/>
                        <a:pt x="24" y="90"/>
                        <a:pt x="24" y="90"/>
                      </a:cubicBezTo>
                      <a:cubicBezTo>
                        <a:pt x="24" y="82"/>
                        <a:pt x="24" y="82"/>
                        <a:pt x="24" y="82"/>
                      </a:cubicBezTo>
                      <a:cubicBezTo>
                        <a:pt x="21" y="82"/>
                        <a:pt x="18" y="80"/>
                        <a:pt x="18" y="77"/>
                      </a:cubicBezTo>
                      <a:cubicBezTo>
                        <a:pt x="18" y="74"/>
                        <a:pt x="21" y="71"/>
                        <a:pt x="24" y="71"/>
                      </a:cubicBezTo>
                      <a:cubicBezTo>
                        <a:pt x="24" y="62"/>
                        <a:pt x="24" y="62"/>
                        <a:pt x="24" y="62"/>
                      </a:cubicBezTo>
                      <a:cubicBezTo>
                        <a:pt x="21" y="62"/>
                        <a:pt x="18" y="60"/>
                        <a:pt x="18" y="57"/>
                      </a:cubicBezTo>
                      <a:cubicBezTo>
                        <a:pt x="18" y="54"/>
                        <a:pt x="21" y="51"/>
                        <a:pt x="24" y="51"/>
                      </a:cubicBezTo>
                      <a:cubicBezTo>
                        <a:pt x="24" y="44"/>
                        <a:pt x="24" y="44"/>
                        <a:pt x="24" y="44"/>
                      </a:cubicBezTo>
                      <a:cubicBezTo>
                        <a:pt x="5" y="44"/>
                        <a:pt x="5" y="44"/>
                        <a:pt x="5" y="44"/>
                      </a:cubicBezTo>
                      <a:cubicBezTo>
                        <a:pt x="5" y="27"/>
                        <a:pt x="5" y="27"/>
                        <a:pt x="5" y="27"/>
                      </a:cubicBezTo>
                      <a:cubicBezTo>
                        <a:pt x="5" y="27"/>
                        <a:pt x="5" y="27"/>
                        <a:pt x="5" y="27"/>
                      </a:cubicBezTo>
                      <a:cubicBezTo>
                        <a:pt x="24" y="27"/>
                        <a:pt x="24" y="27"/>
                        <a:pt x="24" y="27"/>
                      </a:cubicBezTo>
                      <a:cubicBezTo>
                        <a:pt x="24" y="23"/>
                        <a:pt x="24" y="23"/>
                        <a:pt x="24" y="23"/>
                      </a:cubicBezTo>
                      <a:cubicBezTo>
                        <a:pt x="5" y="23"/>
                        <a:pt x="5" y="23"/>
                        <a:pt x="5" y="23"/>
                      </a:cubicBezTo>
                      <a:cubicBezTo>
                        <a:pt x="5" y="5"/>
                        <a:pt x="5" y="5"/>
                        <a:pt x="5" y="5"/>
                      </a:cubicBezTo>
                      <a:cubicBezTo>
                        <a:pt x="5" y="5"/>
                        <a:pt x="5" y="5"/>
                        <a:pt x="5" y="5"/>
                      </a:cubicBezTo>
                      <a:cubicBezTo>
                        <a:pt x="24" y="5"/>
                        <a:pt x="24" y="5"/>
                        <a:pt x="24" y="5"/>
                      </a:cubicBezTo>
                      <a:cubicBezTo>
                        <a:pt x="24" y="0"/>
                        <a:pt x="24" y="0"/>
                        <a:pt x="24" y="0"/>
                      </a:cubicBezTo>
                      <a:cubicBezTo>
                        <a:pt x="0" y="0"/>
                        <a:pt x="0" y="0"/>
                        <a:pt x="0" y="0"/>
                      </a:cubicBezTo>
                      <a:lnTo>
                        <a:pt x="0" y="9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6" name="Freeform 560"/>
                <p:cNvSpPr>
                  <a:spLocks/>
                </p:cNvSpPr>
                <p:nvPr/>
              </p:nvSpPr>
              <p:spPr bwMode="auto">
                <a:xfrm>
                  <a:off x="6292161" y="3104493"/>
                  <a:ext cx="83328" cy="398259"/>
                </a:xfrm>
                <a:custGeom>
                  <a:avLst/>
                  <a:gdLst>
                    <a:gd name="T0" fmla="*/ 68 w 68"/>
                    <a:gd name="T1" fmla="*/ 307 h 325"/>
                    <a:gd name="T2" fmla="*/ 68 w 68"/>
                    <a:gd name="T3" fmla="*/ 55 h 325"/>
                    <a:gd name="T4" fmla="*/ 0 w 68"/>
                    <a:gd name="T5" fmla="*/ 0 h 325"/>
                    <a:gd name="T6" fmla="*/ 0 w 68"/>
                    <a:gd name="T7" fmla="*/ 325 h 325"/>
                    <a:gd name="T8" fmla="*/ 68 w 68"/>
                    <a:gd name="T9" fmla="*/ 307 h 325"/>
                  </a:gdLst>
                  <a:ahLst/>
                  <a:cxnLst>
                    <a:cxn ang="0">
                      <a:pos x="T0" y="T1"/>
                    </a:cxn>
                    <a:cxn ang="0">
                      <a:pos x="T2" y="T3"/>
                    </a:cxn>
                    <a:cxn ang="0">
                      <a:pos x="T4" y="T5"/>
                    </a:cxn>
                    <a:cxn ang="0">
                      <a:pos x="T6" y="T7"/>
                    </a:cxn>
                    <a:cxn ang="0">
                      <a:pos x="T8" y="T9"/>
                    </a:cxn>
                  </a:cxnLst>
                  <a:rect l="0" t="0" r="r" b="b"/>
                  <a:pathLst>
                    <a:path w="68" h="325">
                      <a:moveTo>
                        <a:pt x="68" y="307"/>
                      </a:moveTo>
                      <a:lnTo>
                        <a:pt x="68" y="55"/>
                      </a:lnTo>
                      <a:lnTo>
                        <a:pt x="0" y="0"/>
                      </a:lnTo>
                      <a:lnTo>
                        <a:pt x="0" y="325"/>
                      </a:lnTo>
                      <a:lnTo>
                        <a:pt x="68" y="30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7" name="Rectangle 561"/>
                <p:cNvSpPr>
                  <a:spLocks noChangeArrowheads="1"/>
                </p:cNvSpPr>
                <p:nvPr/>
              </p:nvSpPr>
              <p:spPr bwMode="auto">
                <a:xfrm>
                  <a:off x="6102222" y="3140030"/>
                  <a:ext cx="140922" cy="5391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8" name="Rectangle 562"/>
                <p:cNvSpPr>
                  <a:spLocks noChangeArrowheads="1"/>
                </p:cNvSpPr>
                <p:nvPr/>
              </p:nvSpPr>
              <p:spPr bwMode="auto">
                <a:xfrm>
                  <a:off x="6102222" y="3233161"/>
                  <a:ext cx="140922" cy="5269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9" name="Freeform 563"/>
                <p:cNvSpPr>
                  <a:spLocks/>
                </p:cNvSpPr>
                <p:nvPr/>
              </p:nvSpPr>
              <p:spPr bwMode="auto">
                <a:xfrm>
                  <a:off x="6300739" y="1872953"/>
                  <a:ext cx="140922" cy="238955"/>
                </a:xfrm>
                <a:custGeom>
                  <a:avLst/>
                  <a:gdLst>
                    <a:gd name="T0" fmla="*/ 0 w 32"/>
                    <a:gd name="T1" fmla="*/ 37 h 54"/>
                    <a:gd name="T2" fmla="*/ 0 w 32"/>
                    <a:gd name="T3" fmla="*/ 45 h 54"/>
                    <a:gd name="T4" fmla="*/ 9 w 32"/>
                    <a:gd name="T5" fmla="*/ 54 h 54"/>
                    <a:gd name="T6" fmla="*/ 23 w 32"/>
                    <a:gd name="T7" fmla="*/ 54 h 54"/>
                    <a:gd name="T8" fmla="*/ 32 w 32"/>
                    <a:gd name="T9" fmla="*/ 45 h 54"/>
                    <a:gd name="T10" fmla="*/ 32 w 32"/>
                    <a:gd name="T11" fmla="*/ 37 h 54"/>
                    <a:gd name="T12" fmla="*/ 20 w 32"/>
                    <a:gd name="T13" fmla="*/ 37 h 54"/>
                    <a:gd name="T14" fmla="*/ 20 w 32"/>
                    <a:gd name="T15" fmla="*/ 30 h 54"/>
                    <a:gd name="T16" fmla="*/ 32 w 32"/>
                    <a:gd name="T17" fmla="*/ 30 h 54"/>
                    <a:gd name="T18" fmla="*/ 32 w 32"/>
                    <a:gd name="T19" fmla="*/ 20 h 54"/>
                    <a:gd name="T20" fmla="*/ 20 w 32"/>
                    <a:gd name="T21" fmla="*/ 20 h 54"/>
                    <a:gd name="T22" fmla="*/ 20 w 32"/>
                    <a:gd name="T23" fmla="*/ 13 h 54"/>
                    <a:gd name="T24" fmla="*/ 32 w 32"/>
                    <a:gd name="T25" fmla="*/ 13 h 54"/>
                    <a:gd name="T26" fmla="*/ 32 w 32"/>
                    <a:gd name="T27" fmla="*/ 9 h 54"/>
                    <a:gd name="T28" fmla="*/ 23 w 32"/>
                    <a:gd name="T29" fmla="*/ 0 h 54"/>
                    <a:gd name="T30" fmla="*/ 9 w 32"/>
                    <a:gd name="T31" fmla="*/ 0 h 54"/>
                    <a:gd name="T32" fmla="*/ 0 w 32"/>
                    <a:gd name="T33" fmla="*/ 9 h 54"/>
                    <a:gd name="T34" fmla="*/ 0 w 32"/>
                    <a:gd name="T35" fmla="*/ 13 h 54"/>
                    <a:gd name="T36" fmla="*/ 11 w 32"/>
                    <a:gd name="T37" fmla="*/ 13 h 54"/>
                    <a:gd name="T38" fmla="*/ 11 w 32"/>
                    <a:gd name="T39" fmla="*/ 20 h 54"/>
                    <a:gd name="T40" fmla="*/ 0 w 32"/>
                    <a:gd name="T41" fmla="*/ 20 h 54"/>
                    <a:gd name="T42" fmla="*/ 0 w 32"/>
                    <a:gd name="T43" fmla="*/ 30 h 54"/>
                    <a:gd name="T44" fmla="*/ 11 w 32"/>
                    <a:gd name="T45" fmla="*/ 30 h 54"/>
                    <a:gd name="T46" fmla="*/ 11 w 32"/>
                    <a:gd name="T47" fmla="*/ 37 h 54"/>
                    <a:gd name="T48" fmla="*/ 0 w 32"/>
                    <a:gd name="T49" fmla="*/ 37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2" h="54">
                      <a:moveTo>
                        <a:pt x="0" y="37"/>
                      </a:moveTo>
                      <a:cubicBezTo>
                        <a:pt x="0" y="45"/>
                        <a:pt x="0" y="45"/>
                        <a:pt x="0" y="45"/>
                      </a:cubicBezTo>
                      <a:cubicBezTo>
                        <a:pt x="0" y="50"/>
                        <a:pt x="4" y="54"/>
                        <a:pt x="9" y="54"/>
                      </a:cubicBezTo>
                      <a:cubicBezTo>
                        <a:pt x="23" y="54"/>
                        <a:pt x="23" y="54"/>
                        <a:pt x="23" y="54"/>
                      </a:cubicBezTo>
                      <a:cubicBezTo>
                        <a:pt x="28" y="54"/>
                        <a:pt x="32" y="50"/>
                        <a:pt x="32" y="45"/>
                      </a:cubicBezTo>
                      <a:cubicBezTo>
                        <a:pt x="32" y="37"/>
                        <a:pt x="32" y="37"/>
                        <a:pt x="32" y="37"/>
                      </a:cubicBezTo>
                      <a:cubicBezTo>
                        <a:pt x="20" y="37"/>
                        <a:pt x="20" y="37"/>
                        <a:pt x="20" y="37"/>
                      </a:cubicBezTo>
                      <a:cubicBezTo>
                        <a:pt x="20" y="30"/>
                        <a:pt x="20" y="30"/>
                        <a:pt x="20" y="30"/>
                      </a:cubicBezTo>
                      <a:cubicBezTo>
                        <a:pt x="32" y="30"/>
                        <a:pt x="32" y="30"/>
                        <a:pt x="32" y="30"/>
                      </a:cubicBezTo>
                      <a:cubicBezTo>
                        <a:pt x="32" y="20"/>
                        <a:pt x="32" y="20"/>
                        <a:pt x="32" y="20"/>
                      </a:cubicBezTo>
                      <a:cubicBezTo>
                        <a:pt x="20" y="20"/>
                        <a:pt x="20" y="20"/>
                        <a:pt x="20" y="20"/>
                      </a:cubicBezTo>
                      <a:cubicBezTo>
                        <a:pt x="20" y="13"/>
                        <a:pt x="20" y="13"/>
                        <a:pt x="20" y="13"/>
                      </a:cubicBezTo>
                      <a:cubicBezTo>
                        <a:pt x="32" y="13"/>
                        <a:pt x="32" y="13"/>
                        <a:pt x="32" y="13"/>
                      </a:cubicBezTo>
                      <a:cubicBezTo>
                        <a:pt x="32" y="9"/>
                        <a:pt x="32" y="9"/>
                        <a:pt x="32" y="9"/>
                      </a:cubicBezTo>
                      <a:cubicBezTo>
                        <a:pt x="32" y="4"/>
                        <a:pt x="28" y="0"/>
                        <a:pt x="23" y="0"/>
                      </a:cubicBezTo>
                      <a:cubicBezTo>
                        <a:pt x="9" y="0"/>
                        <a:pt x="9" y="0"/>
                        <a:pt x="9" y="0"/>
                      </a:cubicBezTo>
                      <a:cubicBezTo>
                        <a:pt x="4" y="0"/>
                        <a:pt x="0" y="4"/>
                        <a:pt x="0" y="9"/>
                      </a:cubicBezTo>
                      <a:cubicBezTo>
                        <a:pt x="0" y="13"/>
                        <a:pt x="0" y="13"/>
                        <a:pt x="0" y="13"/>
                      </a:cubicBezTo>
                      <a:cubicBezTo>
                        <a:pt x="11" y="13"/>
                        <a:pt x="11" y="13"/>
                        <a:pt x="11" y="13"/>
                      </a:cubicBezTo>
                      <a:cubicBezTo>
                        <a:pt x="11" y="20"/>
                        <a:pt x="11" y="20"/>
                        <a:pt x="11" y="20"/>
                      </a:cubicBezTo>
                      <a:cubicBezTo>
                        <a:pt x="0" y="20"/>
                        <a:pt x="0" y="20"/>
                        <a:pt x="0" y="20"/>
                      </a:cubicBezTo>
                      <a:cubicBezTo>
                        <a:pt x="0" y="30"/>
                        <a:pt x="0" y="30"/>
                        <a:pt x="0" y="30"/>
                      </a:cubicBezTo>
                      <a:cubicBezTo>
                        <a:pt x="11" y="30"/>
                        <a:pt x="11" y="30"/>
                        <a:pt x="11" y="30"/>
                      </a:cubicBezTo>
                      <a:cubicBezTo>
                        <a:pt x="11" y="37"/>
                        <a:pt x="11" y="37"/>
                        <a:pt x="11" y="37"/>
                      </a:cubicBezTo>
                      <a:lnTo>
                        <a:pt x="0" y="3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1" name="Rectangle 565"/>
                <p:cNvSpPr>
                  <a:spLocks noChangeArrowheads="1"/>
                </p:cNvSpPr>
                <p:nvPr/>
              </p:nvSpPr>
              <p:spPr bwMode="auto">
                <a:xfrm>
                  <a:off x="4202833" y="680626"/>
                  <a:ext cx="44115" cy="101709"/>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2" name="Rectangle 566"/>
                <p:cNvSpPr>
                  <a:spLocks noChangeArrowheads="1"/>
                </p:cNvSpPr>
                <p:nvPr/>
              </p:nvSpPr>
              <p:spPr bwMode="auto">
                <a:xfrm>
                  <a:off x="4202833" y="835028"/>
                  <a:ext cx="44115" cy="181361"/>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3" name="Rectangle 567"/>
                <p:cNvSpPr>
                  <a:spLocks noChangeArrowheads="1"/>
                </p:cNvSpPr>
                <p:nvPr/>
              </p:nvSpPr>
              <p:spPr bwMode="auto">
                <a:xfrm>
                  <a:off x="4092546" y="680626"/>
                  <a:ext cx="49017" cy="185037"/>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4" name="Rectangle 568"/>
                <p:cNvSpPr>
                  <a:spLocks noChangeArrowheads="1"/>
                </p:cNvSpPr>
                <p:nvPr/>
              </p:nvSpPr>
              <p:spPr bwMode="auto">
                <a:xfrm>
                  <a:off x="4092546" y="923258"/>
                  <a:ext cx="49017" cy="93131"/>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5" name="Rectangle 569"/>
                <p:cNvSpPr>
                  <a:spLocks noChangeArrowheads="1"/>
                </p:cNvSpPr>
                <p:nvPr/>
              </p:nvSpPr>
              <p:spPr bwMode="auto">
                <a:xfrm>
                  <a:off x="3987160" y="680626"/>
                  <a:ext cx="44115" cy="3063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6" name="Rectangle 570"/>
                <p:cNvSpPr>
                  <a:spLocks noChangeArrowheads="1"/>
                </p:cNvSpPr>
                <p:nvPr/>
              </p:nvSpPr>
              <p:spPr bwMode="auto">
                <a:xfrm>
                  <a:off x="3987160" y="763954"/>
                  <a:ext cx="44115" cy="25243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7" name="Freeform 571"/>
                <p:cNvSpPr>
                  <a:spLocks/>
                </p:cNvSpPr>
                <p:nvPr/>
              </p:nvSpPr>
              <p:spPr bwMode="auto">
                <a:xfrm>
                  <a:off x="3968779" y="719840"/>
                  <a:ext cx="79652" cy="35537"/>
                </a:xfrm>
                <a:custGeom>
                  <a:avLst/>
                  <a:gdLst>
                    <a:gd name="T0" fmla="*/ 0 w 65"/>
                    <a:gd name="T1" fmla="*/ 0 h 29"/>
                    <a:gd name="T2" fmla="*/ 0 w 65"/>
                    <a:gd name="T3" fmla="*/ 29 h 29"/>
                    <a:gd name="T4" fmla="*/ 15 w 65"/>
                    <a:gd name="T5" fmla="*/ 29 h 29"/>
                    <a:gd name="T6" fmla="*/ 51 w 65"/>
                    <a:gd name="T7" fmla="*/ 29 h 29"/>
                    <a:gd name="T8" fmla="*/ 65 w 65"/>
                    <a:gd name="T9" fmla="*/ 29 h 29"/>
                    <a:gd name="T10" fmla="*/ 65 w 65"/>
                    <a:gd name="T11" fmla="*/ 0 h 29"/>
                    <a:gd name="T12" fmla="*/ 51 w 65"/>
                    <a:gd name="T13" fmla="*/ 0 h 29"/>
                    <a:gd name="T14" fmla="*/ 15 w 65"/>
                    <a:gd name="T15" fmla="*/ 0 h 29"/>
                    <a:gd name="T16" fmla="*/ 0 w 6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29">
                      <a:moveTo>
                        <a:pt x="0" y="0"/>
                      </a:moveTo>
                      <a:lnTo>
                        <a:pt x="0" y="29"/>
                      </a:lnTo>
                      <a:lnTo>
                        <a:pt x="15" y="29"/>
                      </a:lnTo>
                      <a:lnTo>
                        <a:pt x="51" y="29"/>
                      </a:lnTo>
                      <a:lnTo>
                        <a:pt x="65" y="29"/>
                      </a:lnTo>
                      <a:lnTo>
                        <a:pt x="65" y="0"/>
                      </a:lnTo>
                      <a:lnTo>
                        <a:pt x="51" y="0"/>
                      </a:lnTo>
                      <a:lnTo>
                        <a:pt x="15" y="0"/>
                      </a:lnTo>
                      <a:lnTo>
                        <a:pt x="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8" name="Freeform 572"/>
                <p:cNvSpPr>
                  <a:spLocks/>
                </p:cNvSpPr>
                <p:nvPr/>
              </p:nvSpPr>
              <p:spPr bwMode="auto">
                <a:xfrm>
                  <a:off x="4075390" y="874242"/>
                  <a:ext cx="83328" cy="35537"/>
                </a:xfrm>
                <a:custGeom>
                  <a:avLst/>
                  <a:gdLst>
                    <a:gd name="T0" fmla="*/ 0 w 68"/>
                    <a:gd name="T1" fmla="*/ 0 h 29"/>
                    <a:gd name="T2" fmla="*/ 0 w 68"/>
                    <a:gd name="T3" fmla="*/ 29 h 29"/>
                    <a:gd name="T4" fmla="*/ 14 w 68"/>
                    <a:gd name="T5" fmla="*/ 29 h 29"/>
                    <a:gd name="T6" fmla="*/ 54 w 68"/>
                    <a:gd name="T7" fmla="*/ 29 h 29"/>
                    <a:gd name="T8" fmla="*/ 68 w 68"/>
                    <a:gd name="T9" fmla="*/ 29 h 29"/>
                    <a:gd name="T10" fmla="*/ 68 w 68"/>
                    <a:gd name="T11" fmla="*/ 0 h 29"/>
                    <a:gd name="T12" fmla="*/ 54 w 68"/>
                    <a:gd name="T13" fmla="*/ 0 h 29"/>
                    <a:gd name="T14" fmla="*/ 14 w 68"/>
                    <a:gd name="T15" fmla="*/ 0 h 29"/>
                    <a:gd name="T16" fmla="*/ 0 w 68"/>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29">
                      <a:moveTo>
                        <a:pt x="0" y="0"/>
                      </a:moveTo>
                      <a:lnTo>
                        <a:pt x="0" y="29"/>
                      </a:lnTo>
                      <a:lnTo>
                        <a:pt x="14" y="29"/>
                      </a:lnTo>
                      <a:lnTo>
                        <a:pt x="54" y="29"/>
                      </a:lnTo>
                      <a:lnTo>
                        <a:pt x="68" y="29"/>
                      </a:lnTo>
                      <a:lnTo>
                        <a:pt x="68" y="0"/>
                      </a:lnTo>
                      <a:lnTo>
                        <a:pt x="54" y="0"/>
                      </a:lnTo>
                      <a:lnTo>
                        <a:pt x="14" y="0"/>
                      </a:lnTo>
                      <a:lnTo>
                        <a:pt x="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9" name="Freeform 573"/>
                <p:cNvSpPr>
                  <a:spLocks/>
                </p:cNvSpPr>
                <p:nvPr/>
              </p:nvSpPr>
              <p:spPr bwMode="auto">
                <a:xfrm>
                  <a:off x="4185677" y="790914"/>
                  <a:ext cx="83328" cy="35537"/>
                </a:xfrm>
                <a:custGeom>
                  <a:avLst/>
                  <a:gdLst>
                    <a:gd name="T0" fmla="*/ 14 w 68"/>
                    <a:gd name="T1" fmla="*/ 0 h 29"/>
                    <a:gd name="T2" fmla="*/ 0 w 68"/>
                    <a:gd name="T3" fmla="*/ 0 h 29"/>
                    <a:gd name="T4" fmla="*/ 0 w 68"/>
                    <a:gd name="T5" fmla="*/ 29 h 29"/>
                    <a:gd name="T6" fmla="*/ 14 w 68"/>
                    <a:gd name="T7" fmla="*/ 29 h 29"/>
                    <a:gd name="T8" fmla="*/ 50 w 68"/>
                    <a:gd name="T9" fmla="*/ 29 h 29"/>
                    <a:gd name="T10" fmla="*/ 68 w 68"/>
                    <a:gd name="T11" fmla="*/ 29 h 29"/>
                    <a:gd name="T12" fmla="*/ 68 w 68"/>
                    <a:gd name="T13" fmla="*/ 0 h 29"/>
                    <a:gd name="T14" fmla="*/ 50 w 68"/>
                    <a:gd name="T15" fmla="*/ 0 h 29"/>
                    <a:gd name="T16" fmla="*/ 14 w 68"/>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29">
                      <a:moveTo>
                        <a:pt x="14" y="0"/>
                      </a:moveTo>
                      <a:lnTo>
                        <a:pt x="0" y="0"/>
                      </a:lnTo>
                      <a:lnTo>
                        <a:pt x="0" y="29"/>
                      </a:lnTo>
                      <a:lnTo>
                        <a:pt x="14" y="29"/>
                      </a:lnTo>
                      <a:lnTo>
                        <a:pt x="50" y="29"/>
                      </a:lnTo>
                      <a:lnTo>
                        <a:pt x="68" y="29"/>
                      </a:lnTo>
                      <a:lnTo>
                        <a:pt x="68" y="0"/>
                      </a:lnTo>
                      <a:lnTo>
                        <a:pt x="50" y="0"/>
                      </a:lnTo>
                      <a:lnTo>
                        <a:pt x="14"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46" name="Freeform 580"/>
                <p:cNvSpPr>
                  <a:spLocks noEditPoints="1"/>
                </p:cNvSpPr>
                <p:nvPr/>
              </p:nvSpPr>
              <p:spPr bwMode="auto">
                <a:xfrm>
                  <a:off x="4335177" y="623032"/>
                  <a:ext cx="442374" cy="344341"/>
                </a:xfrm>
                <a:custGeom>
                  <a:avLst/>
                  <a:gdLst>
                    <a:gd name="T0" fmla="*/ 89 w 100"/>
                    <a:gd name="T1" fmla="*/ 17 h 78"/>
                    <a:gd name="T2" fmla="*/ 81 w 100"/>
                    <a:gd name="T3" fmla="*/ 18 h 78"/>
                    <a:gd name="T4" fmla="*/ 81 w 100"/>
                    <a:gd name="T5" fmla="*/ 22 h 78"/>
                    <a:gd name="T6" fmla="*/ 91 w 100"/>
                    <a:gd name="T7" fmla="*/ 44 h 78"/>
                    <a:gd name="T8" fmla="*/ 91 w 100"/>
                    <a:gd name="T9" fmla="*/ 55 h 78"/>
                    <a:gd name="T10" fmla="*/ 81 w 100"/>
                    <a:gd name="T11" fmla="*/ 78 h 78"/>
                    <a:gd name="T12" fmla="*/ 100 w 100"/>
                    <a:gd name="T13" fmla="*/ 74 h 78"/>
                    <a:gd name="T14" fmla="*/ 100 w 100"/>
                    <a:gd name="T15" fmla="*/ 28 h 78"/>
                    <a:gd name="T16" fmla="*/ 80 w 100"/>
                    <a:gd name="T17" fmla="*/ 0 h 78"/>
                    <a:gd name="T18" fmla="*/ 50 w 100"/>
                    <a:gd name="T19" fmla="*/ 6 h 78"/>
                    <a:gd name="T20" fmla="*/ 81 w 100"/>
                    <a:gd name="T21" fmla="*/ 18 h 78"/>
                    <a:gd name="T22" fmla="*/ 50 w 100"/>
                    <a:gd name="T23" fmla="*/ 63 h 78"/>
                    <a:gd name="T24" fmla="*/ 76 w 100"/>
                    <a:gd name="T25" fmla="*/ 74 h 78"/>
                    <a:gd name="T26" fmla="*/ 81 w 100"/>
                    <a:gd name="T27" fmla="*/ 78 h 78"/>
                    <a:gd name="T28" fmla="*/ 71 w 100"/>
                    <a:gd name="T29" fmla="*/ 55 h 78"/>
                    <a:gd name="T30" fmla="*/ 81 w 100"/>
                    <a:gd name="T31" fmla="*/ 44 h 78"/>
                    <a:gd name="T32" fmla="*/ 50 w 100"/>
                    <a:gd name="T33" fmla="*/ 22 h 78"/>
                    <a:gd name="T34" fmla="*/ 50 w 100"/>
                    <a:gd name="T35" fmla="*/ 0 h 78"/>
                    <a:gd name="T36" fmla="*/ 19 w 100"/>
                    <a:gd name="T37" fmla="*/ 1 h 78"/>
                    <a:gd name="T38" fmla="*/ 25 w 100"/>
                    <a:gd name="T39" fmla="*/ 6 h 78"/>
                    <a:gd name="T40" fmla="*/ 50 w 100"/>
                    <a:gd name="T41" fmla="*/ 6 h 78"/>
                    <a:gd name="T42" fmla="*/ 19 w 100"/>
                    <a:gd name="T43" fmla="*/ 78 h 78"/>
                    <a:gd name="T44" fmla="*/ 24 w 100"/>
                    <a:gd name="T45" fmla="*/ 74 h 78"/>
                    <a:gd name="T46" fmla="*/ 50 w 100"/>
                    <a:gd name="T47" fmla="*/ 63 h 78"/>
                    <a:gd name="T48" fmla="*/ 19 w 100"/>
                    <a:gd name="T49" fmla="*/ 22 h 78"/>
                    <a:gd name="T50" fmla="*/ 29 w 100"/>
                    <a:gd name="T51" fmla="*/ 44 h 78"/>
                    <a:gd name="T52" fmla="*/ 29 w 100"/>
                    <a:gd name="T53" fmla="*/ 55 h 78"/>
                    <a:gd name="T54" fmla="*/ 19 w 100"/>
                    <a:gd name="T55" fmla="*/ 78 h 78"/>
                    <a:gd name="T56" fmla="*/ 10 w 100"/>
                    <a:gd name="T57" fmla="*/ 17 h 78"/>
                    <a:gd name="T58" fmla="*/ 0 w 100"/>
                    <a:gd name="T59" fmla="*/ 60 h 78"/>
                    <a:gd name="T60" fmla="*/ 0 w 100"/>
                    <a:gd name="T61" fmla="*/ 74 h 78"/>
                    <a:gd name="T62" fmla="*/ 19 w 100"/>
                    <a:gd name="T63" fmla="*/ 78 h 78"/>
                    <a:gd name="T64" fmla="*/ 9 w 100"/>
                    <a:gd name="T65" fmla="*/ 55 h 78"/>
                    <a:gd name="T66" fmla="*/ 19 w 100"/>
                    <a:gd name="T67" fmla="*/ 44 h 78"/>
                    <a:gd name="T68" fmla="*/ 17 w 100"/>
                    <a:gd name="T69" fmla="*/ 22 h 78"/>
                    <a:gd name="T70" fmla="*/ 19 w 100"/>
                    <a:gd name="T71" fmla="*/ 1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0" h="78">
                      <a:moveTo>
                        <a:pt x="100" y="28"/>
                      </a:moveTo>
                      <a:cubicBezTo>
                        <a:pt x="89" y="17"/>
                        <a:pt x="89" y="17"/>
                        <a:pt x="89" y="17"/>
                      </a:cubicBezTo>
                      <a:cubicBezTo>
                        <a:pt x="81" y="1"/>
                        <a:pt x="81" y="1"/>
                        <a:pt x="81" y="1"/>
                      </a:cubicBezTo>
                      <a:cubicBezTo>
                        <a:pt x="81" y="18"/>
                        <a:pt x="81" y="18"/>
                        <a:pt x="81" y="18"/>
                      </a:cubicBezTo>
                      <a:cubicBezTo>
                        <a:pt x="83" y="22"/>
                        <a:pt x="83" y="22"/>
                        <a:pt x="83" y="22"/>
                      </a:cubicBezTo>
                      <a:cubicBezTo>
                        <a:pt x="81" y="22"/>
                        <a:pt x="81" y="22"/>
                        <a:pt x="81" y="22"/>
                      </a:cubicBezTo>
                      <a:cubicBezTo>
                        <a:pt x="81" y="44"/>
                        <a:pt x="81" y="44"/>
                        <a:pt x="81" y="44"/>
                      </a:cubicBezTo>
                      <a:cubicBezTo>
                        <a:pt x="91" y="44"/>
                        <a:pt x="91" y="44"/>
                        <a:pt x="91" y="44"/>
                      </a:cubicBezTo>
                      <a:cubicBezTo>
                        <a:pt x="91" y="55"/>
                        <a:pt x="91" y="55"/>
                        <a:pt x="91" y="55"/>
                      </a:cubicBezTo>
                      <a:cubicBezTo>
                        <a:pt x="91" y="55"/>
                        <a:pt x="91" y="55"/>
                        <a:pt x="91" y="55"/>
                      </a:cubicBezTo>
                      <a:cubicBezTo>
                        <a:pt x="81" y="55"/>
                        <a:pt x="81" y="55"/>
                        <a:pt x="81" y="55"/>
                      </a:cubicBezTo>
                      <a:cubicBezTo>
                        <a:pt x="81" y="78"/>
                        <a:pt x="81" y="78"/>
                        <a:pt x="81" y="78"/>
                      </a:cubicBezTo>
                      <a:cubicBezTo>
                        <a:pt x="95" y="78"/>
                        <a:pt x="95" y="78"/>
                        <a:pt x="95" y="78"/>
                      </a:cubicBezTo>
                      <a:cubicBezTo>
                        <a:pt x="97" y="78"/>
                        <a:pt x="100" y="76"/>
                        <a:pt x="100" y="74"/>
                      </a:cubicBezTo>
                      <a:cubicBezTo>
                        <a:pt x="100" y="63"/>
                        <a:pt x="100" y="63"/>
                        <a:pt x="100" y="63"/>
                      </a:cubicBezTo>
                      <a:lnTo>
                        <a:pt x="100" y="28"/>
                      </a:lnTo>
                      <a:close/>
                      <a:moveTo>
                        <a:pt x="81" y="1"/>
                      </a:moveTo>
                      <a:cubicBezTo>
                        <a:pt x="80" y="0"/>
                        <a:pt x="80" y="0"/>
                        <a:pt x="80" y="0"/>
                      </a:cubicBezTo>
                      <a:cubicBezTo>
                        <a:pt x="50" y="0"/>
                        <a:pt x="50" y="0"/>
                        <a:pt x="50" y="0"/>
                      </a:cubicBezTo>
                      <a:cubicBezTo>
                        <a:pt x="50" y="6"/>
                        <a:pt x="50" y="6"/>
                        <a:pt x="50" y="6"/>
                      </a:cubicBezTo>
                      <a:cubicBezTo>
                        <a:pt x="75" y="6"/>
                        <a:pt x="75" y="6"/>
                        <a:pt x="75" y="6"/>
                      </a:cubicBezTo>
                      <a:cubicBezTo>
                        <a:pt x="81" y="18"/>
                        <a:pt x="81" y="18"/>
                        <a:pt x="81" y="18"/>
                      </a:cubicBezTo>
                      <a:cubicBezTo>
                        <a:pt x="81" y="1"/>
                        <a:pt x="81" y="1"/>
                        <a:pt x="81" y="1"/>
                      </a:cubicBezTo>
                      <a:close/>
                      <a:moveTo>
                        <a:pt x="50" y="63"/>
                      </a:moveTo>
                      <a:cubicBezTo>
                        <a:pt x="76" y="63"/>
                        <a:pt x="76" y="63"/>
                        <a:pt x="76" y="63"/>
                      </a:cubicBezTo>
                      <a:cubicBezTo>
                        <a:pt x="76" y="74"/>
                        <a:pt x="76" y="74"/>
                        <a:pt x="76" y="74"/>
                      </a:cubicBezTo>
                      <a:cubicBezTo>
                        <a:pt x="76" y="76"/>
                        <a:pt x="78" y="78"/>
                        <a:pt x="80" y="78"/>
                      </a:cubicBezTo>
                      <a:cubicBezTo>
                        <a:pt x="81" y="78"/>
                        <a:pt x="81" y="78"/>
                        <a:pt x="81" y="78"/>
                      </a:cubicBezTo>
                      <a:cubicBezTo>
                        <a:pt x="81" y="55"/>
                        <a:pt x="81" y="55"/>
                        <a:pt x="81" y="55"/>
                      </a:cubicBezTo>
                      <a:cubicBezTo>
                        <a:pt x="71" y="55"/>
                        <a:pt x="71" y="55"/>
                        <a:pt x="71" y="55"/>
                      </a:cubicBezTo>
                      <a:cubicBezTo>
                        <a:pt x="71" y="44"/>
                        <a:pt x="71" y="44"/>
                        <a:pt x="71" y="44"/>
                      </a:cubicBezTo>
                      <a:cubicBezTo>
                        <a:pt x="81" y="44"/>
                        <a:pt x="81" y="44"/>
                        <a:pt x="81" y="44"/>
                      </a:cubicBezTo>
                      <a:cubicBezTo>
                        <a:pt x="81" y="22"/>
                        <a:pt x="81" y="22"/>
                        <a:pt x="81" y="22"/>
                      </a:cubicBezTo>
                      <a:cubicBezTo>
                        <a:pt x="50" y="22"/>
                        <a:pt x="50" y="22"/>
                        <a:pt x="50" y="22"/>
                      </a:cubicBezTo>
                      <a:lnTo>
                        <a:pt x="50" y="63"/>
                      </a:lnTo>
                      <a:close/>
                      <a:moveTo>
                        <a:pt x="50" y="0"/>
                      </a:moveTo>
                      <a:cubicBezTo>
                        <a:pt x="20" y="0"/>
                        <a:pt x="20" y="0"/>
                        <a:pt x="20" y="0"/>
                      </a:cubicBezTo>
                      <a:cubicBezTo>
                        <a:pt x="19" y="1"/>
                        <a:pt x="19" y="1"/>
                        <a:pt x="19" y="1"/>
                      </a:cubicBezTo>
                      <a:cubicBezTo>
                        <a:pt x="19" y="18"/>
                        <a:pt x="19" y="18"/>
                        <a:pt x="19" y="18"/>
                      </a:cubicBezTo>
                      <a:cubicBezTo>
                        <a:pt x="25" y="6"/>
                        <a:pt x="25" y="6"/>
                        <a:pt x="25" y="6"/>
                      </a:cubicBezTo>
                      <a:cubicBezTo>
                        <a:pt x="25" y="6"/>
                        <a:pt x="25" y="6"/>
                        <a:pt x="25" y="6"/>
                      </a:cubicBezTo>
                      <a:cubicBezTo>
                        <a:pt x="50" y="6"/>
                        <a:pt x="50" y="6"/>
                        <a:pt x="50" y="6"/>
                      </a:cubicBezTo>
                      <a:cubicBezTo>
                        <a:pt x="50" y="0"/>
                        <a:pt x="50" y="0"/>
                        <a:pt x="50" y="0"/>
                      </a:cubicBezTo>
                      <a:close/>
                      <a:moveTo>
                        <a:pt x="19" y="78"/>
                      </a:moveTo>
                      <a:cubicBezTo>
                        <a:pt x="19" y="78"/>
                        <a:pt x="19" y="78"/>
                        <a:pt x="19" y="78"/>
                      </a:cubicBezTo>
                      <a:cubicBezTo>
                        <a:pt x="22" y="78"/>
                        <a:pt x="24" y="76"/>
                        <a:pt x="24" y="74"/>
                      </a:cubicBezTo>
                      <a:cubicBezTo>
                        <a:pt x="24" y="63"/>
                        <a:pt x="24" y="63"/>
                        <a:pt x="24" y="63"/>
                      </a:cubicBezTo>
                      <a:cubicBezTo>
                        <a:pt x="50" y="63"/>
                        <a:pt x="50" y="63"/>
                        <a:pt x="50" y="63"/>
                      </a:cubicBezTo>
                      <a:cubicBezTo>
                        <a:pt x="50" y="22"/>
                        <a:pt x="50" y="22"/>
                        <a:pt x="50" y="22"/>
                      </a:cubicBezTo>
                      <a:cubicBezTo>
                        <a:pt x="19" y="22"/>
                        <a:pt x="19" y="22"/>
                        <a:pt x="19" y="22"/>
                      </a:cubicBezTo>
                      <a:cubicBezTo>
                        <a:pt x="19" y="44"/>
                        <a:pt x="19" y="44"/>
                        <a:pt x="19" y="44"/>
                      </a:cubicBezTo>
                      <a:cubicBezTo>
                        <a:pt x="29" y="44"/>
                        <a:pt x="29" y="44"/>
                        <a:pt x="29" y="44"/>
                      </a:cubicBezTo>
                      <a:cubicBezTo>
                        <a:pt x="29" y="55"/>
                        <a:pt x="29" y="55"/>
                        <a:pt x="29" y="55"/>
                      </a:cubicBezTo>
                      <a:cubicBezTo>
                        <a:pt x="29" y="55"/>
                        <a:pt x="29" y="55"/>
                        <a:pt x="29" y="55"/>
                      </a:cubicBezTo>
                      <a:cubicBezTo>
                        <a:pt x="19" y="55"/>
                        <a:pt x="19" y="55"/>
                        <a:pt x="19" y="55"/>
                      </a:cubicBezTo>
                      <a:lnTo>
                        <a:pt x="19" y="78"/>
                      </a:lnTo>
                      <a:close/>
                      <a:moveTo>
                        <a:pt x="19" y="1"/>
                      </a:moveTo>
                      <a:cubicBezTo>
                        <a:pt x="10" y="17"/>
                        <a:pt x="10" y="17"/>
                        <a:pt x="10" y="17"/>
                      </a:cubicBezTo>
                      <a:cubicBezTo>
                        <a:pt x="0" y="28"/>
                        <a:pt x="0" y="28"/>
                        <a:pt x="0" y="28"/>
                      </a:cubicBezTo>
                      <a:cubicBezTo>
                        <a:pt x="0" y="60"/>
                        <a:pt x="0" y="60"/>
                        <a:pt x="0" y="60"/>
                      </a:cubicBezTo>
                      <a:cubicBezTo>
                        <a:pt x="0" y="63"/>
                        <a:pt x="0" y="63"/>
                        <a:pt x="0" y="63"/>
                      </a:cubicBezTo>
                      <a:cubicBezTo>
                        <a:pt x="0" y="74"/>
                        <a:pt x="0" y="74"/>
                        <a:pt x="0" y="74"/>
                      </a:cubicBezTo>
                      <a:cubicBezTo>
                        <a:pt x="0" y="76"/>
                        <a:pt x="2" y="78"/>
                        <a:pt x="5" y="78"/>
                      </a:cubicBezTo>
                      <a:cubicBezTo>
                        <a:pt x="19" y="78"/>
                        <a:pt x="19" y="78"/>
                        <a:pt x="19" y="78"/>
                      </a:cubicBezTo>
                      <a:cubicBezTo>
                        <a:pt x="19" y="55"/>
                        <a:pt x="19" y="55"/>
                        <a:pt x="19" y="55"/>
                      </a:cubicBezTo>
                      <a:cubicBezTo>
                        <a:pt x="9" y="55"/>
                        <a:pt x="9" y="55"/>
                        <a:pt x="9" y="55"/>
                      </a:cubicBezTo>
                      <a:cubicBezTo>
                        <a:pt x="9" y="44"/>
                        <a:pt x="9" y="44"/>
                        <a:pt x="9" y="44"/>
                      </a:cubicBezTo>
                      <a:cubicBezTo>
                        <a:pt x="19" y="44"/>
                        <a:pt x="19" y="44"/>
                        <a:pt x="19" y="44"/>
                      </a:cubicBezTo>
                      <a:cubicBezTo>
                        <a:pt x="19" y="22"/>
                        <a:pt x="19" y="22"/>
                        <a:pt x="19" y="22"/>
                      </a:cubicBezTo>
                      <a:cubicBezTo>
                        <a:pt x="17" y="22"/>
                        <a:pt x="17" y="22"/>
                        <a:pt x="17" y="22"/>
                      </a:cubicBezTo>
                      <a:cubicBezTo>
                        <a:pt x="19" y="18"/>
                        <a:pt x="19" y="18"/>
                        <a:pt x="19" y="18"/>
                      </a:cubicBezTo>
                      <a:lnTo>
                        <a:pt x="19" y="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47" name="Freeform 581"/>
                <p:cNvSpPr>
                  <a:spLocks noEditPoints="1"/>
                </p:cNvSpPr>
                <p:nvPr/>
              </p:nvSpPr>
              <p:spPr bwMode="auto">
                <a:xfrm>
                  <a:off x="2913699" y="3453735"/>
                  <a:ext cx="374976" cy="379878"/>
                </a:xfrm>
                <a:custGeom>
                  <a:avLst/>
                  <a:gdLst>
                    <a:gd name="T0" fmla="*/ 64 w 85"/>
                    <a:gd name="T1" fmla="*/ 80 h 86"/>
                    <a:gd name="T2" fmla="*/ 79 w 85"/>
                    <a:gd name="T3" fmla="*/ 64 h 86"/>
                    <a:gd name="T4" fmla="*/ 84 w 85"/>
                    <a:gd name="T5" fmla="*/ 52 h 86"/>
                    <a:gd name="T6" fmla="*/ 84 w 85"/>
                    <a:gd name="T7" fmla="*/ 34 h 86"/>
                    <a:gd name="T8" fmla="*/ 79 w 85"/>
                    <a:gd name="T9" fmla="*/ 22 h 86"/>
                    <a:gd name="T10" fmla="*/ 64 w 85"/>
                    <a:gd name="T11" fmla="*/ 6 h 86"/>
                    <a:gd name="T12" fmla="*/ 58 w 85"/>
                    <a:gd name="T13" fmla="*/ 3 h 86"/>
                    <a:gd name="T14" fmla="*/ 45 w 85"/>
                    <a:gd name="T15" fmla="*/ 0 h 86"/>
                    <a:gd name="T16" fmla="*/ 47 w 85"/>
                    <a:gd name="T17" fmla="*/ 5 h 86"/>
                    <a:gd name="T18" fmla="*/ 53 w 85"/>
                    <a:gd name="T19" fmla="*/ 5 h 86"/>
                    <a:gd name="T20" fmla="*/ 57 w 85"/>
                    <a:gd name="T21" fmla="*/ 6 h 86"/>
                    <a:gd name="T22" fmla="*/ 56 w 85"/>
                    <a:gd name="T23" fmla="*/ 7 h 86"/>
                    <a:gd name="T24" fmla="*/ 49 w 85"/>
                    <a:gd name="T25" fmla="*/ 9 h 86"/>
                    <a:gd name="T26" fmla="*/ 50 w 85"/>
                    <a:gd name="T27" fmla="*/ 14 h 86"/>
                    <a:gd name="T28" fmla="*/ 54 w 85"/>
                    <a:gd name="T29" fmla="*/ 17 h 86"/>
                    <a:gd name="T30" fmla="*/ 60 w 85"/>
                    <a:gd name="T31" fmla="*/ 9 h 86"/>
                    <a:gd name="T32" fmla="*/ 65 w 85"/>
                    <a:gd name="T33" fmla="*/ 10 h 86"/>
                    <a:gd name="T34" fmla="*/ 68 w 85"/>
                    <a:gd name="T35" fmla="*/ 12 h 86"/>
                    <a:gd name="T36" fmla="*/ 70 w 85"/>
                    <a:gd name="T37" fmla="*/ 18 h 86"/>
                    <a:gd name="T38" fmla="*/ 69 w 85"/>
                    <a:gd name="T39" fmla="*/ 21 h 86"/>
                    <a:gd name="T40" fmla="*/ 67 w 85"/>
                    <a:gd name="T41" fmla="*/ 19 h 86"/>
                    <a:gd name="T42" fmla="*/ 61 w 85"/>
                    <a:gd name="T43" fmla="*/ 19 h 86"/>
                    <a:gd name="T44" fmla="*/ 65 w 85"/>
                    <a:gd name="T45" fmla="*/ 21 h 86"/>
                    <a:gd name="T46" fmla="*/ 56 w 85"/>
                    <a:gd name="T47" fmla="*/ 25 h 86"/>
                    <a:gd name="T48" fmla="*/ 52 w 85"/>
                    <a:gd name="T49" fmla="*/ 28 h 86"/>
                    <a:gd name="T50" fmla="*/ 46 w 85"/>
                    <a:gd name="T51" fmla="*/ 33 h 86"/>
                    <a:gd name="T52" fmla="*/ 49 w 85"/>
                    <a:gd name="T53" fmla="*/ 51 h 86"/>
                    <a:gd name="T54" fmla="*/ 54 w 85"/>
                    <a:gd name="T55" fmla="*/ 52 h 86"/>
                    <a:gd name="T56" fmla="*/ 59 w 85"/>
                    <a:gd name="T57" fmla="*/ 54 h 86"/>
                    <a:gd name="T58" fmla="*/ 66 w 85"/>
                    <a:gd name="T59" fmla="*/ 58 h 86"/>
                    <a:gd name="T60" fmla="*/ 71 w 85"/>
                    <a:gd name="T61" fmla="*/ 62 h 86"/>
                    <a:gd name="T62" fmla="*/ 77 w 85"/>
                    <a:gd name="T63" fmla="*/ 64 h 86"/>
                    <a:gd name="T64" fmla="*/ 49 w 85"/>
                    <a:gd name="T65" fmla="*/ 75 h 86"/>
                    <a:gd name="T66" fmla="*/ 0 w 85"/>
                    <a:gd name="T67" fmla="*/ 36 h 86"/>
                    <a:gd name="T68" fmla="*/ 1 w 85"/>
                    <a:gd name="T69" fmla="*/ 54 h 86"/>
                    <a:gd name="T70" fmla="*/ 9 w 85"/>
                    <a:gd name="T71" fmla="*/ 69 h 86"/>
                    <a:gd name="T72" fmla="*/ 27 w 85"/>
                    <a:gd name="T73" fmla="*/ 83 h 86"/>
                    <a:gd name="T74" fmla="*/ 43 w 85"/>
                    <a:gd name="T75" fmla="*/ 68 h 86"/>
                    <a:gd name="T76" fmla="*/ 42 w 85"/>
                    <a:gd name="T77" fmla="*/ 61 h 86"/>
                    <a:gd name="T78" fmla="*/ 44 w 85"/>
                    <a:gd name="T79" fmla="*/ 55 h 86"/>
                    <a:gd name="T80" fmla="*/ 39 w 85"/>
                    <a:gd name="T81" fmla="*/ 53 h 86"/>
                    <a:gd name="T82" fmla="*/ 33 w 85"/>
                    <a:gd name="T83" fmla="*/ 49 h 86"/>
                    <a:gd name="T84" fmla="*/ 24 w 85"/>
                    <a:gd name="T85" fmla="*/ 46 h 86"/>
                    <a:gd name="T86" fmla="*/ 21 w 85"/>
                    <a:gd name="T87" fmla="*/ 38 h 86"/>
                    <a:gd name="T88" fmla="*/ 18 w 85"/>
                    <a:gd name="T89" fmla="*/ 37 h 86"/>
                    <a:gd name="T90" fmla="*/ 18 w 85"/>
                    <a:gd name="T91" fmla="*/ 39 h 86"/>
                    <a:gd name="T92" fmla="*/ 15 w 85"/>
                    <a:gd name="T93" fmla="*/ 32 h 86"/>
                    <a:gd name="T94" fmla="*/ 15 w 85"/>
                    <a:gd name="T95" fmla="*/ 25 h 86"/>
                    <a:gd name="T96" fmla="*/ 19 w 85"/>
                    <a:gd name="T97" fmla="*/ 17 h 86"/>
                    <a:gd name="T98" fmla="*/ 18 w 85"/>
                    <a:gd name="T99" fmla="*/ 12 h 86"/>
                    <a:gd name="T100" fmla="*/ 38 w 85"/>
                    <a:gd name="T101" fmla="*/ 3 h 86"/>
                    <a:gd name="T102" fmla="*/ 45 w 85"/>
                    <a:gd name="T103" fmla="*/ 0 h 86"/>
                    <a:gd name="T104" fmla="*/ 26 w 85"/>
                    <a:gd name="T105" fmla="*/ 3 h 86"/>
                    <a:gd name="T106" fmla="*/ 12 w 85"/>
                    <a:gd name="T107" fmla="*/ 13 h 86"/>
                    <a:gd name="T108" fmla="*/ 3 w 85"/>
                    <a:gd name="T109" fmla="*/ 27 h 86"/>
                    <a:gd name="T110" fmla="*/ 45 w 85"/>
                    <a:gd name="T111" fmla="*/ 54 h 86"/>
                    <a:gd name="T112" fmla="*/ 39 w 85"/>
                    <a:gd name="T113" fmla="*/ 47 h 86"/>
                    <a:gd name="T114" fmla="*/ 38 w 85"/>
                    <a:gd name="T115" fmla="*/ 44 h 86"/>
                    <a:gd name="T116" fmla="*/ 30 w 85"/>
                    <a:gd name="T117" fmla="*/ 45 h 86"/>
                    <a:gd name="T118" fmla="*/ 34 w 85"/>
                    <a:gd name="T119" fmla="*/ 36 h 86"/>
                    <a:gd name="T120" fmla="*/ 42 w 85"/>
                    <a:gd name="T121" fmla="*/ 36 h 86"/>
                    <a:gd name="T122" fmla="*/ 44 w 85"/>
                    <a:gd name="T123" fmla="*/ 3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 h="86">
                      <a:moveTo>
                        <a:pt x="45" y="85"/>
                      </a:moveTo>
                      <a:cubicBezTo>
                        <a:pt x="48" y="85"/>
                        <a:pt x="50" y="85"/>
                        <a:pt x="52" y="84"/>
                      </a:cubicBezTo>
                      <a:cubicBezTo>
                        <a:pt x="53" y="84"/>
                        <a:pt x="55" y="84"/>
                        <a:pt x="56" y="83"/>
                      </a:cubicBezTo>
                      <a:cubicBezTo>
                        <a:pt x="57" y="83"/>
                        <a:pt x="57" y="83"/>
                        <a:pt x="58" y="83"/>
                      </a:cubicBezTo>
                      <a:cubicBezTo>
                        <a:pt x="59" y="82"/>
                        <a:pt x="61" y="82"/>
                        <a:pt x="62" y="81"/>
                      </a:cubicBezTo>
                      <a:cubicBezTo>
                        <a:pt x="63" y="81"/>
                        <a:pt x="63" y="80"/>
                        <a:pt x="64" y="80"/>
                      </a:cubicBezTo>
                      <a:cubicBezTo>
                        <a:pt x="66" y="78"/>
                        <a:pt x="69" y="77"/>
                        <a:pt x="71" y="74"/>
                      </a:cubicBezTo>
                      <a:cubicBezTo>
                        <a:pt x="72" y="74"/>
                        <a:pt x="72" y="74"/>
                        <a:pt x="73" y="73"/>
                      </a:cubicBezTo>
                      <a:cubicBezTo>
                        <a:pt x="73" y="73"/>
                        <a:pt x="74" y="72"/>
                        <a:pt x="74" y="72"/>
                      </a:cubicBezTo>
                      <a:cubicBezTo>
                        <a:pt x="75" y="71"/>
                        <a:pt x="75" y="70"/>
                        <a:pt x="76" y="69"/>
                      </a:cubicBezTo>
                      <a:cubicBezTo>
                        <a:pt x="77" y="68"/>
                        <a:pt x="78" y="67"/>
                        <a:pt x="79" y="65"/>
                      </a:cubicBezTo>
                      <a:cubicBezTo>
                        <a:pt x="79" y="65"/>
                        <a:pt x="79" y="65"/>
                        <a:pt x="79" y="64"/>
                      </a:cubicBezTo>
                      <a:cubicBezTo>
                        <a:pt x="80" y="64"/>
                        <a:pt x="80" y="63"/>
                        <a:pt x="80" y="62"/>
                      </a:cubicBezTo>
                      <a:cubicBezTo>
                        <a:pt x="81" y="62"/>
                        <a:pt x="81" y="62"/>
                        <a:pt x="81" y="61"/>
                      </a:cubicBezTo>
                      <a:cubicBezTo>
                        <a:pt x="81" y="61"/>
                        <a:pt x="82" y="60"/>
                        <a:pt x="82" y="60"/>
                      </a:cubicBezTo>
                      <a:cubicBezTo>
                        <a:pt x="82" y="59"/>
                        <a:pt x="82" y="58"/>
                        <a:pt x="83" y="58"/>
                      </a:cubicBezTo>
                      <a:cubicBezTo>
                        <a:pt x="83" y="56"/>
                        <a:pt x="83" y="55"/>
                        <a:pt x="84" y="54"/>
                      </a:cubicBezTo>
                      <a:cubicBezTo>
                        <a:pt x="84" y="53"/>
                        <a:pt x="84" y="52"/>
                        <a:pt x="84" y="52"/>
                      </a:cubicBezTo>
                      <a:cubicBezTo>
                        <a:pt x="84" y="51"/>
                        <a:pt x="85" y="50"/>
                        <a:pt x="85" y="49"/>
                      </a:cubicBezTo>
                      <a:cubicBezTo>
                        <a:pt x="85" y="49"/>
                        <a:pt x="85" y="48"/>
                        <a:pt x="85" y="47"/>
                      </a:cubicBezTo>
                      <a:cubicBezTo>
                        <a:pt x="85" y="46"/>
                        <a:pt x="85" y="44"/>
                        <a:pt x="85" y="43"/>
                      </a:cubicBezTo>
                      <a:cubicBezTo>
                        <a:pt x="85" y="41"/>
                        <a:pt x="85" y="40"/>
                        <a:pt x="85" y="39"/>
                      </a:cubicBezTo>
                      <a:cubicBezTo>
                        <a:pt x="85" y="38"/>
                        <a:pt x="85" y="37"/>
                        <a:pt x="85" y="36"/>
                      </a:cubicBezTo>
                      <a:cubicBezTo>
                        <a:pt x="85" y="36"/>
                        <a:pt x="84" y="35"/>
                        <a:pt x="84" y="34"/>
                      </a:cubicBezTo>
                      <a:cubicBezTo>
                        <a:pt x="84" y="34"/>
                        <a:pt x="84" y="33"/>
                        <a:pt x="84" y="32"/>
                      </a:cubicBezTo>
                      <a:cubicBezTo>
                        <a:pt x="83" y="31"/>
                        <a:pt x="83" y="30"/>
                        <a:pt x="83" y="28"/>
                      </a:cubicBezTo>
                      <a:cubicBezTo>
                        <a:pt x="82" y="28"/>
                        <a:pt x="82" y="28"/>
                        <a:pt x="82" y="27"/>
                      </a:cubicBezTo>
                      <a:cubicBezTo>
                        <a:pt x="82" y="26"/>
                        <a:pt x="81" y="25"/>
                        <a:pt x="81" y="24"/>
                      </a:cubicBezTo>
                      <a:cubicBezTo>
                        <a:pt x="81" y="24"/>
                        <a:pt x="81" y="24"/>
                        <a:pt x="80" y="23"/>
                      </a:cubicBezTo>
                      <a:cubicBezTo>
                        <a:pt x="80" y="23"/>
                        <a:pt x="80" y="22"/>
                        <a:pt x="79" y="22"/>
                      </a:cubicBezTo>
                      <a:cubicBezTo>
                        <a:pt x="78" y="20"/>
                        <a:pt x="77" y="18"/>
                        <a:pt x="76" y="17"/>
                      </a:cubicBezTo>
                      <a:cubicBezTo>
                        <a:pt x="75" y="16"/>
                        <a:pt x="75" y="15"/>
                        <a:pt x="74" y="14"/>
                      </a:cubicBezTo>
                      <a:cubicBezTo>
                        <a:pt x="74" y="14"/>
                        <a:pt x="73" y="13"/>
                        <a:pt x="73" y="13"/>
                      </a:cubicBezTo>
                      <a:cubicBezTo>
                        <a:pt x="72" y="12"/>
                        <a:pt x="72" y="12"/>
                        <a:pt x="71" y="11"/>
                      </a:cubicBezTo>
                      <a:cubicBezTo>
                        <a:pt x="70" y="10"/>
                        <a:pt x="69" y="10"/>
                        <a:pt x="68" y="9"/>
                      </a:cubicBezTo>
                      <a:cubicBezTo>
                        <a:pt x="67" y="8"/>
                        <a:pt x="65" y="7"/>
                        <a:pt x="64" y="6"/>
                      </a:cubicBezTo>
                      <a:cubicBezTo>
                        <a:pt x="63" y="6"/>
                        <a:pt x="63" y="5"/>
                        <a:pt x="62" y="5"/>
                      </a:cubicBezTo>
                      <a:cubicBezTo>
                        <a:pt x="62" y="5"/>
                        <a:pt x="61" y="5"/>
                        <a:pt x="61" y="5"/>
                      </a:cubicBezTo>
                      <a:cubicBezTo>
                        <a:pt x="61" y="4"/>
                        <a:pt x="60" y="4"/>
                        <a:pt x="60" y="4"/>
                      </a:cubicBezTo>
                      <a:cubicBezTo>
                        <a:pt x="60" y="4"/>
                        <a:pt x="60" y="4"/>
                        <a:pt x="60" y="4"/>
                      </a:cubicBezTo>
                      <a:cubicBezTo>
                        <a:pt x="59" y="4"/>
                        <a:pt x="59" y="3"/>
                        <a:pt x="58" y="3"/>
                      </a:cubicBezTo>
                      <a:cubicBezTo>
                        <a:pt x="58" y="3"/>
                        <a:pt x="58" y="3"/>
                        <a:pt x="58" y="3"/>
                      </a:cubicBezTo>
                      <a:cubicBezTo>
                        <a:pt x="58" y="3"/>
                        <a:pt x="57" y="3"/>
                        <a:pt x="56" y="3"/>
                      </a:cubicBezTo>
                      <a:cubicBezTo>
                        <a:pt x="56" y="3"/>
                        <a:pt x="56" y="3"/>
                        <a:pt x="56" y="3"/>
                      </a:cubicBezTo>
                      <a:cubicBezTo>
                        <a:pt x="55" y="2"/>
                        <a:pt x="54" y="2"/>
                        <a:pt x="52" y="1"/>
                      </a:cubicBezTo>
                      <a:cubicBezTo>
                        <a:pt x="52" y="1"/>
                        <a:pt x="51" y="1"/>
                        <a:pt x="51" y="1"/>
                      </a:cubicBezTo>
                      <a:cubicBezTo>
                        <a:pt x="51" y="1"/>
                        <a:pt x="50" y="1"/>
                        <a:pt x="50" y="1"/>
                      </a:cubicBezTo>
                      <a:cubicBezTo>
                        <a:pt x="49" y="1"/>
                        <a:pt x="47" y="0"/>
                        <a:pt x="45" y="0"/>
                      </a:cubicBezTo>
                      <a:cubicBezTo>
                        <a:pt x="45" y="3"/>
                        <a:pt x="45" y="3"/>
                        <a:pt x="45" y="3"/>
                      </a:cubicBezTo>
                      <a:cubicBezTo>
                        <a:pt x="47" y="3"/>
                        <a:pt x="49" y="3"/>
                        <a:pt x="51" y="3"/>
                      </a:cubicBezTo>
                      <a:cubicBezTo>
                        <a:pt x="50" y="4"/>
                        <a:pt x="50" y="4"/>
                        <a:pt x="50" y="4"/>
                      </a:cubicBezTo>
                      <a:cubicBezTo>
                        <a:pt x="49" y="4"/>
                        <a:pt x="49" y="4"/>
                        <a:pt x="49" y="4"/>
                      </a:cubicBezTo>
                      <a:cubicBezTo>
                        <a:pt x="48" y="4"/>
                        <a:pt x="48" y="4"/>
                        <a:pt x="47" y="4"/>
                      </a:cubicBezTo>
                      <a:cubicBezTo>
                        <a:pt x="47" y="4"/>
                        <a:pt x="47" y="4"/>
                        <a:pt x="47" y="5"/>
                      </a:cubicBezTo>
                      <a:cubicBezTo>
                        <a:pt x="48" y="5"/>
                        <a:pt x="49" y="5"/>
                        <a:pt x="49" y="5"/>
                      </a:cubicBezTo>
                      <a:cubicBezTo>
                        <a:pt x="50" y="5"/>
                        <a:pt x="51" y="5"/>
                        <a:pt x="51" y="5"/>
                      </a:cubicBezTo>
                      <a:cubicBezTo>
                        <a:pt x="51" y="4"/>
                        <a:pt x="51" y="4"/>
                        <a:pt x="51" y="4"/>
                      </a:cubicBezTo>
                      <a:cubicBezTo>
                        <a:pt x="51" y="4"/>
                        <a:pt x="52" y="4"/>
                        <a:pt x="52" y="4"/>
                      </a:cubicBezTo>
                      <a:cubicBezTo>
                        <a:pt x="52" y="4"/>
                        <a:pt x="53" y="4"/>
                        <a:pt x="53" y="4"/>
                      </a:cubicBezTo>
                      <a:cubicBezTo>
                        <a:pt x="53" y="4"/>
                        <a:pt x="53" y="4"/>
                        <a:pt x="53" y="5"/>
                      </a:cubicBezTo>
                      <a:cubicBezTo>
                        <a:pt x="53" y="5"/>
                        <a:pt x="54" y="5"/>
                        <a:pt x="54" y="4"/>
                      </a:cubicBezTo>
                      <a:cubicBezTo>
                        <a:pt x="54" y="4"/>
                        <a:pt x="54" y="4"/>
                        <a:pt x="54" y="4"/>
                      </a:cubicBezTo>
                      <a:cubicBezTo>
                        <a:pt x="55" y="4"/>
                        <a:pt x="55" y="5"/>
                        <a:pt x="56" y="5"/>
                      </a:cubicBezTo>
                      <a:cubicBezTo>
                        <a:pt x="57" y="5"/>
                        <a:pt x="58" y="6"/>
                        <a:pt x="59" y="6"/>
                      </a:cubicBezTo>
                      <a:cubicBezTo>
                        <a:pt x="59" y="6"/>
                        <a:pt x="58" y="6"/>
                        <a:pt x="58" y="6"/>
                      </a:cubicBezTo>
                      <a:cubicBezTo>
                        <a:pt x="58" y="6"/>
                        <a:pt x="58" y="6"/>
                        <a:pt x="57" y="6"/>
                      </a:cubicBezTo>
                      <a:cubicBezTo>
                        <a:pt x="57" y="6"/>
                        <a:pt x="58" y="7"/>
                        <a:pt x="58" y="7"/>
                      </a:cubicBezTo>
                      <a:cubicBezTo>
                        <a:pt x="59" y="7"/>
                        <a:pt x="59" y="7"/>
                        <a:pt x="59" y="8"/>
                      </a:cubicBezTo>
                      <a:cubicBezTo>
                        <a:pt x="59" y="9"/>
                        <a:pt x="58" y="8"/>
                        <a:pt x="58" y="8"/>
                      </a:cubicBezTo>
                      <a:cubicBezTo>
                        <a:pt x="57" y="8"/>
                        <a:pt x="56" y="9"/>
                        <a:pt x="55" y="8"/>
                      </a:cubicBezTo>
                      <a:cubicBezTo>
                        <a:pt x="56" y="7"/>
                        <a:pt x="56" y="7"/>
                        <a:pt x="56" y="7"/>
                      </a:cubicBezTo>
                      <a:cubicBezTo>
                        <a:pt x="56" y="7"/>
                        <a:pt x="56" y="7"/>
                        <a:pt x="56" y="7"/>
                      </a:cubicBezTo>
                      <a:cubicBezTo>
                        <a:pt x="56" y="7"/>
                        <a:pt x="55" y="7"/>
                        <a:pt x="55" y="7"/>
                      </a:cubicBezTo>
                      <a:cubicBezTo>
                        <a:pt x="55" y="7"/>
                        <a:pt x="55" y="8"/>
                        <a:pt x="54" y="8"/>
                      </a:cubicBezTo>
                      <a:cubicBezTo>
                        <a:pt x="54" y="8"/>
                        <a:pt x="54" y="8"/>
                        <a:pt x="53" y="8"/>
                      </a:cubicBezTo>
                      <a:cubicBezTo>
                        <a:pt x="53" y="8"/>
                        <a:pt x="52" y="8"/>
                        <a:pt x="52" y="9"/>
                      </a:cubicBezTo>
                      <a:cubicBezTo>
                        <a:pt x="52" y="9"/>
                        <a:pt x="51" y="9"/>
                        <a:pt x="51" y="9"/>
                      </a:cubicBezTo>
                      <a:cubicBezTo>
                        <a:pt x="51" y="9"/>
                        <a:pt x="50" y="9"/>
                        <a:pt x="49" y="9"/>
                      </a:cubicBezTo>
                      <a:cubicBezTo>
                        <a:pt x="49" y="10"/>
                        <a:pt x="48" y="10"/>
                        <a:pt x="48" y="10"/>
                      </a:cubicBezTo>
                      <a:cubicBezTo>
                        <a:pt x="48" y="11"/>
                        <a:pt x="47" y="11"/>
                        <a:pt x="47" y="11"/>
                      </a:cubicBezTo>
                      <a:cubicBezTo>
                        <a:pt x="47" y="12"/>
                        <a:pt x="48" y="12"/>
                        <a:pt x="48" y="12"/>
                      </a:cubicBezTo>
                      <a:cubicBezTo>
                        <a:pt x="48" y="12"/>
                        <a:pt x="47" y="13"/>
                        <a:pt x="48" y="13"/>
                      </a:cubicBezTo>
                      <a:cubicBezTo>
                        <a:pt x="48" y="13"/>
                        <a:pt x="48" y="13"/>
                        <a:pt x="48" y="13"/>
                      </a:cubicBezTo>
                      <a:cubicBezTo>
                        <a:pt x="49" y="13"/>
                        <a:pt x="50" y="14"/>
                        <a:pt x="50" y="14"/>
                      </a:cubicBezTo>
                      <a:cubicBezTo>
                        <a:pt x="51" y="14"/>
                        <a:pt x="51" y="14"/>
                        <a:pt x="52" y="14"/>
                      </a:cubicBezTo>
                      <a:cubicBezTo>
                        <a:pt x="52" y="14"/>
                        <a:pt x="53" y="14"/>
                        <a:pt x="53" y="15"/>
                      </a:cubicBezTo>
                      <a:cubicBezTo>
                        <a:pt x="53" y="15"/>
                        <a:pt x="52" y="15"/>
                        <a:pt x="52" y="16"/>
                      </a:cubicBezTo>
                      <a:cubicBezTo>
                        <a:pt x="53" y="16"/>
                        <a:pt x="52" y="16"/>
                        <a:pt x="52" y="17"/>
                      </a:cubicBezTo>
                      <a:cubicBezTo>
                        <a:pt x="52" y="17"/>
                        <a:pt x="53" y="18"/>
                        <a:pt x="53" y="18"/>
                      </a:cubicBezTo>
                      <a:cubicBezTo>
                        <a:pt x="53" y="18"/>
                        <a:pt x="54" y="17"/>
                        <a:pt x="54" y="17"/>
                      </a:cubicBezTo>
                      <a:cubicBezTo>
                        <a:pt x="54" y="16"/>
                        <a:pt x="54" y="15"/>
                        <a:pt x="55" y="15"/>
                      </a:cubicBezTo>
                      <a:cubicBezTo>
                        <a:pt x="57" y="15"/>
                        <a:pt x="59" y="14"/>
                        <a:pt x="59" y="12"/>
                      </a:cubicBezTo>
                      <a:cubicBezTo>
                        <a:pt x="59" y="12"/>
                        <a:pt x="58" y="11"/>
                        <a:pt x="59" y="11"/>
                      </a:cubicBezTo>
                      <a:cubicBezTo>
                        <a:pt x="59" y="11"/>
                        <a:pt x="59" y="10"/>
                        <a:pt x="59" y="10"/>
                      </a:cubicBezTo>
                      <a:cubicBezTo>
                        <a:pt x="59" y="10"/>
                        <a:pt x="59" y="10"/>
                        <a:pt x="60" y="10"/>
                      </a:cubicBezTo>
                      <a:cubicBezTo>
                        <a:pt x="60" y="9"/>
                        <a:pt x="60" y="9"/>
                        <a:pt x="60" y="9"/>
                      </a:cubicBezTo>
                      <a:cubicBezTo>
                        <a:pt x="60" y="9"/>
                        <a:pt x="60" y="9"/>
                        <a:pt x="60" y="9"/>
                      </a:cubicBezTo>
                      <a:cubicBezTo>
                        <a:pt x="60" y="9"/>
                        <a:pt x="61" y="9"/>
                        <a:pt x="61" y="9"/>
                      </a:cubicBezTo>
                      <a:cubicBezTo>
                        <a:pt x="61" y="9"/>
                        <a:pt x="62" y="9"/>
                        <a:pt x="62" y="9"/>
                      </a:cubicBezTo>
                      <a:cubicBezTo>
                        <a:pt x="62" y="9"/>
                        <a:pt x="63" y="9"/>
                        <a:pt x="63" y="9"/>
                      </a:cubicBezTo>
                      <a:cubicBezTo>
                        <a:pt x="63" y="9"/>
                        <a:pt x="64" y="9"/>
                        <a:pt x="64" y="10"/>
                      </a:cubicBezTo>
                      <a:cubicBezTo>
                        <a:pt x="64" y="10"/>
                        <a:pt x="64" y="10"/>
                        <a:pt x="65" y="10"/>
                      </a:cubicBezTo>
                      <a:cubicBezTo>
                        <a:pt x="64" y="11"/>
                        <a:pt x="64" y="11"/>
                        <a:pt x="64" y="11"/>
                      </a:cubicBezTo>
                      <a:cubicBezTo>
                        <a:pt x="64" y="11"/>
                        <a:pt x="64" y="11"/>
                        <a:pt x="64" y="11"/>
                      </a:cubicBezTo>
                      <a:cubicBezTo>
                        <a:pt x="64" y="12"/>
                        <a:pt x="65" y="12"/>
                        <a:pt x="65" y="12"/>
                      </a:cubicBezTo>
                      <a:cubicBezTo>
                        <a:pt x="65" y="12"/>
                        <a:pt x="66" y="12"/>
                        <a:pt x="66" y="12"/>
                      </a:cubicBezTo>
                      <a:cubicBezTo>
                        <a:pt x="66" y="11"/>
                        <a:pt x="67" y="11"/>
                        <a:pt x="67" y="11"/>
                      </a:cubicBezTo>
                      <a:cubicBezTo>
                        <a:pt x="67" y="11"/>
                        <a:pt x="68" y="12"/>
                        <a:pt x="68" y="12"/>
                      </a:cubicBezTo>
                      <a:cubicBezTo>
                        <a:pt x="68" y="12"/>
                        <a:pt x="68" y="12"/>
                        <a:pt x="68" y="12"/>
                      </a:cubicBezTo>
                      <a:cubicBezTo>
                        <a:pt x="68" y="13"/>
                        <a:pt x="68" y="13"/>
                        <a:pt x="68" y="14"/>
                      </a:cubicBezTo>
                      <a:cubicBezTo>
                        <a:pt x="68" y="15"/>
                        <a:pt x="69" y="14"/>
                        <a:pt x="70" y="15"/>
                      </a:cubicBezTo>
                      <a:cubicBezTo>
                        <a:pt x="70" y="15"/>
                        <a:pt x="70" y="15"/>
                        <a:pt x="70" y="15"/>
                      </a:cubicBezTo>
                      <a:cubicBezTo>
                        <a:pt x="70" y="16"/>
                        <a:pt x="71" y="16"/>
                        <a:pt x="71" y="16"/>
                      </a:cubicBezTo>
                      <a:cubicBezTo>
                        <a:pt x="71" y="17"/>
                        <a:pt x="70" y="17"/>
                        <a:pt x="70" y="18"/>
                      </a:cubicBezTo>
                      <a:cubicBezTo>
                        <a:pt x="70" y="18"/>
                        <a:pt x="70" y="18"/>
                        <a:pt x="70" y="19"/>
                      </a:cubicBezTo>
                      <a:cubicBezTo>
                        <a:pt x="70" y="19"/>
                        <a:pt x="71" y="19"/>
                        <a:pt x="71" y="19"/>
                      </a:cubicBezTo>
                      <a:cubicBezTo>
                        <a:pt x="71" y="20"/>
                        <a:pt x="71" y="20"/>
                        <a:pt x="71" y="20"/>
                      </a:cubicBezTo>
                      <a:cubicBezTo>
                        <a:pt x="71" y="21"/>
                        <a:pt x="71" y="21"/>
                        <a:pt x="71" y="21"/>
                      </a:cubicBezTo>
                      <a:cubicBezTo>
                        <a:pt x="70" y="21"/>
                        <a:pt x="70" y="21"/>
                        <a:pt x="70" y="21"/>
                      </a:cubicBezTo>
                      <a:cubicBezTo>
                        <a:pt x="69" y="21"/>
                        <a:pt x="69" y="21"/>
                        <a:pt x="69" y="21"/>
                      </a:cubicBezTo>
                      <a:cubicBezTo>
                        <a:pt x="69" y="21"/>
                        <a:pt x="68" y="21"/>
                        <a:pt x="68" y="21"/>
                      </a:cubicBezTo>
                      <a:cubicBezTo>
                        <a:pt x="68" y="21"/>
                        <a:pt x="67" y="21"/>
                        <a:pt x="67" y="20"/>
                      </a:cubicBezTo>
                      <a:cubicBezTo>
                        <a:pt x="67" y="20"/>
                        <a:pt x="68" y="19"/>
                        <a:pt x="69" y="18"/>
                      </a:cubicBezTo>
                      <a:cubicBezTo>
                        <a:pt x="69" y="18"/>
                        <a:pt x="69" y="18"/>
                        <a:pt x="69" y="18"/>
                      </a:cubicBezTo>
                      <a:cubicBezTo>
                        <a:pt x="69" y="17"/>
                        <a:pt x="68" y="18"/>
                        <a:pt x="68" y="18"/>
                      </a:cubicBezTo>
                      <a:cubicBezTo>
                        <a:pt x="68" y="18"/>
                        <a:pt x="67" y="18"/>
                        <a:pt x="67" y="19"/>
                      </a:cubicBezTo>
                      <a:cubicBezTo>
                        <a:pt x="66" y="19"/>
                        <a:pt x="65" y="18"/>
                        <a:pt x="64" y="19"/>
                      </a:cubicBezTo>
                      <a:cubicBezTo>
                        <a:pt x="64" y="19"/>
                        <a:pt x="65" y="19"/>
                        <a:pt x="65" y="19"/>
                      </a:cubicBezTo>
                      <a:cubicBezTo>
                        <a:pt x="65" y="19"/>
                        <a:pt x="64" y="20"/>
                        <a:pt x="64" y="19"/>
                      </a:cubicBezTo>
                      <a:cubicBezTo>
                        <a:pt x="64" y="19"/>
                        <a:pt x="64" y="19"/>
                        <a:pt x="64" y="19"/>
                      </a:cubicBezTo>
                      <a:cubicBezTo>
                        <a:pt x="64" y="19"/>
                        <a:pt x="63" y="18"/>
                        <a:pt x="62" y="19"/>
                      </a:cubicBezTo>
                      <a:cubicBezTo>
                        <a:pt x="62" y="19"/>
                        <a:pt x="61" y="19"/>
                        <a:pt x="61" y="19"/>
                      </a:cubicBezTo>
                      <a:cubicBezTo>
                        <a:pt x="62" y="20"/>
                        <a:pt x="63" y="19"/>
                        <a:pt x="63" y="20"/>
                      </a:cubicBezTo>
                      <a:cubicBezTo>
                        <a:pt x="63" y="20"/>
                        <a:pt x="62" y="21"/>
                        <a:pt x="62" y="21"/>
                      </a:cubicBezTo>
                      <a:cubicBezTo>
                        <a:pt x="62" y="22"/>
                        <a:pt x="62" y="22"/>
                        <a:pt x="63" y="22"/>
                      </a:cubicBezTo>
                      <a:cubicBezTo>
                        <a:pt x="63" y="22"/>
                        <a:pt x="63" y="22"/>
                        <a:pt x="63" y="22"/>
                      </a:cubicBezTo>
                      <a:cubicBezTo>
                        <a:pt x="64" y="22"/>
                        <a:pt x="64" y="22"/>
                        <a:pt x="64" y="22"/>
                      </a:cubicBezTo>
                      <a:cubicBezTo>
                        <a:pt x="64" y="22"/>
                        <a:pt x="65" y="21"/>
                        <a:pt x="65" y="21"/>
                      </a:cubicBezTo>
                      <a:cubicBezTo>
                        <a:pt x="66" y="22"/>
                        <a:pt x="65" y="22"/>
                        <a:pt x="64" y="23"/>
                      </a:cubicBezTo>
                      <a:cubicBezTo>
                        <a:pt x="63" y="23"/>
                        <a:pt x="62" y="23"/>
                        <a:pt x="62" y="23"/>
                      </a:cubicBezTo>
                      <a:cubicBezTo>
                        <a:pt x="61" y="23"/>
                        <a:pt x="60" y="25"/>
                        <a:pt x="60" y="24"/>
                      </a:cubicBezTo>
                      <a:cubicBezTo>
                        <a:pt x="60" y="23"/>
                        <a:pt x="61" y="23"/>
                        <a:pt x="61" y="23"/>
                      </a:cubicBezTo>
                      <a:cubicBezTo>
                        <a:pt x="60" y="23"/>
                        <a:pt x="59" y="23"/>
                        <a:pt x="59" y="23"/>
                      </a:cubicBezTo>
                      <a:cubicBezTo>
                        <a:pt x="58" y="24"/>
                        <a:pt x="56" y="24"/>
                        <a:pt x="56" y="25"/>
                      </a:cubicBezTo>
                      <a:cubicBezTo>
                        <a:pt x="56" y="25"/>
                        <a:pt x="56" y="26"/>
                        <a:pt x="56" y="26"/>
                      </a:cubicBezTo>
                      <a:cubicBezTo>
                        <a:pt x="56" y="26"/>
                        <a:pt x="55" y="26"/>
                        <a:pt x="55" y="26"/>
                      </a:cubicBezTo>
                      <a:cubicBezTo>
                        <a:pt x="55" y="26"/>
                        <a:pt x="54" y="26"/>
                        <a:pt x="54" y="26"/>
                      </a:cubicBezTo>
                      <a:cubicBezTo>
                        <a:pt x="54" y="27"/>
                        <a:pt x="53" y="27"/>
                        <a:pt x="53" y="27"/>
                      </a:cubicBezTo>
                      <a:cubicBezTo>
                        <a:pt x="53" y="27"/>
                        <a:pt x="53" y="27"/>
                        <a:pt x="52" y="28"/>
                      </a:cubicBezTo>
                      <a:cubicBezTo>
                        <a:pt x="52" y="28"/>
                        <a:pt x="52" y="28"/>
                        <a:pt x="52" y="28"/>
                      </a:cubicBezTo>
                      <a:cubicBezTo>
                        <a:pt x="51" y="28"/>
                        <a:pt x="51" y="29"/>
                        <a:pt x="51" y="29"/>
                      </a:cubicBezTo>
                      <a:cubicBezTo>
                        <a:pt x="51" y="29"/>
                        <a:pt x="50" y="29"/>
                        <a:pt x="50" y="29"/>
                      </a:cubicBezTo>
                      <a:cubicBezTo>
                        <a:pt x="50" y="29"/>
                        <a:pt x="50" y="30"/>
                        <a:pt x="50" y="31"/>
                      </a:cubicBezTo>
                      <a:cubicBezTo>
                        <a:pt x="50" y="31"/>
                        <a:pt x="49" y="31"/>
                        <a:pt x="48" y="32"/>
                      </a:cubicBezTo>
                      <a:cubicBezTo>
                        <a:pt x="48" y="32"/>
                        <a:pt x="48" y="32"/>
                        <a:pt x="47" y="32"/>
                      </a:cubicBezTo>
                      <a:cubicBezTo>
                        <a:pt x="47" y="33"/>
                        <a:pt x="46" y="33"/>
                        <a:pt x="46" y="33"/>
                      </a:cubicBezTo>
                      <a:cubicBezTo>
                        <a:pt x="46" y="33"/>
                        <a:pt x="46" y="33"/>
                        <a:pt x="45" y="34"/>
                      </a:cubicBezTo>
                      <a:cubicBezTo>
                        <a:pt x="45" y="53"/>
                        <a:pt x="45" y="53"/>
                        <a:pt x="45" y="53"/>
                      </a:cubicBezTo>
                      <a:cubicBezTo>
                        <a:pt x="46" y="53"/>
                        <a:pt x="46" y="53"/>
                        <a:pt x="46" y="53"/>
                      </a:cubicBezTo>
                      <a:cubicBezTo>
                        <a:pt x="46" y="52"/>
                        <a:pt x="46" y="52"/>
                        <a:pt x="47" y="52"/>
                      </a:cubicBezTo>
                      <a:cubicBezTo>
                        <a:pt x="47" y="51"/>
                        <a:pt x="48" y="52"/>
                        <a:pt x="48" y="51"/>
                      </a:cubicBezTo>
                      <a:cubicBezTo>
                        <a:pt x="49" y="51"/>
                        <a:pt x="49" y="51"/>
                        <a:pt x="49" y="51"/>
                      </a:cubicBezTo>
                      <a:cubicBezTo>
                        <a:pt x="49" y="51"/>
                        <a:pt x="49" y="50"/>
                        <a:pt x="50" y="51"/>
                      </a:cubicBezTo>
                      <a:cubicBezTo>
                        <a:pt x="50" y="51"/>
                        <a:pt x="49" y="51"/>
                        <a:pt x="50" y="52"/>
                      </a:cubicBezTo>
                      <a:cubicBezTo>
                        <a:pt x="50" y="52"/>
                        <a:pt x="51" y="51"/>
                        <a:pt x="51" y="51"/>
                      </a:cubicBezTo>
                      <a:cubicBezTo>
                        <a:pt x="51" y="51"/>
                        <a:pt x="52" y="51"/>
                        <a:pt x="52" y="51"/>
                      </a:cubicBezTo>
                      <a:cubicBezTo>
                        <a:pt x="52" y="52"/>
                        <a:pt x="52" y="52"/>
                        <a:pt x="53" y="52"/>
                      </a:cubicBezTo>
                      <a:cubicBezTo>
                        <a:pt x="53" y="52"/>
                        <a:pt x="53" y="52"/>
                        <a:pt x="54" y="52"/>
                      </a:cubicBezTo>
                      <a:cubicBezTo>
                        <a:pt x="54" y="52"/>
                        <a:pt x="55" y="52"/>
                        <a:pt x="55" y="52"/>
                      </a:cubicBezTo>
                      <a:cubicBezTo>
                        <a:pt x="55" y="52"/>
                        <a:pt x="56" y="52"/>
                        <a:pt x="56" y="52"/>
                      </a:cubicBezTo>
                      <a:cubicBezTo>
                        <a:pt x="57" y="52"/>
                        <a:pt x="57" y="52"/>
                        <a:pt x="57" y="52"/>
                      </a:cubicBezTo>
                      <a:cubicBezTo>
                        <a:pt x="58" y="53"/>
                        <a:pt x="58" y="52"/>
                        <a:pt x="58" y="52"/>
                      </a:cubicBezTo>
                      <a:cubicBezTo>
                        <a:pt x="58" y="53"/>
                        <a:pt x="58" y="53"/>
                        <a:pt x="58" y="53"/>
                      </a:cubicBezTo>
                      <a:cubicBezTo>
                        <a:pt x="59" y="53"/>
                        <a:pt x="59" y="53"/>
                        <a:pt x="59" y="54"/>
                      </a:cubicBezTo>
                      <a:cubicBezTo>
                        <a:pt x="59" y="54"/>
                        <a:pt x="59" y="54"/>
                        <a:pt x="60" y="54"/>
                      </a:cubicBezTo>
                      <a:cubicBezTo>
                        <a:pt x="60" y="54"/>
                        <a:pt x="60" y="55"/>
                        <a:pt x="60" y="55"/>
                      </a:cubicBezTo>
                      <a:cubicBezTo>
                        <a:pt x="61" y="55"/>
                        <a:pt x="62" y="56"/>
                        <a:pt x="62" y="56"/>
                      </a:cubicBezTo>
                      <a:cubicBezTo>
                        <a:pt x="63" y="56"/>
                        <a:pt x="63" y="56"/>
                        <a:pt x="63" y="56"/>
                      </a:cubicBezTo>
                      <a:cubicBezTo>
                        <a:pt x="64" y="56"/>
                        <a:pt x="65" y="56"/>
                        <a:pt x="66" y="57"/>
                      </a:cubicBezTo>
                      <a:cubicBezTo>
                        <a:pt x="66" y="57"/>
                        <a:pt x="66" y="57"/>
                        <a:pt x="66" y="58"/>
                      </a:cubicBezTo>
                      <a:cubicBezTo>
                        <a:pt x="67" y="58"/>
                        <a:pt x="66" y="58"/>
                        <a:pt x="67" y="59"/>
                      </a:cubicBezTo>
                      <a:cubicBezTo>
                        <a:pt x="67" y="59"/>
                        <a:pt x="68" y="59"/>
                        <a:pt x="67" y="60"/>
                      </a:cubicBezTo>
                      <a:cubicBezTo>
                        <a:pt x="67" y="61"/>
                        <a:pt x="68" y="61"/>
                        <a:pt x="68" y="61"/>
                      </a:cubicBezTo>
                      <a:cubicBezTo>
                        <a:pt x="68" y="61"/>
                        <a:pt x="69" y="62"/>
                        <a:pt x="69" y="62"/>
                      </a:cubicBezTo>
                      <a:cubicBezTo>
                        <a:pt x="69" y="62"/>
                        <a:pt x="69" y="62"/>
                        <a:pt x="69" y="62"/>
                      </a:cubicBezTo>
                      <a:cubicBezTo>
                        <a:pt x="70" y="62"/>
                        <a:pt x="70" y="62"/>
                        <a:pt x="71" y="62"/>
                      </a:cubicBezTo>
                      <a:cubicBezTo>
                        <a:pt x="71" y="62"/>
                        <a:pt x="71" y="62"/>
                        <a:pt x="72" y="62"/>
                      </a:cubicBezTo>
                      <a:cubicBezTo>
                        <a:pt x="72" y="62"/>
                        <a:pt x="72" y="63"/>
                        <a:pt x="72" y="63"/>
                      </a:cubicBezTo>
                      <a:cubicBezTo>
                        <a:pt x="72" y="63"/>
                        <a:pt x="73" y="63"/>
                        <a:pt x="73" y="63"/>
                      </a:cubicBezTo>
                      <a:cubicBezTo>
                        <a:pt x="74" y="63"/>
                        <a:pt x="74" y="63"/>
                        <a:pt x="75" y="63"/>
                      </a:cubicBezTo>
                      <a:cubicBezTo>
                        <a:pt x="75" y="63"/>
                        <a:pt x="75" y="63"/>
                        <a:pt x="75" y="63"/>
                      </a:cubicBezTo>
                      <a:cubicBezTo>
                        <a:pt x="76" y="63"/>
                        <a:pt x="76" y="64"/>
                        <a:pt x="77" y="64"/>
                      </a:cubicBezTo>
                      <a:cubicBezTo>
                        <a:pt x="71" y="73"/>
                        <a:pt x="62" y="80"/>
                        <a:pt x="52" y="82"/>
                      </a:cubicBezTo>
                      <a:cubicBezTo>
                        <a:pt x="52" y="82"/>
                        <a:pt x="52" y="81"/>
                        <a:pt x="52" y="81"/>
                      </a:cubicBezTo>
                      <a:cubicBezTo>
                        <a:pt x="52" y="80"/>
                        <a:pt x="52" y="79"/>
                        <a:pt x="52" y="79"/>
                      </a:cubicBezTo>
                      <a:cubicBezTo>
                        <a:pt x="52" y="78"/>
                        <a:pt x="52" y="77"/>
                        <a:pt x="51" y="77"/>
                      </a:cubicBezTo>
                      <a:cubicBezTo>
                        <a:pt x="51" y="76"/>
                        <a:pt x="50" y="76"/>
                        <a:pt x="50" y="75"/>
                      </a:cubicBezTo>
                      <a:cubicBezTo>
                        <a:pt x="49" y="75"/>
                        <a:pt x="49" y="75"/>
                        <a:pt x="49" y="75"/>
                      </a:cubicBezTo>
                      <a:cubicBezTo>
                        <a:pt x="48" y="75"/>
                        <a:pt x="46" y="74"/>
                        <a:pt x="46" y="73"/>
                      </a:cubicBezTo>
                      <a:cubicBezTo>
                        <a:pt x="46" y="73"/>
                        <a:pt x="46" y="73"/>
                        <a:pt x="46" y="72"/>
                      </a:cubicBezTo>
                      <a:cubicBezTo>
                        <a:pt x="46" y="72"/>
                        <a:pt x="46" y="72"/>
                        <a:pt x="45" y="72"/>
                      </a:cubicBezTo>
                      <a:lnTo>
                        <a:pt x="45" y="85"/>
                      </a:lnTo>
                      <a:close/>
                      <a:moveTo>
                        <a:pt x="1" y="34"/>
                      </a:moveTo>
                      <a:cubicBezTo>
                        <a:pt x="1" y="35"/>
                        <a:pt x="0" y="36"/>
                        <a:pt x="0" y="36"/>
                      </a:cubicBezTo>
                      <a:cubicBezTo>
                        <a:pt x="0" y="37"/>
                        <a:pt x="0" y="38"/>
                        <a:pt x="0" y="39"/>
                      </a:cubicBezTo>
                      <a:cubicBezTo>
                        <a:pt x="0" y="40"/>
                        <a:pt x="0" y="41"/>
                        <a:pt x="0" y="43"/>
                      </a:cubicBezTo>
                      <a:cubicBezTo>
                        <a:pt x="0" y="44"/>
                        <a:pt x="0" y="46"/>
                        <a:pt x="0" y="47"/>
                      </a:cubicBezTo>
                      <a:cubicBezTo>
                        <a:pt x="0" y="48"/>
                        <a:pt x="0" y="49"/>
                        <a:pt x="0" y="49"/>
                      </a:cubicBezTo>
                      <a:cubicBezTo>
                        <a:pt x="0" y="50"/>
                        <a:pt x="1" y="51"/>
                        <a:pt x="1" y="52"/>
                      </a:cubicBezTo>
                      <a:cubicBezTo>
                        <a:pt x="1" y="52"/>
                        <a:pt x="1" y="53"/>
                        <a:pt x="1" y="54"/>
                      </a:cubicBezTo>
                      <a:cubicBezTo>
                        <a:pt x="2" y="55"/>
                        <a:pt x="2" y="56"/>
                        <a:pt x="2" y="58"/>
                      </a:cubicBezTo>
                      <a:cubicBezTo>
                        <a:pt x="3" y="58"/>
                        <a:pt x="3" y="59"/>
                        <a:pt x="3" y="60"/>
                      </a:cubicBezTo>
                      <a:cubicBezTo>
                        <a:pt x="3" y="60"/>
                        <a:pt x="4" y="61"/>
                        <a:pt x="4" y="61"/>
                      </a:cubicBezTo>
                      <a:cubicBezTo>
                        <a:pt x="4" y="62"/>
                        <a:pt x="4" y="62"/>
                        <a:pt x="5" y="62"/>
                      </a:cubicBezTo>
                      <a:cubicBezTo>
                        <a:pt x="5" y="63"/>
                        <a:pt x="5" y="64"/>
                        <a:pt x="5" y="64"/>
                      </a:cubicBezTo>
                      <a:cubicBezTo>
                        <a:pt x="7" y="66"/>
                        <a:pt x="8" y="68"/>
                        <a:pt x="9" y="69"/>
                      </a:cubicBezTo>
                      <a:cubicBezTo>
                        <a:pt x="10" y="70"/>
                        <a:pt x="10" y="71"/>
                        <a:pt x="11" y="72"/>
                      </a:cubicBezTo>
                      <a:cubicBezTo>
                        <a:pt x="11" y="72"/>
                        <a:pt x="12" y="73"/>
                        <a:pt x="12" y="73"/>
                      </a:cubicBezTo>
                      <a:cubicBezTo>
                        <a:pt x="13" y="74"/>
                        <a:pt x="13" y="74"/>
                        <a:pt x="14" y="74"/>
                      </a:cubicBezTo>
                      <a:cubicBezTo>
                        <a:pt x="16" y="77"/>
                        <a:pt x="19" y="78"/>
                        <a:pt x="21" y="80"/>
                      </a:cubicBezTo>
                      <a:cubicBezTo>
                        <a:pt x="22" y="80"/>
                        <a:pt x="22" y="81"/>
                        <a:pt x="23" y="81"/>
                      </a:cubicBezTo>
                      <a:cubicBezTo>
                        <a:pt x="24" y="82"/>
                        <a:pt x="26" y="82"/>
                        <a:pt x="27" y="83"/>
                      </a:cubicBezTo>
                      <a:cubicBezTo>
                        <a:pt x="27" y="83"/>
                        <a:pt x="28" y="83"/>
                        <a:pt x="29" y="83"/>
                      </a:cubicBezTo>
                      <a:cubicBezTo>
                        <a:pt x="33" y="85"/>
                        <a:pt x="38" y="86"/>
                        <a:pt x="42" y="86"/>
                      </a:cubicBezTo>
                      <a:cubicBezTo>
                        <a:pt x="43" y="86"/>
                        <a:pt x="44" y="86"/>
                        <a:pt x="45" y="85"/>
                      </a:cubicBezTo>
                      <a:cubicBezTo>
                        <a:pt x="45" y="72"/>
                        <a:pt x="45" y="72"/>
                        <a:pt x="45" y="72"/>
                      </a:cubicBezTo>
                      <a:cubicBezTo>
                        <a:pt x="45" y="71"/>
                        <a:pt x="45" y="71"/>
                        <a:pt x="45" y="71"/>
                      </a:cubicBezTo>
                      <a:cubicBezTo>
                        <a:pt x="44" y="70"/>
                        <a:pt x="44" y="69"/>
                        <a:pt x="43" y="68"/>
                      </a:cubicBezTo>
                      <a:cubicBezTo>
                        <a:pt x="43" y="68"/>
                        <a:pt x="43" y="67"/>
                        <a:pt x="42" y="67"/>
                      </a:cubicBezTo>
                      <a:cubicBezTo>
                        <a:pt x="42" y="67"/>
                        <a:pt x="42" y="66"/>
                        <a:pt x="42" y="66"/>
                      </a:cubicBezTo>
                      <a:cubicBezTo>
                        <a:pt x="41" y="66"/>
                        <a:pt x="41" y="65"/>
                        <a:pt x="41" y="65"/>
                      </a:cubicBezTo>
                      <a:cubicBezTo>
                        <a:pt x="41" y="64"/>
                        <a:pt x="42" y="64"/>
                        <a:pt x="42" y="64"/>
                      </a:cubicBezTo>
                      <a:cubicBezTo>
                        <a:pt x="42" y="63"/>
                        <a:pt x="42" y="63"/>
                        <a:pt x="42" y="63"/>
                      </a:cubicBezTo>
                      <a:cubicBezTo>
                        <a:pt x="41" y="62"/>
                        <a:pt x="42" y="62"/>
                        <a:pt x="42" y="61"/>
                      </a:cubicBezTo>
                      <a:cubicBezTo>
                        <a:pt x="42" y="61"/>
                        <a:pt x="42" y="61"/>
                        <a:pt x="42" y="60"/>
                      </a:cubicBezTo>
                      <a:cubicBezTo>
                        <a:pt x="42" y="60"/>
                        <a:pt x="43" y="60"/>
                        <a:pt x="43" y="60"/>
                      </a:cubicBezTo>
                      <a:cubicBezTo>
                        <a:pt x="43" y="60"/>
                        <a:pt x="43" y="59"/>
                        <a:pt x="43" y="59"/>
                      </a:cubicBezTo>
                      <a:cubicBezTo>
                        <a:pt x="44" y="59"/>
                        <a:pt x="44" y="58"/>
                        <a:pt x="44" y="58"/>
                      </a:cubicBezTo>
                      <a:cubicBezTo>
                        <a:pt x="45" y="58"/>
                        <a:pt x="45" y="56"/>
                        <a:pt x="44" y="55"/>
                      </a:cubicBezTo>
                      <a:cubicBezTo>
                        <a:pt x="44" y="55"/>
                        <a:pt x="44" y="55"/>
                        <a:pt x="44" y="55"/>
                      </a:cubicBezTo>
                      <a:cubicBezTo>
                        <a:pt x="44" y="54"/>
                        <a:pt x="44" y="53"/>
                        <a:pt x="43" y="53"/>
                      </a:cubicBezTo>
                      <a:cubicBezTo>
                        <a:pt x="43" y="53"/>
                        <a:pt x="43" y="54"/>
                        <a:pt x="42" y="54"/>
                      </a:cubicBezTo>
                      <a:cubicBezTo>
                        <a:pt x="42" y="54"/>
                        <a:pt x="42" y="55"/>
                        <a:pt x="42" y="55"/>
                      </a:cubicBezTo>
                      <a:cubicBezTo>
                        <a:pt x="41" y="55"/>
                        <a:pt x="41" y="54"/>
                        <a:pt x="41" y="54"/>
                      </a:cubicBezTo>
                      <a:cubicBezTo>
                        <a:pt x="40" y="54"/>
                        <a:pt x="40" y="54"/>
                        <a:pt x="40" y="54"/>
                      </a:cubicBezTo>
                      <a:cubicBezTo>
                        <a:pt x="39" y="54"/>
                        <a:pt x="39" y="53"/>
                        <a:pt x="39" y="53"/>
                      </a:cubicBezTo>
                      <a:cubicBezTo>
                        <a:pt x="38" y="53"/>
                        <a:pt x="38" y="53"/>
                        <a:pt x="38" y="52"/>
                      </a:cubicBezTo>
                      <a:cubicBezTo>
                        <a:pt x="38" y="52"/>
                        <a:pt x="38" y="52"/>
                        <a:pt x="38" y="51"/>
                      </a:cubicBezTo>
                      <a:cubicBezTo>
                        <a:pt x="37" y="51"/>
                        <a:pt x="37" y="50"/>
                        <a:pt x="36" y="50"/>
                      </a:cubicBezTo>
                      <a:cubicBezTo>
                        <a:pt x="36" y="50"/>
                        <a:pt x="35" y="50"/>
                        <a:pt x="35" y="50"/>
                      </a:cubicBezTo>
                      <a:cubicBezTo>
                        <a:pt x="35" y="49"/>
                        <a:pt x="34" y="49"/>
                        <a:pt x="34" y="49"/>
                      </a:cubicBezTo>
                      <a:cubicBezTo>
                        <a:pt x="34" y="49"/>
                        <a:pt x="34" y="49"/>
                        <a:pt x="33" y="49"/>
                      </a:cubicBezTo>
                      <a:cubicBezTo>
                        <a:pt x="32" y="49"/>
                        <a:pt x="32" y="47"/>
                        <a:pt x="31" y="47"/>
                      </a:cubicBezTo>
                      <a:cubicBezTo>
                        <a:pt x="30" y="47"/>
                        <a:pt x="30" y="48"/>
                        <a:pt x="29" y="48"/>
                      </a:cubicBezTo>
                      <a:cubicBezTo>
                        <a:pt x="29" y="48"/>
                        <a:pt x="28" y="47"/>
                        <a:pt x="28" y="47"/>
                      </a:cubicBezTo>
                      <a:cubicBezTo>
                        <a:pt x="27" y="47"/>
                        <a:pt x="27" y="47"/>
                        <a:pt x="26" y="46"/>
                      </a:cubicBezTo>
                      <a:cubicBezTo>
                        <a:pt x="26" y="46"/>
                        <a:pt x="25" y="46"/>
                        <a:pt x="25" y="46"/>
                      </a:cubicBezTo>
                      <a:cubicBezTo>
                        <a:pt x="25" y="46"/>
                        <a:pt x="25" y="46"/>
                        <a:pt x="24" y="46"/>
                      </a:cubicBezTo>
                      <a:cubicBezTo>
                        <a:pt x="24" y="45"/>
                        <a:pt x="24" y="45"/>
                        <a:pt x="23" y="45"/>
                      </a:cubicBezTo>
                      <a:cubicBezTo>
                        <a:pt x="23" y="45"/>
                        <a:pt x="23" y="44"/>
                        <a:pt x="23" y="44"/>
                      </a:cubicBezTo>
                      <a:cubicBezTo>
                        <a:pt x="23" y="44"/>
                        <a:pt x="23" y="43"/>
                        <a:pt x="23" y="43"/>
                      </a:cubicBezTo>
                      <a:cubicBezTo>
                        <a:pt x="23" y="42"/>
                        <a:pt x="22" y="41"/>
                        <a:pt x="22" y="40"/>
                      </a:cubicBezTo>
                      <a:cubicBezTo>
                        <a:pt x="21" y="40"/>
                        <a:pt x="21" y="40"/>
                        <a:pt x="21" y="39"/>
                      </a:cubicBezTo>
                      <a:cubicBezTo>
                        <a:pt x="21" y="39"/>
                        <a:pt x="21" y="39"/>
                        <a:pt x="21" y="38"/>
                      </a:cubicBezTo>
                      <a:cubicBezTo>
                        <a:pt x="20" y="38"/>
                        <a:pt x="20" y="38"/>
                        <a:pt x="20" y="37"/>
                      </a:cubicBezTo>
                      <a:cubicBezTo>
                        <a:pt x="19" y="37"/>
                        <a:pt x="19" y="37"/>
                        <a:pt x="19" y="36"/>
                      </a:cubicBezTo>
                      <a:cubicBezTo>
                        <a:pt x="19" y="36"/>
                        <a:pt x="19" y="35"/>
                        <a:pt x="19" y="35"/>
                      </a:cubicBezTo>
                      <a:cubicBezTo>
                        <a:pt x="19" y="34"/>
                        <a:pt x="17" y="34"/>
                        <a:pt x="18" y="35"/>
                      </a:cubicBezTo>
                      <a:cubicBezTo>
                        <a:pt x="18" y="36"/>
                        <a:pt x="18" y="36"/>
                        <a:pt x="18" y="36"/>
                      </a:cubicBezTo>
                      <a:cubicBezTo>
                        <a:pt x="18" y="37"/>
                        <a:pt x="18" y="37"/>
                        <a:pt x="18" y="37"/>
                      </a:cubicBezTo>
                      <a:cubicBezTo>
                        <a:pt x="19" y="38"/>
                        <a:pt x="19" y="38"/>
                        <a:pt x="19" y="38"/>
                      </a:cubicBezTo>
                      <a:cubicBezTo>
                        <a:pt x="19" y="39"/>
                        <a:pt x="19" y="40"/>
                        <a:pt x="19" y="40"/>
                      </a:cubicBezTo>
                      <a:cubicBezTo>
                        <a:pt x="20" y="40"/>
                        <a:pt x="20" y="41"/>
                        <a:pt x="20" y="41"/>
                      </a:cubicBezTo>
                      <a:cubicBezTo>
                        <a:pt x="19" y="41"/>
                        <a:pt x="19" y="41"/>
                        <a:pt x="19" y="41"/>
                      </a:cubicBezTo>
                      <a:cubicBezTo>
                        <a:pt x="19" y="41"/>
                        <a:pt x="18" y="40"/>
                        <a:pt x="18" y="40"/>
                      </a:cubicBezTo>
                      <a:cubicBezTo>
                        <a:pt x="18" y="40"/>
                        <a:pt x="18" y="39"/>
                        <a:pt x="18" y="39"/>
                      </a:cubicBezTo>
                      <a:cubicBezTo>
                        <a:pt x="18" y="38"/>
                        <a:pt x="17" y="38"/>
                        <a:pt x="17" y="38"/>
                      </a:cubicBezTo>
                      <a:cubicBezTo>
                        <a:pt x="17" y="37"/>
                        <a:pt x="17" y="37"/>
                        <a:pt x="17" y="37"/>
                      </a:cubicBezTo>
                      <a:cubicBezTo>
                        <a:pt x="17" y="36"/>
                        <a:pt x="17" y="36"/>
                        <a:pt x="17" y="36"/>
                      </a:cubicBezTo>
                      <a:cubicBezTo>
                        <a:pt x="16" y="35"/>
                        <a:pt x="16" y="35"/>
                        <a:pt x="16" y="34"/>
                      </a:cubicBezTo>
                      <a:cubicBezTo>
                        <a:pt x="16" y="34"/>
                        <a:pt x="16" y="33"/>
                        <a:pt x="16" y="33"/>
                      </a:cubicBezTo>
                      <a:cubicBezTo>
                        <a:pt x="16" y="33"/>
                        <a:pt x="16" y="32"/>
                        <a:pt x="15" y="32"/>
                      </a:cubicBezTo>
                      <a:cubicBezTo>
                        <a:pt x="15" y="32"/>
                        <a:pt x="15" y="32"/>
                        <a:pt x="14" y="32"/>
                      </a:cubicBezTo>
                      <a:cubicBezTo>
                        <a:pt x="14" y="31"/>
                        <a:pt x="14" y="31"/>
                        <a:pt x="14" y="30"/>
                      </a:cubicBezTo>
                      <a:cubicBezTo>
                        <a:pt x="14" y="30"/>
                        <a:pt x="14" y="29"/>
                        <a:pt x="14" y="29"/>
                      </a:cubicBezTo>
                      <a:cubicBezTo>
                        <a:pt x="14" y="28"/>
                        <a:pt x="14" y="27"/>
                        <a:pt x="14" y="27"/>
                      </a:cubicBezTo>
                      <a:cubicBezTo>
                        <a:pt x="14" y="26"/>
                        <a:pt x="15" y="26"/>
                        <a:pt x="15" y="26"/>
                      </a:cubicBezTo>
                      <a:cubicBezTo>
                        <a:pt x="15" y="25"/>
                        <a:pt x="15" y="25"/>
                        <a:pt x="15" y="25"/>
                      </a:cubicBezTo>
                      <a:cubicBezTo>
                        <a:pt x="16" y="24"/>
                        <a:pt x="16" y="24"/>
                        <a:pt x="17" y="23"/>
                      </a:cubicBezTo>
                      <a:cubicBezTo>
                        <a:pt x="17" y="22"/>
                        <a:pt x="18" y="22"/>
                        <a:pt x="18" y="21"/>
                      </a:cubicBezTo>
                      <a:cubicBezTo>
                        <a:pt x="18" y="21"/>
                        <a:pt x="19" y="20"/>
                        <a:pt x="19" y="20"/>
                      </a:cubicBezTo>
                      <a:cubicBezTo>
                        <a:pt x="19" y="19"/>
                        <a:pt x="18" y="19"/>
                        <a:pt x="18" y="19"/>
                      </a:cubicBezTo>
                      <a:cubicBezTo>
                        <a:pt x="18" y="18"/>
                        <a:pt x="18" y="18"/>
                        <a:pt x="18" y="18"/>
                      </a:cubicBezTo>
                      <a:cubicBezTo>
                        <a:pt x="19" y="18"/>
                        <a:pt x="19" y="17"/>
                        <a:pt x="19" y="17"/>
                      </a:cubicBezTo>
                      <a:cubicBezTo>
                        <a:pt x="19" y="17"/>
                        <a:pt x="18" y="16"/>
                        <a:pt x="18" y="16"/>
                      </a:cubicBezTo>
                      <a:cubicBezTo>
                        <a:pt x="19" y="15"/>
                        <a:pt x="19" y="15"/>
                        <a:pt x="19" y="15"/>
                      </a:cubicBezTo>
                      <a:cubicBezTo>
                        <a:pt x="19" y="14"/>
                        <a:pt x="18" y="15"/>
                        <a:pt x="18" y="15"/>
                      </a:cubicBezTo>
                      <a:cubicBezTo>
                        <a:pt x="17" y="14"/>
                        <a:pt x="18" y="14"/>
                        <a:pt x="18" y="14"/>
                      </a:cubicBezTo>
                      <a:cubicBezTo>
                        <a:pt x="18" y="13"/>
                        <a:pt x="18" y="13"/>
                        <a:pt x="18" y="13"/>
                      </a:cubicBezTo>
                      <a:cubicBezTo>
                        <a:pt x="18" y="13"/>
                        <a:pt x="18" y="12"/>
                        <a:pt x="18" y="12"/>
                      </a:cubicBezTo>
                      <a:cubicBezTo>
                        <a:pt x="18" y="12"/>
                        <a:pt x="18" y="12"/>
                        <a:pt x="17" y="11"/>
                      </a:cubicBezTo>
                      <a:cubicBezTo>
                        <a:pt x="22" y="7"/>
                        <a:pt x="29" y="4"/>
                        <a:pt x="35" y="3"/>
                      </a:cubicBezTo>
                      <a:cubicBezTo>
                        <a:pt x="35" y="3"/>
                        <a:pt x="35" y="3"/>
                        <a:pt x="35" y="3"/>
                      </a:cubicBezTo>
                      <a:cubicBezTo>
                        <a:pt x="35" y="3"/>
                        <a:pt x="35" y="4"/>
                        <a:pt x="36" y="4"/>
                      </a:cubicBezTo>
                      <a:cubicBezTo>
                        <a:pt x="36" y="3"/>
                        <a:pt x="36" y="4"/>
                        <a:pt x="37" y="4"/>
                      </a:cubicBezTo>
                      <a:cubicBezTo>
                        <a:pt x="37" y="4"/>
                        <a:pt x="38" y="3"/>
                        <a:pt x="38" y="3"/>
                      </a:cubicBezTo>
                      <a:cubicBezTo>
                        <a:pt x="39" y="4"/>
                        <a:pt x="40" y="4"/>
                        <a:pt x="41" y="4"/>
                      </a:cubicBezTo>
                      <a:cubicBezTo>
                        <a:pt x="41" y="4"/>
                        <a:pt x="41" y="4"/>
                        <a:pt x="41" y="3"/>
                      </a:cubicBezTo>
                      <a:cubicBezTo>
                        <a:pt x="41" y="3"/>
                        <a:pt x="41" y="3"/>
                        <a:pt x="41" y="3"/>
                      </a:cubicBezTo>
                      <a:cubicBezTo>
                        <a:pt x="42" y="3"/>
                        <a:pt x="42" y="3"/>
                        <a:pt x="42" y="3"/>
                      </a:cubicBezTo>
                      <a:cubicBezTo>
                        <a:pt x="43" y="3"/>
                        <a:pt x="44" y="3"/>
                        <a:pt x="45" y="3"/>
                      </a:cubicBezTo>
                      <a:cubicBezTo>
                        <a:pt x="45" y="0"/>
                        <a:pt x="45" y="0"/>
                        <a:pt x="45" y="0"/>
                      </a:cubicBezTo>
                      <a:cubicBezTo>
                        <a:pt x="45" y="0"/>
                        <a:pt x="44" y="0"/>
                        <a:pt x="43" y="0"/>
                      </a:cubicBezTo>
                      <a:cubicBezTo>
                        <a:pt x="43" y="0"/>
                        <a:pt x="43" y="0"/>
                        <a:pt x="42" y="0"/>
                      </a:cubicBezTo>
                      <a:cubicBezTo>
                        <a:pt x="42" y="0"/>
                        <a:pt x="42" y="0"/>
                        <a:pt x="41" y="0"/>
                      </a:cubicBezTo>
                      <a:cubicBezTo>
                        <a:pt x="37" y="0"/>
                        <a:pt x="33" y="1"/>
                        <a:pt x="29" y="3"/>
                      </a:cubicBezTo>
                      <a:cubicBezTo>
                        <a:pt x="28" y="3"/>
                        <a:pt x="27" y="3"/>
                        <a:pt x="27" y="3"/>
                      </a:cubicBezTo>
                      <a:cubicBezTo>
                        <a:pt x="27" y="3"/>
                        <a:pt x="26" y="3"/>
                        <a:pt x="26" y="3"/>
                      </a:cubicBezTo>
                      <a:cubicBezTo>
                        <a:pt x="26" y="4"/>
                        <a:pt x="25" y="4"/>
                        <a:pt x="25" y="4"/>
                      </a:cubicBezTo>
                      <a:cubicBezTo>
                        <a:pt x="24" y="4"/>
                        <a:pt x="24" y="5"/>
                        <a:pt x="23" y="5"/>
                      </a:cubicBezTo>
                      <a:cubicBezTo>
                        <a:pt x="22" y="5"/>
                        <a:pt x="22" y="6"/>
                        <a:pt x="21" y="6"/>
                      </a:cubicBezTo>
                      <a:cubicBezTo>
                        <a:pt x="19" y="7"/>
                        <a:pt x="17" y="9"/>
                        <a:pt x="15" y="11"/>
                      </a:cubicBezTo>
                      <a:cubicBezTo>
                        <a:pt x="14" y="11"/>
                        <a:pt x="14" y="11"/>
                        <a:pt x="14" y="11"/>
                      </a:cubicBezTo>
                      <a:cubicBezTo>
                        <a:pt x="13" y="12"/>
                        <a:pt x="13" y="12"/>
                        <a:pt x="12" y="13"/>
                      </a:cubicBezTo>
                      <a:cubicBezTo>
                        <a:pt x="12" y="13"/>
                        <a:pt x="11" y="14"/>
                        <a:pt x="11" y="14"/>
                      </a:cubicBezTo>
                      <a:cubicBezTo>
                        <a:pt x="10" y="15"/>
                        <a:pt x="10" y="16"/>
                        <a:pt x="9" y="17"/>
                      </a:cubicBezTo>
                      <a:cubicBezTo>
                        <a:pt x="8" y="18"/>
                        <a:pt x="7" y="20"/>
                        <a:pt x="5" y="22"/>
                      </a:cubicBezTo>
                      <a:cubicBezTo>
                        <a:pt x="5" y="22"/>
                        <a:pt x="5" y="23"/>
                        <a:pt x="5" y="23"/>
                      </a:cubicBezTo>
                      <a:cubicBezTo>
                        <a:pt x="4" y="24"/>
                        <a:pt x="4" y="24"/>
                        <a:pt x="4" y="24"/>
                      </a:cubicBezTo>
                      <a:cubicBezTo>
                        <a:pt x="4" y="25"/>
                        <a:pt x="3" y="26"/>
                        <a:pt x="3" y="27"/>
                      </a:cubicBezTo>
                      <a:cubicBezTo>
                        <a:pt x="3" y="28"/>
                        <a:pt x="3" y="28"/>
                        <a:pt x="2" y="28"/>
                      </a:cubicBezTo>
                      <a:cubicBezTo>
                        <a:pt x="2" y="30"/>
                        <a:pt x="2" y="31"/>
                        <a:pt x="1" y="32"/>
                      </a:cubicBezTo>
                      <a:cubicBezTo>
                        <a:pt x="1" y="33"/>
                        <a:pt x="1" y="34"/>
                        <a:pt x="1" y="34"/>
                      </a:cubicBezTo>
                      <a:close/>
                      <a:moveTo>
                        <a:pt x="45" y="34"/>
                      </a:moveTo>
                      <a:cubicBezTo>
                        <a:pt x="45" y="53"/>
                        <a:pt x="45" y="53"/>
                        <a:pt x="45" y="53"/>
                      </a:cubicBezTo>
                      <a:cubicBezTo>
                        <a:pt x="45" y="54"/>
                        <a:pt x="45" y="54"/>
                        <a:pt x="45" y="54"/>
                      </a:cubicBezTo>
                      <a:cubicBezTo>
                        <a:pt x="45" y="54"/>
                        <a:pt x="44" y="53"/>
                        <a:pt x="44" y="53"/>
                      </a:cubicBezTo>
                      <a:cubicBezTo>
                        <a:pt x="43" y="53"/>
                        <a:pt x="42" y="53"/>
                        <a:pt x="41" y="53"/>
                      </a:cubicBezTo>
                      <a:cubicBezTo>
                        <a:pt x="41" y="53"/>
                        <a:pt x="40" y="52"/>
                        <a:pt x="40" y="51"/>
                      </a:cubicBezTo>
                      <a:cubicBezTo>
                        <a:pt x="40" y="51"/>
                        <a:pt x="40" y="50"/>
                        <a:pt x="40" y="50"/>
                      </a:cubicBezTo>
                      <a:cubicBezTo>
                        <a:pt x="40" y="49"/>
                        <a:pt x="40" y="49"/>
                        <a:pt x="40" y="49"/>
                      </a:cubicBezTo>
                      <a:cubicBezTo>
                        <a:pt x="40" y="48"/>
                        <a:pt x="40" y="48"/>
                        <a:pt x="39" y="47"/>
                      </a:cubicBezTo>
                      <a:cubicBezTo>
                        <a:pt x="38" y="47"/>
                        <a:pt x="37" y="48"/>
                        <a:pt x="36" y="47"/>
                      </a:cubicBezTo>
                      <a:cubicBezTo>
                        <a:pt x="36" y="47"/>
                        <a:pt x="36" y="47"/>
                        <a:pt x="36" y="47"/>
                      </a:cubicBezTo>
                      <a:cubicBezTo>
                        <a:pt x="37" y="46"/>
                        <a:pt x="36" y="46"/>
                        <a:pt x="37" y="46"/>
                      </a:cubicBezTo>
                      <a:cubicBezTo>
                        <a:pt x="37" y="46"/>
                        <a:pt x="37" y="45"/>
                        <a:pt x="37" y="45"/>
                      </a:cubicBezTo>
                      <a:cubicBezTo>
                        <a:pt x="37" y="45"/>
                        <a:pt x="37" y="45"/>
                        <a:pt x="37" y="44"/>
                      </a:cubicBezTo>
                      <a:cubicBezTo>
                        <a:pt x="37" y="44"/>
                        <a:pt x="38" y="44"/>
                        <a:pt x="38" y="44"/>
                      </a:cubicBezTo>
                      <a:cubicBezTo>
                        <a:pt x="38" y="43"/>
                        <a:pt x="38" y="43"/>
                        <a:pt x="37" y="43"/>
                      </a:cubicBezTo>
                      <a:cubicBezTo>
                        <a:pt x="37" y="43"/>
                        <a:pt x="36" y="43"/>
                        <a:pt x="36" y="43"/>
                      </a:cubicBezTo>
                      <a:cubicBezTo>
                        <a:pt x="35" y="43"/>
                        <a:pt x="35" y="45"/>
                        <a:pt x="34" y="45"/>
                      </a:cubicBezTo>
                      <a:cubicBezTo>
                        <a:pt x="34" y="45"/>
                        <a:pt x="33" y="45"/>
                        <a:pt x="33" y="45"/>
                      </a:cubicBezTo>
                      <a:cubicBezTo>
                        <a:pt x="32" y="45"/>
                        <a:pt x="32" y="45"/>
                        <a:pt x="32" y="45"/>
                      </a:cubicBezTo>
                      <a:cubicBezTo>
                        <a:pt x="31" y="45"/>
                        <a:pt x="31" y="45"/>
                        <a:pt x="30" y="45"/>
                      </a:cubicBezTo>
                      <a:cubicBezTo>
                        <a:pt x="30" y="45"/>
                        <a:pt x="30" y="43"/>
                        <a:pt x="30" y="43"/>
                      </a:cubicBezTo>
                      <a:cubicBezTo>
                        <a:pt x="29" y="42"/>
                        <a:pt x="30" y="41"/>
                        <a:pt x="30" y="40"/>
                      </a:cubicBezTo>
                      <a:cubicBezTo>
                        <a:pt x="30" y="40"/>
                        <a:pt x="30" y="39"/>
                        <a:pt x="30" y="39"/>
                      </a:cubicBezTo>
                      <a:cubicBezTo>
                        <a:pt x="31" y="39"/>
                        <a:pt x="30" y="38"/>
                        <a:pt x="31" y="38"/>
                      </a:cubicBezTo>
                      <a:cubicBezTo>
                        <a:pt x="31" y="37"/>
                        <a:pt x="32" y="37"/>
                        <a:pt x="32" y="37"/>
                      </a:cubicBezTo>
                      <a:cubicBezTo>
                        <a:pt x="33" y="36"/>
                        <a:pt x="33" y="36"/>
                        <a:pt x="34" y="36"/>
                      </a:cubicBezTo>
                      <a:cubicBezTo>
                        <a:pt x="35" y="36"/>
                        <a:pt x="35" y="36"/>
                        <a:pt x="36" y="36"/>
                      </a:cubicBezTo>
                      <a:cubicBezTo>
                        <a:pt x="36" y="36"/>
                        <a:pt x="36" y="36"/>
                        <a:pt x="36" y="36"/>
                      </a:cubicBezTo>
                      <a:cubicBezTo>
                        <a:pt x="37" y="36"/>
                        <a:pt x="37" y="36"/>
                        <a:pt x="38" y="35"/>
                      </a:cubicBezTo>
                      <a:cubicBezTo>
                        <a:pt x="39" y="35"/>
                        <a:pt x="39" y="35"/>
                        <a:pt x="40" y="35"/>
                      </a:cubicBezTo>
                      <a:cubicBezTo>
                        <a:pt x="40" y="35"/>
                        <a:pt x="41" y="36"/>
                        <a:pt x="41" y="36"/>
                      </a:cubicBezTo>
                      <a:cubicBezTo>
                        <a:pt x="41" y="36"/>
                        <a:pt x="42" y="35"/>
                        <a:pt x="42" y="36"/>
                      </a:cubicBezTo>
                      <a:cubicBezTo>
                        <a:pt x="42" y="36"/>
                        <a:pt x="43" y="36"/>
                        <a:pt x="43" y="36"/>
                      </a:cubicBezTo>
                      <a:cubicBezTo>
                        <a:pt x="43" y="37"/>
                        <a:pt x="42" y="37"/>
                        <a:pt x="43" y="38"/>
                      </a:cubicBezTo>
                      <a:cubicBezTo>
                        <a:pt x="43" y="38"/>
                        <a:pt x="44" y="38"/>
                        <a:pt x="44" y="38"/>
                      </a:cubicBezTo>
                      <a:cubicBezTo>
                        <a:pt x="45" y="38"/>
                        <a:pt x="44" y="38"/>
                        <a:pt x="44" y="37"/>
                      </a:cubicBezTo>
                      <a:cubicBezTo>
                        <a:pt x="44" y="37"/>
                        <a:pt x="44" y="37"/>
                        <a:pt x="44" y="36"/>
                      </a:cubicBezTo>
                      <a:cubicBezTo>
                        <a:pt x="44" y="36"/>
                        <a:pt x="44" y="36"/>
                        <a:pt x="44" y="36"/>
                      </a:cubicBezTo>
                      <a:cubicBezTo>
                        <a:pt x="44" y="35"/>
                        <a:pt x="45" y="34"/>
                        <a:pt x="45" y="3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48" name="Freeform 582"/>
                <p:cNvSpPr>
                  <a:spLocks/>
                </p:cNvSpPr>
                <p:nvPr/>
              </p:nvSpPr>
              <p:spPr bwMode="auto">
                <a:xfrm>
                  <a:off x="2569358" y="2646188"/>
                  <a:ext cx="137246" cy="388456"/>
                </a:xfrm>
                <a:custGeom>
                  <a:avLst/>
                  <a:gdLst>
                    <a:gd name="T0" fmla="*/ 4 w 31"/>
                    <a:gd name="T1" fmla="*/ 11 h 88"/>
                    <a:gd name="T2" fmla="*/ 1 w 31"/>
                    <a:gd name="T3" fmla="*/ 22 h 88"/>
                    <a:gd name="T4" fmla="*/ 3 w 31"/>
                    <a:gd name="T5" fmla="*/ 31 h 88"/>
                    <a:gd name="T6" fmla="*/ 11 w 31"/>
                    <a:gd name="T7" fmla="*/ 40 h 88"/>
                    <a:gd name="T8" fmla="*/ 11 w 31"/>
                    <a:gd name="T9" fmla="*/ 88 h 88"/>
                    <a:gd name="T10" fmla="*/ 20 w 31"/>
                    <a:gd name="T11" fmla="*/ 88 h 88"/>
                    <a:gd name="T12" fmla="*/ 20 w 31"/>
                    <a:gd name="T13" fmla="*/ 40 h 88"/>
                    <a:gd name="T14" fmla="*/ 28 w 31"/>
                    <a:gd name="T15" fmla="*/ 31 h 88"/>
                    <a:gd name="T16" fmla="*/ 30 w 31"/>
                    <a:gd name="T17" fmla="*/ 22 h 88"/>
                    <a:gd name="T18" fmla="*/ 27 w 31"/>
                    <a:gd name="T19" fmla="*/ 11 h 88"/>
                    <a:gd name="T20" fmla="*/ 20 w 31"/>
                    <a:gd name="T21" fmla="*/ 0 h 88"/>
                    <a:gd name="T22" fmla="*/ 23 w 31"/>
                    <a:gd name="T23" fmla="*/ 21 h 88"/>
                    <a:gd name="T24" fmla="*/ 20 w 31"/>
                    <a:gd name="T25" fmla="*/ 21 h 88"/>
                    <a:gd name="T26" fmla="*/ 18 w 31"/>
                    <a:gd name="T27" fmla="*/ 0 h 88"/>
                    <a:gd name="T28" fmla="*/ 15 w 31"/>
                    <a:gd name="T29" fmla="*/ 0 h 88"/>
                    <a:gd name="T30" fmla="*/ 13 w 31"/>
                    <a:gd name="T31" fmla="*/ 0 h 88"/>
                    <a:gd name="T32" fmla="*/ 11 w 31"/>
                    <a:gd name="T33" fmla="*/ 21 h 88"/>
                    <a:gd name="T34" fmla="*/ 8 w 31"/>
                    <a:gd name="T35" fmla="*/ 21 h 88"/>
                    <a:gd name="T36" fmla="*/ 10 w 31"/>
                    <a:gd name="T37" fmla="*/ 0 h 88"/>
                    <a:gd name="T38" fmla="*/ 4 w 31"/>
                    <a:gd name="T39" fmla="*/ 11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1" h="88">
                      <a:moveTo>
                        <a:pt x="4" y="11"/>
                      </a:moveTo>
                      <a:cubicBezTo>
                        <a:pt x="2" y="14"/>
                        <a:pt x="1" y="18"/>
                        <a:pt x="1" y="22"/>
                      </a:cubicBezTo>
                      <a:cubicBezTo>
                        <a:pt x="0" y="25"/>
                        <a:pt x="1" y="28"/>
                        <a:pt x="3" y="31"/>
                      </a:cubicBezTo>
                      <a:cubicBezTo>
                        <a:pt x="4" y="34"/>
                        <a:pt x="8" y="38"/>
                        <a:pt x="11" y="40"/>
                      </a:cubicBezTo>
                      <a:cubicBezTo>
                        <a:pt x="11" y="88"/>
                        <a:pt x="11" y="88"/>
                        <a:pt x="11" y="88"/>
                      </a:cubicBezTo>
                      <a:cubicBezTo>
                        <a:pt x="20" y="88"/>
                        <a:pt x="20" y="88"/>
                        <a:pt x="20" y="88"/>
                      </a:cubicBezTo>
                      <a:cubicBezTo>
                        <a:pt x="20" y="40"/>
                        <a:pt x="20" y="40"/>
                        <a:pt x="20" y="40"/>
                      </a:cubicBezTo>
                      <a:cubicBezTo>
                        <a:pt x="23" y="38"/>
                        <a:pt x="26" y="34"/>
                        <a:pt x="28" y="31"/>
                      </a:cubicBezTo>
                      <a:cubicBezTo>
                        <a:pt x="30" y="28"/>
                        <a:pt x="31" y="25"/>
                        <a:pt x="30" y="22"/>
                      </a:cubicBezTo>
                      <a:cubicBezTo>
                        <a:pt x="30" y="18"/>
                        <a:pt x="28" y="14"/>
                        <a:pt x="27" y="11"/>
                      </a:cubicBezTo>
                      <a:cubicBezTo>
                        <a:pt x="26" y="8"/>
                        <a:pt x="24" y="1"/>
                        <a:pt x="20" y="0"/>
                      </a:cubicBezTo>
                      <a:cubicBezTo>
                        <a:pt x="23" y="21"/>
                        <a:pt x="23" y="21"/>
                        <a:pt x="23" y="21"/>
                      </a:cubicBezTo>
                      <a:cubicBezTo>
                        <a:pt x="20" y="21"/>
                        <a:pt x="20" y="21"/>
                        <a:pt x="20" y="21"/>
                      </a:cubicBezTo>
                      <a:cubicBezTo>
                        <a:pt x="18" y="0"/>
                        <a:pt x="18" y="0"/>
                        <a:pt x="18" y="0"/>
                      </a:cubicBezTo>
                      <a:cubicBezTo>
                        <a:pt x="15" y="0"/>
                        <a:pt x="15" y="0"/>
                        <a:pt x="15" y="0"/>
                      </a:cubicBezTo>
                      <a:cubicBezTo>
                        <a:pt x="13" y="0"/>
                        <a:pt x="13" y="0"/>
                        <a:pt x="13" y="0"/>
                      </a:cubicBezTo>
                      <a:cubicBezTo>
                        <a:pt x="11" y="21"/>
                        <a:pt x="11" y="21"/>
                        <a:pt x="11" y="21"/>
                      </a:cubicBezTo>
                      <a:cubicBezTo>
                        <a:pt x="8" y="21"/>
                        <a:pt x="8" y="21"/>
                        <a:pt x="8" y="21"/>
                      </a:cubicBezTo>
                      <a:cubicBezTo>
                        <a:pt x="10" y="0"/>
                        <a:pt x="10" y="0"/>
                        <a:pt x="10" y="0"/>
                      </a:cubicBezTo>
                      <a:cubicBezTo>
                        <a:pt x="7" y="1"/>
                        <a:pt x="5" y="8"/>
                        <a:pt x="4"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49" name="Freeform 583"/>
                <p:cNvSpPr>
                  <a:spLocks/>
                </p:cNvSpPr>
                <p:nvPr/>
              </p:nvSpPr>
              <p:spPr bwMode="auto">
                <a:xfrm>
                  <a:off x="2745817" y="2636385"/>
                  <a:ext cx="140922" cy="398259"/>
                </a:xfrm>
                <a:custGeom>
                  <a:avLst/>
                  <a:gdLst>
                    <a:gd name="T0" fmla="*/ 20 w 32"/>
                    <a:gd name="T1" fmla="*/ 90 h 90"/>
                    <a:gd name="T2" fmla="*/ 20 w 32"/>
                    <a:gd name="T3" fmla="*/ 43 h 90"/>
                    <a:gd name="T4" fmla="*/ 32 w 32"/>
                    <a:gd name="T5" fmla="*/ 24 h 90"/>
                    <a:gd name="T6" fmla="*/ 16 w 32"/>
                    <a:gd name="T7" fmla="*/ 0 h 90"/>
                    <a:gd name="T8" fmla="*/ 0 w 32"/>
                    <a:gd name="T9" fmla="*/ 24 h 90"/>
                    <a:gd name="T10" fmla="*/ 12 w 32"/>
                    <a:gd name="T11" fmla="*/ 43 h 90"/>
                    <a:gd name="T12" fmla="*/ 12 w 32"/>
                    <a:gd name="T13" fmla="*/ 90 h 90"/>
                    <a:gd name="T14" fmla="*/ 20 w 32"/>
                    <a:gd name="T15" fmla="*/ 90 h 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90">
                      <a:moveTo>
                        <a:pt x="20" y="90"/>
                      </a:moveTo>
                      <a:cubicBezTo>
                        <a:pt x="20" y="43"/>
                        <a:pt x="20" y="43"/>
                        <a:pt x="20" y="43"/>
                      </a:cubicBezTo>
                      <a:cubicBezTo>
                        <a:pt x="27" y="41"/>
                        <a:pt x="32" y="33"/>
                        <a:pt x="32" y="24"/>
                      </a:cubicBezTo>
                      <a:cubicBezTo>
                        <a:pt x="32" y="14"/>
                        <a:pt x="25" y="0"/>
                        <a:pt x="16" y="0"/>
                      </a:cubicBezTo>
                      <a:cubicBezTo>
                        <a:pt x="7" y="0"/>
                        <a:pt x="0" y="14"/>
                        <a:pt x="0" y="24"/>
                      </a:cubicBezTo>
                      <a:cubicBezTo>
                        <a:pt x="0" y="33"/>
                        <a:pt x="5" y="41"/>
                        <a:pt x="12" y="43"/>
                      </a:cubicBezTo>
                      <a:cubicBezTo>
                        <a:pt x="12" y="90"/>
                        <a:pt x="12" y="90"/>
                        <a:pt x="12" y="90"/>
                      </a:cubicBezTo>
                      <a:lnTo>
                        <a:pt x="20" y="9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50" name="Freeform 584"/>
                <p:cNvSpPr>
                  <a:spLocks/>
                </p:cNvSpPr>
                <p:nvPr/>
              </p:nvSpPr>
              <p:spPr bwMode="auto">
                <a:xfrm>
                  <a:off x="2896543" y="3078759"/>
                  <a:ext cx="162980" cy="167882"/>
                </a:xfrm>
                <a:custGeom>
                  <a:avLst/>
                  <a:gdLst>
                    <a:gd name="T0" fmla="*/ 8 w 37"/>
                    <a:gd name="T1" fmla="*/ 35 h 38"/>
                    <a:gd name="T2" fmla="*/ 18 w 37"/>
                    <a:gd name="T3" fmla="*/ 38 h 38"/>
                    <a:gd name="T4" fmla="*/ 37 w 37"/>
                    <a:gd name="T5" fmla="*/ 19 h 38"/>
                    <a:gd name="T6" fmla="*/ 18 w 37"/>
                    <a:gd name="T7" fmla="*/ 0 h 38"/>
                    <a:gd name="T8" fmla="*/ 0 w 37"/>
                    <a:gd name="T9" fmla="*/ 17 h 38"/>
                    <a:gd name="T10" fmla="*/ 18 w 37"/>
                    <a:gd name="T11" fmla="*/ 17 h 38"/>
                    <a:gd name="T12" fmla="*/ 24 w 37"/>
                    <a:gd name="T13" fmla="*/ 17 h 38"/>
                    <a:gd name="T14" fmla="*/ 20 w 37"/>
                    <a:gd name="T15" fmla="*/ 21 h 38"/>
                    <a:gd name="T16" fmla="*/ 8 w 37"/>
                    <a:gd name="T17" fmla="*/ 3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8">
                      <a:moveTo>
                        <a:pt x="8" y="35"/>
                      </a:moveTo>
                      <a:cubicBezTo>
                        <a:pt x="11" y="37"/>
                        <a:pt x="14" y="38"/>
                        <a:pt x="18" y="38"/>
                      </a:cubicBezTo>
                      <a:cubicBezTo>
                        <a:pt x="29" y="38"/>
                        <a:pt x="37" y="30"/>
                        <a:pt x="37" y="19"/>
                      </a:cubicBezTo>
                      <a:cubicBezTo>
                        <a:pt x="37" y="9"/>
                        <a:pt x="29" y="0"/>
                        <a:pt x="18" y="0"/>
                      </a:cubicBezTo>
                      <a:cubicBezTo>
                        <a:pt x="9" y="0"/>
                        <a:pt x="1" y="7"/>
                        <a:pt x="0" y="17"/>
                      </a:cubicBezTo>
                      <a:cubicBezTo>
                        <a:pt x="18" y="17"/>
                        <a:pt x="18" y="17"/>
                        <a:pt x="18" y="17"/>
                      </a:cubicBezTo>
                      <a:cubicBezTo>
                        <a:pt x="24" y="17"/>
                        <a:pt x="24" y="17"/>
                        <a:pt x="24" y="17"/>
                      </a:cubicBezTo>
                      <a:cubicBezTo>
                        <a:pt x="20" y="21"/>
                        <a:pt x="20" y="21"/>
                        <a:pt x="20" y="21"/>
                      </a:cubicBezTo>
                      <a:lnTo>
                        <a:pt x="8" y="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51" name="Freeform 585"/>
                <p:cNvSpPr>
                  <a:spLocks/>
                </p:cNvSpPr>
                <p:nvPr/>
              </p:nvSpPr>
              <p:spPr bwMode="auto">
                <a:xfrm>
                  <a:off x="2635530" y="3162087"/>
                  <a:ext cx="340665" cy="322284"/>
                </a:xfrm>
                <a:custGeom>
                  <a:avLst/>
                  <a:gdLst>
                    <a:gd name="T0" fmla="*/ 34 w 77"/>
                    <a:gd name="T1" fmla="*/ 39 h 73"/>
                    <a:gd name="T2" fmla="*/ 34 w 77"/>
                    <a:gd name="T3" fmla="*/ 41 h 73"/>
                    <a:gd name="T4" fmla="*/ 34 w 77"/>
                    <a:gd name="T5" fmla="*/ 43 h 73"/>
                    <a:gd name="T6" fmla="*/ 34 w 77"/>
                    <a:gd name="T7" fmla="*/ 67 h 73"/>
                    <a:gd name="T8" fmla="*/ 25 w 77"/>
                    <a:gd name="T9" fmla="*/ 73 h 73"/>
                    <a:gd name="T10" fmla="*/ 51 w 77"/>
                    <a:gd name="T11" fmla="*/ 73 h 73"/>
                    <a:gd name="T12" fmla="*/ 43 w 77"/>
                    <a:gd name="T13" fmla="*/ 67 h 73"/>
                    <a:gd name="T14" fmla="*/ 43 w 77"/>
                    <a:gd name="T15" fmla="*/ 43 h 73"/>
                    <a:gd name="T16" fmla="*/ 43 w 77"/>
                    <a:gd name="T17" fmla="*/ 41 h 73"/>
                    <a:gd name="T18" fmla="*/ 43 w 77"/>
                    <a:gd name="T19" fmla="*/ 39 h 73"/>
                    <a:gd name="T20" fmla="*/ 65 w 77"/>
                    <a:gd name="T21" fmla="*/ 14 h 73"/>
                    <a:gd name="T22" fmla="*/ 77 w 77"/>
                    <a:gd name="T23" fmla="*/ 0 h 73"/>
                    <a:gd name="T24" fmla="*/ 58 w 77"/>
                    <a:gd name="T25" fmla="*/ 0 h 73"/>
                    <a:gd name="T26" fmla="*/ 0 w 77"/>
                    <a:gd name="T27" fmla="*/ 0 h 73"/>
                    <a:gd name="T28" fmla="*/ 34 w 77"/>
                    <a:gd name="T29" fmla="*/ 39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7" h="73">
                      <a:moveTo>
                        <a:pt x="34" y="39"/>
                      </a:moveTo>
                      <a:cubicBezTo>
                        <a:pt x="34" y="41"/>
                        <a:pt x="34" y="41"/>
                        <a:pt x="34" y="41"/>
                      </a:cubicBezTo>
                      <a:cubicBezTo>
                        <a:pt x="34" y="43"/>
                        <a:pt x="34" y="43"/>
                        <a:pt x="34" y="43"/>
                      </a:cubicBezTo>
                      <a:cubicBezTo>
                        <a:pt x="34" y="67"/>
                        <a:pt x="34" y="67"/>
                        <a:pt x="34" y="67"/>
                      </a:cubicBezTo>
                      <a:cubicBezTo>
                        <a:pt x="29" y="68"/>
                        <a:pt x="25" y="70"/>
                        <a:pt x="25" y="73"/>
                      </a:cubicBezTo>
                      <a:cubicBezTo>
                        <a:pt x="51" y="73"/>
                        <a:pt x="51" y="73"/>
                        <a:pt x="51" y="73"/>
                      </a:cubicBezTo>
                      <a:cubicBezTo>
                        <a:pt x="51" y="70"/>
                        <a:pt x="47" y="68"/>
                        <a:pt x="43" y="67"/>
                      </a:cubicBezTo>
                      <a:cubicBezTo>
                        <a:pt x="43" y="43"/>
                        <a:pt x="43" y="43"/>
                        <a:pt x="43" y="43"/>
                      </a:cubicBezTo>
                      <a:cubicBezTo>
                        <a:pt x="43" y="41"/>
                        <a:pt x="43" y="41"/>
                        <a:pt x="43" y="41"/>
                      </a:cubicBezTo>
                      <a:cubicBezTo>
                        <a:pt x="43" y="39"/>
                        <a:pt x="43" y="39"/>
                        <a:pt x="43" y="39"/>
                      </a:cubicBezTo>
                      <a:cubicBezTo>
                        <a:pt x="65" y="14"/>
                        <a:pt x="65" y="14"/>
                        <a:pt x="65" y="14"/>
                      </a:cubicBezTo>
                      <a:cubicBezTo>
                        <a:pt x="77" y="0"/>
                        <a:pt x="77" y="0"/>
                        <a:pt x="77" y="0"/>
                      </a:cubicBezTo>
                      <a:cubicBezTo>
                        <a:pt x="58" y="0"/>
                        <a:pt x="58" y="0"/>
                        <a:pt x="58" y="0"/>
                      </a:cubicBezTo>
                      <a:cubicBezTo>
                        <a:pt x="0" y="0"/>
                        <a:pt x="0" y="0"/>
                        <a:pt x="0" y="0"/>
                      </a:cubicBezTo>
                      <a:lnTo>
                        <a:pt x="34" y="39"/>
                      </a:lnTo>
                      <a:close/>
                    </a:path>
                  </a:pathLst>
                </a:custGeom>
                <a:solidFill>
                  <a:srgbClr val="E2E2E2">
                    <a:alpha val="40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52" name="Freeform 586"/>
                <p:cNvSpPr>
                  <a:spLocks/>
                </p:cNvSpPr>
                <p:nvPr/>
              </p:nvSpPr>
              <p:spPr bwMode="auto">
                <a:xfrm>
                  <a:off x="4879261" y="892623"/>
                  <a:ext cx="366398" cy="93131"/>
                </a:xfrm>
                <a:custGeom>
                  <a:avLst/>
                  <a:gdLst>
                    <a:gd name="T0" fmla="*/ 198 w 299"/>
                    <a:gd name="T1" fmla="*/ 39 h 76"/>
                    <a:gd name="T2" fmla="*/ 104 w 299"/>
                    <a:gd name="T3" fmla="*/ 39 h 76"/>
                    <a:gd name="T4" fmla="*/ 104 w 299"/>
                    <a:gd name="T5" fmla="*/ 0 h 76"/>
                    <a:gd name="T6" fmla="*/ 0 w 299"/>
                    <a:gd name="T7" fmla="*/ 0 h 76"/>
                    <a:gd name="T8" fmla="*/ 0 w 299"/>
                    <a:gd name="T9" fmla="*/ 76 h 76"/>
                    <a:gd name="T10" fmla="*/ 299 w 299"/>
                    <a:gd name="T11" fmla="*/ 76 h 76"/>
                    <a:gd name="T12" fmla="*/ 299 w 299"/>
                    <a:gd name="T13" fmla="*/ 0 h 76"/>
                    <a:gd name="T14" fmla="*/ 198 w 299"/>
                    <a:gd name="T15" fmla="*/ 0 h 76"/>
                    <a:gd name="T16" fmla="*/ 198 w 299"/>
                    <a:gd name="T17" fmla="*/ 39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9" h="76">
                      <a:moveTo>
                        <a:pt x="198" y="39"/>
                      </a:moveTo>
                      <a:lnTo>
                        <a:pt x="104" y="39"/>
                      </a:lnTo>
                      <a:lnTo>
                        <a:pt x="104" y="0"/>
                      </a:lnTo>
                      <a:lnTo>
                        <a:pt x="0" y="0"/>
                      </a:lnTo>
                      <a:lnTo>
                        <a:pt x="0" y="76"/>
                      </a:lnTo>
                      <a:lnTo>
                        <a:pt x="299" y="76"/>
                      </a:lnTo>
                      <a:lnTo>
                        <a:pt x="299" y="0"/>
                      </a:lnTo>
                      <a:lnTo>
                        <a:pt x="198" y="0"/>
                      </a:lnTo>
                      <a:lnTo>
                        <a:pt x="198" y="39"/>
                      </a:lnTo>
                      <a:close/>
                    </a:path>
                  </a:pathLst>
                </a:custGeom>
                <a:solidFill>
                  <a:srgbClr val="E2E2E2">
                    <a:alpha val="40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53" name="Rectangle 587"/>
                <p:cNvSpPr>
                  <a:spLocks noChangeArrowheads="1"/>
                </p:cNvSpPr>
                <p:nvPr/>
              </p:nvSpPr>
              <p:spPr bwMode="auto">
                <a:xfrm>
                  <a:off x="5028761" y="892623"/>
                  <a:ext cx="71074" cy="25734"/>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54" name="Freeform 588"/>
                <p:cNvSpPr>
                  <a:spLocks noEditPoints="1"/>
                </p:cNvSpPr>
                <p:nvPr/>
              </p:nvSpPr>
              <p:spPr bwMode="auto">
                <a:xfrm>
                  <a:off x="4879261" y="675725"/>
                  <a:ext cx="366398" cy="194841"/>
                </a:xfrm>
                <a:custGeom>
                  <a:avLst/>
                  <a:gdLst>
                    <a:gd name="T0" fmla="*/ 223 w 299"/>
                    <a:gd name="T1" fmla="*/ 0 h 159"/>
                    <a:gd name="T2" fmla="*/ 151 w 299"/>
                    <a:gd name="T3" fmla="*/ 0 h 159"/>
                    <a:gd name="T4" fmla="*/ 151 w 299"/>
                    <a:gd name="T5" fmla="*/ 29 h 159"/>
                    <a:gd name="T6" fmla="*/ 198 w 299"/>
                    <a:gd name="T7" fmla="*/ 29 h 159"/>
                    <a:gd name="T8" fmla="*/ 198 w 299"/>
                    <a:gd name="T9" fmla="*/ 58 h 159"/>
                    <a:gd name="T10" fmla="*/ 151 w 299"/>
                    <a:gd name="T11" fmla="*/ 58 h 159"/>
                    <a:gd name="T12" fmla="*/ 151 w 299"/>
                    <a:gd name="T13" fmla="*/ 159 h 159"/>
                    <a:gd name="T14" fmla="*/ 198 w 299"/>
                    <a:gd name="T15" fmla="*/ 159 h 159"/>
                    <a:gd name="T16" fmla="*/ 299 w 299"/>
                    <a:gd name="T17" fmla="*/ 159 h 159"/>
                    <a:gd name="T18" fmla="*/ 299 w 299"/>
                    <a:gd name="T19" fmla="*/ 58 h 159"/>
                    <a:gd name="T20" fmla="*/ 223 w 299"/>
                    <a:gd name="T21" fmla="*/ 58 h 159"/>
                    <a:gd name="T22" fmla="*/ 223 w 299"/>
                    <a:gd name="T23" fmla="*/ 0 h 159"/>
                    <a:gd name="T24" fmla="*/ 151 w 299"/>
                    <a:gd name="T25" fmla="*/ 0 h 159"/>
                    <a:gd name="T26" fmla="*/ 79 w 299"/>
                    <a:gd name="T27" fmla="*/ 0 h 159"/>
                    <a:gd name="T28" fmla="*/ 79 w 299"/>
                    <a:gd name="T29" fmla="*/ 58 h 159"/>
                    <a:gd name="T30" fmla="*/ 0 w 299"/>
                    <a:gd name="T31" fmla="*/ 58 h 159"/>
                    <a:gd name="T32" fmla="*/ 0 w 299"/>
                    <a:gd name="T33" fmla="*/ 159 h 159"/>
                    <a:gd name="T34" fmla="*/ 104 w 299"/>
                    <a:gd name="T35" fmla="*/ 159 h 159"/>
                    <a:gd name="T36" fmla="*/ 151 w 299"/>
                    <a:gd name="T37" fmla="*/ 159 h 159"/>
                    <a:gd name="T38" fmla="*/ 151 w 299"/>
                    <a:gd name="T39" fmla="*/ 58 h 159"/>
                    <a:gd name="T40" fmla="*/ 104 w 299"/>
                    <a:gd name="T41" fmla="*/ 58 h 159"/>
                    <a:gd name="T42" fmla="*/ 104 w 299"/>
                    <a:gd name="T43" fmla="*/ 58 h 159"/>
                    <a:gd name="T44" fmla="*/ 104 w 299"/>
                    <a:gd name="T45" fmla="*/ 29 h 159"/>
                    <a:gd name="T46" fmla="*/ 151 w 299"/>
                    <a:gd name="T47" fmla="*/ 29 h 159"/>
                    <a:gd name="T48" fmla="*/ 151 w 299"/>
                    <a:gd name="T4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9" h="159">
                      <a:moveTo>
                        <a:pt x="223" y="0"/>
                      </a:moveTo>
                      <a:lnTo>
                        <a:pt x="151" y="0"/>
                      </a:lnTo>
                      <a:lnTo>
                        <a:pt x="151" y="29"/>
                      </a:lnTo>
                      <a:lnTo>
                        <a:pt x="198" y="29"/>
                      </a:lnTo>
                      <a:lnTo>
                        <a:pt x="198" y="58"/>
                      </a:lnTo>
                      <a:lnTo>
                        <a:pt x="151" y="58"/>
                      </a:lnTo>
                      <a:lnTo>
                        <a:pt x="151" y="159"/>
                      </a:lnTo>
                      <a:lnTo>
                        <a:pt x="198" y="159"/>
                      </a:lnTo>
                      <a:lnTo>
                        <a:pt x="299" y="159"/>
                      </a:lnTo>
                      <a:lnTo>
                        <a:pt x="299" y="58"/>
                      </a:lnTo>
                      <a:lnTo>
                        <a:pt x="223" y="58"/>
                      </a:lnTo>
                      <a:lnTo>
                        <a:pt x="223" y="0"/>
                      </a:lnTo>
                      <a:close/>
                      <a:moveTo>
                        <a:pt x="151" y="0"/>
                      </a:moveTo>
                      <a:lnTo>
                        <a:pt x="79" y="0"/>
                      </a:lnTo>
                      <a:lnTo>
                        <a:pt x="79" y="58"/>
                      </a:lnTo>
                      <a:lnTo>
                        <a:pt x="0" y="58"/>
                      </a:lnTo>
                      <a:lnTo>
                        <a:pt x="0" y="159"/>
                      </a:lnTo>
                      <a:lnTo>
                        <a:pt x="104" y="159"/>
                      </a:lnTo>
                      <a:lnTo>
                        <a:pt x="151" y="159"/>
                      </a:lnTo>
                      <a:lnTo>
                        <a:pt x="151" y="58"/>
                      </a:lnTo>
                      <a:lnTo>
                        <a:pt x="104" y="58"/>
                      </a:lnTo>
                      <a:lnTo>
                        <a:pt x="104" y="58"/>
                      </a:lnTo>
                      <a:lnTo>
                        <a:pt x="104" y="29"/>
                      </a:lnTo>
                      <a:lnTo>
                        <a:pt x="151" y="29"/>
                      </a:lnTo>
                      <a:lnTo>
                        <a:pt x="151" y="0"/>
                      </a:lnTo>
                      <a:close/>
                    </a:path>
                  </a:pathLst>
                </a:custGeom>
                <a:solidFill>
                  <a:srgbClr val="E2E2E2">
                    <a:alpha val="40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55" name="Freeform 589"/>
                <p:cNvSpPr>
                  <a:spLocks/>
                </p:cNvSpPr>
                <p:nvPr/>
              </p:nvSpPr>
              <p:spPr bwMode="auto">
                <a:xfrm>
                  <a:off x="2908797" y="1272501"/>
                  <a:ext cx="371300" cy="379878"/>
                </a:xfrm>
                <a:custGeom>
                  <a:avLst/>
                  <a:gdLst>
                    <a:gd name="T0" fmla="*/ 42 w 84"/>
                    <a:gd name="T1" fmla="*/ 0 h 86"/>
                    <a:gd name="T2" fmla="*/ 33 w 84"/>
                    <a:gd name="T3" fmla="*/ 18 h 86"/>
                    <a:gd name="T4" fmla="*/ 33 w 84"/>
                    <a:gd name="T5" fmla="*/ 32 h 86"/>
                    <a:gd name="T6" fmla="*/ 0 w 84"/>
                    <a:gd name="T7" fmla="*/ 46 h 86"/>
                    <a:gd name="T8" fmla="*/ 0 w 84"/>
                    <a:gd name="T9" fmla="*/ 55 h 86"/>
                    <a:gd name="T10" fmla="*/ 33 w 84"/>
                    <a:gd name="T11" fmla="*/ 48 h 86"/>
                    <a:gd name="T12" fmla="*/ 33 w 84"/>
                    <a:gd name="T13" fmla="*/ 67 h 86"/>
                    <a:gd name="T14" fmla="*/ 19 w 84"/>
                    <a:gd name="T15" fmla="*/ 77 h 86"/>
                    <a:gd name="T16" fmla="*/ 19 w 84"/>
                    <a:gd name="T17" fmla="*/ 86 h 86"/>
                    <a:gd name="T18" fmla="*/ 42 w 84"/>
                    <a:gd name="T19" fmla="*/ 78 h 86"/>
                    <a:gd name="T20" fmla="*/ 65 w 84"/>
                    <a:gd name="T21" fmla="*/ 86 h 86"/>
                    <a:gd name="T22" fmla="*/ 65 w 84"/>
                    <a:gd name="T23" fmla="*/ 77 h 86"/>
                    <a:gd name="T24" fmla="*/ 52 w 84"/>
                    <a:gd name="T25" fmla="*/ 67 h 86"/>
                    <a:gd name="T26" fmla="*/ 52 w 84"/>
                    <a:gd name="T27" fmla="*/ 48 h 86"/>
                    <a:gd name="T28" fmla="*/ 84 w 84"/>
                    <a:gd name="T29" fmla="*/ 55 h 86"/>
                    <a:gd name="T30" fmla="*/ 84 w 84"/>
                    <a:gd name="T31" fmla="*/ 46 h 86"/>
                    <a:gd name="T32" fmla="*/ 52 w 84"/>
                    <a:gd name="T33" fmla="*/ 32 h 86"/>
                    <a:gd name="T34" fmla="*/ 52 w 84"/>
                    <a:gd name="T35" fmla="*/ 18 h 86"/>
                    <a:gd name="T36" fmla="*/ 42 w 84"/>
                    <a:gd name="T37"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4" h="86">
                      <a:moveTo>
                        <a:pt x="42" y="0"/>
                      </a:moveTo>
                      <a:cubicBezTo>
                        <a:pt x="37" y="0"/>
                        <a:pt x="33" y="13"/>
                        <a:pt x="33" y="18"/>
                      </a:cubicBezTo>
                      <a:cubicBezTo>
                        <a:pt x="33" y="32"/>
                        <a:pt x="33" y="32"/>
                        <a:pt x="33" y="32"/>
                      </a:cubicBezTo>
                      <a:cubicBezTo>
                        <a:pt x="0" y="46"/>
                        <a:pt x="0" y="46"/>
                        <a:pt x="0" y="46"/>
                      </a:cubicBezTo>
                      <a:cubicBezTo>
                        <a:pt x="0" y="55"/>
                        <a:pt x="0" y="55"/>
                        <a:pt x="0" y="55"/>
                      </a:cubicBezTo>
                      <a:cubicBezTo>
                        <a:pt x="33" y="48"/>
                        <a:pt x="33" y="48"/>
                        <a:pt x="33" y="48"/>
                      </a:cubicBezTo>
                      <a:cubicBezTo>
                        <a:pt x="33" y="67"/>
                        <a:pt x="33" y="67"/>
                        <a:pt x="33" y="67"/>
                      </a:cubicBezTo>
                      <a:cubicBezTo>
                        <a:pt x="19" y="77"/>
                        <a:pt x="19" y="77"/>
                        <a:pt x="19" y="77"/>
                      </a:cubicBezTo>
                      <a:cubicBezTo>
                        <a:pt x="19" y="86"/>
                        <a:pt x="19" y="86"/>
                        <a:pt x="19" y="86"/>
                      </a:cubicBezTo>
                      <a:cubicBezTo>
                        <a:pt x="42" y="78"/>
                        <a:pt x="42" y="78"/>
                        <a:pt x="42" y="78"/>
                      </a:cubicBezTo>
                      <a:cubicBezTo>
                        <a:pt x="65" y="86"/>
                        <a:pt x="65" y="86"/>
                        <a:pt x="65" y="86"/>
                      </a:cubicBezTo>
                      <a:cubicBezTo>
                        <a:pt x="65" y="77"/>
                        <a:pt x="65" y="77"/>
                        <a:pt x="65" y="77"/>
                      </a:cubicBezTo>
                      <a:cubicBezTo>
                        <a:pt x="52" y="67"/>
                        <a:pt x="52" y="67"/>
                        <a:pt x="52" y="67"/>
                      </a:cubicBezTo>
                      <a:cubicBezTo>
                        <a:pt x="52" y="48"/>
                        <a:pt x="52" y="48"/>
                        <a:pt x="52" y="48"/>
                      </a:cubicBezTo>
                      <a:cubicBezTo>
                        <a:pt x="84" y="55"/>
                        <a:pt x="84" y="55"/>
                        <a:pt x="84" y="55"/>
                      </a:cubicBezTo>
                      <a:cubicBezTo>
                        <a:pt x="84" y="46"/>
                        <a:pt x="84" y="46"/>
                        <a:pt x="84" y="46"/>
                      </a:cubicBezTo>
                      <a:cubicBezTo>
                        <a:pt x="52" y="32"/>
                        <a:pt x="52" y="32"/>
                        <a:pt x="52" y="32"/>
                      </a:cubicBezTo>
                      <a:cubicBezTo>
                        <a:pt x="52" y="18"/>
                        <a:pt x="52" y="18"/>
                        <a:pt x="52" y="18"/>
                      </a:cubicBezTo>
                      <a:cubicBezTo>
                        <a:pt x="52" y="13"/>
                        <a:pt x="48" y="0"/>
                        <a:pt x="42" y="0"/>
                      </a:cubicBezTo>
                      <a:close/>
                    </a:path>
                  </a:pathLst>
                </a:custGeom>
                <a:solidFill>
                  <a:srgbClr val="E2E2E2">
                    <a:alpha val="40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59" name="Freeform 593"/>
                <p:cNvSpPr>
                  <a:spLocks noEditPoints="1"/>
                </p:cNvSpPr>
                <p:nvPr/>
              </p:nvSpPr>
              <p:spPr bwMode="auto">
                <a:xfrm>
                  <a:off x="6251723" y="2292044"/>
                  <a:ext cx="269591" cy="216898"/>
                </a:xfrm>
                <a:custGeom>
                  <a:avLst/>
                  <a:gdLst>
                    <a:gd name="T0" fmla="*/ 48 w 61"/>
                    <a:gd name="T1" fmla="*/ 49 h 49"/>
                    <a:gd name="T2" fmla="*/ 48 w 61"/>
                    <a:gd name="T3" fmla="*/ 32 h 49"/>
                    <a:gd name="T4" fmla="*/ 56 w 61"/>
                    <a:gd name="T5" fmla="*/ 24 h 49"/>
                    <a:gd name="T6" fmla="*/ 61 w 61"/>
                    <a:gd name="T7" fmla="*/ 24 h 49"/>
                    <a:gd name="T8" fmla="*/ 61 w 61"/>
                    <a:gd name="T9" fmla="*/ 6 h 49"/>
                    <a:gd name="T10" fmla="*/ 54 w 61"/>
                    <a:gd name="T11" fmla="*/ 0 h 49"/>
                    <a:gd name="T12" fmla="*/ 39 w 61"/>
                    <a:gd name="T13" fmla="*/ 0 h 49"/>
                    <a:gd name="T14" fmla="*/ 39 w 61"/>
                    <a:gd name="T15" fmla="*/ 8 h 49"/>
                    <a:gd name="T16" fmla="*/ 45 w 61"/>
                    <a:gd name="T17" fmla="*/ 13 h 49"/>
                    <a:gd name="T18" fmla="*/ 39 w 61"/>
                    <a:gd name="T19" fmla="*/ 19 h 49"/>
                    <a:gd name="T20" fmla="*/ 39 w 61"/>
                    <a:gd name="T21" fmla="*/ 22 h 49"/>
                    <a:gd name="T22" fmla="*/ 45 w 61"/>
                    <a:gd name="T23" fmla="*/ 28 h 49"/>
                    <a:gd name="T24" fmla="*/ 39 w 61"/>
                    <a:gd name="T25" fmla="*/ 33 h 49"/>
                    <a:gd name="T26" fmla="*/ 39 w 61"/>
                    <a:gd name="T27" fmla="*/ 49 h 49"/>
                    <a:gd name="T28" fmla="*/ 48 w 61"/>
                    <a:gd name="T29" fmla="*/ 49 h 49"/>
                    <a:gd name="T30" fmla="*/ 39 w 61"/>
                    <a:gd name="T31" fmla="*/ 0 h 49"/>
                    <a:gd name="T32" fmla="*/ 22 w 61"/>
                    <a:gd name="T33" fmla="*/ 0 h 49"/>
                    <a:gd name="T34" fmla="*/ 22 w 61"/>
                    <a:gd name="T35" fmla="*/ 8 h 49"/>
                    <a:gd name="T36" fmla="*/ 22 w 61"/>
                    <a:gd name="T37" fmla="*/ 8 h 49"/>
                    <a:gd name="T38" fmla="*/ 22 w 61"/>
                    <a:gd name="T39" fmla="*/ 8 h 49"/>
                    <a:gd name="T40" fmla="*/ 27 w 61"/>
                    <a:gd name="T41" fmla="*/ 13 h 49"/>
                    <a:gd name="T42" fmla="*/ 22 w 61"/>
                    <a:gd name="T43" fmla="*/ 19 h 49"/>
                    <a:gd name="T44" fmla="*/ 22 w 61"/>
                    <a:gd name="T45" fmla="*/ 19 h 49"/>
                    <a:gd name="T46" fmla="*/ 22 w 61"/>
                    <a:gd name="T47" fmla="*/ 22 h 49"/>
                    <a:gd name="T48" fmla="*/ 22 w 61"/>
                    <a:gd name="T49" fmla="*/ 22 h 49"/>
                    <a:gd name="T50" fmla="*/ 22 w 61"/>
                    <a:gd name="T51" fmla="*/ 22 h 49"/>
                    <a:gd name="T52" fmla="*/ 27 w 61"/>
                    <a:gd name="T53" fmla="*/ 28 h 49"/>
                    <a:gd name="T54" fmla="*/ 22 w 61"/>
                    <a:gd name="T55" fmla="*/ 33 h 49"/>
                    <a:gd name="T56" fmla="*/ 22 w 61"/>
                    <a:gd name="T57" fmla="*/ 33 h 49"/>
                    <a:gd name="T58" fmla="*/ 22 w 61"/>
                    <a:gd name="T59" fmla="*/ 49 h 49"/>
                    <a:gd name="T60" fmla="*/ 39 w 61"/>
                    <a:gd name="T61" fmla="*/ 49 h 49"/>
                    <a:gd name="T62" fmla="*/ 39 w 61"/>
                    <a:gd name="T63" fmla="*/ 33 h 49"/>
                    <a:gd name="T64" fmla="*/ 39 w 61"/>
                    <a:gd name="T65" fmla="*/ 33 h 49"/>
                    <a:gd name="T66" fmla="*/ 34 w 61"/>
                    <a:gd name="T67" fmla="*/ 28 h 49"/>
                    <a:gd name="T68" fmla="*/ 39 w 61"/>
                    <a:gd name="T69" fmla="*/ 22 h 49"/>
                    <a:gd name="T70" fmla="*/ 39 w 61"/>
                    <a:gd name="T71" fmla="*/ 22 h 49"/>
                    <a:gd name="T72" fmla="*/ 39 w 61"/>
                    <a:gd name="T73" fmla="*/ 22 h 49"/>
                    <a:gd name="T74" fmla="*/ 39 w 61"/>
                    <a:gd name="T75" fmla="*/ 19 h 49"/>
                    <a:gd name="T76" fmla="*/ 39 w 61"/>
                    <a:gd name="T77" fmla="*/ 19 h 49"/>
                    <a:gd name="T78" fmla="*/ 34 w 61"/>
                    <a:gd name="T79" fmla="*/ 13 h 49"/>
                    <a:gd name="T80" fmla="*/ 39 w 61"/>
                    <a:gd name="T81" fmla="*/ 8 h 49"/>
                    <a:gd name="T82" fmla="*/ 39 w 61"/>
                    <a:gd name="T83" fmla="*/ 8 h 49"/>
                    <a:gd name="T84" fmla="*/ 39 w 61"/>
                    <a:gd name="T85" fmla="*/ 8 h 49"/>
                    <a:gd name="T86" fmla="*/ 39 w 61"/>
                    <a:gd name="T87" fmla="*/ 0 h 49"/>
                    <a:gd name="T88" fmla="*/ 22 w 61"/>
                    <a:gd name="T89" fmla="*/ 0 h 49"/>
                    <a:gd name="T90" fmla="*/ 6 w 61"/>
                    <a:gd name="T91" fmla="*/ 0 h 49"/>
                    <a:gd name="T92" fmla="*/ 0 w 61"/>
                    <a:gd name="T93" fmla="*/ 6 h 49"/>
                    <a:gd name="T94" fmla="*/ 0 w 61"/>
                    <a:gd name="T95" fmla="*/ 24 h 49"/>
                    <a:gd name="T96" fmla="*/ 5 w 61"/>
                    <a:gd name="T97" fmla="*/ 24 h 49"/>
                    <a:gd name="T98" fmla="*/ 13 w 61"/>
                    <a:gd name="T99" fmla="*/ 32 h 49"/>
                    <a:gd name="T100" fmla="*/ 13 w 61"/>
                    <a:gd name="T101" fmla="*/ 49 h 49"/>
                    <a:gd name="T102" fmla="*/ 22 w 61"/>
                    <a:gd name="T103" fmla="*/ 49 h 49"/>
                    <a:gd name="T104" fmla="*/ 22 w 61"/>
                    <a:gd name="T105" fmla="*/ 33 h 49"/>
                    <a:gd name="T106" fmla="*/ 16 w 61"/>
                    <a:gd name="T107" fmla="*/ 28 h 49"/>
                    <a:gd name="T108" fmla="*/ 22 w 61"/>
                    <a:gd name="T109" fmla="*/ 22 h 49"/>
                    <a:gd name="T110" fmla="*/ 22 w 61"/>
                    <a:gd name="T111" fmla="*/ 19 h 49"/>
                    <a:gd name="T112" fmla="*/ 16 w 61"/>
                    <a:gd name="T113" fmla="*/ 13 h 49"/>
                    <a:gd name="T114" fmla="*/ 22 w 61"/>
                    <a:gd name="T115" fmla="*/ 8 h 49"/>
                    <a:gd name="T116" fmla="*/ 22 w 61"/>
                    <a:gd name="T117"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1" h="49">
                      <a:moveTo>
                        <a:pt x="48" y="49"/>
                      </a:moveTo>
                      <a:cubicBezTo>
                        <a:pt x="48" y="32"/>
                        <a:pt x="48" y="32"/>
                        <a:pt x="48" y="32"/>
                      </a:cubicBezTo>
                      <a:cubicBezTo>
                        <a:pt x="48" y="27"/>
                        <a:pt x="51" y="24"/>
                        <a:pt x="56" y="24"/>
                      </a:cubicBezTo>
                      <a:cubicBezTo>
                        <a:pt x="61" y="24"/>
                        <a:pt x="61" y="24"/>
                        <a:pt x="61" y="24"/>
                      </a:cubicBezTo>
                      <a:cubicBezTo>
                        <a:pt x="61" y="6"/>
                        <a:pt x="61" y="6"/>
                        <a:pt x="61" y="6"/>
                      </a:cubicBezTo>
                      <a:cubicBezTo>
                        <a:pt x="61" y="3"/>
                        <a:pt x="58" y="0"/>
                        <a:pt x="54" y="0"/>
                      </a:cubicBezTo>
                      <a:cubicBezTo>
                        <a:pt x="39" y="0"/>
                        <a:pt x="39" y="0"/>
                        <a:pt x="39" y="0"/>
                      </a:cubicBezTo>
                      <a:cubicBezTo>
                        <a:pt x="39" y="8"/>
                        <a:pt x="39" y="8"/>
                        <a:pt x="39" y="8"/>
                      </a:cubicBezTo>
                      <a:cubicBezTo>
                        <a:pt x="42" y="8"/>
                        <a:pt x="45" y="10"/>
                        <a:pt x="45" y="13"/>
                      </a:cubicBezTo>
                      <a:cubicBezTo>
                        <a:pt x="45" y="16"/>
                        <a:pt x="42" y="19"/>
                        <a:pt x="39" y="19"/>
                      </a:cubicBezTo>
                      <a:cubicBezTo>
                        <a:pt x="39" y="22"/>
                        <a:pt x="39" y="22"/>
                        <a:pt x="39" y="22"/>
                      </a:cubicBezTo>
                      <a:cubicBezTo>
                        <a:pt x="42" y="22"/>
                        <a:pt x="45" y="25"/>
                        <a:pt x="45" y="28"/>
                      </a:cubicBezTo>
                      <a:cubicBezTo>
                        <a:pt x="45" y="31"/>
                        <a:pt x="42" y="33"/>
                        <a:pt x="39" y="33"/>
                      </a:cubicBezTo>
                      <a:cubicBezTo>
                        <a:pt x="39" y="49"/>
                        <a:pt x="39" y="49"/>
                        <a:pt x="39" y="49"/>
                      </a:cubicBezTo>
                      <a:lnTo>
                        <a:pt x="48" y="49"/>
                      </a:lnTo>
                      <a:close/>
                      <a:moveTo>
                        <a:pt x="39" y="0"/>
                      </a:moveTo>
                      <a:cubicBezTo>
                        <a:pt x="22" y="0"/>
                        <a:pt x="22" y="0"/>
                        <a:pt x="22" y="0"/>
                      </a:cubicBezTo>
                      <a:cubicBezTo>
                        <a:pt x="22" y="8"/>
                        <a:pt x="22" y="8"/>
                        <a:pt x="22" y="8"/>
                      </a:cubicBezTo>
                      <a:cubicBezTo>
                        <a:pt x="22" y="8"/>
                        <a:pt x="22" y="8"/>
                        <a:pt x="22" y="8"/>
                      </a:cubicBezTo>
                      <a:cubicBezTo>
                        <a:pt x="22" y="8"/>
                        <a:pt x="22" y="8"/>
                        <a:pt x="22" y="8"/>
                      </a:cubicBezTo>
                      <a:cubicBezTo>
                        <a:pt x="25" y="8"/>
                        <a:pt x="27" y="10"/>
                        <a:pt x="27" y="13"/>
                      </a:cubicBezTo>
                      <a:cubicBezTo>
                        <a:pt x="27" y="16"/>
                        <a:pt x="25" y="19"/>
                        <a:pt x="22" y="19"/>
                      </a:cubicBezTo>
                      <a:cubicBezTo>
                        <a:pt x="22" y="19"/>
                        <a:pt x="22" y="19"/>
                        <a:pt x="22" y="19"/>
                      </a:cubicBezTo>
                      <a:cubicBezTo>
                        <a:pt x="22" y="22"/>
                        <a:pt x="22" y="22"/>
                        <a:pt x="22" y="22"/>
                      </a:cubicBezTo>
                      <a:cubicBezTo>
                        <a:pt x="22" y="22"/>
                        <a:pt x="22" y="22"/>
                        <a:pt x="22" y="22"/>
                      </a:cubicBezTo>
                      <a:cubicBezTo>
                        <a:pt x="22" y="22"/>
                        <a:pt x="22" y="22"/>
                        <a:pt x="22" y="22"/>
                      </a:cubicBezTo>
                      <a:cubicBezTo>
                        <a:pt x="25" y="22"/>
                        <a:pt x="27" y="25"/>
                        <a:pt x="27" y="28"/>
                      </a:cubicBezTo>
                      <a:cubicBezTo>
                        <a:pt x="27" y="31"/>
                        <a:pt x="25" y="33"/>
                        <a:pt x="22" y="33"/>
                      </a:cubicBezTo>
                      <a:cubicBezTo>
                        <a:pt x="22" y="33"/>
                        <a:pt x="22" y="33"/>
                        <a:pt x="22" y="33"/>
                      </a:cubicBezTo>
                      <a:cubicBezTo>
                        <a:pt x="22" y="49"/>
                        <a:pt x="22" y="49"/>
                        <a:pt x="22" y="49"/>
                      </a:cubicBezTo>
                      <a:cubicBezTo>
                        <a:pt x="39" y="49"/>
                        <a:pt x="39" y="49"/>
                        <a:pt x="39" y="49"/>
                      </a:cubicBezTo>
                      <a:cubicBezTo>
                        <a:pt x="39" y="33"/>
                        <a:pt x="39" y="33"/>
                        <a:pt x="39" y="33"/>
                      </a:cubicBezTo>
                      <a:cubicBezTo>
                        <a:pt x="39" y="33"/>
                        <a:pt x="39" y="33"/>
                        <a:pt x="39" y="33"/>
                      </a:cubicBezTo>
                      <a:cubicBezTo>
                        <a:pt x="36" y="33"/>
                        <a:pt x="34" y="31"/>
                        <a:pt x="34" y="28"/>
                      </a:cubicBezTo>
                      <a:cubicBezTo>
                        <a:pt x="34" y="25"/>
                        <a:pt x="36" y="22"/>
                        <a:pt x="39" y="22"/>
                      </a:cubicBezTo>
                      <a:cubicBezTo>
                        <a:pt x="39" y="22"/>
                        <a:pt x="39" y="22"/>
                        <a:pt x="39" y="22"/>
                      </a:cubicBezTo>
                      <a:cubicBezTo>
                        <a:pt x="39" y="22"/>
                        <a:pt x="39" y="22"/>
                        <a:pt x="39" y="22"/>
                      </a:cubicBezTo>
                      <a:cubicBezTo>
                        <a:pt x="39" y="19"/>
                        <a:pt x="39" y="19"/>
                        <a:pt x="39" y="19"/>
                      </a:cubicBezTo>
                      <a:cubicBezTo>
                        <a:pt x="39" y="19"/>
                        <a:pt x="39" y="19"/>
                        <a:pt x="39" y="19"/>
                      </a:cubicBezTo>
                      <a:cubicBezTo>
                        <a:pt x="36" y="19"/>
                        <a:pt x="34" y="16"/>
                        <a:pt x="34" y="13"/>
                      </a:cubicBezTo>
                      <a:cubicBezTo>
                        <a:pt x="34" y="10"/>
                        <a:pt x="36" y="8"/>
                        <a:pt x="39" y="8"/>
                      </a:cubicBezTo>
                      <a:cubicBezTo>
                        <a:pt x="39" y="8"/>
                        <a:pt x="39" y="8"/>
                        <a:pt x="39" y="8"/>
                      </a:cubicBezTo>
                      <a:cubicBezTo>
                        <a:pt x="39" y="8"/>
                        <a:pt x="39" y="8"/>
                        <a:pt x="39" y="8"/>
                      </a:cubicBezTo>
                      <a:lnTo>
                        <a:pt x="39" y="0"/>
                      </a:lnTo>
                      <a:close/>
                      <a:moveTo>
                        <a:pt x="22" y="0"/>
                      </a:moveTo>
                      <a:cubicBezTo>
                        <a:pt x="6" y="0"/>
                        <a:pt x="6" y="0"/>
                        <a:pt x="6" y="0"/>
                      </a:cubicBezTo>
                      <a:cubicBezTo>
                        <a:pt x="3" y="0"/>
                        <a:pt x="0" y="3"/>
                        <a:pt x="0" y="6"/>
                      </a:cubicBezTo>
                      <a:cubicBezTo>
                        <a:pt x="0" y="24"/>
                        <a:pt x="0" y="24"/>
                        <a:pt x="0" y="24"/>
                      </a:cubicBezTo>
                      <a:cubicBezTo>
                        <a:pt x="5" y="24"/>
                        <a:pt x="5" y="24"/>
                        <a:pt x="5" y="24"/>
                      </a:cubicBezTo>
                      <a:cubicBezTo>
                        <a:pt x="10" y="24"/>
                        <a:pt x="13" y="27"/>
                        <a:pt x="13" y="32"/>
                      </a:cubicBezTo>
                      <a:cubicBezTo>
                        <a:pt x="13" y="49"/>
                        <a:pt x="13" y="49"/>
                        <a:pt x="13" y="49"/>
                      </a:cubicBezTo>
                      <a:cubicBezTo>
                        <a:pt x="22" y="49"/>
                        <a:pt x="22" y="49"/>
                        <a:pt x="22" y="49"/>
                      </a:cubicBezTo>
                      <a:cubicBezTo>
                        <a:pt x="22" y="33"/>
                        <a:pt x="22" y="33"/>
                        <a:pt x="22" y="33"/>
                      </a:cubicBezTo>
                      <a:cubicBezTo>
                        <a:pt x="19" y="33"/>
                        <a:pt x="16" y="31"/>
                        <a:pt x="16" y="28"/>
                      </a:cubicBezTo>
                      <a:cubicBezTo>
                        <a:pt x="16" y="25"/>
                        <a:pt x="19" y="22"/>
                        <a:pt x="22" y="22"/>
                      </a:cubicBezTo>
                      <a:cubicBezTo>
                        <a:pt x="22" y="19"/>
                        <a:pt x="22" y="19"/>
                        <a:pt x="22" y="19"/>
                      </a:cubicBezTo>
                      <a:cubicBezTo>
                        <a:pt x="19" y="19"/>
                        <a:pt x="16" y="16"/>
                        <a:pt x="16" y="13"/>
                      </a:cubicBezTo>
                      <a:cubicBezTo>
                        <a:pt x="16" y="10"/>
                        <a:pt x="19" y="8"/>
                        <a:pt x="22" y="8"/>
                      </a:cubicBezTo>
                      <a:lnTo>
                        <a:pt x="22" y="0"/>
                      </a:lnTo>
                      <a:close/>
                    </a:path>
                  </a:pathLst>
                </a:custGeom>
                <a:solidFill>
                  <a:srgbClr val="E2E2E2">
                    <a:alpha val="40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60" name="Freeform 594"/>
                <p:cNvSpPr>
                  <a:spLocks/>
                </p:cNvSpPr>
                <p:nvPr/>
              </p:nvSpPr>
              <p:spPr bwMode="auto">
                <a:xfrm>
                  <a:off x="6203932" y="2412135"/>
                  <a:ext cx="366398" cy="193615"/>
                </a:xfrm>
                <a:custGeom>
                  <a:avLst/>
                  <a:gdLst>
                    <a:gd name="T0" fmla="*/ 78 w 83"/>
                    <a:gd name="T1" fmla="*/ 0 h 44"/>
                    <a:gd name="T2" fmla="*/ 72 w 83"/>
                    <a:gd name="T3" fmla="*/ 0 h 44"/>
                    <a:gd name="T4" fmla="*/ 67 w 83"/>
                    <a:gd name="T5" fmla="*/ 0 h 44"/>
                    <a:gd name="T6" fmla="*/ 61 w 83"/>
                    <a:gd name="T7" fmla="*/ 5 h 44"/>
                    <a:gd name="T8" fmla="*/ 61 w 83"/>
                    <a:gd name="T9" fmla="*/ 24 h 44"/>
                    <a:gd name="T10" fmla="*/ 21 w 83"/>
                    <a:gd name="T11" fmla="*/ 24 h 44"/>
                    <a:gd name="T12" fmla="*/ 21 w 83"/>
                    <a:gd name="T13" fmla="*/ 5 h 44"/>
                    <a:gd name="T14" fmla="*/ 16 w 83"/>
                    <a:gd name="T15" fmla="*/ 0 h 44"/>
                    <a:gd name="T16" fmla="*/ 11 w 83"/>
                    <a:gd name="T17" fmla="*/ 0 h 44"/>
                    <a:gd name="T18" fmla="*/ 6 w 83"/>
                    <a:gd name="T19" fmla="*/ 0 h 44"/>
                    <a:gd name="T20" fmla="*/ 0 w 83"/>
                    <a:gd name="T21" fmla="*/ 5 h 44"/>
                    <a:gd name="T22" fmla="*/ 0 w 83"/>
                    <a:gd name="T23" fmla="*/ 33 h 44"/>
                    <a:gd name="T24" fmla="*/ 8 w 83"/>
                    <a:gd name="T25" fmla="*/ 41 h 44"/>
                    <a:gd name="T26" fmla="*/ 8 w 83"/>
                    <a:gd name="T27" fmla="*/ 41 h 44"/>
                    <a:gd name="T28" fmla="*/ 9 w 83"/>
                    <a:gd name="T29" fmla="*/ 43 h 44"/>
                    <a:gd name="T30" fmla="*/ 11 w 83"/>
                    <a:gd name="T31" fmla="*/ 44 h 44"/>
                    <a:gd name="T32" fmla="*/ 13 w 83"/>
                    <a:gd name="T33" fmla="*/ 44 h 44"/>
                    <a:gd name="T34" fmla="*/ 15 w 83"/>
                    <a:gd name="T35" fmla="*/ 43 h 44"/>
                    <a:gd name="T36" fmla="*/ 16 w 83"/>
                    <a:gd name="T37" fmla="*/ 41 h 44"/>
                    <a:gd name="T38" fmla="*/ 16 w 83"/>
                    <a:gd name="T39" fmla="*/ 41 h 44"/>
                    <a:gd name="T40" fmla="*/ 67 w 83"/>
                    <a:gd name="T41" fmla="*/ 41 h 44"/>
                    <a:gd name="T42" fmla="*/ 67 w 83"/>
                    <a:gd name="T43" fmla="*/ 41 h 44"/>
                    <a:gd name="T44" fmla="*/ 68 w 83"/>
                    <a:gd name="T45" fmla="*/ 43 h 44"/>
                    <a:gd name="T46" fmla="*/ 70 w 83"/>
                    <a:gd name="T47" fmla="*/ 44 h 44"/>
                    <a:gd name="T48" fmla="*/ 72 w 83"/>
                    <a:gd name="T49" fmla="*/ 44 h 44"/>
                    <a:gd name="T50" fmla="*/ 74 w 83"/>
                    <a:gd name="T51" fmla="*/ 43 h 44"/>
                    <a:gd name="T52" fmla="*/ 75 w 83"/>
                    <a:gd name="T53" fmla="*/ 41 h 44"/>
                    <a:gd name="T54" fmla="*/ 75 w 83"/>
                    <a:gd name="T55" fmla="*/ 41 h 44"/>
                    <a:gd name="T56" fmla="*/ 78 w 83"/>
                    <a:gd name="T57" fmla="*/ 41 h 44"/>
                    <a:gd name="T58" fmla="*/ 83 w 83"/>
                    <a:gd name="T59" fmla="*/ 33 h 44"/>
                    <a:gd name="T60" fmla="*/ 83 w 83"/>
                    <a:gd name="T61" fmla="*/ 5 h 44"/>
                    <a:gd name="T62" fmla="*/ 78 w 83"/>
                    <a:gd name="T63"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3" h="44">
                      <a:moveTo>
                        <a:pt x="78" y="0"/>
                      </a:moveTo>
                      <a:cubicBezTo>
                        <a:pt x="72" y="0"/>
                        <a:pt x="72" y="0"/>
                        <a:pt x="72" y="0"/>
                      </a:cubicBezTo>
                      <a:cubicBezTo>
                        <a:pt x="67" y="0"/>
                        <a:pt x="67" y="0"/>
                        <a:pt x="67" y="0"/>
                      </a:cubicBezTo>
                      <a:cubicBezTo>
                        <a:pt x="64" y="0"/>
                        <a:pt x="61" y="1"/>
                        <a:pt x="61" y="5"/>
                      </a:cubicBezTo>
                      <a:cubicBezTo>
                        <a:pt x="61" y="24"/>
                        <a:pt x="61" y="24"/>
                        <a:pt x="61" y="24"/>
                      </a:cubicBezTo>
                      <a:cubicBezTo>
                        <a:pt x="21" y="24"/>
                        <a:pt x="21" y="24"/>
                        <a:pt x="21" y="24"/>
                      </a:cubicBezTo>
                      <a:cubicBezTo>
                        <a:pt x="21" y="5"/>
                        <a:pt x="21" y="5"/>
                        <a:pt x="21" y="5"/>
                      </a:cubicBezTo>
                      <a:cubicBezTo>
                        <a:pt x="21" y="1"/>
                        <a:pt x="20" y="0"/>
                        <a:pt x="16" y="0"/>
                      </a:cubicBezTo>
                      <a:cubicBezTo>
                        <a:pt x="11" y="0"/>
                        <a:pt x="11" y="0"/>
                        <a:pt x="11" y="0"/>
                      </a:cubicBezTo>
                      <a:cubicBezTo>
                        <a:pt x="6" y="0"/>
                        <a:pt x="6" y="0"/>
                        <a:pt x="6" y="0"/>
                      </a:cubicBezTo>
                      <a:cubicBezTo>
                        <a:pt x="2" y="0"/>
                        <a:pt x="0" y="1"/>
                        <a:pt x="0" y="5"/>
                      </a:cubicBezTo>
                      <a:cubicBezTo>
                        <a:pt x="0" y="33"/>
                        <a:pt x="0" y="33"/>
                        <a:pt x="0" y="33"/>
                      </a:cubicBezTo>
                      <a:cubicBezTo>
                        <a:pt x="0" y="36"/>
                        <a:pt x="4" y="41"/>
                        <a:pt x="8" y="41"/>
                      </a:cubicBezTo>
                      <a:cubicBezTo>
                        <a:pt x="8" y="41"/>
                        <a:pt x="8" y="41"/>
                        <a:pt x="8" y="41"/>
                      </a:cubicBezTo>
                      <a:cubicBezTo>
                        <a:pt x="8" y="42"/>
                        <a:pt x="8" y="42"/>
                        <a:pt x="9" y="43"/>
                      </a:cubicBezTo>
                      <a:cubicBezTo>
                        <a:pt x="9" y="44"/>
                        <a:pt x="10" y="44"/>
                        <a:pt x="11" y="44"/>
                      </a:cubicBezTo>
                      <a:cubicBezTo>
                        <a:pt x="13" y="44"/>
                        <a:pt x="13" y="44"/>
                        <a:pt x="13" y="44"/>
                      </a:cubicBezTo>
                      <a:cubicBezTo>
                        <a:pt x="14" y="44"/>
                        <a:pt x="15" y="44"/>
                        <a:pt x="15" y="43"/>
                      </a:cubicBezTo>
                      <a:cubicBezTo>
                        <a:pt x="16" y="42"/>
                        <a:pt x="16" y="42"/>
                        <a:pt x="16" y="41"/>
                      </a:cubicBezTo>
                      <a:cubicBezTo>
                        <a:pt x="16" y="41"/>
                        <a:pt x="16" y="41"/>
                        <a:pt x="16" y="41"/>
                      </a:cubicBezTo>
                      <a:cubicBezTo>
                        <a:pt x="67" y="41"/>
                        <a:pt x="67" y="41"/>
                        <a:pt x="67" y="41"/>
                      </a:cubicBezTo>
                      <a:cubicBezTo>
                        <a:pt x="67" y="41"/>
                        <a:pt x="67" y="41"/>
                        <a:pt x="67" y="41"/>
                      </a:cubicBezTo>
                      <a:cubicBezTo>
                        <a:pt x="67" y="42"/>
                        <a:pt x="67" y="42"/>
                        <a:pt x="68" y="43"/>
                      </a:cubicBezTo>
                      <a:cubicBezTo>
                        <a:pt x="68" y="44"/>
                        <a:pt x="69" y="44"/>
                        <a:pt x="70" y="44"/>
                      </a:cubicBezTo>
                      <a:cubicBezTo>
                        <a:pt x="72" y="44"/>
                        <a:pt x="72" y="44"/>
                        <a:pt x="72" y="44"/>
                      </a:cubicBezTo>
                      <a:cubicBezTo>
                        <a:pt x="73" y="44"/>
                        <a:pt x="74" y="44"/>
                        <a:pt x="74" y="43"/>
                      </a:cubicBezTo>
                      <a:cubicBezTo>
                        <a:pt x="75" y="42"/>
                        <a:pt x="75" y="42"/>
                        <a:pt x="75" y="41"/>
                      </a:cubicBezTo>
                      <a:cubicBezTo>
                        <a:pt x="75" y="41"/>
                        <a:pt x="75" y="41"/>
                        <a:pt x="75" y="41"/>
                      </a:cubicBezTo>
                      <a:cubicBezTo>
                        <a:pt x="78" y="41"/>
                        <a:pt x="78" y="41"/>
                        <a:pt x="78" y="41"/>
                      </a:cubicBezTo>
                      <a:cubicBezTo>
                        <a:pt x="81" y="41"/>
                        <a:pt x="83" y="36"/>
                        <a:pt x="83" y="33"/>
                      </a:cubicBezTo>
                      <a:cubicBezTo>
                        <a:pt x="83" y="5"/>
                        <a:pt x="83" y="5"/>
                        <a:pt x="83" y="5"/>
                      </a:cubicBezTo>
                      <a:cubicBezTo>
                        <a:pt x="83" y="1"/>
                        <a:pt x="81" y="0"/>
                        <a:pt x="78" y="0"/>
                      </a:cubicBezTo>
                      <a:close/>
                    </a:path>
                  </a:pathLst>
                </a:custGeom>
                <a:solidFill>
                  <a:srgbClr val="E2E2E2">
                    <a:alpha val="40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61" name="Oval 595"/>
                <p:cNvSpPr>
                  <a:spLocks noChangeArrowheads="1"/>
                </p:cNvSpPr>
                <p:nvPr/>
              </p:nvSpPr>
              <p:spPr bwMode="auto">
                <a:xfrm>
                  <a:off x="6331375" y="2336159"/>
                  <a:ext cx="31861" cy="26959"/>
                </a:xfrm>
                <a:prstGeom prst="ellipse">
                  <a:avLst/>
                </a:pr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62" name="Oval 596"/>
                <p:cNvSpPr>
                  <a:spLocks noChangeArrowheads="1"/>
                </p:cNvSpPr>
                <p:nvPr/>
              </p:nvSpPr>
              <p:spPr bwMode="auto">
                <a:xfrm>
                  <a:off x="6411026" y="2336159"/>
                  <a:ext cx="30635" cy="26959"/>
                </a:xfrm>
                <a:prstGeom prst="ellipse">
                  <a:avLst/>
                </a:pr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63" name="Oval 597"/>
                <p:cNvSpPr>
                  <a:spLocks noChangeArrowheads="1"/>
                </p:cNvSpPr>
                <p:nvPr/>
              </p:nvSpPr>
              <p:spPr bwMode="auto">
                <a:xfrm>
                  <a:off x="6331375" y="2398655"/>
                  <a:ext cx="31861" cy="30635"/>
                </a:xfrm>
                <a:prstGeom prst="ellipse">
                  <a:avLst/>
                </a:pr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64" name="Oval 598"/>
                <p:cNvSpPr>
                  <a:spLocks noChangeArrowheads="1"/>
                </p:cNvSpPr>
                <p:nvPr/>
              </p:nvSpPr>
              <p:spPr bwMode="auto">
                <a:xfrm>
                  <a:off x="6411026" y="2398655"/>
                  <a:ext cx="30635" cy="30635"/>
                </a:xfrm>
                <a:prstGeom prst="ellipse">
                  <a:avLst/>
                </a:pr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70" name="Freeform 604"/>
                <p:cNvSpPr>
                  <a:spLocks/>
                </p:cNvSpPr>
                <p:nvPr/>
              </p:nvSpPr>
              <p:spPr bwMode="auto">
                <a:xfrm>
                  <a:off x="3514151" y="808069"/>
                  <a:ext cx="384780" cy="322284"/>
                </a:xfrm>
                <a:custGeom>
                  <a:avLst/>
                  <a:gdLst>
                    <a:gd name="T0" fmla="*/ 58 w 87"/>
                    <a:gd name="T1" fmla="*/ 0 h 73"/>
                    <a:gd name="T2" fmla="*/ 31 w 87"/>
                    <a:gd name="T3" fmla="*/ 0 h 73"/>
                    <a:gd name="T4" fmla="*/ 0 w 87"/>
                    <a:gd name="T5" fmla="*/ 26 h 73"/>
                    <a:gd name="T6" fmla="*/ 9 w 87"/>
                    <a:gd name="T7" fmla="*/ 38 h 73"/>
                    <a:gd name="T8" fmla="*/ 20 w 87"/>
                    <a:gd name="T9" fmla="*/ 27 h 73"/>
                    <a:gd name="T10" fmla="*/ 20 w 87"/>
                    <a:gd name="T11" fmla="*/ 73 h 73"/>
                    <a:gd name="T12" fmla="*/ 44 w 87"/>
                    <a:gd name="T13" fmla="*/ 73 h 73"/>
                    <a:gd name="T14" fmla="*/ 68 w 87"/>
                    <a:gd name="T15" fmla="*/ 73 h 73"/>
                    <a:gd name="T16" fmla="*/ 67 w 87"/>
                    <a:gd name="T17" fmla="*/ 27 h 73"/>
                    <a:gd name="T18" fmla="*/ 79 w 87"/>
                    <a:gd name="T19" fmla="*/ 38 h 73"/>
                    <a:gd name="T20" fmla="*/ 87 w 87"/>
                    <a:gd name="T21" fmla="*/ 26 h 73"/>
                    <a:gd name="T22" fmla="*/ 58 w 87"/>
                    <a:gd name="T23" fmla="*/ 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7" h="73">
                      <a:moveTo>
                        <a:pt x="58" y="0"/>
                      </a:moveTo>
                      <a:cubicBezTo>
                        <a:pt x="53" y="8"/>
                        <a:pt x="36" y="8"/>
                        <a:pt x="31" y="0"/>
                      </a:cubicBezTo>
                      <a:cubicBezTo>
                        <a:pt x="31" y="0"/>
                        <a:pt x="5" y="15"/>
                        <a:pt x="0" y="26"/>
                      </a:cubicBezTo>
                      <a:cubicBezTo>
                        <a:pt x="9" y="38"/>
                        <a:pt x="9" y="38"/>
                        <a:pt x="9" y="38"/>
                      </a:cubicBezTo>
                      <a:cubicBezTo>
                        <a:pt x="9" y="38"/>
                        <a:pt x="16" y="30"/>
                        <a:pt x="20" y="27"/>
                      </a:cubicBezTo>
                      <a:cubicBezTo>
                        <a:pt x="20" y="73"/>
                        <a:pt x="20" y="73"/>
                        <a:pt x="20" y="73"/>
                      </a:cubicBezTo>
                      <a:cubicBezTo>
                        <a:pt x="44" y="73"/>
                        <a:pt x="44" y="73"/>
                        <a:pt x="44" y="73"/>
                      </a:cubicBezTo>
                      <a:cubicBezTo>
                        <a:pt x="68" y="73"/>
                        <a:pt x="68" y="73"/>
                        <a:pt x="68" y="73"/>
                      </a:cubicBezTo>
                      <a:cubicBezTo>
                        <a:pt x="67" y="27"/>
                        <a:pt x="67" y="27"/>
                        <a:pt x="67" y="27"/>
                      </a:cubicBezTo>
                      <a:cubicBezTo>
                        <a:pt x="71" y="30"/>
                        <a:pt x="79" y="38"/>
                        <a:pt x="79" y="38"/>
                      </a:cubicBezTo>
                      <a:cubicBezTo>
                        <a:pt x="87" y="26"/>
                        <a:pt x="87" y="26"/>
                        <a:pt x="87" y="26"/>
                      </a:cubicBezTo>
                      <a:cubicBezTo>
                        <a:pt x="82" y="15"/>
                        <a:pt x="58" y="0"/>
                        <a:pt x="58" y="0"/>
                      </a:cubicBezTo>
                      <a:close/>
                    </a:path>
                  </a:pathLst>
                </a:custGeom>
                <a:solidFill>
                  <a:srgbClr val="E2E2E2">
                    <a:alpha val="40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71" name="Freeform 605"/>
                <p:cNvSpPr>
                  <a:spLocks/>
                </p:cNvSpPr>
                <p:nvPr/>
              </p:nvSpPr>
              <p:spPr bwMode="auto">
                <a:xfrm>
                  <a:off x="3656299" y="795815"/>
                  <a:ext cx="110287" cy="30635"/>
                </a:xfrm>
                <a:custGeom>
                  <a:avLst/>
                  <a:gdLst>
                    <a:gd name="T0" fmla="*/ 13 w 25"/>
                    <a:gd name="T1" fmla="*/ 7 h 7"/>
                    <a:gd name="T2" fmla="*/ 24 w 25"/>
                    <a:gd name="T3" fmla="*/ 2 h 7"/>
                    <a:gd name="T4" fmla="*/ 24 w 25"/>
                    <a:gd name="T5" fmla="*/ 0 h 7"/>
                    <a:gd name="T6" fmla="*/ 22 w 25"/>
                    <a:gd name="T7" fmla="*/ 1 h 7"/>
                    <a:gd name="T8" fmla="*/ 13 w 25"/>
                    <a:gd name="T9" fmla="*/ 5 h 7"/>
                    <a:gd name="T10" fmla="*/ 3 w 25"/>
                    <a:gd name="T11" fmla="*/ 1 h 7"/>
                    <a:gd name="T12" fmla="*/ 1 w 25"/>
                    <a:gd name="T13" fmla="*/ 0 h 7"/>
                    <a:gd name="T14" fmla="*/ 1 w 25"/>
                    <a:gd name="T15" fmla="*/ 2 h 7"/>
                    <a:gd name="T16" fmla="*/ 13 w 25"/>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7">
                      <a:moveTo>
                        <a:pt x="13" y="7"/>
                      </a:moveTo>
                      <a:cubicBezTo>
                        <a:pt x="18" y="7"/>
                        <a:pt x="23" y="5"/>
                        <a:pt x="24" y="2"/>
                      </a:cubicBezTo>
                      <a:cubicBezTo>
                        <a:pt x="25" y="2"/>
                        <a:pt x="24" y="1"/>
                        <a:pt x="24" y="0"/>
                      </a:cubicBezTo>
                      <a:cubicBezTo>
                        <a:pt x="23" y="0"/>
                        <a:pt x="22" y="0"/>
                        <a:pt x="22" y="1"/>
                      </a:cubicBezTo>
                      <a:cubicBezTo>
                        <a:pt x="21" y="3"/>
                        <a:pt x="17" y="5"/>
                        <a:pt x="13" y="5"/>
                      </a:cubicBezTo>
                      <a:cubicBezTo>
                        <a:pt x="8" y="5"/>
                        <a:pt x="4" y="3"/>
                        <a:pt x="3" y="1"/>
                      </a:cubicBezTo>
                      <a:cubicBezTo>
                        <a:pt x="3" y="0"/>
                        <a:pt x="2" y="0"/>
                        <a:pt x="1" y="0"/>
                      </a:cubicBezTo>
                      <a:cubicBezTo>
                        <a:pt x="1" y="1"/>
                        <a:pt x="0" y="2"/>
                        <a:pt x="1" y="2"/>
                      </a:cubicBezTo>
                      <a:cubicBezTo>
                        <a:pt x="2" y="5"/>
                        <a:pt x="7" y="7"/>
                        <a:pt x="13" y="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72" name="Freeform 606"/>
                <p:cNvSpPr>
                  <a:spLocks/>
                </p:cNvSpPr>
                <p:nvPr/>
              </p:nvSpPr>
              <p:spPr bwMode="auto">
                <a:xfrm>
                  <a:off x="5859591" y="3626519"/>
                  <a:ext cx="322284" cy="335763"/>
                </a:xfrm>
                <a:custGeom>
                  <a:avLst/>
                  <a:gdLst>
                    <a:gd name="T0" fmla="*/ 56 w 73"/>
                    <a:gd name="T1" fmla="*/ 2 h 76"/>
                    <a:gd name="T2" fmla="*/ 51 w 73"/>
                    <a:gd name="T3" fmla="*/ 2 h 76"/>
                    <a:gd name="T4" fmla="*/ 50 w 73"/>
                    <a:gd name="T5" fmla="*/ 3 h 76"/>
                    <a:gd name="T6" fmla="*/ 44 w 73"/>
                    <a:gd name="T7" fmla="*/ 5 h 76"/>
                    <a:gd name="T8" fmla="*/ 17 w 73"/>
                    <a:gd name="T9" fmla="*/ 5 h 76"/>
                    <a:gd name="T10" fmla="*/ 13 w 73"/>
                    <a:gd name="T11" fmla="*/ 8 h 76"/>
                    <a:gd name="T12" fmla="*/ 1 w 73"/>
                    <a:gd name="T13" fmla="*/ 40 h 76"/>
                    <a:gd name="T14" fmla="*/ 7 w 73"/>
                    <a:gd name="T15" fmla="*/ 47 h 76"/>
                    <a:gd name="T16" fmla="*/ 29 w 73"/>
                    <a:gd name="T17" fmla="*/ 47 h 76"/>
                    <a:gd name="T18" fmla="*/ 28 w 73"/>
                    <a:gd name="T19" fmla="*/ 54 h 76"/>
                    <a:gd name="T20" fmla="*/ 24 w 73"/>
                    <a:gd name="T21" fmla="*/ 66 h 76"/>
                    <a:gd name="T22" fmla="*/ 26 w 73"/>
                    <a:gd name="T23" fmla="*/ 72 h 76"/>
                    <a:gd name="T24" fmla="*/ 34 w 73"/>
                    <a:gd name="T25" fmla="*/ 72 h 76"/>
                    <a:gd name="T26" fmla="*/ 41 w 73"/>
                    <a:gd name="T27" fmla="*/ 57 h 76"/>
                    <a:gd name="T28" fmla="*/ 55 w 73"/>
                    <a:gd name="T29" fmla="*/ 40 h 76"/>
                    <a:gd name="T30" fmla="*/ 57 w 73"/>
                    <a:gd name="T31" fmla="*/ 37 h 76"/>
                    <a:gd name="T32" fmla="*/ 72 w 73"/>
                    <a:gd name="T33" fmla="*/ 23 h 76"/>
                    <a:gd name="T34" fmla="*/ 72 w 73"/>
                    <a:gd name="T35" fmla="*/ 18 h 76"/>
                    <a:gd name="T36" fmla="*/ 56 w 73"/>
                    <a:gd name="T37" fmla="*/ 2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3" h="76">
                      <a:moveTo>
                        <a:pt x="56" y="2"/>
                      </a:moveTo>
                      <a:cubicBezTo>
                        <a:pt x="54" y="0"/>
                        <a:pt x="52" y="0"/>
                        <a:pt x="51" y="2"/>
                      </a:cubicBezTo>
                      <a:cubicBezTo>
                        <a:pt x="50" y="3"/>
                        <a:pt x="50" y="3"/>
                        <a:pt x="50" y="3"/>
                      </a:cubicBezTo>
                      <a:cubicBezTo>
                        <a:pt x="48" y="4"/>
                        <a:pt x="46" y="5"/>
                        <a:pt x="44" y="5"/>
                      </a:cubicBezTo>
                      <a:cubicBezTo>
                        <a:pt x="17" y="5"/>
                        <a:pt x="17" y="5"/>
                        <a:pt x="17" y="5"/>
                      </a:cubicBezTo>
                      <a:cubicBezTo>
                        <a:pt x="15" y="5"/>
                        <a:pt x="13" y="7"/>
                        <a:pt x="13" y="8"/>
                      </a:cubicBezTo>
                      <a:cubicBezTo>
                        <a:pt x="1" y="40"/>
                        <a:pt x="1" y="40"/>
                        <a:pt x="1" y="40"/>
                      </a:cubicBezTo>
                      <a:cubicBezTo>
                        <a:pt x="0" y="44"/>
                        <a:pt x="2" y="47"/>
                        <a:pt x="7" y="47"/>
                      </a:cubicBezTo>
                      <a:cubicBezTo>
                        <a:pt x="29" y="47"/>
                        <a:pt x="29" y="47"/>
                        <a:pt x="29" y="47"/>
                      </a:cubicBezTo>
                      <a:cubicBezTo>
                        <a:pt x="30" y="50"/>
                        <a:pt x="29" y="53"/>
                        <a:pt x="28" y="54"/>
                      </a:cubicBezTo>
                      <a:cubicBezTo>
                        <a:pt x="27" y="56"/>
                        <a:pt x="23" y="60"/>
                        <a:pt x="24" y="66"/>
                      </a:cubicBezTo>
                      <a:cubicBezTo>
                        <a:pt x="24" y="68"/>
                        <a:pt x="25" y="71"/>
                        <a:pt x="26" y="72"/>
                      </a:cubicBezTo>
                      <a:cubicBezTo>
                        <a:pt x="30" y="76"/>
                        <a:pt x="34" y="75"/>
                        <a:pt x="34" y="72"/>
                      </a:cubicBezTo>
                      <a:cubicBezTo>
                        <a:pt x="34" y="67"/>
                        <a:pt x="32" y="62"/>
                        <a:pt x="41" y="57"/>
                      </a:cubicBezTo>
                      <a:cubicBezTo>
                        <a:pt x="49" y="51"/>
                        <a:pt x="55" y="40"/>
                        <a:pt x="55" y="40"/>
                      </a:cubicBezTo>
                      <a:cubicBezTo>
                        <a:pt x="55" y="40"/>
                        <a:pt x="56" y="39"/>
                        <a:pt x="57" y="37"/>
                      </a:cubicBezTo>
                      <a:cubicBezTo>
                        <a:pt x="72" y="23"/>
                        <a:pt x="72" y="23"/>
                        <a:pt x="72" y="23"/>
                      </a:cubicBezTo>
                      <a:cubicBezTo>
                        <a:pt x="73" y="22"/>
                        <a:pt x="73" y="19"/>
                        <a:pt x="72" y="18"/>
                      </a:cubicBezTo>
                      <a:lnTo>
                        <a:pt x="56" y="2"/>
                      </a:lnTo>
                      <a:close/>
                    </a:path>
                  </a:pathLst>
                </a:custGeom>
                <a:solidFill>
                  <a:srgbClr val="E2E2E2">
                    <a:alpha val="40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74" name="Freeform 608"/>
                <p:cNvSpPr>
                  <a:spLocks/>
                </p:cNvSpPr>
                <p:nvPr/>
              </p:nvSpPr>
              <p:spPr bwMode="auto">
                <a:xfrm>
                  <a:off x="3183290" y="1029869"/>
                  <a:ext cx="366398" cy="348017"/>
                </a:xfrm>
                <a:custGeom>
                  <a:avLst/>
                  <a:gdLst>
                    <a:gd name="T0" fmla="*/ 11 w 83"/>
                    <a:gd name="T1" fmla="*/ 63 h 79"/>
                    <a:gd name="T2" fmla="*/ 34 w 83"/>
                    <a:gd name="T3" fmla="*/ 52 h 79"/>
                    <a:gd name="T4" fmla="*/ 38 w 83"/>
                    <a:gd name="T5" fmla="*/ 51 h 79"/>
                    <a:gd name="T6" fmla="*/ 39 w 83"/>
                    <a:gd name="T7" fmla="*/ 55 h 79"/>
                    <a:gd name="T8" fmla="*/ 38 w 83"/>
                    <a:gd name="T9" fmla="*/ 65 h 79"/>
                    <a:gd name="T10" fmla="*/ 38 w 83"/>
                    <a:gd name="T11" fmla="*/ 79 h 79"/>
                    <a:gd name="T12" fmla="*/ 45 w 83"/>
                    <a:gd name="T13" fmla="*/ 79 h 79"/>
                    <a:gd name="T14" fmla="*/ 44 w 83"/>
                    <a:gd name="T15" fmla="*/ 65 h 79"/>
                    <a:gd name="T16" fmla="*/ 44 w 83"/>
                    <a:gd name="T17" fmla="*/ 55 h 79"/>
                    <a:gd name="T18" fmla="*/ 44 w 83"/>
                    <a:gd name="T19" fmla="*/ 51 h 79"/>
                    <a:gd name="T20" fmla="*/ 48 w 83"/>
                    <a:gd name="T21" fmla="*/ 52 h 79"/>
                    <a:gd name="T22" fmla="*/ 71 w 83"/>
                    <a:gd name="T23" fmla="*/ 63 h 79"/>
                    <a:gd name="T24" fmla="*/ 80 w 83"/>
                    <a:gd name="T25" fmla="*/ 54 h 79"/>
                    <a:gd name="T26" fmla="*/ 74 w 83"/>
                    <a:gd name="T27" fmla="*/ 26 h 79"/>
                    <a:gd name="T28" fmla="*/ 46 w 83"/>
                    <a:gd name="T29" fmla="*/ 44 h 79"/>
                    <a:gd name="T30" fmla="*/ 45 w 83"/>
                    <a:gd name="T31" fmla="*/ 41 h 79"/>
                    <a:gd name="T32" fmla="*/ 50 w 83"/>
                    <a:gd name="T33" fmla="*/ 32 h 79"/>
                    <a:gd name="T34" fmla="*/ 59 w 83"/>
                    <a:gd name="T35" fmla="*/ 10 h 79"/>
                    <a:gd name="T36" fmla="*/ 41 w 83"/>
                    <a:gd name="T37" fmla="*/ 0 h 79"/>
                    <a:gd name="T38" fmla="*/ 23 w 83"/>
                    <a:gd name="T39" fmla="*/ 10 h 79"/>
                    <a:gd name="T40" fmla="*/ 33 w 83"/>
                    <a:gd name="T41" fmla="*/ 32 h 79"/>
                    <a:gd name="T42" fmla="*/ 38 w 83"/>
                    <a:gd name="T43" fmla="*/ 41 h 79"/>
                    <a:gd name="T44" fmla="*/ 36 w 83"/>
                    <a:gd name="T45" fmla="*/ 44 h 79"/>
                    <a:gd name="T46" fmla="*/ 8 w 83"/>
                    <a:gd name="T47" fmla="*/ 26 h 79"/>
                    <a:gd name="T48" fmla="*/ 2 w 83"/>
                    <a:gd name="T49" fmla="*/ 54 h 79"/>
                    <a:gd name="T50" fmla="*/ 11 w 83"/>
                    <a:gd name="T51" fmla="*/ 6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3" h="79">
                      <a:moveTo>
                        <a:pt x="11" y="63"/>
                      </a:moveTo>
                      <a:cubicBezTo>
                        <a:pt x="20" y="64"/>
                        <a:pt x="27" y="55"/>
                        <a:pt x="34" y="52"/>
                      </a:cubicBezTo>
                      <a:cubicBezTo>
                        <a:pt x="35" y="51"/>
                        <a:pt x="38" y="50"/>
                        <a:pt x="38" y="51"/>
                      </a:cubicBezTo>
                      <a:cubicBezTo>
                        <a:pt x="39" y="52"/>
                        <a:pt x="39" y="54"/>
                        <a:pt x="39" y="55"/>
                      </a:cubicBezTo>
                      <a:cubicBezTo>
                        <a:pt x="39" y="59"/>
                        <a:pt x="38" y="62"/>
                        <a:pt x="38" y="65"/>
                      </a:cubicBezTo>
                      <a:cubicBezTo>
                        <a:pt x="38" y="69"/>
                        <a:pt x="38" y="75"/>
                        <a:pt x="38" y="79"/>
                      </a:cubicBezTo>
                      <a:cubicBezTo>
                        <a:pt x="45" y="79"/>
                        <a:pt x="45" y="79"/>
                        <a:pt x="45" y="79"/>
                      </a:cubicBezTo>
                      <a:cubicBezTo>
                        <a:pt x="44" y="75"/>
                        <a:pt x="44" y="69"/>
                        <a:pt x="44" y="65"/>
                      </a:cubicBezTo>
                      <a:cubicBezTo>
                        <a:pt x="44" y="62"/>
                        <a:pt x="44" y="59"/>
                        <a:pt x="44" y="55"/>
                      </a:cubicBezTo>
                      <a:cubicBezTo>
                        <a:pt x="44" y="54"/>
                        <a:pt x="43" y="52"/>
                        <a:pt x="44" y="51"/>
                      </a:cubicBezTo>
                      <a:cubicBezTo>
                        <a:pt x="45" y="50"/>
                        <a:pt x="47" y="51"/>
                        <a:pt x="48" y="52"/>
                      </a:cubicBezTo>
                      <a:cubicBezTo>
                        <a:pt x="55" y="55"/>
                        <a:pt x="62" y="64"/>
                        <a:pt x="71" y="63"/>
                      </a:cubicBezTo>
                      <a:cubicBezTo>
                        <a:pt x="76" y="63"/>
                        <a:pt x="78" y="59"/>
                        <a:pt x="80" y="54"/>
                      </a:cubicBezTo>
                      <a:cubicBezTo>
                        <a:pt x="83" y="46"/>
                        <a:pt x="83" y="31"/>
                        <a:pt x="74" y="26"/>
                      </a:cubicBezTo>
                      <a:cubicBezTo>
                        <a:pt x="61" y="18"/>
                        <a:pt x="57" y="43"/>
                        <a:pt x="46" y="44"/>
                      </a:cubicBezTo>
                      <a:cubicBezTo>
                        <a:pt x="44" y="44"/>
                        <a:pt x="44" y="43"/>
                        <a:pt x="45" y="41"/>
                      </a:cubicBezTo>
                      <a:cubicBezTo>
                        <a:pt x="46" y="38"/>
                        <a:pt x="48" y="35"/>
                        <a:pt x="50" y="32"/>
                      </a:cubicBezTo>
                      <a:cubicBezTo>
                        <a:pt x="54" y="26"/>
                        <a:pt x="60" y="18"/>
                        <a:pt x="59" y="10"/>
                      </a:cubicBezTo>
                      <a:cubicBezTo>
                        <a:pt x="58" y="2"/>
                        <a:pt x="49" y="0"/>
                        <a:pt x="41" y="0"/>
                      </a:cubicBezTo>
                      <a:cubicBezTo>
                        <a:pt x="33" y="0"/>
                        <a:pt x="24" y="2"/>
                        <a:pt x="23" y="10"/>
                      </a:cubicBezTo>
                      <a:cubicBezTo>
                        <a:pt x="22" y="18"/>
                        <a:pt x="28" y="26"/>
                        <a:pt x="33" y="32"/>
                      </a:cubicBezTo>
                      <a:cubicBezTo>
                        <a:pt x="35" y="35"/>
                        <a:pt x="37" y="38"/>
                        <a:pt x="38" y="41"/>
                      </a:cubicBezTo>
                      <a:cubicBezTo>
                        <a:pt x="38" y="43"/>
                        <a:pt x="39" y="44"/>
                        <a:pt x="36" y="44"/>
                      </a:cubicBezTo>
                      <a:cubicBezTo>
                        <a:pt x="25" y="43"/>
                        <a:pt x="21" y="18"/>
                        <a:pt x="8" y="26"/>
                      </a:cubicBezTo>
                      <a:cubicBezTo>
                        <a:pt x="0" y="31"/>
                        <a:pt x="0" y="46"/>
                        <a:pt x="2" y="54"/>
                      </a:cubicBezTo>
                      <a:cubicBezTo>
                        <a:pt x="4" y="59"/>
                        <a:pt x="7" y="63"/>
                        <a:pt x="11" y="6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75" name="Freeform 609"/>
                <p:cNvSpPr>
                  <a:spLocks/>
                </p:cNvSpPr>
                <p:nvPr/>
              </p:nvSpPr>
              <p:spPr bwMode="auto">
                <a:xfrm>
                  <a:off x="2732338" y="1652379"/>
                  <a:ext cx="318607" cy="339439"/>
                </a:xfrm>
                <a:custGeom>
                  <a:avLst/>
                  <a:gdLst>
                    <a:gd name="T0" fmla="*/ 59 w 72"/>
                    <a:gd name="T1" fmla="*/ 53 h 77"/>
                    <a:gd name="T2" fmla="*/ 64 w 72"/>
                    <a:gd name="T3" fmla="*/ 50 h 77"/>
                    <a:gd name="T4" fmla="*/ 71 w 72"/>
                    <a:gd name="T5" fmla="*/ 48 h 77"/>
                    <a:gd name="T6" fmla="*/ 71 w 72"/>
                    <a:gd name="T7" fmla="*/ 38 h 77"/>
                    <a:gd name="T8" fmla="*/ 70 w 72"/>
                    <a:gd name="T9" fmla="*/ 22 h 77"/>
                    <a:gd name="T10" fmla="*/ 53 w 72"/>
                    <a:gd name="T11" fmla="*/ 36 h 77"/>
                    <a:gd name="T12" fmla="*/ 48 w 72"/>
                    <a:gd name="T13" fmla="*/ 42 h 77"/>
                    <a:gd name="T14" fmla="*/ 48 w 72"/>
                    <a:gd name="T15" fmla="*/ 36 h 77"/>
                    <a:gd name="T16" fmla="*/ 54 w 72"/>
                    <a:gd name="T17" fmla="*/ 25 h 77"/>
                    <a:gd name="T18" fmla="*/ 49 w 72"/>
                    <a:gd name="T19" fmla="*/ 15 h 77"/>
                    <a:gd name="T20" fmla="*/ 36 w 72"/>
                    <a:gd name="T21" fmla="*/ 0 h 77"/>
                    <a:gd name="T22" fmla="*/ 36 w 72"/>
                    <a:gd name="T23" fmla="*/ 0 h 77"/>
                    <a:gd name="T24" fmla="*/ 36 w 72"/>
                    <a:gd name="T25" fmla="*/ 0 h 77"/>
                    <a:gd name="T26" fmla="*/ 36 w 72"/>
                    <a:gd name="T27" fmla="*/ 0 h 77"/>
                    <a:gd name="T28" fmla="*/ 36 w 72"/>
                    <a:gd name="T29" fmla="*/ 0 h 77"/>
                    <a:gd name="T30" fmla="*/ 23 w 72"/>
                    <a:gd name="T31" fmla="*/ 15 h 77"/>
                    <a:gd name="T32" fmla="*/ 18 w 72"/>
                    <a:gd name="T33" fmla="*/ 25 h 77"/>
                    <a:gd name="T34" fmla="*/ 23 w 72"/>
                    <a:gd name="T35" fmla="*/ 36 h 77"/>
                    <a:gd name="T36" fmla="*/ 24 w 72"/>
                    <a:gd name="T37" fmla="*/ 42 h 77"/>
                    <a:gd name="T38" fmla="*/ 18 w 72"/>
                    <a:gd name="T39" fmla="*/ 36 h 77"/>
                    <a:gd name="T40" fmla="*/ 2 w 72"/>
                    <a:gd name="T41" fmla="*/ 22 h 77"/>
                    <a:gd name="T42" fmla="*/ 0 w 72"/>
                    <a:gd name="T43" fmla="*/ 38 h 77"/>
                    <a:gd name="T44" fmla="*/ 1 w 72"/>
                    <a:gd name="T45" fmla="*/ 48 h 77"/>
                    <a:gd name="T46" fmla="*/ 7 w 72"/>
                    <a:gd name="T47" fmla="*/ 50 h 77"/>
                    <a:gd name="T48" fmla="*/ 12 w 72"/>
                    <a:gd name="T49" fmla="*/ 53 h 77"/>
                    <a:gd name="T50" fmla="*/ 11 w 72"/>
                    <a:gd name="T51" fmla="*/ 56 h 77"/>
                    <a:gd name="T52" fmla="*/ 0 w 72"/>
                    <a:gd name="T53" fmla="*/ 53 h 77"/>
                    <a:gd name="T54" fmla="*/ 16 w 72"/>
                    <a:gd name="T55" fmla="*/ 75 h 77"/>
                    <a:gd name="T56" fmla="*/ 24 w 72"/>
                    <a:gd name="T57" fmla="*/ 74 h 77"/>
                    <a:gd name="T58" fmla="*/ 31 w 72"/>
                    <a:gd name="T59" fmla="*/ 69 h 77"/>
                    <a:gd name="T60" fmla="*/ 34 w 72"/>
                    <a:gd name="T61" fmla="*/ 68 h 77"/>
                    <a:gd name="T62" fmla="*/ 34 w 72"/>
                    <a:gd name="T63" fmla="*/ 65 h 77"/>
                    <a:gd name="T64" fmla="*/ 36 w 72"/>
                    <a:gd name="T65" fmla="*/ 34 h 77"/>
                    <a:gd name="T66" fmla="*/ 38 w 72"/>
                    <a:gd name="T67" fmla="*/ 65 h 77"/>
                    <a:gd name="T68" fmla="*/ 38 w 72"/>
                    <a:gd name="T69" fmla="*/ 68 h 77"/>
                    <a:gd name="T70" fmla="*/ 40 w 72"/>
                    <a:gd name="T71" fmla="*/ 69 h 77"/>
                    <a:gd name="T72" fmla="*/ 47 w 72"/>
                    <a:gd name="T73" fmla="*/ 74 h 77"/>
                    <a:gd name="T74" fmla="*/ 55 w 72"/>
                    <a:gd name="T75" fmla="*/ 75 h 77"/>
                    <a:gd name="T76" fmla="*/ 71 w 72"/>
                    <a:gd name="T77" fmla="*/ 53 h 77"/>
                    <a:gd name="T78" fmla="*/ 60 w 72"/>
                    <a:gd name="T79" fmla="*/ 56 h 77"/>
                    <a:gd name="T80" fmla="*/ 59 w 72"/>
                    <a:gd name="T81" fmla="*/ 53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2" h="77">
                      <a:moveTo>
                        <a:pt x="59" y="53"/>
                      </a:moveTo>
                      <a:cubicBezTo>
                        <a:pt x="61" y="51"/>
                        <a:pt x="63" y="51"/>
                        <a:pt x="64" y="50"/>
                      </a:cubicBezTo>
                      <a:cubicBezTo>
                        <a:pt x="66" y="49"/>
                        <a:pt x="69" y="49"/>
                        <a:pt x="71" y="48"/>
                      </a:cubicBezTo>
                      <a:cubicBezTo>
                        <a:pt x="71" y="45"/>
                        <a:pt x="72" y="42"/>
                        <a:pt x="71" y="38"/>
                      </a:cubicBezTo>
                      <a:cubicBezTo>
                        <a:pt x="71" y="33"/>
                        <a:pt x="70" y="28"/>
                        <a:pt x="70" y="22"/>
                      </a:cubicBezTo>
                      <a:cubicBezTo>
                        <a:pt x="63" y="26"/>
                        <a:pt x="56" y="28"/>
                        <a:pt x="53" y="36"/>
                      </a:cubicBezTo>
                      <a:cubicBezTo>
                        <a:pt x="53" y="38"/>
                        <a:pt x="51" y="43"/>
                        <a:pt x="48" y="42"/>
                      </a:cubicBezTo>
                      <a:cubicBezTo>
                        <a:pt x="46" y="40"/>
                        <a:pt x="47" y="37"/>
                        <a:pt x="48" y="36"/>
                      </a:cubicBezTo>
                      <a:cubicBezTo>
                        <a:pt x="51" y="32"/>
                        <a:pt x="54" y="30"/>
                        <a:pt x="54" y="25"/>
                      </a:cubicBezTo>
                      <a:cubicBezTo>
                        <a:pt x="54" y="21"/>
                        <a:pt x="51" y="18"/>
                        <a:pt x="49" y="15"/>
                      </a:cubicBezTo>
                      <a:cubicBezTo>
                        <a:pt x="45" y="10"/>
                        <a:pt x="40" y="6"/>
                        <a:pt x="36" y="0"/>
                      </a:cubicBezTo>
                      <a:cubicBezTo>
                        <a:pt x="36" y="0"/>
                        <a:pt x="36" y="0"/>
                        <a:pt x="36" y="0"/>
                      </a:cubicBezTo>
                      <a:cubicBezTo>
                        <a:pt x="36" y="0"/>
                        <a:pt x="36" y="0"/>
                        <a:pt x="36" y="0"/>
                      </a:cubicBezTo>
                      <a:cubicBezTo>
                        <a:pt x="36" y="0"/>
                        <a:pt x="36" y="0"/>
                        <a:pt x="36" y="0"/>
                      </a:cubicBezTo>
                      <a:cubicBezTo>
                        <a:pt x="36" y="0"/>
                        <a:pt x="36" y="0"/>
                        <a:pt x="36" y="0"/>
                      </a:cubicBezTo>
                      <a:cubicBezTo>
                        <a:pt x="32" y="6"/>
                        <a:pt x="27" y="10"/>
                        <a:pt x="23" y="15"/>
                      </a:cubicBezTo>
                      <a:cubicBezTo>
                        <a:pt x="20" y="18"/>
                        <a:pt x="18" y="21"/>
                        <a:pt x="18" y="25"/>
                      </a:cubicBezTo>
                      <a:cubicBezTo>
                        <a:pt x="18" y="30"/>
                        <a:pt x="21" y="32"/>
                        <a:pt x="23" y="36"/>
                      </a:cubicBezTo>
                      <a:cubicBezTo>
                        <a:pt x="24" y="37"/>
                        <a:pt x="26" y="40"/>
                        <a:pt x="24" y="42"/>
                      </a:cubicBezTo>
                      <a:cubicBezTo>
                        <a:pt x="21" y="43"/>
                        <a:pt x="19" y="38"/>
                        <a:pt x="18" y="36"/>
                      </a:cubicBezTo>
                      <a:cubicBezTo>
                        <a:pt x="16" y="28"/>
                        <a:pt x="9" y="26"/>
                        <a:pt x="2" y="22"/>
                      </a:cubicBezTo>
                      <a:cubicBezTo>
                        <a:pt x="2" y="28"/>
                        <a:pt x="1" y="33"/>
                        <a:pt x="0" y="38"/>
                      </a:cubicBezTo>
                      <a:cubicBezTo>
                        <a:pt x="0" y="42"/>
                        <a:pt x="0" y="45"/>
                        <a:pt x="1" y="48"/>
                      </a:cubicBezTo>
                      <a:cubicBezTo>
                        <a:pt x="3" y="49"/>
                        <a:pt x="5" y="49"/>
                        <a:pt x="7" y="50"/>
                      </a:cubicBezTo>
                      <a:cubicBezTo>
                        <a:pt x="9" y="51"/>
                        <a:pt x="11" y="51"/>
                        <a:pt x="12" y="53"/>
                      </a:cubicBezTo>
                      <a:cubicBezTo>
                        <a:pt x="14" y="54"/>
                        <a:pt x="14" y="57"/>
                        <a:pt x="11" y="56"/>
                      </a:cubicBezTo>
                      <a:cubicBezTo>
                        <a:pt x="8" y="56"/>
                        <a:pt x="4" y="52"/>
                        <a:pt x="0" y="53"/>
                      </a:cubicBezTo>
                      <a:cubicBezTo>
                        <a:pt x="2" y="62"/>
                        <a:pt x="7" y="71"/>
                        <a:pt x="16" y="75"/>
                      </a:cubicBezTo>
                      <a:cubicBezTo>
                        <a:pt x="20" y="77"/>
                        <a:pt x="21" y="76"/>
                        <a:pt x="24" y="74"/>
                      </a:cubicBezTo>
                      <a:cubicBezTo>
                        <a:pt x="27" y="72"/>
                        <a:pt x="28" y="70"/>
                        <a:pt x="31" y="69"/>
                      </a:cubicBezTo>
                      <a:cubicBezTo>
                        <a:pt x="33" y="69"/>
                        <a:pt x="34" y="70"/>
                        <a:pt x="34" y="68"/>
                      </a:cubicBezTo>
                      <a:cubicBezTo>
                        <a:pt x="34" y="67"/>
                        <a:pt x="34" y="66"/>
                        <a:pt x="34" y="65"/>
                      </a:cubicBezTo>
                      <a:cubicBezTo>
                        <a:pt x="35" y="53"/>
                        <a:pt x="35" y="46"/>
                        <a:pt x="36" y="34"/>
                      </a:cubicBezTo>
                      <a:cubicBezTo>
                        <a:pt x="36" y="46"/>
                        <a:pt x="37" y="53"/>
                        <a:pt x="38" y="65"/>
                      </a:cubicBezTo>
                      <a:cubicBezTo>
                        <a:pt x="38" y="66"/>
                        <a:pt x="38" y="67"/>
                        <a:pt x="38" y="68"/>
                      </a:cubicBezTo>
                      <a:cubicBezTo>
                        <a:pt x="38" y="70"/>
                        <a:pt x="39" y="69"/>
                        <a:pt x="40" y="69"/>
                      </a:cubicBezTo>
                      <a:cubicBezTo>
                        <a:pt x="43" y="70"/>
                        <a:pt x="45" y="72"/>
                        <a:pt x="47" y="74"/>
                      </a:cubicBezTo>
                      <a:cubicBezTo>
                        <a:pt x="50" y="76"/>
                        <a:pt x="52" y="77"/>
                        <a:pt x="55" y="75"/>
                      </a:cubicBezTo>
                      <a:cubicBezTo>
                        <a:pt x="65" y="71"/>
                        <a:pt x="70" y="62"/>
                        <a:pt x="71" y="53"/>
                      </a:cubicBezTo>
                      <a:cubicBezTo>
                        <a:pt x="68" y="52"/>
                        <a:pt x="64" y="56"/>
                        <a:pt x="60" y="56"/>
                      </a:cubicBezTo>
                      <a:cubicBezTo>
                        <a:pt x="58" y="57"/>
                        <a:pt x="58" y="54"/>
                        <a:pt x="59" y="5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76" name="Rectangle 610"/>
                <p:cNvSpPr>
                  <a:spLocks noChangeArrowheads="1"/>
                </p:cNvSpPr>
                <p:nvPr/>
              </p:nvSpPr>
              <p:spPr bwMode="auto">
                <a:xfrm>
                  <a:off x="2878162" y="1966084"/>
                  <a:ext cx="22057" cy="10538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78" name="Freeform 612"/>
                <p:cNvSpPr>
                  <a:spLocks/>
                </p:cNvSpPr>
                <p:nvPr/>
              </p:nvSpPr>
              <p:spPr bwMode="auto">
                <a:xfrm>
                  <a:off x="5920861" y="1413423"/>
                  <a:ext cx="30635" cy="162980"/>
                </a:xfrm>
                <a:custGeom>
                  <a:avLst/>
                  <a:gdLst>
                    <a:gd name="T0" fmla="*/ 7 w 7"/>
                    <a:gd name="T1" fmla="*/ 1 h 37"/>
                    <a:gd name="T2" fmla="*/ 4 w 7"/>
                    <a:gd name="T3" fmla="*/ 0 h 37"/>
                    <a:gd name="T4" fmla="*/ 4 w 7"/>
                    <a:gd name="T5" fmla="*/ 0 h 37"/>
                    <a:gd name="T6" fmla="*/ 0 w 7"/>
                    <a:gd name="T7" fmla="*/ 1 h 37"/>
                    <a:gd name="T8" fmla="*/ 0 w 7"/>
                    <a:gd name="T9" fmla="*/ 37 h 37"/>
                    <a:gd name="T10" fmla="*/ 7 w 7"/>
                    <a:gd name="T11" fmla="*/ 37 h 37"/>
                    <a:gd name="T12" fmla="*/ 7 w 7"/>
                    <a:gd name="T13" fmla="*/ 1 h 37"/>
                  </a:gdLst>
                  <a:ahLst/>
                  <a:cxnLst>
                    <a:cxn ang="0">
                      <a:pos x="T0" y="T1"/>
                    </a:cxn>
                    <a:cxn ang="0">
                      <a:pos x="T2" y="T3"/>
                    </a:cxn>
                    <a:cxn ang="0">
                      <a:pos x="T4" y="T5"/>
                    </a:cxn>
                    <a:cxn ang="0">
                      <a:pos x="T6" y="T7"/>
                    </a:cxn>
                    <a:cxn ang="0">
                      <a:pos x="T8" y="T9"/>
                    </a:cxn>
                    <a:cxn ang="0">
                      <a:pos x="T10" y="T11"/>
                    </a:cxn>
                    <a:cxn ang="0">
                      <a:pos x="T12" y="T13"/>
                    </a:cxn>
                  </a:cxnLst>
                  <a:rect l="0" t="0" r="r" b="b"/>
                  <a:pathLst>
                    <a:path w="7" h="37">
                      <a:moveTo>
                        <a:pt x="7" y="1"/>
                      </a:moveTo>
                      <a:cubicBezTo>
                        <a:pt x="6" y="1"/>
                        <a:pt x="5" y="0"/>
                        <a:pt x="4" y="0"/>
                      </a:cubicBezTo>
                      <a:cubicBezTo>
                        <a:pt x="4" y="0"/>
                        <a:pt x="4" y="0"/>
                        <a:pt x="4" y="0"/>
                      </a:cubicBezTo>
                      <a:cubicBezTo>
                        <a:pt x="3" y="0"/>
                        <a:pt x="1" y="1"/>
                        <a:pt x="0" y="1"/>
                      </a:cubicBezTo>
                      <a:cubicBezTo>
                        <a:pt x="0" y="37"/>
                        <a:pt x="0" y="37"/>
                        <a:pt x="0" y="37"/>
                      </a:cubicBezTo>
                      <a:cubicBezTo>
                        <a:pt x="7" y="37"/>
                        <a:pt x="7" y="37"/>
                        <a:pt x="7" y="37"/>
                      </a:cubicBezTo>
                      <a:lnTo>
                        <a:pt x="7" y="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79" name="Freeform 613"/>
                <p:cNvSpPr>
                  <a:spLocks/>
                </p:cNvSpPr>
                <p:nvPr/>
              </p:nvSpPr>
              <p:spPr bwMode="auto">
                <a:xfrm>
                  <a:off x="5920861" y="1192849"/>
                  <a:ext cx="30635" cy="22057"/>
                </a:xfrm>
                <a:custGeom>
                  <a:avLst/>
                  <a:gdLst>
                    <a:gd name="T0" fmla="*/ 5 w 7"/>
                    <a:gd name="T1" fmla="*/ 5 h 5"/>
                    <a:gd name="T2" fmla="*/ 5 w 7"/>
                    <a:gd name="T3" fmla="*/ 5 h 5"/>
                    <a:gd name="T4" fmla="*/ 7 w 7"/>
                    <a:gd name="T5" fmla="*/ 5 h 5"/>
                    <a:gd name="T6" fmla="*/ 7 w 7"/>
                    <a:gd name="T7" fmla="*/ 0 h 5"/>
                    <a:gd name="T8" fmla="*/ 0 w 7"/>
                    <a:gd name="T9" fmla="*/ 0 h 5"/>
                    <a:gd name="T10" fmla="*/ 0 w 7"/>
                    <a:gd name="T11" fmla="*/ 5 h 5"/>
                    <a:gd name="T12" fmla="*/ 5 w 7"/>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7" h="5">
                      <a:moveTo>
                        <a:pt x="5" y="5"/>
                      </a:moveTo>
                      <a:cubicBezTo>
                        <a:pt x="5" y="5"/>
                        <a:pt x="5" y="5"/>
                        <a:pt x="5" y="5"/>
                      </a:cubicBezTo>
                      <a:cubicBezTo>
                        <a:pt x="6" y="5"/>
                        <a:pt x="7" y="5"/>
                        <a:pt x="7" y="5"/>
                      </a:cubicBezTo>
                      <a:cubicBezTo>
                        <a:pt x="7" y="0"/>
                        <a:pt x="7" y="0"/>
                        <a:pt x="7" y="0"/>
                      </a:cubicBezTo>
                      <a:cubicBezTo>
                        <a:pt x="0" y="0"/>
                        <a:pt x="0" y="0"/>
                        <a:pt x="0" y="0"/>
                      </a:cubicBezTo>
                      <a:cubicBezTo>
                        <a:pt x="0" y="5"/>
                        <a:pt x="0" y="5"/>
                        <a:pt x="0" y="5"/>
                      </a:cubicBezTo>
                      <a:cubicBezTo>
                        <a:pt x="2" y="5"/>
                        <a:pt x="3" y="5"/>
                        <a:pt x="5" y="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0" name="Freeform 614"/>
                <p:cNvSpPr>
                  <a:spLocks/>
                </p:cNvSpPr>
                <p:nvPr/>
              </p:nvSpPr>
              <p:spPr bwMode="auto">
                <a:xfrm>
                  <a:off x="5788517" y="1223484"/>
                  <a:ext cx="305128" cy="220574"/>
                </a:xfrm>
                <a:custGeom>
                  <a:avLst/>
                  <a:gdLst>
                    <a:gd name="T0" fmla="*/ 37 w 69"/>
                    <a:gd name="T1" fmla="*/ 0 h 50"/>
                    <a:gd name="T2" fmla="*/ 35 w 69"/>
                    <a:gd name="T3" fmla="*/ 0 h 50"/>
                    <a:gd name="T4" fmla="*/ 35 w 69"/>
                    <a:gd name="T5" fmla="*/ 0 h 50"/>
                    <a:gd name="T6" fmla="*/ 30 w 69"/>
                    <a:gd name="T7" fmla="*/ 0 h 50"/>
                    <a:gd name="T8" fmla="*/ 1 w 69"/>
                    <a:gd name="T9" fmla="*/ 33 h 50"/>
                    <a:gd name="T10" fmla="*/ 3 w 69"/>
                    <a:gd name="T11" fmla="*/ 46 h 50"/>
                    <a:gd name="T12" fmla="*/ 4 w 69"/>
                    <a:gd name="T13" fmla="*/ 48 h 50"/>
                    <a:gd name="T14" fmla="*/ 6 w 69"/>
                    <a:gd name="T15" fmla="*/ 46 h 50"/>
                    <a:gd name="T16" fmla="*/ 14 w 69"/>
                    <a:gd name="T17" fmla="*/ 40 h 50"/>
                    <a:gd name="T18" fmla="*/ 15 w 69"/>
                    <a:gd name="T19" fmla="*/ 40 h 50"/>
                    <a:gd name="T20" fmla="*/ 23 w 69"/>
                    <a:gd name="T21" fmla="*/ 46 h 50"/>
                    <a:gd name="T22" fmla="*/ 24 w 69"/>
                    <a:gd name="T23" fmla="*/ 48 h 50"/>
                    <a:gd name="T24" fmla="*/ 25 w 69"/>
                    <a:gd name="T25" fmla="*/ 46 h 50"/>
                    <a:gd name="T26" fmla="*/ 30 w 69"/>
                    <a:gd name="T27" fmla="*/ 42 h 50"/>
                    <a:gd name="T28" fmla="*/ 34 w 69"/>
                    <a:gd name="T29" fmla="*/ 41 h 50"/>
                    <a:gd name="T30" fmla="*/ 34 w 69"/>
                    <a:gd name="T31" fmla="*/ 41 h 50"/>
                    <a:gd name="T32" fmla="*/ 37 w 69"/>
                    <a:gd name="T33" fmla="*/ 42 h 50"/>
                    <a:gd name="T34" fmla="*/ 43 w 69"/>
                    <a:gd name="T35" fmla="*/ 47 h 50"/>
                    <a:gd name="T36" fmla="*/ 44 w 69"/>
                    <a:gd name="T37" fmla="*/ 48 h 50"/>
                    <a:gd name="T38" fmla="*/ 45 w 69"/>
                    <a:gd name="T39" fmla="*/ 47 h 50"/>
                    <a:gd name="T40" fmla="*/ 54 w 69"/>
                    <a:gd name="T41" fmla="*/ 41 h 50"/>
                    <a:gd name="T42" fmla="*/ 54 w 69"/>
                    <a:gd name="T43" fmla="*/ 41 h 50"/>
                    <a:gd name="T44" fmla="*/ 62 w 69"/>
                    <a:gd name="T45" fmla="*/ 47 h 50"/>
                    <a:gd name="T46" fmla="*/ 63 w 69"/>
                    <a:gd name="T47" fmla="*/ 49 h 50"/>
                    <a:gd name="T48" fmla="*/ 64 w 69"/>
                    <a:gd name="T49" fmla="*/ 50 h 50"/>
                    <a:gd name="T50" fmla="*/ 64 w 69"/>
                    <a:gd name="T51" fmla="*/ 49 h 50"/>
                    <a:gd name="T52" fmla="*/ 65 w 69"/>
                    <a:gd name="T53" fmla="*/ 47 h 50"/>
                    <a:gd name="T54" fmla="*/ 68 w 69"/>
                    <a:gd name="T55" fmla="*/ 35 h 50"/>
                    <a:gd name="T56" fmla="*/ 37 w 69"/>
                    <a:gd name="T57"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9" h="50">
                      <a:moveTo>
                        <a:pt x="37" y="0"/>
                      </a:moveTo>
                      <a:cubicBezTo>
                        <a:pt x="37" y="0"/>
                        <a:pt x="36" y="0"/>
                        <a:pt x="35" y="0"/>
                      </a:cubicBezTo>
                      <a:cubicBezTo>
                        <a:pt x="35" y="0"/>
                        <a:pt x="35" y="0"/>
                        <a:pt x="35" y="0"/>
                      </a:cubicBezTo>
                      <a:cubicBezTo>
                        <a:pt x="33" y="0"/>
                        <a:pt x="32" y="0"/>
                        <a:pt x="30" y="0"/>
                      </a:cubicBezTo>
                      <a:cubicBezTo>
                        <a:pt x="14" y="2"/>
                        <a:pt x="1" y="16"/>
                        <a:pt x="1" y="33"/>
                      </a:cubicBezTo>
                      <a:cubicBezTo>
                        <a:pt x="0" y="38"/>
                        <a:pt x="1" y="42"/>
                        <a:pt x="3" y="46"/>
                      </a:cubicBezTo>
                      <a:cubicBezTo>
                        <a:pt x="3" y="47"/>
                        <a:pt x="4" y="48"/>
                        <a:pt x="4" y="48"/>
                      </a:cubicBezTo>
                      <a:cubicBezTo>
                        <a:pt x="5" y="48"/>
                        <a:pt x="5" y="47"/>
                        <a:pt x="6" y="46"/>
                      </a:cubicBezTo>
                      <a:cubicBezTo>
                        <a:pt x="7" y="43"/>
                        <a:pt x="11" y="40"/>
                        <a:pt x="14" y="40"/>
                      </a:cubicBezTo>
                      <a:cubicBezTo>
                        <a:pt x="14" y="40"/>
                        <a:pt x="15" y="40"/>
                        <a:pt x="15" y="40"/>
                      </a:cubicBezTo>
                      <a:cubicBezTo>
                        <a:pt x="18" y="41"/>
                        <a:pt x="22" y="43"/>
                        <a:pt x="23" y="46"/>
                      </a:cubicBezTo>
                      <a:cubicBezTo>
                        <a:pt x="24" y="47"/>
                        <a:pt x="24" y="48"/>
                        <a:pt x="24" y="48"/>
                      </a:cubicBezTo>
                      <a:cubicBezTo>
                        <a:pt x="24" y="48"/>
                        <a:pt x="25" y="47"/>
                        <a:pt x="25" y="46"/>
                      </a:cubicBezTo>
                      <a:cubicBezTo>
                        <a:pt x="26" y="44"/>
                        <a:pt x="28" y="42"/>
                        <a:pt x="30" y="42"/>
                      </a:cubicBezTo>
                      <a:cubicBezTo>
                        <a:pt x="31" y="41"/>
                        <a:pt x="33" y="41"/>
                        <a:pt x="34" y="41"/>
                      </a:cubicBezTo>
                      <a:cubicBezTo>
                        <a:pt x="34" y="41"/>
                        <a:pt x="34" y="41"/>
                        <a:pt x="34" y="41"/>
                      </a:cubicBezTo>
                      <a:cubicBezTo>
                        <a:pt x="35" y="41"/>
                        <a:pt x="36" y="41"/>
                        <a:pt x="37" y="42"/>
                      </a:cubicBezTo>
                      <a:cubicBezTo>
                        <a:pt x="40" y="42"/>
                        <a:pt x="42" y="44"/>
                        <a:pt x="43" y="47"/>
                      </a:cubicBezTo>
                      <a:cubicBezTo>
                        <a:pt x="44" y="48"/>
                        <a:pt x="44" y="48"/>
                        <a:pt x="44" y="48"/>
                      </a:cubicBezTo>
                      <a:cubicBezTo>
                        <a:pt x="44" y="48"/>
                        <a:pt x="44" y="48"/>
                        <a:pt x="45" y="47"/>
                      </a:cubicBezTo>
                      <a:cubicBezTo>
                        <a:pt x="47" y="44"/>
                        <a:pt x="50" y="41"/>
                        <a:pt x="54" y="41"/>
                      </a:cubicBezTo>
                      <a:cubicBezTo>
                        <a:pt x="54" y="41"/>
                        <a:pt x="54" y="41"/>
                        <a:pt x="54" y="41"/>
                      </a:cubicBezTo>
                      <a:cubicBezTo>
                        <a:pt x="58" y="41"/>
                        <a:pt x="61" y="44"/>
                        <a:pt x="62" y="47"/>
                      </a:cubicBezTo>
                      <a:cubicBezTo>
                        <a:pt x="63" y="48"/>
                        <a:pt x="63" y="49"/>
                        <a:pt x="63" y="49"/>
                      </a:cubicBezTo>
                      <a:cubicBezTo>
                        <a:pt x="63" y="50"/>
                        <a:pt x="63" y="50"/>
                        <a:pt x="64" y="50"/>
                      </a:cubicBezTo>
                      <a:cubicBezTo>
                        <a:pt x="64" y="50"/>
                        <a:pt x="64" y="50"/>
                        <a:pt x="64" y="49"/>
                      </a:cubicBezTo>
                      <a:cubicBezTo>
                        <a:pt x="65" y="49"/>
                        <a:pt x="65" y="48"/>
                        <a:pt x="65" y="47"/>
                      </a:cubicBezTo>
                      <a:cubicBezTo>
                        <a:pt x="67" y="44"/>
                        <a:pt x="68" y="39"/>
                        <a:pt x="68" y="35"/>
                      </a:cubicBezTo>
                      <a:cubicBezTo>
                        <a:pt x="69" y="17"/>
                        <a:pt x="55" y="2"/>
                        <a:pt x="37"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1" name="Freeform 615"/>
                <p:cNvSpPr>
                  <a:spLocks/>
                </p:cNvSpPr>
                <p:nvPr/>
              </p:nvSpPr>
              <p:spPr bwMode="auto">
                <a:xfrm>
                  <a:off x="4601092" y="4491660"/>
                  <a:ext cx="118865" cy="84553"/>
                </a:xfrm>
                <a:custGeom>
                  <a:avLst/>
                  <a:gdLst>
                    <a:gd name="T0" fmla="*/ 17 w 27"/>
                    <a:gd name="T1" fmla="*/ 5 h 19"/>
                    <a:gd name="T2" fmla="*/ 24 w 27"/>
                    <a:gd name="T3" fmla="*/ 1 h 19"/>
                    <a:gd name="T4" fmla="*/ 27 w 27"/>
                    <a:gd name="T5" fmla="*/ 0 h 19"/>
                    <a:gd name="T6" fmla="*/ 16 w 27"/>
                    <a:gd name="T7" fmla="*/ 1 h 19"/>
                    <a:gd name="T8" fmla="*/ 9 w 27"/>
                    <a:gd name="T9" fmla="*/ 7 h 19"/>
                    <a:gd name="T10" fmla="*/ 5 w 27"/>
                    <a:gd name="T11" fmla="*/ 12 h 19"/>
                    <a:gd name="T12" fmla="*/ 0 w 27"/>
                    <a:gd name="T13" fmla="*/ 19 h 19"/>
                    <a:gd name="T14" fmla="*/ 9 w 27"/>
                    <a:gd name="T15" fmla="*/ 15 h 19"/>
                    <a:gd name="T16" fmla="*/ 17 w 27"/>
                    <a:gd name="T17" fmla="*/ 5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19">
                      <a:moveTo>
                        <a:pt x="17" y="5"/>
                      </a:moveTo>
                      <a:cubicBezTo>
                        <a:pt x="19" y="4"/>
                        <a:pt x="21" y="2"/>
                        <a:pt x="24" y="1"/>
                      </a:cubicBezTo>
                      <a:cubicBezTo>
                        <a:pt x="24" y="1"/>
                        <a:pt x="26" y="0"/>
                        <a:pt x="27" y="0"/>
                      </a:cubicBezTo>
                      <a:cubicBezTo>
                        <a:pt x="23" y="0"/>
                        <a:pt x="19" y="0"/>
                        <a:pt x="16" y="1"/>
                      </a:cubicBezTo>
                      <a:cubicBezTo>
                        <a:pt x="13" y="2"/>
                        <a:pt x="10" y="4"/>
                        <a:pt x="9" y="7"/>
                      </a:cubicBezTo>
                      <a:cubicBezTo>
                        <a:pt x="7" y="9"/>
                        <a:pt x="6" y="11"/>
                        <a:pt x="5" y="12"/>
                      </a:cubicBezTo>
                      <a:cubicBezTo>
                        <a:pt x="4" y="15"/>
                        <a:pt x="3" y="18"/>
                        <a:pt x="0" y="19"/>
                      </a:cubicBezTo>
                      <a:cubicBezTo>
                        <a:pt x="3" y="19"/>
                        <a:pt x="7" y="17"/>
                        <a:pt x="9" y="15"/>
                      </a:cubicBezTo>
                      <a:cubicBezTo>
                        <a:pt x="13" y="12"/>
                        <a:pt x="15" y="9"/>
                        <a:pt x="17" y="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2" name="Freeform 616"/>
                <p:cNvSpPr>
                  <a:spLocks/>
                </p:cNvSpPr>
                <p:nvPr/>
              </p:nvSpPr>
              <p:spPr bwMode="auto">
                <a:xfrm>
                  <a:off x="4609670" y="4491660"/>
                  <a:ext cx="154402" cy="106611"/>
                </a:xfrm>
                <a:custGeom>
                  <a:avLst/>
                  <a:gdLst>
                    <a:gd name="T0" fmla="*/ 23 w 35"/>
                    <a:gd name="T1" fmla="*/ 3 h 24"/>
                    <a:gd name="T2" fmla="*/ 14 w 35"/>
                    <a:gd name="T3" fmla="*/ 11 h 24"/>
                    <a:gd name="T4" fmla="*/ 8 w 35"/>
                    <a:gd name="T5" fmla="*/ 17 h 24"/>
                    <a:gd name="T6" fmla="*/ 0 w 35"/>
                    <a:gd name="T7" fmla="*/ 20 h 24"/>
                    <a:gd name="T8" fmla="*/ 19 w 35"/>
                    <a:gd name="T9" fmla="*/ 20 h 24"/>
                    <a:gd name="T10" fmla="*/ 30 w 35"/>
                    <a:gd name="T11" fmla="*/ 6 h 24"/>
                    <a:gd name="T12" fmla="*/ 33 w 35"/>
                    <a:gd name="T13" fmla="*/ 2 h 24"/>
                    <a:gd name="T14" fmla="*/ 35 w 35"/>
                    <a:gd name="T15" fmla="*/ 1 h 24"/>
                    <a:gd name="T16" fmla="*/ 23 w 35"/>
                    <a:gd name="T17" fmla="*/ 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24">
                      <a:moveTo>
                        <a:pt x="23" y="3"/>
                      </a:moveTo>
                      <a:cubicBezTo>
                        <a:pt x="19" y="5"/>
                        <a:pt x="17" y="7"/>
                        <a:pt x="14" y="11"/>
                      </a:cubicBezTo>
                      <a:cubicBezTo>
                        <a:pt x="12" y="13"/>
                        <a:pt x="10" y="16"/>
                        <a:pt x="8" y="17"/>
                      </a:cubicBezTo>
                      <a:cubicBezTo>
                        <a:pt x="5" y="19"/>
                        <a:pt x="3" y="20"/>
                        <a:pt x="0" y="20"/>
                      </a:cubicBezTo>
                      <a:cubicBezTo>
                        <a:pt x="6" y="24"/>
                        <a:pt x="13" y="24"/>
                        <a:pt x="19" y="20"/>
                      </a:cubicBezTo>
                      <a:cubicBezTo>
                        <a:pt x="25" y="17"/>
                        <a:pt x="27" y="12"/>
                        <a:pt x="30" y="6"/>
                      </a:cubicBezTo>
                      <a:cubicBezTo>
                        <a:pt x="31" y="5"/>
                        <a:pt x="32" y="3"/>
                        <a:pt x="33" y="2"/>
                      </a:cubicBezTo>
                      <a:cubicBezTo>
                        <a:pt x="34" y="2"/>
                        <a:pt x="35" y="1"/>
                        <a:pt x="35" y="1"/>
                      </a:cubicBezTo>
                      <a:cubicBezTo>
                        <a:pt x="31" y="0"/>
                        <a:pt x="27" y="1"/>
                        <a:pt x="23" y="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3" name="Freeform 617"/>
                <p:cNvSpPr>
                  <a:spLocks/>
                </p:cNvSpPr>
                <p:nvPr/>
              </p:nvSpPr>
              <p:spPr bwMode="auto">
                <a:xfrm>
                  <a:off x="4601092" y="4403430"/>
                  <a:ext cx="101709" cy="71074"/>
                </a:xfrm>
                <a:custGeom>
                  <a:avLst/>
                  <a:gdLst>
                    <a:gd name="T0" fmla="*/ 8 w 23"/>
                    <a:gd name="T1" fmla="*/ 6 h 16"/>
                    <a:gd name="T2" fmla="*/ 5 w 23"/>
                    <a:gd name="T3" fmla="*/ 11 h 16"/>
                    <a:gd name="T4" fmla="*/ 0 w 23"/>
                    <a:gd name="T5" fmla="*/ 16 h 16"/>
                    <a:gd name="T6" fmla="*/ 8 w 23"/>
                    <a:gd name="T7" fmla="*/ 13 h 16"/>
                    <a:gd name="T8" fmla="*/ 15 w 23"/>
                    <a:gd name="T9" fmla="*/ 5 h 16"/>
                    <a:gd name="T10" fmla="*/ 20 w 23"/>
                    <a:gd name="T11" fmla="*/ 1 h 16"/>
                    <a:gd name="T12" fmla="*/ 23 w 23"/>
                    <a:gd name="T13" fmla="*/ 0 h 16"/>
                    <a:gd name="T14" fmla="*/ 14 w 23"/>
                    <a:gd name="T15" fmla="*/ 1 h 16"/>
                    <a:gd name="T16" fmla="*/ 8 w 23"/>
                    <a:gd name="T17" fmla="*/ 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6">
                      <a:moveTo>
                        <a:pt x="8" y="6"/>
                      </a:moveTo>
                      <a:cubicBezTo>
                        <a:pt x="6" y="8"/>
                        <a:pt x="6" y="9"/>
                        <a:pt x="5" y="11"/>
                      </a:cubicBezTo>
                      <a:cubicBezTo>
                        <a:pt x="4" y="13"/>
                        <a:pt x="2" y="15"/>
                        <a:pt x="0" y="16"/>
                      </a:cubicBezTo>
                      <a:cubicBezTo>
                        <a:pt x="3" y="16"/>
                        <a:pt x="6" y="15"/>
                        <a:pt x="8" y="13"/>
                      </a:cubicBezTo>
                      <a:cubicBezTo>
                        <a:pt x="11" y="11"/>
                        <a:pt x="13" y="7"/>
                        <a:pt x="15" y="5"/>
                      </a:cubicBezTo>
                      <a:cubicBezTo>
                        <a:pt x="17" y="3"/>
                        <a:pt x="18" y="2"/>
                        <a:pt x="20" y="1"/>
                      </a:cubicBezTo>
                      <a:cubicBezTo>
                        <a:pt x="21" y="1"/>
                        <a:pt x="22" y="0"/>
                        <a:pt x="23" y="0"/>
                      </a:cubicBezTo>
                      <a:cubicBezTo>
                        <a:pt x="20" y="0"/>
                        <a:pt x="17" y="0"/>
                        <a:pt x="14" y="1"/>
                      </a:cubicBezTo>
                      <a:cubicBezTo>
                        <a:pt x="11" y="2"/>
                        <a:pt x="9" y="4"/>
                        <a:pt x="8"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4" name="Freeform 618"/>
                <p:cNvSpPr>
                  <a:spLocks/>
                </p:cNvSpPr>
                <p:nvPr/>
              </p:nvSpPr>
              <p:spPr bwMode="auto">
                <a:xfrm>
                  <a:off x="4609670" y="4403430"/>
                  <a:ext cx="132345" cy="93131"/>
                </a:xfrm>
                <a:custGeom>
                  <a:avLst/>
                  <a:gdLst>
                    <a:gd name="T0" fmla="*/ 28 w 30"/>
                    <a:gd name="T1" fmla="*/ 2 h 21"/>
                    <a:gd name="T2" fmla="*/ 30 w 30"/>
                    <a:gd name="T3" fmla="*/ 1 h 21"/>
                    <a:gd name="T4" fmla="*/ 19 w 30"/>
                    <a:gd name="T5" fmla="*/ 2 h 21"/>
                    <a:gd name="T6" fmla="*/ 12 w 30"/>
                    <a:gd name="T7" fmla="*/ 9 h 21"/>
                    <a:gd name="T8" fmla="*/ 6 w 30"/>
                    <a:gd name="T9" fmla="*/ 15 h 21"/>
                    <a:gd name="T10" fmla="*/ 0 w 30"/>
                    <a:gd name="T11" fmla="*/ 18 h 21"/>
                    <a:gd name="T12" fmla="*/ 16 w 30"/>
                    <a:gd name="T13" fmla="*/ 17 h 21"/>
                    <a:gd name="T14" fmla="*/ 25 w 30"/>
                    <a:gd name="T15" fmla="*/ 6 h 21"/>
                    <a:gd name="T16" fmla="*/ 28 w 30"/>
                    <a:gd name="T17" fmla="*/ 2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21">
                      <a:moveTo>
                        <a:pt x="28" y="2"/>
                      </a:moveTo>
                      <a:cubicBezTo>
                        <a:pt x="29" y="2"/>
                        <a:pt x="30" y="1"/>
                        <a:pt x="30" y="1"/>
                      </a:cubicBezTo>
                      <a:cubicBezTo>
                        <a:pt x="26" y="0"/>
                        <a:pt x="23" y="1"/>
                        <a:pt x="19" y="2"/>
                      </a:cubicBezTo>
                      <a:cubicBezTo>
                        <a:pt x="16" y="4"/>
                        <a:pt x="14" y="6"/>
                        <a:pt x="12" y="9"/>
                      </a:cubicBezTo>
                      <a:cubicBezTo>
                        <a:pt x="10" y="11"/>
                        <a:pt x="9" y="14"/>
                        <a:pt x="6" y="15"/>
                      </a:cubicBezTo>
                      <a:cubicBezTo>
                        <a:pt x="5" y="16"/>
                        <a:pt x="2" y="17"/>
                        <a:pt x="0" y="18"/>
                      </a:cubicBezTo>
                      <a:cubicBezTo>
                        <a:pt x="5" y="21"/>
                        <a:pt x="11" y="21"/>
                        <a:pt x="16" y="17"/>
                      </a:cubicBezTo>
                      <a:cubicBezTo>
                        <a:pt x="21" y="15"/>
                        <a:pt x="23" y="10"/>
                        <a:pt x="25" y="6"/>
                      </a:cubicBezTo>
                      <a:cubicBezTo>
                        <a:pt x="26" y="4"/>
                        <a:pt x="27" y="3"/>
                        <a:pt x="28" y="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5" name="Freeform 619"/>
                <p:cNvSpPr>
                  <a:spLocks/>
                </p:cNvSpPr>
                <p:nvPr/>
              </p:nvSpPr>
              <p:spPr bwMode="auto">
                <a:xfrm>
                  <a:off x="4472424" y="4491660"/>
                  <a:ext cx="115189" cy="84553"/>
                </a:xfrm>
                <a:custGeom>
                  <a:avLst/>
                  <a:gdLst>
                    <a:gd name="T0" fmla="*/ 9 w 26"/>
                    <a:gd name="T1" fmla="*/ 5 h 19"/>
                    <a:gd name="T2" fmla="*/ 17 w 26"/>
                    <a:gd name="T3" fmla="*/ 15 h 19"/>
                    <a:gd name="T4" fmla="*/ 26 w 26"/>
                    <a:gd name="T5" fmla="*/ 19 h 19"/>
                    <a:gd name="T6" fmla="*/ 21 w 26"/>
                    <a:gd name="T7" fmla="*/ 12 h 19"/>
                    <a:gd name="T8" fmla="*/ 18 w 26"/>
                    <a:gd name="T9" fmla="*/ 7 h 19"/>
                    <a:gd name="T10" fmla="*/ 11 w 26"/>
                    <a:gd name="T11" fmla="*/ 1 h 19"/>
                    <a:gd name="T12" fmla="*/ 0 w 26"/>
                    <a:gd name="T13" fmla="*/ 0 h 19"/>
                    <a:gd name="T14" fmla="*/ 3 w 26"/>
                    <a:gd name="T15" fmla="*/ 1 h 19"/>
                    <a:gd name="T16" fmla="*/ 9 w 26"/>
                    <a:gd name="T17" fmla="*/ 5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19">
                      <a:moveTo>
                        <a:pt x="9" y="5"/>
                      </a:moveTo>
                      <a:cubicBezTo>
                        <a:pt x="12" y="9"/>
                        <a:pt x="14" y="12"/>
                        <a:pt x="17" y="15"/>
                      </a:cubicBezTo>
                      <a:cubicBezTo>
                        <a:pt x="20" y="17"/>
                        <a:pt x="23" y="19"/>
                        <a:pt x="26" y="19"/>
                      </a:cubicBezTo>
                      <a:cubicBezTo>
                        <a:pt x="24" y="18"/>
                        <a:pt x="22" y="15"/>
                        <a:pt x="21" y="12"/>
                      </a:cubicBezTo>
                      <a:cubicBezTo>
                        <a:pt x="20" y="11"/>
                        <a:pt x="19" y="9"/>
                        <a:pt x="18" y="7"/>
                      </a:cubicBezTo>
                      <a:cubicBezTo>
                        <a:pt x="16" y="4"/>
                        <a:pt x="14" y="2"/>
                        <a:pt x="11" y="1"/>
                      </a:cubicBezTo>
                      <a:cubicBezTo>
                        <a:pt x="7" y="0"/>
                        <a:pt x="3" y="0"/>
                        <a:pt x="0" y="0"/>
                      </a:cubicBezTo>
                      <a:cubicBezTo>
                        <a:pt x="1" y="0"/>
                        <a:pt x="2" y="1"/>
                        <a:pt x="3" y="1"/>
                      </a:cubicBezTo>
                      <a:cubicBezTo>
                        <a:pt x="5" y="2"/>
                        <a:pt x="7" y="4"/>
                        <a:pt x="9" y="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6" name="Freeform 620"/>
                <p:cNvSpPr>
                  <a:spLocks/>
                </p:cNvSpPr>
                <p:nvPr/>
              </p:nvSpPr>
              <p:spPr bwMode="auto">
                <a:xfrm>
                  <a:off x="4424633" y="4491660"/>
                  <a:ext cx="154402" cy="106611"/>
                </a:xfrm>
                <a:custGeom>
                  <a:avLst/>
                  <a:gdLst>
                    <a:gd name="T0" fmla="*/ 6 w 35"/>
                    <a:gd name="T1" fmla="*/ 6 h 24"/>
                    <a:gd name="T2" fmla="*/ 16 w 35"/>
                    <a:gd name="T3" fmla="*/ 20 h 24"/>
                    <a:gd name="T4" fmla="*/ 35 w 35"/>
                    <a:gd name="T5" fmla="*/ 20 h 24"/>
                    <a:gd name="T6" fmla="*/ 28 w 35"/>
                    <a:gd name="T7" fmla="*/ 17 h 24"/>
                    <a:gd name="T8" fmla="*/ 21 w 35"/>
                    <a:gd name="T9" fmla="*/ 11 h 24"/>
                    <a:gd name="T10" fmla="*/ 13 w 35"/>
                    <a:gd name="T11" fmla="*/ 3 h 24"/>
                    <a:gd name="T12" fmla="*/ 0 w 35"/>
                    <a:gd name="T13" fmla="*/ 1 h 24"/>
                    <a:gd name="T14" fmla="*/ 2 w 35"/>
                    <a:gd name="T15" fmla="*/ 2 h 24"/>
                    <a:gd name="T16" fmla="*/ 6 w 35"/>
                    <a:gd name="T17" fmla="*/ 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24">
                      <a:moveTo>
                        <a:pt x="6" y="6"/>
                      </a:moveTo>
                      <a:cubicBezTo>
                        <a:pt x="9" y="12"/>
                        <a:pt x="11" y="17"/>
                        <a:pt x="16" y="20"/>
                      </a:cubicBezTo>
                      <a:cubicBezTo>
                        <a:pt x="22" y="24"/>
                        <a:pt x="30" y="24"/>
                        <a:pt x="35" y="20"/>
                      </a:cubicBezTo>
                      <a:cubicBezTo>
                        <a:pt x="33" y="20"/>
                        <a:pt x="30" y="19"/>
                        <a:pt x="28" y="17"/>
                      </a:cubicBezTo>
                      <a:cubicBezTo>
                        <a:pt x="25" y="16"/>
                        <a:pt x="23" y="13"/>
                        <a:pt x="21" y="11"/>
                      </a:cubicBezTo>
                      <a:cubicBezTo>
                        <a:pt x="19" y="7"/>
                        <a:pt x="16" y="5"/>
                        <a:pt x="13" y="3"/>
                      </a:cubicBezTo>
                      <a:cubicBezTo>
                        <a:pt x="9" y="1"/>
                        <a:pt x="4" y="0"/>
                        <a:pt x="0" y="1"/>
                      </a:cubicBezTo>
                      <a:cubicBezTo>
                        <a:pt x="1" y="1"/>
                        <a:pt x="2" y="2"/>
                        <a:pt x="2" y="2"/>
                      </a:cubicBezTo>
                      <a:cubicBezTo>
                        <a:pt x="4" y="3"/>
                        <a:pt x="5" y="5"/>
                        <a:pt x="6"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7" name="Freeform 621"/>
                <p:cNvSpPr>
                  <a:spLocks/>
                </p:cNvSpPr>
                <p:nvPr/>
              </p:nvSpPr>
              <p:spPr bwMode="auto">
                <a:xfrm>
                  <a:off x="4485903" y="4403430"/>
                  <a:ext cx="101709" cy="71074"/>
                </a:xfrm>
                <a:custGeom>
                  <a:avLst/>
                  <a:gdLst>
                    <a:gd name="T0" fmla="*/ 10 w 23"/>
                    <a:gd name="T1" fmla="*/ 1 h 16"/>
                    <a:gd name="T2" fmla="*/ 0 w 23"/>
                    <a:gd name="T3" fmla="*/ 0 h 16"/>
                    <a:gd name="T4" fmla="*/ 3 w 23"/>
                    <a:gd name="T5" fmla="*/ 1 h 16"/>
                    <a:gd name="T6" fmla="*/ 8 w 23"/>
                    <a:gd name="T7" fmla="*/ 5 h 16"/>
                    <a:gd name="T8" fmla="*/ 15 w 23"/>
                    <a:gd name="T9" fmla="*/ 13 h 16"/>
                    <a:gd name="T10" fmla="*/ 23 w 23"/>
                    <a:gd name="T11" fmla="*/ 16 h 16"/>
                    <a:gd name="T12" fmla="*/ 19 w 23"/>
                    <a:gd name="T13" fmla="*/ 11 h 16"/>
                    <a:gd name="T14" fmla="*/ 16 w 23"/>
                    <a:gd name="T15" fmla="*/ 6 h 16"/>
                    <a:gd name="T16" fmla="*/ 10 w 23"/>
                    <a:gd name="T17" fmla="*/ 1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6">
                      <a:moveTo>
                        <a:pt x="10" y="1"/>
                      </a:moveTo>
                      <a:cubicBezTo>
                        <a:pt x="7" y="0"/>
                        <a:pt x="3" y="0"/>
                        <a:pt x="0" y="0"/>
                      </a:cubicBezTo>
                      <a:cubicBezTo>
                        <a:pt x="1" y="0"/>
                        <a:pt x="2" y="1"/>
                        <a:pt x="3" y="1"/>
                      </a:cubicBezTo>
                      <a:cubicBezTo>
                        <a:pt x="5" y="2"/>
                        <a:pt x="7" y="3"/>
                        <a:pt x="8" y="5"/>
                      </a:cubicBezTo>
                      <a:cubicBezTo>
                        <a:pt x="11" y="7"/>
                        <a:pt x="13" y="11"/>
                        <a:pt x="15" y="13"/>
                      </a:cubicBezTo>
                      <a:cubicBezTo>
                        <a:pt x="18" y="15"/>
                        <a:pt x="20" y="16"/>
                        <a:pt x="23" y="16"/>
                      </a:cubicBezTo>
                      <a:cubicBezTo>
                        <a:pt x="21" y="15"/>
                        <a:pt x="20" y="13"/>
                        <a:pt x="19" y="11"/>
                      </a:cubicBezTo>
                      <a:cubicBezTo>
                        <a:pt x="18" y="9"/>
                        <a:pt x="17" y="8"/>
                        <a:pt x="16" y="6"/>
                      </a:cubicBezTo>
                      <a:cubicBezTo>
                        <a:pt x="14" y="4"/>
                        <a:pt x="12" y="2"/>
                        <a:pt x="10" y="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8" name="Freeform 622"/>
                <p:cNvSpPr>
                  <a:spLocks/>
                </p:cNvSpPr>
                <p:nvPr/>
              </p:nvSpPr>
              <p:spPr bwMode="auto">
                <a:xfrm>
                  <a:off x="4446690" y="4403430"/>
                  <a:ext cx="132345" cy="93131"/>
                </a:xfrm>
                <a:custGeom>
                  <a:avLst/>
                  <a:gdLst>
                    <a:gd name="T0" fmla="*/ 0 w 30"/>
                    <a:gd name="T1" fmla="*/ 1 h 21"/>
                    <a:gd name="T2" fmla="*/ 2 w 30"/>
                    <a:gd name="T3" fmla="*/ 2 h 21"/>
                    <a:gd name="T4" fmla="*/ 5 w 30"/>
                    <a:gd name="T5" fmla="*/ 6 h 21"/>
                    <a:gd name="T6" fmla="*/ 14 w 30"/>
                    <a:gd name="T7" fmla="*/ 17 h 21"/>
                    <a:gd name="T8" fmla="*/ 30 w 30"/>
                    <a:gd name="T9" fmla="*/ 18 h 21"/>
                    <a:gd name="T10" fmla="*/ 24 w 30"/>
                    <a:gd name="T11" fmla="*/ 15 h 21"/>
                    <a:gd name="T12" fmla="*/ 18 w 30"/>
                    <a:gd name="T13" fmla="*/ 9 h 21"/>
                    <a:gd name="T14" fmla="*/ 11 w 30"/>
                    <a:gd name="T15" fmla="*/ 2 h 21"/>
                    <a:gd name="T16" fmla="*/ 0 w 30"/>
                    <a:gd name="T17" fmla="*/ 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21">
                      <a:moveTo>
                        <a:pt x="0" y="1"/>
                      </a:moveTo>
                      <a:cubicBezTo>
                        <a:pt x="1" y="1"/>
                        <a:pt x="2" y="2"/>
                        <a:pt x="2" y="2"/>
                      </a:cubicBezTo>
                      <a:cubicBezTo>
                        <a:pt x="3" y="3"/>
                        <a:pt x="4" y="4"/>
                        <a:pt x="5" y="6"/>
                      </a:cubicBezTo>
                      <a:cubicBezTo>
                        <a:pt x="8" y="10"/>
                        <a:pt x="9" y="15"/>
                        <a:pt x="14" y="17"/>
                      </a:cubicBezTo>
                      <a:cubicBezTo>
                        <a:pt x="19" y="21"/>
                        <a:pt x="25" y="21"/>
                        <a:pt x="30" y="18"/>
                      </a:cubicBezTo>
                      <a:cubicBezTo>
                        <a:pt x="28" y="17"/>
                        <a:pt x="26" y="16"/>
                        <a:pt x="24" y="15"/>
                      </a:cubicBezTo>
                      <a:cubicBezTo>
                        <a:pt x="22" y="14"/>
                        <a:pt x="20" y="11"/>
                        <a:pt x="18" y="9"/>
                      </a:cubicBezTo>
                      <a:cubicBezTo>
                        <a:pt x="16" y="6"/>
                        <a:pt x="14" y="4"/>
                        <a:pt x="11" y="2"/>
                      </a:cubicBezTo>
                      <a:cubicBezTo>
                        <a:pt x="8" y="1"/>
                        <a:pt x="4" y="0"/>
                        <a:pt x="0" y="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9" name="Freeform 623"/>
                <p:cNvSpPr>
                  <a:spLocks/>
                </p:cNvSpPr>
                <p:nvPr/>
              </p:nvSpPr>
              <p:spPr bwMode="auto">
                <a:xfrm>
                  <a:off x="4592514" y="4342160"/>
                  <a:ext cx="56369" cy="113963"/>
                </a:xfrm>
                <a:custGeom>
                  <a:avLst/>
                  <a:gdLst>
                    <a:gd name="T0" fmla="*/ 9 w 13"/>
                    <a:gd name="T1" fmla="*/ 8 h 26"/>
                    <a:gd name="T2" fmla="*/ 2 w 13"/>
                    <a:gd name="T3" fmla="*/ 17 h 26"/>
                    <a:gd name="T4" fmla="*/ 1 w 13"/>
                    <a:gd name="T5" fmla="*/ 26 h 26"/>
                    <a:gd name="T6" fmla="*/ 5 w 13"/>
                    <a:gd name="T7" fmla="*/ 20 h 26"/>
                    <a:gd name="T8" fmla="*/ 9 w 13"/>
                    <a:gd name="T9" fmla="*/ 16 h 26"/>
                    <a:gd name="T10" fmla="*/ 12 w 13"/>
                    <a:gd name="T11" fmla="*/ 9 h 26"/>
                    <a:gd name="T12" fmla="*/ 11 w 13"/>
                    <a:gd name="T13" fmla="*/ 0 h 26"/>
                    <a:gd name="T14" fmla="*/ 11 w 13"/>
                    <a:gd name="T15" fmla="*/ 3 h 26"/>
                    <a:gd name="T16" fmla="*/ 9 w 13"/>
                    <a:gd name="T17" fmla="*/ 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26">
                      <a:moveTo>
                        <a:pt x="9" y="8"/>
                      </a:moveTo>
                      <a:cubicBezTo>
                        <a:pt x="6" y="11"/>
                        <a:pt x="4" y="14"/>
                        <a:pt x="2" y="17"/>
                      </a:cubicBezTo>
                      <a:cubicBezTo>
                        <a:pt x="1" y="20"/>
                        <a:pt x="0" y="23"/>
                        <a:pt x="1" y="26"/>
                      </a:cubicBezTo>
                      <a:cubicBezTo>
                        <a:pt x="1" y="23"/>
                        <a:pt x="3" y="21"/>
                        <a:pt x="5" y="20"/>
                      </a:cubicBezTo>
                      <a:cubicBezTo>
                        <a:pt x="6" y="19"/>
                        <a:pt x="8" y="18"/>
                        <a:pt x="9" y="16"/>
                      </a:cubicBezTo>
                      <a:cubicBezTo>
                        <a:pt x="11" y="14"/>
                        <a:pt x="12" y="12"/>
                        <a:pt x="12" y="9"/>
                      </a:cubicBezTo>
                      <a:cubicBezTo>
                        <a:pt x="13" y="6"/>
                        <a:pt x="12" y="3"/>
                        <a:pt x="11" y="0"/>
                      </a:cubicBezTo>
                      <a:cubicBezTo>
                        <a:pt x="11" y="0"/>
                        <a:pt x="11" y="2"/>
                        <a:pt x="11" y="3"/>
                      </a:cubicBezTo>
                      <a:cubicBezTo>
                        <a:pt x="10" y="5"/>
                        <a:pt x="10" y="7"/>
                        <a:pt x="9" y="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0" name="Freeform 624"/>
                <p:cNvSpPr>
                  <a:spLocks/>
                </p:cNvSpPr>
                <p:nvPr/>
              </p:nvSpPr>
              <p:spPr bwMode="auto">
                <a:xfrm>
                  <a:off x="4560653" y="4301721"/>
                  <a:ext cx="75976" cy="145824"/>
                </a:xfrm>
                <a:custGeom>
                  <a:avLst/>
                  <a:gdLst>
                    <a:gd name="T0" fmla="*/ 6 w 17"/>
                    <a:gd name="T1" fmla="*/ 33 h 33"/>
                    <a:gd name="T2" fmla="*/ 7 w 17"/>
                    <a:gd name="T3" fmla="*/ 27 h 33"/>
                    <a:gd name="T4" fmla="*/ 11 w 17"/>
                    <a:gd name="T5" fmla="*/ 20 h 33"/>
                    <a:gd name="T6" fmla="*/ 16 w 17"/>
                    <a:gd name="T7" fmla="*/ 11 h 33"/>
                    <a:gd name="T8" fmla="*/ 16 w 17"/>
                    <a:gd name="T9" fmla="*/ 0 h 33"/>
                    <a:gd name="T10" fmla="*/ 15 w 17"/>
                    <a:gd name="T11" fmla="*/ 2 h 33"/>
                    <a:gd name="T12" fmla="*/ 12 w 17"/>
                    <a:gd name="T13" fmla="*/ 6 h 33"/>
                    <a:gd name="T14" fmla="*/ 2 w 17"/>
                    <a:gd name="T15" fmla="*/ 17 h 33"/>
                    <a:gd name="T16" fmla="*/ 6 w 17"/>
                    <a:gd name="T1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33">
                      <a:moveTo>
                        <a:pt x="6" y="33"/>
                      </a:moveTo>
                      <a:cubicBezTo>
                        <a:pt x="5" y="31"/>
                        <a:pt x="6" y="29"/>
                        <a:pt x="7" y="27"/>
                      </a:cubicBezTo>
                      <a:cubicBezTo>
                        <a:pt x="8" y="24"/>
                        <a:pt x="9" y="22"/>
                        <a:pt x="11" y="20"/>
                      </a:cubicBezTo>
                      <a:cubicBezTo>
                        <a:pt x="13" y="17"/>
                        <a:pt x="15" y="15"/>
                        <a:pt x="16" y="11"/>
                      </a:cubicBezTo>
                      <a:cubicBezTo>
                        <a:pt x="17" y="8"/>
                        <a:pt x="17" y="4"/>
                        <a:pt x="16" y="0"/>
                      </a:cubicBezTo>
                      <a:cubicBezTo>
                        <a:pt x="16" y="1"/>
                        <a:pt x="15" y="2"/>
                        <a:pt x="15" y="2"/>
                      </a:cubicBezTo>
                      <a:cubicBezTo>
                        <a:pt x="14" y="4"/>
                        <a:pt x="13" y="5"/>
                        <a:pt x="12" y="6"/>
                      </a:cubicBezTo>
                      <a:cubicBezTo>
                        <a:pt x="8" y="10"/>
                        <a:pt x="4" y="12"/>
                        <a:pt x="2" y="17"/>
                      </a:cubicBezTo>
                      <a:cubicBezTo>
                        <a:pt x="0" y="23"/>
                        <a:pt x="1" y="29"/>
                        <a:pt x="6" y="3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7" name="Freeform 631"/>
                <p:cNvSpPr>
                  <a:spLocks/>
                </p:cNvSpPr>
                <p:nvPr/>
              </p:nvSpPr>
              <p:spPr bwMode="auto">
                <a:xfrm>
                  <a:off x="5727246" y="1033545"/>
                  <a:ext cx="140922" cy="140922"/>
                </a:xfrm>
                <a:custGeom>
                  <a:avLst/>
                  <a:gdLst>
                    <a:gd name="T0" fmla="*/ 7 w 32"/>
                    <a:gd name="T1" fmla="*/ 30 h 32"/>
                    <a:gd name="T2" fmla="*/ 16 w 32"/>
                    <a:gd name="T3" fmla="*/ 32 h 32"/>
                    <a:gd name="T4" fmla="*/ 32 w 32"/>
                    <a:gd name="T5" fmla="*/ 16 h 32"/>
                    <a:gd name="T6" fmla="*/ 16 w 32"/>
                    <a:gd name="T7" fmla="*/ 0 h 32"/>
                    <a:gd name="T8" fmla="*/ 0 w 32"/>
                    <a:gd name="T9" fmla="*/ 14 h 32"/>
                    <a:gd name="T10" fmla="*/ 16 w 32"/>
                    <a:gd name="T11" fmla="*/ 14 h 32"/>
                    <a:gd name="T12" fmla="*/ 21 w 32"/>
                    <a:gd name="T13" fmla="*/ 14 h 32"/>
                    <a:gd name="T14" fmla="*/ 18 w 32"/>
                    <a:gd name="T15" fmla="*/ 18 h 32"/>
                    <a:gd name="T16" fmla="*/ 7 w 32"/>
                    <a:gd name="T17" fmla="*/ 3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7" y="30"/>
                      </a:moveTo>
                      <a:cubicBezTo>
                        <a:pt x="10" y="31"/>
                        <a:pt x="13" y="32"/>
                        <a:pt x="16" y="32"/>
                      </a:cubicBezTo>
                      <a:cubicBezTo>
                        <a:pt x="25" y="32"/>
                        <a:pt x="32" y="25"/>
                        <a:pt x="32" y="16"/>
                      </a:cubicBezTo>
                      <a:cubicBezTo>
                        <a:pt x="32" y="7"/>
                        <a:pt x="25" y="0"/>
                        <a:pt x="16" y="0"/>
                      </a:cubicBezTo>
                      <a:cubicBezTo>
                        <a:pt x="8" y="0"/>
                        <a:pt x="1" y="6"/>
                        <a:pt x="0" y="14"/>
                      </a:cubicBezTo>
                      <a:cubicBezTo>
                        <a:pt x="16" y="14"/>
                        <a:pt x="16" y="14"/>
                        <a:pt x="16" y="14"/>
                      </a:cubicBezTo>
                      <a:cubicBezTo>
                        <a:pt x="21" y="14"/>
                        <a:pt x="21" y="14"/>
                        <a:pt x="21" y="14"/>
                      </a:cubicBezTo>
                      <a:cubicBezTo>
                        <a:pt x="18" y="18"/>
                        <a:pt x="18" y="18"/>
                        <a:pt x="18" y="18"/>
                      </a:cubicBezTo>
                      <a:lnTo>
                        <a:pt x="7" y="3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8" name="Freeform 632"/>
                <p:cNvSpPr>
                  <a:spLocks/>
                </p:cNvSpPr>
                <p:nvPr/>
              </p:nvSpPr>
              <p:spPr bwMode="auto">
                <a:xfrm>
                  <a:off x="5501770" y="1104619"/>
                  <a:ext cx="295324" cy="278169"/>
                </a:xfrm>
                <a:custGeom>
                  <a:avLst/>
                  <a:gdLst>
                    <a:gd name="T0" fmla="*/ 30 w 67"/>
                    <a:gd name="T1" fmla="*/ 34 h 63"/>
                    <a:gd name="T2" fmla="*/ 30 w 67"/>
                    <a:gd name="T3" fmla="*/ 36 h 63"/>
                    <a:gd name="T4" fmla="*/ 30 w 67"/>
                    <a:gd name="T5" fmla="*/ 37 h 63"/>
                    <a:gd name="T6" fmla="*/ 30 w 67"/>
                    <a:gd name="T7" fmla="*/ 58 h 63"/>
                    <a:gd name="T8" fmla="*/ 22 w 67"/>
                    <a:gd name="T9" fmla="*/ 63 h 63"/>
                    <a:gd name="T10" fmla="*/ 44 w 67"/>
                    <a:gd name="T11" fmla="*/ 63 h 63"/>
                    <a:gd name="T12" fmla="*/ 37 w 67"/>
                    <a:gd name="T13" fmla="*/ 58 h 63"/>
                    <a:gd name="T14" fmla="*/ 37 w 67"/>
                    <a:gd name="T15" fmla="*/ 37 h 63"/>
                    <a:gd name="T16" fmla="*/ 37 w 67"/>
                    <a:gd name="T17" fmla="*/ 36 h 63"/>
                    <a:gd name="T18" fmla="*/ 37 w 67"/>
                    <a:gd name="T19" fmla="*/ 34 h 63"/>
                    <a:gd name="T20" fmla="*/ 56 w 67"/>
                    <a:gd name="T21" fmla="*/ 12 h 63"/>
                    <a:gd name="T22" fmla="*/ 67 w 67"/>
                    <a:gd name="T23" fmla="*/ 0 h 63"/>
                    <a:gd name="T24" fmla="*/ 51 w 67"/>
                    <a:gd name="T25" fmla="*/ 0 h 63"/>
                    <a:gd name="T26" fmla="*/ 0 w 67"/>
                    <a:gd name="T27" fmla="*/ 0 h 63"/>
                    <a:gd name="T28" fmla="*/ 30 w 67"/>
                    <a:gd name="T29" fmla="*/ 34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 h="63">
                      <a:moveTo>
                        <a:pt x="30" y="34"/>
                      </a:moveTo>
                      <a:cubicBezTo>
                        <a:pt x="30" y="36"/>
                        <a:pt x="30" y="36"/>
                        <a:pt x="30" y="36"/>
                      </a:cubicBezTo>
                      <a:cubicBezTo>
                        <a:pt x="30" y="37"/>
                        <a:pt x="30" y="37"/>
                        <a:pt x="30" y="37"/>
                      </a:cubicBezTo>
                      <a:cubicBezTo>
                        <a:pt x="30" y="58"/>
                        <a:pt x="30" y="58"/>
                        <a:pt x="30" y="58"/>
                      </a:cubicBezTo>
                      <a:cubicBezTo>
                        <a:pt x="25" y="58"/>
                        <a:pt x="22" y="61"/>
                        <a:pt x="22" y="63"/>
                      </a:cubicBezTo>
                      <a:cubicBezTo>
                        <a:pt x="44" y="63"/>
                        <a:pt x="44" y="63"/>
                        <a:pt x="44" y="63"/>
                      </a:cubicBezTo>
                      <a:cubicBezTo>
                        <a:pt x="44" y="61"/>
                        <a:pt x="41" y="59"/>
                        <a:pt x="37" y="58"/>
                      </a:cubicBezTo>
                      <a:cubicBezTo>
                        <a:pt x="37" y="37"/>
                        <a:pt x="37" y="37"/>
                        <a:pt x="37" y="37"/>
                      </a:cubicBezTo>
                      <a:cubicBezTo>
                        <a:pt x="37" y="36"/>
                        <a:pt x="37" y="36"/>
                        <a:pt x="37" y="36"/>
                      </a:cubicBezTo>
                      <a:cubicBezTo>
                        <a:pt x="37" y="34"/>
                        <a:pt x="37" y="34"/>
                        <a:pt x="37" y="34"/>
                      </a:cubicBezTo>
                      <a:cubicBezTo>
                        <a:pt x="56" y="12"/>
                        <a:pt x="56" y="12"/>
                        <a:pt x="56" y="12"/>
                      </a:cubicBezTo>
                      <a:cubicBezTo>
                        <a:pt x="67" y="0"/>
                        <a:pt x="67" y="0"/>
                        <a:pt x="67" y="0"/>
                      </a:cubicBezTo>
                      <a:cubicBezTo>
                        <a:pt x="51" y="0"/>
                        <a:pt x="51" y="0"/>
                        <a:pt x="51" y="0"/>
                      </a:cubicBezTo>
                      <a:cubicBezTo>
                        <a:pt x="0" y="0"/>
                        <a:pt x="0" y="0"/>
                        <a:pt x="0" y="0"/>
                      </a:cubicBezTo>
                      <a:lnTo>
                        <a:pt x="30" y="3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0" name="Freeform 634"/>
                <p:cNvSpPr>
                  <a:spLocks noEditPoints="1"/>
                </p:cNvSpPr>
                <p:nvPr/>
              </p:nvSpPr>
              <p:spPr bwMode="auto">
                <a:xfrm>
                  <a:off x="5364524" y="795815"/>
                  <a:ext cx="220574" cy="136021"/>
                </a:xfrm>
                <a:custGeom>
                  <a:avLst/>
                  <a:gdLst>
                    <a:gd name="T0" fmla="*/ 141 w 180"/>
                    <a:gd name="T1" fmla="*/ 61 h 111"/>
                    <a:gd name="T2" fmla="*/ 180 w 180"/>
                    <a:gd name="T3" fmla="*/ 61 h 111"/>
                    <a:gd name="T4" fmla="*/ 180 w 180"/>
                    <a:gd name="T5" fmla="*/ 111 h 111"/>
                    <a:gd name="T6" fmla="*/ 141 w 180"/>
                    <a:gd name="T7" fmla="*/ 111 h 111"/>
                    <a:gd name="T8" fmla="*/ 141 w 180"/>
                    <a:gd name="T9" fmla="*/ 100 h 111"/>
                    <a:gd name="T10" fmla="*/ 155 w 180"/>
                    <a:gd name="T11" fmla="*/ 100 h 111"/>
                    <a:gd name="T12" fmla="*/ 155 w 180"/>
                    <a:gd name="T13" fmla="*/ 79 h 111"/>
                    <a:gd name="T14" fmla="*/ 141 w 180"/>
                    <a:gd name="T15" fmla="*/ 79 h 111"/>
                    <a:gd name="T16" fmla="*/ 141 w 180"/>
                    <a:gd name="T17" fmla="*/ 61 h 111"/>
                    <a:gd name="T18" fmla="*/ 90 w 180"/>
                    <a:gd name="T19" fmla="*/ 61 h 111"/>
                    <a:gd name="T20" fmla="*/ 141 w 180"/>
                    <a:gd name="T21" fmla="*/ 61 h 111"/>
                    <a:gd name="T22" fmla="*/ 141 w 180"/>
                    <a:gd name="T23" fmla="*/ 79 h 111"/>
                    <a:gd name="T24" fmla="*/ 126 w 180"/>
                    <a:gd name="T25" fmla="*/ 79 h 111"/>
                    <a:gd name="T26" fmla="*/ 126 w 180"/>
                    <a:gd name="T27" fmla="*/ 100 h 111"/>
                    <a:gd name="T28" fmla="*/ 126 w 180"/>
                    <a:gd name="T29" fmla="*/ 100 h 111"/>
                    <a:gd name="T30" fmla="*/ 141 w 180"/>
                    <a:gd name="T31" fmla="*/ 100 h 111"/>
                    <a:gd name="T32" fmla="*/ 141 w 180"/>
                    <a:gd name="T33" fmla="*/ 111 h 111"/>
                    <a:gd name="T34" fmla="*/ 90 w 180"/>
                    <a:gd name="T35" fmla="*/ 111 h 111"/>
                    <a:gd name="T36" fmla="*/ 90 w 180"/>
                    <a:gd name="T37" fmla="*/ 100 h 111"/>
                    <a:gd name="T38" fmla="*/ 105 w 180"/>
                    <a:gd name="T39" fmla="*/ 100 h 111"/>
                    <a:gd name="T40" fmla="*/ 105 w 180"/>
                    <a:gd name="T41" fmla="*/ 79 h 111"/>
                    <a:gd name="T42" fmla="*/ 90 w 180"/>
                    <a:gd name="T43" fmla="*/ 79 h 111"/>
                    <a:gd name="T44" fmla="*/ 90 w 180"/>
                    <a:gd name="T45" fmla="*/ 61 h 111"/>
                    <a:gd name="T46" fmla="*/ 65 w 180"/>
                    <a:gd name="T47" fmla="*/ 0 h 111"/>
                    <a:gd name="T48" fmla="*/ 65 w 180"/>
                    <a:gd name="T49" fmla="*/ 61 h 111"/>
                    <a:gd name="T50" fmla="*/ 90 w 180"/>
                    <a:gd name="T51" fmla="*/ 61 h 111"/>
                    <a:gd name="T52" fmla="*/ 90 w 180"/>
                    <a:gd name="T53" fmla="*/ 79 h 111"/>
                    <a:gd name="T54" fmla="*/ 76 w 180"/>
                    <a:gd name="T55" fmla="*/ 79 h 111"/>
                    <a:gd name="T56" fmla="*/ 76 w 180"/>
                    <a:gd name="T57" fmla="*/ 100 h 111"/>
                    <a:gd name="T58" fmla="*/ 76 w 180"/>
                    <a:gd name="T59" fmla="*/ 100 h 111"/>
                    <a:gd name="T60" fmla="*/ 90 w 180"/>
                    <a:gd name="T61" fmla="*/ 100 h 111"/>
                    <a:gd name="T62" fmla="*/ 90 w 180"/>
                    <a:gd name="T63" fmla="*/ 111 h 111"/>
                    <a:gd name="T64" fmla="*/ 40 w 180"/>
                    <a:gd name="T65" fmla="*/ 111 h 111"/>
                    <a:gd name="T66" fmla="*/ 40 w 180"/>
                    <a:gd name="T67" fmla="*/ 100 h 111"/>
                    <a:gd name="T68" fmla="*/ 54 w 180"/>
                    <a:gd name="T69" fmla="*/ 100 h 111"/>
                    <a:gd name="T70" fmla="*/ 54 w 180"/>
                    <a:gd name="T71" fmla="*/ 79 h 111"/>
                    <a:gd name="T72" fmla="*/ 40 w 180"/>
                    <a:gd name="T73" fmla="*/ 79 h 111"/>
                    <a:gd name="T74" fmla="*/ 40 w 180"/>
                    <a:gd name="T75" fmla="*/ 0 h 111"/>
                    <a:gd name="T76" fmla="*/ 65 w 180"/>
                    <a:gd name="T77" fmla="*/ 0 h 111"/>
                    <a:gd name="T78" fmla="*/ 40 w 180"/>
                    <a:gd name="T79" fmla="*/ 111 h 111"/>
                    <a:gd name="T80" fmla="*/ 0 w 180"/>
                    <a:gd name="T81" fmla="*/ 111 h 111"/>
                    <a:gd name="T82" fmla="*/ 0 w 180"/>
                    <a:gd name="T83" fmla="*/ 61 h 111"/>
                    <a:gd name="T84" fmla="*/ 22 w 180"/>
                    <a:gd name="T85" fmla="*/ 61 h 111"/>
                    <a:gd name="T86" fmla="*/ 22 w 180"/>
                    <a:gd name="T87" fmla="*/ 0 h 111"/>
                    <a:gd name="T88" fmla="*/ 40 w 180"/>
                    <a:gd name="T89" fmla="*/ 0 h 111"/>
                    <a:gd name="T90" fmla="*/ 40 w 180"/>
                    <a:gd name="T91" fmla="*/ 79 h 111"/>
                    <a:gd name="T92" fmla="*/ 25 w 180"/>
                    <a:gd name="T93" fmla="*/ 79 h 111"/>
                    <a:gd name="T94" fmla="*/ 25 w 180"/>
                    <a:gd name="T95" fmla="*/ 100 h 111"/>
                    <a:gd name="T96" fmla="*/ 25 w 180"/>
                    <a:gd name="T97" fmla="*/ 100 h 111"/>
                    <a:gd name="T98" fmla="*/ 40 w 180"/>
                    <a:gd name="T99" fmla="*/ 100 h 111"/>
                    <a:gd name="T100" fmla="*/ 40 w 180"/>
                    <a:gd name="T101" fmla="*/ 111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80" h="111">
                      <a:moveTo>
                        <a:pt x="141" y="61"/>
                      </a:moveTo>
                      <a:lnTo>
                        <a:pt x="180" y="61"/>
                      </a:lnTo>
                      <a:lnTo>
                        <a:pt x="180" y="111"/>
                      </a:lnTo>
                      <a:lnTo>
                        <a:pt x="141" y="111"/>
                      </a:lnTo>
                      <a:lnTo>
                        <a:pt x="141" y="100"/>
                      </a:lnTo>
                      <a:lnTo>
                        <a:pt x="155" y="100"/>
                      </a:lnTo>
                      <a:lnTo>
                        <a:pt x="155" y="79"/>
                      </a:lnTo>
                      <a:lnTo>
                        <a:pt x="141" y="79"/>
                      </a:lnTo>
                      <a:lnTo>
                        <a:pt x="141" y="61"/>
                      </a:lnTo>
                      <a:close/>
                      <a:moveTo>
                        <a:pt x="90" y="61"/>
                      </a:moveTo>
                      <a:lnTo>
                        <a:pt x="141" y="61"/>
                      </a:lnTo>
                      <a:lnTo>
                        <a:pt x="141" y="79"/>
                      </a:lnTo>
                      <a:lnTo>
                        <a:pt x="126" y="79"/>
                      </a:lnTo>
                      <a:lnTo>
                        <a:pt x="126" y="100"/>
                      </a:lnTo>
                      <a:lnTo>
                        <a:pt x="126" y="100"/>
                      </a:lnTo>
                      <a:lnTo>
                        <a:pt x="141" y="100"/>
                      </a:lnTo>
                      <a:lnTo>
                        <a:pt x="141" y="111"/>
                      </a:lnTo>
                      <a:lnTo>
                        <a:pt x="90" y="111"/>
                      </a:lnTo>
                      <a:lnTo>
                        <a:pt x="90" y="100"/>
                      </a:lnTo>
                      <a:lnTo>
                        <a:pt x="105" y="100"/>
                      </a:lnTo>
                      <a:lnTo>
                        <a:pt x="105" y="79"/>
                      </a:lnTo>
                      <a:lnTo>
                        <a:pt x="90" y="79"/>
                      </a:lnTo>
                      <a:lnTo>
                        <a:pt x="90" y="61"/>
                      </a:lnTo>
                      <a:close/>
                      <a:moveTo>
                        <a:pt x="65" y="0"/>
                      </a:moveTo>
                      <a:lnTo>
                        <a:pt x="65" y="61"/>
                      </a:lnTo>
                      <a:lnTo>
                        <a:pt x="90" y="61"/>
                      </a:lnTo>
                      <a:lnTo>
                        <a:pt x="90" y="79"/>
                      </a:lnTo>
                      <a:lnTo>
                        <a:pt x="76" y="79"/>
                      </a:lnTo>
                      <a:lnTo>
                        <a:pt x="76" y="100"/>
                      </a:lnTo>
                      <a:lnTo>
                        <a:pt x="76" y="100"/>
                      </a:lnTo>
                      <a:lnTo>
                        <a:pt x="90" y="100"/>
                      </a:lnTo>
                      <a:lnTo>
                        <a:pt x="90" y="111"/>
                      </a:lnTo>
                      <a:lnTo>
                        <a:pt x="40" y="111"/>
                      </a:lnTo>
                      <a:lnTo>
                        <a:pt x="40" y="100"/>
                      </a:lnTo>
                      <a:lnTo>
                        <a:pt x="54" y="100"/>
                      </a:lnTo>
                      <a:lnTo>
                        <a:pt x="54" y="79"/>
                      </a:lnTo>
                      <a:lnTo>
                        <a:pt x="40" y="79"/>
                      </a:lnTo>
                      <a:lnTo>
                        <a:pt x="40" y="0"/>
                      </a:lnTo>
                      <a:lnTo>
                        <a:pt x="65" y="0"/>
                      </a:lnTo>
                      <a:close/>
                      <a:moveTo>
                        <a:pt x="40" y="111"/>
                      </a:moveTo>
                      <a:lnTo>
                        <a:pt x="0" y="111"/>
                      </a:lnTo>
                      <a:lnTo>
                        <a:pt x="0" y="61"/>
                      </a:lnTo>
                      <a:lnTo>
                        <a:pt x="22" y="61"/>
                      </a:lnTo>
                      <a:lnTo>
                        <a:pt x="22" y="0"/>
                      </a:lnTo>
                      <a:lnTo>
                        <a:pt x="40" y="0"/>
                      </a:lnTo>
                      <a:lnTo>
                        <a:pt x="40" y="79"/>
                      </a:lnTo>
                      <a:lnTo>
                        <a:pt x="25" y="79"/>
                      </a:lnTo>
                      <a:lnTo>
                        <a:pt x="25" y="100"/>
                      </a:lnTo>
                      <a:lnTo>
                        <a:pt x="25" y="100"/>
                      </a:lnTo>
                      <a:lnTo>
                        <a:pt x="40" y="100"/>
                      </a:lnTo>
                      <a:lnTo>
                        <a:pt x="40" y="11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1" name="Freeform 635"/>
                <p:cNvSpPr>
                  <a:spLocks/>
                </p:cNvSpPr>
                <p:nvPr/>
              </p:nvSpPr>
              <p:spPr bwMode="auto">
                <a:xfrm>
                  <a:off x="5342467" y="940414"/>
                  <a:ext cx="296550" cy="93131"/>
                </a:xfrm>
                <a:custGeom>
                  <a:avLst/>
                  <a:gdLst>
                    <a:gd name="T0" fmla="*/ 7 w 242"/>
                    <a:gd name="T1" fmla="*/ 76 h 76"/>
                    <a:gd name="T2" fmla="*/ 0 w 242"/>
                    <a:gd name="T3" fmla="*/ 0 h 76"/>
                    <a:gd name="T4" fmla="*/ 242 w 242"/>
                    <a:gd name="T5" fmla="*/ 0 h 76"/>
                    <a:gd name="T6" fmla="*/ 213 w 242"/>
                    <a:gd name="T7" fmla="*/ 76 h 76"/>
                    <a:gd name="T8" fmla="*/ 7 w 242"/>
                    <a:gd name="T9" fmla="*/ 76 h 76"/>
                  </a:gdLst>
                  <a:ahLst/>
                  <a:cxnLst>
                    <a:cxn ang="0">
                      <a:pos x="T0" y="T1"/>
                    </a:cxn>
                    <a:cxn ang="0">
                      <a:pos x="T2" y="T3"/>
                    </a:cxn>
                    <a:cxn ang="0">
                      <a:pos x="T4" y="T5"/>
                    </a:cxn>
                    <a:cxn ang="0">
                      <a:pos x="T6" y="T7"/>
                    </a:cxn>
                    <a:cxn ang="0">
                      <a:pos x="T8" y="T9"/>
                    </a:cxn>
                  </a:cxnLst>
                  <a:rect l="0" t="0" r="r" b="b"/>
                  <a:pathLst>
                    <a:path w="242" h="76">
                      <a:moveTo>
                        <a:pt x="7" y="76"/>
                      </a:moveTo>
                      <a:lnTo>
                        <a:pt x="0" y="0"/>
                      </a:lnTo>
                      <a:lnTo>
                        <a:pt x="242" y="0"/>
                      </a:lnTo>
                      <a:lnTo>
                        <a:pt x="213" y="76"/>
                      </a:lnTo>
                      <a:lnTo>
                        <a:pt x="7" y="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5" name="Freeform 639"/>
                <p:cNvSpPr>
                  <a:spLocks noEditPoints="1"/>
                </p:cNvSpPr>
                <p:nvPr/>
              </p:nvSpPr>
              <p:spPr bwMode="auto">
                <a:xfrm>
                  <a:off x="3664877" y="4235549"/>
                  <a:ext cx="198517" cy="198517"/>
                </a:xfrm>
                <a:custGeom>
                  <a:avLst/>
                  <a:gdLst>
                    <a:gd name="T0" fmla="*/ 22 w 45"/>
                    <a:gd name="T1" fmla="*/ 42 h 45"/>
                    <a:gd name="T2" fmla="*/ 26 w 45"/>
                    <a:gd name="T3" fmla="*/ 42 h 45"/>
                    <a:gd name="T4" fmla="*/ 27 w 45"/>
                    <a:gd name="T5" fmla="*/ 45 h 45"/>
                    <a:gd name="T6" fmla="*/ 35 w 45"/>
                    <a:gd name="T7" fmla="*/ 41 h 45"/>
                    <a:gd name="T8" fmla="*/ 34 w 45"/>
                    <a:gd name="T9" fmla="*/ 38 h 45"/>
                    <a:gd name="T10" fmla="*/ 38 w 45"/>
                    <a:gd name="T11" fmla="*/ 33 h 45"/>
                    <a:gd name="T12" fmla="*/ 42 w 45"/>
                    <a:gd name="T13" fmla="*/ 35 h 45"/>
                    <a:gd name="T14" fmla="*/ 45 w 45"/>
                    <a:gd name="T15" fmla="*/ 27 h 45"/>
                    <a:gd name="T16" fmla="*/ 42 w 45"/>
                    <a:gd name="T17" fmla="*/ 26 h 45"/>
                    <a:gd name="T18" fmla="*/ 41 w 45"/>
                    <a:gd name="T19" fmla="*/ 19 h 45"/>
                    <a:gd name="T20" fmla="*/ 45 w 45"/>
                    <a:gd name="T21" fmla="*/ 17 h 45"/>
                    <a:gd name="T22" fmla="*/ 41 w 45"/>
                    <a:gd name="T23" fmla="*/ 10 h 45"/>
                    <a:gd name="T24" fmla="*/ 38 w 45"/>
                    <a:gd name="T25" fmla="*/ 11 h 45"/>
                    <a:gd name="T26" fmla="*/ 33 w 45"/>
                    <a:gd name="T27" fmla="*/ 6 h 45"/>
                    <a:gd name="T28" fmla="*/ 35 w 45"/>
                    <a:gd name="T29" fmla="*/ 3 h 45"/>
                    <a:gd name="T30" fmla="*/ 27 w 45"/>
                    <a:gd name="T31" fmla="*/ 0 h 45"/>
                    <a:gd name="T32" fmla="*/ 26 w 45"/>
                    <a:gd name="T33" fmla="*/ 3 h 45"/>
                    <a:gd name="T34" fmla="*/ 22 w 45"/>
                    <a:gd name="T35" fmla="*/ 3 h 45"/>
                    <a:gd name="T36" fmla="*/ 22 w 45"/>
                    <a:gd name="T37" fmla="*/ 9 h 45"/>
                    <a:gd name="T38" fmla="*/ 34 w 45"/>
                    <a:gd name="T39" fmla="*/ 17 h 45"/>
                    <a:gd name="T40" fmla="*/ 27 w 45"/>
                    <a:gd name="T41" fmla="*/ 34 h 45"/>
                    <a:gd name="T42" fmla="*/ 22 w 45"/>
                    <a:gd name="T43" fmla="*/ 35 h 45"/>
                    <a:gd name="T44" fmla="*/ 22 w 45"/>
                    <a:gd name="T45" fmla="*/ 35 h 45"/>
                    <a:gd name="T46" fmla="*/ 22 w 45"/>
                    <a:gd name="T47" fmla="*/ 42 h 45"/>
                    <a:gd name="T48" fmla="*/ 3 w 45"/>
                    <a:gd name="T49" fmla="*/ 26 h 45"/>
                    <a:gd name="T50" fmla="*/ 0 w 45"/>
                    <a:gd name="T51" fmla="*/ 27 h 45"/>
                    <a:gd name="T52" fmla="*/ 3 w 45"/>
                    <a:gd name="T53" fmla="*/ 35 h 45"/>
                    <a:gd name="T54" fmla="*/ 6 w 45"/>
                    <a:gd name="T55" fmla="*/ 34 h 45"/>
                    <a:gd name="T56" fmla="*/ 11 w 45"/>
                    <a:gd name="T57" fmla="*/ 38 h 45"/>
                    <a:gd name="T58" fmla="*/ 10 w 45"/>
                    <a:gd name="T59" fmla="*/ 42 h 45"/>
                    <a:gd name="T60" fmla="*/ 18 w 45"/>
                    <a:gd name="T61" fmla="*/ 45 h 45"/>
                    <a:gd name="T62" fmla="*/ 19 w 45"/>
                    <a:gd name="T63" fmla="*/ 42 h 45"/>
                    <a:gd name="T64" fmla="*/ 22 w 45"/>
                    <a:gd name="T65" fmla="*/ 42 h 45"/>
                    <a:gd name="T66" fmla="*/ 22 w 45"/>
                    <a:gd name="T67" fmla="*/ 35 h 45"/>
                    <a:gd name="T68" fmla="*/ 10 w 45"/>
                    <a:gd name="T69" fmla="*/ 28 h 45"/>
                    <a:gd name="T70" fmla="*/ 17 w 45"/>
                    <a:gd name="T71" fmla="*/ 10 h 45"/>
                    <a:gd name="T72" fmla="*/ 17 w 45"/>
                    <a:gd name="T73" fmla="*/ 10 h 45"/>
                    <a:gd name="T74" fmla="*/ 22 w 45"/>
                    <a:gd name="T75" fmla="*/ 9 h 45"/>
                    <a:gd name="T76" fmla="*/ 22 w 45"/>
                    <a:gd name="T77" fmla="*/ 9 h 45"/>
                    <a:gd name="T78" fmla="*/ 22 w 45"/>
                    <a:gd name="T79" fmla="*/ 3 h 45"/>
                    <a:gd name="T80" fmla="*/ 19 w 45"/>
                    <a:gd name="T81" fmla="*/ 3 h 45"/>
                    <a:gd name="T82" fmla="*/ 17 w 45"/>
                    <a:gd name="T83" fmla="*/ 0 h 45"/>
                    <a:gd name="T84" fmla="*/ 10 w 45"/>
                    <a:gd name="T85" fmla="*/ 3 h 45"/>
                    <a:gd name="T86" fmla="*/ 11 w 45"/>
                    <a:gd name="T87" fmla="*/ 7 h 45"/>
                    <a:gd name="T88" fmla="*/ 6 w 45"/>
                    <a:gd name="T89" fmla="*/ 11 h 45"/>
                    <a:gd name="T90" fmla="*/ 3 w 45"/>
                    <a:gd name="T91" fmla="*/ 10 h 45"/>
                    <a:gd name="T92" fmla="*/ 0 w 45"/>
                    <a:gd name="T93" fmla="*/ 18 h 45"/>
                    <a:gd name="T94" fmla="*/ 3 w 45"/>
                    <a:gd name="T95" fmla="*/ 19 h 45"/>
                    <a:gd name="T96" fmla="*/ 3 w 45"/>
                    <a:gd name="T97" fmla="*/ 26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5" h="45">
                      <a:moveTo>
                        <a:pt x="22" y="42"/>
                      </a:moveTo>
                      <a:cubicBezTo>
                        <a:pt x="24" y="42"/>
                        <a:pt x="25" y="42"/>
                        <a:pt x="26" y="42"/>
                      </a:cubicBezTo>
                      <a:cubicBezTo>
                        <a:pt x="27" y="45"/>
                        <a:pt x="27" y="45"/>
                        <a:pt x="27" y="45"/>
                      </a:cubicBezTo>
                      <a:cubicBezTo>
                        <a:pt x="35" y="41"/>
                        <a:pt x="35" y="41"/>
                        <a:pt x="35" y="41"/>
                      </a:cubicBezTo>
                      <a:cubicBezTo>
                        <a:pt x="34" y="38"/>
                        <a:pt x="34" y="38"/>
                        <a:pt x="34" y="38"/>
                      </a:cubicBezTo>
                      <a:cubicBezTo>
                        <a:pt x="36" y="37"/>
                        <a:pt x="37" y="35"/>
                        <a:pt x="38" y="33"/>
                      </a:cubicBezTo>
                      <a:cubicBezTo>
                        <a:pt x="42" y="35"/>
                        <a:pt x="42" y="35"/>
                        <a:pt x="42" y="35"/>
                      </a:cubicBezTo>
                      <a:cubicBezTo>
                        <a:pt x="45" y="27"/>
                        <a:pt x="45" y="27"/>
                        <a:pt x="45" y="27"/>
                      </a:cubicBezTo>
                      <a:cubicBezTo>
                        <a:pt x="42" y="26"/>
                        <a:pt x="42" y="26"/>
                        <a:pt x="42" y="26"/>
                      </a:cubicBezTo>
                      <a:cubicBezTo>
                        <a:pt x="42" y="23"/>
                        <a:pt x="42" y="21"/>
                        <a:pt x="41" y="19"/>
                      </a:cubicBezTo>
                      <a:cubicBezTo>
                        <a:pt x="45" y="17"/>
                        <a:pt x="45" y="17"/>
                        <a:pt x="45" y="17"/>
                      </a:cubicBezTo>
                      <a:cubicBezTo>
                        <a:pt x="41" y="10"/>
                        <a:pt x="41" y="10"/>
                        <a:pt x="41" y="10"/>
                      </a:cubicBezTo>
                      <a:cubicBezTo>
                        <a:pt x="38" y="11"/>
                        <a:pt x="38" y="11"/>
                        <a:pt x="38" y="11"/>
                      </a:cubicBezTo>
                      <a:cubicBezTo>
                        <a:pt x="37" y="9"/>
                        <a:pt x="35" y="8"/>
                        <a:pt x="33" y="6"/>
                      </a:cubicBezTo>
                      <a:cubicBezTo>
                        <a:pt x="35" y="3"/>
                        <a:pt x="35" y="3"/>
                        <a:pt x="35" y="3"/>
                      </a:cubicBezTo>
                      <a:cubicBezTo>
                        <a:pt x="27" y="0"/>
                        <a:pt x="27" y="0"/>
                        <a:pt x="27" y="0"/>
                      </a:cubicBezTo>
                      <a:cubicBezTo>
                        <a:pt x="26" y="3"/>
                        <a:pt x="26" y="3"/>
                        <a:pt x="26" y="3"/>
                      </a:cubicBezTo>
                      <a:cubicBezTo>
                        <a:pt x="24" y="3"/>
                        <a:pt x="23" y="3"/>
                        <a:pt x="22" y="3"/>
                      </a:cubicBezTo>
                      <a:cubicBezTo>
                        <a:pt x="22" y="9"/>
                        <a:pt x="22" y="9"/>
                        <a:pt x="22" y="9"/>
                      </a:cubicBezTo>
                      <a:cubicBezTo>
                        <a:pt x="28" y="9"/>
                        <a:pt x="32" y="12"/>
                        <a:pt x="34" y="17"/>
                      </a:cubicBezTo>
                      <a:cubicBezTo>
                        <a:pt x="37" y="24"/>
                        <a:pt x="34" y="32"/>
                        <a:pt x="27" y="34"/>
                      </a:cubicBezTo>
                      <a:cubicBezTo>
                        <a:pt x="26" y="35"/>
                        <a:pt x="24" y="35"/>
                        <a:pt x="22" y="35"/>
                      </a:cubicBezTo>
                      <a:cubicBezTo>
                        <a:pt x="22" y="35"/>
                        <a:pt x="22" y="35"/>
                        <a:pt x="22" y="35"/>
                      </a:cubicBezTo>
                      <a:lnTo>
                        <a:pt x="22" y="42"/>
                      </a:lnTo>
                      <a:close/>
                      <a:moveTo>
                        <a:pt x="3" y="26"/>
                      </a:moveTo>
                      <a:cubicBezTo>
                        <a:pt x="0" y="27"/>
                        <a:pt x="0" y="27"/>
                        <a:pt x="0" y="27"/>
                      </a:cubicBezTo>
                      <a:cubicBezTo>
                        <a:pt x="3" y="35"/>
                        <a:pt x="3" y="35"/>
                        <a:pt x="3" y="35"/>
                      </a:cubicBezTo>
                      <a:cubicBezTo>
                        <a:pt x="6" y="34"/>
                        <a:pt x="6" y="34"/>
                        <a:pt x="6" y="34"/>
                      </a:cubicBezTo>
                      <a:cubicBezTo>
                        <a:pt x="8" y="36"/>
                        <a:pt x="9" y="37"/>
                        <a:pt x="11" y="38"/>
                      </a:cubicBezTo>
                      <a:cubicBezTo>
                        <a:pt x="10" y="42"/>
                        <a:pt x="10" y="42"/>
                        <a:pt x="10" y="42"/>
                      </a:cubicBezTo>
                      <a:cubicBezTo>
                        <a:pt x="18" y="45"/>
                        <a:pt x="18" y="45"/>
                        <a:pt x="18" y="45"/>
                      </a:cubicBezTo>
                      <a:cubicBezTo>
                        <a:pt x="19" y="42"/>
                        <a:pt x="19" y="42"/>
                        <a:pt x="19" y="42"/>
                      </a:cubicBezTo>
                      <a:cubicBezTo>
                        <a:pt x="20" y="42"/>
                        <a:pt x="21" y="42"/>
                        <a:pt x="22" y="42"/>
                      </a:cubicBezTo>
                      <a:cubicBezTo>
                        <a:pt x="22" y="35"/>
                        <a:pt x="22" y="35"/>
                        <a:pt x="22" y="35"/>
                      </a:cubicBezTo>
                      <a:cubicBezTo>
                        <a:pt x="17" y="35"/>
                        <a:pt x="12" y="32"/>
                        <a:pt x="10" y="28"/>
                      </a:cubicBezTo>
                      <a:cubicBezTo>
                        <a:pt x="7" y="21"/>
                        <a:pt x="11" y="13"/>
                        <a:pt x="17" y="10"/>
                      </a:cubicBezTo>
                      <a:cubicBezTo>
                        <a:pt x="17" y="10"/>
                        <a:pt x="17" y="10"/>
                        <a:pt x="17" y="10"/>
                      </a:cubicBezTo>
                      <a:cubicBezTo>
                        <a:pt x="19" y="10"/>
                        <a:pt x="21" y="9"/>
                        <a:pt x="22" y="9"/>
                      </a:cubicBezTo>
                      <a:cubicBezTo>
                        <a:pt x="22" y="9"/>
                        <a:pt x="22" y="9"/>
                        <a:pt x="22" y="9"/>
                      </a:cubicBezTo>
                      <a:cubicBezTo>
                        <a:pt x="22" y="3"/>
                        <a:pt x="22" y="3"/>
                        <a:pt x="22" y="3"/>
                      </a:cubicBezTo>
                      <a:cubicBezTo>
                        <a:pt x="21" y="3"/>
                        <a:pt x="20" y="3"/>
                        <a:pt x="19" y="3"/>
                      </a:cubicBezTo>
                      <a:cubicBezTo>
                        <a:pt x="17" y="0"/>
                        <a:pt x="17" y="0"/>
                        <a:pt x="17" y="0"/>
                      </a:cubicBezTo>
                      <a:cubicBezTo>
                        <a:pt x="10" y="3"/>
                        <a:pt x="10" y="3"/>
                        <a:pt x="10" y="3"/>
                      </a:cubicBezTo>
                      <a:cubicBezTo>
                        <a:pt x="11" y="7"/>
                        <a:pt x="11" y="7"/>
                        <a:pt x="11" y="7"/>
                      </a:cubicBezTo>
                      <a:cubicBezTo>
                        <a:pt x="9" y="8"/>
                        <a:pt x="8" y="9"/>
                        <a:pt x="6" y="11"/>
                      </a:cubicBezTo>
                      <a:cubicBezTo>
                        <a:pt x="3" y="10"/>
                        <a:pt x="3" y="10"/>
                        <a:pt x="3" y="10"/>
                      </a:cubicBezTo>
                      <a:cubicBezTo>
                        <a:pt x="0" y="18"/>
                        <a:pt x="0" y="18"/>
                        <a:pt x="0" y="18"/>
                      </a:cubicBezTo>
                      <a:cubicBezTo>
                        <a:pt x="3" y="19"/>
                        <a:pt x="3" y="19"/>
                        <a:pt x="3" y="19"/>
                      </a:cubicBezTo>
                      <a:cubicBezTo>
                        <a:pt x="3" y="21"/>
                        <a:pt x="3" y="24"/>
                        <a:pt x="3" y="2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7" name="Freeform 641"/>
                <p:cNvSpPr>
                  <a:spLocks/>
                </p:cNvSpPr>
                <p:nvPr/>
              </p:nvSpPr>
              <p:spPr bwMode="auto">
                <a:xfrm>
                  <a:off x="6380391" y="3029743"/>
                  <a:ext cx="110287" cy="106611"/>
                </a:xfrm>
                <a:custGeom>
                  <a:avLst/>
                  <a:gdLst>
                    <a:gd name="T0" fmla="*/ 4 w 25"/>
                    <a:gd name="T1" fmla="*/ 24 h 24"/>
                    <a:gd name="T2" fmla="*/ 8 w 25"/>
                    <a:gd name="T3" fmla="*/ 20 h 24"/>
                    <a:gd name="T4" fmla="*/ 8 w 25"/>
                    <a:gd name="T5" fmla="*/ 20 h 24"/>
                    <a:gd name="T6" fmla="*/ 8 w 25"/>
                    <a:gd name="T7" fmla="*/ 6 h 24"/>
                    <a:gd name="T8" fmla="*/ 23 w 25"/>
                    <a:gd name="T9" fmla="*/ 6 h 24"/>
                    <a:gd name="T10" fmla="*/ 23 w 25"/>
                    <a:gd name="T11" fmla="*/ 16 h 24"/>
                    <a:gd name="T12" fmla="*/ 21 w 25"/>
                    <a:gd name="T13" fmla="*/ 15 h 24"/>
                    <a:gd name="T14" fmla="*/ 17 w 25"/>
                    <a:gd name="T15" fmla="*/ 20 h 24"/>
                    <a:gd name="T16" fmla="*/ 21 w 25"/>
                    <a:gd name="T17" fmla="*/ 24 h 24"/>
                    <a:gd name="T18" fmla="*/ 25 w 25"/>
                    <a:gd name="T19" fmla="*/ 20 h 24"/>
                    <a:gd name="T20" fmla="*/ 25 w 25"/>
                    <a:gd name="T21" fmla="*/ 20 h 24"/>
                    <a:gd name="T22" fmla="*/ 25 w 25"/>
                    <a:gd name="T23" fmla="*/ 20 h 24"/>
                    <a:gd name="T24" fmla="*/ 25 w 25"/>
                    <a:gd name="T25" fmla="*/ 6 h 24"/>
                    <a:gd name="T26" fmla="*/ 25 w 25"/>
                    <a:gd name="T27" fmla="*/ 0 h 24"/>
                    <a:gd name="T28" fmla="*/ 23 w 25"/>
                    <a:gd name="T29" fmla="*/ 0 h 24"/>
                    <a:gd name="T30" fmla="*/ 8 w 25"/>
                    <a:gd name="T31" fmla="*/ 0 h 24"/>
                    <a:gd name="T32" fmla="*/ 6 w 25"/>
                    <a:gd name="T33" fmla="*/ 0 h 24"/>
                    <a:gd name="T34" fmla="*/ 6 w 25"/>
                    <a:gd name="T35" fmla="*/ 6 h 24"/>
                    <a:gd name="T36" fmla="*/ 6 w 25"/>
                    <a:gd name="T37" fmla="*/ 16 h 24"/>
                    <a:gd name="T38" fmla="*/ 4 w 25"/>
                    <a:gd name="T39" fmla="*/ 15 h 24"/>
                    <a:gd name="T40" fmla="*/ 0 w 25"/>
                    <a:gd name="T41" fmla="*/ 20 h 24"/>
                    <a:gd name="T42" fmla="*/ 4 w 25"/>
                    <a:gd name="T43"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 h="24">
                      <a:moveTo>
                        <a:pt x="4" y="24"/>
                      </a:moveTo>
                      <a:cubicBezTo>
                        <a:pt x="7" y="24"/>
                        <a:pt x="8" y="22"/>
                        <a:pt x="8" y="20"/>
                      </a:cubicBezTo>
                      <a:cubicBezTo>
                        <a:pt x="8" y="20"/>
                        <a:pt x="8" y="20"/>
                        <a:pt x="8" y="20"/>
                      </a:cubicBezTo>
                      <a:cubicBezTo>
                        <a:pt x="8" y="6"/>
                        <a:pt x="8" y="6"/>
                        <a:pt x="8" y="6"/>
                      </a:cubicBezTo>
                      <a:cubicBezTo>
                        <a:pt x="23" y="6"/>
                        <a:pt x="23" y="6"/>
                        <a:pt x="23" y="6"/>
                      </a:cubicBezTo>
                      <a:cubicBezTo>
                        <a:pt x="23" y="16"/>
                        <a:pt x="23" y="16"/>
                        <a:pt x="23" y="16"/>
                      </a:cubicBezTo>
                      <a:cubicBezTo>
                        <a:pt x="22" y="15"/>
                        <a:pt x="21" y="15"/>
                        <a:pt x="21" y="15"/>
                      </a:cubicBezTo>
                      <a:cubicBezTo>
                        <a:pt x="18" y="15"/>
                        <a:pt x="17" y="17"/>
                        <a:pt x="17" y="20"/>
                      </a:cubicBezTo>
                      <a:cubicBezTo>
                        <a:pt x="17" y="22"/>
                        <a:pt x="18" y="24"/>
                        <a:pt x="21" y="24"/>
                      </a:cubicBezTo>
                      <a:cubicBezTo>
                        <a:pt x="23" y="24"/>
                        <a:pt x="25" y="22"/>
                        <a:pt x="25" y="20"/>
                      </a:cubicBezTo>
                      <a:cubicBezTo>
                        <a:pt x="25" y="20"/>
                        <a:pt x="25" y="20"/>
                        <a:pt x="25" y="20"/>
                      </a:cubicBezTo>
                      <a:cubicBezTo>
                        <a:pt x="25" y="20"/>
                        <a:pt x="25" y="20"/>
                        <a:pt x="25" y="20"/>
                      </a:cubicBezTo>
                      <a:cubicBezTo>
                        <a:pt x="25" y="6"/>
                        <a:pt x="25" y="6"/>
                        <a:pt x="25" y="6"/>
                      </a:cubicBezTo>
                      <a:cubicBezTo>
                        <a:pt x="25" y="0"/>
                        <a:pt x="25" y="0"/>
                        <a:pt x="25" y="0"/>
                      </a:cubicBezTo>
                      <a:cubicBezTo>
                        <a:pt x="23" y="0"/>
                        <a:pt x="23" y="0"/>
                        <a:pt x="23" y="0"/>
                      </a:cubicBezTo>
                      <a:cubicBezTo>
                        <a:pt x="8" y="0"/>
                        <a:pt x="8" y="0"/>
                        <a:pt x="8" y="0"/>
                      </a:cubicBezTo>
                      <a:cubicBezTo>
                        <a:pt x="6" y="0"/>
                        <a:pt x="6" y="0"/>
                        <a:pt x="6" y="0"/>
                      </a:cubicBezTo>
                      <a:cubicBezTo>
                        <a:pt x="6" y="6"/>
                        <a:pt x="6" y="6"/>
                        <a:pt x="6" y="6"/>
                      </a:cubicBezTo>
                      <a:cubicBezTo>
                        <a:pt x="6" y="16"/>
                        <a:pt x="6" y="16"/>
                        <a:pt x="6" y="16"/>
                      </a:cubicBezTo>
                      <a:cubicBezTo>
                        <a:pt x="5" y="15"/>
                        <a:pt x="5" y="15"/>
                        <a:pt x="4" y="15"/>
                      </a:cubicBezTo>
                      <a:cubicBezTo>
                        <a:pt x="2" y="15"/>
                        <a:pt x="0" y="17"/>
                        <a:pt x="0" y="20"/>
                      </a:cubicBezTo>
                      <a:cubicBezTo>
                        <a:pt x="0" y="22"/>
                        <a:pt x="2" y="24"/>
                        <a:pt x="4" y="2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8" name="Freeform 642"/>
                <p:cNvSpPr>
                  <a:spLocks/>
                </p:cNvSpPr>
                <p:nvPr/>
              </p:nvSpPr>
              <p:spPr bwMode="auto">
                <a:xfrm>
                  <a:off x="6124280" y="1466116"/>
                  <a:ext cx="115189" cy="106611"/>
                </a:xfrm>
                <a:custGeom>
                  <a:avLst/>
                  <a:gdLst>
                    <a:gd name="T0" fmla="*/ 5 w 26"/>
                    <a:gd name="T1" fmla="*/ 24 h 24"/>
                    <a:gd name="T2" fmla="*/ 9 w 26"/>
                    <a:gd name="T3" fmla="*/ 20 h 24"/>
                    <a:gd name="T4" fmla="*/ 9 w 26"/>
                    <a:gd name="T5" fmla="*/ 20 h 24"/>
                    <a:gd name="T6" fmla="*/ 9 w 26"/>
                    <a:gd name="T7" fmla="*/ 6 h 24"/>
                    <a:gd name="T8" fmla="*/ 23 w 26"/>
                    <a:gd name="T9" fmla="*/ 6 h 24"/>
                    <a:gd name="T10" fmla="*/ 23 w 26"/>
                    <a:gd name="T11" fmla="*/ 16 h 24"/>
                    <a:gd name="T12" fmla="*/ 21 w 26"/>
                    <a:gd name="T13" fmla="*/ 15 h 24"/>
                    <a:gd name="T14" fmla="*/ 17 w 26"/>
                    <a:gd name="T15" fmla="*/ 20 h 24"/>
                    <a:gd name="T16" fmla="*/ 21 w 26"/>
                    <a:gd name="T17" fmla="*/ 24 h 24"/>
                    <a:gd name="T18" fmla="*/ 26 w 26"/>
                    <a:gd name="T19" fmla="*/ 20 h 24"/>
                    <a:gd name="T20" fmla="*/ 26 w 26"/>
                    <a:gd name="T21" fmla="*/ 20 h 24"/>
                    <a:gd name="T22" fmla="*/ 26 w 26"/>
                    <a:gd name="T23" fmla="*/ 20 h 24"/>
                    <a:gd name="T24" fmla="*/ 26 w 26"/>
                    <a:gd name="T25" fmla="*/ 6 h 24"/>
                    <a:gd name="T26" fmla="*/ 26 w 26"/>
                    <a:gd name="T27" fmla="*/ 0 h 24"/>
                    <a:gd name="T28" fmla="*/ 23 w 26"/>
                    <a:gd name="T29" fmla="*/ 0 h 24"/>
                    <a:gd name="T30" fmla="*/ 9 w 26"/>
                    <a:gd name="T31" fmla="*/ 0 h 24"/>
                    <a:gd name="T32" fmla="*/ 6 w 26"/>
                    <a:gd name="T33" fmla="*/ 0 h 24"/>
                    <a:gd name="T34" fmla="*/ 6 w 26"/>
                    <a:gd name="T35" fmla="*/ 6 h 24"/>
                    <a:gd name="T36" fmla="*/ 6 w 26"/>
                    <a:gd name="T37" fmla="*/ 16 h 24"/>
                    <a:gd name="T38" fmla="*/ 5 w 26"/>
                    <a:gd name="T39" fmla="*/ 15 h 24"/>
                    <a:gd name="T40" fmla="*/ 0 w 26"/>
                    <a:gd name="T41" fmla="*/ 20 h 24"/>
                    <a:gd name="T42" fmla="*/ 5 w 26"/>
                    <a:gd name="T43"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 h="24">
                      <a:moveTo>
                        <a:pt x="5" y="24"/>
                      </a:moveTo>
                      <a:cubicBezTo>
                        <a:pt x="7" y="24"/>
                        <a:pt x="9" y="22"/>
                        <a:pt x="9" y="20"/>
                      </a:cubicBezTo>
                      <a:cubicBezTo>
                        <a:pt x="9" y="20"/>
                        <a:pt x="9" y="20"/>
                        <a:pt x="9" y="20"/>
                      </a:cubicBezTo>
                      <a:cubicBezTo>
                        <a:pt x="9" y="6"/>
                        <a:pt x="9" y="6"/>
                        <a:pt x="9" y="6"/>
                      </a:cubicBezTo>
                      <a:cubicBezTo>
                        <a:pt x="23" y="6"/>
                        <a:pt x="23" y="6"/>
                        <a:pt x="23" y="6"/>
                      </a:cubicBezTo>
                      <a:cubicBezTo>
                        <a:pt x="23" y="16"/>
                        <a:pt x="23" y="16"/>
                        <a:pt x="23" y="16"/>
                      </a:cubicBezTo>
                      <a:cubicBezTo>
                        <a:pt x="23" y="16"/>
                        <a:pt x="22" y="15"/>
                        <a:pt x="21" y="15"/>
                      </a:cubicBezTo>
                      <a:cubicBezTo>
                        <a:pt x="19" y="15"/>
                        <a:pt x="17" y="17"/>
                        <a:pt x="17" y="20"/>
                      </a:cubicBezTo>
                      <a:cubicBezTo>
                        <a:pt x="17" y="22"/>
                        <a:pt x="19" y="24"/>
                        <a:pt x="21" y="24"/>
                      </a:cubicBezTo>
                      <a:cubicBezTo>
                        <a:pt x="24" y="24"/>
                        <a:pt x="26" y="22"/>
                        <a:pt x="26" y="20"/>
                      </a:cubicBezTo>
                      <a:cubicBezTo>
                        <a:pt x="26" y="20"/>
                        <a:pt x="26" y="20"/>
                        <a:pt x="26" y="20"/>
                      </a:cubicBezTo>
                      <a:cubicBezTo>
                        <a:pt x="26" y="20"/>
                        <a:pt x="26" y="20"/>
                        <a:pt x="26" y="20"/>
                      </a:cubicBezTo>
                      <a:cubicBezTo>
                        <a:pt x="26" y="6"/>
                        <a:pt x="26" y="6"/>
                        <a:pt x="26" y="6"/>
                      </a:cubicBezTo>
                      <a:cubicBezTo>
                        <a:pt x="26" y="0"/>
                        <a:pt x="26" y="0"/>
                        <a:pt x="26" y="0"/>
                      </a:cubicBezTo>
                      <a:cubicBezTo>
                        <a:pt x="23" y="0"/>
                        <a:pt x="23" y="0"/>
                        <a:pt x="23" y="0"/>
                      </a:cubicBezTo>
                      <a:cubicBezTo>
                        <a:pt x="9" y="0"/>
                        <a:pt x="9" y="0"/>
                        <a:pt x="9" y="0"/>
                      </a:cubicBezTo>
                      <a:cubicBezTo>
                        <a:pt x="6" y="0"/>
                        <a:pt x="6" y="0"/>
                        <a:pt x="6" y="0"/>
                      </a:cubicBezTo>
                      <a:cubicBezTo>
                        <a:pt x="6" y="6"/>
                        <a:pt x="6" y="6"/>
                        <a:pt x="6" y="6"/>
                      </a:cubicBezTo>
                      <a:cubicBezTo>
                        <a:pt x="6" y="16"/>
                        <a:pt x="6" y="16"/>
                        <a:pt x="6" y="16"/>
                      </a:cubicBezTo>
                      <a:cubicBezTo>
                        <a:pt x="6" y="16"/>
                        <a:pt x="5" y="15"/>
                        <a:pt x="5" y="15"/>
                      </a:cubicBezTo>
                      <a:cubicBezTo>
                        <a:pt x="2" y="15"/>
                        <a:pt x="0" y="17"/>
                        <a:pt x="0" y="20"/>
                      </a:cubicBezTo>
                      <a:cubicBezTo>
                        <a:pt x="0" y="22"/>
                        <a:pt x="2" y="24"/>
                        <a:pt x="5" y="2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9" name="Freeform 643"/>
                <p:cNvSpPr>
                  <a:spLocks/>
                </p:cNvSpPr>
                <p:nvPr/>
              </p:nvSpPr>
              <p:spPr bwMode="auto">
                <a:xfrm>
                  <a:off x="2652686" y="2010199"/>
                  <a:ext cx="133570" cy="123767"/>
                </a:xfrm>
                <a:custGeom>
                  <a:avLst/>
                  <a:gdLst>
                    <a:gd name="T0" fmla="*/ 5 w 30"/>
                    <a:gd name="T1" fmla="*/ 28 h 28"/>
                    <a:gd name="T2" fmla="*/ 10 w 30"/>
                    <a:gd name="T3" fmla="*/ 23 h 28"/>
                    <a:gd name="T4" fmla="*/ 10 w 30"/>
                    <a:gd name="T5" fmla="*/ 23 h 28"/>
                    <a:gd name="T6" fmla="*/ 10 w 30"/>
                    <a:gd name="T7" fmla="*/ 6 h 28"/>
                    <a:gd name="T8" fmla="*/ 27 w 30"/>
                    <a:gd name="T9" fmla="*/ 6 h 28"/>
                    <a:gd name="T10" fmla="*/ 27 w 30"/>
                    <a:gd name="T11" fmla="*/ 18 h 28"/>
                    <a:gd name="T12" fmla="*/ 25 w 30"/>
                    <a:gd name="T13" fmla="*/ 18 h 28"/>
                    <a:gd name="T14" fmla="*/ 20 w 30"/>
                    <a:gd name="T15" fmla="*/ 23 h 28"/>
                    <a:gd name="T16" fmla="*/ 25 w 30"/>
                    <a:gd name="T17" fmla="*/ 28 h 28"/>
                    <a:gd name="T18" fmla="*/ 30 w 30"/>
                    <a:gd name="T19" fmla="*/ 23 h 28"/>
                    <a:gd name="T20" fmla="*/ 30 w 30"/>
                    <a:gd name="T21" fmla="*/ 23 h 28"/>
                    <a:gd name="T22" fmla="*/ 30 w 30"/>
                    <a:gd name="T23" fmla="*/ 23 h 28"/>
                    <a:gd name="T24" fmla="*/ 30 w 30"/>
                    <a:gd name="T25" fmla="*/ 6 h 28"/>
                    <a:gd name="T26" fmla="*/ 30 w 30"/>
                    <a:gd name="T27" fmla="*/ 0 h 28"/>
                    <a:gd name="T28" fmla="*/ 27 w 30"/>
                    <a:gd name="T29" fmla="*/ 0 h 28"/>
                    <a:gd name="T30" fmla="*/ 10 w 30"/>
                    <a:gd name="T31" fmla="*/ 0 h 28"/>
                    <a:gd name="T32" fmla="*/ 7 w 30"/>
                    <a:gd name="T33" fmla="*/ 0 h 28"/>
                    <a:gd name="T34" fmla="*/ 7 w 30"/>
                    <a:gd name="T35" fmla="*/ 6 h 28"/>
                    <a:gd name="T36" fmla="*/ 7 w 30"/>
                    <a:gd name="T37" fmla="*/ 18 h 28"/>
                    <a:gd name="T38" fmla="*/ 5 w 30"/>
                    <a:gd name="T39" fmla="*/ 18 h 28"/>
                    <a:gd name="T40" fmla="*/ 0 w 30"/>
                    <a:gd name="T41" fmla="*/ 23 h 28"/>
                    <a:gd name="T42" fmla="*/ 5 w 30"/>
                    <a:gd name="T43" fmla="*/ 2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 h="28">
                      <a:moveTo>
                        <a:pt x="5" y="28"/>
                      </a:moveTo>
                      <a:cubicBezTo>
                        <a:pt x="8" y="28"/>
                        <a:pt x="10" y="26"/>
                        <a:pt x="10" y="23"/>
                      </a:cubicBezTo>
                      <a:cubicBezTo>
                        <a:pt x="10" y="23"/>
                        <a:pt x="10" y="23"/>
                        <a:pt x="10" y="23"/>
                      </a:cubicBezTo>
                      <a:cubicBezTo>
                        <a:pt x="10" y="6"/>
                        <a:pt x="10" y="6"/>
                        <a:pt x="10" y="6"/>
                      </a:cubicBezTo>
                      <a:cubicBezTo>
                        <a:pt x="27" y="6"/>
                        <a:pt x="27" y="6"/>
                        <a:pt x="27" y="6"/>
                      </a:cubicBezTo>
                      <a:cubicBezTo>
                        <a:pt x="27" y="18"/>
                        <a:pt x="27" y="18"/>
                        <a:pt x="27" y="18"/>
                      </a:cubicBezTo>
                      <a:cubicBezTo>
                        <a:pt x="26" y="18"/>
                        <a:pt x="26" y="18"/>
                        <a:pt x="25" y="18"/>
                      </a:cubicBezTo>
                      <a:cubicBezTo>
                        <a:pt x="22" y="18"/>
                        <a:pt x="20" y="20"/>
                        <a:pt x="20" y="23"/>
                      </a:cubicBezTo>
                      <a:cubicBezTo>
                        <a:pt x="20" y="26"/>
                        <a:pt x="22" y="28"/>
                        <a:pt x="25" y="28"/>
                      </a:cubicBezTo>
                      <a:cubicBezTo>
                        <a:pt x="28" y="28"/>
                        <a:pt x="30" y="26"/>
                        <a:pt x="30" y="23"/>
                      </a:cubicBezTo>
                      <a:cubicBezTo>
                        <a:pt x="30" y="23"/>
                        <a:pt x="30" y="23"/>
                        <a:pt x="30" y="23"/>
                      </a:cubicBezTo>
                      <a:cubicBezTo>
                        <a:pt x="30" y="23"/>
                        <a:pt x="30" y="23"/>
                        <a:pt x="30" y="23"/>
                      </a:cubicBezTo>
                      <a:cubicBezTo>
                        <a:pt x="30" y="6"/>
                        <a:pt x="30" y="6"/>
                        <a:pt x="30" y="6"/>
                      </a:cubicBezTo>
                      <a:cubicBezTo>
                        <a:pt x="30" y="0"/>
                        <a:pt x="30" y="0"/>
                        <a:pt x="30" y="0"/>
                      </a:cubicBezTo>
                      <a:cubicBezTo>
                        <a:pt x="27" y="0"/>
                        <a:pt x="27" y="0"/>
                        <a:pt x="27" y="0"/>
                      </a:cubicBezTo>
                      <a:cubicBezTo>
                        <a:pt x="10" y="0"/>
                        <a:pt x="10" y="0"/>
                        <a:pt x="10" y="0"/>
                      </a:cubicBezTo>
                      <a:cubicBezTo>
                        <a:pt x="7" y="0"/>
                        <a:pt x="7" y="0"/>
                        <a:pt x="7" y="0"/>
                      </a:cubicBezTo>
                      <a:cubicBezTo>
                        <a:pt x="7" y="6"/>
                        <a:pt x="7" y="6"/>
                        <a:pt x="7" y="6"/>
                      </a:cubicBezTo>
                      <a:cubicBezTo>
                        <a:pt x="7" y="18"/>
                        <a:pt x="7" y="18"/>
                        <a:pt x="7" y="18"/>
                      </a:cubicBezTo>
                      <a:cubicBezTo>
                        <a:pt x="6" y="18"/>
                        <a:pt x="5" y="18"/>
                        <a:pt x="5" y="18"/>
                      </a:cubicBezTo>
                      <a:cubicBezTo>
                        <a:pt x="2" y="18"/>
                        <a:pt x="0" y="20"/>
                        <a:pt x="0" y="23"/>
                      </a:cubicBezTo>
                      <a:cubicBezTo>
                        <a:pt x="0" y="26"/>
                        <a:pt x="2" y="28"/>
                        <a:pt x="5" y="2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10" name="Freeform 644"/>
                <p:cNvSpPr>
                  <a:spLocks/>
                </p:cNvSpPr>
                <p:nvPr/>
              </p:nvSpPr>
              <p:spPr bwMode="auto">
                <a:xfrm>
                  <a:off x="3615860" y="4155897"/>
                  <a:ext cx="79652" cy="101709"/>
                </a:xfrm>
                <a:custGeom>
                  <a:avLst/>
                  <a:gdLst>
                    <a:gd name="T0" fmla="*/ 0 w 18"/>
                    <a:gd name="T1" fmla="*/ 0 h 23"/>
                    <a:gd name="T2" fmla="*/ 7 w 18"/>
                    <a:gd name="T3" fmla="*/ 23 h 23"/>
                    <a:gd name="T4" fmla="*/ 18 w 18"/>
                    <a:gd name="T5" fmla="*/ 0 h 23"/>
                    <a:gd name="T6" fmla="*/ 0 w 18"/>
                    <a:gd name="T7" fmla="*/ 0 h 23"/>
                  </a:gdLst>
                  <a:ahLst/>
                  <a:cxnLst>
                    <a:cxn ang="0">
                      <a:pos x="T0" y="T1"/>
                    </a:cxn>
                    <a:cxn ang="0">
                      <a:pos x="T2" y="T3"/>
                    </a:cxn>
                    <a:cxn ang="0">
                      <a:pos x="T4" y="T5"/>
                    </a:cxn>
                    <a:cxn ang="0">
                      <a:pos x="T6" y="T7"/>
                    </a:cxn>
                  </a:cxnLst>
                  <a:rect l="0" t="0" r="r" b="b"/>
                  <a:pathLst>
                    <a:path w="18" h="23">
                      <a:moveTo>
                        <a:pt x="0" y="0"/>
                      </a:moveTo>
                      <a:cubicBezTo>
                        <a:pt x="1" y="9"/>
                        <a:pt x="3" y="17"/>
                        <a:pt x="7" y="23"/>
                      </a:cubicBezTo>
                      <a:cubicBezTo>
                        <a:pt x="13" y="17"/>
                        <a:pt x="18" y="9"/>
                        <a:pt x="18" y="0"/>
                      </a:cubicBezTo>
                      <a:lnTo>
                        <a:pt x="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11" name="Freeform 645"/>
                <p:cNvSpPr>
                  <a:spLocks/>
                </p:cNvSpPr>
                <p:nvPr/>
              </p:nvSpPr>
              <p:spPr bwMode="auto">
                <a:xfrm>
                  <a:off x="3615860" y="4028454"/>
                  <a:ext cx="79652" cy="101709"/>
                </a:xfrm>
                <a:custGeom>
                  <a:avLst/>
                  <a:gdLst>
                    <a:gd name="T0" fmla="*/ 7 w 18"/>
                    <a:gd name="T1" fmla="*/ 0 h 23"/>
                    <a:gd name="T2" fmla="*/ 0 w 18"/>
                    <a:gd name="T3" fmla="*/ 23 h 23"/>
                    <a:gd name="T4" fmla="*/ 18 w 18"/>
                    <a:gd name="T5" fmla="*/ 23 h 23"/>
                    <a:gd name="T6" fmla="*/ 7 w 18"/>
                    <a:gd name="T7" fmla="*/ 0 h 23"/>
                  </a:gdLst>
                  <a:ahLst/>
                  <a:cxnLst>
                    <a:cxn ang="0">
                      <a:pos x="T0" y="T1"/>
                    </a:cxn>
                    <a:cxn ang="0">
                      <a:pos x="T2" y="T3"/>
                    </a:cxn>
                    <a:cxn ang="0">
                      <a:pos x="T4" y="T5"/>
                    </a:cxn>
                    <a:cxn ang="0">
                      <a:pos x="T6" y="T7"/>
                    </a:cxn>
                  </a:cxnLst>
                  <a:rect l="0" t="0" r="r" b="b"/>
                  <a:pathLst>
                    <a:path w="18" h="23">
                      <a:moveTo>
                        <a:pt x="7" y="0"/>
                      </a:moveTo>
                      <a:cubicBezTo>
                        <a:pt x="3" y="6"/>
                        <a:pt x="1" y="14"/>
                        <a:pt x="0" y="23"/>
                      </a:cubicBezTo>
                      <a:cubicBezTo>
                        <a:pt x="18" y="23"/>
                        <a:pt x="18" y="23"/>
                        <a:pt x="18" y="23"/>
                      </a:cubicBezTo>
                      <a:cubicBezTo>
                        <a:pt x="18" y="14"/>
                        <a:pt x="13" y="6"/>
                        <a:pt x="7"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12" name="Freeform 646"/>
                <p:cNvSpPr>
                  <a:spLocks/>
                </p:cNvSpPr>
                <p:nvPr/>
              </p:nvSpPr>
              <p:spPr bwMode="auto">
                <a:xfrm>
                  <a:off x="3554590" y="3988015"/>
                  <a:ext cx="69849" cy="142148"/>
                </a:xfrm>
                <a:custGeom>
                  <a:avLst/>
                  <a:gdLst>
                    <a:gd name="T0" fmla="*/ 0 w 16"/>
                    <a:gd name="T1" fmla="*/ 0 h 32"/>
                    <a:gd name="T2" fmla="*/ 0 w 16"/>
                    <a:gd name="T3" fmla="*/ 32 h 32"/>
                    <a:gd name="T4" fmla="*/ 8 w 16"/>
                    <a:gd name="T5" fmla="*/ 32 h 32"/>
                    <a:gd name="T6" fmla="*/ 16 w 16"/>
                    <a:gd name="T7" fmla="*/ 5 h 32"/>
                    <a:gd name="T8" fmla="*/ 0 w 16"/>
                    <a:gd name="T9" fmla="*/ 0 h 32"/>
                  </a:gdLst>
                  <a:ahLst/>
                  <a:cxnLst>
                    <a:cxn ang="0">
                      <a:pos x="T0" y="T1"/>
                    </a:cxn>
                    <a:cxn ang="0">
                      <a:pos x="T2" y="T3"/>
                    </a:cxn>
                    <a:cxn ang="0">
                      <a:pos x="T4" y="T5"/>
                    </a:cxn>
                    <a:cxn ang="0">
                      <a:pos x="T6" y="T7"/>
                    </a:cxn>
                    <a:cxn ang="0">
                      <a:pos x="T8" y="T9"/>
                    </a:cxn>
                  </a:cxnLst>
                  <a:rect l="0" t="0" r="r" b="b"/>
                  <a:pathLst>
                    <a:path w="16" h="32">
                      <a:moveTo>
                        <a:pt x="0" y="0"/>
                      </a:moveTo>
                      <a:cubicBezTo>
                        <a:pt x="0" y="32"/>
                        <a:pt x="0" y="32"/>
                        <a:pt x="0" y="32"/>
                      </a:cubicBezTo>
                      <a:cubicBezTo>
                        <a:pt x="8" y="32"/>
                        <a:pt x="8" y="32"/>
                        <a:pt x="8" y="32"/>
                      </a:cubicBezTo>
                      <a:cubicBezTo>
                        <a:pt x="9" y="21"/>
                        <a:pt x="12" y="12"/>
                        <a:pt x="16" y="5"/>
                      </a:cubicBezTo>
                      <a:cubicBezTo>
                        <a:pt x="12" y="2"/>
                        <a:pt x="6" y="0"/>
                        <a:pt x="0"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13" name="Freeform 647"/>
                <p:cNvSpPr>
                  <a:spLocks/>
                </p:cNvSpPr>
                <p:nvPr/>
              </p:nvSpPr>
              <p:spPr bwMode="auto">
                <a:xfrm>
                  <a:off x="3456557" y="4155897"/>
                  <a:ext cx="71074" cy="142148"/>
                </a:xfrm>
                <a:custGeom>
                  <a:avLst/>
                  <a:gdLst>
                    <a:gd name="T0" fmla="*/ 16 w 16"/>
                    <a:gd name="T1" fmla="*/ 32 h 32"/>
                    <a:gd name="T2" fmla="*/ 16 w 16"/>
                    <a:gd name="T3" fmla="*/ 0 h 32"/>
                    <a:gd name="T4" fmla="*/ 8 w 16"/>
                    <a:gd name="T5" fmla="*/ 0 h 32"/>
                    <a:gd name="T6" fmla="*/ 0 w 16"/>
                    <a:gd name="T7" fmla="*/ 27 h 32"/>
                    <a:gd name="T8" fmla="*/ 16 w 16"/>
                    <a:gd name="T9" fmla="*/ 32 h 32"/>
                  </a:gdLst>
                  <a:ahLst/>
                  <a:cxnLst>
                    <a:cxn ang="0">
                      <a:pos x="T0" y="T1"/>
                    </a:cxn>
                    <a:cxn ang="0">
                      <a:pos x="T2" y="T3"/>
                    </a:cxn>
                    <a:cxn ang="0">
                      <a:pos x="T4" y="T5"/>
                    </a:cxn>
                    <a:cxn ang="0">
                      <a:pos x="T6" y="T7"/>
                    </a:cxn>
                    <a:cxn ang="0">
                      <a:pos x="T8" y="T9"/>
                    </a:cxn>
                  </a:cxnLst>
                  <a:rect l="0" t="0" r="r" b="b"/>
                  <a:pathLst>
                    <a:path w="16" h="32">
                      <a:moveTo>
                        <a:pt x="16" y="32"/>
                      </a:moveTo>
                      <a:cubicBezTo>
                        <a:pt x="16" y="0"/>
                        <a:pt x="16" y="0"/>
                        <a:pt x="16" y="0"/>
                      </a:cubicBezTo>
                      <a:cubicBezTo>
                        <a:pt x="8" y="0"/>
                        <a:pt x="8" y="0"/>
                        <a:pt x="8" y="0"/>
                      </a:cubicBezTo>
                      <a:cubicBezTo>
                        <a:pt x="7" y="11"/>
                        <a:pt x="4" y="20"/>
                        <a:pt x="0" y="27"/>
                      </a:cubicBezTo>
                      <a:cubicBezTo>
                        <a:pt x="5" y="30"/>
                        <a:pt x="10" y="32"/>
                        <a:pt x="16" y="3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14" name="Freeform 648"/>
                <p:cNvSpPr>
                  <a:spLocks/>
                </p:cNvSpPr>
                <p:nvPr/>
              </p:nvSpPr>
              <p:spPr bwMode="auto">
                <a:xfrm>
                  <a:off x="3456557" y="3988015"/>
                  <a:ext cx="71074" cy="142148"/>
                </a:xfrm>
                <a:custGeom>
                  <a:avLst/>
                  <a:gdLst>
                    <a:gd name="T0" fmla="*/ 8 w 16"/>
                    <a:gd name="T1" fmla="*/ 32 h 32"/>
                    <a:gd name="T2" fmla="*/ 16 w 16"/>
                    <a:gd name="T3" fmla="*/ 32 h 32"/>
                    <a:gd name="T4" fmla="*/ 16 w 16"/>
                    <a:gd name="T5" fmla="*/ 0 h 32"/>
                    <a:gd name="T6" fmla="*/ 0 w 16"/>
                    <a:gd name="T7" fmla="*/ 6 h 32"/>
                    <a:gd name="T8" fmla="*/ 8 w 16"/>
                    <a:gd name="T9" fmla="*/ 32 h 32"/>
                  </a:gdLst>
                  <a:ahLst/>
                  <a:cxnLst>
                    <a:cxn ang="0">
                      <a:pos x="T0" y="T1"/>
                    </a:cxn>
                    <a:cxn ang="0">
                      <a:pos x="T2" y="T3"/>
                    </a:cxn>
                    <a:cxn ang="0">
                      <a:pos x="T4" y="T5"/>
                    </a:cxn>
                    <a:cxn ang="0">
                      <a:pos x="T6" y="T7"/>
                    </a:cxn>
                    <a:cxn ang="0">
                      <a:pos x="T8" y="T9"/>
                    </a:cxn>
                  </a:cxnLst>
                  <a:rect l="0" t="0" r="r" b="b"/>
                  <a:pathLst>
                    <a:path w="16" h="32">
                      <a:moveTo>
                        <a:pt x="8" y="32"/>
                      </a:moveTo>
                      <a:cubicBezTo>
                        <a:pt x="16" y="32"/>
                        <a:pt x="16" y="32"/>
                        <a:pt x="16" y="32"/>
                      </a:cubicBezTo>
                      <a:cubicBezTo>
                        <a:pt x="16" y="0"/>
                        <a:pt x="16" y="0"/>
                        <a:pt x="16" y="0"/>
                      </a:cubicBezTo>
                      <a:cubicBezTo>
                        <a:pt x="10" y="0"/>
                        <a:pt x="5" y="2"/>
                        <a:pt x="0" y="6"/>
                      </a:cubicBezTo>
                      <a:cubicBezTo>
                        <a:pt x="4" y="12"/>
                        <a:pt x="7" y="21"/>
                        <a:pt x="8" y="3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15" name="Freeform 649"/>
                <p:cNvSpPr>
                  <a:spLocks/>
                </p:cNvSpPr>
                <p:nvPr/>
              </p:nvSpPr>
              <p:spPr bwMode="auto">
                <a:xfrm>
                  <a:off x="3386708" y="4155897"/>
                  <a:ext cx="79652" cy="101709"/>
                </a:xfrm>
                <a:custGeom>
                  <a:avLst/>
                  <a:gdLst>
                    <a:gd name="T0" fmla="*/ 11 w 18"/>
                    <a:gd name="T1" fmla="*/ 23 h 23"/>
                    <a:gd name="T2" fmla="*/ 18 w 18"/>
                    <a:gd name="T3" fmla="*/ 0 h 23"/>
                    <a:gd name="T4" fmla="*/ 0 w 18"/>
                    <a:gd name="T5" fmla="*/ 0 h 23"/>
                    <a:gd name="T6" fmla="*/ 11 w 18"/>
                    <a:gd name="T7" fmla="*/ 23 h 23"/>
                  </a:gdLst>
                  <a:ahLst/>
                  <a:cxnLst>
                    <a:cxn ang="0">
                      <a:pos x="T0" y="T1"/>
                    </a:cxn>
                    <a:cxn ang="0">
                      <a:pos x="T2" y="T3"/>
                    </a:cxn>
                    <a:cxn ang="0">
                      <a:pos x="T4" y="T5"/>
                    </a:cxn>
                    <a:cxn ang="0">
                      <a:pos x="T6" y="T7"/>
                    </a:cxn>
                  </a:cxnLst>
                  <a:rect l="0" t="0" r="r" b="b"/>
                  <a:pathLst>
                    <a:path w="18" h="23">
                      <a:moveTo>
                        <a:pt x="11" y="23"/>
                      </a:moveTo>
                      <a:cubicBezTo>
                        <a:pt x="15" y="17"/>
                        <a:pt x="18" y="9"/>
                        <a:pt x="18" y="0"/>
                      </a:cubicBezTo>
                      <a:cubicBezTo>
                        <a:pt x="0" y="0"/>
                        <a:pt x="0" y="0"/>
                        <a:pt x="0" y="0"/>
                      </a:cubicBezTo>
                      <a:cubicBezTo>
                        <a:pt x="1" y="9"/>
                        <a:pt x="5" y="17"/>
                        <a:pt x="11" y="2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16" name="Freeform 650"/>
                <p:cNvSpPr>
                  <a:spLocks/>
                </p:cNvSpPr>
                <p:nvPr/>
              </p:nvSpPr>
              <p:spPr bwMode="auto">
                <a:xfrm>
                  <a:off x="3386708" y="4028454"/>
                  <a:ext cx="79652" cy="101709"/>
                </a:xfrm>
                <a:custGeom>
                  <a:avLst/>
                  <a:gdLst>
                    <a:gd name="T0" fmla="*/ 11 w 18"/>
                    <a:gd name="T1" fmla="*/ 0 h 23"/>
                    <a:gd name="T2" fmla="*/ 0 w 18"/>
                    <a:gd name="T3" fmla="*/ 23 h 23"/>
                    <a:gd name="T4" fmla="*/ 18 w 18"/>
                    <a:gd name="T5" fmla="*/ 23 h 23"/>
                    <a:gd name="T6" fmla="*/ 11 w 18"/>
                    <a:gd name="T7" fmla="*/ 0 h 23"/>
                  </a:gdLst>
                  <a:ahLst/>
                  <a:cxnLst>
                    <a:cxn ang="0">
                      <a:pos x="T0" y="T1"/>
                    </a:cxn>
                    <a:cxn ang="0">
                      <a:pos x="T2" y="T3"/>
                    </a:cxn>
                    <a:cxn ang="0">
                      <a:pos x="T4" y="T5"/>
                    </a:cxn>
                    <a:cxn ang="0">
                      <a:pos x="T6" y="T7"/>
                    </a:cxn>
                  </a:cxnLst>
                  <a:rect l="0" t="0" r="r" b="b"/>
                  <a:pathLst>
                    <a:path w="18" h="23">
                      <a:moveTo>
                        <a:pt x="11" y="0"/>
                      </a:moveTo>
                      <a:cubicBezTo>
                        <a:pt x="5" y="6"/>
                        <a:pt x="1" y="14"/>
                        <a:pt x="0" y="23"/>
                      </a:cubicBezTo>
                      <a:cubicBezTo>
                        <a:pt x="18" y="23"/>
                        <a:pt x="18" y="23"/>
                        <a:pt x="18" y="23"/>
                      </a:cubicBezTo>
                      <a:cubicBezTo>
                        <a:pt x="18" y="14"/>
                        <a:pt x="15" y="6"/>
                        <a:pt x="11"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17" name="Freeform 651"/>
                <p:cNvSpPr>
                  <a:spLocks/>
                </p:cNvSpPr>
                <p:nvPr/>
              </p:nvSpPr>
              <p:spPr bwMode="auto">
                <a:xfrm>
                  <a:off x="3554590" y="4155897"/>
                  <a:ext cx="69849" cy="142148"/>
                </a:xfrm>
                <a:custGeom>
                  <a:avLst/>
                  <a:gdLst>
                    <a:gd name="T0" fmla="*/ 0 w 16"/>
                    <a:gd name="T1" fmla="*/ 32 h 32"/>
                    <a:gd name="T2" fmla="*/ 16 w 16"/>
                    <a:gd name="T3" fmla="*/ 27 h 32"/>
                    <a:gd name="T4" fmla="*/ 8 w 16"/>
                    <a:gd name="T5" fmla="*/ 0 h 32"/>
                    <a:gd name="T6" fmla="*/ 0 w 16"/>
                    <a:gd name="T7" fmla="*/ 0 h 32"/>
                    <a:gd name="T8" fmla="*/ 0 w 16"/>
                    <a:gd name="T9" fmla="*/ 32 h 32"/>
                  </a:gdLst>
                  <a:ahLst/>
                  <a:cxnLst>
                    <a:cxn ang="0">
                      <a:pos x="T0" y="T1"/>
                    </a:cxn>
                    <a:cxn ang="0">
                      <a:pos x="T2" y="T3"/>
                    </a:cxn>
                    <a:cxn ang="0">
                      <a:pos x="T4" y="T5"/>
                    </a:cxn>
                    <a:cxn ang="0">
                      <a:pos x="T6" y="T7"/>
                    </a:cxn>
                    <a:cxn ang="0">
                      <a:pos x="T8" y="T9"/>
                    </a:cxn>
                  </a:cxnLst>
                  <a:rect l="0" t="0" r="r" b="b"/>
                  <a:pathLst>
                    <a:path w="16" h="32">
                      <a:moveTo>
                        <a:pt x="0" y="32"/>
                      </a:moveTo>
                      <a:cubicBezTo>
                        <a:pt x="6" y="32"/>
                        <a:pt x="12" y="30"/>
                        <a:pt x="16" y="27"/>
                      </a:cubicBezTo>
                      <a:cubicBezTo>
                        <a:pt x="12" y="20"/>
                        <a:pt x="9" y="11"/>
                        <a:pt x="8" y="0"/>
                      </a:cubicBezTo>
                      <a:cubicBezTo>
                        <a:pt x="0" y="0"/>
                        <a:pt x="0" y="0"/>
                        <a:pt x="0" y="0"/>
                      </a:cubicBezTo>
                      <a:lnTo>
                        <a:pt x="0" y="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32" name="Freeform 666"/>
                <p:cNvSpPr>
                  <a:spLocks noEditPoints="1"/>
                </p:cNvSpPr>
                <p:nvPr/>
              </p:nvSpPr>
              <p:spPr bwMode="auto">
                <a:xfrm>
                  <a:off x="3152654" y="3882630"/>
                  <a:ext cx="207095" cy="198517"/>
                </a:xfrm>
                <a:custGeom>
                  <a:avLst/>
                  <a:gdLst>
                    <a:gd name="T0" fmla="*/ 34 w 47"/>
                    <a:gd name="T1" fmla="*/ 27 h 45"/>
                    <a:gd name="T2" fmla="*/ 32 w 47"/>
                    <a:gd name="T3" fmla="*/ 5 h 45"/>
                    <a:gd name="T4" fmla="*/ 19 w 47"/>
                    <a:gd name="T5" fmla="*/ 0 h 45"/>
                    <a:gd name="T6" fmla="*/ 19 w 47"/>
                    <a:gd name="T7" fmla="*/ 15 h 45"/>
                    <a:gd name="T8" fmla="*/ 30 w 47"/>
                    <a:gd name="T9" fmla="*/ 15 h 45"/>
                    <a:gd name="T10" fmla="*/ 30 w 47"/>
                    <a:gd name="T11" fmla="*/ 21 h 45"/>
                    <a:gd name="T12" fmla="*/ 30 w 47"/>
                    <a:gd name="T13" fmla="*/ 21 h 45"/>
                    <a:gd name="T14" fmla="*/ 30 w 47"/>
                    <a:gd name="T15" fmla="*/ 21 h 45"/>
                    <a:gd name="T16" fmla="*/ 19 w 47"/>
                    <a:gd name="T17" fmla="*/ 21 h 45"/>
                    <a:gd name="T18" fmla="*/ 19 w 47"/>
                    <a:gd name="T19" fmla="*/ 36 h 45"/>
                    <a:gd name="T20" fmla="*/ 28 w 47"/>
                    <a:gd name="T21" fmla="*/ 33 h 45"/>
                    <a:gd name="T22" fmla="*/ 41 w 47"/>
                    <a:gd name="T23" fmla="*/ 45 h 45"/>
                    <a:gd name="T24" fmla="*/ 47 w 47"/>
                    <a:gd name="T25" fmla="*/ 40 h 45"/>
                    <a:gd name="T26" fmla="*/ 34 w 47"/>
                    <a:gd name="T27" fmla="*/ 27 h 45"/>
                    <a:gd name="T28" fmla="*/ 19 w 47"/>
                    <a:gd name="T29" fmla="*/ 0 h 45"/>
                    <a:gd name="T30" fmla="*/ 7 w 47"/>
                    <a:gd name="T31" fmla="*/ 5 h 45"/>
                    <a:gd name="T32" fmla="*/ 7 w 47"/>
                    <a:gd name="T33" fmla="*/ 30 h 45"/>
                    <a:gd name="T34" fmla="*/ 19 w 47"/>
                    <a:gd name="T35" fmla="*/ 36 h 45"/>
                    <a:gd name="T36" fmla="*/ 19 w 47"/>
                    <a:gd name="T37" fmla="*/ 21 h 45"/>
                    <a:gd name="T38" fmla="*/ 8 w 47"/>
                    <a:gd name="T39" fmla="*/ 21 h 45"/>
                    <a:gd name="T40" fmla="*/ 8 w 47"/>
                    <a:gd name="T41" fmla="*/ 15 h 45"/>
                    <a:gd name="T42" fmla="*/ 19 w 47"/>
                    <a:gd name="T43" fmla="*/ 15 h 45"/>
                    <a:gd name="T44" fmla="*/ 19 w 47"/>
                    <a:gd name="T45"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7" h="45">
                      <a:moveTo>
                        <a:pt x="34" y="27"/>
                      </a:moveTo>
                      <a:cubicBezTo>
                        <a:pt x="38" y="20"/>
                        <a:pt x="38" y="11"/>
                        <a:pt x="32" y="5"/>
                      </a:cubicBezTo>
                      <a:cubicBezTo>
                        <a:pt x="28" y="2"/>
                        <a:pt x="24" y="0"/>
                        <a:pt x="19" y="0"/>
                      </a:cubicBezTo>
                      <a:cubicBezTo>
                        <a:pt x="19" y="15"/>
                        <a:pt x="19" y="15"/>
                        <a:pt x="19" y="15"/>
                      </a:cubicBezTo>
                      <a:cubicBezTo>
                        <a:pt x="30" y="15"/>
                        <a:pt x="30" y="15"/>
                        <a:pt x="30" y="15"/>
                      </a:cubicBezTo>
                      <a:cubicBezTo>
                        <a:pt x="30" y="21"/>
                        <a:pt x="30" y="21"/>
                        <a:pt x="30" y="21"/>
                      </a:cubicBezTo>
                      <a:cubicBezTo>
                        <a:pt x="30" y="21"/>
                        <a:pt x="30" y="21"/>
                        <a:pt x="30" y="21"/>
                      </a:cubicBezTo>
                      <a:cubicBezTo>
                        <a:pt x="30" y="21"/>
                        <a:pt x="30" y="21"/>
                        <a:pt x="30" y="21"/>
                      </a:cubicBezTo>
                      <a:cubicBezTo>
                        <a:pt x="19" y="21"/>
                        <a:pt x="19" y="21"/>
                        <a:pt x="19" y="21"/>
                      </a:cubicBezTo>
                      <a:cubicBezTo>
                        <a:pt x="19" y="36"/>
                        <a:pt x="19" y="36"/>
                        <a:pt x="19" y="36"/>
                      </a:cubicBezTo>
                      <a:cubicBezTo>
                        <a:pt x="22" y="36"/>
                        <a:pt x="26" y="35"/>
                        <a:pt x="28" y="33"/>
                      </a:cubicBezTo>
                      <a:cubicBezTo>
                        <a:pt x="41" y="45"/>
                        <a:pt x="41" y="45"/>
                        <a:pt x="41" y="45"/>
                      </a:cubicBezTo>
                      <a:cubicBezTo>
                        <a:pt x="47" y="40"/>
                        <a:pt x="47" y="40"/>
                        <a:pt x="47" y="40"/>
                      </a:cubicBezTo>
                      <a:lnTo>
                        <a:pt x="34" y="27"/>
                      </a:lnTo>
                      <a:close/>
                      <a:moveTo>
                        <a:pt x="19" y="0"/>
                      </a:moveTo>
                      <a:cubicBezTo>
                        <a:pt x="15" y="0"/>
                        <a:pt x="10" y="2"/>
                        <a:pt x="7" y="5"/>
                      </a:cubicBezTo>
                      <a:cubicBezTo>
                        <a:pt x="0" y="12"/>
                        <a:pt x="0" y="23"/>
                        <a:pt x="7" y="30"/>
                      </a:cubicBezTo>
                      <a:cubicBezTo>
                        <a:pt x="10" y="34"/>
                        <a:pt x="15" y="36"/>
                        <a:pt x="19" y="36"/>
                      </a:cubicBezTo>
                      <a:cubicBezTo>
                        <a:pt x="19" y="21"/>
                        <a:pt x="19" y="21"/>
                        <a:pt x="19" y="21"/>
                      </a:cubicBezTo>
                      <a:cubicBezTo>
                        <a:pt x="8" y="21"/>
                        <a:pt x="8" y="21"/>
                        <a:pt x="8" y="21"/>
                      </a:cubicBezTo>
                      <a:cubicBezTo>
                        <a:pt x="8" y="15"/>
                        <a:pt x="8" y="15"/>
                        <a:pt x="8" y="15"/>
                      </a:cubicBezTo>
                      <a:cubicBezTo>
                        <a:pt x="19" y="15"/>
                        <a:pt x="19" y="15"/>
                        <a:pt x="19" y="15"/>
                      </a:cubicBezTo>
                      <a:lnTo>
                        <a:pt x="19"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7" name="Rectangle 682"/>
                <p:cNvSpPr>
                  <a:spLocks noChangeArrowheads="1"/>
                </p:cNvSpPr>
                <p:nvPr/>
              </p:nvSpPr>
              <p:spPr bwMode="auto">
                <a:xfrm>
                  <a:off x="4221214" y="4266184"/>
                  <a:ext cx="30635" cy="21689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8" name="Rectangle 683"/>
                <p:cNvSpPr>
                  <a:spLocks noChangeArrowheads="1"/>
                </p:cNvSpPr>
                <p:nvPr/>
              </p:nvSpPr>
              <p:spPr bwMode="auto">
                <a:xfrm>
                  <a:off x="4172198" y="4386274"/>
                  <a:ext cx="35537" cy="9680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9" name="Rectangle 684"/>
                <p:cNvSpPr>
                  <a:spLocks noChangeArrowheads="1"/>
                </p:cNvSpPr>
                <p:nvPr/>
              </p:nvSpPr>
              <p:spPr bwMode="auto">
                <a:xfrm>
                  <a:off x="4128083" y="4298045"/>
                  <a:ext cx="30635" cy="185037"/>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0" name="Rectangle 685"/>
                <p:cNvSpPr>
                  <a:spLocks noChangeArrowheads="1"/>
                </p:cNvSpPr>
                <p:nvPr/>
              </p:nvSpPr>
              <p:spPr bwMode="auto">
                <a:xfrm>
                  <a:off x="4079066" y="4354414"/>
                  <a:ext cx="31861" cy="12866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1" name="Rectangle 686"/>
                <p:cNvSpPr>
                  <a:spLocks noChangeArrowheads="1"/>
                </p:cNvSpPr>
                <p:nvPr/>
              </p:nvSpPr>
              <p:spPr bwMode="auto">
                <a:xfrm>
                  <a:off x="4031275" y="4337258"/>
                  <a:ext cx="35537" cy="145824"/>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2" name="Rectangle 687"/>
                <p:cNvSpPr>
                  <a:spLocks noChangeArrowheads="1"/>
                </p:cNvSpPr>
                <p:nvPr/>
              </p:nvSpPr>
              <p:spPr bwMode="auto">
                <a:xfrm>
                  <a:off x="4221214" y="4244126"/>
                  <a:ext cx="30635" cy="13480"/>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3" name="Rectangle 688"/>
                <p:cNvSpPr>
                  <a:spLocks noChangeArrowheads="1"/>
                </p:cNvSpPr>
                <p:nvPr/>
              </p:nvSpPr>
              <p:spPr bwMode="auto">
                <a:xfrm>
                  <a:off x="4128083" y="4275987"/>
                  <a:ext cx="30635" cy="17156"/>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4" name="Rectangle 689"/>
                <p:cNvSpPr>
                  <a:spLocks noChangeArrowheads="1"/>
                </p:cNvSpPr>
                <p:nvPr/>
              </p:nvSpPr>
              <p:spPr bwMode="auto">
                <a:xfrm>
                  <a:off x="4079066" y="4332356"/>
                  <a:ext cx="31861" cy="18381"/>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5" name="Rectangle 690"/>
                <p:cNvSpPr>
                  <a:spLocks noChangeArrowheads="1"/>
                </p:cNvSpPr>
                <p:nvPr/>
              </p:nvSpPr>
              <p:spPr bwMode="auto">
                <a:xfrm>
                  <a:off x="4031275" y="4315200"/>
                  <a:ext cx="35537" cy="13480"/>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6" name="Rectangle 691"/>
                <p:cNvSpPr>
                  <a:spLocks noChangeArrowheads="1"/>
                </p:cNvSpPr>
                <p:nvPr/>
              </p:nvSpPr>
              <p:spPr bwMode="auto">
                <a:xfrm>
                  <a:off x="4172198" y="4359315"/>
                  <a:ext cx="35537" cy="17156"/>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7" name="Freeform 692"/>
                <p:cNvSpPr>
                  <a:spLocks noEditPoints="1"/>
                </p:cNvSpPr>
                <p:nvPr/>
              </p:nvSpPr>
              <p:spPr bwMode="auto">
                <a:xfrm>
                  <a:off x="4901318" y="4345836"/>
                  <a:ext cx="286747" cy="132345"/>
                </a:xfrm>
                <a:custGeom>
                  <a:avLst/>
                  <a:gdLst>
                    <a:gd name="T0" fmla="*/ 209 w 234"/>
                    <a:gd name="T1" fmla="*/ 15 h 108"/>
                    <a:gd name="T2" fmla="*/ 191 w 234"/>
                    <a:gd name="T3" fmla="*/ 108 h 108"/>
                    <a:gd name="T4" fmla="*/ 198 w 234"/>
                    <a:gd name="T5" fmla="*/ 15 h 108"/>
                    <a:gd name="T6" fmla="*/ 202 w 234"/>
                    <a:gd name="T7" fmla="*/ 47 h 108"/>
                    <a:gd name="T8" fmla="*/ 191 w 234"/>
                    <a:gd name="T9" fmla="*/ 76 h 108"/>
                    <a:gd name="T10" fmla="*/ 176 w 234"/>
                    <a:gd name="T11" fmla="*/ 108 h 108"/>
                    <a:gd name="T12" fmla="*/ 176 w 234"/>
                    <a:gd name="T13" fmla="*/ 108 h 108"/>
                    <a:gd name="T14" fmla="*/ 187 w 234"/>
                    <a:gd name="T15" fmla="*/ 36 h 108"/>
                    <a:gd name="T16" fmla="*/ 180 w 234"/>
                    <a:gd name="T17" fmla="*/ 65 h 108"/>
                    <a:gd name="T18" fmla="*/ 176 w 234"/>
                    <a:gd name="T19" fmla="*/ 108 h 108"/>
                    <a:gd name="T20" fmla="*/ 176 w 234"/>
                    <a:gd name="T21" fmla="*/ 0 h 108"/>
                    <a:gd name="T22" fmla="*/ 162 w 234"/>
                    <a:gd name="T23" fmla="*/ 65 h 108"/>
                    <a:gd name="T24" fmla="*/ 166 w 234"/>
                    <a:gd name="T25" fmla="*/ 15 h 108"/>
                    <a:gd name="T26" fmla="*/ 162 w 234"/>
                    <a:gd name="T27" fmla="*/ 108 h 108"/>
                    <a:gd name="T28" fmla="*/ 162 w 234"/>
                    <a:gd name="T29" fmla="*/ 0 h 108"/>
                    <a:gd name="T30" fmla="*/ 148 w 234"/>
                    <a:gd name="T31" fmla="*/ 36 h 108"/>
                    <a:gd name="T32" fmla="*/ 151 w 234"/>
                    <a:gd name="T33" fmla="*/ 65 h 108"/>
                    <a:gd name="T34" fmla="*/ 148 w 234"/>
                    <a:gd name="T35" fmla="*/ 108 h 108"/>
                    <a:gd name="T36" fmla="*/ 148 w 234"/>
                    <a:gd name="T37" fmla="*/ 0 h 108"/>
                    <a:gd name="T38" fmla="*/ 129 w 234"/>
                    <a:gd name="T39" fmla="*/ 65 h 108"/>
                    <a:gd name="T40" fmla="*/ 137 w 234"/>
                    <a:gd name="T41" fmla="*/ 15 h 108"/>
                    <a:gd name="T42" fmla="*/ 129 w 234"/>
                    <a:gd name="T43" fmla="*/ 108 h 108"/>
                    <a:gd name="T44" fmla="*/ 129 w 234"/>
                    <a:gd name="T45" fmla="*/ 0 h 108"/>
                    <a:gd name="T46" fmla="*/ 115 w 234"/>
                    <a:gd name="T47" fmla="*/ 36 h 108"/>
                    <a:gd name="T48" fmla="*/ 122 w 234"/>
                    <a:gd name="T49" fmla="*/ 65 h 108"/>
                    <a:gd name="T50" fmla="*/ 115 w 234"/>
                    <a:gd name="T51" fmla="*/ 108 h 108"/>
                    <a:gd name="T52" fmla="*/ 115 w 234"/>
                    <a:gd name="T53" fmla="*/ 0 h 108"/>
                    <a:gd name="T54" fmla="*/ 101 w 234"/>
                    <a:gd name="T55" fmla="*/ 65 h 108"/>
                    <a:gd name="T56" fmla="*/ 104 w 234"/>
                    <a:gd name="T57" fmla="*/ 15 h 108"/>
                    <a:gd name="T58" fmla="*/ 101 w 234"/>
                    <a:gd name="T59" fmla="*/ 108 h 108"/>
                    <a:gd name="T60" fmla="*/ 101 w 234"/>
                    <a:gd name="T61" fmla="*/ 0 h 108"/>
                    <a:gd name="T62" fmla="*/ 86 w 234"/>
                    <a:gd name="T63" fmla="*/ 36 h 108"/>
                    <a:gd name="T64" fmla="*/ 90 w 234"/>
                    <a:gd name="T65" fmla="*/ 65 h 108"/>
                    <a:gd name="T66" fmla="*/ 86 w 234"/>
                    <a:gd name="T67" fmla="*/ 108 h 108"/>
                    <a:gd name="T68" fmla="*/ 86 w 234"/>
                    <a:gd name="T69" fmla="*/ 0 h 108"/>
                    <a:gd name="T70" fmla="*/ 68 w 234"/>
                    <a:gd name="T71" fmla="*/ 65 h 108"/>
                    <a:gd name="T72" fmla="*/ 75 w 234"/>
                    <a:gd name="T73" fmla="*/ 15 h 108"/>
                    <a:gd name="T74" fmla="*/ 68 w 234"/>
                    <a:gd name="T75" fmla="*/ 108 h 108"/>
                    <a:gd name="T76" fmla="*/ 68 w 234"/>
                    <a:gd name="T77" fmla="*/ 0 h 108"/>
                    <a:gd name="T78" fmla="*/ 54 w 234"/>
                    <a:gd name="T79" fmla="*/ 36 h 108"/>
                    <a:gd name="T80" fmla="*/ 61 w 234"/>
                    <a:gd name="T81" fmla="*/ 65 h 108"/>
                    <a:gd name="T82" fmla="*/ 54 w 234"/>
                    <a:gd name="T83" fmla="*/ 108 h 108"/>
                    <a:gd name="T84" fmla="*/ 54 w 234"/>
                    <a:gd name="T85" fmla="*/ 0 h 108"/>
                    <a:gd name="T86" fmla="*/ 39 w 234"/>
                    <a:gd name="T87" fmla="*/ 65 h 108"/>
                    <a:gd name="T88" fmla="*/ 43 w 234"/>
                    <a:gd name="T89" fmla="*/ 15 h 108"/>
                    <a:gd name="T90" fmla="*/ 39 w 234"/>
                    <a:gd name="T91" fmla="*/ 108 h 108"/>
                    <a:gd name="T92" fmla="*/ 39 w 234"/>
                    <a:gd name="T93" fmla="*/ 65 h 108"/>
                    <a:gd name="T94" fmla="*/ 39 w 234"/>
                    <a:gd name="T95" fmla="*/ 0 h 108"/>
                    <a:gd name="T96" fmla="*/ 25 w 234"/>
                    <a:gd name="T97" fmla="*/ 36 h 108"/>
                    <a:gd name="T98" fmla="*/ 14 w 234"/>
                    <a:gd name="T99" fmla="*/ 36 h 108"/>
                    <a:gd name="T100" fmla="*/ 0 w 234"/>
                    <a:gd name="T101" fmla="*/ 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34" h="108">
                      <a:moveTo>
                        <a:pt x="209" y="108"/>
                      </a:moveTo>
                      <a:lnTo>
                        <a:pt x="234" y="108"/>
                      </a:lnTo>
                      <a:lnTo>
                        <a:pt x="234" y="0"/>
                      </a:lnTo>
                      <a:lnTo>
                        <a:pt x="209" y="0"/>
                      </a:lnTo>
                      <a:lnTo>
                        <a:pt x="209" y="15"/>
                      </a:lnTo>
                      <a:lnTo>
                        <a:pt x="216" y="15"/>
                      </a:lnTo>
                      <a:lnTo>
                        <a:pt x="216" y="36"/>
                      </a:lnTo>
                      <a:lnTo>
                        <a:pt x="209" y="36"/>
                      </a:lnTo>
                      <a:lnTo>
                        <a:pt x="209" y="108"/>
                      </a:lnTo>
                      <a:close/>
                      <a:moveTo>
                        <a:pt x="191" y="108"/>
                      </a:moveTo>
                      <a:lnTo>
                        <a:pt x="209" y="108"/>
                      </a:lnTo>
                      <a:lnTo>
                        <a:pt x="209" y="36"/>
                      </a:lnTo>
                      <a:lnTo>
                        <a:pt x="198" y="36"/>
                      </a:lnTo>
                      <a:lnTo>
                        <a:pt x="198" y="15"/>
                      </a:lnTo>
                      <a:lnTo>
                        <a:pt x="198" y="15"/>
                      </a:lnTo>
                      <a:lnTo>
                        <a:pt x="209" y="15"/>
                      </a:lnTo>
                      <a:lnTo>
                        <a:pt x="209" y="0"/>
                      </a:lnTo>
                      <a:lnTo>
                        <a:pt x="191" y="0"/>
                      </a:lnTo>
                      <a:lnTo>
                        <a:pt x="191" y="47"/>
                      </a:lnTo>
                      <a:lnTo>
                        <a:pt x="202" y="47"/>
                      </a:lnTo>
                      <a:lnTo>
                        <a:pt x="202" y="65"/>
                      </a:lnTo>
                      <a:lnTo>
                        <a:pt x="202" y="65"/>
                      </a:lnTo>
                      <a:lnTo>
                        <a:pt x="191" y="65"/>
                      </a:lnTo>
                      <a:lnTo>
                        <a:pt x="191" y="76"/>
                      </a:lnTo>
                      <a:lnTo>
                        <a:pt x="191" y="76"/>
                      </a:lnTo>
                      <a:lnTo>
                        <a:pt x="191" y="98"/>
                      </a:lnTo>
                      <a:lnTo>
                        <a:pt x="191" y="98"/>
                      </a:lnTo>
                      <a:lnTo>
                        <a:pt x="191" y="98"/>
                      </a:lnTo>
                      <a:lnTo>
                        <a:pt x="191" y="108"/>
                      </a:lnTo>
                      <a:close/>
                      <a:moveTo>
                        <a:pt x="176" y="108"/>
                      </a:moveTo>
                      <a:lnTo>
                        <a:pt x="191" y="108"/>
                      </a:lnTo>
                      <a:lnTo>
                        <a:pt x="191" y="98"/>
                      </a:lnTo>
                      <a:lnTo>
                        <a:pt x="176" y="98"/>
                      </a:lnTo>
                      <a:lnTo>
                        <a:pt x="176" y="108"/>
                      </a:lnTo>
                      <a:lnTo>
                        <a:pt x="176" y="108"/>
                      </a:lnTo>
                      <a:close/>
                      <a:moveTo>
                        <a:pt x="191" y="0"/>
                      </a:moveTo>
                      <a:lnTo>
                        <a:pt x="176" y="0"/>
                      </a:lnTo>
                      <a:lnTo>
                        <a:pt x="176" y="15"/>
                      </a:lnTo>
                      <a:lnTo>
                        <a:pt x="187" y="15"/>
                      </a:lnTo>
                      <a:lnTo>
                        <a:pt x="187" y="36"/>
                      </a:lnTo>
                      <a:lnTo>
                        <a:pt x="176" y="36"/>
                      </a:lnTo>
                      <a:lnTo>
                        <a:pt x="176" y="76"/>
                      </a:lnTo>
                      <a:lnTo>
                        <a:pt x="191" y="76"/>
                      </a:lnTo>
                      <a:lnTo>
                        <a:pt x="191" y="65"/>
                      </a:lnTo>
                      <a:lnTo>
                        <a:pt x="180" y="65"/>
                      </a:lnTo>
                      <a:lnTo>
                        <a:pt x="180" y="47"/>
                      </a:lnTo>
                      <a:lnTo>
                        <a:pt x="191" y="47"/>
                      </a:lnTo>
                      <a:lnTo>
                        <a:pt x="191" y="0"/>
                      </a:lnTo>
                      <a:close/>
                      <a:moveTo>
                        <a:pt x="162" y="108"/>
                      </a:moveTo>
                      <a:lnTo>
                        <a:pt x="176" y="108"/>
                      </a:lnTo>
                      <a:lnTo>
                        <a:pt x="176" y="98"/>
                      </a:lnTo>
                      <a:lnTo>
                        <a:pt x="162" y="98"/>
                      </a:lnTo>
                      <a:lnTo>
                        <a:pt x="162" y="108"/>
                      </a:lnTo>
                      <a:lnTo>
                        <a:pt x="162" y="108"/>
                      </a:lnTo>
                      <a:close/>
                      <a:moveTo>
                        <a:pt x="176" y="0"/>
                      </a:moveTo>
                      <a:lnTo>
                        <a:pt x="162" y="0"/>
                      </a:lnTo>
                      <a:lnTo>
                        <a:pt x="162" y="47"/>
                      </a:lnTo>
                      <a:lnTo>
                        <a:pt x="173" y="47"/>
                      </a:lnTo>
                      <a:lnTo>
                        <a:pt x="173" y="65"/>
                      </a:lnTo>
                      <a:lnTo>
                        <a:pt x="162" y="65"/>
                      </a:lnTo>
                      <a:lnTo>
                        <a:pt x="162" y="76"/>
                      </a:lnTo>
                      <a:lnTo>
                        <a:pt x="176" y="76"/>
                      </a:lnTo>
                      <a:lnTo>
                        <a:pt x="176" y="36"/>
                      </a:lnTo>
                      <a:lnTo>
                        <a:pt x="166" y="36"/>
                      </a:lnTo>
                      <a:lnTo>
                        <a:pt x="166" y="15"/>
                      </a:lnTo>
                      <a:lnTo>
                        <a:pt x="166" y="15"/>
                      </a:lnTo>
                      <a:lnTo>
                        <a:pt x="176" y="15"/>
                      </a:lnTo>
                      <a:lnTo>
                        <a:pt x="176" y="0"/>
                      </a:lnTo>
                      <a:close/>
                      <a:moveTo>
                        <a:pt x="148" y="108"/>
                      </a:moveTo>
                      <a:lnTo>
                        <a:pt x="162" y="108"/>
                      </a:lnTo>
                      <a:lnTo>
                        <a:pt x="162" y="98"/>
                      </a:lnTo>
                      <a:lnTo>
                        <a:pt x="148" y="98"/>
                      </a:lnTo>
                      <a:lnTo>
                        <a:pt x="148" y="108"/>
                      </a:lnTo>
                      <a:lnTo>
                        <a:pt x="148" y="108"/>
                      </a:lnTo>
                      <a:close/>
                      <a:moveTo>
                        <a:pt x="162" y="0"/>
                      </a:moveTo>
                      <a:lnTo>
                        <a:pt x="148" y="0"/>
                      </a:lnTo>
                      <a:lnTo>
                        <a:pt x="148" y="15"/>
                      </a:lnTo>
                      <a:lnTo>
                        <a:pt x="155" y="15"/>
                      </a:lnTo>
                      <a:lnTo>
                        <a:pt x="155" y="36"/>
                      </a:lnTo>
                      <a:lnTo>
                        <a:pt x="148" y="36"/>
                      </a:lnTo>
                      <a:lnTo>
                        <a:pt x="148" y="76"/>
                      </a:lnTo>
                      <a:lnTo>
                        <a:pt x="162" y="76"/>
                      </a:lnTo>
                      <a:lnTo>
                        <a:pt x="162" y="65"/>
                      </a:lnTo>
                      <a:lnTo>
                        <a:pt x="151" y="65"/>
                      </a:lnTo>
                      <a:lnTo>
                        <a:pt x="151" y="65"/>
                      </a:lnTo>
                      <a:lnTo>
                        <a:pt x="151" y="47"/>
                      </a:lnTo>
                      <a:lnTo>
                        <a:pt x="162" y="47"/>
                      </a:lnTo>
                      <a:lnTo>
                        <a:pt x="162" y="0"/>
                      </a:lnTo>
                      <a:close/>
                      <a:moveTo>
                        <a:pt x="129" y="108"/>
                      </a:moveTo>
                      <a:lnTo>
                        <a:pt x="148" y="108"/>
                      </a:lnTo>
                      <a:lnTo>
                        <a:pt x="148" y="98"/>
                      </a:lnTo>
                      <a:lnTo>
                        <a:pt x="129" y="98"/>
                      </a:lnTo>
                      <a:lnTo>
                        <a:pt x="129" y="108"/>
                      </a:lnTo>
                      <a:lnTo>
                        <a:pt x="129" y="108"/>
                      </a:lnTo>
                      <a:close/>
                      <a:moveTo>
                        <a:pt x="148" y="0"/>
                      </a:moveTo>
                      <a:lnTo>
                        <a:pt x="129" y="0"/>
                      </a:lnTo>
                      <a:lnTo>
                        <a:pt x="129" y="47"/>
                      </a:lnTo>
                      <a:lnTo>
                        <a:pt x="140" y="47"/>
                      </a:lnTo>
                      <a:lnTo>
                        <a:pt x="140" y="65"/>
                      </a:lnTo>
                      <a:lnTo>
                        <a:pt x="129" y="65"/>
                      </a:lnTo>
                      <a:lnTo>
                        <a:pt x="129" y="76"/>
                      </a:lnTo>
                      <a:lnTo>
                        <a:pt x="148" y="76"/>
                      </a:lnTo>
                      <a:lnTo>
                        <a:pt x="148" y="36"/>
                      </a:lnTo>
                      <a:lnTo>
                        <a:pt x="137" y="36"/>
                      </a:lnTo>
                      <a:lnTo>
                        <a:pt x="137" y="15"/>
                      </a:lnTo>
                      <a:lnTo>
                        <a:pt x="137" y="15"/>
                      </a:lnTo>
                      <a:lnTo>
                        <a:pt x="148" y="15"/>
                      </a:lnTo>
                      <a:lnTo>
                        <a:pt x="148" y="0"/>
                      </a:lnTo>
                      <a:close/>
                      <a:moveTo>
                        <a:pt x="115" y="108"/>
                      </a:moveTo>
                      <a:lnTo>
                        <a:pt x="129" y="108"/>
                      </a:lnTo>
                      <a:lnTo>
                        <a:pt x="129" y="98"/>
                      </a:lnTo>
                      <a:lnTo>
                        <a:pt x="115" y="98"/>
                      </a:lnTo>
                      <a:lnTo>
                        <a:pt x="115" y="108"/>
                      </a:lnTo>
                      <a:lnTo>
                        <a:pt x="115" y="108"/>
                      </a:lnTo>
                      <a:close/>
                      <a:moveTo>
                        <a:pt x="129" y="0"/>
                      </a:moveTo>
                      <a:lnTo>
                        <a:pt x="115" y="0"/>
                      </a:lnTo>
                      <a:lnTo>
                        <a:pt x="115" y="15"/>
                      </a:lnTo>
                      <a:lnTo>
                        <a:pt x="126" y="15"/>
                      </a:lnTo>
                      <a:lnTo>
                        <a:pt x="126" y="36"/>
                      </a:lnTo>
                      <a:lnTo>
                        <a:pt x="115" y="36"/>
                      </a:lnTo>
                      <a:lnTo>
                        <a:pt x="115" y="76"/>
                      </a:lnTo>
                      <a:lnTo>
                        <a:pt x="129" y="76"/>
                      </a:lnTo>
                      <a:lnTo>
                        <a:pt x="129" y="65"/>
                      </a:lnTo>
                      <a:lnTo>
                        <a:pt x="122" y="65"/>
                      </a:lnTo>
                      <a:lnTo>
                        <a:pt x="122" y="65"/>
                      </a:lnTo>
                      <a:lnTo>
                        <a:pt x="122" y="47"/>
                      </a:lnTo>
                      <a:lnTo>
                        <a:pt x="129" y="47"/>
                      </a:lnTo>
                      <a:lnTo>
                        <a:pt x="129" y="0"/>
                      </a:lnTo>
                      <a:close/>
                      <a:moveTo>
                        <a:pt x="101" y="108"/>
                      </a:moveTo>
                      <a:lnTo>
                        <a:pt x="115" y="108"/>
                      </a:lnTo>
                      <a:lnTo>
                        <a:pt x="115" y="98"/>
                      </a:lnTo>
                      <a:lnTo>
                        <a:pt x="101" y="98"/>
                      </a:lnTo>
                      <a:lnTo>
                        <a:pt x="101" y="108"/>
                      </a:lnTo>
                      <a:lnTo>
                        <a:pt x="101" y="108"/>
                      </a:lnTo>
                      <a:close/>
                      <a:moveTo>
                        <a:pt x="115" y="0"/>
                      </a:moveTo>
                      <a:lnTo>
                        <a:pt x="101" y="0"/>
                      </a:lnTo>
                      <a:lnTo>
                        <a:pt x="101" y="47"/>
                      </a:lnTo>
                      <a:lnTo>
                        <a:pt x="111" y="47"/>
                      </a:lnTo>
                      <a:lnTo>
                        <a:pt x="111" y="65"/>
                      </a:lnTo>
                      <a:lnTo>
                        <a:pt x="101" y="65"/>
                      </a:lnTo>
                      <a:lnTo>
                        <a:pt x="101" y="76"/>
                      </a:lnTo>
                      <a:lnTo>
                        <a:pt x="115" y="76"/>
                      </a:lnTo>
                      <a:lnTo>
                        <a:pt x="115" y="36"/>
                      </a:lnTo>
                      <a:lnTo>
                        <a:pt x="104" y="36"/>
                      </a:lnTo>
                      <a:lnTo>
                        <a:pt x="104" y="15"/>
                      </a:lnTo>
                      <a:lnTo>
                        <a:pt x="104" y="15"/>
                      </a:lnTo>
                      <a:lnTo>
                        <a:pt x="115" y="15"/>
                      </a:lnTo>
                      <a:lnTo>
                        <a:pt x="115" y="0"/>
                      </a:lnTo>
                      <a:close/>
                      <a:moveTo>
                        <a:pt x="86" y="108"/>
                      </a:moveTo>
                      <a:lnTo>
                        <a:pt x="101" y="108"/>
                      </a:lnTo>
                      <a:lnTo>
                        <a:pt x="101" y="98"/>
                      </a:lnTo>
                      <a:lnTo>
                        <a:pt x="86" y="98"/>
                      </a:lnTo>
                      <a:lnTo>
                        <a:pt x="86" y="108"/>
                      </a:lnTo>
                      <a:lnTo>
                        <a:pt x="86" y="108"/>
                      </a:lnTo>
                      <a:close/>
                      <a:moveTo>
                        <a:pt x="101" y="0"/>
                      </a:moveTo>
                      <a:lnTo>
                        <a:pt x="86" y="0"/>
                      </a:lnTo>
                      <a:lnTo>
                        <a:pt x="86" y="15"/>
                      </a:lnTo>
                      <a:lnTo>
                        <a:pt x="93" y="15"/>
                      </a:lnTo>
                      <a:lnTo>
                        <a:pt x="93" y="36"/>
                      </a:lnTo>
                      <a:lnTo>
                        <a:pt x="86" y="36"/>
                      </a:lnTo>
                      <a:lnTo>
                        <a:pt x="86" y="76"/>
                      </a:lnTo>
                      <a:lnTo>
                        <a:pt x="101" y="76"/>
                      </a:lnTo>
                      <a:lnTo>
                        <a:pt x="101" y="65"/>
                      </a:lnTo>
                      <a:lnTo>
                        <a:pt x="90" y="65"/>
                      </a:lnTo>
                      <a:lnTo>
                        <a:pt x="90" y="65"/>
                      </a:lnTo>
                      <a:lnTo>
                        <a:pt x="90" y="47"/>
                      </a:lnTo>
                      <a:lnTo>
                        <a:pt x="101" y="47"/>
                      </a:lnTo>
                      <a:lnTo>
                        <a:pt x="101" y="0"/>
                      </a:lnTo>
                      <a:close/>
                      <a:moveTo>
                        <a:pt x="68" y="108"/>
                      </a:moveTo>
                      <a:lnTo>
                        <a:pt x="86" y="108"/>
                      </a:lnTo>
                      <a:lnTo>
                        <a:pt x="86" y="98"/>
                      </a:lnTo>
                      <a:lnTo>
                        <a:pt x="68" y="98"/>
                      </a:lnTo>
                      <a:lnTo>
                        <a:pt x="68" y="108"/>
                      </a:lnTo>
                      <a:lnTo>
                        <a:pt x="68" y="108"/>
                      </a:lnTo>
                      <a:close/>
                      <a:moveTo>
                        <a:pt x="86" y="0"/>
                      </a:moveTo>
                      <a:lnTo>
                        <a:pt x="68" y="0"/>
                      </a:lnTo>
                      <a:lnTo>
                        <a:pt x="68" y="47"/>
                      </a:lnTo>
                      <a:lnTo>
                        <a:pt x="79" y="47"/>
                      </a:lnTo>
                      <a:lnTo>
                        <a:pt x="79" y="65"/>
                      </a:lnTo>
                      <a:lnTo>
                        <a:pt x="68" y="65"/>
                      </a:lnTo>
                      <a:lnTo>
                        <a:pt x="68" y="76"/>
                      </a:lnTo>
                      <a:lnTo>
                        <a:pt x="86" y="76"/>
                      </a:lnTo>
                      <a:lnTo>
                        <a:pt x="86" y="36"/>
                      </a:lnTo>
                      <a:lnTo>
                        <a:pt x="75" y="36"/>
                      </a:lnTo>
                      <a:lnTo>
                        <a:pt x="75" y="15"/>
                      </a:lnTo>
                      <a:lnTo>
                        <a:pt x="75" y="15"/>
                      </a:lnTo>
                      <a:lnTo>
                        <a:pt x="86" y="15"/>
                      </a:lnTo>
                      <a:lnTo>
                        <a:pt x="86" y="0"/>
                      </a:lnTo>
                      <a:close/>
                      <a:moveTo>
                        <a:pt x="54" y="108"/>
                      </a:moveTo>
                      <a:lnTo>
                        <a:pt x="68" y="108"/>
                      </a:lnTo>
                      <a:lnTo>
                        <a:pt x="68" y="98"/>
                      </a:lnTo>
                      <a:lnTo>
                        <a:pt x="54" y="98"/>
                      </a:lnTo>
                      <a:lnTo>
                        <a:pt x="54" y="108"/>
                      </a:lnTo>
                      <a:lnTo>
                        <a:pt x="54" y="108"/>
                      </a:lnTo>
                      <a:close/>
                      <a:moveTo>
                        <a:pt x="68" y="0"/>
                      </a:moveTo>
                      <a:lnTo>
                        <a:pt x="54" y="0"/>
                      </a:lnTo>
                      <a:lnTo>
                        <a:pt x="54" y="15"/>
                      </a:lnTo>
                      <a:lnTo>
                        <a:pt x="65" y="15"/>
                      </a:lnTo>
                      <a:lnTo>
                        <a:pt x="65" y="36"/>
                      </a:lnTo>
                      <a:lnTo>
                        <a:pt x="54" y="36"/>
                      </a:lnTo>
                      <a:lnTo>
                        <a:pt x="54" y="76"/>
                      </a:lnTo>
                      <a:lnTo>
                        <a:pt x="68" y="76"/>
                      </a:lnTo>
                      <a:lnTo>
                        <a:pt x="68" y="65"/>
                      </a:lnTo>
                      <a:lnTo>
                        <a:pt x="61" y="65"/>
                      </a:lnTo>
                      <a:lnTo>
                        <a:pt x="61" y="65"/>
                      </a:lnTo>
                      <a:lnTo>
                        <a:pt x="61" y="47"/>
                      </a:lnTo>
                      <a:lnTo>
                        <a:pt x="68" y="47"/>
                      </a:lnTo>
                      <a:lnTo>
                        <a:pt x="68" y="0"/>
                      </a:lnTo>
                      <a:close/>
                      <a:moveTo>
                        <a:pt x="39" y="108"/>
                      </a:moveTo>
                      <a:lnTo>
                        <a:pt x="54" y="108"/>
                      </a:lnTo>
                      <a:lnTo>
                        <a:pt x="54" y="98"/>
                      </a:lnTo>
                      <a:lnTo>
                        <a:pt x="39" y="98"/>
                      </a:lnTo>
                      <a:lnTo>
                        <a:pt x="39" y="108"/>
                      </a:lnTo>
                      <a:lnTo>
                        <a:pt x="39" y="108"/>
                      </a:lnTo>
                      <a:close/>
                      <a:moveTo>
                        <a:pt x="54" y="0"/>
                      </a:moveTo>
                      <a:lnTo>
                        <a:pt x="39" y="0"/>
                      </a:lnTo>
                      <a:lnTo>
                        <a:pt x="39" y="47"/>
                      </a:lnTo>
                      <a:lnTo>
                        <a:pt x="50" y="47"/>
                      </a:lnTo>
                      <a:lnTo>
                        <a:pt x="50" y="65"/>
                      </a:lnTo>
                      <a:lnTo>
                        <a:pt x="39" y="65"/>
                      </a:lnTo>
                      <a:lnTo>
                        <a:pt x="39" y="76"/>
                      </a:lnTo>
                      <a:lnTo>
                        <a:pt x="54" y="76"/>
                      </a:lnTo>
                      <a:lnTo>
                        <a:pt x="54" y="36"/>
                      </a:lnTo>
                      <a:lnTo>
                        <a:pt x="43" y="36"/>
                      </a:lnTo>
                      <a:lnTo>
                        <a:pt x="43" y="15"/>
                      </a:lnTo>
                      <a:lnTo>
                        <a:pt x="43" y="15"/>
                      </a:lnTo>
                      <a:lnTo>
                        <a:pt x="54" y="15"/>
                      </a:lnTo>
                      <a:lnTo>
                        <a:pt x="54" y="0"/>
                      </a:lnTo>
                      <a:close/>
                      <a:moveTo>
                        <a:pt x="25" y="108"/>
                      </a:moveTo>
                      <a:lnTo>
                        <a:pt x="39" y="108"/>
                      </a:lnTo>
                      <a:lnTo>
                        <a:pt x="39" y="98"/>
                      </a:lnTo>
                      <a:lnTo>
                        <a:pt x="39" y="98"/>
                      </a:lnTo>
                      <a:lnTo>
                        <a:pt x="39" y="76"/>
                      </a:lnTo>
                      <a:lnTo>
                        <a:pt x="39" y="76"/>
                      </a:lnTo>
                      <a:lnTo>
                        <a:pt x="39" y="65"/>
                      </a:lnTo>
                      <a:lnTo>
                        <a:pt x="29" y="65"/>
                      </a:lnTo>
                      <a:lnTo>
                        <a:pt x="29" y="65"/>
                      </a:lnTo>
                      <a:lnTo>
                        <a:pt x="29" y="47"/>
                      </a:lnTo>
                      <a:lnTo>
                        <a:pt x="39" y="47"/>
                      </a:lnTo>
                      <a:lnTo>
                        <a:pt x="39" y="0"/>
                      </a:lnTo>
                      <a:lnTo>
                        <a:pt x="25" y="0"/>
                      </a:lnTo>
                      <a:lnTo>
                        <a:pt x="25" y="15"/>
                      </a:lnTo>
                      <a:lnTo>
                        <a:pt x="36" y="15"/>
                      </a:lnTo>
                      <a:lnTo>
                        <a:pt x="36" y="36"/>
                      </a:lnTo>
                      <a:lnTo>
                        <a:pt x="25" y="36"/>
                      </a:lnTo>
                      <a:lnTo>
                        <a:pt x="25" y="108"/>
                      </a:lnTo>
                      <a:close/>
                      <a:moveTo>
                        <a:pt x="0" y="108"/>
                      </a:moveTo>
                      <a:lnTo>
                        <a:pt x="25" y="108"/>
                      </a:lnTo>
                      <a:lnTo>
                        <a:pt x="25" y="36"/>
                      </a:lnTo>
                      <a:lnTo>
                        <a:pt x="14" y="36"/>
                      </a:lnTo>
                      <a:lnTo>
                        <a:pt x="14" y="15"/>
                      </a:lnTo>
                      <a:lnTo>
                        <a:pt x="14" y="15"/>
                      </a:lnTo>
                      <a:lnTo>
                        <a:pt x="25" y="15"/>
                      </a:lnTo>
                      <a:lnTo>
                        <a:pt x="25" y="0"/>
                      </a:lnTo>
                      <a:lnTo>
                        <a:pt x="0" y="0"/>
                      </a:lnTo>
                      <a:lnTo>
                        <a:pt x="0" y="10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8" name="Freeform 693"/>
                <p:cNvSpPr>
                  <a:spLocks/>
                </p:cNvSpPr>
                <p:nvPr/>
              </p:nvSpPr>
              <p:spPr bwMode="auto">
                <a:xfrm>
                  <a:off x="4954011" y="4284565"/>
                  <a:ext cx="162980" cy="39213"/>
                </a:xfrm>
                <a:custGeom>
                  <a:avLst/>
                  <a:gdLst>
                    <a:gd name="T0" fmla="*/ 0 w 37"/>
                    <a:gd name="T1" fmla="*/ 5 h 9"/>
                    <a:gd name="T2" fmla="*/ 3 w 37"/>
                    <a:gd name="T3" fmla="*/ 9 h 9"/>
                    <a:gd name="T4" fmla="*/ 19 w 37"/>
                    <a:gd name="T5" fmla="*/ 5 h 9"/>
                    <a:gd name="T6" fmla="*/ 35 w 37"/>
                    <a:gd name="T7" fmla="*/ 9 h 9"/>
                    <a:gd name="T8" fmla="*/ 37 w 37"/>
                    <a:gd name="T9" fmla="*/ 5 h 9"/>
                    <a:gd name="T10" fmla="*/ 19 w 37"/>
                    <a:gd name="T11" fmla="*/ 0 h 9"/>
                    <a:gd name="T12" fmla="*/ 0 w 37"/>
                    <a:gd name="T13" fmla="*/ 5 h 9"/>
                  </a:gdLst>
                  <a:ahLst/>
                  <a:cxnLst>
                    <a:cxn ang="0">
                      <a:pos x="T0" y="T1"/>
                    </a:cxn>
                    <a:cxn ang="0">
                      <a:pos x="T2" y="T3"/>
                    </a:cxn>
                    <a:cxn ang="0">
                      <a:pos x="T4" y="T5"/>
                    </a:cxn>
                    <a:cxn ang="0">
                      <a:pos x="T6" y="T7"/>
                    </a:cxn>
                    <a:cxn ang="0">
                      <a:pos x="T8" y="T9"/>
                    </a:cxn>
                    <a:cxn ang="0">
                      <a:pos x="T10" y="T11"/>
                    </a:cxn>
                    <a:cxn ang="0">
                      <a:pos x="T12" y="T13"/>
                    </a:cxn>
                  </a:cxnLst>
                  <a:rect l="0" t="0" r="r" b="b"/>
                  <a:pathLst>
                    <a:path w="37" h="9">
                      <a:moveTo>
                        <a:pt x="0" y="5"/>
                      </a:moveTo>
                      <a:cubicBezTo>
                        <a:pt x="3" y="9"/>
                        <a:pt x="3" y="9"/>
                        <a:pt x="3" y="9"/>
                      </a:cubicBezTo>
                      <a:cubicBezTo>
                        <a:pt x="7" y="7"/>
                        <a:pt x="13" y="5"/>
                        <a:pt x="19" y="5"/>
                      </a:cubicBezTo>
                      <a:cubicBezTo>
                        <a:pt x="25" y="5"/>
                        <a:pt x="30" y="7"/>
                        <a:pt x="35" y="9"/>
                      </a:cubicBezTo>
                      <a:cubicBezTo>
                        <a:pt x="37" y="5"/>
                        <a:pt x="37" y="5"/>
                        <a:pt x="37" y="5"/>
                      </a:cubicBezTo>
                      <a:cubicBezTo>
                        <a:pt x="32" y="2"/>
                        <a:pt x="25" y="0"/>
                        <a:pt x="19" y="0"/>
                      </a:cubicBezTo>
                      <a:cubicBezTo>
                        <a:pt x="12" y="0"/>
                        <a:pt x="5" y="2"/>
                        <a:pt x="0" y="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9" name="Freeform 694"/>
                <p:cNvSpPr>
                  <a:spLocks/>
                </p:cNvSpPr>
                <p:nvPr/>
              </p:nvSpPr>
              <p:spPr bwMode="auto">
                <a:xfrm>
                  <a:off x="4927052" y="4240450"/>
                  <a:ext cx="221800" cy="47791"/>
                </a:xfrm>
                <a:custGeom>
                  <a:avLst/>
                  <a:gdLst>
                    <a:gd name="T0" fmla="*/ 50 w 50"/>
                    <a:gd name="T1" fmla="*/ 6 h 11"/>
                    <a:gd name="T2" fmla="*/ 25 w 50"/>
                    <a:gd name="T3" fmla="*/ 0 h 11"/>
                    <a:gd name="T4" fmla="*/ 0 w 50"/>
                    <a:gd name="T5" fmla="*/ 6 h 11"/>
                    <a:gd name="T6" fmla="*/ 2 w 50"/>
                    <a:gd name="T7" fmla="*/ 11 h 11"/>
                    <a:gd name="T8" fmla="*/ 25 w 50"/>
                    <a:gd name="T9" fmla="*/ 5 h 11"/>
                    <a:gd name="T10" fmla="*/ 47 w 50"/>
                    <a:gd name="T11" fmla="*/ 11 h 11"/>
                    <a:gd name="T12" fmla="*/ 50 w 50"/>
                    <a:gd name="T13" fmla="*/ 6 h 11"/>
                  </a:gdLst>
                  <a:ahLst/>
                  <a:cxnLst>
                    <a:cxn ang="0">
                      <a:pos x="T0" y="T1"/>
                    </a:cxn>
                    <a:cxn ang="0">
                      <a:pos x="T2" y="T3"/>
                    </a:cxn>
                    <a:cxn ang="0">
                      <a:pos x="T4" y="T5"/>
                    </a:cxn>
                    <a:cxn ang="0">
                      <a:pos x="T6" y="T7"/>
                    </a:cxn>
                    <a:cxn ang="0">
                      <a:pos x="T8" y="T9"/>
                    </a:cxn>
                    <a:cxn ang="0">
                      <a:pos x="T10" y="T11"/>
                    </a:cxn>
                    <a:cxn ang="0">
                      <a:pos x="T12" y="T13"/>
                    </a:cxn>
                  </a:cxnLst>
                  <a:rect l="0" t="0" r="r" b="b"/>
                  <a:pathLst>
                    <a:path w="50" h="11">
                      <a:moveTo>
                        <a:pt x="50" y="6"/>
                      </a:moveTo>
                      <a:cubicBezTo>
                        <a:pt x="43" y="2"/>
                        <a:pt x="34" y="0"/>
                        <a:pt x="25" y="0"/>
                      </a:cubicBezTo>
                      <a:cubicBezTo>
                        <a:pt x="16" y="0"/>
                        <a:pt x="7" y="2"/>
                        <a:pt x="0" y="6"/>
                      </a:cubicBezTo>
                      <a:cubicBezTo>
                        <a:pt x="2" y="11"/>
                        <a:pt x="2" y="11"/>
                        <a:pt x="2" y="11"/>
                      </a:cubicBezTo>
                      <a:cubicBezTo>
                        <a:pt x="9" y="7"/>
                        <a:pt x="17" y="5"/>
                        <a:pt x="25" y="5"/>
                      </a:cubicBezTo>
                      <a:cubicBezTo>
                        <a:pt x="33" y="5"/>
                        <a:pt x="41" y="7"/>
                        <a:pt x="47" y="11"/>
                      </a:cubicBezTo>
                      <a:lnTo>
                        <a:pt x="50" y="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grpSp>
          <p:nvGrpSpPr>
            <p:cNvPr id="5" name="Group 4"/>
            <p:cNvGrpSpPr/>
            <p:nvPr/>
          </p:nvGrpSpPr>
          <p:grpSpPr>
            <a:xfrm>
              <a:off x="6007581" y="1510520"/>
              <a:ext cx="4303648" cy="4339593"/>
              <a:chOff x="2949236" y="972275"/>
              <a:chExt cx="3227736" cy="3254695"/>
            </a:xfrm>
            <a:solidFill>
              <a:schemeClr val="bg1">
                <a:lumMod val="85000"/>
              </a:schemeClr>
            </a:solidFill>
          </p:grpSpPr>
          <p:sp>
            <p:nvSpPr>
              <p:cNvPr id="103" name="Freeform 537"/>
              <p:cNvSpPr>
                <a:spLocks noEditPoints="1"/>
              </p:cNvSpPr>
              <p:nvPr/>
            </p:nvSpPr>
            <p:spPr bwMode="auto">
              <a:xfrm>
                <a:off x="3863394" y="3855671"/>
                <a:ext cx="305128" cy="137246"/>
              </a:xfrm>
              <a:custGeom>
                <a:avLst/>
                <a:gdLst>
                  <a:gd name="T0" fmla="*/ 54 w 69"/>
                  <a:gd name="T1" fmla="*/ 31 h 31"/>
                  <a:gd name="T2" fmla="*/ 69 w 69"/>
                  <a:gd name="T3" fmla="*/ 31 h 31"/>
                  <a:gd name="T4" fmla="*/ 69 w 69"/>
                  <a:gd name="T5" fmla="*/ 12 h 31"/>
                  <a:gd name="T6" fmla="*/ 61 w 69"/>
                  <a:gd name="T7" fmla="*/ 12 h 31"/>
                  <a:gd name="T8" fmla="*/ 61 w 69"/>
                  <a:gd name="T9" fmla="*/ 6 h 31"/>
                  <a:gd name="T10" fmla="*/ 54 w 69"/>
                  <a:gd name="T11" fmla="*/ 3 h 31"/>
                  <a:gd name="T12" fmla="*/ 54 w 69"/>
                  <a:gd name="T13" fmla="*/ 18 h 31"/>
                  <a:gd name="T14" fmla="*/ 60 w 69"/>
                  <a:gd name="T15" fmla="*/ 18 h 31"/>
                  <a:gd name="T16" fmla="*/ 60 w 69"/>
                  <a:gd name="T17" fmla="*/ 26 h 31"/>
                  <a:gd name="T18" fmla="*/ 60 w 69"/>
                  <a:gd name="T19" fmla="*/ 26 h 31"/>
                  <a:gd name="T20" fmla="*/ 54 w 69"/>
                  <a:gd name="T21" fmla="*/ 26 h 31"/>
                  <a:gd name="T22" fmla="*/ 54 w 69"/>
                  <a:gd name="T23" fmla="*/ 31 h 31"/>
                  <a:gd name="T24" fmla="*/ 45 w 69"/>
                  <a:gd name="T25" fmla="*/ 0 h 31"/>
                  <a:gd name="T26" fmla="*/ 45 w 69"/>
                  <a:gd name="T27" fmla="*/ 12 h 31"/>
                  <a:gd name="T28" fmla="*/ 34 w 69"/>
                  <a:gd name="T29" fmla="*/ 12 h 31"/>
                  <a:gd name="T30" fmla="*/ 34 w 69"/>
                  <a:gd name="T31" fmla="*/ 18 h 31"/>
                  <a:gd name="T32" fmla="*/ 40 w 69"/>
                  <a:gd name="T33" fmla="*/ 18 h 31"/>
                  <a:gd name="T34" fmla="*/ 40 w 69"/>
                  <a:gd name="T35" fmla="*/ 26 h 31"/>
                  <a:gd name="T36" fmla="*/ 40 w 69"/>
                  <a:gd name="T37" fmla="*/ 26 h 31"/>
                  <a:gd name="T38" fmla="*/ 34 w 69"/>
                  <a:gd name="T39" fmla="*/ 26 h 31"/>
                  <a:gd name="T40" fmla="*/ 34 w 69"/>
                  <a:gd name="T41" fmla="*/ 31 h 31"/>
                  <a:gd name="T42" fmla="*/ 54 w 69"/>
                  <a:gd name="T43" fmla="*/ 31 h 31"/>
                  <a:gd name="T44" fmla="*/ 54 w 69"/>
                  <a:gd name="T45" fmla="*/ 26 h 31"/>
                  <a:gd name="T46" fmla="*/ 48 w 69"/>
                  <a:gd name="T47" fmla="*/ 26 h 31"/>
                  <a:gd name="T48" fmla="*/ 48 w 69"/>
                  <a:gd name="T49" fmla="*/ 18 h 31"/>
                  <a:gd name="T50" fmla="*/ 54 w 69"/>
                  <a:gd name="T51" fmla="*/ 18 h 31"/>
                  <a:gd name="T52" fmla="*/ 54 w 69"/>
                  <a:gd name="T53" fmla="*/ 3 h 31"/>
                  <a:gd name="T54" fmla="*/ 45 w 69"/>
                  <a:gd name="T55" fmla="*/ 0 h 31"/>
                  <a:gd name="T56" fmla="*/ 34 w 69"/>
                  <a:gd name="T57" fmla="*/ 12 h 31"/>
                  <a:gd name="T58" fmla="*/ 15 w 69"/>
                  <a:gd name="T59" fmla="*/ 12 h 31"/>
                  <a:gd name="T60" fmla="*/ 15 w 69"/>
                  <a:gd name="T61" fmla="*/ 18 h 31"/>
                  <a:gd name="T62" fmla="*/ 21 w 69"/>
                  <a:gd name="T63" fmla="*/ 18 h 31"/>
                  <a:gd name="T64" fmla="*/ 21 w 69"/>
                  <a:gd name="T65" fmla="*/ 26 h 31"/>
                  <a:gd name="T66" fmla="*/ 21 w 69"/>
                  <a:gd name="T67" fmla="*/ 26 h 31"/>
                  <a:gd name="T68" fmla="*/ 15 w 69"/>
                  <a:gd name="T69" fmla="*/ 26 h 31"/>
                  <a:gd name="T70" fmla="*/ 15 w 69"/>
                  <a:gd name="T71" fmla="*/ 31 h 31"/>
                  <a:gd name="T72" fmla="*/ 34 w 69"/>
                  <a:gd name="T73" fmla="*/ 31 h 31"/>
                  <a:gd name="T74" fmla="*/ 34 w 69"/>
                  <a:gd name="T75" fmla="*/ 26 h 31"/>
                  <a:gd name="T76" fmla="*/ 29 w 69"/>
                  <a:gd name="T77" fmla="*/ 26 h 31"/>
                  <a:gd name="T78" fmla="*/ 29 w 69"/>
                  <a:gd name="T79" fmla="*/ 18 h 31"/>
                  <a:gd name="T80" fmla="*/ 34 w 69"/>
                  <a:gd name="T81" fmla="*/ 18 h 31"/>
                  <a:gd name="T82" fmla="*/ 34 w 69"/>
                  <a:gd name="T83" fmla="*/ 12 h 31"/>
                  <a:gd name="T84" fmla="*/ 15 w 69"/>
                  <a:gd name="T85" fmla="*/ 12 h 31"/>
                  <a:gd name="T86" fmla="*/ 0 w 69"/>
                  <a:gd name="T87" fmla="*/ 12 h 31"/>
                  <a:gd name="T88" fmla="*/ 0 w 69"/>
                  <a:gd name="T89" fmla="*/ 31 h 31"/>
                  <a:gd name="T90" fmla="*/ 15 w 69"/>
                  <a:gd name="T91" fmla="*/ 31 h 31"/>
                  <a:gd name="T92" fmla="*/ 15 w 69"/>
                  <a:gd name="T93" fmla="*/ 26 h 31"/>
                  <a:gd name="T94" fmla="*/ 9 w 69"/>
                  <a:gd name="T95" fmla="*/ 26 h 31"/>
                  <a:gd name="T96" fmla="*/ 9 w 69"/>
                  <a:gd name="T97" fmla="*/ 18 h 31"/>
                  <a:gd name="T98" fmla="*/ 15 w 69"/>
                  <a:gd name="T99" fmla="*/ 18 h 31"/>
                  <a:gd name="T100" fmla="*/ 15 w 69"/>
                  <a:gd name="T101" fmla="*/ 1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9" h="31">
                    <a:moveTo>
                      <a:pt x="54" y="31"/>
                    </a:moveTo>
                    <a:cubicBezTo>
                      <a:pt x="69" y="31"/>
                      <a:pt x="69" y="31"/>
                      <a:pt x="69" y="31"/>
                    </a:cubicBezTo>
                    <a:cubicBezTo>
                      <a:pt x="69" y="12"/>
                      <a:pt x="69" y="12"/>
                      <a:pt x="69" y="12"/>
                    </a:cubicBezTo>
                    <a:cubicBezTo>
                      <a:pt x="61" y="12"/>
                      <a:pt x="61" y="12"/>
                      <a:pt x="61" y="12"/>
                    </a:cubicBezTo>
                    <a:cubicBezTo>
                      <a:pt x="61" y="6"/>
                      <a:pt x="61" y="6"/>
                      <a:pt x="61" y="6"/>
                    </a:cubicBezTo>
                    <a:cubicBezTo>
                      <a:pt x="59" y="5"/>
                      <a:pt x="57" y="4"/>
                      <a:pt x="54" y="3"/>
                    </a:cubicBezTo>
                    <a:cubicBezTo>
                      <a:pt x="54" y="18"/>
                      <a:pt x="54" y="18"/>
                      <a:pt x="54" y="18"/>
                    </a:cubicBezTo>
                    <a:cubicBezTo>
                      <a:pt x="60" y="18"/>
                      <a:pt x="60" y="18"/>
                      <a:pt x="60" y="18"/>
                    </a:cubicBezTo>
                    <a:cubicBezTo>
                      <a:pt x="60" y="26"/>
                      <a:pt x="60" y="26"/>
                      <a:pt x="60" y="26"/>
                    </a:cubicBezTo>
                    <a:cubicBezTo>
                      <a:pt x="60" y="26"/>
                      <a:pt x="60" y="26"/>
                      <a:pt x="60" y="26"/>
                    </a:cubicBezTo>
                    <a:cubicBezTo>
                      <a:pt x="54" y="26"/>
                      <a:pt x="54" y="26"/>
                      <a:pt x="54" y="26"/>
                    </a:cubicBezTo>
                    <a:lnTo>
                      <a:pt x="54" y="31"/>
                    </a:lnTo>
                    <a:close/>
                    <a:moveTo>
                      <a:pt x="45" y="0"/>
                    </a:moveTo>
                    <a:cubicBezTo>
                      <a:pt x="45" y="12"/>
                      <a:pt x="45" y="12"/>
                      <a:pt x="45" y="12"/>
                    </a:cubicBezTo>
                    <a:cubicBezTo>
                      <a:pt x="34" y="12"/>
                      <a:pt x="34" y="12"/>
                      <a:pt x="34" y="12"/>
                    </a:cubicBezTo>
                    <a:cubicBezTo>
                      <a:pt x="34" y="18"/>
                      <a:pt x="34" y="18"/>
                      <a:pt x="34" y="18"/>
                    </a:cubicBezTo>
                    <a:cubicBezTo>
                      <a:pt x="40" y="18"/>
                      <a:pt x="40" y="18"/>
                      <a:pt x="40" y="18"/>
                    </a:cubicBezTo>
                    <a:cubicBezTo>
                      <a:pt x="40" y="26"/>
                      <a:pt x="40" y="26"/>
                      <a:pt x="40" y="26"/>
                    </a:cubicBezTo>
                    <a:cubicBezTo>
                      <a:pt x="40" y="26"/>
                      <a:pt x="40" y="26"/>
                      <a:pt x="40" y="26"/>
                    </a:cubicBezTo>
                    <a:cubicBezTo>
                      <a:pt x="34" y="26"/>
                      <a:pt x="34" y="26"/>
                      <a:pt x="34" y="26"/>
                    </a:cubicBezTo>
                    <a:cubicBezTo>
                      <a:pt x="34" y="31"/>
                      <a:pt x="34" y="31"/>
                      <a:pt x="34" y="31"/>
                    </a:cubicBezTo>
                    <a:cubicBezTo>
                      <a:pt x="54" y="31"/>
                      <a:pt x="54" y="31"/>
                      <a:pt x="54" y="31"/>
                    </a:cubicBezTo>
                    <a:cubicBezTo>
                      <a:pt x="54" y="26"/>
                      <a:pt x="54" y="26"/>
                      <a:pt x="54" y="26"/>
                    </a:cubicBezTo>
                    <a:cubicBezTo>
                      <a:pt x="48" y="26"/>
                      <a:pt x="48" y="26"/>
                      <a:pt x="48" y="26"/>
                    </a:cubicBezTo>
                    <a:cubicBezTo>
                      <a:pt x="48" y="18"/>
                      <a:pt x="48" y="18"/>
                      <a:pt x="48" y="18"/>
                    </a:cubicBezTo>
                    <a:cubicBezTo>
                      <a:pt x="54" y="18"/>
                      <a:pt x="54" y="18"/>
                      <a:pt x="54" y="18"/>
                    </a:cubicBezTo>
                    <a:cubicBezTo>
                      <a:pt x="54" y="3"/>
                      <a:pt x="54" y="3"/>
                      <a:pt x="54" y="3"/>
                    </a:cubicBezTo>
                    <a:cubicBezTo>
                      <a:pt x="51" y="2"/>
                      <a:pt x="48" y="1"/>
                      <a:pt x="45" y="0"/>
                    </a:cubicBezTo>
                    <a:close/>
                    <a:moveTo>
                      <a:pt x="34" y="12"/>
                    </a:moveTo>
                    <a:cubicBezTo>
                      <a:pt x="15" y="12"/>
                      <a:pt x="15" y="12"/>
                      <a:pt x="15" y="12"/>
                    </a:cubicBezTo>
                    <a:cubicBezTo>
                      <a:pt x="15" y="18"/>
                      <a:pt x="15" y="18"/>
                      <a:pt x="15" y="18"/>
                    </a:cubicBezTo>
                    <a:cubicBezTo>
                      <a:pt x="21" y="18"/>
                      <a:pt x="21" y="18"/>
                      <a:pt x="21" y="18"/>
                    </a:cubicBezTo>
                    <a:cubicBezTo>
                      <a:pt x="21" y="26"/>
                      <a:pt x="21" y="26"/>
                      <a:pt x="21" y="26"/>
                    </a:cubicBezTo>
                    <a:cubicBezTo>
                      <a:pt x="21" y="26"/>
                      <a:pt x="21" y="26"/>
                      <a:pt x="21" y="26"/>
                    </a:cubicBezTo>
                    <a:cubicBezTo>
                      <a:pt x="15" y="26"/>
                      <a:pt x="15" y="26"/>
                      <a:pt x="15" y="26"/>
                    </a:cubicBezTo>
                    <a:cubicBezTo>
                      <a:pt x="15" y="31"/>
                      <a:pt x="15" y="31"/>
                      <a:pt x="15" y="31"/>
                    </a:cubicBezTo>
                    <a:cubicBezTo>
                      <a:pt x="34" y="31"/>
                      <a:pt x="34" y="31"/>
                      <a:pt x="34" y="31"/>
                    </a:cubicBezTo>
                    <a:cubicBezTo>
                      <a:pt x="34" y="26"/>
                      <a:pt x="34" y="26"/>
                      <a:pt x="34" y="26"/>
                    </a:cubicBezTo>
                    <a:cubicBezTo>
                      <a:pt x="29" y="26"/>
                      <a:pt x="29" y="26"/>
                      <a:pt x="29" y="26"/>
                    </a:cubicBezTo>
                    <a:cubicBezTo>
                      <a:pt x="29" y="18"/>
                      <a:pt x="29" y="18"/>
                      <a:pt x="29" y="18"/>
                    </a:cubicBezTo>
                    <a:cubicBezTo>
                      <a:pt x="34" y="18"/>
                      <a:pt x="34" y="18"/>
                      <a:pt x="34" y="18"/>
                    </a:cubicBezTo>
                    <a:lnTo>
                      <a:pt x="34" y="12"/>
                    </a:lnTo>
                    <a:close/>
                    <a:moveTo>
                      <a:pt x="15" y="12"/>
                    </a:moveTo>
                    <a:cubicBezTo>
                      <a:pt x="0" y="12"/>
                      <a:pt x="0" y="12"/>
                      <a:pt x="0" y="12"/>
                    </a:cubicBezTo>
                    <a:cubicBezTo>
                      <a:pt x="0" y="31"/>
                      <a:pt x="0" y="31"/>
                      <a:pt x="0" y="31"/>
                    </a:cubicBezTo>
                    <a:cubicBezTo>
                      <a:pt x="15" y="31"/>
                      <a:pt x="15" y="31"/>
                      <a:pt x="15" y="31"/>
                    </a:cubicBezTo>
                    <a:cubicBezTo>
                      <a:pt x="15" y="26"/>
                      <a:pt x="15" y="26"/>
                      <a:pt x="15" y="26"/>
                    </a:cubicBezTo>
                    <a:cubicBezTo>
                      <a:pt x="9" y="26"/>
                      <a:pt x="9" y="26"/>
                      <a:pt x="9" y="26"/>
                    </a:cubicBezTo>
                    <a:cubicBezTo>
                      <a:pt x="9" y="18"/>
                      <a:pt x="9" y="18"/>
                      <a:pt x="9" y="18"/>
                    </a:cubicBezTo>
                    <a:cubicBezTo>
                      <a:pt x="15" y="18"/>
                      <a:pt x="15" y="18"/>
                      <a:pt x="15" y="18"/>
                    </a:cubicBezTo>
                    <a:lnTo>
                      <a:pt x="15" y="12"/>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4" name="Freeform 538"/>
              <p:cNvSpPr>
                <a:spLocks/>
              </p:cNvSpPr>
              <p:nvPr/>
            </p:nvSpPr>
            <p:spPr bwMode="auto">
              <a:xfrm>
                <a:off x="3788643" y="4001495"/>
                <a:ext cx="414189" cy="132345"/>
              </a:xfrm>
              <a:custGeom>
                <a:avLst/>
                <a:gdLst>
                  <a:gd name="T0" fmla="*/ 328 w 338"/>
                  <a:gd name="T1" fmla="*/ 108 h 108"/>
                  <a:gd name="T2" fmla="*/ 338 w 338"/>
                  <a:gd name="T3" fmla="*/ 0 h 108"/>
                  <a:gd name="T4" fmla="*/ 0 w 338"/>
                  <a:gd name="T5" fmla="*/ 0 h 108"/>
                  <a:gd name="T6" fmla="*/ 39 w 338"/>
                  <a:gd name="T7" fmla="*/ 108 h 108"/>
                  <a:gd name="T8" fmla="*/ 328 w 338"/>
                  <a:gd name="T9" fmla="*/ 108 h 108"/>
                </a:gdLst>
                <a:ahLst/>
                <a:cxnLst>
                  <a:cxn ang="0">
                    <a:pos x="T0" y="T1"/>
                  </a:cxn>
                  <a:cxn ang="0">
                    <a:pos x="T2" y="T3"/>
                  </a:cxn>
                  <a:cxn ang="0">
                    <a:pos x="T4" y="T5"/>
                  </a:cxn>
                  <a:cxn ang="0">
                    <a:pos x="T6" y="T7"/>
                  </a:cxn>
                  <a:cxn ang="0">
                    <a:pos x="T8" y="T9"/>
                  </a:cxn>
                </a:cxnLst>
                <a:rect l="0" t="0" r="r" b="b"/>
                <a:pathLst>
                  <a:path w="338" h="108">
                    <a:moveTo>
                      <a:pt x="328" y="108"/>
                    </a:moveTo>
                    <a:lnTo>
                      <a:pt x="338" y="0"/>
                    </a:lnTo>
                    <a:lnTo>
                      <a:pt x="0" y="0"/>
                    </a:lnTo>
                    <a:lnTo>
                      <a:pt x="39" y="108"/>
                    </a:lnTo>
                    <a:lnTo>
                      <a:pt x="328" y="108"/>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5" name="Freeform 539"/>
              <p:cNvSpPr>
                <a:spLocks/>
              </p:cNvSpPr>
              <p:nvPr/>
            </p:nvSpPr>
            <p:spPr bwMode="auto">
              <a:xfrm>
                <a:off x="3112216" y="3051800"/>
                <a:ext cx="194841" cy="278169"/>
              </a:xfrm>
              <a:custGeom>
                <a:avLst/>
                <a:gdLst>
                  <a:gd name="T0" fmla="*/ 41 w 44"/>
                  <a:gd name="T1" fmla="*/ 0 h 63"/>
                  <a:gd name="T2" fmla="*/ 0 w 44"/>
                  <a:gd name="T3" fmla="*/ 43 h 63"/>
                  <a:gd name="T4" fmla="*/ 5 w 44"/>
                  <a:gd name="T5" fmla="*/ 63 h 63"/>
                  <a:gd name="T6" fmla="*/ 5 w 44"/>
                  <a:gd name="T7" fmla="*/ 52 h 63"/>
                  <a:gd name="T8" fmla="*/ 7 w 44"/>
                  <a:gd name="T9" fmla="*/ 46 h 63"/>
                  <a:gd name="T10" fmla="*/ 7 w 44"/>
                  <a:gd name="T11" fmla="*/ 43 h 63"/>
                  <a:gd name="T12" fmla="*/ 43 w 44"/>
                  <a:gd name="T13" fmla="*/ 7 h 63"/>
                  <a:gd name="T14" fmla="*/ 44 w 44"/>
                  <a:gd name="T15" fmla="*/ 7 h 63"/>
                  <a:gd name="T16" fmla="*/ 41 w 44"/>
                  <a:gd name="T17"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63">
                    <a:moveTo>
                      <a:pt x="41" y="0"/>
                    </a:moveTo>
                    <a:cubicBezTo>
                      <a:pt x="19" y="1"/>
                      <a:pt x="0" y="20"/>
                      <a:pt x="0" y="43"/>
                    </a:cubicBezTo>
                    <a:cubicBezTo>
                      <a:pt x="0" y="50"/>
                      <a:pt x="2" y="57"/>
                      <a:pt x="5" y="63"/>
                    </a:cubicBezTo>
                    <a:cubicBezTo>
                      <a:pt x="5" y="52"/>
                      <a:pt x="5" y="52"/>
                      <a:pt x="5" y="52"/>
                    </a:cubicBezTo>
                    <a:cubicBezTo>
                      <a:pt x="5" y="50"/>
                      <a:pt x="6" y="48"/>
                      <a:pt x="7" y="46"/>
                    </a:cubicBezTo>
                    <a:cubicBezTo>
                      <a:pt x="7" y="45"/>
                      <a:pt x="7" y="44"/>
                      <a:pt x="7" y="43"/>
                    </a:cubicBezTo>
                    <a:cubicBezTo>
                      <a:pt x="7" y="23"/>
                      <a:pt x="23" y="7"/>
                      <a:pt x="43" y="7"/>
                    </a:cubicBezTo>
                    <a:cubicBezTo>
                      <a:pt x="43" y="7"/>
                      <a:pt x="44" y="7"/>
                      <a:pt x="44" y="7"/>
                    </a:cubicBezTo>
                    <a:cubicBezTo>
                      <a:pt x="43" y="4"/>
                      <a:pt x="42" y="2"/>
                      <a:pt x="41" y="0"/>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6" name="Freeform 540"/>
              <p:cNvSpPr>
                <a:spLocks/>
              </p:cNvSpPr>
              <p:nvPr/>
            </p:nvSpPr>
            <p:spPr bwMode="auto">
              <a:xfrm>
                <a:off x="3147753" y="3241739"/>
                <a:ext cx="84553" cy="150726"/>
              </a:xfrm>
              <a:custGeom>
                <a:avLst/>
                <a:gdLst>
                  <a:gd name="T0" fmla="*/ 0 w 19"/>
                  <a:gd name="T1" fmla="*/ 7 h 34"/>
                  <a:gd name="T2" fmla="*/ 0 w 19"/>
                  <a:gd name="T3" fmla="*/ 9 h 34"/>
                  <a:gd name="T4" fmla="*/ 0 w 19"/>
                  <a:gd name="T5" fmla="*/ 20 h 34"/>
                  <a:gd name="T6" fmla="*/ 0 w 19"/>
                  <a:gd name="T7" fmla="*/ 25 h 34"/>
                  <a:gd name="T8" fmla="*/ 13 w 19"/>
                  <a:gd name="T9" fmla="*/ 34 h 34"/>
                  <a:gd name="T10" fmla="*/ 19 w 19"/>
                  <a:gd name="T11" fmla="*/ 34 h 34"/>
                  <a:gd name="T12" fmla="*/ 19 w 19"/>
                  <a:gd name="T13" fmla="*/ 0 h 34"/>
                  <a:gd name="T14" fmla="*/ 13 w 19"/>
                  <a:gd name="T15" fmla="*/ 0 h 34"/>
                  <a:gd name="T16" fmla="*/ 0 w 19"/>
                  <a:gd name="T17" fmla="*/ 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4">
                    <a:moveTo>
                      <a:pt x="0" y="7"/>
                    </a:moveTo>
                    <a:cubicBezTo>
                      <a:pt x="0" y="8"/>
                      <a:pt x="0" y="8"/>
                      <a:pt x="0" y="9"/>
                    </a:cubicBezTo>
                    <a:cubicBezTo>
                      <a:pt x="0" y="20"/>
                      <a:pt x="0" y="20"/>
                      <a:pt x="0" y="20"/>
                    </a:cubicBezTo>
                    <a:cubicBezTo>
                      <a:pt x="0" y="25"/>
                      <a:pt x="0" y="25"/>
                      <a:pt x="0" y="25"/>
                    </a:cubicBezTo>
                    <a:cubicBezTo>
                      <a:pt x="0" y="30"/>
                      <a:pt x="6" y="34"/>
                      <a:pt x="13" y="34"/>
                    </a:cubicBezTo>
                    <a:cubicBezTo>
                      <a:pt x="19" y="34"/>
                      <a:pt x="19" y="34"/>
                      <a:pt x="19" y="34"/>
                    </a:cubicBezTo>
                    <a:cubicBezTo>
                      <a:pt x="19" y="0"/>
                      <a:pt x="19" y="0"/>
                      <a:pt x="19" y="0"/>
                    </a:cubicBezTo>
                    <a:cubicBezTo>
                      <a:pt x="13" y="0"/>
                      <a:pt x="13" y="0"/>
                      <a:pt x="13" y="0"/>
                    </a:cubicBezTo>
                    <a:cubicBezTo>
                      <a:pt x="7" y="0"/>
                      <a:pt x="1" y="3"/>
                      <a:pt x="0" y="7"/>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7" name="Freeform 541"/>
              <p:cNvSpPr>
                <a:spLocks/>
              </p:cNvSpPr>
              <p:nvPr/>
            </p:nvSpPr>
            <p:spPr bwMode="auto">
              <a:xfrm>
                <a:off x="3373229" y="3241739"/>
                <a:ext cx="79652" cy="150726"/>
              </a:xfrm>
              <a:custGeom>
                <a:avLst/>
                <a:gdLst>
                  <a:gd name="T0" fmla="*/ 1 w 18"/>
                  <a:gd name="T1" fmla="*/ 0 h 34"/>
                  <a:gd name="T2" fmla="*/ 0 w 18"/>
                  <a:gd name="T3" fmla="*/ 0 h 34"/>
                  <a:gd name="T4" fmla="*/ 0 w 18"/>
                  <a:gd name="T5" fmla="*/ 34 h 34"/>
                  <a:gd name="T6" fmla="*/ 6 w 18"/>
                  <a:gd name="T7" fmla="*/ 34 h 34"/>
                  <a:gd name="T8" fmla="*/ 18 w 18"/>
                  <a:gd name="T9" fmla="*/ 28 h 34"/>
                  <a:gd name="T10" fmla="*/ 1 w 18"/>
                  <a:gd name="T11" fmla="*/ 0 h 34"/>
                </a:gdLst>
                <a:ahLst/>
                <a:cxnLst>
                  <a:cxn ang="0">
                    <a:pos x="T0" y="T1"/>
                  </a:cxn>
                  <a:cxn ang="0">
                    <a:pos x="T2" y="T3"/>
                  </a:cxn>
                  <a:cxn ang="0">
                    <a:pos x="T4" y="T5"/>
                  </a:cxn>
                  <a:cxn ang="0">
                    <a:pos x="T6" y="T7"/>
                  </a:cxn>
                  <a:cxn ang="0">
                    <a:pos x="T8" y="T9"/>
                  </a:cxn>
                  <a:cxn ang="0">
                    <a:pos x="T10" y="T11"/>
                  </a:cxn>
                </a:cxnLst>
                <a:rect l="0" t="0" r="r" b="b"/>
                <a:pathLst>
                  <a:path w="18" h="34">
                    <a:moveTo>
                      <a:pt x="1" y="0"/>
                    </a:moveTo>
                    <a:cubicBezTo>
                      <a:pt x="0" y="0"/>
                      <a:pt x="0" y="0"/>
                      <a:pt x="0" y="0"/>
                    </a:cubicBezTo>
                    <a:cubicBezTo>
                      <a:pt x="0" y="34"/>
                      <a:pt x="0" y="34"/>
                      <a:pt x="0" y="34"/>
                    </a:cubicBezTo>
                    <a:cubicBezTo>
                      <a:pt x="6" y="34"/>
                      <a:pt x="6" y="34"/>
                      <a:pt x="6" y="34"/>
                    </a:cubicBezTo>
                    <a:cubicBezTo>
                      <a:pt x="12" y="34"/>
                      <a:pt x="17" y="31"/>
                      <a:pt x="18" y="28"/>
                    </a:cubicBezTo>
                    <a:cubicBezTo>
                      <a:pt x="12" y="19"/>
                      <a:pt x="7" y="9"/>
                      <a:pt x="1" y="0"/>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9" name="Rectangle 543"/>
              <p:cNvSpPr>
                <a:spLocks noChangeArrowheads="1"/>
              </p:cNvSpPr>
              <p:nvPr/>
            </p:nvSpPr>
            <p:spPr bwMode="auto">
              <a:xfrm>
                <a:off x="4927052" y="1069082"/>
                <a:ext cx="62496" cy="22057"/>
              </a:xfrm>
              <a:prstGeom prst="rect">
                <a:avLst/>
              </a:pr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0" name="Freeform 544"/>
              <p:cNvSpPr>
                <a:spLocks/>
              </p:cNvSpPr>
              <p:nvPr/>
            </p:nvSpPr>
            <p:spPr bwMode="auto">
              <a:xfrm>
                <a:off x="4697900" y="1104619"/>
                <a:ext cx="330861" cy="225476"/>
              </a:xfrm>
              <a:custGeom>
                <a:avLst/>
                <a:gdLst>
                  <a:gd name="T0" fmla="*/ 75 w 75"/>
                  <a:gd name="T1" fmla="*/ 51 h 51"/>
                  <a:gd name="T2" fmla="*/ 75 w 75"/>
                  <a:gd name="T3" fmla="*/ 0 h 51"/>
                  <a:gd name="T4" fmla="*/ 0 w 75"/>
                  <a:gd name="T5" fmla="*/ 0 h 51"/>
                  <a:gd name="T6" fmla="*/ 0 w 75"/>
                  <a:gd name="T7" fmla="*/ 34 h 51"/>
                  <a:gd name="T8" fmla="*/ 19 w 75"/>
                  <a:gd name="T9" fmla="*/ 37 h 51"/>
                  <a:gd name="T10" fmla="*/ 17 w 75"/>
                  <a:gd name="T11" fmla="*/ 27 h 51"/>
                  <a:gd name="T12" fmla="*/ 38 w 75"/>
                  <a:gd name="T13" fmla="*/ 6 h 51"/>
                  <a:gd name="T14" fmla="*/ 38 w 75"/>
                  <a:gd name="T15" fmla="*/ 6 h 51"/>
                  <a:gd name="T16" fmla="*/ 58 w 75"/>
                  <a:gd name="T17" fmla="*/ 27 h 51"/>
                  <a:gd name="T18" fmla="*/ 50 w 75"/>
                  <a:gd name="T19" fmla="*/ 43 h 51"/>
                  <a:gd name="T20" fmla="*/ 75 w 75"/>
                  <a:gd name="T21"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51">
                    <a:moveTo>
                      <a:pt x="75" y="51"/>
                    </a:moveTo>
                    <a:cubicBezTo>
                      <a:pt x="75" y="0"/>
                      <a:pt x="75" y="0"/>
                      <a:pt x="75" y="0"/>
                    </a:cubicBezTo>
                    <a:cubicBezTo>
                      <a:pt x="0" y="0"/>
                      <a:pt x="0" y="0"/>
                      <a:pt x="0" y="0"/>
                    </a:cubicBezTo>
                    <a:cubicBezTo>
                      <a:pt x="0" y="34"/>
                      <a:pt x="0" y="34"/>
                      <a:pt x="0" y="34"/>
                    </a:cubicBezTo>
                    <a:cubicBezTo>
                      <a:pt x="7" y="35"/>
                      <a:pt x="13" y="36"/>
                      <a:pt x="19" y="37"/>
                    </a:cubicBezTo>
                    <a:cubicBezTo>
                      <a:pt x="18" y="34"/>
                      <a:pt x="17" y="30"/>
                      <a:pt x="17" y="27"/>
                    </a:cubicBezTo>
                    <a:cubicBezTo>
                      <a:pt x="17" y="15"/>
                      <a:pt x="26" y="6"/>
                      <a:pt x="38" y="6"/>
                    </a:cubicBezTo>
                    <a:cubicBezTo>
                      <a:pt x="38" y="6"/>
                      <a:pt x="38" y="6"/>
                      <a:pt x="38" y="6"/>
                    </a:cubicBezTo>
                    <a:cubicBezTo>
                      <a:pt x="49" y="6"/>
                      <a:pt x="58" y="15"/>
                      <a:pt x="58" y="27"/>
                    </a:cubicBezTo>
                    <a:cubicBezTo>
                      <a:pt x="58" y="33"/>
                      <a:pt x="55" y="39"/>
                      <a:pt x="50" y="43"/>
                    </a:cubicBezTo>
                    <a:cubicBezTo>
                      <a:pt x="59" y="46"/>
                      <a:pt x="67" y="48"/>
                      <a:pt x="75" y="51"/>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1" name="Freeform 545"/>
              <p:cNvSpPr>
                <a:spLocks/>
              </p:cNvSpPr>
              <p:nvPr/>
            </p:nvSpPr>
            <p:spPr bwMode="auto">
              <a:xfrm>
                <a:off x="4799609" y="1157312"/>
                <a:ext cx="127443" cy="128668"/>
              </a:xfrm>
              <a:custGeom>
                <a:avLst/>
                <a:gdLst>
                  <a:gd name="T0" fmla="*/ 16 w 29"/>
                  <a:gd name="T1" fmla="*/ 29 h 29"/>
                  <a:gd name="T2" fmla="*/ 29 w 29"/>
                  <a:gd name="T3" fmla="*/ 15 h 29"/>
                  <a:gd name="T4" fmla="*/ 15 w 29"/>
                  <a:gd name="T5" fmla="*/ 0 h 29"/>
                  <a:gd name="T6" fmla="*/ 0 w 29"/>
                  <a:gd name="T7" fmla="*/ 15 h 29"/>
                  <a:gd name="T8" fmla="*/ 8 w 29"/>
                  <a:gd name="T9" fmla="*/ 27 h 29"/>
                  <a:gd name="T10" fmla="*/ 16 w 29"/>
                  <a:gd name="T11" fmla="*/ 29 h 29"/>
                </a:gdLst>
                <a:ahLst/>
                <a:cxnLst>
                  <a:cxn ang="0">
                    <a:pos x="T0" y="T1"/>
                  </a:cxn>
                  <a:cxn ang="0">
                    <a:pos x="T2" y="T3"/>
                  </a:cxn>
                  <a:cxn ang="0">
                    <a:pos x="T4" y="T5"/>
                  </a:cxn>
                  <a:cxn ang="0">
                    <a:pos x="T6" y="T7"/>
                  </a:cxn>
                  <a:cxn ang="0">
                    <a:pos x="T8" y="T9"/>
                  </a:cxn>
                  <a:cxn ang="0">
                    <a:pos x="T10" y="T11"/>
                  </a:cxn>
                </a:cxnLst>
                <a:rect l="0" t="0" r="r" b="b"/>
                <a:pathLst>
                  <a:path w="29" h="29">
                    <a:moveTo>
                      <a:pt x="16" y="29"/>
                    </a:moveTo>
                    <a:cubicBezTo>
                      <a:pt x="23" y="28"/>
                      <a:pt x="29" y="22"/>
                      <a:pt x="29" y="15"/>
                    </a:cubicBezTo>
                    <a:cubicBezTo>
                      <a:pt x="29" y="7"/>
                      <a:pt x="22" y="0"/>
                      <a:pt x="15" y="0"/>
                    </a:cubicBezTo>
                    <a:cubicBezTo>
                      <a:pt x="7" y="0"/>
                      <a:pt x="0" y="7"/>
                      <a:pt x="0" y="15"/>
                    </a:cubicBezTo>
                    <a:cubicBezTo>
                      <a:pt x="0" y="20"/>
                      <a:pt x="3" y="24"/>
                      <a:pt x="8" y="27"/>
                    </a:cubicBezTo>
                    <a:cubicBezTo>
                      <a:pt x="10" y="27"/>
                      <a:pt x="13" y="28"/>
                      <a:pt x="16" y="29"/>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2" name="Freeform 546"/>
              <p:cNvSpPr>
                <a:spLocks/>
              </p:cNvSpPr>
              <p:nvPr/>
            </p:nvSpPr>
            <p:spPr bwMode="auto">
              <a:xfrm>
                <a:off x="3020310" y="2380274"/>
                <a:ext cx="215673" cy="189939"/>
              </a:xfrm>
              <a:custGeom>
                <a:avLst/>
                <a:gdLst>
                  <a:gd name="T0" fmla="*/ 49 w 49"/>
                  <a:gd name="T1" fmla="*/ 1 h 43"/>
                  <a:gd name="T2" fmla="*/ 41 w 49"/>
                  <a:gd name="T3" fmla="*/ 0 h 43"/>
                  <a:gd name="T4" fmla="*/ 20 w 49"/>
                  <a:gd name="T5" fmla="*/ 21 h 43"/>
                  <a:gd name="T6" fmla="*/ 12 w 49"/>
                  <a:gd name="T7" fmla="*/ 18 h 43"/>
                  <a:gd name="T8" fmla="*/ 0 w 49"/>
                  <a:gd name="T9" fmla="*/ 30 h 43"/>
                  <a:gd name="T10" fmla="*/ 12 w 49"/>
                  <a:gd name="T11" fmla="*/ 43 h 43"/>
                  <a:gd name="T12" fmla="*/ 40 w 49"/>
                  <a:gd name="T13" fmla="*/ 43 h 43"/>
                  <a:gd name="T14" fmla="*/ 41 w 49"/>
                  <a:gd name="T15" fmla="*/ 43 h 43"/>
                  <a:gd name="T16" fmla="*/ 45 w 49"/>
                  <a:gd name="T17" fmla="*/ 43 h 43"/>
                  <a:gd name="T18" fmla="*/ 49 w 49"/>
                  <a:gd name="T19" fmla="*/ 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 h="43">
                    <a:moveTo>
                      <a:pt x="49" y="1"/>
                    </a:moveTo>
                    <a:cubicBezTo>
                      <a:pt x="47" y="0"/>
                      <a:pt x="44" y="0"/>
                      <a:pt x="41" y="0"/>
                    </a:cubicBezTo>
                    <a:cubicBezTo>
                      <a:pt x="29" y="0"/>
                      <a:pt x="20" y="9"/>
                      <a:pt x="20" y="21"/>
                    </a:cubicBezTo>
                    <a:cubicBezTo>
                      <a:pt x="18" y="19"/>
                      <a:pt x="15" y="18"/>
                      <a:pt x="12" y="18"/>
                    </a:cubicBezTo>
                    <a:cubicBezTo>
                      <a:pt x="5" y="18"/>
                      <a:pt x="0" y="23"/>
                      <a:pt x="0" y="30"/>
                    </a:cubicBezTo>
                    <a:cubicBezTo>
                      <a:pt x="0" y="37"/>
                      <a:pt x="5" y="43"/>
                      <a:pt x="12" y="43"/>
                    </a:cubicBezTo>
                    <a:cubicBezTo>
                      <a:pt x="40" y="43"/>
                      <a:pt x="40" y="43"/>
                      <a:pt x="40" y="43"/>
                    </a:cubicBezTo>
                    <a:cubicBezTo>
                      <a:pt x="41" y="43"/>
                      <a:pt x="41" y="43"/>
                      <a:pt x="41" y="43"/>
                    </a:cubicBezTo>
                    <a:cubicBezTo>
                      <a:pt x="45" y="43"/>
                      <a:pt x="45" y="43"/>
                      <a:pt x="45" y="43"/>
                    </a:cubicBezTo>
                    <a:cubicBezTo>
                      <a:pt x="46" y="29"/>
                      <a:pt x="47" y="15"/>
                      <a:pt x="49" y="1"/>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3" name="Rectangle 547"/>
              <p:cNvSpPr>
                <a:spLocks noChangeArrowheads="1"/>
              </p:cNvSpPr>
              <p:nvPr/>
            </p:nvSpPr>
            <p:spPr bwMode="auto">
              <a:xfrm>
                <a:off x="3059523" y="2583692"/>
                <a:ext cx="26959" cy="62496"/>
              </a:xfrm>
              <a:prstGeom prst="rect">
                <a:avLst/>
              </a:pr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4" name="Rectangle 548"/>
              <p:cNvSpPr>
                <a:spLocks noChangeArrowheads="1"/>
              </p:cNvSpPr>
              <p:nvPr/>
            </p:nvSpPr>
            <p:spPr bwMode="auto">
              <a:xfrm>
                <a:off x="3125695" y="2619229"/>
                <a:ext cx="26959" cy="57594"/>
              </a:xfrm>
              <a:prstGeom prst="rect">
                <a:avLst/>
              </a:pr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5" name="Rectangle 549"/>
              <p:cNvSpPr>
                <a:spLocks noChangeArrowheads="1"/>
              </p:cNvSpPr>
              <p:nvPr/>
            </p:nvSpPr>
            <p:spPr bwMode="auto">
              <a:xfrm>
                <a:off x="3188191" y="2583692"/>
                <a:ext cx="25734" cy="62496"/>
              </a:xfrm>
              <a:prstGeom prst="rect">
                <a:avLst/>
              </a:pr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1" name="Freeform 555"/>
              <p:cNvSpPr>
                <a:spLocks noEditPoints="1"/>
              </p:cNvSpPr>
              <p:nvPr/>
            </p:nvSpPr>
            <p:spPr bwMode="auto">
              <a:xfrm>
                <a:off x="5196643" y="3899786"/>
                <a:ext cx="296550" cy="291648"/>
              </a:xfrm>
              <a:custGeom>
                <a:avLst/>
                <a:gdLst>
                  <a:gd name="T0" fmla="*/ 34 w 67"/>
                  <a:gd name="T1" fmla="*/ 4 h 66"/>
                  <a:gd name="T2" fmla="*/ 37 w 67"/>
                  <a:gd name="T3" fmla="*/ 5 h 66"/>
                  <a:gd name="T4" fmla="*/ 38 w 67"/>
                  <a:gd name="T5" fmla="*/ 0 h 66"/>
                  <a:gd name="T6" fmla="*/ 48 w 67"/>
                  <a:gd name="T7" fmla="*/ 3 h 66"/>
                  <a:gd name="T8" fmla="*/ 47 w 67"/>
                  <a:gd name="T9" fmla="*/ 8 h 66"/>
                  <a:gd name="T10" fmla="*/ 56 w 67"/>
                  <a:gd name="T11" fmla="*/ 15 h 66"/>
                  <a:gd name="T12" fmla="*/ 60 w 67"/>
                  <a:gd name="T13" fmla="*/ 13 h 66"/>
                  <a:gd name="T14" fmla="*/ 65 w 67"/>
                  <a:gd name="T15" fmla="*/ 22 h 66"/>
                  <a:gd name="T16" fmla="*/ 61 w 67"/>
                  <a:gd name="T17" fmla="*/ 24 h 66"/>
                  <a:gd name="T18" fmla="*/ 62 w 67"/>
                  <a:gd name="T19" fmla="*/ 36 h 66"/>
                  <a:gd name="T20" fmla="*/ 67 w 67"/>
                  <a:gd name="T21" fmla="*/ 38 h 66"/>
                  <a:gd name="T22" fmla="*/ 64 w 67"/>
                  <a:gd name="T23" fmla="*/ 48 h 66"/>
                  <a:gd name="T24" fmla="*/ 59 w 67"/>
                  <a:gd name="T25" fmla="*/ 46 h 66"/>
                  <a:gd name="T26" fmla="*/ 52 w 67"/>
                  <a:gd name="T27" fmla="*/ 56 h 66"/>
                  <a:gd name="T28" fmla="*/ 54 w 67"/>
                  <a:gd name="T29" fmla="*/ 60 h 66"/>
                  <a:gd name="T30" fmla="*/ 45 w 67"/>
                  <a:gd name="T31" fmla="*/ 65 h 66"/>
                  <a:gd name="T32" fmla="*/ 42 w 67"/>
                  <a:gd name="T33" fmla="*/ 60 h 66"/>
                  <a:gd name="T34" fmla="*/ 34 w 67"/>
                  <a:gd name="T35" fmla="*/ 62 h 66"/>
                  <a:gd name="T36" fmla="*/ 34 w 67"/>
                  <a:gd name="T37" fmla="*/ 54 h 66"/>
                  <a:gd name="T38" fmla="*/ 54 w 67"/>
                  <a:gd name="T39" fmla="*/ 39 h 66"/>
                  <a:gd name="T40" fmla="*/ 40 w 67"/>
                  <a:gd name="T41" fmla="*/ 13 h 66"/>
                  <a:gd name="T42" fmla="*/ 34 w 67"/>
                  <a:gd name="T43" fmla="*/ 12 h 66"/>
                  <a:gd name="T44" fmla="*/ 34 w 67"/>
                  <a:gd name="T45" fmla="*/ 4 h 66"/>
                  <a:gd name="T46" fmla="*/ 16 w 67"/>
                  <a:gd name="T47" fmla="*/ 11 h 66"/>
                  <a:gd name="T48" fmla="*/ 13 w 67"/>
                  <a:gd name="T49" fmla="*/ 6 h 66"/>
                  <a:gd name="T50" fmla="*/ 23 w 67"/>
                  <a:gd name="T51" fmla="*/ 1 h 66"/>
                  <a:gd name="T52" fmla="*/ 25 w 67"/>
                  <a:gd name="T53" fmla="*/ 6 h 66"/>
                  <a:gd name="T54" fmla="*/ 34 w 67"/>
                  <a:gd name="T55" fmla="*/ 4 h 66"/>
                  <a:gd name="T56" fmla="*/ 34 w 67"/>
                  <a:gd name="T57" fmla="*/ 12 h 66"/>
                  <a:gd name="T58" fmla="*/ 13 w 67"/>
                  <a:gd name="T59" fmla="*/ 27 h 66"/>
                  <a:gd name="T60" fmla="*/ 27 w 67"/>
                  <a:gd name="T61" fmla="*/ 53 h 66"/>
                  <a:gd name="T62" fmla="*/ 27 w 67"/>
                  <a:gd name="T63" fmla="*/ 53 h 66"/>
                  <a:gd name="T64" fmla="*/ 34 w 67"/>
                  <a:gd name="T65" fmla="*/ 54 h 66"/>
                  <a:gd name="T66" fmla="*/ 34 w 67"/>
                  <a:gd name="T67" fmla="*/ 62 h 66"/>
                  <a:gd name="T68" fmla="*/ 30 w 67"/>
                  <a:gd name="T69" fmla="*/ 62 h 66"/>
                  <a:gd name="T70" fmla="*/ 29 w 67"/>
                  <a:gd name="T71" fmla="*/ 66 h 66"/>
                  <a:gd name="T72" fmla="*/ 19 w 67"/>
                  <a:gd name="T73" fmla="*/ 63 h 66"/>
                  <a:gd name="T74" fmla="*/ 20 w 67"/>
                  <a:gd name="T75" fmla="*/ 59 h 66"/>
                  <a:gd name="T76" fmla="*/ 11 w 67"/>
                  <a:gd name="T77" fmla="*/ 51 h 66"/>
                  <a:gd name="T78" fmla="*/ 7 w 67"/>
                  <a:gd name="T79" fmla="*/ 53 h 66"/>
                  <a:gd name="T80" fmla="*/ 2 w 67"/>
                  <a:gd name="T81" fmla="*/ 44 h 66"/>
                  <a:gd name="T82" fmla="*/ 6 w 67"/>
                  <a:gd name="T83" fmla="*/ 42 h 66"/>
                  <a:gd name="T84" fmla="*/ 5 w 67"/>
                  <a:gd name="T85" fmla="*/ 30 h 66"/>
                  <a:gd name="T86" fmla="*/ 0 w 67"/>
                  <a:gd name="T87" fmla="*/ 28 h 66"/>
                  <a:gd name="T88" fmla="*/ 3 w 67"/>
                  <a:gd name="T89" fmla="*/ 18 h 66"/>
                  <a:gd name="T90" fmla="*/ 8 w 67"/>
                  <a:gd name="T91" fmla="*/ 20 h 66"/>
                  <a:gd name="T92" fmla="*/ 16 w 67"/>
                  <a:gd name="T93" fmla="*/ 11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7" h="66">
                    <a:moveTo>
                      <a:pt x="34" y="4"/>
                    </a:moveTo>
                    <a:cubicBezTo>
                      <a:pt x="35" y="4"/>
                      <a:pt x="36" y="4"/>
                      <a:pt x="37" y="5"/>
                    </a:cubicBezTo>
                    <a:cubicBezTo>
                      <a:pt x="38" y="0"/>
                      <a:pt x="38" y="0"/>
                      <a:pt x="38" y="0"/>
                    </a:cubicBezTo>
                    <a:cubicBezTo>
                      <a:pt x="48" y="3"/>
                      <a:pt x="48" y="3"/>
                      <a:pt x="48" y="3"/>
                    </a:cubicBezTo>
                    <a:cubicBezTo>
                      <a:pt x="47" y="8"/>
                      <a:pt x="47" y="8"/>
                      <a:pt x="47" y="8"/>
                    </a:cubicBezTo>
                    <a:cubicBezTo>
                      <a:pt x="50" y="9"/>
                      <a:pt x="54" y="12"/>
                      <a:pt x="56" y="15"/>
                    </a:cubicBezTo>
                    <a:cubicBezTo>
                      <a:pt x="60" y="13"/>
                      <a:pt x="60" y="13"/>
                      <a:pt x="60" y="13"/>
                    </a:cubicBezTo>
                    <a:cubicBezTo>
                      <a:pt x="65" y="22"/>
                      <a:pt x="65" y="22"/>
                      <a:pt x="65" y="22"/>
                    </a:cubicBezTo>
                    <a:cubicBezTo>
                      <a:pt x="61" y="24"/>
                      <a:pt x="61" y="24"/>
                      <a:pt x="61" y="24"/>
                    </a:cubicBezTo>
                    <a:cubicBezTo>
                      <a:pt x="62" y="28"/>
                      <a:pt x="63" y="32"/>
                      <a:pt x="62" y="36"/>
                    </a:cubicBezTo>
                    <a:cubicBezTo>
                      <a:pt x="67" y="38"/>
                      <a:pt x="67" y="38"/>
                      <a:pt x="67" y="38"/>
                    </a:cubicBezTo>
                    <a:cubicBezTo>
                      <a:pt x="64" y="48"/>
                      <a:pt x="64" y="48"/>
                      <a:pt x="64" y="48"/>
                    </a:cubicBezTo>
                    <a:cubicBezTo>
                      <a:pt x="59" y="46"/>
                      <a:pt x="59" y="46"/>
                      <a:pt x="59" y="46"/>
                    </a:cubicBezTo>
                    <a:cubicBezTo>
                      <a:pt x="57" y="50"/>
                      <a:pt x="55" y="53"/>
                      <a:pt x="52" y="56"/>
                    </a:cubicBezTo>
                    <a:cubicBezTo>
                      <a:pt x="54" y="60"/>
                      <a:pt x="54" y="60"/>
                      <a:pt x="54" y="60"/>
                    </a:cubicBezTo>
                    <a:cubicBezTo>
                      <a:pt x="45" y="65"/>
                      <a:pt x="45" y="65"/>
                      <a:pt x="45" y="65"/>
                    </a:cubicBezTo>
                    <a:cubicBezTo>
                      <a:pt x="42" y="60"/>
                      <a:pt x="42" y="60"/>
                      <a:pt x="42" y="60"/>
                    </a:cubicBezTo>
                    <a:cubicBezTo>
                      <a:pt x="40" y="61"/>
                      <a:pt x="37" y="62"/>
                      <a:pt x="34" y="62"/>
                    </a:cubicBezTo>
                    <a:cubicBezTo>
                      <a:pt x="34" y="54"/>
                      <a:pt x="34" y="54"/>
                      <a:pt x="34" y="54"/>
                    </a:cubicBezTo>
                    <a:cubicBezTo>
                      <a:pt x="43" y="54"/>
                      <a:pt x="51" y="48"/>
                      <a:pt x="54" y="39"/>
                    </a:cubicBezTo>
                    <a:cubicBezTo>
                      <a:pt x="57" y="28"/>
                      <a:pt x="51" y="16"/>
                      <a:pt x="40" y="13"/>
                    </a:cubicBezTo>
                    <a:cubicBezTo>
                      <a:pt x="38" y="12"/>
                      <a:pt x="36" y="12"/>
                      <a:pt x="34" y="12"/>
                    </a:cubicBezTo>
                    <a:lnTo>
                      <a:pt x="34" y="4"/>
                    </a:lnTo>
                    <a:close/>
                    <a:moveTo>
                      <a:pt x="16" y="11"/>
                    </a:moveTo>
                    <a:cubicBezTo>
                      <a:pt x="13" y="6"/>
                      <a:pt x="13" y="6"/>
                      <a:pt x="13" y="6"/>
                    </a:cubicBezTo>
                    <a:cubicBezTo>
                      <a:pt x="23" y="1"/>
                      <a:pt x="23" y="1"/>
                      <a:pt x="23" y="1"/>
                    </a:cubicBezTo>
                    <a:cubicBezTo>
                      <a:pt x="25" y="6"/>
                      <a:pt x="25" y="6"/>
                      <a:pt x="25" y="6"/>
                    </a:cubicBezTo>
                    <a:cubicBezTo>
                      <a:pt x="28" y="5"/>
                      <a:pt x="31" y="4"/>
                      <a:pt x="34" y="4"/>
                    </a:cubicBezTo>
                    <a:cubicBezTo>
                      <a:pt x="34" y="12"/>
                      <a:pt x="34" y="12"/>
                      <a:pt x="34" y="12"/>
                    </a:cubicBezTo>
                    <a:cubicBezTo>
                      <a:pt x="25" y="12"/>
                      <a:pt x="16" y="18"/>
                      <a:pt x="13" y="27"/>
                    </a:cubicBezTo>
                    <a:cubicBezTo>
                      <a:pt x="10" y="38"/>
                      <a:pt x="16" y="50"/>
                      <a:pt x="27" y="53"/>
                    </a:cubicBezTo>
                    <a:cubicBezTo>
                      <a:pt x="27" y="53"/>
                      <a:pt x="27" y="53"/>
                      <a:pt x="27" y="53"/>
                    </a:cubicBezTo>
                    <a:cubicBezTo>
                      <a:pt x="30" y="54"/>
                      <a:pt x="32" y="54"/>
                      <a:pt x="34" y="54"/>
                    </a:cubicBezTo>
                    <a:cubicBezTo>
                      <a:pt x="34" y="62"/>
                      <a:pt x="34" y="62"/>
                      <a:pt x="34" y="62"/>
                    </a:cubicBezTo>
                    <a:cubicBezTo>
                      <a:pt x="33" y="62"/>
                      <a:pt x="32" y="62"/>
                      <a:pt x="30" y="62"/>
                    </a:cubicBezTo>
                    <a:cubicBezTo>
                      <a:pt x="29" y="66"/>
                      <a:pt x="29" y="66"/>
                      <a:pt x="29" y="66"/>
                    </a:cubicBezTo>
                    <a:cubicBezTo>
                      <a:pt x="19" y="63"/>
                      <a:pt x="19" y="63"/>
                      <a:pt x="19" y="63"/>
                    </a:cubicBezTo>
                    <a:cubicBezTo>
                      <a:pt x="20" y="59"/>
                      <a:pt x="20" y="59"/>
                      <a:pt x="20" y="59"/>
                    </a:cubicBezTo>
                    <a:cubicBezTo>
                      <a:pt x="17" y="57"/>
                      <a:pt x="14" y="54"/>
                      <a:pt x="11" y="51"/>
                    </a:cubicBezTo>
                    <a:cubicBezTo>
                      <a:pt x="7" y="53"/>
                      <a:pt x="7" y="53"/>
                      <a:pt x="7" y="53"/>
                    </a:cubicBezTo>
                    <a:cubicBezTo>
                      <a:pt x="2" y="44"/>
                      <a:pt x="2" y="44"/>
                      <a:pt x="2" y="44"/>
                    </a:cubicBezTo>
                    <a:cubicBezTo>
                      <a:pt x="6" y="42"/>
                      <a:pt x="6" y="42"/>
                      <a:pt x="6" y="42"/>
                    </a:cubicBezTo>
                    <a:cubicBezTo>
                      <a:pt x="5" y="38"/>
                      <a:pt x="5" y="34"/>
                      <a:pt x="5" y="30"/>
                    </a:cubicBezTo>
                    <a:cubicBezTo>
                      <a:pt x="0" y="28"/>
                      <a:pt x="0" y="28"/>
                      <a:pt x="0" y="28"/>
                    </a:cubicBezTo>
                    <a:cubicBezTo>
                      <a:pt x="3" y="18"/>
                      <a:pt x="3" y="18"/>
                      <a:pt x="3" y="18"/>
                    </a:cubicBezTo>
                    <a:cubicBezTo>
                      <a:pt x="8" y="20"/>
                      <a:pt x="8" y="20"/>
                      <a:pt x="8" y="20"/>
                    </a:cubicBezTo>
                    <a:cubicBezTo>
                      <a:pt x="10" y="16"/>
                      <a:pt x="13" y="13"/>
                      <a:pt x="16" y="11"/>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3" name="Freeform 557"/>
              <p:cNvSpPr>
                <a:spLocks noEditPoints="1"/>
              </p:cNvSpPr>
              <p:nvPr/>
            </p:nvSpPr>
            <p:spPr bwMode="auto">
              <a:xfrm>
                <a:off x="5917185" y="2522422"/>
                <a:ext cx="259787" cy="286747"/>
              </a:xfrm>
              <a:custGeom>
                <a:avLst/>
                <a:gdLst>
                  <a:gd name="T0" fmla="*/ 27 w 59"/>
                  <a:gd name="T1" fmla="*/ 65 h 65"/>
                  <a:gd name="T2" fmla="*/ 59 w 59"/>
                  <a:gd name="T3" fmla="*/ 33 h 65"/>
                  <a:gd name="T4" fmla="*/ 27 w 59"/>
                  <a:gd name="T5" fmla="*/ 0 h 65"/>
                  <a:gd name="T6" fmla="*/ 27 w 59"/>
                  <a:gd name="T7" fmla="*/ 0 h 65"/>
                  <a:gd name="T8" fmla="*/ 27 w 59"/>
                  <a:gd name="T9" fmla="*/ 23 h 65"/>
                  <a:gd name="T10" fmla="*/ 43 w 59"/>
                  <a:gd name="T11" fmla="*/ 16 h 65"/>
                  <a:gd name="T12" fmla="*/ 33 w 59"/>
                  <a:gd name="T13" fmla="*/ 39 h 65"/>
                  <a:gd name="T14" fmla="*/ 27 w 59"/>
                  <a:gd name="T15" fmla="*/ 42 h 65"/>
                  <a:gd name="T16" fmla="*/ 27 w 59"/>
                  <a:gd name="T17" fmla="*/ 65 h 65"/>
                  <a:gd name="T18" fmla="*/ 27 w 59"/>
                  <a:gd name="T19" fmla="*/ 0 h 65"/>
                  <a:gd name="T20" fmla="*/ 1 w 59"/>
                  <a:gd name="T21" fmla="*/ 12 h 65"/>
                  <a:gd name="T22" fmla="*/ 1 w 59"/>
                  <a:gd name="T23" fmla="*/ 18 h 65"/>
                  <a:gd name="T24" fmla="*/ 0 w 59"/>
                  <a:gd name="T25" fmla="*/ 51 h 65"/>
                  <a:gd name="T26" fmla="*/ 27 w 59"/>
                  <a:gd name="T27" fmla="*/ 65 h 65"/>
                  <a:gd name="T28" fmla="*/ 27 w 59"/>
                  <a:gd name="T29" fmla="*/ 42 h 65"/>
                  <a:gd name="T30" fmla="*/ 10 w 59"/>
                  <a:gd name="T31" fmla="*/ 49 h 65"/>
                  <a:gd name="T32" fmla="*/ 20 w 59"/>
                  <a:gd name="T33" fmla="*/ 26 h 65"/>
                  <a:gd name="T34" fmla="*/ 20 w 59"/>
                  <a:gd name="T35" fmla="*/ 26 h 65"/>
                  <a:gd name="T36" fmla="*/ 27 w 59"/>
                  <a:gd name="T37" fmla="*/ 23 h 65"/>
                  <a:gd name="T38" fmla="*/ 27 w 59"/>
                  <a:gd name="T39"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9" h="65">
                    <a:moveTo>
                      <a:pt x="27" y="65"/>
                    </a:moveTo>
                    <a:cubicBezTo>
                      <a:pt x="45" y="65"/>
                      <a:pt x="59" y="51"/>
                      <a:pt x="59" y="33"/>
                    </a:cubicBezTo>
                    <a:cubicBezTo>
                      <a:pt x="59" y="15"/>
                      <a:pt x="45" y="0"/>
                      <a:pt x="27" y="0"/>
                    </a:cubicBezTo>
                    <a:cubicBezTo>
                      <a:pt x="27" y="0"/>
                      <a:pt x="27" y="0"/>
                      <a:pt x="27" y="0"/>
                    </a:cubicBezTo>
                    <a:cubicBezTo>
                      <a:pt x="27" y="23"/>
                      <a:pt x="27" y="23"/>
                      <a:pt x="27" y="23"/>
                    </a:cubicBezTo>
                    <a:cubicBezTo>
                      <a:pt x="43" y="16"/>
                      <a:pt x="43" y="16"/>
                      <a:pt x="43" y="16"/>
                    </a:cubicBezTo>
                    <a:cubicBezTo>
                      <a:pt x="33" y="39"/>
                      <a:pt x="33" y="39"/>
                      <a:pt x="33" y="39"/>
                    </a:cubicBezTo>
                    <a:cubicBezTo>
                      <a:pt x="27" y="42"/>
                      <a:pt x="27" y="42"/>
                      <a:pt x="27" y="42"/>
                    </a:cubicBezTo>
                    <a:cubicBezTo>
                      <a:pt x="27" y="65"/>
                      <a:pt x="27" y="65"/>
                      <a:pt x="27" y="65"/>
                    </a:cubicBezTo>
                    <a:close/>
                    <a:moveTo>
                      <a:pt x="27" y="0"/>
                    </a:moveTo>
                    <a:cubicBezTo>
                      <a:pt x="16" y="0"/>
                      <a:pt x="7" y="5"/>
                      <a:pt x="1" y="12"/>
                    </a:cubicBezTo>
                    <a:cubicBezTo>
                      <a:pt x="1" y="14"/>
                      <a:pt x="1" y="16"/>
                      <a:pt x="1" y="18"/>
                    </a:cubicBezTo>
                    <a:cubicBezTo>
                      <a:pt x="1" y="29"/>
                      <a:pt x="1" y="40"/>
                      <a:pt x="0" y="51"/>
                    </a:cubicBezTo>
                    <a:cubicBezTo>
                      <a:pt x="6" y="60"/>
                      <a:pt x="15" y="65"/>
                      <a:pt x="27" y="65"/>
                    </a:cubicBezTo>
                    <a:cubicBezTo>
                      <a:pt x="27" y="42"/>
                      <a:pt x="27" y="42"/>
                      <a:pt x="27" y="42"/>
                    </a:cubicBezTo>
                    <a:cubicBezTo>
                      <a:pt x="10" y="49"/>
                      <a:pt x="10" y="49"/>
                      <a:pt x="10" y="49"/>
                    </a:cubicBezTo>
                    <a:cubicBezTo>
                      <a:pt x="20" y="26"/>
                      <a:pt x="20" y="26"/>
                      <a:pt x="20" y="26"/>
                    </a:cubicBezTo>
                    <a:cubicBezTo>
                      <a:pt x="20" y="26"/>
                      <a:pt x="20" y="26"/>
                      <a:pt x="20" y="26"/>
                    </a:cubicBezTo>
                    <a:cubicBezTo>
                      <a:pt x="27" y="23"/>
                      <a:pt x="27" y="23"/>
                      <a:pt x="27" y="23"/>
                    </a:cubicBezTo>
                    <a:lnTo>
                      <a:pt x="27" y="0"/>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40" name="Freeform 574"/>
              <p:cNvSpPr>
                <a:spLocks noEditPoints="1"/>
              </p:cNvSpPr>
              <p:nvPr/>
            </p:nvSpPr>
            <p:spPr bwMode="auto">
              <a:xfrm>
                <a:off x="4291063" y="1038447"/>
                <a:ext cx="256111" cy="220574"/>
              </a:xfrm>
              <a:custGeom>
                <a:avLst/>
                <a:gdLst>
                  <a:gd name="T0" fmla="*/ 48 w 58"/>
                  <a:gd name="T1" fmla="*/ 38 h 50"/>
                  <a:gd name="T2" fmla="*/ 44 w 58"/>
                  <a:gd name="T3" fmla="*/ 8 h 50"/>
                  <a:gd name="T4" fmla="*/ 27 w 58"/>
                  <a:gd name="T5" fmla="*/ 0 h 50"/>
                  <a:gd name="T6" fmla="*/ 27 w 58"/>
                  <a:gd name="T7" fmla="*/ 20 h 50"/>
                  <a:gd name="T8" fmla="*/ 42 w 58"/>
                  <a:gd name="T9" fmla="*/ 20 h 50"/>
                  <a:gd name="T10" fmla="*/ 42 w 58"/>
                  <a:gd name="T11" fmla="*/ 30 h 50"/>
                  <a:gd name="T12" fmla="*/ 42 w 58"/>
                  <a:gd name="T13" fmla="*/ 30 h 50"/>
                  <a:gd name="T14" fmla="*/ 42 w 58"/>
                  <a:gd name="T15" fmla="*/ 30 h 50"/>
                  <a:gd name="T16" fmla="*/ 27 w 58"/>
                  <a:gd name="T17" fmla="*/ 30 h 50"/>
                  <a:gd name="T18" fmla="*/ 27 w 58"/>
                  <a:gd name="T19" fmla="*/ 50 h 50"/>
                  <a:gd name="T20" fmla="*/ 40 w 58"/>
                  <a:gd name="T21" fmla="*/ 46 h 50"/>
                  <a:gd name="T22" fmla="*/ 43 w 58"/>
                  <a:gd name="T23" fmla="*/ 49 h 50"/>
                  <a:gd name="T24" fmla="*/ 58 w 58"/>
                  <a:gd name="T25" fmla="*/ 48 h 50"/>
                  <a:gd name="T26" fmla="*/ 48 w 58"/>
                  <a:gd name="T27" fmla="*/ 38 h 50"/>
                  <a:gd name="T28" fmla="*/ 27 w 58"/>
                  <a:gd name="T29" fmla="*/ 0 h 50"/>
                  <a:gd name="T30" fmla="*/ 9 w 58"/>
                  <a:gd name="T31" fmla="*/ 8 h 50"/>
                  <a:gd name="T32" fmla="*/ 9 w 58"/>
                  <a:gd name="T33" fmla="*/ 43 h 50"/>
                  <a:gd name="T34" fmla="*/ 27 w 58"/>
                  <a:gd name="T35" fmla="*/ 50 h 50"/>
                  <a:gd name="T36" fmla="*/ 27 w 58"/>
                  <a:gd name="T37" fmla="*/ 30 h 50"/>
                  <a:gd name="T38" fmla="*/ 12 w 58"/>
                  <a:gd name="T39" fmla="*/ 30 h 50"/>
                  <a:gd name="T40" fmla="*/ 12 w 58"/>
                  <a:gd name="T41" fmla="*/ 20 h 50"/>
                  <a:gd name="T42" fmla="*/ 27 w 58"/>
                  <a:gd name="T43" fmla="*/ 20 h 50"/>
                  <a:gd name="T44" fmla="*/ 27 w 58"/>
                  <a:gd name="T45"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50">
                    <a:moveTo>
                      <a:pt x="48" y="38"/>
                    </a:moveTo>
                    <a:cubicBezTo>
                      <a:pt x="54" y="29"/>
                      <a:pt x="53" y="16"/>
                      <a:pt x="44" y="8"/>
                    </a:cubicBezTo>
                    <a:cubicBezTo>
                      <a:pt x="40" y="3"/>
                      <a:pt x="33" y="0"/>
                      <a:pt x="27" y="0"/>
                    </a:cubicBezTo>
                    <a:cubicBezTo>
                      <a:pt x="27" y="20"/>
                      <a:pt x="27" y="20"/>
                      <a:pt x="27" y="20"/>
                    </a:cubicBezTo>
                    <a:cubicBezTo>
                      <a:pt x="42" y="20"/>
                      <a:pt x="42" y="20"/>
                      <a:pt x="42" y="20"/>
                    </a:cubicBezTo>
                    <a:cubicBezTo>
                      <a:pt x="42" y="30"/>
                      <a:pt x="42" y="30"/>
                      <a:pt x="42" y="30"/>
                    </a:cubicBezTo>
                    <a:cubicBezTo>
                      <a:pt x="42" y="30"/>
                      <a:pt x="42" y="30"/>
                      <a:pt x="42" y="30"/>
                    </a:cubicBezTo>
                    <a:cubicBezTo>
                      <a:pt x="42" y="30"/>
                      <a:pt x="42" y="30"/>
                      <a:pt x="42" y="30"/>
                    </a:cubicBezTo>
                    <a:cubicBezTo>
                      <a:pt x="27" y="30"/>
                      <a:pt x="27" y="30"/>
                      <a:pt x="27" y="30"/>
                    </a:cubicBezTo>
                    <a:cubicBezTo>
                      <a:pt x="27" y="50"/>
                      <a:pt x="27" y="50"/>
                      <a:pt x="27" y="50"/>
                    </a:cubicBezTo>
                    <a:cubicBezTo>
                      <a:pt x="31" y="50"/>
                      <a:pt x="36" y="49"/>
                      <a:pt x="40" y="46"/>
                    </a:cubicBezTo>
                    <a:cubicBezTo>
                      <a:pt x="43" y="49"/>
                      <a:pt x="43" y="49"/>
                      <a:pt x="43" y="49"/>
                    </a:cubicBezTo>
                    <a:cubicBezTo>
                      <a:pt x="48" y="48"/>
                      <a:pt x="53" y="48"/>
                      <a:pt x="58" y="48"/>
                    </a:cubicBezTo>
                    <a:lnTo>
                      <a:pt x="48" y="38"/>
                    </a:lnTo>
                    <a:close/>
                    <a:moveTo>
                      <a:pt x="27" y="0"/>
                    </a:moveTo>
                    <a:cubicBezTo>
                      <a:pt x="21" y="0"/>
                      <a:pt x="14" y="3"/>
                      <a:pt x="9" y="8"/>
                    </a:cubicBezTo>
                    <a:cubicBezTo>
                      <a:pt x="0" y="17"/>
                      <a:pt x="0" y="33"/>
                      <a:pt x="9" y="43"/>
                    </a:cubicBezTo>
                    <a:cubicBezTo>
                      <a:pt x="14" y="47"/>
                      <a:pt x="21" y="50"/>
                      <a:pt x="27" y="50"/>
                    </a:cubicBezTo>
                    <a:cubicBezTo>
                      <a:pt x="27" y="30"/>
                      <a:pt x="27" y="30"/>
                      <a:pt x="27" y="30"/>
                    </a:cubicBezTo>
                    <a:cubicBezTo>
                      <a:pt x="12" y="30"/>
                      <a:pt x="12" y="30"/>
                      <a:pt x="12" y="30"/>
                    </a:cubicBezTo>
                    <a:cubicBezTo>
                      <a:pt x="12" y="20"/>
                      <a:pt x="12" y="20"/>
                      <a:pt x="12" y="20"/>
                    </a:cubicBezTo>
                    <a:cubicBezTo>
                      <a:pt x="27" y="20"/>
                      <a:pt x="27" y="20"/>
                      <a:pt x="27" y="20"/>
                    </a:cubicBezTo>
                    <a:lnTo>
                      <a:pt x="27" y="0"/>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41" name="Oval 575"/>
              <p:cNvSpPr>
                <a:spLocks noChangeArrowheads="1"/>
              </p:cNvSpPr>
              <p:nvPr/>
            </p:nvSpPr>
            <p:spPr bwMode="auto">
              <a:xfrm>
                <a:off x="5832632" y="3219682"/>
                <a:ext cx="84553" cy="84553"/>
              </a:xfrm>
              <a:prstGeom prst="ellipse">
                <a:avLst/>
              </a:pr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42" name="Freeform 576"/>
              <p:cNvSpPr>
                <a:spLocks noEditPoints="1"/>
              </p:cNvSpPr>
              <p:nvPr/>
            </p:nvSpPr>
            <p:spPr bwMode="auto">
              <a:xfrm>
                <a:off x="5797095" y="3180468"/>
                <a:ext cx="159304" cy="234054"/>
              </a:xfrm>
              <a:custGeom>
                <a:avLst/>
                <a:gdLst>
                  <a:gd name="T0" fmla="*/ 36 w 36"/>
                  <a:gd name="T1" fmla="*/ 0 h 53"/>
                  <a:gd name="T2" fmla="*/ 18 w 36"/>
                  <a:gd name="T3" fmla="*/ 0 h 53"/>
                  <a:gd name="T4" fmla="*/ 18 w 36"/>
                  <a:gd name="T5" fmla="*/ 4 h 53"/>
                  <a:gd name="T6" fmla="*/ 18 w 36"/>
                  <a:gd name="T7" fmla="*/ 4 h 53"/>
                  <a:gd name="T8" fmla="*/ 32 w 36"/>
                  <a:gd name="T9" fmla="*/ 18 h 53"/>
                  <a:gd name="T10" fmla="*/ 18 w 36"/>
                  <a:gd name="T11" fmla="*/ 32 h 53"/>
                  <a:gd name="T12" fmla="*/ 18 w 36"/>
                  <a:gd name="T13" fmla="*/ 32 h 53"/>
                  <a:gd name="T14" fmla="*/ 18 w 36"/>
                  <a:gd name="T15" fmla="*/ 32 h 53"/>
                  <a:gd name="T16" fmla="*/ 18 w 36"/>
                  <a:gd name="T17" fmla="*/ 38 h 53"/>
                  <a:gd name="T18" fmla="*/ 18 w 36"/>
                  <a:gd name="T19" fmla="*/ 38 h 53"/>
                  <a:gd name="T20" fmla="*/ 22 w 36"/>
                  <a:gd name="T21" fmla="*/ 43 h 53"/>
                  <a:gd name="T22" fmla="*/ 18 w 36"/>
                  <a:gd name="T23" fmla="*/ 48 h 53"/>
                  <a:gd name="T24" fmla="*/ 18 w 36"/>
                  <a:gd name="T25" fmla="*/ 48 h 53"/>
                  <a:gd name="T26" fmla="*/ 18 w 36"/>
                  <a:gd name="T27" fmla="*/ 48 h 53"/>
                  <a:gd name="T28" fmla="*/ 18 w 36"/>
                  <a:gd name="T29" fmla="*/ 53 h 53"/>
                  <a:gd name="T30" fmla="*/ 36 w 36"/>
                  <a:gd name="T31" fmla="*/ 53 h 53"/>
                  <a:gd name="T32" fmla="*/ 36 w 36"/>
                  <a:gd name="T33" fmla="*/ 0 h 53"/>
                  <a:gd name="T34" fmla="*/ 18 w 36"/>
                  <a:gd name="T35" fmla="*/ 0 h 53"/>
                  <a:gd name="T36" fmla="*/ 0 w 36"/>
                  <a:gd name="T37" fmla="*/ 0 h 53"/>
                  <a:gd name="T38" fmla="*/ 0 w 36"/>
                  <a:gd name="T39" fmla="*/ 53 h 53"/>
                  <a:gd name="T40" fmla="*/ 18 w 36"/>
                  <a:gd name="T41" fmla="*/ 53 h 53"/>
                  <a:gd name="T42" fmla="*/ 18 w 36"/>
                  <a:gd name="T43" fmla="*/ 48 h 53"/>
                  <a:gd name="T44" fmla="*/ 13 w 36"/>
                  <a:gd name="T45" fmla="*/ 43 h 53"/>
                  <a:gd name="T46" fmla="*/ 18 w 36"/>
                  <a:gd name="T47" fmla="*/ 38 h 53"/>
                  <a:gd name="T48" fmla="*/ 18 w 36"/>
                  <a:gd name="T49" fmla="*/ 32 h 53"/>
                  <a:gd name="T50" fmla="*/ 4 w 36"/>
                  <a:gd name="T51" fmla="*/ 18 h 53"/>
                  <a:gd name="T52" fmla="*/ 18 w 36"/>
                  <a:gd name="T53" fmla="*/ 4 h 53"/>
                  <a:gd name="T54" fmla="*/ 18 w 36"/>
                  <a:gd name="T55"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6" h="53">
                    <a:moveTo>
                      <a:pt x="36" y="0"/>
                    </a:moveTo>
                    <a:cubicBezTo>
                      <a:pt x="18" y="0"/>
                      <a:pt x="18" y="0"/>
                      <a:pt x="18" y="0"/>
                    </a:cubicBezTo>
                    <a:cubicBezTo>
                      <a:pt x="18" y="4"/>
                      <a:pt x="18" y="4"/>
                      <a:pt x="18" y="4"/>
                    </a:cubicBezTo>
                    <a:cubicBezTo>
                      <a:pt x="18" y="4"/>
                      <a:pt x="18" y="4"/>
                      <a:pt x="18" y="4"/>
                    </a:cubicBezTo>
                    <a:cubicBezTo>
                      <a:pt x="25" y="4"/>
                      <a:pt x="32" y="11"/>
                      <a:pt x="32" y="18"/>
                    </a:cubicBezTo>
                    <a:cubicBezTo>
                      <a:pt x="32" y="26"/>
                      <a:pt x="25" y="32"/>
                      <a:pt x="18" y="32"/>
                    </a:cubicBezTo>
                    <a:cubicBezTo>
                      <a:pt x="18" y="32"/>
                      <a:pt x="18" y="32"/>
                      <a:pt x="18" y="32"/>
                    </a:cubicBezTo>
                    <a:cubicBezTo>
                      <a:pt x="18" y="32"/>
                      <a:pt x="18" y="32"/>
                      <a:pt x="18" y="32"/>
                    </a:cubicBezTo>
                    <a:cubicBezTo>
                      <a:pt x="18" y="38"/>
                      <a:pt x="18" y="38"/>
                      <a:pt x="18" y="38"/>
                    </a:cubicBezTo>
                    <a:cubicBezTo>
                      <a:pt x="18" y="38"/>
                      <a:pt x="18" y="38"/>
                      <a:pt x="18" y="38"/>
                    </a:cubicBezTo>
                    <a:cubicBezTo>
                      <a:pt x="20" y="38"/>
                      <a:pt x="22" y="40"/>
                      <a:pt x="22" y="43"/>
                    </a:cubicBezTo>
                    <a:cubicBezTo>
                      <a:pt x="22" y="46"/>
                      <a:pt x="20" y="48"/>
                      <a:pt x="18" y="48"/>
                    </a:cubicBezTo>
                    <a:cubicBezTo>
                      <a:pt x="18" y="48"/>
                      <a:pt x="18" y="48"/>
                      <a:pt x="18" y="48"/>
                    </a:cubicBezTo>
                    <a:cubicBezTo>
                      <a:pt x="18" y="48"/>
                      <a:pt x="18" y="48"/>
                      <a:pt x="18" y="48"/>
                    </a:cubicBezTo>
                    <a:cubicBezTo>
                      <a:pt x="18" y="53"/>
                      <a:pt x="18" y="53"/>
                      <a:pt x="18" y="53"/>
                    </a:cubicBezTo>
                    <a:cubicBezTo>
                      <a:pt x="36" y="53"/>
                      <a:pt x="36" y="53"/>
                      <a:pt x="36" y="53"/>
                    </a:cubicBezTo>
                    <a:lnTo>
                      <a:pt x="36" y="0"/>
                    </a:lnTo>
                    <a:close/>
                    <a:moveTo>
                      <a:pt x="18" y="0"/>
                    </a:moveTo>
                    <a:cubicBezTo>
                      <a:pt x="0" y="0"/>
                      <a:pt x="0" y="0"/>
                      <a:pt x="0" y="0"/>
                    </a:cubicBezTo>
                    <a:cubicBezTo>
                      <a:pt x="0" y="53"/>
                      <a:pt x="0" y="53"/>
                      <a:pt x="0" y="53"/>
                    </a:cubicBezTo>
                    <a:cubicBezTo>
                      <a:pt x="18" y="53"/>
                      <a:pt x="18" y="53"/>
                      <a:pt x="18" y="53"/>
                    </a:cubicBezTo>
                    <a:cubicBezTo>
                      <a:pt x="18" y="48"/>
                      <a:pt x="18" y="48"/>
                      <a:pt x="18" y="48"/>
                    </a:cubicBezTo>
                    <a:cubicBezTo>
                      <a:pt x="15" y="48"/>
                      <a:pt x="13" y="46"/>
                      <a:pt x="13" y="43"/>
                    </a:cubicBezTo>
                    <a:cubicBezTo>
                      <a:pt x="13" y="40"/>
                      <a:pt x="15" y="38"/>
                      <a:pt x="18" y="38"/>
                    </a:cubicBezTo>
                    <a:cubicBezTo>
                      <a:pt x="18" y="32"/>
                      <a:pt x="18" y="32"/>
                      <a:pt x="18" y="32"/>
                    </a:cubicBezTo>
                    <a:cubicBezTo>
                      <a:pt x="10" y="32"/>
                      <a:pt x="4" y="26"/>
                      <a:pt x="4" y="18"/>
                    </a:cubicBezTo>
                    <a:cubicBezTo>
                      <a:pt x="4" y="11"/>
                      <a:pt x="10" y="4"/>
                      <a:pt x="18" y="4"/>
                    </a:cubicBezTo>
                    <a:lnTo>
                      <a:pt x="18" y="0"/>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43" name="Freeform 577"/>
              <p:cNvSpPr>
                <a:spLocks/>
              </p:cNvSpPr>
              <p:nvPr/>
            </p:nvSpPr>
            <p:spPr bwMode="auto">
              <a:xfrm>
                <a:off x="5651271" y="3219682"/>
                <a:ext cx="123767" cy="194841"/>
              </a:xfrm>
              <a:custGeom>
                <a:avLst/>
                <a:gdLst>
                  <a:gd name="T0" fmla="*/ 0 w 28"/>
                  <a:gd name="T1" fmla="*/ 44 h 44"/>
                  <a:gd name="T2" fmla="*/ 28 w 28"/>
                  <a:gd name="T3" fmla="*/ 44 h 44"/>
                  <a:gd name="T4" fmla="*/ 28 w 28"/>
                  <a:gd name="T5" fmla="*/ 0 h 44"/>
                  <a:gd name="T6" fmla="*/ 24 w 28"/>
                  <a:gd name="T7" fmla="*/ 8 h 44"/>
                  <a:gd name="T8" fmla="*/ 24 w 28"/>
                  <a:gd name="T9" fmla="*/ 9 h 44"/>
                  <a:gd name="T10" fmla="*/ 15 w 28"/>
                  <a:gd name="T11" fmla="*/ 22 h 44"/>
                  <a:gd name="T12" fmla="*/ 10 w 28"/>
                  <a:gd name="T13" fmla="*/ 29 h 44"/>
                  <a:gd name="T14" fmla="*/ 15 w 28"/>
                  <a:gd name="T15" fmla="*/ 34 h 44"/>
                  <a:gd name="T16" fmla="*/ 10 w 28"/>
                  <a:gd name="T17" fmla="*/ 39 h 44"/>
                  <a:gd name="T18" fmla="*/ 10 w 28"/>
                  <a:gd name="T19" fmla="*/ 39 h 44"/>
                  <a:gd name="T20" fmla="*/ 6 w 28"/>
                  <a:gd name="T21" fmla="*/ 36 h 44"/>
                  <a:gd name="T22" fmla="*/ 0 w 28"/>
                  <a:gd name="T23"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 h="44">
                    <a:moveTo>
                      <a:pt x="0" y="44"/>
                    </a:moveTo>
                    <a:cubicBezTo>
                      <a:pt x="28" y="44"/>
                      <a:pt x="28" y="44"/>
                      <a:pt x="28" y="44"/>
                    </a:cubicBezTo>
                    <a:cubicBezTo>
                      <a:pt x="28" y="0"/>
                      <a:pt x="28" y="0"/>
                      <a:pt x="28" y="0"/>
                    </a:cubicBezTo>
                    <a:cubicBezTo>
                      <a:pt x="26" y="3"/>
                      <a:pt x="25" y="5"/>
                      <a:pt x="24" y="8"/>
                    </a:cubicBezTo>
                    <a:cubicBezTo>
                      <a:pt x="24" y="8"/>
                      <a:pt x="24" y="9"/>
                      <a:pt x="24" y="9"/>
                    </a:cubicBezTo>
                    <a:cubicBezTo>
                      <a:pt x="24" y="15"/>
                      <a:pt x="20" y="20"/>
                      <a:pt x="15" y="22"/>
                    </a:cubicBezTo>
                    <a:cubicBezTo>
                      <a:pt x="13" y="25"/>
                      <a:pt x="12" y="27"/>
                      <a:pt x="10" y="29"/>
                    </a:cubicBezTo>
                    <a:cubicBezTo>
                      <a:pt x="13" y="30"/>
                      <a:pt x="15" y="32"/>
                      <a:pt x="15" y="34"/>
                    </a:cubicBezTo>
                    <a:cubicBezTo>
                      <a:pt x="15" y="37"/>
                      <a:pt x="12" y="39"/>
                      <a:pt x="10" y="39"/>
                    </a:cubicBezTo>
                    <a:cubicBezTo>
                      <a:pt x="10" y="39"/>
                      <a:pt x="10" y="39"/>
                      <a:pt x="10" y="39"/>
                    </a:cubicBezTo>
                    <a:cubicBezTo>
                      <a:pt x="8" y="39"/>
                      <a:pt x="6" y="38"/>
                      <a:pt x="6" y="36"/>
                    </a:cubicBezTo>
                    <a:cubicBezTo>
                      <a:pt x="4" y="39"/>
                      <a:pt x="2" y="41"/>
                      <a:pt x="0" y="44"/>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44" name="Freeform 578"/>
              <p:cNvSpPr>
                <a:spLocks/>
              </p:cNvSpPr>
              <p:nvPr/>
            </p:nvSpPr>
            <p:spPr bwMode="auto">
              <a:xfrm>
                <a:off x="5678230" y="1788400"/>
                <a:ext cx="118865" cy="62496"/>
              </a:xfrm>
              <a:custGeom>
                <a:avLst/>
                <a:gdLst>
                  <a:gd name="T0" fmla="*/ 22 w 27"/>
                  <a:gd name="T1" fmla="*/ 9 h 14"/>
                  <a:gd name="T2" fmla="*/ 0 w 27"/>
                  <a:gd name="T3" fmla="*/ 9 h 14"/>
                  <a:gd name="T4" fmla="*/ 4 w 27"/>
                  <a:gd name="T5" fmla="*/ 14 h 14"/>
                  <a:gd name="T6" fmla="*/ 27 w 27"/>
                  <a:gd name="T7" fmla="*/ 14 h 14"/>
                  <a:gd name="T8" fmla="*/ 27 w 27"/>
                  <a:gd name="T9" fmla="*/ 0 h 14"/>
                  <a:gd name="T10" fmla="*/ 22 w 27"/>
                  <a:gd name="T11" fmla="*/ 0 h 14"/>
                  <a:gd name="T12" fmla="*/ 22 w 27"/>
                  <a:gd name="T13" fmla="*/ 9 h 14"/>
                </a:gdLst>
                <a:ahLst/>
                <a:cxnLst>
                  <a:cxn ang="0">
                    <a:pos x="T0" y="T1"/>
                  </a:cxn>
                  <a:cxn ang="0">
                    <a:pos x="T2" y="T3"/>
                  </a:cxn>
                  <a:cxn ang="0">
                    <a:pos x="T4" y="T5"/>
                  </a:cxn>
                  <a:cxn ang="0">
                    <a:pos x="T6" y="T7"/>
                  </a:cxn>
                  <a:cxn ang="0">
                    <a:pos x="T8" y="T9"/>
                  </a:cxn>
                  <a:cxn ang="0">
                    <a:pos x="T10" y="T11"/>
                  </a:cxn>
                  <a:cxn ang="0">
                    <a:pos x="T12" y="T13"/>
                  </a:cxn>
                </a:cxnLst>
                <a:rect l="0" t="0" r="r" b="b"/>
                <a:pathLst>
                  <a:path w="27" h="14">
                    <a:moveTo>
                      <a:pt x="22" y="9"/>
                    </a:moveTo>
                    <a:cubicBezTo>
                      <a:pt x="0" y="9"/>
                      <a:pt x="0" y="9"/>
                      <a:pt x="0" y="9"/>
                    </a:cubicBezTo>
                    <a:cubicBezTo>
                      <a:pt x="1" y="10"/>
                      <a:pt x="3" y="12"/>
                      <a:pt x="4" y="14"/>
                    </a:cubicBezTo>
                    <a:cubicBezTo>
                      <a:pt x="27" y="14"/>
                      <a:pt x="27" y="14"/>
                      <a:pt x="27" y="14"/>
                    </a:cubicBezTo>
                    <a:cubicBezTo>
                      <a:pt x="27" y="0"/>
                      <a:pt x="27" y="0"/>
                      <a:pt x="27" y="0"/>
                    </a:cubicBezTo>
                    <a:cubicBezTo>
                      <a:pt x="22" y="0"/>
                      <a:pt x="22" y="0"/>
                      <a:pt x="22" y="0"/>
                    </a:cubicBezTo>
                    <a:lnTo>
                      <a:pt x="22" y="9"/>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45" name="Freeform 579"/>
              <p:cNvSpPr>
                <a:spLocks/>
              </p:cNvSpPr>
              <p:nvPr/>
            </p:nvSpPr>
            <p:spPr bwMode="auto">
              <a:xfrm>
                <a:off x="5585098" y="1603362"/>
                <a:ext cx="181361" cy="207095"/>
              </a:xfrm>
              <a:custGeom>
                <a:avLst/>
                <a:gdLst>
                  <a:gd name="T0" fmla="*/ 5 w 41"/>
                  <a:gd name="T1" fmla="*/ 27 h 47"/>
                  <a:gd name="T2" fmla="*/ 5 w 41"/>
                  <a:gd name="T3" fmla="*/ 30 h 47"/>
                  <a:gd name="T4" fmla="*/ 18 w 41"/>
                  <a:gd name="T5" fmla="*/ 47 h 47"/>
                  <a:gd name="T6" fmla="*/ 33 w 41"/>
                  <a:gd name="T7" fmla="*/ 47 h 47"/>
                  <a:gd name="T8" fmla="*/ 33 w 41"/>
                  <a:gd name="T9" fmla="*/ 27 h 47"/>
                  <a:gd name="T10" fmla="*/ 41 w 41"/>
                  <a:gd name="T11" fmla="*/ 27 h 47"/>
                  <a:gd name="T12" fmla="*/ 19 w 41"/>
                  <a:gd name="T13" fmla="*/ 0 h 47"/>
                  <a:gd name="T14" fmla="*/ 0 w 41"/>
                  <a:gd name="T15" fmla="*/ 24 h 47"/>
                  <a:gd name="T16" fmla="*/ 3 w 41"/>
                  <a:gd name="T17" fmla="*/ 27 h 47"/>
                  <a:gd name="T18" fmla="*/ 5 w 41"/>
                  <a:gd name="T19" fmla="*/ 2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47">
                    <a:moveTo>
                      <a:pt x="5" y="27"/>
                    </a:moveTo>
                    <a:cubicBezTo>
                      <a:pt x="5" y="30"/>
                      <a:pt x="5" y="30"/>
                      <a:pt x="5" y="30"/>
                    </a:cubicBezTo>
                    <a:cubicBezTo>
                      <a:pt x="10" y="35"/>
                      <a:pt x="14" y="41"/>
                      <a:pt x="18" y="47"/>
                    </a:cubicBezTo>
                    <a:cubicBezTo>
                      <a:pt x="33" y="47"/>
                      <a:pt x="33" y="47"/>
                      <a:pt x="33" y="47"/>
                    </a:cubicBezTo>
                    <a:cubicBezTo>
                      <a:pt x="33" y="27"/>
                      <a:pt x="33" y="27"/>
                      <a:pt x="33" y="27"/>
                    </a:cubicBezTo>
                    <a:cubicBezTo>
                      <a:pt x="41" y="27"/>
                      <a:pt x="41" y="27"/>
                      <a:pt x="41" y="27"/>
                    </a:cubicBezTo>
                    <a:cubicBezTo>
                      <a:pt x="19" y="0"/>
                      <a:pt x="19" y="0"/>
                      <a:pt x="19" y="0"/>
                    </a:cubicBezTo>
                    <a:cubicBezTo>
                      <a:pt x="0" y="24"/>
                      <a:pt x="0" y="24"/>
                      <a:pt x="0" y="24"/>
                    </a:cubicBezTo>
                    <a:cubicBezTo>
                      <a:pt x="1" y="25"/>
                      <a:pt x="2" y="26"/>
                      <a:pt x="3" y="27"/>
                    </a:cubicBezTo>
                    <a:lnTo>
                      <a:pt x="5" y="27"/>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56" name="Freeform 590"/>
              <p:cNvSpPr>
                <a:spLocks noEditPoints="1"/>
              </p:cNvSpPr>
              <p:nvPr/>
            </p:nvSpPr>
            <p:spPr bwMode="auto">
              <a:xfrm>
                <a:off x="5907382" y="2084949"/>
                <a:ext cx="225476" cy="357821"/>
              </a:xfrm>
              <a:custGeom>
                <a:avLst/>
                <a:gdLst>
                  <a:gd name="T0" fmla="*/ 51 w 51"/>
                  <a:gd name="T1" fmla="*/ 81 h 81"/>
                  <a:gd name="T2" fmla="*/ 45 w 51"/>
                  <a:gd name="T3" fmla="*/ 1 h 81"/>
                  <a:gd name="T4" fmla="*/ 40 w 51"/>
                  <a:gd name="T5" fmla="*/ 0 h 81"/>
                  <a:gd name="T6" fmla="*/ 45 w 51"/>
                  <a:gd name="T7" fmla="*/ 7 h 81"/>
                  <a:gd name="T8" fmla="*/ 45 w 51"/>
                  <a:gd name="T9" fmla="*/ 53 h 81"/>
                  <a:gd name="T10" fmla="*/ 40 w 51"/>
                  <a:gd name="T11" fmla="*/ 58 h 81"/>
                  <a:gd name="T12" fmla="*/ 45 w 51"/>
                  <a:gd name="T13" fmla="*/ 65 h 81"/>
                  <a:gd name="T14" fmla="*/ 40 w 51"/>
                  <a:gd name="T15" fmla="*/ 65 h 81"/>
                  <a:gd name="T16" fmla="*/ 45 w 51"/>
                  <a:gd name="T17" fmla="*/ 69 h 81"/>
                  <a:gd name="T18" fmla="*/ 45 w 51"/>
                  <a:gd name="T19" fmla="*/ 76 h 81"/>
                  <a:gd name="T20" fmla="*/ 40 w 51"/>
                  <a:gd name="T21" fmla="*/ 81 h 81"/>
                  <a:gd name="T22" fmla="*/ 35 w 51"/>
                  <a:gd name="T23" fmla="*/ 1 h 81"/>
                  <a:gd name="T24" fmla="*/ 25 w 51"/>
                  <a:gd name="T25" fmla="*/ 7 h 81"/>
                  <a:gd name="T26" fmla="*/ 40 w 51"/>
                  <a:gd name="T27" fmla="*/ 0 h 81"/>
                  <a:gd name="T28" fmla="*/ 25 w 51"/>
                  <a:gd name="T29" fmla="*/ 81 h 81"/>
                  <a:gd name="T30" fmla="*/ 40 w 51"/>
                  <a:gd name="T31" fmla="*/ 76 h 81"/>
                  <a:gd name="T32" fmla="*/ 35 w 51"/>
                  <a:gd name="T33" fmla="*/ 69 h 81"/>
                  <a:gd name="T34" fmla="*/ 40 w 51"/>
                  <a:gd name="T35" fmla="*/ 65 h 81"/>
                  <a:gd name="T36" fmla="*/ 35 w 51"/>
                  <a:gd name="T37" fmla="*/ 58 h 81"/>
                  <a:gd name="T38" fmla="*/ 40 w 51"/>
                  <a:gd name="T39" fmla="*/ 53 h 81"/>
                  <a:gd name="T40" fmla="*/ 25 w 51"/>
                  <a:gd name="T41" fmla="*/ 58 h 81"/>
                  <a:gd name="T42" fmla="*/ 30 w 51"/>
                  <a:gd name="T43" fmla="*/ 65 h 81"/>
                  <a:gd name="T44" fmla="*/ 25 w 51"/>
                  <a:gd name="T45" fmla="*/ 65 h 81"/>
                  <a:gd name="T46" fmla="*/ 30 w 51"/>
                  <a:gd name="T47" fmla="*/ 69 h 81"/>
                  <a:gd name="T48" fmla="*/ 30 w 51"/>
                  <a:gd name="T49" fmla="*/ 76 h 81"/>
                  <a:gd name="T50" fmla="*/ 25 w 51"/>
                  <a:gd name="T51" fmla="*/ 81 h 81"/>
                  <a:gd name="T52" fmla="*/ 10 w 51"/>
                  <a:gd name="T53" fmla="*/ 1 h 81"/>
                  <a:gd name="T54" fmla="*/ 25 w 51"/>
                  <a:gd name="T55" fmla="*/ 7 h 81"/>
                  <a:gd name="T56" fmla="*/ 10 w 51"/>
                  <a:gd name="T57" fmla="*/ 81 h 81"/>
                  <a:gd name="T58" fmla="*/ 25 w 51"/>
                  <a:gd name="T59" fmla="*/ 76 h 81"/>
                  <a:gd name="T60" fmla="*/ 20 w 51"/>
                  <a:gd name="T61" fmla="*/ 69 h 81"/>
                  <a:gd name="T62" fmla="*/ 25 w 51"/>
                  <a:gd name="T63" fmla="*/ 65 h 81"/>
                  <a:gd name="T64" fmla="*/ 20 w 51"/>
                  <a:gd name="T65" fmla="*/ 58 h 81"/>
                  <a:gd name="T66" fmla="*/ 25 w 51"/>
                  <a:gd name="T67" fmla="*/ 53 h 81"/>
                  <a:gd name="T68" fmla="*/ 10 w 51"/>
                  <a:gd name="T69" fmla="*/ 58 h 81"/>
                  <a:gd name="T70" fmla="*/ 15 w 51"/>
                  <a:gd name="T71" fmla="*/ 65 h 81"/>
                  <a:gd name="T72" fmla="*/ 10 w 51"/>
                  <a:gd name="T73" fmla="*/ 65 h 81"/>
                  <a:gd name="T74" fmla="*/ 15 w 51"/>
                  <a:gd name="T75" fmla="*/ 69 h 81"/>
                  <a:gd name="T76" fmla="*/ 15 w 51"/>
                  <a:gd name="T77" fmla="*/ 76 h 81"/>
                  <a:gd name="T78" fmla="*/ 10 w 51"/>
                  <a:gd name="T79" fmla="*/ 81 h 81"/>
                  <a:gd name="T80" fmla="*/ 0 w 51"/>
                  <a:gd name="T81" fmla="*/ 1 h 81"/>
                  <a:gd name="T82" fmla="*/ 1 w 51"/>
                  <a:gd name="T83" fmla="*/ 81 h 81"/>
                  <a:gd name="T84" fmla="*/ 10 w 51"/>
                  <a:gd name="T85" fmla="*/ 76 h 81"/>
                  <a:gd name="T86" fmla="*/ 5 w 51"/>
                  <a:gd name="T87" fmla="*/ 69 h 81"/>
                  <a:gd name="T88" fmla="*/ 10 w 51"/>
                  <a:gd name="T89" fmla="*/ 65 h 81"/>
                  <a:gd name="T90" fmla="*/ 5 w 51"/>
                  <a:gd name="T91" fmla="*/ 58 h 81"/>
                  <a:gd name="T92" fmla="*/ 10 w 51"/>
                  <a:gd name="T93" fmla="*/ 53 h 81"/>
                  <a:gd name="T94" fmla="*/ 5 w 51"/>
                  <a:gd name="T95" fmla="*/ 7 h 81"/>
                  <a:gd name="T96" fmla="*/ 10 w 51"/>
                  <a:gd name="T97" fmla="*/ 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1" h="81">
                    <a:moveTo>
                      <a:pt x="40" y="81"/>
                    </a:moveTo>
                    <a:cubicBezTo>
                      <a:pt x="51" y="81"/>
                      <a:pt x="51" y="81"/>
                      <a:pt x="51" y="81"/>
                    </a:cubicBezTo>
                    <a:cubicBezTo>
                      <a:pt x="51" y="1"/>
                      <a:pt x="51" y="1"/>
                      <a:pt x="51" y="1"/>
                    </a:cubicBezTo>
                    <a:cubicBezTo>
                      <a:pt x="45" y="1"/>
                      <a:pt x="45" y="1"/>
                      <a:pt x="45" y="1"/>
                    </a:cubicBezTo>
                    <a:cubicBezTo>
                      <a:pt x="45" y="0"/>
                      <a:pt x="45" y="0"/>
                      <a:pt x="45" y="0"/>
                    </a:cubicBezTo>
                    <a:cubicBezTo>
                      <a:pt x="40" y="0"/>
                      <a:pt x="40" y="0"/>
                      <a:pt x="40" y="0"/>
                    </a:cubicBezTo>
                    <a:cubicBezTo>
                      <a:pt x="40" y="7"/>
                      <a:pt x="40" y="7"/>
                      <a:pt x="40" y="7"/>
                    </a:cubicBezTo>
                    <a:cubicBezTo>
                      <a:pt x="45" y="7"/>
                      <a:pt x="45" y="7"/>
                      <a:pt x="45" y="7"/>
                    </a:cubicBezTo>
                    <a:cubicBezTo>
                      <a:pt x="45" y="53"/>
                      <a:pt x="45" y="53"/>
                      <a:pt x="45" y="53"/>
                    </a:cubicBezTo>
                    <a:cubicBezTo>
                      <a:pt x="45" y="53"/>
                      <a:pt x="45" y="53"/>
                      <a:pt x="45" y="53"/>
                    </a:cubicBezTo>
                    <a:cubicBezTo>
                      <a:pt x="40" y="53"/>
                      <a:pt x="40" y="53"/>
                      <a:pt x="40" y="53"/>
                    </a:cubicBezTo>
                    <a:cubicBezTo>
                      <a:pt x="40" y="58"/>
                      <a:pt x="40" y="58"/>
                      <a:pt x="40" y="58"/>
                    </a:cubicBezTo>
                    <a:cubicBezTo>
                      <a:pt x="45" y="58"/>
                      <a:pt x="45" y="58"/>
                      <a:pt x="45" y="58"/>
                    </a:cubicBezTo>
                    <a:cubicBezTo>
                      <a:pt x="45" y="65"/>
                      <a:pt x="45" y="65"/>
                      <a:pt x="45" y="65"/>
                    </a:cubicBezTo>
                    <a:cubicBezTo>
                      <a:pt x="45" y="65"/>
                      <a:pt x="45" y="65"/>
                      <a:pt x="45" y="65"/>
                    </a:cubicBezTo>
                    <a:cubicBezTo>
                      <a:pt x="40" y="65"/>
                      <a:pt x="40" y="65"/>
                      <a:pt x="40" y="65"/>
                    </a:cubicBezTo>
                    <a:cubicBezTo>
                      <a:pt x="40" y="69"/>
                      <a:pt x="40" y="69"/>
                      <a:pt x="40" y="69"/>
                    </a:cubicBezTo>
                    <a:cubicBezTo>
                      <a:pt x="45" y="69"/>
                      <a:pt x="45" y="69"/>
                      <a:pt x="45" y="69"/>
                    </a:cubicBezTo>
                    <a:cubicBezTo>
                      <a:pt x="45" y="76"/>
                      <a:pt x="45" y="76"/>
                      <a:pt x="45" y="76"/>
                    </a:cubicBezTo>
                    <a:cubicBezTo>
                      <a:pt x="45" y="76"/>
                      <a:pt x="45" y="76"/>
                      <a:pt x="45" y="76"/>
                    </a:cubicBezTo>
                    <a:cubicBezTo>
                      <a:pt x="40" y="76"/>
                      <a:pt x="40" y="76"/>
                      <a:pt x="40" y="76"/>
                    </a:cubicBezTo>
                    <a:lnTo>
                      <a:pt x="40" y="81"/>
                    </a:lnTo>
                    <a:close/>
                    <a:moveTo>
                      <a:pt x="35" y="0"/>
                    </a:moveTo>
                    <a:cubicBezTo>
                      <a:pt x="35" y="1"/>
                      <a:pt x="35" y="1"/>
                      <a:pt x="35" y="1"/>
                    </a:cubicBezTo>
                    <a:cubicBezTo>
                      <a:pt x="25" y="1"/>
                      <a:pt x="25" y="1"/>
                      <a:pt x="25" y="1"/>
                    </a:cubicBezTo>
                    <a:cubicBezTo>
                      <a:pt x="25" y="7"/>
                      <a:pt x="25" y="7"/>
                      <a:pt x="25" y="7"/>
                    </a:cubicBezTo>
                    <a:cubicBezTo>
                      <a:pt x="40" y="7"/>
                      <a:pt x="40" y="7"/>
                      <a:pt x="40" y="7"/>
                    </a:cubicBezTo>
                    <a:cubicBezTo>
                      <a:pt x="40" y="0"/>
                      <a:pt x="40" y="0"/>
                      <a:pt x="40" y="0"/>
                    </a:cubicBezTo>
                    <a:cubicBezTo>
                      <a:pt x="35" y="0"/>
                      <a:pt x="35" y="0"/>
                      <a:pt x="35" y="0"/>
                    </a:cubicBezTo>
                    <a:close/>
                    <a:moveTo>
                      <a:pt x="25" y="81"/>
                    </a:moveTo>
                    <a:cubicBezTo>
                      <a:pt x="40" y="81"/>
                      <a:pt x="40" y="81"/>
                      <a:pt x="40" y="81"/>
                    </a:cubicBezTo>
                    <a:cubicBezTo>
                      <a:pt x="40" y="76"/>
                      <a:pt x="40" y="76"/>
                      <a:pt x="40" y="76"/>
                    </a:cubicBezTo>
                    <a:cubicBezTo>
                      <a:pt x="35" y="76"/>
                      <a:pt x="35" y="76"/>
                      <a:pt x="35" y="76"/>
                    </a:cubicBezTo>
                    <a:cubicBezTo>
                      <a:pt x="35" y="69"/>
                      <a:pt x="35" y="69"/>
                      <a:pt x="35" y="69"/>
                    </a:cubicBezTo>
                    <a:cubicBezTo>
                      <a:pt x="40" y="69"/>
                      <a:pt x="40" y="69"/>
                      <a:pt x="40" y="69"/>
                    </a:cubicBezTo>
                    <a:cubicBezTo>
                      <a:pt x="40" y="65"/>
                      <a:pt x="40" y="65"/>
                      <a:pt x="40" y="65"/>
                    </a:cubicBezTo>
                    <a:cubicBezTo>
                      <a:pt x="35" y="65"/>
                      <a:pt x="35" y="65"/>
                      <a:pt x="35" y="65"/>
                    </a:cubicBezTo>
                    <a:cubicBezTo>
                      <a:pt x="35" y="58"/>
                      <a:pt x="35" y="58"/>
                      <a:pt x="35" y="58"/>
                    </a:cubicBezTo>
                    <a:cubicBezTo>
                      <a:pt x="40" y="58"/>
                      <a:pt x="40" y="58"/>
                      <a:pt x="40" y="58"/>
                    </a:cubicBezTo>
                    <a:cubicBezTo>
                      <a:pt x="40" y="53"/>
                      <a:pt x="40" y="53"/>
                      <a:pt x="40" y="53"/>
                    </a:cubicBezTo>
                    <a:cubicBezTo>
                      <a:pt x="25" y="53"/>
                      <a:pt x="25" y="53"/>
                      <a:pt x="25" y="53"/>
                    </a:cubicBezTo>
                    <a:cubicBezTo>
                      <a:pt x="25" y="58"/>
                      <a:pt x="25" y="58"/>
                      <a:pt x="25" y="58"/>
                    </a:cubicBezTo>
                    <a:cubicBezTo>
                      <a:pt x="30" y="58"/>
                      <a:pt x="30" y="58"/>
                      <a:pt x="30" y="58"/>
                    </a:cubicBezTo>
                    <a:cubicBezTo>
                      <a:pt x="30" y="65"/>
                      <a:pt x="30" y="65"/>
                      <a:pt x="30" y="65"/>
                    </a:cubicBezTo>
                    <a:cubicBezTo>
                      <a:pt x="30" y="65"/>
                      <a:pt x="30" y="65"/>
                      <a:pt x="30" y="65"/>
                    </a:cubicBezTo>
                    <a:cubicBezTo>
                      <a:pt x="25" y="65"/>
                      <a:pt x="25" y="65"/>
                      <a:pt x="25" y="65"/>
                    </a:cubicBezTo>
                    <a:cubicBezTo>
                      <a:pt x="25" y="69"/>
                      <a:pt x="25" y="69"/>
                      <a:pt x="25" y="69"/>
                    </a:cubicBezTo>
                    <a:cubicBezTo>
                      <a:pt x="30" y="69"/>
                      <a:pt x="30" y="69"/>
                      <a:pt x="30" y="69"/>
                    </a:cubicBezTo>
                    <a:cubicBezTo>
                      <a:pt x="30" y="76"/>
                      <a:pt x="30" y="76"/>
                      <a:pt x="30" y="76"/>
                    </a:cubicBezTo>
                    <a:cubicBezTo>
                      <a:pt x="30" y="76"/>
                      <a:pt x="30" y="76"/>
                      <a:pt x="30" y="76"/>
                    </a:cubicBezTo>
                    <a:cubicBezTo>
                      <a:pt x="25" y="76"/>
                      <a:pt x="25" y="76"/>
                      <a:pt x="25" y="76"/>
                    </a:cubicBezTo>
                    <a:lnTo>
                      <a:pt x="25" y="81"/>
                    </a:lnTo>
                    <a:close/>
                    <a:moveTo>
                      <a:pt x="25" y="1"/>
                    </a:moveTo>
                    <a:cubicBezTo>
                      <a:pt x="10" y="1"/>
                      <a:pt x="10" y="1"/>
                      <a:pt x="10" y="1"/>
                    </a:cubicBezTo>
                    <a:cubicBezTo>
                      <a:pt x="10" y="7"/>
                      <a:pt x="10" y="7"/>
                      <a:pt x="10" y="7"/>
                    </a:cubicBezTo>
                    <a:cubicBezTo>
                      <a:pt x="25" y="7"/>
                      <a:pt x="25" y="7"/>
                      <a:pt x="25" y="7"/>
                    </a:cubicBezTo>
                    <a:cubicBezTo>
                      <a:pt x="25" y="1"/>
                      <a:pt x="25" y="1"/>
                      <a:pt x="25" y="1"/>
                    </a:cubicBezTo>
                    <a:close/>
                    <a:moveTo>
                      <a:pt x="10" y="81"/>
                    </a:moveTo>
                    <a:cubicBezTo>
                      <a:pt x="25" y="81"/>
                      <a:pt x="25" y="81"/>
                      <a:pt x="25" y="81"/>
                    </a:cubicBezTo>
                    <a:cubicBezTo>
                      <a:pt x="25" y="76"/>
                      <a:pt x="25" y="76"/>
                      <a:pt x="25" y="76"/>
                    </a:cubicBezTo>
                    <a:cubicBezTo>
                      <a:pt x="20" y="76"/>
                      <a:pt x="20" y="76"/>
                      <a:pt x="20" y="76"/>
                    </a:cubicBezTo>
                    <a:cubicBezTo>
                      <a:pt x="20" y="69"/>
                      <a:pt x="20" y="69"/>
                      <a:pt x="20" y="69"/>
                    </a:cubicBezTo>
                    <a:cubicBezTo>
                      <a:pt x="25" y="69"/>
                      <a:pt x="25" y="69"/>
                      <a:pt x="25" y="69"/>
                    </a:cubicBezTo>
                    <a:cubicBezTo>
                      <a:pt x="25" y="65"/>
                      <a:pt x="25" y="65"/>
                      <a:pt x="25" y="65"/>
                    </a:cubicBezTo>
                    <a:cubicBezTo>
                      <a:pt x="20" y="65"/>
                      <a:pt x="20" y="65"/>
                      <a:pt x="20" y="65"/>
                    </a:cubicBezTo>
                    <a:cubicBezTo>
                      <a:pt x="20" y="58"/>
                      <a:pt x="20" y="58"/>
                      <a:pt x="20" y="58"/>
                    </a:cubicBezTo>
                    <a:cubicBezTo>
                      <a:pt x="25" y="58"/>
                      <a:pt x="25" y="58"/>
                      <a:pt x="25" y="58"/>
                    </a:cubicBezTo>
                    <a:cubicBezTo>
                      <a:pt x="25" y="53"/>
                      <a:pt x="25" y="53"/>
                      <a:pt x="25" y="53"/>
                    </a:cubicBezTo>
                    <a:cubicBezTo>
                      <a:pt x="10" y="53"/>
                      <a:pt x="10" y="53"/>
                      <a:pt x="10" y="53"/>
                    </a:cubicBezTo>
                    <a:cubicBezTo>
                      <a:pt x="10" y="58"/>
                      <a:pt x="10" y="58"/>
                      <a:pt x="10" y="58"/>
                    </a:cubicBezTo>
                    <a:cubicBezTo>
                      <a:pt x="15" y="58"/>
                      <a:pt x="15" y="58"/>
                      <a:pt x="15" y="58"/>
                    </a:cubicBezTo>
                    <a:cubicBezTo>
                      <a:pt x="15" y="65"/>
                      <a:pt x="15" y="65"/>
                      <a:pt x="15" y="65"/>
                    </a:cubicBezTo>
                    <a:cubicBezTo>
                      <a:pt x="15" y="65"/>
                      <a:pt x="15" y="65"/>
                      <a:pt x="15" y="65"/>
                    </a:cubicBezTo>
                    <a:cubicBezTo>
                      <a:pt x="10" y="65"/>
                      <a:pt x="10" y="65"/>
                      <a:pt x="10" y="65"/>
                    </a:cubicBezTo>
                    <a:cubicBezTo>
                      <a:pt x="10" y="69"/>
                      <a:pt x="10" y="69"/>
                      <a:pt x="10" y="69"/>
                    </a:cubicBezTo>
                    <a:cubicBezTo>
                      <a:pt x="15" y="69"/>
                      <a:pt x="15" y="69"/>
                      <a:pt x="15" y="69"/>
                    </a:cubicBezTo>
                    <a:cubicBezTo>
                      <a:pt x="15" y="76"/>
                      <a:pt x="15" y="76"/>
                      <a:pt x="15" y="76"/>
                    </a:cubicBezTo>
                    <a:cubicBezTo>
                      <a:pt x="15" y="76"/>
                      <a:pt x="15" y="76"/>
                      <a:pt x="15" y="76"/>
                    </a:cubicBezTo>
                    <a:cubicBezTo>
                      <a:pt x="10" y="76"/>
                      <a:pt x="10" y="76"/>
                      <a:pt x="10" y="76"/>
                    </a:cubicBezTo>
                    <a:lnTo>
                      <a:pt x="10" y="81"/>
                    </a:lnTo>
                    <a:close/>
                    <a:moveTo>
                      <a:pt x="10" y="1"/>
                    </a:moveTo>
                    <a:cubicBezTo>
                      <a:pt x="0" y="1"/>
                      <a:pt x="0" y="1"/>
                      <a:pt x="0" y="1"/>
                    </a:cubicBezTo>
                    <a:cubicBezTo>
                      <a:pt x="0" y="70"/>
                      <a:pt x="0" y="70"/>
                      <a:pt x="0" y="70"/>
                    </a:cubicBezTo>
                    <a:cubicBezTo>
                      <a:pt x="0" y="74"/>
                      <a:pt x="1" y="78"/>
                      <a:pt x="1" y="81"/>
                    </a:cubicBezTo>
                    <a:cubicBezTo>
                      <a:pt x="10" y="81"/>
                      <a:pt x="10" y="81"/>
                      <a:pt x="10" y="81"/>
                    </a:cubicBezTo>
                    <a:cubicBezTo>
                      <a:pt x="10" y="76"/>
                      <a:pt x="10" y="76"/>
                      <a:pt x="10" y="76"/>
                    </a:cubicBezTo>
                    <a:cubicBezTo>
                      <a:pt x="5" y="76"/>
                      <a:pt x="5" y="76"/>
                      <a:pt x="5" y="76"/>
                    </a:cubicBezTo>
                    <a:cubicBezTo>
                      <a:pt x="5" y="69"/>
                      <a:pt x="5" y="69"/>
                      <a:pt x="5" y="69"/>
                    </a:cubicBezTo>
                    <a:cubicBezTo>
                      <a:pt x="10" y="69"/>
                      <a:pt x="10" y="69"/>
                      <a:pt x="10" y="69"/>
                    </a:cubicBezTo>
                    <a:cubicBezTo>
                      <a:pt x="10" y="65"/>
                      <a:pt x="10" y="65"/>
                      <a:pt x="10" y="65"/>
                    </a:cubicBezTo>
                    <a:cubicBezTo>
                      <a:pt x="5" y="65"/>
                      <a:pt x="5" y="65"/>
                      <a:pt x="5" y="65"/>
                    </a:cubicBezTo>
                    <a:cubicBezTo>
                      <a:pt x="5" y="58"/>
                      <a:pt x="5" y="58"/>
                      <a:pt x="5" y="58"/>
                    </a:cubicBezTo>
                    <a:cubicBezTo>
                      <a:pt x="10" y="58"/>
                      <a:pt x="10" y="58"/>
                      <a:pt x="10" y="58"/>
                    </a:cubicBezTo>
                    <a:cubicBezTo>
                      <a:pt x="10" y="53"/>
                      <a:pt x="10" y="53"/>
                      <a:pt x="10" y="53"/>
                    </a:cubicBezTo>
                    <a:cubicBezTo>
                      <a:pt x="5" y="53"/>
                      <a:pt x="5" y="53"/>
                      <a:pt x="5" y="53"/>
                    </a:cubicBezTo>
                    <a:cubicBezTo>
                      <a:pt x="5" y="7"/>
                      <a:pt x="5" y="7"/>
                      <a:pt x="5" y="7"/>
                    </a:cubicBezTo>
                    <a:cubicBezTo>
                      <a:pt x="10" y="7"/>
                      <a:pt x="10" y="7"/>
                      <a:pt x="10" y="7"/>
                    </a:cubicBezTo>
                    <a:lnTo>
                      <a:pt x="10" y="1"/>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57" name="Freeform 591"/>
              <p:cNvSpPr>
                <a:spLocks/>
              </p:cNvSpPr>
              <p:nvPr/>
            </p:nvSpPr>
            <p:spPr bwMode="auto">
              <a:xfrm>
                <a:off x="5205220" y="1330095"/>
                <a:ext cx="142148" cy="61271"/>
              </a:xfrm>
              <a:custGeom>
                <a:avLst/>
                <a:gdLst>
                  <a:gd name="T0" fmla="*/ 0 w 116"/>
                  <a:gd name="T1" fmla="*/ 28 h 50"/>
                  <a:gd name="T2" fmla="*/ 44 w 116"/>
                  <a:gd name="T3" fmla="*/ 50 h 50"/>
                  <a:gd name="T4" fmla="*/ 116 w 116"/>
                  <a:gd name="T5" fmla="*/ 50 h 50"/>
                  <a:gd name="T6" fmla="*/ 15 w 116"/>
                  <a:gd name="T7" fmla="*/ 0 h 50"/>
                  <a:gd name="T8" fmla="*/ 0 w 116"/>
                  <a:gd name="T9" fmla="*/ 28 h 50"/>
                </a:gdLst>
                <a:ahLst/>
                <a:cxnLst>
                  <a:cxn ang="0">
                    <a:pos x="T0" y="T1"/>
                  </a:cxn>
                  <a:cxn ang="0">
                    <a:pos x="T2" y="T3"/>
                  </a:cxn>
                  <a:cxn ang="0">
                    <a:pos x="T4" y="T5"/>
                  </a:cxn>
                  <a:cxn ang="0">
                    <a:pos x="T6" y="T7"/>
                  </a:cxn>
                  <a:cxn ang="0">
                    <a:pos x="T8" y="T9"/>
                  </a:cxn>
                </a:cxnLst>
                <a:rect l="0" t="0" r="r" b="b"/>
                <a:pathLst>
                  <a:path w="116" h="50">
                    <a:moveTo>
                      <a:pt x="0" y="28"/>
                    </a:moveTo>
                    <a:lnTo>
                      <a:pt x="44" y="50"/>
                    </a:lnTo>
                    <a:lnTo>
                      <a:pt x="116" y="50"/>
                    </a:lnTo>
                    <a:lnTo>
                      <a:pt x="15" y="0"/>
                    </a:lnTo>
                    <a:lnTo>
                      <a:pt x="0" y="28"/>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58" name="Freeform 592"/>
              <p:cNvSpPr>
                <a:spLocks/>
              </p:cNvSpPr>
              <p:nvPr/>
            </p:nvSpPr>
            <p:spPr bwMode="auto">
              <a:xfrm>
                <a:off x="5205220" y="1399944"/>
                <a:ext cx="349243" cy="176459"/>
              </a:xfrm>
              <a:custGeom>
                <a:avLst/>
                <a:gdLst>
                  <a:gd name="T0" fmla="*/ 56 w 79"/>
                  <a:gd name="T1" fmla="*/ 40 h 40"/>
                  <a:gd name="T2" fmla="*/ 64 w 79"/>
                  <a:gd name="T3" fmla="*/ 40 h 40"/>
                  <a:gd name="T4" fmla="*/ 64 w 79"/>
                  <a:gd name="T5" fmla="*/ 32 h 40"/>
                  <a:gd name="T6" fmla="*/ 79 w 79"/>
                  <a:gd name="T7" fmla="*/ 32 h 40"/>
                  <a:gd name="T8" fmla="*/ 79 w 79"/>
                  <a:gd name="T9" fmla="*/ 8 h 40"/>
                  <a:gd name="T10" fmla="*/ 64 w 79"/>
                  <a:gd name="T11" fmla="*/ 8 h 40"/>
                  <a:gd name="T12" fmla="*/ 64 w 79"/>
                  <a:gd name="T13" fmla="*/ 0 h 40"/>
                  <a:gd name="T14" fmla="*/ 37 w 79"/>
                  <a:gd name="T15" fmla="*/ 0 h 40"/>
                  <a:gd name="T16" fmla="*/ 17 w 79"/>
                  <a:gd name="T17" fmla="*/ 0 h 40"/>
                  <a:gd name="T18" fmla="*/ 0 w 79"/>
                  <a:gd name="T19" fmla="*/ 0 h 40"/>
                  <a:gd name="T20" fmla="*/ 0 w 79"/>
                  <a:gd name="T21" fmla="*/ 2 h 40"/>
                  <a:gd name="T22" fmla="*/ 24 w 79"/>
                  <a:gd name="T23" fmla="*/ 16 h 40"/>
                  <a:gd name="T24" fmla="*/ 48 w 79"/>
                  <a:gd name="T25" fmla="*/ 16 h 40"/>
                  <a:gd name="T26" fmla="*/ 48 w 79"/>
                  <a:gd name="T27" fmla="*/ 25 h 40"/>
                  <a:gd name="T28" fmla="*/ 36 w 79"/>
                  <a:gd name="T29" fmla="*/ 25 h 40"/>
                  <a:gd name="T30" fmla="*/ 56 w 7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9" h="40">
                    <a:moveTo>
                      <a:pt x="56" y="40"/>
                    </a:moveTo>
                    <a:cubicBezTo>
                      <a:pt x="64" y="40"/>
                      <a:pt x="64" y="40"/>
                      <a:pt x="64" y="40"/>
                    </a:cubicBezTo>
                    <a:cubicBezTo>
                      <a:pt x="64" y="32"/>
                      <a:pt x="64" y="32"/>
                      <a:pt x="64" y="32"/>
                    </a:cubicBezTo>
                    <a:cubicBezTo>
                      <a:pt x="79" y="32"/>
                      <a:pt x="79" y="32"/>
                      <a:pt x="79" y="32"/>
                    </a:cubicBezTo>
                    <a:cubicBezTo>
                      <a:pt x="79" y="8"/>
                      <a:pt x="79" y="8"/>
                      <a:pt x="79" y="8"/>
                    </a:cubicBezTo>
                    <a:cubicBezTo>
                      <a:pt x="64" y="8"/>
                      <a:pt x="64" y="8"/>
                      <a:pt x="64" y="8"/>
                    </a:cubicBezTo>
                    <a:cubicBezTo>
                      <a:pt x="64" y="0"/>
                      <a:pt x="64" y="0"/>
                      <a:pt x="64" y="0"/>
                    </a:cubicBezTo>
                    <a:cubicBezTo>
                      <a:pt x="37" y="0"/>
                      <a:pt x="37" y="0"/>
                      <a:pt x="37" y="0"/>
                    </a:cubicBezTo>
                    <a:cubicBezTo>
                      <a:pt x="17" y="0"/>
                      <a:pt x="17" y="0"/>
                      <a:pt x="17" y="0"/>
                    </a:cubicBezTo>
                    <a:cubicBezTo>
                      <a:pt x="0" y="0"/>
                      <a:pt x="0" y="0"/>
                      <a:pt x="0" y="0"/>
                    </a:cubicBezTo>
                    <a:cubicBezTo>
                      <a:pt x="0" y="2"/>
                      <a:pt x="0" y="2"/>
                      <a:pt x="0" y="2"/>
                    </a:cubicBezTo>
                    <a:cubicBezTo>
                      <a:pt x="8" y="6"/>
                      <a:pt x="16" y="11"/>
                      <a:pt x="24" y="16"/>
                    </a:cubicBezTo>
                    <a:cubicBezTo>
                      <a:pt x="48" y="16"/>
                      <a:pt x="48" y="16"/>
                      <a:pt x="48" y="16"/>
                    </a:cubicBezTo>
                    <a:cubicBezTo>
                      <a:pt x="48" y="25"/>
                      <a:pt x="48" y="25"/>
                      <a:pt x="48" y="25"/>
                    </a:cubicBezTo>
                    <a:cubicBezTo>
                      <a:pt x="36" y="25"/>
                      <a:pt x="36" y="25"/>
                      <a:pt x="36" y="25"/>
                    </a:cubicBezTo>
                    <a:cubicBezTo>
                      <a:pt x="43" y="30"/>
                      <a:pt x="50" y="35"/>
                      <a:pt x="56" y="40"/>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65" name="Freeform 599"/>
              <p:cNvSpPr>
                <a:spLocks/>
              </p:cNvSpPr>
              <p:nvPr/>
            </p:nvSpPr>
            <p:spPr bwMode="auto">
              <a:xfrm>
                <a:off x="4304542" y="4067667"/>
                <a:ext cx="296550" cy="79652"/>
              </a:xfrm>
              <a:custGeom>
                <a:avLst/>
                <a:gdLst>
                  <a:gd name="T0" fmla="*/ 33 w 242"/>
                  <a:gd name="T1" fmla="*/ 65 h 65"/>
                  <a:gd name="T2" fmla="*/ 36 w 242"/>
                  <a:gd name="T3" fmla="*/ 65 h 65"/>
                  <a:gd name="T4" fmla="*/ 202 w 242"/>
                  <a:gd name="T5" fmla="*/ 65 h 65"/>
                  <a:gd name="T6" fmla="*/ 206 w 242"/>
                  <a:gd name="T7" fmla="*/ 65 h 65"/>
                  <a:gd name="T8" fmla="*/ 242 w 242"/>
                  <a:gd name="T9" fmla="*/ 0 h 65"/>
                  <a:gd name="T10" fmla="*/ 238 w 242"/>
                  <a:gd name="T11" fmla="*/ 0 h 65"/>
                  <a:gd name="T12" fmla="*/ 206 w 242"/>
                  <a:gd name="T13" fmla="*/ 0 h 65"/>
                  <a:gd name="T14" fmla="*/ 177 w 242"/>
                  <a:gd name="T15" fmla="*/ 0 h 65"/>
                  <a:gd name="T16" fmla="*/ 65 w 242"/>
                  <a:gd name="T17" fmla="*/ 0 h 65"/>
                  <a:gd name="T18" fmla="*/ 36 w 242"/>
                  <a:gd name="T19" fmla="*/ 0 h 65"/>
                  <a:gd name="T20" fmla="*/ 0 w 242"/>
                  <a:gd name="T21" fmla="*/ 0 h 65"/>
                  <a:gd name="T22" fmla="*/ 33 w 242"/>
                  <a:gd name="T23" fmla="*/ 65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2" h="65">
                    <a:moveTo>
                      <a:pt x="33" y="65"/>
                    </a:moveTo>
                    <a:lnTo>
                      <a:pt x="36" y="65"/>
                    </a:lnTo>
                    <a:lnTo>
                      <a:pt x="202" y="65"/>
                    </a:lnTo>
                    <a:lnTo>
                      <a:pt x="206" y="65"/>
                    </a:lnTo>
                    <a:lnTo>
                      <a:pt x="242" y="0"/>
                    </a:lnTo>
                    <a:lnTo>
                      <a:pt x="238" y="0"/>
                    </a:lnTo>
                    <a:lnTo>
                      <a:pt x="206" y="0"/>
                    </a:lnTo>
                    <a:lnTo>
                      <a:pt x="177" y="0"/>
                    </a:lnTo>
                    <a:lnTo>
                      <a:pt x="65" y="0"/>
                    </a:lnTo>
                    <a:lnTo>
                      <a:pt x="36" y="0"/>
                    </a:lnTo>
                    <a:lnTo>
                      <a:pt x="0" y="0"/>
                    </a:lnTo>
                    <a:lnTo>
                      <a:pt x="33" y="65"/>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66" name="Freeform 600"/>
              <p:cNvSpPr>
                <a:spLocks/>
              </p:cNvSpPr>
              <p:nvPr/>
            </p:nvSpPr>
            <p:spPr bwMode="auto">
              <a:xfrm>
                <a:off x="4300866" y="4086048"/>
                <a:ext cx="295324" cy="140922"/>
              </a:xfrm>
              <a:custGeom>
                <a:avLst/>
                <a:gdLst>
                  <a:gd name="T0" fmla="*/ 0 w 67"/>
                  <a:gd name="T1" fmla="*/ 32 h 32"/>
                  <a:gd name="T2" fmla="*/ 67 w 67"/>
                  <a:gd name="T3" fmla="*/ 32 h 32"/>
                  <a:gd name="T4" fmla="*/ 67 w 67"/>
                  <a:gd name="T5" fmla="*/ 0 h 32"/>
                  <a:gd name="T6" fmla="*/ 60 w 67"/>
                  <a:gd name="T7" fmla="*/ 15 h 32"/>
                  <a:gd name="T8" fmla="*/ 59 w 67"/>
                  <a:gd name="T9" fmla="*/ 16 h 32"/>
                  <a:gd name="T10" fmla="*/ 58 w 67"/>
                  <a:gd name="T11" fmla="*/ 16 h 32"/>
                  <a:gd name="T12" fmla="*/ 56 w 67"/>
                  <a:gd name="T13" fmla="*/ 16 h 32"/>
                  <a:gd name="T14" fmla="*/ 39 w 67"/>
                  <a:gd name="T15" fmla="*/ 16 h 32"/>
                  <a:gd name="T16" fmla="*/ 39 w 67"/>
                  <a:gd name="T17" fmla="*/ 17 h 32"/>
                  <a:gd name="T18" fmla="*/ 39 w 67"/>
                  <a:gd name="T19" fmla="*/ 20 h 32"/>
                  <a:gd name="T20" fmla="*/ 34 w 67"/>
                  <a:gd name="T21" fmla="*/ 22 h 32"/>
                  <a:gd name="T22" fmla="*/ 30 w 67"/>
                  <a:gd name="T23" fmla="*/ 20 h 32"/>
                  <a:gd name="T24" fmla="*/ 29 w 67"/>
                  <a:gd name="T25" fmla="*/ 17 h 32"/>
                  <a:gd name="T26" fmla="*/ 29 w 67"/>
                  <a:gd name="T27" fmla="*/ 16 h 32"/>
                  <a:gd name="T28" fmla="*/ 12 w 67"/>
                  <a:gd name="T29" fmla="*/ 16 h 32"/>
                  <a:gd name="T30" fmla="*/ 10 w 67"/>
                  <a:gd name="T31" fmla="*/ 16 h 32"/>
                  <a:gd name="T32" fmla="*/ 9 w 67"/>
                  <a:gd name="T33" fmla="*/ 16 h 32"/>
                  <a:gd name="T34" fmla="*/ 8 w 67"/>
                  <a:gd name="T35" fmla="*/ 15 h 32"/>
                  <a:gd name="T36" fmla="*/ 0 w 67"/>
                  <a:gd name="T37" fmla="*/ 1 h 32"/>
                  <a:gd name="T38" fmla="*/ 0 w 67"/>
                  <a:gd name="T39"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7" h="32">
                    <a:moveTo>
                      <a:pt x="0" y="32"/>
                    </a:moveTo>
                    <a:cubicBezTo>
                      <a:pt x="67" y="32"/>
                      <a:pt x="67" y="32"/>
                      <a:pt x="67" y="32"/>
                    </a:cubicBezTo>
                    <a:cubicBezTo>
                      <a:pt x="67" y="0"/>
                      <a:pt x="67" y="0"/>
                      <a:pt x="67" y="0"/>
                    </a:cubicBezTo>
                    <a:cubicBezTo>
                      <a:pt x="60" y="15"/>
                      <a:pt x="60" y="15"/>
                      <a:pt x="60" y="15"/>
                    </a:cubicBezTo>
                    <a:cubicBezTo>
                      <a:pt x="59" y="16"/>
                      <a:pt x="59" y="16"/>
                      <a:pt x="59" y="16"/>
                    </a:cubicBezTo>
                    <a:cubicBezTo>
                      <a:pt x="58" y="16"/>
                      <a:pt x="58" y="16"/>
                      <a:pt x="58" y="16"/>
                    </a:cubicBezTo>
                    <a:cubicBezTo>
                      <a:pt x="56" y="16"/>
                      <a:pt x="56" y="16"/>
                      <a:pt x="56" y="16"/>
                    </a:cubicBezTo>
                    <a:cubicBezTo>
                      <a:pt x="39" y="16"/>
                      <a:pt x="39" y="16"/>
                      <a:pt x="39" y="16"/>
                    </a:cubicBezTo>
                    <a:cubicBezTo>
                      <a:pt x="39" y="16"/>
                      <a:pt x="39" y="17"/>
                      <a:pt x="39" y="17"/>
                    </a:cubicBezTo>
                    <a:cubicBezTo>
                      <a:pt x="39" y="18"/>
                      <a:pt x="39" y="19"/>
                      <a:pt x="39" y="20"/>
                    </a:cubicBezTo>
                    <a:cubicBezTo>
                      <a:pt x="38" y="21"/>
                      <a:pt x="36" y="22"/>
                      <a:pt x="34" y="22"/>
                    </a:cubicBezTo>
                    <a:cubicBezTo>
                      <a:pt x="32" y="22"/>
                      <a:pt x="31" y="21"/>
                      <a:pt x="30" y="20"/>
                    </a:cubicBezTo>
                    <a:cubicBezTo>
                      <a:pt x="29" y="19"/>
                      <a:pt x="29" y="18"/>
                      <a:pt x="29" y="17"/>
                    </a:cubicBezTo>
                    <a:cubicBezTo>
                      <a:pt x="29" y="17"/>
                      <a:pt x="29" y="16"/>
                      <a:pt x="29" y="16"/>
                    </a:cubicBezTo>
                    <a:cubicBezTo>
                      <a:pt x="12" y="16"/>
                      <a:pt x="12" y="16"/>
                      <a:pt x="12" y="16"/>
                    </a:cubicBezTo>
                    <a:cubicBezTo>
                      <a:pt x="10" y="16"/>
                      <a:pt x="10" y="16"/>
                      <a:pt x="10" y="16"/>
                    </a:cubicBezTo>
                    <a:cubicBezTo>
                      <a:pt x="9" y="16"/>
                      <a:pt x="9" y="16"/>
                      <a:pt x="9" y="16"/>
                    </a:cubicBezTo>
                    <a:cubicBezTo>
                      <a:pt x="8" y="15"/>
                      <a:pt x="8" y="15"/>
                      <a:pt x="8" y="15"/>
                    </a:cubicBezTo>
                    <a:cubicBezTo>
                      <a:pt x="0" y="1"/>
                      <a:pt x="0" y="1"/>
                      <a:pt x="0" y="1"/>
                    </a:cubicBezTo>
                    <a:lnTo>
                      <a:pt x="0" y="32"/>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67" name="Freeform 601"/>
              <p:cNvSpPr>
                <a:spLocks/>
              </p:cNvSpPr>
              <p:nvPr/>
            </p:nvSpPr>
            <p:spPr bwMode="auto">
              <a:xfrm>
                <a:off x="4348657" y="3962282"/>
                <a:ext cx="208320" cy="96808"/>
              </a:xfrm>
              <a:custGeom>
                <a:avLst/>
                <a:gdLst>
                  <a:gd name="T0" fmla="*/ 47 w 47"/>
                  <a:gd name="T1" fmla="*/ 22 h 22"/>
                  <a:gd name="T2" fmla="*/ 47 w 47"/>
                  <a:gd name="T3" fmla="*/ 10 h 22"/>
                  <a:gd name="T4" fmla="*/ 38 w 47"/>
                  <a:gd name="T5" fmla="*/ 0 h 22"/>
                  <a:gd name="T6" fmla="*/ 9 w 47"/>
                  <a:gd name="T7" fmla="*/ 0 h 22"/>
                  <a:gd name="T8" fmla="*/ 0 w 47"/>
                  <a:gd name="T9" fmla="*/ 10 h 22"/>
                  <a:gd name="T10" fmla="*/ 0 w 47"/>
                  <a:gd name="T11" fmla="*/ 22 h 22"/>
                  <a:gd name="T12" fmla="*/ 8 w 47"/>
                  <a:gd name="T13" fmla="*/ 22 h 22"/>
                  <a:gd name="T14" fmla="*/ 8 w 47"/>
                  <a:gd name="T15" fmla="*/ 10 h 22"/>
                  <a:gd name="T16" fmla="*/ 9 w 47"/>
                  <a:gd name="T17" fmla="*/ 8 h 22"/>
                  <a:gd name="T18" fmla="*/ 38 w 47"/>
                  <a:gd name="T19" fmla="*/ 8 h 22"/>
                  <a:gd name="T20" fmla="*/ 39 w 47"/>
                  <a:gd name="T21" fmla="*/ 10 h 22"/>
                  <a:gd name="T22" fmla="*/ 39 w 47"/>
                  <a:gd name="T23" fmla="*/ 22 h 22"/>
                  <a:gd name="T24" fmla="*/ 47 w 47"/>
                  <a:gd name="T2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22">
                    <a:moveTo>
                      <a:pt x="47" y="22"/>
                    </a:moveTo>
                    <a:cubicBezTo>
                      <a:pt x="47" y="10"/>
                      <a:pt x="47" y="10"/>
                      <a:pt x="47" y="10"/>
                    </a:cubicBezTo>
                    <a:cubicBezTo>
                      <a:pt x="47" y="5"/>
                      <a:pt x="43" y="0"/>
                      <a:pt x="38" y="0"/>
                    </a:cubicBezTo>
                    <a:cubicBezTo>
                      <a:pt x="9" y="0"/>
                      <a:pt x="9" y="0"/>
                      <a:pt x="9" y="0"/>
                    </a:cubicBezTo>
                    <a:cubicBezTo>
                      <a:pt x="4" y="0"/>
                      <a:pt x="0" y="5"/>
                      <a:pt x="0" y="10"/>
                    </a:cubicBezTo>
                    <a:cubicBezTo>
                      <a:pt x="0" y="22"/>
                      <a:pt x="0" y="22"/>
                      <a:pt x="0" y="22"/>
                    </a:cubicBezTo>
                    <a:cubicBezTo>
                      <a:pt x="8" y="22"/>
                      <a:pt x="8" y="22"/>
                      <a:pt x="8" y="22"/>
                    </a:cubicBezTo>
                    <a:cubicBezTo>
                      <a:pt x="8" y="10"/>
                      <a:pt x="8" y="10"/>
                      <a:pt x="8" y="10"/>
                    </a:cubicBezTo>
                    <a:cubicBezTo>
                      <a:pt x="8" y="9"/>
                      <a:pt x="8" y="8"/>
                      <a:pt x="9" y="8"/>
                    </a:cubicBezTo>
                    <a:cubicBezTo>
                      <a:pt x="38" y="8"/>
                      <a:pt x="38" y="8"/>
                      <a:pt x="38" y="8"/>
                    </a:cubicBezTo>
                    <a:cubicBezTo>
                      <a:pt x="38" y="8"/>
                      <a:pt x="39" y="9"/>
                      <a:pt x="39" y="10"/>
                    </a:cubicBezTo>
                    <a:cubicBezTo>
                      <a:pt x="39" y="22"/>
                      <a:pt x="39" y="22"/>
                      <a:pt x="39" y="22"/>
                    </a:cubicBezTo>
                    <a:lnTo>
                      <a:pt x="47" y="22"/>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68" name="Freeform 602"/>
              <p:cNvSpPr>
                <a:spLocks noEditPoints="1"/>
              </p:cNvSpPr>
              <p:nvPr/>
            </p:nvSpPr>
            <p:spPr bwMode="auto">
              <a:xfrm>
                <a:off x="3519053" y="1250443"/>
                <a:ext cx="308804" cy="308804"/>
              </a:xfrm>
              <a:custGeom>
                <a:avLst/>
                <a:gdLst>
                  <a:gd name="T0" fmla="*/ 35 w 70"/>
                  <a:gd name="T1" fmla="*/ 70 h 70"/>
                  <a:gd name="T2" fmla="*/ 46 w 70"/>
                  <a:gd name="T3" fmla="*/ 68 h 70"/>
                  <a:gd name="T4" fmla="*/ 63 w 70"/>
                  <a:gd name="T5" fmla="*/ 55 h 70"/>
                  <a:gd name="T6" fmla="*/ 70 w 70"/>
                  <a:gd name="T7" fmla="*/ 35 h 70"/>
                  <a:gd name="T8" fmla="*/ 35 w 70"/>
                  <a:gd name="T9" fmla="*/ 0 h 70"/>
                  <a:gd name="T10" fmla="*/ 35 w 70"/>
                  <a:gd name="T11" fmla="*/ 24 h 70"/>
                  <a:gd name="T12" fmla="*/ 45 w 70"/>
                  <a:gd name="T13" fmla="*/ 35 h 70"/>
                  <a:gd name="T14" fmla="*/ 35 w 70"/>
                  <a:gd name="T15" fmla="*/ 45 h 70"/>
                  <a:gd name="T16" fmla="*/ 35 w 70"/>
                  <a:gd name="T17" fmla="*/ 70 h 70"/>
                  <a:gd name="T18" fmla="*/ 35 w 70"/>
                  <a:gd name="T19" fmla="*/ 0 h 70"/>
                  <a:gd name="T20" fmla="*/ 0 w 70"/>
                  <a:gd name="T21" fmla="*/ 35 h 70"/>
                  <a:gd name="T22" fmla="*/ 35 w 70"/>
                  <a:gd name="T23" fmla="*/ 70 h 70"/>
                  <a:gd name="T24" fmla="*/ 35 w 70"/>
                  <a:gd name="T25" fmla="*/ 70 h 70"/>
                  <a:gd name="T26" fmla="*/ 35 w 70"/>
                  <a:gd name="T27" fmla="*/ 45 h 70"/>
                  <a:gd name="T28" fmla="*/ 35 w 70"/>
                  <a:gd name="T29" fmla="*/ 45 h 70"/>
                  <a:gd name="T30" fmla="*/ 35 w 70"/>
                  <a:gd name="T31" fmla="*/ 45 h 70"/>
                  <a:gd name="T32" fmla="*/ 25 w 70"/>
                  <a:gd name="T33" fmla="*/ 35 h 70"/>
                  <a:gd name="T34" fmla="*/ 35 w 70"/>
                  <a:gd name="T35" fmla="*/ 24 h 70"/>
                  <a:gd name="T36" fmla="*/ 35 w 70"/>
                  <a:gd name="T37" fmla="*/ 24 h 70"/>
                  <a:gd name="T38" fmla="*/ 35 w 70"/>
                  <a:gd name="T39"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0" h="70">
                    <a:moveTo>
                      <a:pt x="35" y="70"/>
                    </a:moveTo>
                    <a:cubicBezTo>
                      <a:pt x="39" y="70"/>
                      <a:pt x="43" y="69"/>
                      <a:pt x="46" y="68"/>
                    </a:cubicBezTo>
                    <a:cubicBezTo>
                      <a:pt x="52" y="63"/>
                      <a:pt x="57" y="59"/>
                      <a:pt x="63" y="55"/>
                    </a:cubicBezTo>
                    <a:cubicBezTo>
                      <a:pt x="67" y="49"/>
                      <a:pt x="70" y="42"/>
                      <a:pt x="70" y="35"/>
                    </a:cubicBezTo>
                    <a:cubicBezTo>
                      <a:pt x="70" y="15"/>
                      <a:pt x="54" y="0"/>
                      <a:pt x="35" y="0"/>
                    </a:cubicBezTo>
                    <a:cubicBezTo>
                      <a:pt x="35" y="24"/>
                      <a:pt x="35" y="24"/>
                      <a:pt x="35" y="24"/>
                    </a:cubicBezTo>
                    <a:cubicBezTo>
                      <a:pt x="40" y="24"/>
                      <a:pt x="45" y="29"/>
                      <a:pt x="45" y="35"/>
                    </a:cubicBezTo>
                    <a:cubicBezTo>
                      <a:pt x="45" y="40"/>
                      <a:pt x="40" y="45"/>
                      <a:pt x="35" y="45"/>
                    </a:cubicBezTo>
                    <a:lnTo>
                      <a:pt x="35" y="70"/>
                    </a:lnTo>
                    <a:close/>
                    <a:moveTo>
                      <a:pt x="35" y="0"/>
                    </a:moveTo>
                    <a:cubicBezTo>
                      <a:pt x="15" y="0"/>
                      <a:pt x="0" y="15"/>
                      <a:pt x="0" y="35"/>
                    </a:cubicBezTo>
                    <a:cubicBezTo>
                      <a:pt x="0" y="54"/>
                      <a:pt x="15" y="70"/>
                      <a:pt x="35" y="70"/>
                    </a:cubicBezTo>
                    <a:cubicBezTo>
                      <a:pt x="35" y="70"/>
                      <a:pt x="35" y="70"/>
                      <a:pt x="35" y="70"/>
                    </a:cubicBezTo>
                    <a:cubicBezTo>
                      <a:pt x="35" y="45"/>
                      <a:pt x="35" y="45"/>
                      <a:pt x="35" y="45"/>
                    </a:cubicBezTo>
                    <a:cubicBezTo>
                      <a:pt x="35" y="45"/>
                      <a:pt x="35" y="45"/>
                      <a:pt x="35" y="45"/>
                    </a:cubicBezTo>
                    <a:cubicBezTo>
                      <a:pt x="35" y="45"/>
                      <a:pt x="35" y="45"/>
                      <a:pt x="35" y="45"/>
                    </a:cubicBezTo>
                    <a:cubicBezTo>
                      <a:pt x="29" y="45"/>
                      <a:pt x="25" y="40"/>
                      <a:pt x="25" y="35"/>
                    </a:cubicBezTo>
                    <a:cubicBezTo>
                      <a:pt x="25" y="29"/>
                      <a:pt x="29" y="24"/>
                      <a:pt x="35" y="24"/>
                    </a:cubicBezTo>
                    <a:cubicBezTo>
                      <a:pt x="35" y="24"/>
                      <a:pt x="35" y="24"/>
                      <a:pt x="35" y="24"/>
                    </a:cubicBezTo>
                    <a:cubicBezTo>
                      <a:pt x="35" y="0"/>
                      <a:pt x="35" y="0"/>
                      <a:pt x="35" y="0"/>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77" name="Freeform 611"/>
              <p:cNvSpPr>
                <a:spLocks noEditPoints="1"/>
              </p:cNvSpPr>
              <p:nvPr/>
            </p:nvSpPr>
            <p:spPr bwMode="auto">
              <a:xfrm>
                <a:off x="3376905" y="1625420"/>
                <a:ext cx="257337" cy="216898"/>
              </a:xfrm>
              <a:custGeom>
                <a:avLst/>
                <a:gdLst>
                  <a:gd name="T0" fmla="*/ 15 w 58"/>
                  <a:gd name="T1" fmla="*/ 49 h 49"/>
                  <a:gd name="T2" fmla="*/ 17 w 58"/>
                  <a:gd name="T3" fmla="*/ 49 h 49"/>
                  <a:gd name="T4" fmla="*/ 21 w 58"/>
                  <a:gd name="T5" fmla="*/ 43 h 49"/>
                  <a:gd name="T6" fmla="*/ 15 w 58"/>
                  <a:gd name="T7" fmla="*/ 43 h 49"/>
                  <a:gd name="T8" fmla="*/ 15 w 58"/>
                  <a:gd name="T9" fmla="*/ 49 h 49"/>
                  <a:gd name="T10" fmla="*/ 15 w 58"/>
                  <a:gd name="T11" fmla="*/ 31 h 49"/>
                  <a:gd name="T12" fmla="*/ 19 w 58"/>
                  <a:gd name="T13" fmla="*/ 25 h 49"/>
                  <a:gd name="T14" fmla="*/ 27 w 58"/>
                  <a:gd name="T15" fmla="*/ 36 h 49"/>
                  <a:gd name="T16" fmla="*/ 35 w 58"/>
                  <a:gd name="T17" fmla="*/ 26 h 49"/>
                  <a:gd name="T18" fmla="*/ 41 w 58"/>
                  <a:gd name="T19" fmla="*/ 16 h 49"/>
                  <a:gd name="T20" fmla="*/ 41 w 58"/>
                  <a:gd name="T21" fmla="*/ 16 h 49"/>
                  <a:gd name="T22" fmla="*/ 42 w 58"/>
                  <a:gd name="T23" fmla="*/ 17 h 49"/>
                  <a:gd name="T24" fmla="*/ 58 w 58"/>
                  <a:gd name="T25" fmla="*/ 0 h 49"/>
                  <a:gd name="T26" fmla="*/ 15 w 58"/>
                  <a:gd name="T27" fmla="*/ 0 h 49"/>
                  <a:gd name="T28" fmla="*/ 15 w 58"/>
                  <a:gd name="T29" fmla="*/ 7 h 49"/>
                  <a:gd name="T30" fmla="*/ 20 w 58"/>
                  <a:gd name="T31" fmla="*/ 12 h 49"/>
                  <a:gd name="T32" fmla="*/ 15 w 58"/>
                  <a:gd name="T33" fmla="*/ 17 h 49"/>
                  <a:gd name="T34" fmla="*/ 15 w 58"/>
                  <a:gd name="T35" fmla="*/ 31 h 49"/>
                  <a:gd name="T36" fmla="*/ 0 w 58"/>
                  <a:gd name="T37" fmla="*/ 49 h 49"/>
                  <a:gd name="T38" fmla="*/ 15 w 58"/>
                  <a:gd name="T39" fmla="*/ 49 h 49"/>
                  <a:gd name="T40" fmla="*/ 15 w 58"/>
                  <a:gd name="T41" fmla="*/ 43 h 49"/>
                  <a:gd name="T42" fmla="*/ 5 w 58"/>
                  <a:gd name="T43" fmla="*/ 43 h 49"/>
                  <a:gd name="T44" fmla="*/ 5 w 58"/>
                  <a:gd name="T45" fmla="*/ 43 h 49"/>
                  <a:gd name="T46" fmla="*/ 15 w 58"/>
                  <a:gd name="T47" fmla="*/ 31 h 49"/>
                  <a:gd name="T48" fmla="*/ 15 w 58"/>
                  <a:gd name="T49" fmla="*/ 17 h 49"/>
                  <a:gd name="T50" fmla="*/ 15 w 58"/>
                  <a:gd name="T51" fmla="*/ 17 h 49"/>
                  <a:gd name="T52" fmla="*/ 9 w 58"/>
                  <a:gd name="T53" fmla="*/ 12 h 49"/>
                  <a:gd name="T54" fmla="*/ 15 w 58"/>
                  <a:gd name="T55" fmla="*/ 7 h 49"/>
                  <a:gd name="T56" fmla="*/ 15 w 58"/>
                  <a:gd name="T57" fmla="*/ 7 h 49"/>
                  <a:gd name="T58" fmla="*/ 15 w 58"/>
                  <a:gd name="T59" fmla="*/ 7 h 49"/>
                  <a:gd name="T60" fmla="*/ 15 w 58"/>
                  <a:gd name="T61" fmla="*/ 0 h 49"/>
                  <a:gd name="T62" fmla="*/ 0 w 58"/>
                  <a:gd name="T63" fmla="*/ 0 h 49"/>
                  <a:gd name="T64" fmla="*/ 0 w 58"/>
                  <a:gd name="T65"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8" h="49">
                    <a:moveTo>
                      <a:pt x="15" y="49"/>
                    </a:moveTo>
                    <a:cubicBezTo>
                      <a:pt x="17" y="49"/>
                      <a:pt x="17" y="49"/>
                      <a:pt x="17" y="49"/>
                    </a:cubicBezTo>
                    <a:cubicBezTo>
                      <a:pt x="18" y="47"/>
                      <a:pt x="20" y="45"/>
                      <a:pt x="21" y="43"/>
                    </a:cubicBezTo>
                    <a:cubicBezTo>
                      <a:pt x="15" y="43"/>
                      <a:pt x="15" y="43"/>
                      <a:pt x="15" y="43"/>
                    </a:cubicBezTo>
                    <a:cubicBezTo>
                      <a:pt x="15" y="49"/>
                      <a:pt x="15" y="49"/>
                      <a:pt x="15" y="49"/>
                    </a:cubicBezTo>
                    <a:close/>
                    <a:moveTo>
                      <a:pt x="15" y="31"/>
                    </a:moveTo>
                    <a:cubicBezTo>
                      <a:pt x="19" y="25"/>
                      <a:pt x="19" y="25"/>
                      <a:pt x="19" y="25"/>
                    </a:cubicBezTo>
                    <a:cubicBezTo>
                      <a:pt x="27" y="36"/>
                      <a:pt x="27" y="36"/>
                      <a:pt x="27" y="36"/>
                    </a:cubicBezTo>
                    <a:cubicBezTo>
                      <a:pt x="29" y="32"/>
                      <a:pt x="32" y="29"/>
                      <a:pt x="35" y="26"/>
                    </a:cubicBezTo>
                    <a:cubicBezTo>
                      <a:pt x="41" y="16"/>
                      <a:pt x="41" y="16"/>
                      <a:pt x="41" y="16"/>
                    </a:cubicBezTo>
                    <a:cubicBezTo>
                      <a:pt x="41" y="16"/>
                      <a:pt x="41" y="16"/>
                      <a:pt x="41" y="16"/>
                    </a:cubicBezTo>
                    <a:cubicBezTo>
                      <a:pt x="42" y="17"/>
                      <a:pt x="42" y="17"/>
                      <a:pt x="42" y="17"/>
                    </a:cubicBezTo>
                    <a:cubicBezTo>
                      <a:pt x="47" y="11"/>
                      <a:pt x="53" y="6"/>
                      <a:pt x="58" y="0"/>
                    </a:cubicBezTo>
                    <a:cubicBezTo>
                      <a:pt x="15" y="0"/>
                      <a:pt x="15" y="0"/>
                      <a:pt x="15" y="0"/>
                    </a:cubicBezTo>
                    <a:cubicBezTo>
                      <a:pt x="15" y="7"/>
                      <a:pt x="15" y="7"/>
                      <a:pt x="15" y="7"/>
                    </a:cubicBezTo>
                    <a:cubicBezTo>
                      <a:pt x="18" y="7"/>
                      <a:pt x="20" y="9"/>
                      <a:pt x="20" y="12"/>
                    </a:cubicBezTo>
                    <a:cubicBezTo>
                      <a:pt x="20" y="15"/>
                      <a:pt x="18" y="17"/>
                      <a:pt x="15" y="17"/>
                    </a:cubicBezTo>
                    <a:lnTo>
                      <a:pt x="15" y="31"/>
                    </a:lnTo>
                    <a:close/>
                    <a:moveTo>
                      <a:pt x="0" y="49"/>
                    </a:moveTo>
                    <a:cubicBezTo>
                      <a:pt x="15" y="49"/>
                      <a:pt x="15" y="49"/>
                      <a:pt x="15" y="49"/>
                    </a:cubicBezTo>
                    <a:cubicBezTo>
                      <a:pt x="15" y="43"/>
                      <a:pt x="15" y="43"/>
                      <a:pt x="15" y="43"/>
                    </a:cubicBezTo>
                    <a:cubicBezTo>
                      <a:pt x="5" y="43"/>
                      <a:pt x="5" y="43"/>
                      <a:pt x="5" y="43"/>
                    </a:cubicBezTo>
                    <a:cubicBezTo>
                      <a:pt x="5" y="43"/>
                      <a:pt x="5" y="43"/>
                      <a:pt x="5" y="43"/>
                    </a:cubicBezTo>
                    <a:cubicBezTo>
                      <a:pt x="15" y="31"/>
                      <a:pt x="15" y="31"/>
                      <a:pt x="15" y="31"/>
                    </a:cubicBezTo>
                    <a:cubicBezTo>
                      <a:pt x="15" y="17"/>
                      <a:pt x="15" y="17"/>
                      <a:pt x="15" y="17"/>
                    </a:cubicBezTo>
                    <a:cubicBezTo>
                      <a:pt x="15" y="17"/>
                      <a:pt x="15" y="17"/>
                      <a:pt x="15" y="17"/>
                    </a:cubicBezTo>
                    <a:cubicBezTo>
                      <a:pt x="12" y="17"/>
                      <a:pt x="9" y="15"/>
                      <a:pt x="9" y="12"/>
                    </a:cubicBezTo>
                    <a:cubicBezTo>
                      <a:pt x="9" y="9"/>
                      <a:pt x="12" y="7"/>
                      <a:pt x="15" y="7"/>
                    </a:cubicBezTo>
                    <a:cubicBezTo>
                      <a:pt x="15" y="7"/>
                      <a:pt x="15" y="7"/>
                      <a:pt x="15" y="7"/>
                    </a:cubicBezTo>
                    <a:cubicBezTo>
                      <a:pt x="15" y="7"/>
                      <a:pt x="15" y="7"/>
                      <a:pt x="15" y="7"/>
                    </a:cubicBezTo>
                    <a:cubicBezTo>
                      <a:pt x="15" y="0"/>
                      <a:pt x="15" y="0"/>
                      <a:pt x="15" y="0"/>
                    </a:cubicBezTo>
                    <a:cubicBezTo>
                      <a:pt x="0" y="0"/>
                      <a:pt x="0" y="0"/>
                      <a:pt x="0" y="0"/>
                    </a:cubicBezTo>
                    <a:lnTo>
                      <a:pt x="0" y="49"/>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1" name="Freeform 625"/>
              <p:cNvSpPr>
                <a:spLocks/>
              </p:cNvSpPr>
              <p:nvPr/>
            </p:nvSpPr>
            <p:spPr bwMode="auto">
              <a:xfrm>
                <a:off x="3946722" y="1143832"/>
                <a:ext cx="164205" cy="234054"/>
              </a:xfrm>
              <a:custGeom>
                <a:avLst/>
                <a:gdLst>
                  <a:gd name="T0" fmla="*/ 37 w 37"/>
                  <a:gd name="T1" fmla="*/ 35 h 53"/>
                  <a:gd name="T2" fmla="*/ 37 w 37"/>
                  <a:gd name="T3" fmla="*/ 0 h 53"/>
                  <a:gd name="T4" fmla="*/ 19 w 37"/>
                  <a:gd name="T5" fmla="*/ 0 h 53"/>
                  <a:gd name="T6" fmla="*/ 0 w 37"/>
                  <a:gd name="T7" fmla="*/ 49 h 53"/>
                  <a:gd name="T8" fmla="*/ 10 w 37"/>
                  <a:gd name="T9" fmla="*/ 53 h 53"/>
                  <a:gd name="T10" fmla="*/ 34 w 37"/>
                  <a:gd name="T11" fmla="*/ 43 h 53"/>
                  <a:gd name="T12" fmla="*/ 37 w 37"/>
                  <a:gd name="T13" fmla="*/ 35 h 53"/>
                </a:gdLst>
                <a:ahLst/>
                <a:cxnLst>
                  <a:cxn ang="0">
                    <a:pos x="T0" y="T1"/>
                  </a:cxn>
                  <a:cxn ang="0">
                    <a:pos x="T2" y="T3"/>
                  </a:cxn>
                  <a:cxn ang="0">
                    <a:pos x="T4" y="T5"/>
                  </a:cxn>
                  <a:cxn ang="0">
                    <a:pos x="T6" y="T7"/>
                  </a:cxn>
                  <a:cxn ang="0">
                    <a:pos x="T8" y="T9"/>
                  </a:cxn>
                  <a:cxn ang="0">
                    <a:pos x="T10" y="T11"/>
                  </a:cxn>
                  <a:cxn ang="0">
                    <a:pos x="T12" y="T13"/>
                  </a:cxn>
                </a:cxnLst>
                <a:rect l="0" t="0" r="r" b="b"/>
                <a:pathLst>
                  <a:path w="37" h="53">
                    <a:moveTo>
                      <a:pt x="37" y="35"/>
                    </a:moveTo>
                    <a:cubicBezTo>
                      <a:pt x="37" y="0"/>
                      <a:pt x="37" y="0"/>
                      <a:pt x="37" y="0"/>
                    </a:cubicBezTo>
                    <a:cubicBezTo>
                      <a:pt x="19" y="0"/>
                      <a:pt x="19" y="0"/>
                      <a:pt x="19" y="0"/>
                    </a:cubicBezTo>
                    <a:cubicBezTo>
                      <a:pt x="0" y="49"/>
                      <a:pt x="0" y="49"/>
                      <a:pt x="0" y="49"/>
                    </a:cubicBezTo>
                    <a:cubicBezTo>
                      <a:pt x="10" y="53"/>
                      <a:pt x="10" y="53"/>
                      <a:pt x="10" y="53"/>
                    </a:cubicBezTo>
                    <a:cubicBezTo>
                      <a:pt x="18" y="50"/>
                      <a:pt x="26" y="46"/>
                      <a:pt x="34" y="43"/>
                    </a:cubicBezTo>
                    <a:lnTo>
                      <a:pt x="37" y="35"/>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2" name="Freeform 626"/>
              <p:cNvSpPr>
                <a:spLocks/>
              </p:cNvSpPr>
              <p:nvPr/>
            </p:nvSpPr>
            <p:spPr bwMode="auto">
              <a:xfrm>
                <a:off x="4124407" y="1143832"/>
                <a:ext cx="30635" cy="84553"/>
              </a:xfrm>
              <a:custGeom>
                <a:avLst/>
                <a:gdLst>
                  <a:gd name="T0" fmla="*/ 0 w 7"/>
                  <a:gd name="T1" fmla="*/ 19 h 19"/>
                  <a:gd name="T2" fmla="*/ 6 w 7"/>
                  <a:gd name="T3" fmla="*/ 0 h 19"/>
                  <a:gd name="T4" fmla="*/ 7 w 7"/>
                  <a:gd name="T5" fmla="*/ 0 h 19"/>
                  <a:gd name="T6" fmla="*/ 0 w 7"/>
                  <a:gd name="T7" fmla="*/ 0 h 19"/>
                  <a:gd name="T8" fmla="*/ 0 w 7"/>
                  <a:gd name="T9" fmla="*/ 19 h 19"/>
                </a:gdLst>
                <a:ahLst/>
                <a:cxnLst>
                  <a:cxn ang="0">
                    <a:pos x="T0" y="T1"/>
                  </a:cxn>
                  <a:cxn ang="0">
                    <a:pos x="T2" y="T3"/>
                  </a:cxn>
                  <a:cxn ang="0">
                    <a:pos x="T4" y="T5"/>
                  </a:cxn>
                  <a:cxn ang="0">
                    <a:pos x="T6" y="T7"/>
                  </a:cxn>
                  <a:cxn ang="0">
                    <a:pos x="T8" y="T9"/>
                  </a:cxn>
                </a:cxnLst>
                <a:rect l="0" t="0" r="r" b="b"/>
                <a:pathLst>
                  <a:path w="7" h="19">
                    <a:moveTo>
                      <a:pt x="0" y="19"/>
                    </a:moveTo>
                    <a:cubicBezTo>
                      <a:pt x="6" y="15"/>
                      <a:pt x="6" y="7"/>
                      <a:pt x="6" y="0"/>
                    </a:cubicBezTo>
                    <a:cubicBezTo>
                      <a:pt x="6" y="0"/>
                      <a:pt x="6" y="0"/>
                      <a:pt x="7" y="0"/>
                    </a:cubicBezTo>
                    <a:cubicBezTo>
                      <a:pt x="0" y="0"/>
                      <a:pt x="0" y="0"/>
                      <a:pt x="0" y="0"/>
                    </a:cubicBezTo>
                    <a:lnTo>
                      <a:pt x="0" y="19"/>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3" name="Freeform 627"/>
              <p:cNvSpPr>
                <a:spLocks/>
              </p:cNvSpPr>
              <p:nvPr/>
            </p:nvSpPr>
            <p:spPr bwMode="auto">
              <a:xfrm>
                <a:off x="4124407" y="1143832"/>
                <a:ext cx="136021" cy="181361"/>
              </a:xfrm>
              <a:custGeom>
                <a:avLst/>
                <a:gdLst>
                  <a:gd name="T0" fmla="*/ 9 w 31"/>
                  <a:gd name="T1" fmla="*/ 0 h 41"/>
                  <a:gd name="T2" fmla="*/ 9 w 31"/>
                  <a:gd name="T3" fmla="*/ 0 h 41"/>
                  <a:gd name="T4" fmla="*/ 0 w 31"/>
                  <a:gd name="T5" fmla="*/ 21 h 41"/>
                  <a:gd name="T6" fmla="*/ 0 w 31"/>
                  <a:gd name="T7" fmla="*/ 35 h 41"/>
                  <a:gd name="T8" fmla="*/ 2 w 31"/>
                  <a:gd name="T9" fmla="*/ 41 h 41"/>
                  <a:gd name="T10" fmla="*/ 31 w 31"/>
                  <a:gd name="T11" fmla="*/ 32 h 41"/>
                  <a:gd name="T12" fmla="*/ 18 w 31"/>
                  <a:gd name="T13" fmla="*/ 0 h 41"/>
                  <a:gd name="T14" fmla="*/ 9 w 31"/>
                  <a:gd name="T15" fmla="*/ 0 h 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41">
                    <a:moveTo>
                      <a:pt x="9" y="0"/>
                    </a:moveTo>
                    <a:cubicBezTo>
                      <a:pt x="9" y="0"/>
                      <a:pt x="9" y="0"/>
                      <a:pt x="9" y="0"/>
                    </a:cubicBezTo>
                    <a:cubicBezTo>
                      <a:pt x="9" y="8"/>
                      <a:pt x="8" y="18"/>
                      <a:pt x="0" y="21"/>
                    </a:cubicBezTo>
                    <a:cubicBezTo>
                      <a:pt x="0" y="35"/>
                      <a:pt x="0" y="35"/>
                      <a:pt x="0" y="35"/>
                    </a:cubicBezTo>
                    <a:cubicBezTo>
                      <a:pt x="2" y="41"/>
                      <a:pt x="2" y="41"/>
                      <a:pt x="2" y="41"/>
                    </a:cubicBezTo>
                    <a:cubicBezTo>
                      <a:pt x="11" y="37"/>
                      <a:pt x="21" y="35"/>
                      <a:pt x="31" y="32"/>
                    </a:cubicBezTo>
                    <a:cubicBezTo>
                      <a:pt x="18" y="0"/>
                      <a:pt x="18" y="0"/>
                      <a:pt x="18" y="0"/>
                    </a:cubicBezTo>
                    <a:lnTo>
                      <a:pt x="9" y="0"/>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4" name="Freeform 628"/>
              <p:cNvSpPr>
                <a:spLocks/>
              </p:cNvSpPr>
              <p:nvPr/>
            </p:nvSpPr>
            <p:spPr bwMode="auto">
              <a:xfrm>
                <a:off x="4031275" y="1113197"/>
                <a:ext cx="171558" cy="22057"/>
              </a:xfrm>
              <a:custGeom>
                <a:avLst/>
                <a:gdLst>
                  <a:gd name="T0" fmla="*/ 140 w 140"/>
                  <a:gd name="T1" fmla="*/ 0 h 18"/>
                  <a:gd name="T2" fmla="*/ 0 w 140"/>
                  <a:gd name="T3" fmla="*/ 0 h 18"/>
                  <a:gd name="T4" fmla="*/ 0 w 140"/>
                  <a:gd name="T5" fmla="*/ 18 h 18"/>
                  <a:gd name="T6" fmla="*/ 65 w 140"/>
                  <a:gd name="T7" fmla="*/ 18 h 18"/>
                  <a:gd name="T8" fmla="*/ 76 w 140"/>
                  <a:gd name="T9" fmla="*/ 18 h 18"/>
                  <a:gd name="T10" fmla="*/ 140 w 140"/>
                  <a:gd name="T11" fmla="*/ 18 h 18"/>
                  <a:gd name="T12" fmla="*/ 140 w 140"/>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140" h="18">
                    <a:moveTo>
                      <a:pt x="140" y="0"/>
                    </a:moveTo>
                    <a:lnTo>
                      <a:pt x="0" y="0"/>
                    </a:lnTo>
                    <a:lnTo>
                      <a:pt x="0" y="18"/>
                    </a:lnTo>
                    <a:lnTo>
                      <a:pt x="65" y="18"/>
                    </a:lnTo>
                    <a:lnTo>
                      <a:pt x="76" y="18"/>
                    </a:lnTo>
                    <a:lnTo>
                      <a:pt x="140" y="18"/>
                    </a:lnTo>
                    <a:lnTo>
                      <a:pt x="140" y="0"/>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5" name="Freeform 629"/>
              <p:cNvSpPr>
                <a:spLocks/>
              </p:cNvSpPr>
              <p:nvPr/>
            </p:nvSpPr>
            <p:spPr bwMode="auto">
              <a:xfrm>
                <a:off x="3351171" y="3599560"/>
                <a:ext cx="247533" cy="145824"/>
              </a:xfrm>
              <a:custGeom>
                <a:avLst/>
                <a:gdLst>
                  <a:gd name="T0" fmla="*/ 32 w 56"/>
                  <a:gd name="T1" fmla="*/ 0 h 33"/>
                  <a:gd name="T2" fmla="*/ 32 w 56"/>
                  <a:gd name="T3" fmla="*/ 6 h 33"/>
                  <a:gd name="T4" fmla="*/ 0 w 56"/>
                  <a:gd name="T5" fmla="*/ 33 h 33"/>
                  <a:gd name="T6" fmla="*/ 32 w 56"/>
                  <a:gd name="T7" fmla="*/ 27 h 33"/>
                  <a:gd name="T8" fmla="*/ 32 w 56"/>
                  <a:gd name="T9" fmla="*/ 32 h 33"/>
                  <a:gd name="T10" fmla="*/ 56 w 56"/>
                  <a:gd name="T11" fmla="*/ 16 h 33"/>
                  <a:gd name="T12" fmla="*/ 32 w 56"/>
                  <a:gd name="T13" fmla="*/ 0 h 33"/>
                </a:gdLst>
                <a:ahLst/>
                <a:cxnLst>
                  <a:cxn ang="0">
                    <a:pos x="T0" y="T1"/>
                  </a:cxn>
                  <a:cxn ang="0">
                    <a:pos x="T2" y="T3"/>
                  </a:cxn>
                  <a:cxn ang="0">
                    <a:pos x="T4" y="T5"/>
                  </a:cxn>
                  <a:cxn ang="0">
                    <a:pos x="T6" y="T7"/>
                  </a:cxn>
                  <a:cxn ang="0">
                    <a:pos x="T8" y="T9"/>
                  </a:cxn>
                  <a:cxn ang="0">
                    <a:pos x="T10" y="T11"/>
                  </a:cxn>
                  <a:cxn ang="0">
                    <a:pos x="T12" y="T13"/>
                  </a:cxn>
                </a:cxnLst>
                <a:rect l="0" t="0" r="r" b="b"/>
                <a:pathLst>
                  <a:path w="56" h="33">
                    <a:moveTo>
                      <a:pt x="32" y="0"/>
                    </a:moveTo>
                    <a:cubicBezTo>
                      <a:pt x="32" y="6"/>
                      <a:pt x="32" y="6"/>
                      <a:pt x="32" y="6"/>
                    </a:cubicBezTo>
                    <a:cubicBezTo>
                      <a:pt x="4" y="6"/>
                      <a:pt x="0" y="33"/>
                      <a:pt x="0" y="33"/>
                    </a:cubicBezTo>
                    <a:cubicBezTo>
                      <a:pt x="0" y="33"/>
                      <a:pt x="9" y="27"/>
                      <a:pt x="32" y="27"/>
                    </a:cubicBezTo>
                    <a:cubicBezTo>
                      <a:pt x="32" y="32"/>
                      <a:pt x="32" y="32"/>
                      <a:pt x="32" y="32"/>
                    </a:cubicBezTo>
                    <a:cubicBezTo>
                      <a:pt x="56" y="16"/>
                      <a:pt x="56" y="16"/>
                      <a:pt x="56" y="16"/>
                    </a:cubicBezTo>
                    <a:lnTo>
                      <a:pt x="32" y="0"/>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6" name="Freeform 630"/>
              <p:cNvSpPr>
                <a:spLocks/>
              </p:cNvSpPr>
              <p:nvPr/>
            </p:nvSpPr>
            <p:spPr bwMode="auto">
              <a:xfrm>
                <a:off x="3329114" y="3728228"/>
                <a:ext cx="242632" cy="145824"/>
              </a:xfrm>
              <a:custGeom>
                <a:avLst/>
                <a:gdLst>
                  <a:gd name="T0" fmla="*/ 24 w 55"/>
                  <a:gd name="T1" fmla="*/ 33 h 33"/>
                  <a:gd name="T2" fmla="*/ 24 w 55"/>
                  <a:gd name="T3" fmla="*/ 28 h 33"/>
                  <a:gd name="T4" fmla="*/ 55 w 55"/>
                  <a:gd name="T5" fmla="*/ 0 h 33"/>
                  <a:gd name="T6" fmla="*/ 24 w 55"/>
                  <a:gd name="T7" fmla="*/ 7 h 33"/>
                  <a:gd name="T8" fmla="*/ 24 w 55"/>
                  <a:gd name="T9" fmla="*/ 1 h 33"/>
                  <a:gd name="T10" fmla="*/ 0 w 55"/>
                  <a:gd name="T11" fmla="*/ 17 h 33"/>
                  <a:gd name="T12" fmla="*/ 24 w 55"/>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55" h="33">
                    <a:moveTo>
                      <a:pt x="24" y="33"/>
                    </a:moveTo>
                    <a:cubicBezTo>
                      <a:pt x="24" y="28"/>
                      <a:pt x="24" y="28"/>
                      <a:pt x="24" y="28"/>
                    </a:cubicBezTo>
                    <a:cubicBezTo>
                      <a:pt x="52" y="28"/>
                      <a:pt x="55" y="0"/>
                      <a:pt x="55" y="0"/>
                    </a:cubicBezTo>
                    <a:cubicBezTo>
                      <a:pt x="55" y="0"/>
                      <a:pt x="47" y="7"/>
                      <a:pt x="24" y="7"/>
                    </a:cubicBezTo>
                    <a:cubicBezTo>
                      <a:pt x="24" y="1"/>
                      <a:pt x="24" y="1"/>
                      <a:pt x="24" y="1"/>
                    </a:cubicBezTo>
                    <a:cubicBezTo>
                      <a:pt x="0" y="17"/>
                      <a:pt x="0" y="17"/>
                      <a:pt x="0" y="17"/>
                    </a:cubicBezTo>
                    <a:lnTo>
                      <a:pt x="24" y="33"/>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9" name="Freeform 633"/>
              <p:cNvSpPr>
                <a:spLocks noEditPoints="1"/>
              </p:cNvSpPr>
              <p:nvPr/>
            </p:nvSpPr>
            <p:spPr bwMode="auto">
              <a:xfrm>
                <a:off x="5196643" y="1104619"/>
                <a:ext cx="203418" cy="203419"/>
              </a:xfrm>
              <a:custGeom>
                <a:avLst/>
                <a:gdLst>
                  <a:gd name="T0" fmla="*/ 34 w 46"/>
                  <a:gd name="T1" fmla="*/ 43 h 46"/>
                  <a:gd name="T2" fmla="*/ 43 w 46"/>
                  <a:gd name="T3" fmla="*/ 34 h 46"/>
                  <a:gd name="T4" fmla="*/ 45 w 46"/>
                  <a:gd name="T5" fmla="*/ 27 h 46"/>
                  <a:gd name="T6" fmla="*/ 45 w 46"/>
                  <a:gd name="T7" fmla="*/ 18 h 46"/>
                  <a:gd name="T8" fmla="*/ 43 w 46"/>
                  <a:gd name="T9" fmla="*/ 11 h 46"/>
                  <a:gd name="T10" fmla="*/ 34 w 46"/>
                  <a:gd name="T11" fmla="*/ 3 h 46"/>
                  <a:gd name="T12" fmla="*/ 31 w 46"/>
                  <a:gd name="T13" fmla="*/ 1 h 46"/>
                  <a:gd name="T14" fmla="*/ 24 w 46"/>
                  <a:gd name="T15" fmla="*/ 0 h 46"/>
                  <a:gd name="T16" fmla="*/ 25 w 46"/>
                  <a:gd name="T17" fmla="*/ 2 h 46"/>
                  <a:gd name="T18" fmla="*/ 28 w 46"/>
                  <a:gd name="T19" fmla="*/ 2 h 46"/>
                  <a:gd name="T20" fmla="*/ 31 w 46"/>
                  <a:gd name="T21" fmla="*/ 3 h 46"/>
                  <a:gd name="T22" fmla="*/ 30 w 46"/>
                  <a:gd name="T23" fmla="*/ 3 h 46"/>
                  <a:gd name="T24" fmla="*/ 26 w 46"/>
                  <a:gd name="T25" fmla="*/ 5 h 46"/>
                  <a:gd name="T26" fmla="*/ 27 w 46"/>
                  <a:gd name="T27" fmla="*/ 7 h 46"/>
                  <a:gd name="T28" fmla="*/ 29 w 46"/>
                  <a:gd name="T29" fmla="*/ 8 h 46"/>
                  <a:gd name="T30" fmla="*/ 32 w 46"/>
                  <a:gd name="T31" fmla="*/ 4 h 46"/>
                  <a:gd name="T32" fmla="*/ 35 w 46"/>
                  <a:gd name="T33" fmla="*/ 5 h 46"/>
                  <a:gd name="T34" fmla="*/ 37 w 46"/>
                  <a:gd name="T35" fmla="*/ 6 h 46"/>
                  <a:gd name="T36" fmla="*/ 38 w 46"/>
                  <a:gd name="T37" fmla="*/ 9 h 46"/>
                  <a:gd name="T38" fmla="*/ 37 w 46"/>
                  <a:gd name="T39" fmla="*/ 11 h 46"/>
                  <a:gd name="T40" fmla="*/ 36 w 46"/>
                  <a:gd name="T41" fmla="*/ 9 h 46"/>
                  <a:gd name="T42" fmla="*/ 33 w 46"/>
                  <a:gd name="T43" fmla="*/ 10 h 46"/>
                  <a:gd name="T44" fmla="*/ 35 w 46"/>
                  <a:gd name="T45" fmla="*/ 11 h 46"/>
                  <a:gd name="T46" fmla="*/ 30 w 46"/>
                  <a:gd name="T47" fmla="*/ 13 h 46"/>
                  <a:gd name="T48" fmla="*/ 28 w 46"/>
                  <a:gd name="T49" fmla="*/ 15 h 46"/>
                  <a:gd name="T50" fmla="*/ 25 w 46"/>
                  <a:gd name="T51" fmla="*/ 17 h 46"/>
                  <a:gd name="T52" fmla="*/ 26 w 46"/>
                  <a:gd name="T53" fmla="*/ 27 h 46"/>
                  <a:gd name="T54" fmla="*/ 29 w 46"/>
                  <a:gd name="T55" fmla="*/ 28 h 46"/>
                  <a:gd name="T56" fmla="*/ 31 w 46"/>
                  <a:gd name="T57" fmla="*/ 28 h 46"/>
                  <a:gd name="T58" fmla="*/ 36 w 46"/>
                  <a:gd name="T59" fmla="*/ 31 h 46"/>
                  <a:gd name="T60" fmla="*/ 38 w 46"/>
                  <a:gd name="T61" fmla="*/ 33 h 46"/>
                  <a:gd name="T62" fmla="*/ 41 w 46"/>
                  <a:gd name="T63" fmla="*/ 34 h 46"/>
                  <a:gd name="T64" fmla="*/ 26 w 46"/>
                  <a:gd name="T65" fmla="*/ 40 h 46"/>
                  <a:gd name="T66" fmla="*/ 0 w 46"/>
                  <a:gd name="T67" fmla="*/ 19 h 46"/>
                  <a:gd name="T68" fmla="*/ 0 w 46"/>
                  <a:gd name="T69" fmla="*/ 28 h 46"/>
                  <a:gd name="T70" fmla="*/ 4 w 46"/>
                  <a:gd name="T71" fmla="*/ 37 h 46"/>
                  <a:gd name="T72" fmla="*/ 14 w 46"/>
                  <a:gd name="T73" fmla="*/ 44 h 46"/>
                  <a:gd name="T74" fmla="*/ 23 w 46"/>
                  <a:gd name="T75" fmla="*/ 36 h 46"/>
                  <a:gd name="T76" fmla="*/ 22 w 46"/>
                  <a:gd name="T77" fmla="*/ 33 h 46"/>
                  <a:gd name="T78" fmla="*/ 23 w 46"/>
                  <a:gd name="T79" fmla="*/ 29 h 46"/>
                  <a:gd name="T80" fmla="*/ 21 w 46"/>
                  <a:gd name="T81" fmla="*/ 28 h 46"/>
                  <a:gd name="T82" fmla="*/ 18 w 46"/>
                  <a:gd name="T83" fmla="*/ 26 h 46"/>
                  <a:gd name="T84" fmla="*/ 13 w 46"/>
                  <a:gd name="T85" fmla="*/ 24 h 46"/>
                  <a:gd name="T86" fmla="*/ 11 w 46"/>
                  <a:gd name="T87" fmla="*/ 20 h 46"/>
                  <a:gd name="T88" fmla="*/ 10 w 46"/>
                  <a:gd name="T89" fmla="*/ 20 h 46"/>
                  <a:gd name="T90" fmla="*/ 9 w 46"/>
                  <a:gd name="T91" fmla="*/ 21 h 46"/>
                  <a:gd name="T92" fmla="*/ 8 w 46"/>
                  <a:gd name="T93" fmla="*/ 17 h 46"/>
                  <a:gd name="T94" fmla="*/ 8 w 46"/>
                  <a:gd name="T95" fmla="*/ 13 h 46"/>
                  <a:gd name="T96" fmla="*/ 10 w 46"/>
                  <a:gd name="T97" fmla="*/ 9 h 46"/>
                  <a:gd name="T98" fmla="*/ 9 w 46"/>
                  <a:gd name="T99" fmla="*/ 6 h 46"/>
                  <a:gd name="T100" fmla="*/ 20 w 46"/>
                  <a:gd name="T101" fmla="*/ 1 h 46"/>
                  <a:gd name="T102" fmla="*/ 24 w 46"/>
                  <a:gd name="T103" fmla="*/ 0 h 46"/>
                  <a:gd name="T104" fmla="*/ 14 w 46"/>
                  <a:gd name="T105" fmla="*/ 1 h 46"/>
                  <a:gd name="T106" fmla="*/ 6 w 46"/>
                  <a:gd name="T107" fmla="*/ 6 h 46"/>
                  <a:gd name="T108" fmla="*/ 1 w 46"/>
                  <a:gd name="T109" fmla="*/ 14 h 46"/>
                  <a:gd name="T110" fmla="*/ 24 w 46"/>
                  <a:gd name="T111" fmla="*/ 29 h 46"/>
                  <a:gd name="T112" fmla="*/ 21 w 46"/>
                  <a:gd name="T113" fmla="*/ 25 h 46"/>
                  <a:gd name="T114" fmla="*/ 20 w 46"/>
                  <a:gd name="T115" fmla="*/ 23 h 46"/>
                  <a:gd name="T116" fmla="*/ 16 w 46"/>
                  <a:gd name="T117" fmla="*/ 24 h 46"/>
                  <a:gd name="T118" fmla="*/ 18 w 46"/>
                  <a:gd name="T119" fmla="*/ 19 h 46"/>
                  <a:gd name="T120" fmla="*/ 22 w 46"/>
                  <a:gd name="T121" fmla="*/ 19 h 46"/>
                  <a:gd name="T122" fmla="*/ 24 w 46"/>
                  <a:gd name="T123" fmla="*/ 19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6" h="46">
                    <a:moveTo>
                      <a:pt x="24" y="46"/>
                    </a:moveTo>
                    <a:cubicBezTo>
                      <a:pt x="25" y="46"/>
                      <a:pt x="27" y="45"/>
                      <a:pt x="28" y="45"/>
                    </a:cubicBezTo>
                    <a:cubicBezTo>
                      <a:pt x="29" y="45"/>
                      <a:pt x="29" y="45"/>
                      <a:pt x="30" y="45"/>
                    </a:cubicBezTo>
                    <a:cubicBezTo>
                      <a:pt x="30" y="44"/>
                      <a:pt x="31" y="44"/>
                      <a:pt x="31" y="44"/>
                    </a:cubicBezTo>
                    <a:cubicBezTo>
                      <a:pt x="32" y="44"/>
                      <a:pt x="32" y="44"/>
                      <a:pt x="33" y="43"/>
                    </a:cubicBezTo>
                    <a:cubicBezTo>
                      <a:pt x="33" y="43"/>
                      <a:pt x="34" y="43"/>
                      <a:pt x="34" y="43"/>
                    </a:cubicBezTo>
                    <a:cubicBezTo>
                      <a:pt x="36" y="42"/>
                      <a:pt x="37" y="41"/>
                      <a:pt x="38" y="40"/>
                    </a:cubicBezTo>
                    <a:cubicBezTo>
                      <a:pt x="38" y="40"/>
                      <a:pt x="39" y="39"/>
                      <a:pt x="39" y="39"/>
                    </a:cubicBezTo>
                    <a:cubicBezTo>
                      <a:pt x="39" y="39"/>
                      <a:pt x="39" y="39"/>
                      <a:pt x="40" y="38"/>
                    </a:cubicBezTo>
                    <a:cubicBezTo>
                      <a:pt x="40" y="38"/>
                      <a:pt x="40" y="37"/>
                      <a:pt x="41" y="37"/>
                    </a:cubicBezTo>
                    <a:cubicBezTo>
                      <a:pt x="41" y="36"/>
                      <a:pt x="42" y="36"/>
                      <a:pt x="42" y="35"/>
                    </a:cubicBezTo>
                    <a:cubicBezTo>
                      <a:pt x="42" y="35"/>
                      <a:pt x="43" y="34"/>
                      <a:pt x="43" y="34"/>
                    </a:cubicBezTo>
                    <a:cubicBezTo>
                      <a:pt x="43" y="34"/>
                      <a:pt x="43" y="34"/>
                      <a:pt x="43" y="33"/>
                    </a:cubicBezTo>
                    <a:cubicBezTo>
                      <a:pt x="43" y="33"/>
                      <a:pt x="43" y="33"/>
                      <a:pt x="43" y="33"/>
                    </a:cubicBezTo>
                    <a:cubicBezTo>
                      <a:pt x="44" y="32"/>
                      <a:pt x="44" y="32"/>
                      <a:pt x="44" y="32"/>
                    </a:cubicBezTo>
                    <a:cubicBezTo>
                      <a:pt x="44" y="31"/>
                      <a:pt x="44" y="31"/>
                      <a:pt x="44" y="31"/>
                    </a:cubicBezTo>
                    <a:cubicBezTo>
                      <a:pt x="45" y="30"/>
                      <a:pt x="45" y="29"/>
                      <a:pt x="45" y="28"/>
                    </a:cubicBezTo>
                    <a:cubicBezTo>
                      <a:pt x="45" y="28"/>
                      <a:pt x="45" y="28"/>
                      <a:pt x="45" y="27"/>
                    </a:cubicBezTo>
                    <a:cubicBezTo>
                      <a:pt x="45" y="27"/>
                      <a:pt x="45" y="27"/>
                      <a:pt x="45" y="26"/>
                    </a:cubicBezTo>
                    <a:cubicBezTo>
                      <a:pt x="45" y="26"/>
                      <a:pt x="46" y="25"/>
                      <a:pt x="46" y="25"/>
                    </a:cubicBezTo>
                    <a:cubicBezTo>
                      <a:pt x="46" y="24"/>
                      <a:pt x="46" y="23"/>
                      <a:pt x="46" y="23"/>
                    </a:cubicBezTo>
                    <a:cubicBezTo>
                      <a:pt x="46" y="22"/>
                      <a:pt x="46" y="21"/>
                      <a:pt x="46" y="20"/>
                    </a:cubicBezTo>
                    <a:cubicBezTo>
                      <a:pt x="46" y="20"/>
                      <a:pt x="46" y="20"/>
                      <a:pt x="45" y="19"/>
                    </a:cubicBezTo>
                    <a:cubicBezTo>
                      <a:pt x="45" y="19"/>
                      <a:pt x="45" y="18"/>
                      <a:pt x="45" y="18"/>
                    </a:cubicBezTo>
                    <a:cubicBezTo>
                      <a:pt x="45" y="18"/>
                      <a:pt x="45" y="17"/>
                      <a:pt x="45" y="17"/>
                    </a:cubicBezTo>
                    <a:cubicBezTo>
                      <a:pt x="45" y="16"/>
                      <a:pt x="45" y="15"/>
                      <a:pt x="44" y="15"/>
                    </a:cubicBezTo>
                    <a:cubicBezTo>
                      <a:pt x="44" y="15"/>
                      <a:pt x="44" y="14"/>
                      <a:pt x="44" y="14"/>
                    </a:cubicBezTo>
                    <a:cubicBezTo>
                      <a:pt x="44" y="14"/>
                      <a:pt x="44" y="13"/>
                      <a:pt x="43" y="13"/>
                    </a:cubicBezTo>
                    <a:cubicBezTo>
                      <a:pt x="43" y="13"/>
                      <a:pt x="43" y="12"/>
                      <a:pt x="43" y="12"/>
                    </a:cubicBezTo>
                    <a:cubicBezTo>
                      <a:pt x="43" y="12"/>
                      <a:pt x="43" y="12"/>
                      <a:pt x="43" y="11"/>
                    </a:cubicBezTo>
                    <a:cubicBezTo>
                      <a:pt x="42" y="10"/>
                      <a:pt x="41" y="9"/>
                      <a:pt x="41" y="8"/>
                    </a:cubicBezTo>
                    <a:cubicBezTo>
                      <a:pt x="40" y="8"/>
                      <a:pt x="40" y="8"/>
                      <a:pt x="40" y="7"/>
                    </a:cubicBezTo>
                    <a:cubicBezTo>
                      <a:pt x="39" y="7"/>
                      <a:pt x="39" y="7"/>
                      <a:pt x="39" y="6"/>
                    </a:cubicBezTo>
                    <a:cubicBezTo>
                      <a:pt x="39" y="6"/>
                      <a:pt x="38" y="6"/>
                      <a:pt x="38" y="6"/>
                    </a:cubicBezTo>
                    <a:cubicBezTo>
                      <a:pt x="38" y="5"/>
                      <a:pt x="37" y="5"/>
                      <a:pt x="36" y="4"/>
                    </a:cubicBezTo>
                    <a:cubicBezTo>
                      <a:pt x="36" y="4"/>
                      <a:pt x="35" y="3"/>
                      <a:pt x="34" y="3"/>
                    </a:cubicBezTo>
                    <a:cubicBezTo>
                      <a:pt x="34" y="2"/>
                      <a:pt x="33" y="2"/>
                      <a:pt x="33" y="2"/>
                    </a:cubicBezTo>
                    <a:cubicBezTo>
                      <a:pt x="33" y="2"/>
                      <a:pt x="33" y="2"/>
                      <a:pt x="33" y="2"/>
                    </a:cubicBezTo>
                    <a:cubicBezTo>
                      <a:pt x="32" y="2"/>
                      <a:pt x="32" y="2"/>
                      <a:pt x="32" y="2"/>
                    </a:cubicBezTo>
                    <a:cubicBezTo>
                      <a:pt x="32" y="2"/>
                      <a:pt x="32" y="2"/>
                      <a:pt x="32" y="2"/>
                    </a:cubicBezTo>
                    <a:cubicBezTo>
                      <a:pt x="32" y="1"/>
                      <a:pt x="31" y="1"/>
                      <a:pt x="31" y="1"/>
                    </a:cubicBezTo>
                    <a:cubicBezTo>
                      <a:pt x="31" y="1"/>
                      <a:pt x="31" y="1"/>
                      <a:pt x="31" y="1"/>
                    </a:cubicBezTo>
                    <a:cubicBezTo>
                      <a:pt x="31" y="1"/>
                      <a:pt x="30" y="1"/>
                      <a:pt x="30" y="1"/>
                    </a:cubicBezTo>
                    <a:cubicBezTo>
                      <a:pt x="30" y="1"/>
                      <a:pt x="30" y="1"/>
                      <a:pt x="30" y="1"/>
                    </a:cubicBezTo>
                    <a:cubicBezTo>
                      <a:pt x="29" y="1"/>
                      <a:pt x="29" y="0"/>
                      <a:pt x="28" y="0"/>
                    </a:cubicBezTo>
                    <a:cubicBezTo>
                      <a:pt x="28" y="0"/>
                      <a:pt x="27" y="0"/>
                      <a:pt x="27" y="0"/>
                    </a:cubicBezTo>
                    <a:cubicBezTo>
                      <a:pt x="27" y="0"/>
                      <a:pt x="27" y="0"/>
                      <a:pt x="27" y="0"/>
                    </a:cubicBezTo>
                    <a:cubicBezTo>
                      <a:pt x="26" y="0"/>
                      <a:pt x="25" y="0"/>
                      <a:pt x="24" y="0"/>
                    </a:cubicBezTo>
                    <a:cubicBezTo>
                      <a:pt x="24" y="1"/>
                      <a:pt x="24" y="1"/>
                      <a:pt x="24" y="1"/>
                    </a:cubicBezTo>
                    <a:cubicBezTo>
                      <a:pt x="25" y="1"/>
                      <a:pt x="26" y="1"/>
                      <a:pt x="27" y="1"/>
                    </a:cubicBezTo>
                    <a:cubicBezTo>
                      <a:pt x="27" y="1"/>
                      <a:pt x="27" y="1"/>
                      <a:pt x="27" y="1"/>
                    </a:cubicBezTo>
                    <a:cubicBezTo>
                      <a:pt x="26" y="2"/>
                      <a:pt x="26" y="2"/>
                      <a:pt x="26" y="2"/>
                    </a:cubicBezTo>
                    <a:cubicBezTo>
                      <a:pt x="26" y="2"/>
                      <a:pt x="25" y="2"/>
                      <a:pt x="25" y="2"/>
                    </a:cubicBezTo>
                    <a:cubicBezTo>
                      <a:pt x="25" y="2"/>
                      <a:pt x="25" y="2"/>
                      <a:pt x="25" y="2"/>
                    </a:cubicBezTo>
                    <a:cubicBezTo>
                      <a:pt x="26" y="2"/>
                      <a:pt x="26" y="2"/>
                      <a:pt x="26" y="2"/>
                    </a:cubicBezTo>
                    <a:cubicBezTo>
                      <a:pt x="27" y="2"/>
                      <a:pt x="27" y="2"/>
                      <a:pt x="27" y="2"/>
                    </a:cubicBezTo>
                    <a:cubicBezTo>
                      <a:pt x="27" y="2"/>
                      <a:pt x="27" y="2"/>
                      <a:pt x="27" y="2"/>
                    </a:cubicBezTo>
                    <a:cubicBezTo>
                      <a:pt x="27" y="2"/>
                      <a:pt x="28" y="1"/>
                      <a:pt x="28" y="1"/>
                    </a:cubicBezTo>
                    <a:cubicBezTo>
                      <a:pt x="28" y="1"/>
                      <a:pt x="28" y="2"/>
                      <a:pt x="28" y="2"/>
                    </a:cubicBezTo>
                    <a:cubicBezTo>
                      <a:pt x="28" y="2"/>
                      <a:pt x="28" y="2"/>
                      <a:pt x="28" y="2"/>
                    </a:cubicBezTo>
                    <a:cubicBezTo>
                      <a:pt x="28" y="2"/>
                      <a:pt x="29" y="2"/>
                      <a:pt x="29" y="2"/>
                    </a:cubicBezTo>
                    <a:cubicBezTo>
                      <a:pt x="29" y="2"/>
                      <a:pt x="29" y="2"/>
                      <a:pt x="29" y="2"/>
                    </a:cubicBezTo>
                    <a:cubicBezTo>
                      <a:pt x="29" y="2"/>
                      <a:pt x="30" y="2"/>
                      <a:pt x="30" y="2"/>
                    </a:cubicBezTo>
                    <a:cubicBezTo>
                      <a:pt x="30" y="2"/>
                      <a:pt x="31" y="2"/>
                      <a:pt x="31" y="3"/>
                    </a:cubicBezTo>
                    <a:cubicBezTo>
                      <a:pt x="31" y="3"/>
                      <a:pt x="31" y="3"/>
                      <a:pt x="31" y="3"/>
                    </a:cubicBezTo>
                    <a:cubicBezTo>
                      <a:pt x="31" y="3"/>
                      <a:pt x="31" y="3"/>
                      <a:pt x="31" y="3"/>
                    </a:cubicBezTo>
                    <a:cubicBezTo>
                      <a:pt x="31" y="3"/>
                      <a:pt x="31" y="3"/>
                      <a:pt x="31" y="3"/>
                    </a:cubicBezTo>
                    <a:cubicBezTo>
                      <a:pt x="31" y="3"/>
                      <a:pt x="32" y="3"/>
                      <a:pt x="32" y="4"/>
                    </a:cubicBezTo>
                    <a:cubicBezTo>
                      <a:pt x="31" y="4"/>
                      <a:pt x="31" y="4"/>
                      <a:pt x="31" y="4"/>
                    </a:cubicBezTo>
                    <a:cubicBezTo>
                      <a:pt x="30" y="4"/>
                      <a:pt x="30" y="4"/>
                      <a:pt x="30" y="4"/>
                    </a:cubicBezTo>
                    <a:cubicBezTo>
                      <a:pt x="30" y="3"/>
                      <a:pt x="30" y="3"/>
                      <a:pt x="30" y="3"/>
                    </a:cubicBezTo>
                    <a:cubicBezTo>
                      <a:pt x="30" y="3"/>
                      <a:pt x="30" y="3"/>
                      <a:pt x="30" y="3"/>
                    </a:cubicBezTo>
                    <a:cubicBezTo>
                      <a:pt x="30" y="3"/>
                      <a:pt x="30" y="3"/>
                      <a:pt x="30" y="3"/>
                    </a:cubicBezTo>
                    <a:cubicBezTo>
                      <a:pt x="29" y="3"/>
                      <a:pt x="29" y="4"/>
                      <a:pt x="29" y="4"/>
                    </a:cubicBezTo>
                    <a:cubicBezTo>
                      <a:pt x="29" y="4"/>
                      <a:pt x="29" y="4"/>
                      <a:pt x="29" y="4"/>
                    </a:cubicBezTo>
                    <a:cubicBezTo>
                      <a:pt x="28" y="4"/>
                      <a:pt x="28" y="4"/>
                      <a:pt x="28" y="4"/>
                    </a:cubicBezTo>
                    <a:cubicBezTo>
                      <a:pt x="28" y="4"/>
                      <a:pt x="27" y="4"/>
                      <a:pt x="27" y="4"/>
                    </a:cubicBezTo>
                    <a:cubicBezTo>
                      <a:pt x="27" y="4"/>
                      <a:pt x="27" y="4"/>
                      <a:pt x="26" y="5"/>
                    </a:cubicBezTo>
                    <a:cubicBezTo>
                      <a:pt x="26" y="5"/>
                      <a:pt x="26" y="5"/>
                      <a:pt x="25" y="5"/>
                    </a:cubicBezTo>
                    <a:cubicBezTo>
                      <a:pt x="25" y="5"/>
                      <a:pt x="25" y="6"/>
                      <a:pt x="25" y="6"/>
                    </a:cubicBezTo>
                    <a:cubicBezTo>
                      <a:pt x="25" y="6"/>
                      <a:pt x="25" y="6"/>
                      <a:pt x="25" y="6"/>
                    </a:cubicBezTo>
                    <a:cubicBezTo>
                      <a:pt x="25" y="6"/>
                      <a:pt x="25" y="6"/>
                      <a:pt x="25" y="6"/>
                    </a:cubicBezTo>
                    <a:cubicBezTo>
                      <a:pt x="25" y="7"/>
                      <a:pt x="26" y="6"/>
                      <a:pt x="26" y="6"/>
                    </a:cubicBezTo>
                    <a:cubicBezTo>
                      <a:pt x="26" y="6"/>
                      <a:pt x="26" y="7"/>
                      <a:pt x="27" y="7"/>
                    </a:cubicBezTo>
                    <a:cubicBezTo>
                      <a:pt x="27" y="7"/>
                      <a:pt x="27" y="7"/>
                      <a:pt x="28" y="7"/>
                    </a:cubicBezTo>
                    <a:cubicBezTo>
                      <a:pt x="28" y="7"/>
                      <a:pt x="28" y="7"/>
                      <a:pt x="28" y="7"/>
                    </a:cubicBezTo>
                    <a:cubicBezTo>
                      <a:pt x="28" y="8"/>
                      <a:pt x="28" y="8"/>
                      <a:pt x="28" y="8"/>
                    </a:cubicBezTo>
                    <a:cubicBezTo>
                      <a:pt x="28" y="8"/>
                      <a:pt x="28" y="8"/>
                      <a:pt x="28" y="9"/>
                    </a:cubicBezTo>
                    <a:cubicBezTo>
                      <a:pt x="28" y="9"/>
                      <a:pt x="28" y="9"/>
                      <a:pt x="28" y="9"/>
                    </a:cubicBezTo>
                    <a:cubicBezTo>
                      <a:pt x="29" y="9"/>
                      <a:pt x="29" y="9"/>
                      <a:pt x="29" y="8"/>
                    </a:cubicBezTo>
                    <a:cubicBezTo>
                      <a:pt x="29" y="8"/>
                      <a:pt x="29" y="8"/>
                      <a:pt x="29" y="8"/>
                    </a:cubicBezTo>
                    <a:cubicBezTo>
                      <a:pt x="30" y="8"/>
                      <a:pt x="31" y="7"/>
                      <a:pt x="31" y="6"/>
                    </a:cubicBezTo>
                    <a:cubicBezTo>
                      <a:pt x="31" y="6"/>
                      <a:pt x="31" y="6"/>
                      <a:pt x="31" y="5"/>
                    </a:cubicBezTo>
                    <a:cubicBezTo>
                      <a:pt x="31" y="5"/>
                      <a:pt x="32" y="5"/>
                      <a:pt x="32" y="5"/>
                    </a:cubicBezTo>
                    <a:cubicBezTo>
                      <a:pt x="32" y="5"/>
                      <a:pt x="32" y="5"/>
                      <a:pt x="32" y="5"/>
                    </a:cubicBezTo>
                    <a:cubicBezTo>
                      <a:pt x="32" y="4"/>
                      <a:pt x="32" y="4"/>
                      <a:pt x="32" y="4"/>
                    </a:cubicBezTo>
                    <a:cubicBezTo>
                      <a:pt x="32" y="4"/>
                      <a:pt x="32" y="4"/>
                      <a:pt x="32" y="4"/>
                    </a:cubicBezTo>
                    <a:cubicBezTo>
                      <a:pt x="32" y="4"/>
                      <a:pt x="32" y="4"/>
                      <a:pt x="33" y="4"/>
                    </a:cubicBezTo>
                    <a:cubicBezTo>
                      <a:pt x="33" y="4"/>
                      <a:pt x="33" y="4"/>
                      <a:pt x="33" y="4"/>
                    </a:cubicBezTo>
                    <a:cubicBezTo>
                      <a:pt x="33" y="4"/>
                      <a:pt x="34" y="4"/>
                      <a:pt x="34" y="4"/>
                    </a:cubicBezTo>
                    <a:cubicBezTo>
                      <a:pt x="34" y="4"/>
                      <a:pt x="34" y="5"/>
                      <a:pt x="34" y="5"/>
                    </a:cubicBezTo>
                    <a:cubicBezTo>
                      <a:pt x="34" y="5"/>
                      <a:pt x="35" y="5"/>
                      <a:pt x="35" y="5"/>
                    </a:cubicBezTo>
                    <a:cubicBezTo>
                      <a:pt x="35" y="5"/>
                      <a:pt x="34" y="5"/>
                      <a:pt x="34" y="5"/>
                    </a:cubicBezTo>
                    <a:cubicBezTo>
                      <a:pt x="34" y="5"/>
                      <a:pt x="34" y="5"/>
                      <a:pt x="34" y="5"/>
                    </a:cubicBezTo>
                    <a:cubicBezTo>
                      <a:pt x="34" y="6"/>
                      <a:pt x="35" y="6"/>
                      <a:pt x="35" y="6"/>
                    </a:cubicBezTo>
                    <a:cubicBezTo>
                      <a:pt x="35" y="6"/>
                      <a:pt x="35" y="6"/>
                      <a:pt x="35" y="6"/>
                    </a:cubicBezTo>
                    <a:cubicBezTo>
                      <a:pt x="36" y="6"/>
                      <a:pt x="36" y="5"/>
                      <a:pt x="36" y="5"/>
                    </a:cubicBezTo>
                    <a:cubicBezTo>
                      <a:pt x="36" y="6"/>
                      <a:pt x="36" y="6"/>
                      <a:pt x="37" y="6"/>
                    </a:cubicBezTo>
                    <a:cubicBezTo>
                      <a:pt x="37" y="6"/>
                      <a:pt x="37" y="6"/>
                      <a:pt x="37" y="6"/>
                    </a:cubicBezTo>
                    <a:cubicBezTo>
                      <a:pt x="37" y="6"/>
                      <a:pt x="37" y="7"/>
                      <a:pt x="37" y="7"/>
                    </a:cubicBezTo>
                    <a:cubicBezTo>
                      <a:pt x="37" y="7"/>
                      <a:pt x="37" y="7"/>
                      <a:pt x="37" y="8"/>
                    </a:cubicBezTo>
                    <a:cubicBezTo>
                      <a:pt x="38" y="8"/>
                      <a:pt x="38" y="8"/>
                      <a:pt x="38" y="8"/>
                    </a:cubicBezTo>
                    <a:cubicBezTo>
                      <a:pt x="38" y="8"/>
                      <a:pt x="38" y="8"/>
                      <a:pt x="38" y="8"/>
                    </a:cubicBezTo>
                    <a:cubicBezTo>
                      <a:pt x="38" y="9"/>
                      <a:pt x="38" y="9"/>
                      <a:pt x="38" y="9"/>
                    </a:cubicBezTo>
                    <a:cubicBezTo>
                      <a:pt x="37" y="9"/>
                      <a:pt x="37" y="9"/>
                      <a:pt x="37" y="10"/>
                    </a:cubicBezTo>
                    <a:cubicBezTo>
                      <a:pt x="37" y="10"/>
                      <a:pt x="38" y="10"/>
                      <a:pt x="38" y="10"/>
                    </a:cubicBezTo>
                    <a:cubicBezTo>
                      <a:pt x="38" y="10"/>
                      <a:pt x="38" y="10"/>
                      <a:pt x="38" y="10"/>
                    </a:cubicBezTo>
                    <a:cubicBezTo>
                      <a:pt x="38" y="11"/>
                      <a:pt x="38" y="11"/>
                      <a:pt x="38" y="11"/>
                    </a:cubicBezTo>
                    <a:cubicBezTo>
                      <a:pt x="38" y="11"/>
                      <a:pt x="38" y="11"/>
                      <a:pt x="37" y="11"/>
                    </a:cubicBezTo>
                    <a:cubicBezTo>
                      <a:pt x="37" y="11"/>
                      <a:pt x="37" y="11"/>
                      <a:pt x="37" y="11"/>
                    </a:cubicBezTo>
                    <a:cubicBezTo>
                      <a:pt x="37" y="11"/>
                      <a:pt x="37" y="11"/>
                      <a:pt x="37" y="11"/>
                    </a:cubicBezTo>
                    <a:cubicBezTo>
                      <a:pt x="36" y="11"/>
                      <a:pt x="36" y="11"/>
                      <a:pt x="36" y="11"/>
                    </a:cubicBezTo>
                    <a:cubicBezTo>
                      <a:pt x="36" y="10"/>
                      <a:pt x="36" y="10"/>
                      <a:pt x="37" y="9"/>
                    </a:cubicBezTo>
                    <a:cubicBezTo>
                      <a:pt x="37" y="9"/>
                      <a:pt x="37" y="9"/>
                      <a:pt x="37" y="9"/>
                    </a:cubicBezTo>
                    <a:cubicBezTo>
                      <a:pt x="37" y="9"/>
                      <a:pt x="37" y="9"/>
                      <a:pt x="36" y="9"/>
                    </a:cubicBezTo>
                    <a:cubicBezTo>
                      <a:pt x="36" y="9"/>
                      <a:pt x="36" y="9"/>
                      <a:pt x="36" y="9"/>
                    </a:cubicBezTo>
                    <a:cubicBezTo>
                      <a:pt x="35" y="10"/>
                      <a:pt x="35" y="9"/>
                      <a:pt x="34" y="10"/>
                    </a:cubicBezTo>
                    <a:cubicBezTo>
                      <a:pt x="34" y="10"/>
                      <a:pt x="35" y="10"/>
                      <a:pt x="35" y="10"/>
                    </a:cubicBezTo>
                    <a:cubicBezTo>
                      <a:pt x="35" y="10"/>
                      <a:pt x="34" y="10"/>
                      <a:pt x="34" y="10"/>
                    </a:cubicBezTo>
                    <a:cubicBezTo>
                      <a:pt x="34" y="10"/>
                      <a:pt x="34" y="10"/>
                      <a:pt x="34" y="10"/>
                    </a:cubicBezTo>
                    <a:cubicBezTo>
                      <a:pt x="34" y="9"/>
                      <a:pt x="34" y="9"/>
                      <a:pt x="33" y="9"/>
                    </a:cubicBezTo>
                    <a:cubicBezTo>
                      <a:pt x="33" y="10"/>
                      <a:pt x="33" y="10"/>
                      <a:pt x="33" y="10"/>
                    </a:cubicBezTo>
                    <a:cubicBezTo>
                      <a:pt x="33" y="10"/>
                      <a:pt x="34" y="10"/>
                      <a:pt x="34" y="10"/>
                    </a:cubicBezTo>
                    <a:cubicBezTo>
                      <a:pt x="34" y="10"/>
                      <a:pt x="33" y="11"/>
                      <a:pt x="33" y="11"/>
                    </a:cubicBezTo>
                    <a:cubicBezTo>
                      <a:pt x="33" y="11"/>
                      <a:pt x="33" y="11"/>
                      <a:pt x="34" y="11"/>
                    </a:cubicBezTo>
                    <a:cubicBezTo>
                      <a:pt x="34" y="11"/>
                      <a:pt x="34" y="11"/>
                      <a:pt x="34" y="11"/>
                    </a:cubicBezTo>
                    <a:cubicBezTo>
                      <a:pt x="34" y="11"/>
                      <a:pt x="34" y="11"/>
                      <a:pt x="34" y="11"/>
                    </a:cubicBezTo>
                    <a:cubicBezTo>
                      <a:pt x="34" y="11"/>
                      <a:pt x="35" y="11"/>
                      <a:pt x="35" y="11"/>
                    </a:cubicBezTo>
                    <a:cubicBezTo>
                      <a:pt x="35" y="11"/>
                      <a:pt x="35" y="12"/>
                      <a:pt x="34" y="12"/>
                    </a:cubicBezTo>
                    <a:cubicBezTo>
                      <a:pt x="34" y="12"/>
                      <a:pt x="33" y="12"/>
                      <a:pt x="33" y="12"/>
                    </a:cubicBezTo>
                    <a:cubicBezTo>
                      <a:pt x="33" y="12"/>
                      <a:pt x="32" y="13"/>
                      <a:pt x="32" y="12"/>
                    </a:cubicBezTo>
                    <a:cubicBezTo>
                      <a:pt x="32" y="12"/>
                      <a:pt x="32" y="12"/>
                      <a:pt x="33" y="12"/>
                    </a:cubicBezTo>
                    <a:cubicBezTo>
                      <a:pt x="32" y="12"/>
                      <a:pt x="32" y="12"/>
                      <a:pt x="31" y="12"/>
                    </a:cubicBezTo>
                    <a:cubicBezTo>
                      <a:pt x="31" y="12"/>
                      <a:pt x="30" y="12"/>
                      <a:pt x="30" y="13"/>
                    </a:cubicBezTo>
                    <a:cubicBezTo>
                      <a:pt x="30" y="13"/>
                      <a:pt x="30" y="13"/>
                      <a:pt x="30" y="13"/>
                    </a:cubicBezTo>
                    <a:cubicBezTo>
                      <a:pt x="30" y="13"/>
                      <a:pt x="30" y="13"/>
                      <a:pt x="29" y="14"/>
                    </a:cubicBezTo>
                    <a:cubicBezTo>
                      <a:pt x="29" y="14"/>
                      <a:pt x="29" y="14"/>
                      <a:pt x="29" y="14"/>
                    </a:cubicBezTo>
                    <a:cubicBezTo>
                      <a:pt x="29" y="14"/>
                      <a:pt x="28" y="14"/>
                      <a:pt x="28" y="14"/>
                    </a:cubicBezTo>
                    <a:cubicBezTo>
                      <a:pt x="28" y="14"/>
                      <a:pt x="28" y="14"/>
                      <a:pt x="28" y="14"/>
                    </a:cubicBezTo>
                    <a:cubicBezTo>
                      <a:pt x="28" y="14"/>
                      <a:pt x="28" y="14"/>
                      <a:pt x="28" y="15"/>
                    </a:cubicBezTo>
                    <a:cubicBezTo>
                      <a:pt x="27" y="15"/>
                      <a:pt x="27" y="15"/>
                      <a:pt x="27" y="15"/>
                    </a:cubicBezTo>
                    <a:cubicBezTo>
                      <a:pt x="27" y="15"/>
                      <a:pt x="27" y="15"/>
                      <a:pt x="27" y="15"/>
                    </a:cubicBezTo>
                    <a:cubicBezTo>
                      <a:pt x="27" y="15"/>
                      <a:pt x="27" y="16"/>
                      <a:pt x="27" y="16"/>
                    </a:cubicBezTo>
                    <a:cubicBezTo>
                      <a:pt x="26" y="16"/>
                      <a:pt x="26" y="17"/>
                      <a:pt x="26" y="17"/>
                    </a:cubicBezTo>
                    <a:cubicBezTo>
                      <a:pt x="26" y="17"/>
                      <a:pt x="25" y="17"/>
                      <a:pt x="25" y="17"/>
                    </a:cubicBezTo>
                    <a:cubicBezTo>
                      <a:pt x="25" y="17"/>
                      <a:pt x="25" y="17"/>
                      <a:pt x="25" y="17"/>
                    </a:cubicBezTo>
                    <a:cubicBezTo>
                      <a:pt x="24" y="17"/>
                      <a:pt x="24" y="18"/>
                      <a:pt x="24" y="18"/>
                    </a:cubicBezTo>
                    <a:cubicBezTo>
                      <a:pt x="24" y="28"/>
                      <a:pt x="24" y="28"/>
                      <a:pt x="24" y="28"/>
                    </a:cubicBezTo>
                    <a:cubicBezTo>
                      <a:pt x="24" y="28"/>
                      <a:pt x="24" y="28"/>
                      <a:pt x="25" y="28"/>
                    </a:cubicBezTo>
                    <a:cubicBezTo>
                      <a:pt x="25" y="28"/>
                      <a:pt x="25" y="28"/>
                      <a:pt x="25" y="27"/>
                    </a:cubicBezTo>
                    <a:cubicBezTo>
                      <a:pt x="25" y="27"/>
                      <a:pt x="25" y="27"/>
                      <a:pt x="26" y="27"/>
                    </a:cubicBezTo>
                    <a:cubicBezTo>
                      <a:pt x="26" y="27"/>
                      <a:pt x="26" y="27"/>
                      <a:pt x="26" y="27"/>
                    </a:cubicBezTo>
                    <a:cubicBezTo>
                      <a:pt x="26" y="27"/>
                      <a:pt x="26" y="27"/>
                      <a:pt x="27" y="27"/>
                    </a:cubicBezTo>
                    <a:cubicBezTo>
                      <a:pt x="27" y="27"/>
                      <a:pt x="26" y="27"/>
                      <a:pt x="26" y="27"/>
                    </a:cubicBezTo>
                    <a:cubicBezTo>
                      <a:pt x="27" y="28"/>
                      <a:pt x="27" y="27"/>
                      <a:pt x="27" y="27"/>
                    </a:cubicBezTo>
                    <a:cubicBezTo>
                      <a:pt x="27" y="27"/>
                      <a:pt x="28" y="27"/>
                      <a:pt x="28" y="27"/>
                    </a:cubicBezTo>
                    <a:cubicBezTo>
                      <a:pt x="28" y="27"/>
                      <a:pt x="28" y="28"/>
                      <a:pt x="28" y="28"/>
                    </a:cubicBezTo>
                    <a:cubicBezTo>
                      <a:pt x="28" y="28"/>
                      <a:pt x="29" y="28"/>
                      <a:pt x="29" y="28"/>
                    </a:cubicBezTo>
                    <a:cubicBezTo>
                      <a:pt x="29" y="28"/>
                      <a:pt x="29" y="28"/>
                      <a:pt x="29" y="28"/>
                    </a:cubicBezTo>
                    <a:cubicBezTo>
                      <a:pt x="30" y="28"/>
                      <a:pt x="30" y="28"/>
                      <a:pt x="30" y="28"/>
                    </a:cubicBezTo>
                    <a:cubicBezTo>
                      <a:pt x="30" y="27"/>
                      <a:pt x="31" y="28"/>
                      <a:pt x="31" y="28"/>
                    </a:cubicBezTo>
                    <a:cubicBezTo>
                      <a:pt x="31" y="28"/>
                      <a:pt x="31" y="28"/>
                      <a:pt x="31" y="28"/>
                    </a:cubicBezTo>
                    <a:cubicBezTo>
                      <a:pt x="31" y="28"/>
                      <a:pt x="31" y="28"/>
                      <a:pt x="31" y="28"/>
                    </a:cubicBezTo>
                    <a:cubicBezTo>
                      <a:pt x="31" y="28"/>
                      <a:pt x="31" y="28"/>
                      <a:pt x="31" y="28"/>
                    </a:cubicBezTo>
                    <a:cubicBezTo>
                      <a:pt x="31" y="29"/>
                      <a:pt x="32" y="29"/>
                      <a:pt x="32" y="29"/>
                    </a:cubicBezTo>
                    <a:cubicBezTo>
                      <a:pt x="32" y="29"/>
                      <a:pt x="32" y="29"/>
                      <a:pt x="32" y="29"/>
                    </a:cubicBezTo>
                    <a:cubicBezTo>
                      <a:pt x="33" y="30"/>
                      <a:pt x="33" y="30"/>
                      <a:pt x="33" y="30"/>
                    </a:cubicBezTo>
                    <a:cubicBezTo>
                      <a:pt x="34" y="30"/>
                      <a:pt x="34" y="30"/>
                      <a:pt x="34" y="30"/>
                    </a:cubicBezTo>
                    <a:cubicBezTo>
                      <a:pt x="34" y="30"/>
                      <a:pt x="35" y="30"/>
                      <a:pt x="35" y="30"/>
                    </a:cubicBezTo>
                    <a:cubicBezTo>
                      <a:pt x="35" y="30"/>
                      <a:pt x="36" y="31"/>
                      <a:pt x="36" y="31"/>
                    </a:cubicBezTo>
                    <a:cubicBezTo>
                      <a:pt x="36" y="31"/>
                      <a:pt x="36" y="31"/>
                      <a:pt x="36" y="31"/>
                    </a:cubicBezTo>
                    <a:cubicBezTo>
                      <a:pt x="36" y="32"/>
                      <a:pt x="36" y="32"/>
                      <a:pt x="36" y="32"/>
                    </a:cubicBezTo>
                    <a:cubicBezTo>
                      <a:pt x="36" y="32"/>
                      <a:pt x="36" y="32"/>
                      <a:pt x="36" y="33"/>
                    </a:cubicBezTo>
                    <a:cubicBezTo>
                      <a:pt x="37" y="33"/>
                      <a:pt x="37" y="33"/>
                      <a:pt x="37" y="33"/>
                    </a:cubicBezTo>
                    <a:cubicBezTo>
                      <a:pt x="37" y="33"/>
                      <a:pt x="37" y="33"/>
                      <a:pt x="37" y="33"/>
                    </a:cubicBezTo>
                    <a:cubicBezTo>
                      <a:pt x="37" y="33"/>
                      <a:pt x="38" y="33"/>
                      <a:pt x="38" y="33"/>
                    </a:cubicBezTo>
                    <a:cubicBezTo>
                      <a:pt x="38" y="33"/>
                      <a:pt x="38" y="33"/>
                      <a:pt x="38" y="33"/>
                    </a:cubicBezTo>
                    <a:cubicBezTo>
                      <a:pt x="38" y="33"/>
                      <a:pt x="39" y="34"/>
                      <a:pt x="39" y="34"/>
                    </a:cubicBezTo>
                    <a:cubicBezTo>
                      <a:pt x="39" y="34"/>
                      <a:pt x="39" y="34"/>
                      <a:pt x="39" y="34"/>
                    </a:cubicBezTo>
                    <a:cubicBezTo>
                      <a:pt x="39" y="34"/>
                      <a:pt x="40" y="34"/>
                      <a:pt x="40" y="34"/>
                    </a:cubicBezTo>
                    <a:cubicBezTo>
                      <a:pt x="40" y="34"/>
                      <a:pt x="40" y="34"/>
                      <a:pt x="40" y="34"/>
                    </a:cubicBezTo>
                    <a:cubicBezTo>
                      <a:pt x="41" y="34"/>
                      <a:pt x="41" y="34"/>
                      <a:pt x="41" y="34"/>
                    </a:cubicBezTo>
                    <a:cubicBezTo>
                      <a:pt x="38" y="39"/>
                      <a:pt x="33" y="43"/>
                      <a:pt x="28" y="44"/>
                    </a:cubicBezTo>
                    <a:cubicBezTo>
                      <a:pt x="28" y="44"/>
                      <a:pt x="28" y="44"/>
                      <a:pt x="28" y="43"/>
                    </a:cubicBezTo>
                    <a:cubicBezTo>
                      <a:pt x="28" y="43"/>
                      <a:pt x="28" y="42"/>
                      <a:pt x="28" y="42"/>
                    </a:cubicBezTo>
                    <a:cubicBezTo>
                      <a:pt x="28" y="42"/>
                      <a:pt x="27" y="41"/>
                      <a:pt x="27" y="41"/>
                    </a:cubicBezTo>
                    <a:cubicBezTo>
                      <a:pt x="27" y="41"/>
                      <a:pt x="27" y="40"/>
                      <a:pt x="26" y="40"/>
                    </a:cubicBezTo>
                    <a:cubicBezTo>
                      <a:pt x="26" y="40"/>
                      <a:pt x="26" y="40"/>
                      <a:pt x="26" y="40"/>
                    </a:cubicBezTo>
                    <a:cubicBezTo>
                      <a:pt x="25" y="40"/>
                      <a:pt x="25" y="39"/>
                      <a:pt x="25" y="39"/>
                    </a:cubicBezTo>
                    <a:cubicBezTo>
                      <a:pt x="24" y="39"/>
                      <a:pt x="24" y="39"/>
                      <a:pt x="24" y="39"/>
                    </a:cubicBezTo>
                    <a:cubicBezTo>
                      <a:pt x="24" y="39"/>
                      <a:pt x="24" y="38"/>
                      <a:pt x="24" y="38"/>
                    </a:cubicBezTo>
                    <a:lnTo>
                      <a:pt x="24" y="46"/>
                    </a:lnTo>
                    <a:close/>
                    <a:moveTo>
                      <a:pt x="0" y="18"/>
                    </a:moveTo>
                    <a:cubicBezTo>
                      <a:pt x="0" y="18"/>
                      <a:pt x="0" y="19"/>
                      <a:pt x="0" y="19"/>
                    </a:cubicBezTo>
                    <a:cubicBezTo>
                      <a:pt x="0" y="20"/>
                      <a:pt x="0" y="20"/>
                      <a:pt x="0" y="20"/>
                    </a:cubicBezTo>
                    <a:cubicBezTo>
                      <a:pt x="0" y="21"/>
                      <a:pt x="0" y="22"/>
                      <a:pt x="0" y="23"/>
                    </a:cubicBezTo>
                    <a:cubicBezTo>
                      <a:pt x="0" y="23"/>
                      <a:pt x="0" y="24"/>
                      <a:pt x="0" y="25"/>
                    </a:cubicBezTo>
                    <a:cubicBezTo>
                      <a:pt x="0" y="25"/>
                      <a:pt x="0" y="26"/>
                      <a:pt x="0" y="26"/>
                    </a:cubicBezTo>
                    <a:cubicBezTo>
                      <a:pt x="0" y="27"/>
                      <a:pt x="0" y="27"/>
                      <a:pt x="0" y="27"/>
                    </a:cubicBezTo>
                    <a:cubicBezTo>
                      <a:pt x="0" y="28"/>
                      <a:pt x="0" y="28"/>
                      <a:pt x="0" y="28"/>
                    </a:cubicBezTo>
                    <a:cubicBezTo>
                      <a:pt x="0" y="29"/>
                      <a:pt x="1" y="30"/>
                      <a:pt x="1" y="31"/>
                    </a:cubicBezTo>
                    <a:cubicBezTo>
                      <a:pt x="1" y="31"/>
                      <a:pt x="1" y="31"/>
                      <a:pt x="1" y="32"/>
                    </a:cubicBezTo>
                    <a:cubicBezTo>
                      <a:pt x="1" y="32"/>
                      <a:pt x="2" y="32"/>
                      <a:pt x="2" y="33"/>
                    </a:cubicBezTo>
                    <a:cubicBezTo>
                      <a:pt x="2" y="33"/>
                      <a:pt x="2" y="33"/>
                      <a:pt x="2" y="33"/>
                    </a:cubicBezTo>
                    <a:cubicBezTo>
                      <a:pt x="2" y="34"/>
                      <a:pt x="2" y="34"/>
                      <a:pt x="3" y="34"/>
                    </a:cubicBezTo>
                    <a:cubicBezTo>
                      <a:pt x="3" y="35"/>
                      <a:pt x="4" y="36"/>
                      <a:pt x="4" y="37"/>
                    </a:cubicBezTo>
                    <a:cubicBezTo>
                      <a:pt x="5" y="37"/>
                      <a:pt x="5" y="38"/>
                      <a:pt x="6" y="38"/>
                    </a:cubicBezTo>
                    <a:cubicBezTo>
                      <a:pt x="6" y="39"/>
                      <a:pt x="6" y="39"/>
                      <a:pt x="6" y="39"/>
                    </a:cubicBezTo>
                    <a:cubicBezTo>
                      <a:pt x="7" y="39"/>
                      <a:pt x="7" y="40"/>
                      <a:pt x="7" y="40"/>
                    </a:cubicBezTo>
                    <a:cubicBezTo>
                      <a:pt x="8" y="41"/>
                      <a:pt x="10" y="42"/>
                      <a:pt x="11" y="43"/>
                    </a:cubicBezTo>
                    <a:cubicBezTo>
                      <a:pt x="11" y="43"/>
                      <a:pt x="12" y="43"/>
                      <a:pt x="12" y="43"/>
                    </a:cubicBezTo>
                    <a:cubicBezTo>
                      <a:pt x="13" y="44"/>
                      <a:pt x="13" y="44"/>
                      <a:pt x="14" y="44"/>
                    </a:cubicBezTo>
                    <a:cubicBezTo>
                      <a:pt x="14" y="44"/>
                      <a:pt x="15" y="44"/>
                      <a:pt x="15" y="45"/>
                    </a:cubicBezTo>
                    <a:cubicBezTo>
                      <a:pt x="18" y="45"/>
                      <a:pt x="20" y="46"/>
                      <a:pt x="23" y="46"/>
                    </a:cubicBezTo>
                    <a:cubicBezTo>
                      <a:pt x="23" y="46"/>
                      <a:pt x="24" y="46"/>
                      <a:pt x="24" y="46"/>
                    </a:cubicBezTo>
                    <a:cubicBezTo>
                      <a:pt x="24" y="38"/>
                      <a:pt x="24" y="38"/>
                      <a:pt x="24" y="38"/>
                    </a:cubicBezTo>
                    <a:cubicBezTo>
                      <a:pt x="24" y="38"/>
                      <a:pt x="24" y="38"/>
                      <a:pt x="24" y="38"/>
                    </a:cubicBezTo>
                    <a:cubicBezTo>
                      <a:pt x="24" y="37"/>
                      <a:pt x="23" y="37"/>
                      <a:pt x="23" y="36"/>
                    </a:cubicBezTo>
                    <a:cubicBezTo>
                      <a:pt x="23" y="36"/>
                      <a:pt x="23" y="36"/>
                      <a:pt x="23" y="36"/>
                    </a:cubicBezTo>
                    <a:cubicBezTo>
                      <a:pt x="22" y="36"/>
                      <a:pt x="22" y="35"/>
                      <a:pt x="22" y="35"/>
                    </a:cubicBezTo>
                    <a:cubicBezTo>
                      <a:pt x="22" y="35"/>
                      <a:pt x="22" y="35"/>
                      <a:pt x="22" y="35"/>
                    </a:cubicBezTo>
                    <a:cubicBezTo>
                      <a:pt x="22" y="34"/>
                      <a:pt x="22" y="34"/>
                      <a:pt x="22" y="34"/>
                    </a:cubicBezTo>
                    <a:cubicBezTo>
                      <a:pt x="22" y="34"/>
                      <a:pt x="22" y="34"/>
                      <a:pt x="22" y="33"/>
                    </a:cubicBezTo>
                    <a:cubicBezTo>
                      <a:pt x="22" y="33"/>
                      <a:pt x="22" y="33"/>
                      <a:pt x="22" y="33"/>
                    </a:cubicBezTo>
                    <a:cubicBezTo>
                      <a:pt x="22" y="32"/>
                      <a:pt x="22" y="32"/>
                      <a:pt x="22" y="32"/>
                    </a:cubicBezTo>
                    <a:cubicBezTo>
                      <a:pt x="23" y="32"/>
                      <a:pt x="23" y="32"/>
                      <a:pt x="23" y="32"/>
                    </a:cubicBezTo>
                    <a:cubicBezTo>
                      <a:pt x="23" y="32"/>
                      <a:pt x="23" y="32"/>
                      <a:pt x="23" y="31"/>
                    </a:cubicBezTo>
                    <a:cubicBezTo>
                      <a:pt x="23" y="31"/>
                      <a:pt x="24" y="31"/>
                      <a:pt x="24" y="31"/>
                    </a:cubicBezTo>
                    <a:cubicBezTo>
                      <a:pt x="24" y="31"/>
                      <a:pt x="24" y="30"/>
                      <a:pt x="24" y="30"/>
                    </a:cubicBezTo>
                    <a:cubicBezTo>
                      <a:pt x="24" y="29"/>
                      <a:pt x="23" y="29"/>
                      <a:pt x="23" y="29"/>
                    </a:cubicBezTo>
                    <a:cubicBezTo>
                      <a:pt x="23" y="29"/>
                      <a:pt x="23" y="28"/>
                      <a:pt x="23" y="28"/>
                    </a:cubicBezTo>
                    <a:cubicBezTo>
                      <a:pt x="23" y="28"/>
                      <a:pt x="23" y="29"/>
                      <a:pt x="23" y="29"/>
                    </a:cubicBezTo>
                    <a:cubicBezTo>
                      <a:pt x="22" y="29"/>
                      <a:pt x="22" y="29"/>
                      <a:pt x="22" y="29"/>
                    </a:cubicBezTo>
                    <a:cubicBezTo>
                      <a:pt x="22" y="29"/>
                      <a:pt x="22" y="29"/>
                      <a:pt x="22" y="29"/>
                    </a:cubicBezTo>
                    <a:cubicBezTo>
                      <a:pt x="21" y="29"/>
                      <a:pt x="21" y="29"/>
                      <a:pt x="21" y="29"/>
                    </a:cubicBezTo>
                    <a:cubicBezTo>
                      <a:pt x="21" y="29"/>
                      <a:pt x="21" y="28"/>
                      <a:pt x="21" y="28"/>
                    </a:cubicBezTo>
                    <a:cubicBezTo>
                      <a:pt x="20" y="28"/>
                      <a:pt x="20" y="28"/>
                      <a:pt x="20" y="28"/>
                    </a:cubicBezTo>
                    <a:cubicBezTo>
                      <a:pt x="20" y="28"/>
                      <a:pt x="20" y="28"/>
                      <a:pt x="20" y="27"/>
                    </a:cubicBezTo>
                    <a:cubicBezTo>
                      <a:pt x="20" y="27"/>
                      <a:pt x="20" y="27"/>
                      <a:pt x="19" y="26"/>
                    </a:cubicBezTo>
                    <a:cubicBezTo>
                      <a:pt x="19" y="26"/>
                      <a:pt x="19" y="26"/>
                      <a:pt x="18" y="26"/>
                    </a:cubicBezTo>
                    <a:cubicBezTo>
                      <a:pt x="18" y="26"/>
                      <a:pt x="18" y="26"/>
                      <a:pt x="18" y="26"/>
                    </a:cubicBezTo>
                    <a:cubicBezTo>
                      <a:pt x="18" y="26"/>
                      <a:pt x="18" y="26"/>
                      <a:pt x="18" y="26"/>
                    </a:cubicBezTo>
                    <a:cubicBezTo>
                      <a:pt x="17" y="26"/>
                      <a:pt x="17" y="25"/>
                      <a:pt x="16" y="25"/>
                    </a:cubicBezTo>
                    <a:cubicBezTo>
                      <a:pt x="16" y="25"/>
                      <a:pt x="16" y="25"/>
                      <a:pt x="16" y="25"/>
                    </a:cubicBezTo>
                    <a:cubicBezTo>
                      <a:pt x="15" y="25"/>
                      <a:pt x="15" y="25"/>
                      <a:pt x="15" y="25"/>
                    </a:cubicBezTo>
                    <a:cubicBezTo>
                      <a:pt x="14" y="25"/>
                      <a:pt x="14" y="25"/>
                      <a:pt x="14" y="25"/>
                    </a:cubicBezTo>
                    <a:cubicBezTo>
                      <a:pt x="14" y="25"/>
                      <a:pt x="13" y="24"/>
                      <a:pt x="13" y="24"/>
                    </a:cubicBezTo>
                    <a:cubicBezTo>
                      <a:pt x="13" y="24"/>
                      <a:pt x="13" y="24"/>
                      <a:pt x="13" y="24"/>
                    </a:cubicBezTo>
                    <a:cubicBezTo>
                      <a:pt x="13" y="24"/>
                      <a:pt x="12" y="24"/>
                      <a:pt x="12" y="24"/>
                    </a:cubicBezTo>
                    <a:cubicBezTo>
                      <a:pt x="12" y="24"/>
                      <a:pt x="12" y="23"/>
                      <a:pt x="12" y="23"/>
                    </a:cubicBezTo>
                    <a:cubicBezTo>
                      <a:pt x="12" y="23"/>
                      <a:pt x="12" y="23"/>
                      <a:pt x="12" y="23"/>
                    </a:cubicBezTo>
                    <a:cubicBezTo>
                      <a:pt x="12" y="22"/>
                      <a:pt x="12" y="22"/>
                      <a:pt x="11" y="21"/>
                    </a:cubicBezTo>
                    <a:cubicBezTo>
                      <a:pt x="11" y="21"/>
                      <a:pt x="11" y="21"/>
                      <a:pt x="11" y="21"/>
                    </a:cubicBezTo>
                    <a:cubicBezTo>
                      <a:pt x="11" y="20"/>
                      <a:pt x="11" y="20"/>
                      <a:pt x="11" y="20"/>
                    </a:cubicBezTo>
                    <a:cubicBezTo>
                      <a:pt x="11" y="20"/>
                      <a:pt x="10" y="20"/>
                      <a:pt x="10" y="20"/>
                    </a:cubicBezTo>
                    <a:cubicBezTo>
                      <a:pt x="10" y="19"/>
                      <a:pt x="10" y="19"/>
                      <a:pt x="10" y="19"/>
                    </a:cubicBezTo>
                    <a:cubicBezTo>
                      <a:pt x="10" y="19"/>
                      <a:pt x="10" y="19"/>
                      <a:pt x="10" y="18"/>
                    </a:cubicBezTo>
                    <a:cubicBezTo>
                      <a:pt x="10" y="18"/>
                      <a:pt x="9" y="18"/>
                      <a:pt x="9" y="19"/>
                    </a:cubicBezTo>
                    <a:cubicBezTo>
                      <a:pt x="9" y="19"/>
                      <a:pt x="9" y="19"/>
                      <a:pt x="9" y="19"/>
                    </a:cubicBezTo>
                    <a:cubicBezTo>
                      <a:pt x="10" y="19"/>
                      <a:pt x="9" y="20"/>
                      <a:pt x="10" y="20"/>
                    </a:cubicBezTo>
                    <a:cubicBezTo>
                      <a:pt x="10" y="20"/>
                      <a:pt x="10" y="20"/>
                      <a:pt x="10" y="20"/>
                    </a:cubicBezTo>
                    <a:cubicBezTo>
                      <a:pt x="10" y="21"/>
                      <a:pt x="10" y="21"/>
                      <a:pt x="10" y="21"/>
                    </a:cubicBezTo>
                    <a:cubicBezTo>
                      <a:pt x="10" y="21"/>
                      <a:pt x="10" y="22"/>
                      <a:pt x="10" y="22"/>
                    </a:cubicBezTo>
                    <a:cubicBezTo>
                      <a:pt x="10" y="22"/>
                      <a:pt x="10" y="22"/>
                      <a:pt x="10" y="21"/>
                    </a:cubicBezTo>
                    <a:cubicBezTo>
                      <a:pt x="10" y="21"/>
                      <a:pt x="9" y="21"/>
                      <a:pt x="9" y="21"/>
                    </a:cubicBezTo>
                    <a:cubicBezTo>
                      <a:pt x="9" y="21"/>
                      <a:pt x="10" y="21"/>
                      <a:pt x="9" y="21"/>
                    </a:cubicBezTo>
                    <a:cubicBezTo>
                      <a:pt x="9" y="20"/>
                      <a:pt x="9" y="20"/>
                      <a:pt x="9" y="20"/>
                    </a:cubicBezTo>
                    <a:cubicBezTo>
                      <a:pt x="9" y="20"/>
                      <a:pt x="9" y="20"/>
                      <a:pt x="9" y="19"/>
                    </a:cubicBezTo>
                    <a:cubicBezTo>
                      <a:pt x="9" y="19"/>
                      <a:pt x="9" y="19"/>
                      <a:pt x="9" y="19"/>
                    </a:cubicBezTo>
                    <a:cubicBezTo>
                      <a:pt x="8" y="19"/>
                      <a:pt x="8" y="18"/>
                      <a:pt x="8" y="18"/>
                    </a:cubicBezTo>
                    <a:cubicBezTo>
                      <a:pt x="8" y="18"/>
                      <a:pt x="8" y="17"/>
                      <a:pt x="8" y="17"/>
                    </a:cubicBezTo>
                    <a:cubicBezTo>
                      <a:pt x="8" y="17"/>
                      <a:pt x="8" y="17"/>
                      <a:pt x="8" y="17"/>
                    </a:cubicBezTo>
                    <a:cubicBezTo>
                      <a:pt x="8" y="17"/>
                      <a:pt x="8" y="17"/>
                      <a:pt x="7" y="17"/>
                    </a:cubicBezTo>
                    <a:cubicBezTo>
                      <a:pt x="7" y="16"/>
                      <a:pt x="7" y="16"/>
                      <a:pt x="7" y="16"/>
                    </a:cubicBezTo>
                    <a:cubicBezTo>
                      <a:pt x="7" y="16"/>
                      <a:pt x="7" y="15"/>
                      <a:pt x="7" y="15"/>
                    </a:cubicBezTo>
                    <a:cubicBezTo>
                      <a:pt x="7" y="15"/>
                      <a:pt x="7" y="14"/>
                      <a:pt x="7" y="14"/>
                    </a:cubicBezTo>
                    <a:cubicBezTo>
                      <a:pt x="7" y="14"/>
                      <a:pt x="8" y="14"/>
                      <a:pt x="8" y="13"/>
                    </a:cubicBezTo>
                    <a:cubicBezTo>
                      <a:pt x="8" y="13"/>
                      <a:pt x="8" y="13"/>
                      <a:pt x="8" y="13"/>
                    </a:cubicBezTo>
                    <a:cubicBezTo>
                      <a:pt x="8" y="13"/>
                      <a:pt x="8" y="12"/>
                      <a:pt x="9" y="12"/>
                    </a:cubicBezTo>
                    <a:cubicBezTo>
                      <a:pt x="9" y="12"/>
                      <a:pt x="9" y="11"/>
                      <a:pt x="9" y="11"/>
                    </a:cubicBezTo>
                    <a:cubicBezTo>
                      <a:pt x="10" y="11"/>
                      <a:pt x="10" y="10"/>
                      <a:pt x="10" y="10"/>
                    </a:cubicBezTo>
                    <a:cubicBezTo>
                      <a:pt x="10" y="10"/>
                      <a:pt x="9" y="10"/>
                      <a:pt x="9" y="9"/>
                    </a:cubicBezTo>
                    <a:cubicBezTo>
                      <a:pt x="9" y="9"/>
                      <a:pt x="10" y="9"/>
                      <a:pt x="10" y="9"/>
                    </a:cubicBezTo>
                    <a:cubicBezTo>
                      <a:pt x="10" y="9"/>
                      <a:pt x="10" y="9"/>
                      <a:pt x="10" y="9"/>
                    </a:cubicBezTo>
                    <a:cubicBezTo>
                      <a:pt x="10" y="8"/>
                      <a:pt x="10" y="8"/>
                      <a:pt x="10" y="8"/>
                    </a:cubicBezTo>
                    <a:cubicBezTo>
                      <a:pt x="10" y="8"/>
                      <a:pt x="10" y="8"/>
                      <a:pt x="10" y="7"/>
                    </a:cubicBezTo>
                    <a:cubicBezTo>
                      <a:pt x="10" y="7"/>
                      <a:pt x="9" y="8"/>
                      <a:pt x="9" y="7"/>
                    </a:cubicBezTo>
                    <a:cubicBezTo>
                      <a:pt x="9" y="7"/>
                      <a:pt x="9" y="7"/>
                      <a:pt x="9" y="7"/>
                    </a:cubicBezTo>
                    <a:cubicBezTo>
                      <a:pt x="9" y="7"/>
                      <a:pt x="9" y="7"/>
                      <a:pt x="9" y="7"/>
                    </a:cubicBezTo>
                    <a:cubicBezTo>
                      <a:pt x="9" y="6"/>
                      <a:pt x="9" y="6"/>
                      <a:pt x="9" y="6"/>
                    </a:cubicBezTo>
                    <a:cubicBezTo>
                      <a:pt x="9" y="6"/>
                      <a:pt x="9" y="6"/>
                      <a:pt x="9" y="6"/>
                    </a:cubicBezTo>
                    <a:cubicBezTo>
                      <a:pt x="12" y="3"/>
                      <a:pt x="15" y="2"/>
                      <a:pt x="19" y="1"/>
                    </a:cubicBezTo>
                    <a:cubicBezTo>
                      <a:pt x="19" y="1"/>
                      <a:pt x="19" y="1"/>
                      <a:pt x="19" y="1"/>
                    </a:cubicBezTo>
                    <a:cubicBezTo>
                      <a:pt x="19" y="1"/>
                      <a:pt x="19" y="1"/>
                      <a:pt x="19" y="1"/>
                    </a:cubicBezTo>
                    <a:cubicBezTo>
                      <a:pt x="19" y="1"/>
                      <a:pt x="19" y="1"/>
                      <a:pt x="20" y="1"/>
                    </a:cubicBezTo>
                    <a:cubicBezTo>
                      <a:pt x="20" y="1"/>
                      <a:pt x="20" y="1"/>
                      <a:pt x="20" y="1"/>
                    </a:cubicBezTo>
                    <a:cubicBezTo>
                      <a:pt x="21" y="1"/>
                      <a:pt x="21" y="2"/>
                      <a:pt x="22" y="2"/>
                    </a:cubicBezTo>
                    <a:cubicBezTo>
                      <a:pt x="22" y="2"/>
                      <a:pt x="22" y="1"/>
                      <a:pt x="22" y="1"/>
                    </a:cubicBezTo>
                    <a:cubicBezTo>
                      <a:pt x="22" y="1"/>
                      <a:pt x="22" y="1"/>
                      <a:pt x="22" y="1"/>
                    </a:cubicBezTo>
                    <a:cubicBezTo>
                      <a:pt x="22" y="1"/>
                      <a:pt x="22" y="1"/>
                      <a:pt x="23" y="1"/>
                    </a:cubicBezTo>
                    <a:cubicBezTo>
                      <a:pt x="23" y="1"/>
                      <a:pt x="24" y="1"/>
                      <a:pt x="24" y="1"/>
                    </a:cubicBezTo>
                    <a:cubicBezTo>
                      <a:pt x="24" y="0"/>
                      <a:pt x="24" y="0"/>
                      <a:pt x="24" y="0"/>
                    </a:cubicBezTo>
                    <a:cubicBezTo>
                      <a:pt x="24" y="0"/>
                      <a:pt x="23" y="0"/>
                      <a:pt x="23" y="0"/>
                    </a:cubicBezTo>
                    <a:cubicBezTo>
                      <a:pt x="23" y="0"/>
                      <a:pt x="23" y="0"/>
                      <a:pt x="23" y="0"/>
                    </a:cubicBezTo>
                    <a:cubicBezTo>
                      <a:pt x="22" y="0"/>
                      <a:pt x="22" y="0"/>
                      <a:pt x="22" y="0"/>
                    </a:cubicBezTo>
                    <a:cubicBezTo>
                      <a:pt x="20" y="0"/>
                      <a:pt x="17" y="0"/>
                      <a:pt x="15" y="1"/>
                    </a:cubicBezTo>
                    <a:cubicBezTo>
                      <a:pt x="15" y="1"/>
                      <a:pt x="14" y="1"/>
                      <a:pt x="14" y="1"/>
                    </a:cubicBezTo>
                    <a:cubicBezTo>
                      <a:pt x="14" y="1"/>
                      <a:pt x="14" y="1"/>
                      <a:pt x="14" y="1"/>
                    </a:cubicBezTo>
                    <a:cubicBezTo>
                      <a:pt x="14" y="1"/>
                      <a:pt x="13" y="2"/>
                      <a:pt x="13" y="2"/>
                    </a:cubicBezTo>
                    <a:cubicBezTo>
                      <a:pt x="13" y="2"/>
                      <a:pt x="12" y="2"/>
                      <a:pt x="12" y="2"/>
                    </a:cubicBezTo>
                    <a:cubicBezTo>
                      <a:pt x="12" y="2"/>
                      <a:pt x="11" y="2"/>
                      <a:pt x="11" y="3"/>
                    </a:cubicBezTo>
                    <a:cubicBezTo>
                      <a:pt x="10" y="3"/>
                      <a:pt x="9" y="4"/>
                      <a:pt x="7" y="5"/>
                    </a:cubicBezTo>
                    <a:cubicBezTo>
                      <a:pt x="7" y="5"/>
                      <a:pt x="7" y="5"/>
                      <a:pt x="7" y="6"/>
                    </a:cubicBezTo>
                    <a:cubicBezTo>
                      <a:pt x="7" y="6"/>
                      <a:pt x="7" y="6"/>
                      <a:pt x="6" y="6"/>
                    </a:cubicBezTo>
                    <a:cubicBezTo>
                      <a:pt x="6" y="7"/>
                      <a:pt x="6" y="7"/>
                      <a:pt x="6" y="7"/>
                    </a:cubicBezTo>
                    <a:cubicBezTo>
                      <a:pt x="5" y="8"/>
                      <a:pt x="5" y="8"/>
                      <a:pt x="4" y="8"/>
                    </a:cubicBezTo>
                    <a:cubicBezTo>
                      <a:pt x="4" y="9"/>
                      <a:pt x="3" y="10"/>
                      <a:pt x="3" y="11"/>
                    </a:cubicBezTo>
                    <a:cubicBezTo>
                      <a:pt x="2" y="12"/>
                      <a:pt x="2" y="12"/>
                      <a:pt x="2" y="12"/>
                    </a:cubicBezTo>
                    <a:cubicBezTo>
                      <a:pt x="2" y="12"/>
                      <a:pt x="2" y="13"/>
                      <a:pt x="2" y="13"/>
                    </a:cubicBezTo>
                    <a:cubicBezTo>
                      <a:pt x="2" y="13"/>
                      <a:pt x="1" y="14"/>
                      <a:pt x="1" y="14"/>
                    </a:cubicBezTo>
                    <a:cubicBezTo>
                      <a:pt x="1" y="14"/>
                      <a:pt x="1" y="15"/>
                      <a:pt x="1" y="15"/>
                    </a:cubicBezTo>
                    <a:cubicBezTo>
                      <a:pt x="1" y="15"/>
                      <a:pt x="0" y="16"/>
                      <a:pt x="0" y="17"/>
                    </a:cubicBezTo>
                    <a:cubicBezTo>
                      <a:pt x="0" y="17"/>
                      <a:pt x="0" y="18"/>
                      <a:pt x="0" y="18"/>
                    </a:cubicBezTo>
                    <a:close/>
                    <a:moveTo>
                      <a:pt x="24" y="18"/>
                    </a:moveTo>
                    <a:cubicBezTo>
                      <a:pt x="24" y="28"/>
                      <a:pt x="24" y="28"/>
                      <a:pt x="24" y="28"/>
                    </a:cubicBezTo>
                    <a:cubicBezTo>
                      <a:pt x="24" y="29"/>
                      <a:pt x="24" y="29"/>
                      <a:pt x="24" y="29"/>
                    </a:cubicBezTo>
                    <a:cubicBezTo>
                      <a:pt x="24" y="29"/>
                      <a:pt x="24" y="28"/>
                      <a:pt x="23" y="28"/>
                    </a:cubicBezTo>
                    <a:cubicBezTo>
                      <a:pt x="23" y="28"/>
                      <a:pt x="23" y="28"/>
                      <a:pt x="22" y="28"/>
                    </a:cubicBezTo>
                    <a:cubicBezTo>
                      <a:pt x="22" y="28"/>
                      <a:pt x="21" y="28"/>
                      <a:pt x="21" y="27"/>
                    </a:cubicBezTo>
                    <a:cubicBezTo>
                      <a:pt x="21" y="27"/>
                      <a:pt x="21" y="27"/>
                      <a:pt x="21" y="26"/>
                    </a:cubicBezTo>
                    <a:cubicBezTo>
                      <a:pt x="21" y="26"/>
                      <a:pt x="21" y="26"/>
                      <a:pt x="21" y="26"/>
                    </a:cubicBezTo>
                    <a:cubicBezTo>
                      <a:pt x="21" y="25"/>
                      <a:pt x="21" y="25"/>
                      <a:pt x="21" y="25"/>
                    </a:cubicBezTo>
                    <a:cubicBezTo>
                      <a:pt x="20" y="25"/>
                      <a:pt x="20" y="25"/>
                      <a:pt x="19" y="25"/>
                    </a:cubicBezTo>
                    <a:cubicBezTo>
                      <a:pt x="19" y="25"/>
                      <a:pt x="19" y="25"/>
                      <a:pt x="19" y="25"/>
                    </a:cubicBezTo>
                    <a:cubicBezTo>
                      <a:pt x="19" y="25"/>
                      <a:pt x="19" y="24"/>
                      <a:pt x="19" y="24"/>
                    </a:cubicBezTo>
                    <a:cubicBezTo>
                      <a:pt x="19" y="24"/>
                      <a:pt x="20" y="24"/>
                      <a:pt x="20" y="24"/>
                    </a:cubicBezTo>
                    <a:cubicBezTo>
                      <a:pt x="20" y="24"/>
                      <a:pt x="20" y="24"/>
                      <a:pt x="20" y="23"/>
                    </a:cubicBezTo>
                    <a:cubicBezTo>
                      <a:pt x="20" y="23"/>
                      <a:pt x="20" y="23"/>
                      <a:pt x="20" y="23"/>
                    </a:cubicBezTo>
                    <a:cubicBezTo>
                      <a:pt x="20" y="23"/>
                      <a:pt x="20" y="23"/>
                      <a:pt x="20" y="23"/>
                    </a:cubicBezTo>
                    <a:cubicBezTo>
                      <a:pt x="19" y="23"/>
                      <a:pt x="19" y="23"/>
                      <a:pt x="19" y="23"/>
                    </a:cubicBezTo>
                    <a:cubicBezTo>
                      <a:pt x="18" y="23"/>
                      <a:pt x="18" y="24"/>
                      <a:pt x="18" y="24"/>
                    </a:cubicBezTo>
                    <a:cubicBezTo>
                      <a:pt x="18" y="24"/>
                      <a:pt x="18" y="24"/>
                      <a:pt x="17" y="24"/>
                    </a:cubicBezTo>
                    <a:cubicBezTo>
                      <a:pt x="17" y="24"/>
                      <a:pt x="17" y="24"/>
                      <a:pt x="17" y="24"/>
                    </a:cubicBezTo>
                    <a:cubicBezTo>
                      <a:pt x="17" y="24"/>
                      <a:pt x="16" y="24"/>
                      <a:pt x="16" y="24"/>
                    </a:cubicBezTo>
                    <a:cubicBezTo>
                      <a:pt x="16" y="24"/>
                      <a:pt x="16" y="23"/>
                      <a:pt x="16" y="23"/>
                    </a:cubicBezTo>
                    <a:cubicBezTo>
                      <a:pt x="15" y="22"/>
                      <a:pt x="16" y="21"/>
                      <a:pt x="16" y="21"/>
                    </a:cubicBezTo>
                    <a:cubicBezTo>
                      <a:pt x="16" y="21"/>
                      <a:pt x="16" y="21"/>
                      <a:pt x="16" y="21"/>
                    </a:cubicBezTo>
                    <a:cubicBezTo>
                      <a:pt x="16" y="20"/>
                      <a:pt x="16" y="20"/>
                      <a:pt x="16" y="20"/>
                    </a:cubicBezTo>
                    <a:cubicBezTo>
                      <a:pt x="16" y="20"/>
                      <a:pt x="17" y="19"/>
                      <a:pt x="17" y="19"/>
                    </a:cubicBezTo>
                    <a:cubicBezTo>
                      <a:pt x="17" y="19"/>
                      <a:pt x="18" y="19"/>
                      <a:pt x="18" y="19"/>
                    </a:cubicBezTo>
                    <a:cubicBezTo>
                      <a:pt x="18" y="19"/>
                      <a:pt x="19" y="19"/>
                      <a:pt x="19" y="19"/>
                    </a:cubicBezTo>
                    <a:cubicBezTo>
                      <a:pt x="19" y="19"/>
                      <a:pt x="19" y="19"/>
                      <a:pt x="19" y="19"/>
                    </a:cubicBezTo>
                    <a:cubicBezTo>
                      <a:pt x="20" y="19"/>
                      <a:pt x="20" y="19"/>
                      <a:pt x="20" y="19"/>
                    </a:cubicBezTo>
                    <a:cubicBezTo>
                      <a:pt x="21" y="19"/>
                      <a:pt x="21" y="18"/>
                      <a:pt x="21" y="19"/>
                    </a:cubicBezTo>
                    <a:cubicBezTo>
                      <a:pt x="22" y="19"/>
                      <a:pt x="22" y="19"/>
                      <a:pt x="22" y="19"/>
                    </a:cubicBezTo>
                    <a:cubicBezTo>
                      <a:pt x="22" y="19"/>
                      <a:pt x="22" y="19"/>
                      <a:pt x="22" y="19"/>
                    </a:cubicBezTo>
                    <a:cubicBezTo>
                      <a:pt x="22" y="19"/>
                      <a:pt x="23" y="19"/>
                      <a:pt x="23" y="19"/>
                    </a:cubicBezTo>
                    <a:cubicBezTo>
                      <a:pt x="23" y="19"/>
                      <a:pt x="23" y="20"/>
                      <a:pt x="23" y="20"/>
                    </a:cubicBezTo>
                    <a:cubicBezTo>
                      <a:pt x="23" y="20"/>
                      <a:pt x="23" y="20"/>
                      <a:pt x="24" y="20"/>
                    </a:cubicBezTo>
                    <a:cubicBezTo>
                      <a:pt x="24" y="20"/>
                      <a:pt x="24" y="20"/>
                      <a:pt x="24" y="20"/>
                    </a:cubicBezTo>
                    <a:cubicBezTo>
                      <a:pt x="24" y="19"/>
                      <a:pt x="24" y="19"/>
                      <a:pt x="24" y="19"/>
                    </a:cubicBezTo>
                    <a:cubicBezTo>
                      <a:pt x="24" y="19"/>
                      <a:pt x="24" y="19"/>
                      <a:pt x="24" y="19"/>
                    </a:cubicBezTo>
                    <a:cubicBezTo>
                      <a:pt x="24" y="18"/>
                      <a:pt x="24" y="18"/>
                      <a:pt x="24" y="18"/>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2" name="Freeform 636"/>
              <p:cNvSpPr>
                <a:spLocks/>
              </p:cNvSpPr>
              <p:nvPr/>
            </p:nvSpPr>
            <p:spPr bwMode="auto">
              <a:xfrm>
                <a:off x="3152654" y="1776145"/>
                <a:ext cx="113963" cy="185037"/>
              </a:xfrm>
              <a:custGeom>
                <a:avLst/>
                <a:gdLst>
                  <a:gd name="T0" fmla="*/ 0 w 26"/>
                  <a:gd name="T1" fmla="*/ 29 h 42"/>
                  <a:gd name="T2" fmla="*/ 0 w 26"/>
                  <a:gd name="T3" fmla="*/ 35 h 42"/>
                  <a:gd name="T4" fmla="*/ 8 w 26"/>
                  <a:gd name="T5" fmla="*/ 42 h 42"/>
                  <a:gd name="T6" fmla="*/ 18 w 26"/>
                  <a:gd name="T7" fmla="*/ 42 h 42"/>
                  <a:gd name="T8" fmla="*/ 26 w 26"/>
                  <a:gd name="T9" fmla="*/ 35 h 42"/>
                  <a:gd name="T10" fmla="*/ 26 w 26"/>
                  <a:gd name="T11" fmla="*/ 29 h 42"/>
                  <a:gd name="T12" fmla="*/ 17 w 26"/>
                  <a:gd name="T13" fmla="*/ 29 h 42"/>
                  <a:gd name="T14" fmla="*/ 17 w 26"/>
                  <a:gd name="T15" fmla="*/ 24 h 42"/>
                  <a:gd name="T16" fmla="*/ 26 w 26"/>
                  <a:gd name="T17" fmla="*/ 24 h 42"/>
                  <a:gd name="T18" fmla="*/ 26 w 26"/>
                  <a:gd name="T19" fmla="*/ 16 h 42"/>
                  <a:gd name="T20" fmla="*/ 17 w 26"/>
                  <a:gd name="T21" fmla="*/ 16 h 42"/>
                  <a:gd name="T22" fmla="*/ 17 w 26"/>
                  <a:gd name="T23" fmla="*/ 10 h 42"/>
                  <a:gd name="T24" fmla="*/ 26 w 26"/>
                  <a:gd name="T25" fmla="*/ 10 h 42"/>
                  <a:gd name="T26" fmla="*/ 26 w 26"/>
                  <a:gd name="T27" fmla="*/ 7 h 42"/>
                  <a:gd name="T28" fmla="*/ 18 w 26"/>
                  <a:gd name="T29" fmla="*/ 0 h 42"/>
                  <a:gd name="T30" fmla="*/ 8 w 26"/>
                  <a:gd name="T31" fmla="*/ 0 h 42"/>
                  <a:gd name="T32" fmla="*/ 0 w 26"/>
                  <a:gd name="T33" fmla="*/ 7 h 42"/>
                  <a:gd name="T34" fmla="*/ 0 w 26"/>
                  <a:gd name="T35" fmla="*/ 10 h 42"/>
                  <a:gd name="T36" fmla="*/ 9 w 26"/>
                  <a:gd name="T37" fmla="*/ 10 h 42"/>
                  <a:gd name="T38" fmla="*/ 9 w 26"/>
                  <a:gd name="T39" fmla="*/ 16 h 42"/>
                  <a:gd name="T40" fmla="*/ 0 w 26"/>
                  <a:gd name="T41" fmla="*/ 16 h 42"/>
                  <a:gd name="T42" fmla="*/ 0 w 26"/>
                  <a:gd name="T43" fmla="*/ 24 h 42"/>
                  <a:gd name="T44" fmla="*/ 9 w 26"/>
                  <a:gd name="T45" fmla="*/ 24 h 42"/>
                  <a:gd name="T46" fmla="*/ 9 w 26"/>
                  <a:gd name="T47" fmla="*/ 29 h 42"/>
                  <a:gd name="T48" fmla="*/ 0 w 26"/>
                  <a:gd name="T49" fmla="*/ 2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 h="42">
                    <a:moveTo>
                      <a:pt x="0" y="29"/>
                    </a:moveTo>
                    <a:cubicBezTo>
                      <a:pt x="0" y="35"/>
                      <a:pt x="0" y="35"/>
                      <a:pt x="0" y="35"/>
                    </a:cubicBezTo>
                    <a:cubicBezTo>
                      <a:pt x="0" y="39"/>
                      <a:pt x="4" y="42"/>
                      <a:pt x="8" y="42"/>
                    </a:cubicBezTo>
                    <a:cubicBezTo>
                      <a:pt x="18" y="42"/>
                      <a:pt x="18" y="42"/>
                      <a:pt x="18" y="42"/>
                    </a:cubicBezTo>
                    <a:cubicBezTo>
                      <a:pt x="22" y="42"/>
                      <a:pt x="26" y="39"/>
                      <a:pt x="26" y="35"/>
                    </a:cubicBezTo>
                    <a:cubicBezTo>
                      <a:pt x="26" y="29"/>
                      <a:pt x="26" y="29"/>
                      <a:pt x="26" y="29"/>
                    </a:cubicBezTo>
                    <a:cubicBezTo>
                      <a:pt x="17" y="29"/>
                      <a:pt x="17" y="29"/>
                      <a:pt x="17" y="29"/>
                    </a:cubicBezTo>
                    <a:cubicBezTo>
                      <a:pt x="17" y="24"/>
                      <a:pt x="17" y="24"/>
                      <a:pt x="17" y="24"/>
                    </a:cubicBezTo>
                    <a:cubicBezTo>
                      <a:pt x="26" y="24"/>
                      <a:pt x="26" y="24"/>
                      <a:pt x="26" y="24"/>
                    </a:cubicBezTo>
                    <a:cubicBezTo>
                      <a:pt x="26" y="16"/>
                      <a:pt x="26" y="16"/>
                      <a:pt x="26" y="16"/>
                    </a:cubicBezTo>
                    <a:cubicBezTo>
                      <a:pt x="17" y="16"/>
                      <a:pt x="17" y="16"/>
                      <a:pt x="17" y="16"/>
                    </a:cubicBezTo>
                    <a:cubicBezTo>
                      <a:pt x="17" y="10"/>
                      <a:pt x="17" y="10"/>
                      <a:pt x="17" y="10"/>
                    </a:cubicBezTo>
                    <a:cubicBezTo>
                      <a:pt x="26" y="10"/>
                      <a:pt x="26" y="10"/>
                      <a:pt x="26" y="10"/>
                    </a:cubicBezTo>
                    <a:cubicBezTo>
                      <a:pt x="26" y="7"/>
                      <a:pt x="26" y="7"/>
                      <a:pt x="26" y="7"/>
                    </a:cubicBezTo>
                    <a:cubicBezTo>
                      <a:pt x="26" y="3"/>
                      <a:pt x="22" y="0"/>
                      <a:pt x="18" y="0"/>
                    </a:cubicBezTo>
                    <a:cubicBezTo>
                      <a:pt x="8" y="0"/>
                      <a:pt x="8" y="0"/>
                      <a:pt x="8" y="0"/>
                    </a:cubicBezTo>
                    <a:cubicBezTo>
                      <a:pt x="4" y="0"/>
                      <a:pt x="0" y="3"/>
                      <a:pt x="0" y="7"/>
                    </a:cubicBezTo>
                    <a:cubicBezTo>
                      <a:pt x="0" y="10"/>
                      <a:pt x="0" y="10"/>
                      <a:pt x="0" y="10"/>
                    </a:cubicBezTo>
                    <a:cubicBezTo>
                      <a:pt x="9" y="10"/>
                      <a:pt x="9" y="10"/>
                      <a:pt x="9" y="10"/>
                    </a:cubicBezTo>
                    <a:cubicBezTo>
                      <a:pt x="9" y="16"/>
                      <a:pt x="9" y="16"/>
                      <a:pt x="9" y="16"/>
                    </a:cubicBezTo>
                    <a:cubicBezTo>
                      <a:pt x="0" y="16"/>
                      <a:pt x="0" y="16"/>
                      <a:pt x="0" y="16"/>
                    </a:cubicBezTo>
                    <a:cubicBezTo>
                      <a:pt x="0" y="24"/>
                      <a:pt x="0" y="24"/>
                      <a:pt x="0" y="24"/>
                    </a:cubicBezTo>
                    <a:cubicBezTo>
                      <a:pt x="9" y="24"/>
                      <a:pt x="9" y="24"/>
                      <a:pt x="9" y="24"/>
                    </a:cubicBezTo>
                    <a:cubicBezTo>
                      <a:pt x="9" y="29"/>
                      <a:pt x="9" y="29"/>
                      <a:pt x="9" y="29"/>
                    </a:cubicBezTo>
                    <a:lnTo>
                      <a:pt x="0" y="29"/>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3" name="Freeform 637"/>
              <p:cNvSpPr>
                <a:spLocks/>
              </p:cNvSpPr>
              <p:nvPr/>
            </p:nvSpPr>
            <p:spPr bwMode="auto">
              <a:xfrm>
                <a:off x="3120794" y="1944027"/>
                <a:ext cx="177685" cy="113963"/>
              </a:xfrm>
              <a:custGeom>
                <a:avLst/>
                <a:gdLst>
                  <a:gd name="T0" fmla="*/ 0 w 40"/>
                  <a:gd name="T1" fmla="*/ 1 h 26"/>
                  <a:gd name="T2" fmla="*/ 13 w 40"/>
                  <a:gd name="T3" fmla="*/ 12 h 26"/>
                  <a:gd name="T4" fmla="*/ 17 w 40"/>
                  <a:gd name="T5" fmla="*/ 12 h 26"/>
                  <a:gd name="T6" fmla="*/ 17 w 40"/>
                  <a:gd name="T7" fmla="*/ 20 h 26"/>
                  <a:gd name="T8" fmla="*/ 12 w 40"/>
                  <a:gd name="T9" fmla="*/ 20 h 26"/>
                  <a:gd name="T10" fmla="*/ 12 w 40"/>
                  <a:gd name="T11" fmla="*/ 26 h 26"/>
                  <a:gd name="T12" fmla="*/ 28 w 40"/>
                  <a:gd name="T13" fmla="*/ 26 h 26"/>
                  <a:gd name="T14" fmla="*/ 28 w 40"/>
                  <a:gd name="T15" fmla="*/ 20 h 26"/>
                  <a:gd name="T16" fmla="*/ 23 w 40"/>
                  <a:gd name="T17" fmla="*/ 20 h 26"/>
                  <a:gd name="T18" fmla="*/ 23 w 40"/>
                  <a:gd name="T19" fmla="*/ 12 h 26"/>
                  <a:gd name="T20" fmla="*/ 27 w 40"/>
                  <a:gd name="T21" fmla="*/ 12 h 26"/>
                  <a:gd name="T22" fmla="*/ 40 w 40"/>
                  <a:gd name="T23" fmla="*/ 1 h 26"/>
                  <a:gd name="T24" fmla="*/ 35 w 40"/>
                  <a:gd name="T25" fmla="*/ 0 h 26"/>
                  <a:gd name="T26" fmla="*/ 27 w 40"/>
                  <a:gd name="T27" fmla="*/ 7 h 26"/>
                  <a:gd name="T28" fmla="*/ 13 w 40"/>
                  <a:gd name="T29" fmla="*/ 7 h 26"/>
                  <a:gd name="T30" fmla="*/ 5 w 40"/>
                  <a:gd name="T31" fmla="*/ 0 h 26"/>
                  <a:gd name="T32" fmla="*/ 0 w 40"/>
                  <a:gd name="T33"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 h="26">
                    <a:moveTo>
                      <a:pt x="0" y="1"/>
                    </a:moveTo>
                    <a:cubicBezTo>
                      <a:pt x="1" y="7"/>
                      <a:pt x="7" y="12"/>
                      <a:pt x="13" y="12"/>
                    </a:cubicBezTo>
                    <a:cubicBezTo>
                      <a:pt x="17" y="12"/>
                      <a:pt x="17" y="12"/>
                      <a:pt x="17" y="12"/>
                    </a:cubicBezTo>
                    <a:cubicBezTo>
                      <a:pt x="17" y="20"/>
                      <a:pt x="17" y="20"/>
                      <a:pt x="17" y="20"/>
                    </a:cubicBezTo>
                    <a:cubicBezTo>
                      <a:pt x="12" y="20"/>
                      <a:pt x="12" y="20"/>
                      <a:pt x="12" y="20"/>
                    </a:cubicBezTo>
                    <a:cubicBezTo>
                      <a:pt x="12" y="26"/>
                      <a:pt x="12" y="26"/>
                      <a:pt x="12" y="26"/>
                    </a:cubicBezTo>
                    <a:cubicBezTo>
                      <a:pt x="28" y="26"/>
                      <a:pt x="28" y="26"/>
                      <a:pt x="28" y="26"/>
                    </a:cubicBezTo>
                    <a:cubicBezTo>
                      <a:pt x="28" y="20"/>
                      <a:pt x="28" y="20"/>
                      <a:pt x="28" y="20"/>
                    </a:cubicBezTo>
                    <a:cubicBezTo>
                      <a:pt x="23" y="20"/>
                      <a:pt x="23" y="20"/>
                      <a:pt x="23" y="20"/>
                    </a:cubicBezTo>
                    <a:cubicBezTo>
                      <a:pt x="23" y="12"/>
                      <a:pt x="23" y="12"/>
                      <a:pt x="23" y="12"/>
                    </a:cubicBezTo>
                    <a:cubicBezTo>
                      <a:pt x="27" y="12"/>
                      <a:pt x="27" y="12"/>
                      <a:pt x="27" y="12"/>
                    </a:cubicBezTo>
                    <a:cubicBezTo>
                      <a:pt x="33" y="12"/>
                      <a:pt x="39" y="6"/>
                      <a:pt x="40" y="1"/>
                    </a:cubicBezTo>
                    <a:cubicBezTo>
                      <a:pt x="35" y="0"/>
                      <a:pt x="35" y="0"/>
                      <a:pt x="35" y="0"/>
                    </a:cubicBezTo>
                    <a:cubicBezTo>
                      <a:pt x="34" y="3"/>
                      <a:pt x="31" y="7"/>
                      <a:pt x="27" y="7"/>
                    </a:cubicBezTo>
                    <a:cubicBezTo>
                      <a:pt x="13" y="7"/>
                      <a:pt x="13" y="7"/>
                      <a:pt x="13" y="7"/>
                    </a:cubicBezTo>
                    <a:cubicBezTo>
                      <a:pt x="10" y="7"/>
                      <a:pt x="6" y="4"/>
                      <a:pt x="5" y="0"/>
                    </a:cubicBezTo>
                    <a:lnTo>
                      <a:pt x="0" y="1"/>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4" name="Freeform 638"/>
              <p:cNvSpPr>
                <a:spLocks noEditPoints="1"/>
              </p:cNvSpPr>
              <p:nvPr/>
            </p:nvSpPr>
            <p:spPr bwMode="auto">
              <a:xfrm>
                <a:off x="2949236" y="2720939"/>
                <a:ext cx="159304" cy="251210"/>
              </a:xfrm>
              <a:custGeom>
                <a:avLst/>
                <a:gdLst>
                  <a:gd name="T0" fmla="*/ 130 w 130"/>
                  <a:gd name="T1" fmla="*/ 205 h 205"/>
                  <a:gd name="T2" fmla="*/ 115 w 130"/>
                  <a:gd name="T3" fmla="*/ 4 h 205"/>
                  <a:gd name="T4" fmla="*/ 101 w 130"/>
                  <a:gd name="T5" fmla="*/ 0 h 205"/>
                  <a:gd name="T6" fmla="*/ 115 w 130"/>
                  <a:gd name="T7" fmla="*/ 14 h 205"/>
                  <a:gd name="T8" fmla="*/ 115 w 130"/>
                  <a:gd name="T9" fmla="*/ 133 h 205"/>
                  <a:gd name="T10" fmla="*/ 101 w 130"/>
                  <a:gd name="T11" fmla="*/ 148 h 205"/>
                  <a:gd name="T12" fmla="*/ 115 w 130"/>
                  <a:gd name="T13" fmla="*/ 162 h 205"/>
                  <a:gd name="T14" fmla="*/ 101 w 130"/>
                  <a:gd name="T15" fmla="*/ 162 h 205"/>
                  <a:gd name="T16" fmla="*/ 115 w 130"/>
                  <a:gd name="T17" fmla="*/ 173 h 205"/>
                  <a:gd name="T18" fmla="*/ 115 w 130"/>
                  <a:gd name="T19" fmla="*/ 191 h 205"/>
                  <a:gd name="T20" fmla="*/ 101 w 130"/>
                  <a:gd name="T21" fmla="*/ 205 h 205"/>
                  <a:gd name="T22" fmla="*/ 90 w 130"/>
                  <a:gd name="T23" fmla="*/ 4 h 205"/>
                  <a:gd name="T24" fmla="*/ 65 w 130"/>
                  <a:gd name="T25" fmla="*/ 14 h 205"/>
                  <a:gd name="T26" fmla="*/ 101 w 130"/>
                  <a:gd name="T27" fmla="*/ 0 h 205"/>
                  <a:gd name="T28" fmla="*/ 90 w 130"/>
                  <a:gd name="T29" fmla="*/ 0 h 205"/>
                  <a:gd name="T30" fmla="*/ 101 w 130"/>
                  <a:gd name="T31" fmla="*/ 205 h 205"/>
                  <a:gd name="T32" fmla="*/ 90 w 130"/>
                  <a:gd name="T33" fmla="*/ 191 h 205"/>
                  <a:gd name="T34" fmla="*/ 101 w 130"/>
                  <a:gd name="T35" fmla="*/ 173 h 205"/>
                  <a:gd name="T36" fmla="*/ 90 w 130"/>
                  <a:gd name="T37" fmla="*/ 162 h 205"/>
                  <a:gd name="T38" fmla="*/ 101 w 130"/>
                  <a:gd name="T39" fmla="*/ 148 h 205"/>
                  <a:gd name="T40" fmla="*/ 65 w 130"/>
                  <a:gd name="T41" fmla="*/ 133 h 205"/>
                  <a:gd name="T42" fmla="*/ 76 w 130"/>
                  <a:gd name="T43" fmla="*/ 148 h 205"/>
                  <a:gd name="T44" fmla="*/ 76 w 130"/>
                  <a:gd name="T45" fmla="*/ 162 h 205"/>
                  <a:gd name="T46" fmla="*/ 65 w 130"/>
                  <a:gd name="T47" fmla="*/ 173 h 205"/>
                  <a:gd name="T48" fmla="*/ 76 w 130"/>
                  <a:gd name="T49" fmla="*/ 191 h 205"/>
                  <a:gd name="T50" fmla="*/ 65 w 130"/>
                  <a:gd name="T51" fmla="*/ 191 h 205"/>
                  <a:gd name="T52" fmla="*/ 65 w 130"/>
                  <a:gd name="T53" fmla="*/ 4 h 205"/>
                  <a:gd name="T54" fmla="*/ 25 w 130"/>
                  <a:gd name="T55" fmla="*/ 14 h 205"/>
                  <a:gd name="T56" fmla="*/ 65 w 130"/>
                  <a:gd name="T57" fmla="*/ 4 h 205"/>
                  <a:gd name="T58" fmla="*/ 25 w 130"/>
                  <a:gd name="T59" fmla="*/ 205 h 205"/>
                  <a:gd name="T60" fmla="*/ 65 w 130"/>
                  <a:gd name="T61" fmla="*/ 191 h 205"/>
                  <a:gd name="T62" fmla="*/ 50 w 130"/>
                  <a:gd name="T63" fmla="*/ 173 h 205"/>
                  <a:gd name="T64" fmla="*/ 65 w 130"/>
                  <a:gd name="T65" fmla="*/ 162 h 205"/>
                  <a:gd name="T66" fmla="*/ 50 w 130"/>
                  <a:gd name="T67" fmla="*/ 148 h 205"/>
                  <a:gd name="T68" fmla="*/ 65 w 130"/>
                  <a:gd name="T69" fmla="*/ 133 h 205"/>
                  <a:gd name="T70" fmla="*/ 25 w 130"/>
                  <a:gd name="T71" fmla="*/ 148 h 205"/>
                  <a:gd name="T72" fmla="*/ 40 w 130"/>
                  <a:gd name="T73" fmla="*/ 162 h 205"/>
                  <a:gd name="T74" fmla="*/ 25 w 130"/>
                  <a:gd name="T75" fmla="*/ 162 h 205"/>
                  <a:gd name="T76" fmla="*/ 40 w 130"/>
                  <a:gd name="T77" fmla="*/ 173 h 205"/>
                  <a:gd name="T78" fmla="*/ 40 w 130"/>
                  <a:gd name="T79" fmla="*/ 191 h 205"/>
                  <a:gd name="T80" fmla="*/ 25 w 130"/>
                  <a:gd name="T81" fmla="*/ 205 h 205"/>
                  <a:gd name="T82" fmla="*/ 0 w 130"/>
                  <a:gd name="T83" fmla="*/ 4 h 205"/>
                  <a:gd name="T84" fmla="*/ 25 w 130"/>
                  <a:gd name="T85" fmla="*/ 205 h 205"/>
                  <a:gd name="T86" fmla="*/ 14 w 130"/>
                  <a:gd name="T87" fmla="*/ 191 h 205"/>
                  <a:gd name="T88" fmla="*/ 25 w 130"/>
                  <a:gd name="T89" fmla="*/ 173 h 205"/>
                  <a:gd name="T90" fmla="*/ 14 w 130"/>
                  <a:gd name="T91" fmla="*/ 162 h 205"/>
                  <a:gd name="T92" fmla="*/ 25 w 130"/>
                  <a:gd name="T93" fmla="*/ 148 h 205"/>
                  <a:gd name="T94" fmla="*/ 14 w 130"/>
                  <a:gd name="T95" fmla="*/ 133 h 205"/>
                  <a:gd name="T96" fmla="*/ 25 w 130"/>
                  <a:gd name="T97" fmla="*/ 14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30" h="205">
                    <a:moveTo>
                      <a:pt x="101" y="205"/>
                    </a:moveTo>
                    <a:lnTo>
                      <a:pt x="130" y="205"/>
                    </a:lnTo>
                    <a:lnTo>
                      <a:pt x="130" y="4"/>
                    </a:lnTo>
                    <a:lnTo>
                      <a:pt x="115" y="4"/>
                    </a:lnTo>
                    <a:lnTo>
                      <a:pt x="115" y="0"/>
                    </a:lnTo>
                    <a:lnTo>
                      <a:pt x="101" y="0"/>
                    </a:lnTo>
                    <a:lnTo>
                      <a:pt x="101" y="14"/>
                    </a:lnTo>
                    <a:lnTo>
                      <a:pt x="115" y="14"/>
                    </a:lnTo>
                    <a:lnTo>
                      <a:pt x="115" y="133"/>
                    </a:lnTo>
                    <a:lnTo>
                      <a:pt x="115" y="133"/>
                    </a:lnTo>
                    <a:lnTo>
                      <a:pt x="101" y="133"/>
                    </a:lnTo>
                    <a:lnTo>
                      <a:pt x="101" y="148"/>
                    </a:lnTo>
                    <a:lnTo>
                      <a:pt x="115" y="148"/>
                    </a:lnTo>
                    <a:lnTo>
                      <a:pt x="115" y="162"/>
                    </a:lnTo>
                    <a:lnTo>
                      <a:pt x="115" y="162"/>
                    </a:lnTo>
                    <a:lnTo>
                      <a:pt x="101" y="162"/>
                    </a:lnTo>
                    <a:lnTo>
                      <a:pt x="101" y="173"/>
                    </a:lnTo>
                    <a:lnTo>
                      <a:pt x="115" y="173"/>
                    </a:lnTo>
                    <a:lnTo>
                      <a:pt x="115" y="191"/>
                    </a:lnTo>
                    <a:lnTo>
                      <a:pt x="115" y="191"/>
                    </a:lnTo>
                    <a:lnTo>
                      <a:pt x="101" y="191"/>
                    </a:lnTo>
                    <a:lnTo>
                      <a:pt x="101" y="205"/>
                    </a:lnTo>
                    <a:close/>
                    <a:moveTo>
                      <a:pt x="90" y="0"/>
                    </a:moveTo>
                    <a:lnTo>
                      <a:pt x="90" y="4"/>
                    </a:lnTo>
                    <a:lnTo>
                      <a:pt x="65" y="4"/>
                    </a:lnTo>
                    <a:lnTo>
                      <a:pt x="65" y="14"/>
                    </a:lnTo>
                    <a:lnTo>
                      <a:pt x="101" y="14"/>
                    </a:lnTo>
                    <a:lnTo>
                      <a:pt x="101" y="0"/>
                    </a:lnTo>
                    <a:lnTo>
                      <a:pt x="90" y="0"/>
                    </a:lnTo>
                    <a:lnTo>
                      <a:pt x="90" y="0"/>
                    </a:lnTo>
                    <a:close/>
                    <a:moveTo>
                      <a:pt x="65" y="205"/>
                    </a:moveTo>
                    <a:lnTo>
                      <a:pt x="101" y="205"/>
                    </a:lnTo>
                    <a:lnTo>
                      <a:pt x="101" y="191"/>
                    </a:lnTo>
                    <a:lnTo>
                      <a:pt x="90" y="191"/>
                    </a:lnTo>
                    <a:lnTo>
                      <a:pt x="90" y="173"/>
                    </a:lnTo>
                    <a:lnTo>
                      <a:pt x="101" y="173"/>
                    </a:lnTo>
                    <a:lnTo>
                      <a:pt x="101" y="162"/>
                    </a:lnTo>
                    <a:lnTo>
                      <a:pt x="90" y="162"/>
                    </a:lnTo>
                    <a:lnTo>
                      <a:pt x="90" y="148"/>
                    </a:lnTo>
                    <a:lnTo>
                      <a:pt x="101" y="148"/>
                    </a:lnTo>
                    <a:lnTo>
                      <a:pt x="101" y="133"/>
                    </a:lnTo>
                    <a:lnTo>
                      <a:pt x="65" y="133"/>
                    </a:lnTo>
                    <a:lnTo>
                      <a:pt x="65" y="148"/>
                    </a:lnTo>
                    <a:lnTo>
                      <a:pt x="76" y="148"/>
                    </a:lnTo>
                    <a:lnTo>
                      <a:pt x="76" y="162"/>
                    </a:lnTo>
                    <a:lnTo>
                      <a:pt x="76" y="162"/>
                    </a:lnTo>
                    <a:lnTo>
                      <a:pt x="65" y="162"/>
                    </a:lnTo>
                    <a:lnTo>
                      <a:pt x="65" y="173"/>
                    </a:lnTo>
                    <a:lnTo>
                      <a:pt x="76" y="173"/>
                    </a:lnTo>
                    <a:lnTo>
                      <a:pt x="76" y="191"/>
                    </a:lnTo>
                    <a:lnTo>
                      <a:pt x="76" y="191"/>
                    </a:lnTo>
                    <a:lnTo>
                      <a:pt x="65" y="191"/>
                    </a:lnTo>
                    <a:lnTo>
                      <a:pt x="65" y="205"/>
                    </a:lnTo>
                    <a:close/>
                    <a:moveTo>
                      <a:pt x="65" y="4"/>
                    </a:moveTo>
                    <a:lnTo>
                      <a:pt x="25" y="4"/>
                    </a:lnTo>
                    <a:lnTo>
                      <a:pt x="25" y="14"/>
                    </a:lnTo>
                    <a:lnTo>
                      <a:pt x="65" y="14"/>
                    </a:lnTo>
                    <a:lnTo>
                      <a:pt x="65" y="4"/>
                    </a:lnTo>
                    <a:lnTo>
                      <a:pt x="65" y="4"/>
                    </a:lnTo>
                    <a:close/>
                    <a:moveTo>
                      <a:pt x="25" y="205"/>
                    </a:moveTo>
                    <a:lnTo>
                      <a:pt x="65" y="205"/>
                    </a:lnTo>
                    <a:lnTo>
                      <a:pt x="65" y="191"/>
                    </a:lnTo>
                    <a:lnTo>
                      <a:pt x="50" y="191"/>
                    </a:lnTo>
                    <a:lnTo>
                      <a:pt x="50" y="173"/>
                    </a:lnTo>
                    <a:lnTo>
                      <a:pt x="65" y="173"/>
                    </a:lnTo>
                    <a:lnTo>
                      <a:pt x="65" y="162"/>
                    </a:lnTo>
                    <a:lnTo>
                      <a:pt x="50" y="162"/>
                    </a:lnTo>
                    <a:lnTo>
                      <a:pt x="50" y="148"/>
                    </a:lnTo>
                    <a:lnTo>
                      <a:pt x="65" y="148"/>
                    </a:lnTo>
                    <a:lnTo>
                      <a:pt x="65" y="133"/>
                    </a:lnTo>
                    <a:lnTo>
                      <a:pt x="25" y="133"/>
                    </a:lnTo>
                    <a:lnTo>
                      <a:pt x="25" y="148"/>
                    </a:lnTo>
                    <a:lnTo>
                      <a:pt x="40" y="148"/>
                    </a:lnTo>
                    <a:lnTo>
                      <a:pt x="40" y="162"/>
                    </a:lnTo>
                    <a:lnTo>
                      <a:pt x="40" y="162"/>
                    </a:lnTo>
                    <a:lnTo>
                      <a:pt x="25" y="162"/>
                    </a:lnTo>
                    <a:lnTo>
                      <a:pt x="25" y="173"/>
                    </a:lnTo>
                    <a:lnTo>
                      <a:pt x="40" y="173"/>
                    </a:lnTo>
                    <a:lnTo>
                      <a:pt x="40" y="191"/>
                    </a:lnTo>
                    <a:lnTo>
                      <a:pt x="40" y="191"/>
                    </a:lnTo>
                    <a:lnTo>
                      <a:pt x="25" y="191"/>
                    </a:lnTo>
                    <a:lnTo>
                      <a:pt x="25" y="205"/>
                    </a:lnTo>
                    <a:close/>
                    <a:moveTo>
                      <a:pt x="25" y="4"/>
                    </a:moveTo>
                    <a:lnTo>
                      <a:pt x="0" y="4"/>
                    </a:lnTo>
                    <a:lnTo>
                      <a:pt x="0" y="205"/>
                    </a:lnTo>
                    <a:lnTo>
                      <a:pt x="25" y="205"/>
                    </a:lnTo>
                    <a:lnTo>
                      <a:pt x="25" y="191"/>
                    </a:lnTo>
                    <a:lnTo>
                      <a:pt x="14" y="191"/>
                    </a:lnTo>
                    <a:lnTo>
                      <a:pt x="14" y="173"/>
                    </a:lnTo>
                    <a:lnTo>
                      <a:pt x="25" y="173"/>
                    </a:lnTo>
                    <a:lnTo>
                      <a:pt x="25" y="162"/>
                    </a:lnTo>
                    <a:lnTo>
                      <a:pt x="14" y="162"/>
                    </a:lnTo>
                    <a:lnTo>
                      <a:pt x="14" y="148"/>
                    </a:lnTo>
                    <a:lnTo>
                      <a:pt x="25" y="148"/>
                    </a:lnTo>
                    <a:lnTo>
                      <a:pt x="25" y="133"/>
                    </a:lnTo>
                    <a:lnTo>
                      <a:pt x="14" y="133"/>
                    </a:lnTo>
                    <a:lnTo>
                      <a:pt x="14" y="14"/>
                    </a:lnTo>
                    <a:lnTo>
                      <a:pt x="25" y="14"/>
                    </a:lnTo>
                    <a:lnTo>
                      <a:pt x="25" y="4"/>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6" name="Freeform 640"/>
              <p:cNvSpPr>
                <a:spLocks noEditPoints="1"/>
              </p:cNvSpPr>
              <p:nvPr/>
            </p:nvSpPr>
            <p:spPr bwMode="auto">
              <a:xfrm>
                <a:off x="5708865" y="1497977"/>
                <a:ext cx="145824" cy="145824"/>
              </a:xfrm>
              <a:custGeom>
                <a:avLst/>
                <a:gdLst>
                  <a:gd name="T0" fmla="*/ 16 w 33"/>
                  <a:gd name="T1" fmla="*/ 31 h 33"/>
                  <a:gd name="T2" fmla="*/ 19 w 33"/>
                  <a:gd name="T3" fmla="*/ 31 h 33"/>
                  <a:gd name="T4" fmla="*/ 20 w 33"/>
                  <a:gd name="T5" fmla="*/ 33 h 33"/>
                  <a:gd name="T6" fmla="*/ 26 w 33"/>
                  <a:gd name="T7" fmla="*/ 31 h 33"/>
                  <a:gd name="T8" fmla="*/ 25 w 33"/>
                  <a:gd name="T9" fmla="*/ 29 h 33"/>
                  <a:gd name="T10" fmla="*/ 28 w 33"/>
                  <a:gd name="T11" fmla="*/ 25 h 33"/>
                  <a:gd name="T12" fmla="*/ 30 w 33"/>
                  <a:gd name="T13" fmla="*/ 26 h 33"/>
                  <a:gd name="T14" fmla="*/ 33 w 33"/>
                  <a:gd name="T15" fmla="*/ 20 h 33"/>
                  <a:gd name="T16" fmla="*/ 30 w 33"/>
                  <a:gd name="T17" fmla="*/ 19 h 33"/>
                  <a:gd name="T18" fmla="*/ 30 w 33"/>
                  <a:gd name="T19" fmla="*/ 14 h 33"/>
                  <a:gd name="T20" fmla="*/ 33 w 33"/>
                  <a:gd name="T21" fmla="*/ 13 h 33"/>
                  <a:gd name="T22" fmla="*/ 30 w 33"/>
                  <a:gd name="T23" fmla="*/ 8 h 33"/>
                  <a:gd name="T24" fmla="*/ 28 w 33"/>
                  <a:gd name="T25" fmla="*/ 9 h 33"/>
                  <a:gd name="T26" fmla="*/ 24 w 33"/>
                  <a:gd name="T27" fmla="*/ 5 h 33"/>
                  <a:gd name="T28" fmla="*/ 25 w 33"/>
                  <a:gd name="T29" fmla="*/ 3 h 33"/>
                  <a:gd name="T30" fmla="*/ 20 w 33"/>
                  <a:gd name="T31" fmla="*/ 0 h 33"/>
                  <a:gd name="T32" fmla="*/ 19 w 33"/>
                  <a:gd name="T33" fmla="*/ 3 h 33"/>
                  <a:gd name="T34" fmla="*/ 16 w 33"/>
                  <a:gd name="T35" fmla="*/ 3 h 33"/>
                  <a:gd name="T36" fmla="*/ 16 w 33"/>
                  <a:gd name="T37" fmla="*/ 7 h 33"/>
                  <a:gd name="T38" fmla="*/ 25 w 33"/>
                  <a:gd name="T39" fmla="*/ 13 h 33"/>
                  <a:gd name="T40" fmla="*/ 20 w 33"/>
                  <a:gd name="T41" fmla="*/ 26 h 33"/>
                  <a:gd name="T42" fmla="*/ 16 w 33"/>
                  <a:gd name="T43" fmla="*/ 26 h 33"/>
                  <a:gd name="T44" fmla="*/ 16 w 33"/>
                  <a:gd name="T45" fmla="*/ 26 h 33"/>
                  <a:gd name="T46" fmla="*/ 16 w 33"/>
                  <a:gd name="T47" fmla="*/ 31 h 33"/>
                  <a:gd name="T48" fmla="*/ 2 w 33"/>
                  <a:gd name="T49" fmla="*/ 20 h 33"/>
                  <a:gd name="T50" fmla="*/ 0 w 33"/>
                  <a:gd name="T51" fmla="*/ 21 h 33"/>
                  <a:gd name="T52" fmla="*/ 2 w 33"/>
                  <a:gd name="T53" fmla="*/ 26 h 33"/>
                  <a:gd name="T54" fmla="*/ 5 w 33"/>
                  <a:gd name="T55" fmla="*/ 25 h 33"/>
                  <a:gd name="T56" fmla="*/ 8 w 33"/>
                  <a:gd name="T57" fmla="*/ 29 h 33"/>
                  <a:gd name="T58" fmla="*/ 7 w 33"/>
                  <a:gd name="T59" fmla="*/ 31 h 33"/>
                  <a:gd name="T60" fmla="*/ 13 w 33"/>
                  <a:gd name="T61" fmla="*/ 33 h 33"/>
                  <a:gd name="T62" fmla="*/ 14 w 33"/>
                  <a:gd name="T63" fmla="*/ 31 h 33"/>
                  <a:gd name="T64" fmla="*/ 16 w 33"/>
                  <a:gd name="T65" fmla="*/ 31 h 33"/>
                  <a:gd name="T66" fmla="*/ 16 w 33"/>
                  <a:gd name="T67" fmla="*/ 26 h 33"/>
                  <a:gd name="T68" fmla="*/ 8 w 33"/>
                  <a:gd name="T69" fmla="*/ 21 h 33"/>
                  <a:gd name="T70" fmla="*/ 13 w 33"/>
                  <a:gd name="T71" fmla="*/ 8 h 33"/>
                  <a:gd name="T72" fmla="*/ 13 w 33"/>
                  <a:gd name="T73" fmla="*/ 8 h 33"/>
                  <a:gd name="T74" fmla="*/ 16 w 33"/>
                  <a:gd name="T75" fmla="*/ 7 h 33"/>
                  <a:gd name="T76" fmla="*/ 16 w 33"/>
                  <a:gd name="T77" fmla="*/ 7 h 33"/>
                  <a:gd name="T78" fmla="*/ 16 w 33"/>
                  <a:gd name="T79" fmla="*/ 3 h 33"/>
                  <a:gd name="T80" fmla="*/ 14 w 33"/>
                  <a:gd name="T81" fmla="*/ 3 h 33"/>
                  <a:gd name="T82" fmla="*/ 13 w 33"/>
                  <a:gd name="T83" fmla="*/ 1 h 33"/>
                  <a:gd name="T84" fmla="*/ 7 w 33"/>
                  <a:gd name="T85" fmla="*/ 3 h 33"/>
                  <a:gd name="T86" fmla="*/ 8 w 33"/>
                  <a:gd name="T87" fmla="*/ 5 h 33"/>
                  <a:gd name="T88" fmla="*/ 5 w 33"/>
                  <a:gd name="T89" fmla="*/ 9 h 33"/>
                  <a:gd name="T90" fmla="*/ 2 w 33"/>
                  <a:gd name="T91" fmla="*/ 8 h 33"/>
                  <a:gd name="T92" fmla="*/ 0 w 33"/>
                  <a:gd name="T93" fmla="*/ 14 h 33"/>
                  <a:gd name="T94" fmla="*/ 2 w 33"/>
                  <a:gd name="T95" fmla="*/ 15 h 33"/>
                  <a:gd name="T96" fmla="*/ 2 w 33"/>
                  <a:gd name="T97" fmla="*/ 2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3" h="33">
                    <a:moveTo>
                      <a:pt x="16" y="31"/>
                    </a:moveTo>
                    <a:cubicBezTo>
                      <a:pt x="17" y="31"/>
                      <a:pt x="18" y="31"/>
                      <a:pt x="19" y="31"/>
                    </a:cubicBezTo>
                    <a:cubicBezTo>
                      <a:pt x="20" y="33"/>
                      <a:pt x="20" y="33"/>
                      <a:pt x="20" y="33"/>
                    </a:cubicBezTo>
                    <a:cubicBezTo>
                      <a:pt x="26" y="31"/>
                      <a:pt x="26" y="31"/>
                      <a:pt x="26" y="31"/>
                    </a:cubicBezTo>
                    <a:cubicBezTo>
                      <a:pt x="25" y="29"/>
                      <a:pt x="25" y="29"/>
                      <a:pt x="25" y="29"/>
                    </a:cubicBezTo>
                    <a:cubicBezTo>
                      <a:pt x="26" y="28"/>
                      <a:pt x="27" y="26"/>
                      <a:pt x="28" y="25"/>
                    </a:cubicBezTo>
                    <a:cubicBezTo>
                      <a:pt x="30" y="26"/>
                      <a:pt x="30" y="26"/>
                      <a:pt x="30" y="26"/>
                    </a:cubicBezTo>
                    <a:cubicBezTo>
                      <a:pt x="33" y="20"/>
                      <a:pt x="33" y="20"/>
                      <a:pt x="33" y="20"/>
                    </a:cubicBezTo>
                    <a:cubicBezTo>
                      <a:pt x="30" y="19"/>
                      <a:pt x="30" y="19"/>
                      <a:pt x="30" y="19"/>
                    </a:cubicBezTo>
                    <a:cubicBezTo>
                      <a:pt x="31" y="18"/>
                      <a:pt x="31" y="16"/>
                      <a:pt x="30" y="14"/>
                    </a:cubicBezTo>
                    <a:cubicBezTo>
                      <a:pt x="33" y="13"/>
                      <a:pt x="33" y="13"/>
                      <a:pt x="33" y="13"/>
                    </a:cubicBezTo>
                    <a:cubicBezTo>
                      <a:pt x="30" y="8"/>
                      <a:pt x="30" y="8"/>
                      <a:pt x="30" y="8"/>
                    </a:cubicBezTo>
                    <a:cubicBezTo>
                      <a:pt x="28" y="9"/>
                      <a:pt x="28" y="9"/>
                      <a:pt x="28" y="9"/>
                    </a:cubicBezTo>
                    <a:cubicBezTo>
                      <a:pt x="27" y="7"/>
                      <a:pt x="26" y="6"/>
                      <a:pt x="24" y="5"/>
                    </a:cubicBezTo>
                    <a:cubicBezTo>
                      <a:pt x="25" y="3"/>
                      <a:pt x="25" y="3"/>
                      <a:pt x="25" y="3"/>
                    </a:cubicBezTo>
                    <a:cubicBezTo>
                      <a:pt x="20" y="0"/>
                      <a:pt x="20" y="0"/>
                      <a:pt x="20" y="0"/>
                    </a:cubicBezTo>
                    <a:cubicBezTo>
                      <a:pt x="19" y="3"/>
                      <a:pt x="19" y="3"/>
                      <a:pt x="19" y="3"/>
                    </a:cubicBezTo>
                    <a:cubicBezTo>
                      <a:pt x="18" y="3"/>
                      <a:pt x="17" y="3"/>
                      <a:pt x="16" y="3"/>
                    </a:cubicBezTo>
                    <a:cubicBezTo>
                      <a:pt x="16" y="7"/>
                      <a:pt x="16" y="7"/>
                      <a:pt x="16" y="7"/>
                    </a:cubicBezTo>
                    <a:cubicBezTo>
                      <a:pt x="20" y="7"/>
                      <a:pt x="24" y="10"/>
                      <a:pt x="25" y="13"/>
                    </a:cubicBezTo>
                    <a:cubicBezTo>
                      <a:pt x="27" y="18"/>
                      <a:pt x="25" y="24"/>
                      <a:pt x="20" y="26"/>
                    </a:cubicBezTo>
                    <a:cubicBezTo>
                      <a:pt x="19" y="26"/>
                      <a:pt x="18" y="26"/>
                      <a:pt x="16" y="26"/>
                    </a:cubicBezTo>
                    <a:cubicBezTo>
                      <a:pt x="16" y="26"/>
                      <a:pt x="16" y="26"/>
                      <a:pt x="16" y="26"/>
                    </a:cubicBezTo>
                    <a:lnTo>
                      <a:pt x="16" y="31"/>
                    </a:lnTo>
                    <a:close/>
                    <a:moveTo>
                      <a:pt x="2" y="20"/>
                    </a:moveTo>
                    <a:cubicBezTo>
                      <a:pt x="0" y="21"/>
                      <a:pt x="0" y="21"/>
                      <a:pt x="0" y="21"/>
                    </a:cubicBezTo>
                    <a:cubicBezTo>
                      <a:pt x="2" y="26"/>
                      <a:pt x="2" y="26"/>
                      <a:pt x="2" y="26"/>
                    </a:cubicBezTo>
                    <a:cubicBezTo>
                      <a:pt x="5" y="25"/>
                      <a:pt x="5" y="25"/>
                      <a:pt x="5" y="25"/>
                    </a:cubicBezTo>
                    <a:cubicBezTo>
                      <a:pt x="6" y="27"/>
                      <a:pt x="7" y="28"/>
                      <a:pt x="8" y="29"/>
                    </a:cubicBezTo>
                    <a:cubicBezTo>
                      <a:pt x="7" y="31"/>
                      <a:pt x="7" y="31"/>
                      <a:pt x="7" y="31"/>
                    </a:cubicBezTo>
                    <a:cubicBezTo>
                      <a:pt x="13" y="33"/>
                      <a:pt x="13" y="33"/>
                      <a:pt x="13" y="33"/>
                    </a:cubicBezTo>
                    <a:cubicBezTo>
                      <a:pt x="14" y="31"/>
                      <a:pt x="14" y="31"/>
                      <a:pt x="14" y="31"/>
                    </a:cubicBezTo>
                    <a:cubicBezTo>
                      <a:pt x="15" y="31"/>
                      <a:pt x="16" y="31"/>
                      <a:pt x="16" y="31"/>
                    </a:cubicBezTo>
                    <a:cubicBezTo>
                      <a:pt x="16" y="26"/>
                      <a:pt x="16" y="26"/>
                      <a:pt x="16" y="26"/>
                    </a:cubicBezTo>
                    <a:cubicBezTo>
                      <a:pt x="13" y="26"/>
                      <a:pt x="9" y="24"/>
                      <a:pt x="8" y="21"/>
                    </a:cubicBezTo>
                    <a:cubicBezTo>
                      <a:pt x="5" y="16"/>
                      <a:pt x="8" y="10"/>
                      <a:pt x="13" y="8"/>
                    </a:cubicBezTo>
                    <a:cubicBezTo>
                      <a:pt x="13" y="8"/>
                      <a:pt x="13" y="8"/>
                      <a:pt x="13" y="8"/>
                    </a:cubicBezTo>
                    <a:cubicBezTo>
                      <a:pt x="14" y="8"/>
                      <a:pt x="15" y="7"/>
                      <a:pt x="16" y="7"/>
                    </a:cubicBezTo>
                    <a:cubicBezTo>
                      <a:pt x="16" y="7"/>
                      <a:pt x="16" y="7"/>
                      <a:pt x="16" y="7"/>
                    </a:cubicBezTo>
                    <a:cubicBezTo>
                      <a:pt x="16" y="3"/>
                      <a:pt x="16" y="3"/>
                      <a:pt x="16" y="3"/>
                    </a:cubicBezTo>
                    <a:cubicBezTo>
                      <a:pt x="15" y="3"/>
                      <a:pt x="15" y="3"/>
                      <a:pt x="14" y="3"/>
                    </a:cubicBezTo>
                    <a:cubicBezTo>
                      <a:pt x="13" y="1"/>
                      <a:pt x="13" y="1"/>
                      <a:pt x="13" y="1"/>
                    </a:cubicBezTo>
                    <a:cubicBezTo>
                      <a:pt x="7" y="3"/>
                      <a:pt x="7" y="3"/>
                      <a:pt x="7" y="3"/>
                    </a:cubicBezTo>
                    <a:cubicBezTo>
                      <a:pt x="8" y="5"/>
                      <a:pt x="8" y="5"/>
                      <a:pt x="8" y="5"/>
                    </a:cubicBezTo>
                    <a:cubicBezTo>
                      <a:pt x="7" y="6"/>
                      <a:pt x="6" y="7"/>
                      <a:pt x="5" y="9"/>
                    </a:cubicBezTo>
                    <a:cubicBezTo>
                      <a:pt x="2" y="8"/>
                      <a:pt x="2" y="8"/>
                      <a:pt x="2" y="8"/>
                    </a:cubicBezTo>
                    <a:cubicBezTo>
                      <a:pt x="0" y="14"/>
                      <a:pt x="0" y="14"/>
                      <a:pt x="0" y="14"/>
                    </a:cubicBezTo>
                    <a:cubicBezTo>
                      <a:pt x="2" y="15"/>
                      <a:pt x="2" y="15"/>
                      <a:pt x="2" y="15"/>
                    </a:cubicBezTo>
                    <a:cubicBezTo>
                      <a:pt x="2" y="16"/>
                      <a:pt x="2" y="18"/>
                      <a:pt x="2" y="20"/>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18" name="Freeform 652"/>
              <p:cNvSpPr>
                <a:spLocks/>
              </p:cNvSpPr>
              <p:nvPr/>
            </p:nvSpPr>
            <p:spPr bwMode="auto">
              <a:xfrm>
                <a:off x="3876873" y="1241865"/>
                <a:ext cx="25734" cy="30635"/>
              </a:xfrm>
              <a:custGeom>
                <a:avLst/>
                <a:gdLst>
                  <a:gd name="T0" fmla="*/ 0 w 6"/>
                  <a:gd name="T1" fmla="*/ 0 h 7"/>
                  <a:gd name="T2" fmla="*/ 2 w 6"/>
                  <a:gd name="T3" fmla="*/ 7 h 7"/>
                  <a:gd name="T4" fmla="*/ 6 w 6"/>
                  <a:gd name="T5" fmla="*/ 0 h 7"/>
                  <a:gd name="T6" fmla="*/ 0 w 6"/>
                  <a:gd name="T7" fmla="*/ 0 h 7"/>
                </a:gdLst>
                <a:ahLst/>
                <a:cxnLst>
                  <a:cxn ang="0">
                    <a:pos x="T0" y="T1"/>
                  </a:cxn>
                  <a:cxn ang="0">
                    <a:pos x="T2" y="T3"/>
                  </a:cxn>
                  <a:cxn ang="0">
                    <a:pos x="T4" y="T5"/>
                  </a:cxn>
                  <a:cxn ang="0">
                    <a:pos x="T6" y="T7"/>
                  </a:cxn>
                </a:cxnLst>
                <a:rect l="0" t="0" r="r" b="b"/>
                <a:pathLst>
                  <a:path w="6" h="7">
                    <a:moveTo>
                      <a:pt x="0" y="0"/>
                    </a:moveTo>
                    <a:cubicBezTo>
                      <a:pt x="0" y="3"/>
                      <a:pt x="1" y="5"/>
                      <a:pt x="2" y="7"/>
                    </a:cubicBezTo>
                    <a:cubicBezTo>
                      <a:pt x="5" y="5"/>
                      <a:pt x="6" y="3"/>
                      <a:pt x="6" y="0"/>
                    </a:cubicBezTo>
                    <a:lnTo>
                      <a:pt x="0" y="0"/>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19" name="Freeform 653"/>
              <p:cNvSpPr>
                <a:spLocks/>
              </p:cNvSpPr>
              <p:nvPr/>
            </p:nvSpPr>
            <p:spPr bwMode="auto">
              <a:xfrm>
                <a:off x="3876873" y="1197751"/>
                <a:ext cx="25734" cy="34312"/>
              </a:xfrm>
              <a:custGeom>
                <a:avLst/>
                <a:gdLst>
                  <a:gd name="T0" fmla="*/ 2 w 6"/>
                  <a:gd name="T1" fmla="*/ 0 h 8"/>
                  <a:gd name="T2" fmla="*/ 0 w 6"/>
                  <a:gd name="T3" fmla="*/ 8 h 8"/>
                  <a:gd name="T4" fmla="*/ 6 w 6"/>
                  <a:gd name="T5" fmla="*/ 8 h 8"/>
                  <a:gd name="T6" fmla="*/ 2 w 6"/>
                  <a:gd name="T7" fmla="*/ 0 h 8"/>
                </a:gdLst>
                <a:ahLst/>
                <a:cxnLst>
                  <a:cxn ang="0">
                    <a:pos x="T0" y="T1"/>
                  </a:cxn>
                  <a:cxn ang="0">
                    <a:pos x="T2" y="T3"/>
                  </a:cxn>
                  <a:cxn ang="0">
                    <a:pos x="T4" y="T5"/>
                  </a:cxn>
                  <a:cxn ang="0">
                    <a:pos x="T6" y="T7"/>
                  </a:cxn>
                </a:cxnLst>
                <a:rect l="0" t="0" r="r" b="b"/>
                <a:pathLst>
                  <a:path w="6" h="8">
                    <a:moveTo>
                      <a:pt x="2" y="0"/>
                    </a:moveTo>
                    <a:cubicBezTo>
                      <a:pt x="1" y="2"/>
                      <a:pt x="0" y="5"/>
                      <a:pt x="0" y="8"/>
                    </a:cubicBezTo>
                    <a:cubicBezTo>
                      <a:pt x="6" y="8"/>
                      <a:pt x="6" y="8"/>
                      <a:pt x="6" y="8"/>
                    </a:cubicBezTo>
                    <a:cubicBezTo>
                      <a:pt x="6" y="5"/>
                      <a:pt x="5" y="2"/>
                      <a:pt x="2" y="0"/>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20" name="Freeform 654"/>
              <p:cNvSpPr>
                <a:spLocks/>
              </p:cNvSpPr>
              <p:nvPr/>
            </p:nvSpPr>
            <p:spPr bwMode="auto">
              <a:xfrm>
                <a:off x="3854816" y="1184271"/>
                <a:ext cx="25734" cy="47791"/>
              </a:xfrm>
              <a:custGeom>
                <a:avLst/>
                <a:gdLst>
                  <a:gd name="T0" fmla="*/ 0 w 6"/>
                  <a:gd name="T1" fmla="*/ 0 h 11"/>
                  <a:gd name="T2" fmla="*/ 0 w 6"/>
                  <a:gd name="T3" fmla="*/ 11 h 11"/>
                  <a:gd name="T4" fmla="*/ 3 w 6"/>
                  <a:gd name="T5" fmla="*/ 11 h 11"/>
                  <a:gd name="T6" fmla="*/ 6 w 6"/>
                  <a:gd name="T7" fmla="*/ 2 h 11"/>
                  <a:gd name="T8" fmla="*/ 0 w 6"/>
                  <a:gd name="T9" fmla="*/ 0 h 11"/>
                </a:gdLst>
                <a:ahLst/>
                <a:cxnLst>
                  <a:cxn ang="0">
                    <a:pos x="T0" y="T1"/>
                  </a:cxn>
                  <a:cxn ang="0">
                    <a:pos x="T2" y="T3"/>
                  </a:cxn>
                  <a:cxn ang="0">
                    <a:pos x="T4" y="T5"/>
                  </a:cxn>
                  <a:cxn ang="0">
                    <a:pos x="T6" y="T7"/>
                  </a:cxn>
                  <a:cxn ang="0">
                    <a:pos x="T8" y="T9"/>
                  </a:cxn>
                </a:cxnLst>
                <a:rect l="0" t="0" r="r" b="b"/>
                <a:pathLst>
                  <a:path w="6" h="11">
                    <a:moveTo>
                      <a:pt x="0" y="0"/>
                    </a:moveTo>
                    <a:cubicBezTo>
                      <a:pt x="0" y="11"/>
                      <a:pt x="0" y="11"/>
                      <a:pt x="0" y="11"/>
                    </a:cubicBezTo>
                    <a:cubicBezTo>
                      <a:pt x="3" y="11"/>
                      <a:pt x="3" y="11"/>
                      <a:pt x="3" y="11"/>
                    </a:cubicBezTo>
                    <a:cubicBezTo>
                      <a:pt x="3" y="7"/>
                      <a:pt x="4" y="4"/>
                      <a:pt x="6" y="2"/>
                    </a:cubicBezTo>
                    <a:cubicBezTo>
                      <a:pt x="4" y="1"/>
                      <a:pt x="2" y="0"/>
                      <a:pt x="0" y="0"/>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21" name="Freeform 655"/>
              <p:cNvSpPr>
                <a:spLocks/>
              </p:cNvSpPr>
              <p:nvPr/>
            </p:nvSpPr>
            <p:spPr bwMode="auto">
              <a:xfrm>
                <a:off x="3822955" y="1241865"/>
                <a:ext cx="26959" cy="44115"/>
              </a:xfrm>
              <a:custGeom>
                <a:avLst/>
                <a:gdLst>
                  <a:gd name="T0" fmla="*/ 6 w 6"/>
                  <a:gd name="T1" fmla="*/ 10 h 10"/>
                  <a:gd name="T2" fmla="*/ 6 w 6"/>
                  <a:gd name="T3" fmla="*/ 0 h 10"/>
                  <a:gd name="T4" fmla="*/ 3 w 6"/>
                  <a:gd name="T5" fmla="*/ 0 h 10"/>
                  <a:gd name="T6" fmla="*/ 0 w 6"/>
                  <a:gd name="T7" fmla="*/ 8 h 10"/>
                  <a:gd name="T8" fmla="*/ 6 w 6"/>
                  <a:gd name="T9" fmla="*/ 10 h 10"/>
                </a:gdLst>
                <a:ahLst/>
                <a:cxnLst>
                  <a:cxn ang="0">
                    <a:pos x="T0" y="T1"/>
                  </a:cxn>
                  <a:cxn ang="0">
                    <a:pos x="T2" y="T3"/>
                  </a:cxn>
                  <a:cxn ang="0">
                    <a:pos x="T4" y="T5"/>
                  </a:cxn>
                  <a:cxn ang="0">
                    <a:pos x="T6" y="T7"/>
                  </a:cxn>
                  <a:cxn ang="0">
                    <a:pos x="T8" y="T9"/>
                  </a:cxn>
                </a:cxnLst>
                <a:rect l="0" t="0" r="r" b="b"/>
                <a:pathLst>
                  <a:path w="6" h="10">
                    <a:moveTo>
                      <a:pt x="6" y="10"/>
                    </a:moveTo>
                    <a:cubicBezTo>
                      <a:pt x="6" y="0"/>
                      <a:pt x="6" y="0"/>
                      <a:pt x="6" y="0"/>
                    </a:cubicBezTo>
                    <a:cubicBezTo>
                      <a:pt x="3" y="0"/>
                      <a:pt x="3" y="0"/>
                      <a:pt x="3" y="0"/>
                    </a:cubicBezTo>
                    <a:cubicBezTo>
                      <a:pt x="3" y="3"/>
                      <a:pt x="2" y="6"/>
                      <a:pt x="0" y="8"/>
                    </a:cubicBezTo>
                    <a:cubicBezTo>
                      <a:pt x="2" y="9"/>
                      <a:pt x="4" y="10"/>
                      <a:pt x="6" y="10"/>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22" name="Freeform 656"/>
              <p:cNvSpPr>
                <a:spLocks/>
              </p:cNvSpPr>
              <p:nvPr/>
            </p:nvSpPr>
            <p:spPr bwMode="auto">
              <a:xfrm>
                <a:off x="3822955" y="1184271"/>
                <a:ext cx="26959" cy="47791"/>
              </a:xfrm>
              <a:custGeom>
                <a:avLst/>
                <a:gdLst>
                  <a:gd name="T0" fmla="*/ 3 w 6"/>
                  <a:gd name="T1" fmla="*/ 11 h 11"/>
                  <a:gd name="T2" fmla="*/ 6 w 6"/>
                  <a:gd name="T3" fmla="*/ 11 h 11"/>
                  <a:gd name="T4" fmla="*/ 6 w 6"/>
                  <a:gd name="T5" fmla="*/ 0 h 11"/>
                  <a:gd name="T6" fmla="*/ 0 w 6"/>
                  <a:gd name="T7" fmla="*/ 2 h 11"/>
                  <a:gd name="T8" fmla="*/ 3 w 6"/>
                  <a:gd name="T9" fmla="*/ 11 h 11"/>
                </a:gdLst>
                <a:ahLst/>
                <a:cxnLst>
                  <a:cxn ang="0">
                    <a:pos x="T0" y="T1"/>
                  </a:cxn>
                  <a:cxn ang="0">
                    <a:pos x="T2" y="T3"/>
                  </a:cxn>
                  <a:cxn ang="0">
                    <a:pos x="T4" y="T5"/>
                  </a:cxn>
                  <a:cxn ang="0">
                    <a:pos x="T6" y="T7"/>
                  </a:cxn>
                  <a:cxn ang="0">
                    <a:pos x="T8" y="T9"/>
                  </a:cxn>
                </a:cxnLst>
                <a:rect l="0" t="0" r="r" b="b"/>
                <a:pathLst>
                  <a:path w="6" h="11">
                    <a:moveTo>
                      <a:pt x="3" y="11"/>
                    </a:moveTo>
                    <a:cubicBezTo>
                      <a:pt x="6" y="11"/>
                      <a:pt x="6" y="11"/>
                      <a:pt x="6" y="11"/>
                    </a:cubicBezTo>
                    <a:cubicBezTo>
                      <a:pt x="6" y="0"/>
                      <a:pt x="6" y="0"/>
                      <a:pt x="6" y="0"/>
                    </a:cubicBezTo>
                    <a:cubicBezTo>
                      <a:pt x="4" y="0"/>
                      <a:pt x="2" y="1"/>
                      <a:pt x="0" y="2"/>
                    </a:cubicBezTo>
                    <a:cubicBezTo>
                      <a:pt x="2" y="4"/>
                      <a:pt x="3" y="7"/>
                      <a:pt x="3" y="11"/>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23" name="Freeform 657"/>
              <p:cNvSpPr>
                <a:spLocks/>
              </p:cNvSpPr>
              <p:nvPr/>
            </p:nvSpPr>
            <p:spPr bwMode="auto">
              <a:xfrm>
                <a:off x="3800898" y="1241865"/>
                <a:ext cx="26959" cy="30635"/>
              </a:xfrm>
              <a:custGeom>
                <a:avLst/>
                <a:gdLst>
                  <a:gd name="T0" fmla="*/ 4 w 6"/>
                  <a:gd name="T1" fmla="*/ 7 h 7"/>
                  <a:gd name="T2" fmla="*/ 6 w 6"/>
                  <a:gd name="T3" fmla="*/ 0 h 7"/>
                  <a:gd name="T4" fmla="*/ 0 w 6"/>
                  <a:gd name="T5" fmla="*/ 0 h 7"/>
                  <a:gd name="T6" fmla="*/ 4 w 6"/>
                  <a:gd name="T7" fmla="*/ 7 h 7"/>
                </a:gdLst>
                <a:ahLst/>
                <a:cxnLst>
                  <a:cxn ang="0">
                    <a:pos x="T0" y="T1"/>
                  </a:cxn>
                  <a:cxn ang="0">
                    <a:pos x="T2" y="T3"/>
                  </a:cxn>
                  <a:cxn ang="0">
                    <a:pos x="T4" y="T5"/>
                  </a:cxn>
                  <a:cxn ang="0">
                    <a:pos x="T6" y="T7"/>
                  </a:cxn>
                </a:cxnLst>
                <a:rect l="0" t="0" r="r" b="b"/>
                <a:pathLst>
                  <a:path w="6" h="7">
                    <a:moveTo>
                      <a:pt x="4" y="7"/>
                    </a:moveTo>
                    <a:cubicBezTo>
                      <a:pt x="5" y="5"/>
                      <a:pt x="6" y="3"/>
                      <a:pt x="6" y="0"/>
                    </a:cubicBezTo>
                    <a:cubicBezTo>
                      <a:pt x="0" y="0"/>
                      <a:pt x="0" y="0"/>
                      <a:pt x="0" y="0"/>
                    </a:cubicBezTo>
                    <a:cubicBezTo>
                      <a:pt x="0" y="3"/>
                      <a:pt x="1" y="5"/>
                      <a:pt x="4" y="7"/>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24" name="Freeform 658"/>
              <p:cNvSpPr>
                <a:spLocks/>
              </p:cNvSpPr>
              <p:nvPr/>
            </p:nvSpPr>
            <p:spPr bwMode="auto">
              <a:xfrm>
                <a:off x="3800898" y="1197751"/>
                <a:ext cx="26959" cy="34312"/>
              </a:xfrm>
              <a:custGeom>
                <a:avLst/>
                <a:gdLst>
                  <a:gd name="T0" fmla="*/ 4 w 6"/>
                  <a:gd name="T1" fmla="*/ 0 h 8"/>
                  <a:gd name="T2" fmla="*/ 0 w 6"/>
                  <a:gd name="T3" fmla="*/ 8 h 8"/>
                  <a:gd name="T4" fmla="*/ 6 w 6"/>
                  <a:gd name="T5" fmla="*/ 8 h 8"/>
                  <a:gd name="T6" fmla="*/ 4 w 6"/>
                  <a:gd name="T7" fmla="*/ 0 h 8"/>
                </a:gdLst>
                <a:ahLst/>
                <a:cxnLst>
                  <a:cxn ang="0">
                    <a:pos x="T0" y="T1"/>
                  </a:cxn>
                  <a:cxn ang="0">
                    <a:pos x="T2" y="T3"/>
                  </a:cxn>
                  <a:cxn ang="0">
                    <a:pos x="T4" y="T5"/>
                  </a:cxn>
                  <a:cxn ang="0">
                    <a:pos x="T6" y="T7"/>
                  </a:cxn>
                </a:cxnLst>
                <a:rect l="0" t="0" r="r" b="b"/>
                <a:pathLst>
                  <a:path w="6" h="8">
                    <a:moveTo>
                      <a:pt x="4" y="0"/>
                    </a:moveTo>
                    <a:cubicBezTo>
                      <a:pt x="1" y="2"/>
                      <a:pt x="0" y="5"/>
                      <a:pt x="0" y="8"/>
                    </a:cubicBezTo>
                    <a:cubicBezTo>
                      <a:pt x="6" y="8"/>
                      <a:pt x="6" y="8"/>
                      <a:pt x="6" y="8"/>
                    </a:cubicBezTo>
                    <a:cubicBezTo>
                      <a:pt x="6" y="5"/>
                      <a:pt x="5" y="2"/>
                      <a:pt x="4" y="0"/>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25" name="Freeform 659"/>
              <p:cNvSpPr>
                <a:spLocks/>
              </p:cNvSpPr>
              <p:nvPr/>
            </p:nvSpPr>
            <p:spPr bwMode="auto">
              <a:xfrm>
                <a:off x="3854816" y="1241865"/>
                <a:ext cx="25734" cy="44115"/>
              </a:xfrm>
              <a:custGeom>
                <a:avLst/>
                <a:gdLst>
                  <a:gd name="T0" fmla="*/ 0 w 6"/>
                  <a:gd name="T1" fmla="*/ 10 h 10"/>
                  <a:gd name="T2" fmla="*/ 6 w 6"/>
                  <a:gd name="T3" fmla="*/ 8 h 10"/>
                  <a:gd name="T4" fmla="*/ 3 w 6"/>
                  <a:gd name="T5" fmla="*/ 0 h 10"/>
                  <a:gd name="T6" fmla="*/ 0 w 6"/>
                  <a:gd name="T7" fmla="*/ 0 h 10"/>
                  <a:gd name="T8" fmla="*/ 0 w 6"/>
                  <a:gd name="T9" fmla="*/ 10 h 10"/>
                </a:gdLst>
                <a:ahLst/>
                <a:cxnLst>
                  <a:cxn ang="0">
                    <a:pos x="T0" y="T1"/>
                  </a:cxn>
                  <a:cxn ang="0">
                    <a:pos x="T2" y="T3"/>
                  </a:cxn>
                  <a:cxn ang="0">
                    <a:pos x="T4" y="T5"/>
                  </a:cxn>
                  <a:cxn ang="0">
                    <a:pos x="T6" y="T7"/>
                  </a:cxn>
                  <a:cxn ang="0">
                    <a:pos x="T8" y="T9"/>
                  </a:cxn>
                </a:cxnLst>
                <a:rect l="0" t="0" r="r" b="b"/>
                <a:pathLst>
                  <a:path w="6" h="10">
                    <a:moveTo>
                      <a:pt x="0" y="10"/>
                    </a:moveTo>
                    <a:cubicBezTo>
                      <a:pt x="2" y="10"/>
                      <a:pt x="4" y="9"/>
                      <a:pt x="6" y="8"/>
                    </a:cubicBezTo>
                    <a:cubicBezTo>
                      <a:pt x="4" y="6"/>
                      <a:pt x="3" y="3"/>
                      <a:pt x="3" y="0"/>
                    </a:cubicBezTo>
                    <a:cubicBezTo>
                      <a:pt x="0" y="0"/>
                      <a:pt x="0" y="0"/>
                      <a:pt x="0" y="0"/>
                    </a:cubicBezTo>
                    <a:lnTo>
                      <a:pt x="0" y="10"/>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26" name="Freeform 660"/>
              <p:cNvSpPr>
                <a:spLocks/>
              </p:cNvSpPr>
              <p:nvPr/>
            </p:nvSpPr>
            <p:spPr bwMode="auto">
              <a:xfrm>
                <a:off x="4543498" y="972275"/>
                <a:ext cx="115189" cy="110287"/>
              </a:xfrm>
              <a:custGeom>
                <a:avLst/>
                <a:gdLst>
                  <a:gd name="T0" fmla="*/ 26 w 26"/>
                  <a:gd name="T1" fmla="*/ 10 h 25"/>
                  <a:gd name="T2" fmla="*/ 21 w 26"/>
                  <a:gd name="T3" fmla="*/ 12 h 25"/>
                  <a:gd name="T4" fmla="*/ 19 w 26"/>
                  <a:gd name="T5" fmla="*/ 12 h 25"/>
                  <a:gd name="T6" fmla="*/ 18 w 26"/>
                  <a:gd name="T7" fmla="*/ 9 h 25"/>
                  <a:gd name="T8" fmla="*/ 19 w 26"/>
                  <a:gd name="T9" fmla="*/ 8 h 25"/>
                  <a:gd name="T10" fmla="*/ 24 w 26"/>
                  <a:gd name="T11" fmla="*/ 6 h 25"/>
                  <a:gd name="T12" fmla="*/ 22 w 26"/>
                  <a:gd name="T13" fmla="*/ 3 h 25"/>
                  <a:gd name="T14" fmla="*/ 19 w 26"/>
                  <a:gd name="T15" fmla="*/ 2 h 25"/>
                  <a:gd name="T16" fmla="*/ 18 w 26"/>
                  <a:gd name="T17" fmla="*/ 6 h 25"/>
                  <a:gd name="T18" fmla="*/ 16 w 26"/>
                  <a:gd name="T19" fmla="*/ 9 h 25"/>
                  <a:gd name="T20" fmla="*/ 16 w 26"/>
                  <a:gd name="T21" fmla="*/ 5 h 25"/>
                  <a:gd name="T22" fmla="*/ 14 w 26"/>
                  <a:gd name="T23" fmla="*/ 4 h 25"/>
                  <a:gd name="T24" fmla="*/ 14 w 26"/>
                  <a:gd name="T25" fmla="*/ 2 h 25"/>
                  <a:gd name="T26" fmla="*/ 13 w 26"/>
                  <a:gd name="T27" fmla="*/ 2 h 25"/>
                  <a:gd name="T28" fmla="*/ 13 w 26"/>
                  <a:gd name="T29" fmla="*/ 4 h 25"/>
                  <a:gd name="T30" fmla="*/ 11 w 26"/>
                  <a:gd name="T31" fmla="*/ 5 h 25"/>
                  <a:gd name="T32" fmla="*/ 11 w 26"/>
                  <a:gd name="T33" fmla="*/ 9 h 25"/>
                  <a:gd name="T34" fmla="*/ 9 w 26"/>
                  <a:gd name="T35" fmla="*/ 6 h 25"/>
                  <a:gd name="T36" fmla="*/ 8 w 26"/>
                  <a:gd name="T37" fmla="*/ 2 h 25"/>
                  <a:gd name="T38" fmla="*/ 5 w 26"/>
                  <a:gd name="T39" fmla="*/ 3 h 25"/>
                  <a:gd name="T40" fmla="*/ 2 w 26"/>
                  <a:gd name="T41" fmla="*/ 6 h 25"/>
                  <a:gd name="T42" fmla="*/ 8 w 26"/>
                  <a:gd name="T43" fmla="*/ 8 h 25"/>
                  <a:gd name="T44" fmla="*/ 9 w 26"/>
                  <a:gd name="T45" fmla="*/ 9 h 25"/>
                  <a:gd name="T46" fmla="*/ 8 w 26"/>
                  <a:gd name="T47" fmla="*/ 12 h 25"/>
                  <a:gd name="T48" fmla="*/ 6 w 26"/>
                  <a:gd name="T49" fmla="*/ 12 h 25"/>
                  <a:gd name="T50" fmla="*/ 1 w 26"/>
                  <a:gd name="T51" fmla="*/ 10 h 25"/>
                  <a:gd name="T52" fmla="*/ 0 w 26"/>
                  <a:gd name="T53" fmla="*/ 13 h 25"/>
                  <a:gd name="T54" fmla="*/ 2 w 26"/>
                  <a:gd name="T55" fmla="*/ 17 h 25"/>
                  <a:gd name="T56" fmla="*/ 5 w 26"/>
                  <a:gd name="T57" fmla="*/ 14 h 25"/>
                  <a:gd name="T58" fmla="*/ 9 w 26"/>
                  <a:gd name="T59" fmla="*/ 13 h 25"/>
                  <a:gd name="T60" fmla="*/ 6 w 26"/>
                  <a:gd name="T61" fmla="*/ 16 h 25"/>
                  <a:gd name="T62" fmla="*/ 7 w 26"/>
                  <a:gd name="T63" fmla="*/ 18 h 25"/>
                  <a:gd name="T64" fmla="*/ 6 w 26"/>
                  <a:gd name="T65" fmla="*/ 19 h 25"/>
                  <a:gd name="T66" fmla="*/ 7 w 26"/>
                  <a:gd name="T67" fmla="*/ 20 h 25"/>
                  <a:gd name="T68" fmla="*/ 8 w 26"/>
                  <a:gd name="T69" fmla="*/ 19 h 25"/>
                  <a:gd name="T70" fmla="*/ 10 w 26"/>
                  <a:gd name="T71" fmla="*/ 19 h 25"/>
                  <a:gd name="T72" fmla="*/ 13 w 26"/>
                  <a:gd name="T73" fmla="*/ 16 h 25"/>
                  <a:gd name="T74" fmla="*/ 12 w 26"/>
                  <a:gd name="T75" fmla="*/ 21 h 25"/>
                  <a:gd name="T76" fmla="*/ 9 w 26"/>
                  <a:gd name="T77" fmla="*/ 24 h 25"/>
                  <a:gd name="T78" fmla="*/ 13 w 26"/>
                  <a:gd name="T79" fmla="*/ 25 h 25"/>
                  <a:gd name="T80" fmla="*/ 16 w 26"/>
                  <a:gd name="T81" fmla="*/ 25 h 25"/>
                  <a:gd name="T82" fmla="*/ 14 w 26"/>
                  <a:gd name="T83" fmla="*/ 20 h 25"/>
                  <a:gd name="T84" fmla="*/ 14 w 26"/>
                  <a:gd name="T85" fmla="*/ 18 h 25"/>
                  <a:gd name="T86" fmla="*/ 17 w 26"/>
                  <a:gd name="T87" fmla="*/ 17 h 25"/>
                  <a:gd name="T88" fmla="*/ 18 w 26"/>
                  <a:gd name="T89" fmla="*/ 18 h 25"/>
                  <a:gd name="T90" fmla="*/ 20 w 26"/>
                  <a:gd name="T91" fmla="*/ 24 h 25"/>
                  <a:gd name="T92" fmla="*/ 23 w 26"/>
                  <a:gd name="T93" fmla="*/ 21 h 25"/>
                  <a:gd name="T94" fmla="*/ 24 w 26"/>
                  <a:gd name="T95" fmla="*/ 18 h 25"/>
                  <a:gd name="T96" fmla="*/ 20 w 26"/>
                  <a:gd name="T97" fmla="*/ 17 h 25"/>
                  <a:gd name="T98" fmla="*/ 17 w 26"/>
                  <a:gd name="T99" fmla="*/ 15 h 25"/>
                  <a:gd name="T100" fmla="*/ 20 w 26"/>
                  <a:gd name="T101" fmla="*/ 15 h 25"/>
                  <a:gd name="T102" fmla="*/ 22 w 26"/>
                  <a:gd name="T103" fmla="*/ 13 h 25"/>
                  <a:gd name="T104" fmla="*/ 24 w 26"/>
                  <a:gd name="T105" fmla="*/ 1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 h="25">
                    <a:moveTo>
                      <a:pt x="26" y="12"/>
                    </a:moveTo>
                    <a:cubicBezTo>
                      <a:pt x="24" y="12"/>
                      <a:pt x="24" y="12"/>
                      <a:pt x="24" y="12"/>
                    </a:cubicBezTo>
                    <a:cubicBezTo>
                      <a:pt x="26" y="10"/>
                      <a:pt x="26" y="10"/>
                      <a:pt x="26" y="10"/>
                    </a:cubicBezTo>
                    <a:cubicBezTo>
                      <a:pt x="25" y="9"/>
                      <a:pt x="25" y="9"/>
                      <a:pt x="25" y="9"/>
                    </a:cubicBezTo>
                    <a:cubicBezTo>
                      <a:pt x="22" y="12"/>
                      <a:pt x="22" y="12"/>
                      <a:pt x="22" y="12"/>
                    </a:cubicBezTo>
                    <a:cubicBezTo>
                      <a:pt x="21" y="12"/>
                      <a:pt x="21" y="12"/>
                      <a:pt x="21" y="12"/>
                    </a:cubicBezTo>
                    <a:cubicBezTo>
                      <a:pt x="21" y="11"/>
                      <a:pt x="21" y="11"/>
                      <a:pt x="21" y="11"/>
                    </a:cubicBezTo>
                    <a:cubicBezTo>
                      <a:pt x="20" y="10"/>
                      <a:pt x="20" y="10"/>
                      <a:pt x="20" y="10"/>
                    </a:cubicBezTo>
                    <a:cubicBezTo>
                      <a:pt x="19" y="12"/>
                      <a:pt x="19" y="12"/>
                      <a:pt x="19" y="12"/>
                    </a:cubicBezTo>
                    <a:cubicBezTo>
                      <a:pt x="17" y="12"/>
                      <a:pt x="17" y="12"/>
                      <a:pt x="17" y="12"/>
                    </a:cubicBezTo>
                    <a:cubicBezTo>
                      <a:pt x="17" y="11"/>
                      <a:pt x="17" y="11"/>
                      <a:pt x="17" y="10"/>
                    </a:cubicBezTo>
                    <a:cubicBezTo>
                      <a:pt x="18" y="9"/>
                      <a:pt x="18" y="9"/>
                      <a:pt x="18" y="9"/>
                    </a:cubicBezTo>
                    <a:cubicBezTo>
                      <a:pt x="20" y="9"/>
                      <a:pt x="20" y="9"/>
                      <a:pt x="20" y="9"/>
                    </a:cubicBezTo>
                    <a:cubicBezTo>
                      <a:pt x="20" y="8"/>
                      <a:pt x="20" y="8"/>
                      <a:pt x="20" y="8"/>
                    </a:cubicBezTo>
                    <a:cubicBezTo>
                      <a:pt x="19" y="8"/>
                      <a:pt x="19" y="8"/>
                      <a:pt x="19" y="8"/>
                    </a:cubicBezTo>
                    <a:cubicBezTo>
                      <a:pt x="20" y="7"/>
                      <a:pt x="20" y="7"/>
                      <a:pt x="20" y="7"/>
                    </a:cubicBezTo>
                    <a:cubicBezTo>
                      <a:pt x="24" y="7"/>
                      <a:pt x="24" y="7"/>
                      <a:pt x="24" y="7"/>
                    </a:cubicBezTo>
                    <a:cubicBezTo>
                      <a:pt x="24" y="6"/>
                      <a:pt x="24" y="6"/>
                      <a:pt x="24" y="6"/>
                    </a:cubicBezTo>
                    <a:cubicBezTo>
                      <a:pt x="21" y="6"/>
                      <a:pt x="21" y="6"/>
                      <a:pt x="21" y="6"/>
                    </a:cubicBezTo>
                    <a:cubicBezTo>
                      <a:pt x="23" y="4"/>
                      <a:pt x="23" y="4"/>
                      <a:pt x="23" y="4"/>
                    </a:cubicBezTo>
                    <a:cubicBezTo>
                      <a:pt x="22" y="3"/>
                      <a:pt x="22" y="3"/>
                      <a:pt x="22" y="3"/>
                    </a:cubicBezTo>
                    <a:cubicBezTo>
                      <a:pt x="20" y="5"/>
                      <a:pt x="20" y="5"/>
                      <a:pt x="20" y="5"/>
                    </a:cubicBezTo>
                    <a:cubicBezTo>
                      <a:pt x="20" y="2"/>
                      <a:pt x="20" y="2"/>
                      <a:pt x="20" y="2"/>
                    </a:cubicBezTo>
                    <a:cubicBezTo>
                      <a:pt x="19" y="2"/>
                      <a:pt x="19" y="2"/>
                      <a:pt x="19" y="2"/>
                    </a:cubicBezTo>
                    <a:cubicBezTo>
                      <a:pt x="19" y="6"/>
                      <a:pt x="19" y="6"/>
                      <a:pt x="19" y="6"/>
                    </a:cubicBezTo>
                    <a:cubicBezTo>
                      <a:pt x="18" y="7"/>
                      <a:pt x="18" y="7"/>
                      <a:pt x="18" y="7"/>
                    </a:cubicBezTo>
                    <a:cubicBezTo>
                      <a:pt x="18" y="6"/>
                      <a:pt x="18" y="6"/>
                      <a:pt x="18" y="6"/>
                    </a:cubicBezTo>
                    <a:cubicBezTo>
                      <a:pt x="17" y="6"/>
                      <a:pt x="17" y="6"/>
                      <a:pt x="17" y="6"/>
                    </a:cubicBezTo>
                    <a:cubicBezTo>
                      <a:pt x="17" y="8"/>
                      <a:pt x="17" y="8"/>
                      <a:pt x="17" y="8"/>
                    </a:cubicBezTo>
                    <a:cubicBezTo>
                      <a:pt x="16" y="9"/>
                      <a:pt x="16" y="9"/>
                      <a:pt x="16" y="9"/>
                    </a:cubicBezTo>
                    <a:cubicBezTo>
                      <a:pt x="15" y="9"/>
                      <a:pt x="15" y="9"/>
                      <a:pt x="14" y="9"/>
                    </a:cubicBezTo>
                    <a:cubicBezTo>
                      <a:pt x="14" y="7"/>
                      <a:pt x="14" y="7"/>
                      <a:pt x="14" y="7"/>
                    </a:cubicBezTo>
                    <a:cubicBezTo>
                      <a:pt x="16" y="5"/>
                      <a:pt x="16" y="5"/>
                      <a:pt x="16" y="5"/>
                    </a:cubicBezTo>
                    <a:cubicBezTo>
                      <a:pt x="15" y="4"/>
                      <a:pt x="15" y="4"/>
                      <a:pt x="15" y="4"/>
                    </a:cubicBezTo>
                    <a:cubicBezTo>
                      <a:pt x="14" y="5"/>
                      <a:pt x="14" y="5"/>
                      <a:pt x="14" y="5"/>
                    </a:cubicBezTo>
                    <a:cubicBezTo>
                      <a:pt x="14" y="4"/>
                      <a:pt x="14" y="4"/>
                      <a:pt x="14" y="4"/>
                    </a:cubicBezTo>
                    <a:cubicBezTo>
                      <a:pt x="17" y="1"/>
                      <a:pt x="17" y="1"/>
                      <a:pt x="17" y="1"/>
                    </a:cubicBezTo>
                    <a:cubicBezTo>
                      <a:pt x="16" y="0"/>
                      <a:pt x="16" y="0"/>
                      <a:pt x="16" y="0"/>
                    </a:cubicBezTo>
                    <a:cubicBezTo>
                      <a:pt x="14" y="2"/>
                      <a:pt x="14" y="2"/>
                      <a:pt x="14" y="2"/>
                    </a:cubicBezTo>
                    <a:cubicBezTo>
                      <a:pt x="14" y="0"/>
                      <a:pt x="14" y="0"/>
                      <a:pt x="14" y="0"/>
                    </a:cubicBezTo>
                    <a:cubicBezTo>
                      <a:pt x="13" y="0"/>
                      <a:pt x="13" y="0"/>
                      <a:pt x="13" y="0"/>
                    </a:cubicBezTo>
                    <a:cubicBezTo>
                      <a:pt x="13" y="2"/>
                      <a:pt x="13" y="2"/>
                      <a:pt x="13" y="2"/>
                    </a:cubicBezTo>
                    <a:cubicBezTo>
                      <a:pt x="10" y="0"/>
                      <a:pt x="10" y="0"/>
                      <a:pt x="10" y="0"/>
                    </a:cubicBezTo>
                    <a:cubicBezTo>
                      <a:pt x="9" y="1"/>
                      <a:pt x="9" y="1"/>
                      <a:pt x="9" y="1"/>
                    </a:cubicBezTo>
                    <a:cubicBezTo>
                      <a:pt x="13" y="4"/>
                      <a:pt x="13" y="4"/>
                      <a:pt x="13" y="4"/>
                    </a:cubicBezTo>
                    <a:cubicBezTo>
                      <a:pt x="13" y="5"/>
                      <a:pt x="13" y="5"/>
                      <a:pt x="13" y="5"/>
                    </a:cubicBezTo>
                    <a:cubicBezTo>
                      <a:pt x="12" y="4"/>
                      <a:pt x="12" y="4"/>
                      <a:pt x="12" y="4"/>
                    </a:cubicBezTo>
                    <a:cubicBezTo>
                      <a:pt x="11" y="5"/>
                      <a:pt x="11" y="5"/>
                      <a:pt x="11" y="5"/>
                    </a:cubicBezTo>
                    <a:cubicBezTo>
                      <a:pt x="13" y="7"/>
                      <a:pt x="13" y="7"/>
                      <a:pt x="13" y="7"/>
                    </a:cubicBezTo>
                    <a:cubicBezTo>
                      <a:pt x="13" y="9"/>
                      <a:pt x="13" y="9"/>
                      <a:pt x="13" y="9"/>
                    </a:cubicBezTo>
                    <a:cubicBezTo>
                      <a:pt x="12" y="9"/>
                      <a:pt x="11" y="9"/>
                      <a:pt x="11" y="9"/>
                    </a:cubicBezTo>
                    <a:cubicBezTo>
                      <a:pt x="10" y="8"/>
                      <a:pt x="10" y="8"/>
                      <a:pt x="10" y="8"/>
                    </a:cubicBezTo>
                    <a:cubicBezTo>
                      <a:pt x="10" y="6"/>
                      <a:pt x="10" y="6"/>
                      <a:pt x="10" y="6"/>
                    </a:cubicBezTo>
                    <a:cubicBezTo>
                      <a:pt x="9" y="6"/>
                      <a:pt x="9" y="6"/>
                      <a:pt x="9" y="6"/>
                    </a:cubicBezTo>
                    <a:cubicBezTo>
                      <a:pt x="9" y="7"/>
                      <a:pt x="9" y="7"/>
                      <a:pt x="9" y="7"/>
                    </a:cubicBezTo>
                    <a:cubicBezTo>
                      <a:pt x="8" y="6"/>
                      <a:pt x="8" y="6"/>
                      <a:pt x="8" y="6"/>
                    </a:cubicBezTo>
                    <a:cubicBezTo>
                      <a:pt x="8" y="2"/>
                      <a:pt x="8" y="2"/>
                      <a:pt x="8" y="2"/>
                    </a:cubicBezTo>
                    <a:cubicBezTo>
                      <a:pt x="7" y="2"/>
                      <a:pt x="7" y="2"/>
                      <a:pt x="7" y="2"/>
                    </a:cubicBezTo>
                    <a:cubicBezTo>
                      <a:pt x="7" y="5"/>
                      <a:pt x="7" y="5"/>
                      <a:pt x="7" y="5"/>
                    </a:cubicBezTo>
                    <a:cubicBezTo>
                      <a:pt x="5" y="3"/>
                      <a:pt x="5" y="3"/>
                      <a:pt x="5" y="3"/>
                    </a:cubicBezTo>
                    <a:cubicBezTo>
                      <a:pt x="4" y="4"/>
                      <a:pt x="4" y="4"/>
                      <a:pt x="4" y="4"/>
                    </a:cubicBezTo>
                    <a:cubicBezTo>
                      <a:pt x="6" y="6"/>
                      <a:pt x="6" y="6"/>
                      <a:pt x="6" y="6"/>
                    </a:cubicBezTo>
                    <a:cubicBezTo>
                      <a:pt x="2" y="6"/>
                      <a:pt x="2" y="6"/>
                      <a:pt x="2" y="6"/>
                    </a:cubicBezTo>
                    <a:cubicBezTo>
                      <a:pt x="2" y="7"/>
                      <a:pt x="2" y="7"/>
                      <a:pt x="2" y="7"/>
                    </a:cubicBezTo>
                    <a:cubicBezTo>
                      <a:pt x="7" y="7"/>
                      <a:pt x="7" y="7"/>
                      <a:pt x="7" y="7"/>
                    </a:cubicBezTo>
                    <a:cubicBezTo>
                      <a:pt x="8" y="8"/>
                      <a:pt x="8" y="8"/>
                      <a:pt x="8" y="8"/>
                    </a:cubicBezTo>
                    <a:cubicBezTo>
                      <a:pt x="6" y="8"/>
                      <a:pt x="6" y="8"/>
                      <a:pt x="6" y="8"/>
                    </a:cubicBezTo>
                    <a:cubicBezTo>
                      <a:pt x="6" y="9"/>
                      <a:pt x="6" y="9"/>
                      <a:pt x="6" y="9"/>
                    </a:cubicBezTo>
                    <a:cubicBezTo>
                      <a:pt x="9" y="9"/>
                      <a:pt x="9" y="9"/>
                      <a:pt x="9" y="9"/>
                    </a:cubicBezTo>
                    <a:cubicBezTo>
                      <a:pt x="10" y="10"/>
                      <a:pt x="10" y="10"/>
                      <a:pt x="10" y="10"/>
                    </a:cubicBezTo>
                    <a:cubicBezTo>
                      <a:pt x="10" y="11"/>
                      <a:pt x="9" y="11"/>
                      <a:pt x="9" y="12"/>
                    </a:cubicBezTo>
                    <a:cubicBezTo>
                      <a:pt x="8" y="12"/>
                      <a:pt x="8" y="12"/>
                      <a:pt x="8" y="12"/>
                    </a:cubicBezTo>
                    <a:cubicBezTo>
                      <a:pt x="6" y="10"/>
                      <a:pt x="6" y="10"/>
                      <a:pt x="6" y="10"/>
                    </a:cubicBezTo>
                    <a:cubicBezTo>
                      <a:pt x="5" y="11"/>
                      <a:pt x="5" y="11"/>
                      <a:pt x="5" y="11"/>
                    </a:cubicBezTo>
                    <a:cubicBezTo>
                      <a:pt x="6" y="12"/>
                      <a:pt x="6" y="12"/>
                      <a:pt x="6" y="12"/>
                    </a:cubicBezTo>
                    <a:cubicBezTo>
                      <a:pt x="5" y="12"/>
                      <a:pt x="5" y="12"/>
                      <a:pt x="5" y="12"/>
                    </a:cubicBezTo>
                    <a:cubicBezTo>
                      <a:pt x="2" y="9"/>
                      <a:pt x="2" y="9"/>
                      <a:pt x="2" y="9"/>
                    </a:cubicBezTo>
                    <a:cubicBezTo>
                      <a:pt x="1" y="10"/>
                      <a:pt x="1" y="10"/>
                      <a:pt x="1" y="10"/>
                    </a:cubicBezTo>
                    <a:cubicBezTo>
                      <a:pt x="3" y="12"/>
                      <a:pt x="3" y="12"/>
                      <a:pt x="3" y="12"/>
                    </a:cubicBezTo>
                    <a:cubicBezTo>
                      <a:pt x="0" y="12"/>
                      <a:pt x="0" y="12"/>
                      <a:pt x="0" y="12"/>
                    </a:cubicBezTo>
                    <a:cubicBezTo>
                      <a:pt x="0" y="13"/>
                      <a:pt x="0" y="13"/>
                      <a:pt x="0" y="13"/>
                    </a:cubicBezTo>
                    <a:cubicBezTo>
                      <a:pt x="3" y="13"/>
                      <a:pt x="3" y="13"/>
                      <a:pt x="3" y="13"/>
                    </a:cubicBezTo>
                    <a:cubicBezTo>
                      <a:pt x="1" y="16"/>
                      <a:pt x="1" y="16"/>
                      <a:pt x="1" y="16"/>
                    </a:cubicBezTo>
                    <a:cubicBezTo>
                      <a:pt x="2" y="17"/>
                      <a:pt x="2" y="17"/>
                      <a:pt x="2" y="17"/>
                    </a:cubicBezTo>
                    <a:cubicBezTo>
                      <a:pt x="5" y="13"/>
                      <a:pt x="5" y="13"/>
                      <a:pt x="5" y="13"/>
                    </a:cubicBezTo>
                    <a:cubicBezTo>
                      <a:pt x="6" y="13"/>
                      <a:pt x="6" y="13"/>
                      <a:pt x="6" y="13"/>
                    </a:cubicBezTo>
                    <a:cubicBezTo>
                      <a:pt x="5" y="14"/>
                      <a:pt x="5" y="14"/>
                      <a:pt x="5" y="14"/>
                    </a:cubicBezTo>
                    <a:cubicBezTo>
                      <a:pt x="6" y="15"/>
                      <a:pt x="6" y="15"/>
                      <a:pt x="6" y="15"/>
                    </a:cubicBezTo>
                    <a:cubicBezTo>
                      <a:pt x="8" y="13"/>
                      <a:pt x="8" y="13"/>
                      <a:pt x="8" y="13"/>
                    </a:cubicBezTo>
                    <a:cubicBezTo>
                      <a:pt x="9" y="13"/>
                      <a:pt x="9" y="13"/>
                      <a:pt x="9" y="13"/>
                    </a:cubicBezTo>
                    <a:cubicBezTo>
                      <a:pt x="9" y="14"/>
                      <a:pt x="10" y="14"/>
                      <a:pt x="10" y="15"/>
                    </a:cubicBezTo>
                    <a:cubicBezTo>
                      <a:pt x="9" y="16"/>
                      <a:pt x="9" y="16"/>
                      <a:pt x="9" y="16"/>
                    </a:cubicBezTo>
                    <a:cubicBezTo>
                      <a:pt x="6" y="16"/>
                      <a:pt x="6" y="16"/>
                      <a:pt x="6" y="16"/>
                    </a:cubicBezTo>
                    <a:cubicBezTo>
                      <a:pt x="6" y="17"/>
                      <a:pt x="6" y="17"/>
                      <a:pt x="6" y="17"/>
                    </a:cubicBezTo>
                    <a:cubicBezTo>
                      <a:pt x="8" y="17"/>
                      <a:pt x="8" y="17"/>
                      <a:pt x="8" y="17"/>
                    </a:cubicBezTo>
                    <a:cubicBezTo>
                      <a:pt x="7" y="18"/>
                      <a:pt x="7" y="18"/>
                      <a:pt x="7" y="18"/>
                    </a:cubicBezTo>
                    <a:cubicBezTo>
                      <a:pt x="2" y="18"/>
                      <a:pt x="2" y="18"/>
                      <a:pt x="2" y="18"/>
                    </a:cubicBezTo>
                    <a:cubicBezTo>
                      <a:pt x="2" y="19"/>
                      <a:pt x="2" y="19"/>
                      <a:pt x="2" y="19"/>
                    </a:cubicBezTo>
                    <a:cubicBezTo>
                      <a:pt x="6" y="19"/>
                      <a:pt x="6" y="19"/>
                      <a:pt x="6" y="19"/>
                    </a:cubicBezTo>
                    <a:cubicBezTo>
                      <a:pt x="4" y="21"/>
                      <a:pt x="4" y="21"/>
                      <a:pt x="4" y="21"/>
                    </a:cubicBezTo>
                    <a:cubicBezTo>
                      <a:pt x="5" y="22"/>
                      <a:pt x="5" y="22"/>
                      <a:pt x="5" y="22"/>
                    </a:cubicBezTo>
                    <a:cubicBezTo>
                      <a:pt x="7" y="20"/>
                      <a:pt x="7" y="20"/>
                      <a:pt x="7" y="20"/>
                    </a:cubicBezTo>
                    <a:cubicBezTo>
                      <a:pt x="7" y="24"/>
                      <a:pt x="7" y="24"/>
                      <a:pt x="7" y="24"/>
                    </a:cubicBezTo>
                    <a:cubicBezTo>
                      <a:pt x="8" y="24"/>
                      <a:pt x="8" y="24"/>
                      <a:pt x="8" y="24"/>
                    </a:cubicBezTo>
                    <a:cubicBezTo>
                      <a:pt x="8" y="19"/>
                      <a:pt x="8" y="19"/>
                      <a:pt x="8" y="19"/>
                    </a:cubicBezTo>
                    <a:cubicBezTo>
                      <a:pt x="9" y="18"/>
                      <a:pt x="9" y="18"/>
                      <a:pt x="9" y="18"/>
                    </a:cubicBezTo>
                    <a:cubicBezTo>
                      <a:pt x="9" y="19"/>
                      <a:pt x="9" y="19"/>
                      <a:pt x="9" y="19"/>
                    </a:cubicBezTo>
                    <a:cubicBezTo>
                      <a:pt x="10" y="19"/>
                      <a:pt x="10" y="19"/>
                      <a:pt x="10" y="19"/>
                    </a:cubicBezTo>
                    <a:cubicBezTo>
                      <a:pt x="10" y="17"/>
                      <a:pt x="10" y="17"/>
                      <a:pt x="10" y="17"/>
                    </a:cubicBezTo>
                    <a:cubicBezTo>
                      <a:pt x="11" y="16"/>
                      <a:pt x="11" y="16"/>
                      <a:pt x="11" y="16"/>
                    </a:cubicBezTo>
                    <a:cubicBezTo>
                      <a:pt x="11" y="16"/>
                      <a:pt x="12" y="16"/>
                      <a:pt x="13" y="16"/>
                    </a:cubicBezTo>
                    <a:cubicBezTo>
                      <a:pt x="13" y="18"/>
                      <a:pt x="13" y="18"/>
                      <a:pt x="13" y="18"/>
                    </a:cubicBezTo>
                    <a:cubicBezTo>
                      <a:pt x="11" y="20"/>
                      <a:pt x="11" y="20"/>
                      <a:pt x="11" y="20"/>
                    </a:cubicBezTo>
                    <a:cubicBezTo>
                      <a:pt x="12" y="21"/>
                      <a:pt x="12" y="21"/>
                      <a:pt x="12" y="21"/>
                    </a:cubicBezTo>
                    <a:cubicBezTo>
                      <a:pt x="13" y="20"/>
                      <a:pt x="13" y="20"/>
                      <a:pt x="13" y="20"/>
                    </a:cubicBezTo>
                    <a:cubicBezTo>
                      <a:pt x="13" y="21"/>
                      <a:pt x="13" y="21"/>
                      <a:pt x="13" y="21"/>
                    </a:cubicBezTo>
                    <a:cubicBezTo>
                      <a:pt x="9" y="24"/>
                      <a:pt x="9" y="24"/>
                      <a:pt x="9" y="24"/>
                    </a:cubicBezTo>
                    <a:cubicBezTo>
                      <a:pt x="10" y="25"/>
                      <a:pt x="10" y="25"/>
                      <a:pt x="10" y="25"/>
                    </a:cubicBezTo>
                    <a:cubicBezTo>
                      <a:pt x="13" y="23"/>
                      <a:pt x="13" y="23"/>
                      <a:pt x="13" y="23"/>
                    </a:cubicBezTo>
                    <a:cubicBezTo>
                      <a:pt x="13" y="25"/>
                      <a:pt x="13" y="25"/>
                      <a:pt x="13" y="25"/>
                    </a:cubicBezTo>
                    <a:cubicBezTo>
                      <a:pt x="14" y="25"/>
                      <a:pt x="14" y="25"/>
                      <a:pt x="14" y="25"/>
                    </a:cubicBezTo>
                    <a:cubicBezTo>
                      <a:pt x="14" y="23"/>
                      <a:pt x="14" y="23"/>
                      <a:pt x="14" y="23"/>
                    </a:cubicBezTo>
                    <a:cubicBezTo>
                      <a:pt x="16" y="25"/>
                      <a:pt x="16" y="25"/>
                      <a:pt x="16" y="25"/>
                    </a:cubicBezTo>
                    <a:cubicBezTo>
                      <a:pt x="17" y="24"/>
                      <a:pt x="17" y="24"/>
                      <a:pt x="17" y="24"/>
                    </a:cubicBezTo>
                    <a:cubicBezTo>
                      <a:pt x="14" y="21"/>
                      <a:pt x="14" y="21"/>
                      <a:pt x="14" y="21"/>
                    </a:cubicBezTo>
                    <a:cubicBezTo>
                      <a:pt x="14" y="20"/>
                      <a:pt x="14" y="20"/>
                      <a:pt x="14" y="20"/>
                    </a:cubicBezTo>
                    <a:cubicBezTo>
                      <a:pt x="15" y="21"/>
                      <a:pt x="15" y="21"/>
                      <a:pt x="15" y="21"/>
                    </a:cubicBezTo>
                    <a:cubicBezTo>
                      <a:pt x="16" y="20"/>
                      <a:pt x="16" y="20"/>
                      <a:pt x="16" y="20"/>
                    </a:cubicBezTo>
                    <a:cubicBezTo>
                      <a:pt x="14" y="18"/>
                      <a:pt x="14" y="18"/>
                      <a:pt x="14" y="18"/>
                    </a:cubicBezTo>
                    <a:cubicBezTo>
                      <a:pt x="14" y="16"/>
                      <a:pt x="14" y="16"/>
                      <a:pt x="14" y="16"/>
                    </a:cubicBezTo>
                    <a:cubicBezTo>
                      <a:pt x="15" y="16"/>
                      <a:pt x="15" y="16"/>
                      <a:pt x="16" y="16"/>
                    </a:cubicBezTo>
                    <a:cubicBezTo>
                      <a:pt x="17" y="17"/>
                      <a:pt x="17" y="17"/>
                      <a:pt x="17" y="17"/>
                    </a:cubicBezTo>
                    <a:cubicBezTo>
                      <a:pt x="17" y="19"/>
                      <a:pt x="17" y="19"/>
                      <a:pt x="17" y="19"/>
                    </a:cubicBezTo>
                    <a:cubicBezTo>
                      <a:pt x="18" y="19"/>
                      <a:pt x="18" y="19"/>
                      <a:pt x="18" y="19"/>
                    </a:cubicBezTo>
                    <a:cubicBezTo>
                      <a:pt x="18" y="18"/>
                      <a:pt x="18" y="18"/>
                      <a:pt x="18" y="18"/>
                    </a:cubicBezTo>
                    <a:cubicBezTo>
                      <a:pt x="19" y="19"/>
                      <a:pt x="19" y="19"/>
                      <a:pt x="19" y="19"/>
                    </a:cubicBezTo>
                    <a:cubicBezTo>
                      <a:pt x="19" y="24"/>
                      <a:pt x="19" y="24"/>
                      <a:pt x="19" y="24"/>
                    </a:cubicBezTo>
                    <a:cubicBezTo>
                      <a:pt x="20" y="24"/>
                      <a:pt x="20" y="24"/>
                      <a:pt x="20" y="24"/>
                    </a:cubicBezTo>
                    <a:cubicBezTo>
                      <a:pt x="20" y="20"/>
                      <a:pt x="20" y="20"/>
                      <a:pt x="20" y="20"/>
                    </a:cubicBezTo>
                    <a:cubicBezTo>
                      <a:pt x="22" y="22"/>
                      <a:pt x="22" y="22"/>
                      <a:pt x="22" y="22"/>
                    </a:cubicBezTo>
                    <a:cubicBezTo>
                      <a:pt x="23" y="21"/>
                      <a:pt x="23" y="21"/>
                      <a:pt x="23" y="21"/>
                    </a:cubicBezTo>
                    <a:cubicBezTo>
                      <a:pt x="21" y="19"/>
                      <a:pt x="21" y="19"/>
                      <a:pt x="21" y="19"/>
                    </a:cubicBezTo>
                    <a:cubicBezTo>
                      <a:pt x="24" y="19"/>
                      <a:pt x="24" y="19"/>
                      <a:pt x="24" y="19"/>
                    </a:cubicBezTo>
                    <a:cubicBezTo>
                      <a:pt x="24" y="18"/>
                      <a:pt x="24" y="18"/>
                      <a:pt x="24" y="18"/>
                    </a:cubicBezTo>
                    <a:cubicBezTo>
                      <a:pt x="20" y="18"/>
                      <a:pt x="20" y="18"/>
                      <a:pt x="20" y="18"/>
                    </a:cubicBezTo>
                    <a:cubicBezTo>
                      <a:pt x="19" y="17"/>
                      <a:pt x="19" y="17"/>
                      <a:pt x="19" y="17"/>
                    </a:cubicBezTo>
                    <a:cubicBezTo>
                      <a:pt x="20" y="17"/>
                      <a:pt x="20" y="17"/>
                      <a:pt x="20" y="17"/>
                    </a:cubicBezTo>
                    <a:cubicBezTo>
                      <a:pt x="20" y="16"/>
                      <a:pt x="20" y="16"/>
                      <a:pt x="20" y="16"/>
                    </a:cubicBezTo>
                    <a:cubicBezTo>
                      <a:pt x="18" y="16"/>
                      <a:pt x="18" y="16"/>
                      <a:pt x="18" y="16"/>
                    </a:cubicBezTo>
                    <a:cubicBezTo>
                      <a:pt x="17" y="15"/>
                      <a:pt x="17" y="15"/>
                      <a:pt x="17" y="15"/>
                    </a:cubicBezTo>
                    <a:cubicBezTo>
                      <a:pt x="17" y="14"/>
                      <a:pt x="17" y="14"/>
                      <a:pt x="17" y="13"/>
                    </a:cubicBezTo>
                    <a:cubicBezTo>
                      <a:pt x="19" y="13"/>
                      <a:pt x="19" y="13"/>
                      <a:pt x="19" y="13"/>
                    </a:cubicBezTo>
                    <a:cubicBezTo>
                      <a:pt x="20" y="15"/>
                      <a:pt x="20" y="15"/>
                      <a:pt x="20" y="15"/>
                    </a:cubicBezTo>
                    <a:cubicBezTo>
                      <a:pt x="21" y="14"/>
                      <a:pt x="21" y="14"/>
                      <a:pt x="21" y="14"/>
                    </a:cubicBezTo>
                    <a:cubicBezTo>
                      <a:pt x="21" y="13"/>
                      <a:pt x="21" y="13"/>
                      <a:pt x="21" y="13"/>
                    </a:cubicBezTo>
                    <a:cubicBezTo>
                      <a:pt x="22" y="13"/>
                      <a:pt x="22" y="13"/>
                      <a:pt x="22" y="13"/>
                    </a:cubicBezTo>
                    <a:cubicBezTo>
                      <a:pt x="25" y="17"/>
                      <a:pt x="25" y="17"/>
                      <a:pt x="25" y="17"/>
                    </a:cubicBezTo>
                    <a:cubicBezTo>
                      <a:pt x="26" y="16"/>
                      <a:pt x="26" y="16"/>
                      <a:pt x="26" y="16"/>
                    </a:cubicBezTo>
                    <a:cubicBezTo>
                      <a:pt x="24" y="13"/>
                      <a:pt x="24" y="13"/>
                      <a:pt x="24" y="13"/>
                    </a:cubicBezTo>
                    <a:cubicBezTo>
                      <a:pt x="26" y="13"/>
                      <a:pt x="26" y="13"/>
                      <a:pt x="26" y="13"/>
                    </a:cubicBezTo>
                    <a:lnTo>
                      <a:pt x="26" y="12"/>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27" name="Freeform 661"/>
              <p:cNvSpPr>
                <a:spLocks/>
              </p:cNvSpPr>
              <p:nvPr/>
            </p:nvSpPr>
            <p:spPr bwMode="auto">
              <a:xfrm>
                <a:off x="3015408" y="2124163"/>
                <a:ext cx="220574" cy="164205"/>
              </a:xfrm>
              <a:custGeom>
                <a:avLst/>
                <a:gdLst>
                  <a:gd name="T0" fmla="*/ 25 w 50"/>
                  <a:gd name="T1" fmla="*/ 0 h 37"/>
                  <a:gd name="T2" fmla="*/ 0 w 50"/>
                  <a:gd name="T3" fmla="*/ 25 h 37"/>
                  <a:gd name="T4" fmla="*/ 3 w 50"/>
                  <a:gd name="T5" fmla="*/ 37 h 37"/>
                  <a:gd name="T6" fmla="*/ 3 w 50"/>
                  <a:gd name="T7" fmla="*/ 30 h 37"/>
                  <a:gd name="T8" fmla="*/ 4 w 50"/>
                  <a:gd name="T9" fmla="*/ 27 h 37"/>
                  <a:gd name="T10" fmla="*/ 4 w 50"/>
                  <a:gd name="T11" fmla="*/ 25 h 37"/>
                  <a:gd name="T12" fmla="*/ 25 w 50"/>
                  <a:gd name="T13" fmla="*/ 4 h 37"/>
                  <a:gd name="T14" fmla="*/ 46 w 50"/>
                  <a:gd name="T15" fmla="*/ 25 h 37"/>
                  <a:gd name="T16" fmla="*/ 46 w 50"/>
                  <a:gd name="T17" fmla="*/ 27 h 37"/>
                  <a:gd name="T18" fmla="*/ 47 w 50"/>
                  <a:gd name="T19" fmla="*/ 30 h 37"/>
                  <a:gd name="T20" fmla="*/ 47 w 50"/>
                  <a:gd name="T21" fmla="*/ 37 h 37"/>
                  <a:gd name="T22" fmla="*/ 50 w 50"/>
                  <a:gd name="T23" fmla="*/ 25 h 37"/>
                  <a:gd name="T24" fmla="*/ 25 w 50"/>
                  <a:gd name="T25"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37">
                    <a:moveTo>
                      <a:pt x="25" y="0"/>
                    </a:moveTo>
                    <a:cubicBezTo>
                      <a:pt x="11" y="0"/>
                      <a:pt x="0" y="11"/>
                      <a:pt x="0" y="25"/>
                    </a:cubicBezTo>
                    <a:cubicBezTo>
                      <a:pt x="0" y="29"/>
                      <a:pt x="1" y="33"/>
                      <a:pt x="3" y="37"/>
                    </a:cubicBezTo>
                    <a:cubicBezTo>
                      <a:pt x="3" y="30"/>
                      <a:pt x="3" y="30"/>
                      <a:pt x="3" y="30"/>
                    </a:cubicBezTo>
                    <a:cubicBezTo>
                      <a:pt x="3" y="29"/>
                      <a:pt x="3" y="28"/>
                      <a:pt x="4" y="27"/>
                    </a:cubicBezTo>
                    <a:cubicBezTo>
                      <a:pt x="4" y="26"/>
                      <a:pt x="4" y="26"/>
                      <a:pt x="4" y="25"/>
                    </a:cubicBezTo>
                    <a:cubicBezTo>
                      <a:pt x="4" y="14"/>
                      <a:pt x="13" y="4"/>
                      <a:pt x="25" y="4"/>
                    </a:cubicBezTo>
                    <a:cubicBezTo>
                      <a:pt x="36" y="4"/>
                      <a:pt x="46" y="14"/>
                      <a:pt x="46" y="25"/>
                    </a:cubicBezTo>
                    <a:cubicBezTo>
                      <a:pt x="46" y="26"/>
                      <a:pt x="46" y="27"/>
                      <a:pt x="46" y="27"/>
                    </a:cubicBezTo>
                    <a:cubicBezTo>
                      <a:pt x="46" y="28"/>
                      <a:pt x="47" y="29"/>
                      <a:pt x="47" y="30"/>
                    </a:cubicBezTo>
                    <a:cubicBezTo>
                      <a:pt x="47" y="37"/>
                      <a:pt x="47" y="37"/>
                      <a:pt x="47" y="37"/>
                    </a:cubicBezTo>
                    <a:cubicBezTo>
                      <a:pt x="49" y="34"/>
                      <a:pt x="50" y="29"/>
                      <a:pt x="50" y="25"/>
                    </a:cubicBezTo>
                    <a:cubicBezTo>
                      <a:pt x="50" y="11"/>
                      <a:pt x="39" y="0"/>
                      <a:pt x="25" y="0"/>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28" name="Freeform 662"/>
              <p:cNvSpPr>
                <a:spLocks/>
              </p:cNvSpPr>
              <p:nvPr/>
            </p:nvSpPr>
            <p:spPr bwMode="auto">
              <a:xfrm>
                <a:off x="3032564" y="2234450"/>
                <a:ext cx="49017" cy="89455"/>
              </a:xfrm>
              <a:custGeom>
                <a:avLst/>
                <a:gdLst>
                  <a:gd name="T0" fmla="*/ 1 w 11"/>
                  <a:gd name="T1" fmla="*/ 4 h 20"/>
                  <a:gd name="T2" fmla="*/ 0 w 11"/>
                  <a:gd name="T3" fmla="*/ 5 h 20"/>
                  <a:gd name="T4" fmla="*/ 0 w 11"/>
                  <a:gd name="T5" fmla="*/ 12 h 20"/>
                  <a:gd name="T6" fmla="*/ 0 w 11"/>
                  <a:gd name="T7" fmla="*/ 15 h 20"/>
                  <a:gd name="T8" fmla="*/ 8 w 11"/>
                  <a:gd name="T9" fmla="*/ 20 h 20"/>
                  <a:gd name="T10" fmla="*/ 11 w 11"/>
                  <a:gd name="T11" fmla="*/ 20 h 20"/>
                  <a:gd name="T12" fmla="*/ 11 w 11"/>
                  <a:gd name="T13" fmla="*/ 0 h 20"/>
                  <a:gd name="T14" fmla="*/ 8 w 11"/>
                  <a:gd name="T15" fmla="*/ 0 h 20"/>
                  <a:gd name="T16" fmla="*/ 1 w 11"/>
                  <a:gd name="T17" fmla="*/ 4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20">
                    <a:moveTo>
                      <a:pt x="1" y="4"/>
                    </a:moveTo>
                    <a:cubicBezTo>
                      <a:pt x="0" y="5"/>
                      <a:pt x="0" y="5"/>
                      <a:pt x="0" y="5"/>
                    </a:cubicBezTo>
                    <a:cubicBezTo>
                      <a:pt x="0" y="12"/>
                      <a:pt x="0" y="12"/>
                      <a:pt x="0" y="12"/>
                    </a:cubicBezTo>
                    <a:cubicBezTo>
                      <a:pt x="0" y="15"/>
                      <a:pt x="0" y="15"/>
                      <a:pt x="0" y="15"/>
                    </a:cubicBezTo>
                    <a:cubicBezTo>
                      <a:pt x="0" y="18"/>
                      <a:pt x="4" y="20"/>
                      <a:pt x="8" y="20"/>
                    </a:cubicBezTo>
                    <a:cubicBezTo>
                      <a:pt x="11" y="20"/>
                      <a:pt x="11" y="20"/>
                      <a:pt x="11" y="20"/>
                    </a:cubicBezTo>
                    <a:cubicBezTo>
                      <a:pt x="11" y="0"/>
                      <a:pt x="11" y="0"/>
                      <a:pt x="11" y="0"/>
                    </a:cubicBezTo>
                    <a:cubicBezTo>
                      <a:pt x="8" y="0"/>
                      <a:pt x="8" y="0"/>
                      <a:pt x="8" y="0"/>
                    </a:cubicBezTo>
                    <a:cubicBezTo>
                      <a:pt x="4" y="0"/>
                      <a:pt x="1" y="2"/>
                      <a:pt x="1" y="4"/>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29" name="Freeform 663"/>
              <p:cNvSpPr>
                <a:spLocks/>
              </p:cNvSpPr>
              <p:nvPr/>
            </p:nvSpPr>
            <p:spPr bwMode="auto">
              <a:xfrm>
                <a:off x="3166134" y="2234450"/>
                <a:ext cx="47791" cy="89455"/>
              </a:xfrm>
              <a:custGeom>
                <a:avLst/>
                <a:gdLst>
                  <a:gd name="T0" fmla="*/ 11 w 11"/>
                  <a:gd name="T1" fmla="*/ 15 h 20"/>
                  <a:gd name="T2" fmla="*/ 11 w 11"/>
                  <a:gd name="T3" fmla="*/ 12 h 20"/>
                  <a:gd name="T4" fmla="*/ 11 w 11"/>
                  <a:gd name="T5" fmla="*/ 5 h 20"/>
                  <a:gd name="T6" fmla="*/ 11 w 11"/>
                  <a:gd name="T7" fmla="*/ 5 h 20"/>
                  <a:gd name="T8" fmla="*/ 4 w 11"/>
                  <a:gd name="T9" fmla="*/ 0 h 20"/>
                  <a:gd name="T10" fmla="*/ 0 w 11"/>
                  <a:gd name="T11" fmla="*/ 0 h 20"/>
                  <a:gd name="T12" fmla="*/ 0 w 11"/>
                  <a:gd name="T13" fmla="*/ 20 h 20"/>
                  <a:gd name="T14" fmla="*/ 4 w 11"/>
                  <a:gd name="T15" fmla="*/ 20 h 20"/>
                  <a:gd name="T16" fmla="*/ 11 w 11"/>
                  <a:gd name="T17" fmla="*/ 15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20">
                    <a:moveTo>
                      <a:pt x="11" y="15"/>
                    </a:moveTo>
                    <a:cubicBezTo>
                      <a:pt x="11" y="12"/>
                      <a:pt x="11" y="12"/>
                      <a:pt x="11" y="12"/>
                    </a:cubicBezTo>
                    <a:cubicBezTo>
                      <a:pt x="11" y="5"/>
                      <a:pt x="11" y="5"/>
                      <a:pt x="11" y="5"/>
                    </a:cubicBezTo>
                    <a:cubicBezTo>
                      <a:pt x="11" y="5"/>
                      <a:pt x="11" y="5"/>
                      <a:pt x="11" y="5"/>
                    </a:cubicBezTo>
                    <a:cubicBezTo>
                      <a:pt x="11" y="2"/>
                      <a:pt x="7" y="0"/>
                      <a:pt x="4" y="0"/>
                    </a:cubicBezTo>
                    <a:cubicBezTo>
                      <a:pt x="0" y="0"/>
                      <a:pt x="0" y="0"/>
                      <a:pt x="0" y="0"/>
                    </a:cubicBezTo>
                    <a:cubicBezTo>
                      <a:pt x="0" y="20"/>
                      <a:pt x="0" y="20"/>
                      <a:pt x="0" y="20"/>
                    </a:cubicBezTo>
                    <a:cubicBezTo>
                      <a:pt x="4" y="20"/>
                      <a:pt x="4" y="20"/>
                      <a:pt x="4" y="20"/>
                    </a:cubicBezTo>
                    <a:cubicBezTo>
                      <a:pt x="8" y="20"/>
                      <a:pt x="11" y="18"/>
                      <a:pt x="11" y="15"/>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30" name="Freeform 664"/>
              <p:cNvSpPr>
                <a:spLocks/>
              </p:cNvSpPr>
              <p:nvPr/>
            </p:nvSpPr>
            <p:spPr bwMode="auto">
              <a:xfrm>
                <a:off x="3712668" y="3687789"/>
                <a:ext cx="177685" cy="164205"/>
              </a:xfrm>
              <a:custGeom>
                <a:avLst/>
                <a:gdLst>
                  <a:gd name="T0" fmla="*/ 32 w 40"/>
                  <a:gd name="T1" fmla="*/ 16 h 37"/>
                  <a:gd name="T2" fmla="*/ 31 w 40"/>
                  <a:gd name="T3" fmla="*/ 13 h 37"/>
                  <a:gd name="T4" fmla="*/ 25 w 40"/>
                  <a:gd name="T5" fmla="*/ 14 h 37"/>
                  <a:gd name="T6" fmla="*/ 25 w 40"/>
                  <a:gd name="T7" fmla="*/ 9 h 37"/>
                  <a:gd name="T8" fmla="*/ 21 w 40"/>
                  <a:gd name="T9" fmla="*/ 11 h 37"/>
                  <a:gd name="T10" fmla="*/ 19 w 40"/>
                  <a:gd name="T11" fmla="*/ 5 h 37"/>
                  <a:gd name="T12" fmla="*/ 16 w 40"/>
                  <a:gd name="T13" fmla="*/ 6 h 37"/>
                  <a:gd name="T14" fmla="*/ 17 w 40"/>
                  <a:gd name="T15" fmla="*/ 12 h 37"/>
                  <a:gd name="T16" fmla="*/ 13 w 40"/>
                  <a:gd name="T17" fmla="*/ 6 h 37"/>
                  <a:gd name="T18" fmla="*/ 12 w 40"/>
                  <a:gd name="T19" fmla="*/ 0 h 37"/>
                  <a:gd name="T20" fmla="*/ 7 w 40"/>
                  <a:gd name="T21" fmla="*/ 2 h 37"/>
                  <a:gd name="T22" fmla="*/ 3 w 40"/>
                  <a:gd name="T23" fmla="*/ 7 h 37"/>
                  <a:gd name="T24" fmla="*/ 11 w 40"/>
                  <a:gd name="T25" fmla="*/ 10 h 37"/>
                  <a:gd name="T26" fmla="*/ 14 w 40"/>
                  <a:gd name="T27" fmla="*/ 12 h 37"/>
                  <a:gd name="T28" fmla="*/ 12 w 40"/>
                  <a:gd name="T29" fmla="*/ 16 h 37"/>
                  <a:gd name="T30" fmla="*/ 9 w 40"/>
                  <a:gd name="T31" fmla="*/ 16 h 37"/>
                  <a:gd name="T32" fmla="*/ 1 w 40"/>
                  <a:gd name="T33" fmla="*/ 12 h 37"/>
                  <a:gd name="T34" fmla="*/ 0 w 40"/>
                  <a:gd name="T35" fmla="*/ 18 h 37"/>
                  <a:gd name="T36" fmla="*/ 2 w 40"/>
                  <a:gd name="T37" fmla="*/ 23 h 37"/>
                  <a:gd name="T38" fmla="*/ 7 w 40"/>
                  <a:gd name="T39" fmla="*/ 19 h 37"/>
                  <a:gd name="T40" fmla="*/ 14 w 40"/>
                  <a:gd name="T41" fmla="*/ 18 h 37"/>
                  <a:gd name="T42" fmla="*/ 9 w 40"/>
                  <a:gd name="T43" fmla="*/ 22 h 37"/>
                  <a:gd name="T44" fmla="*/ 10 w 40"/>
                  <a:gd name="T45" fmla="*/ 25 h 37"/>
                  <a:gd name="T46" fmla="*/ 8 w 40"/>
                  <a:gd name="T47" fmla="*/ 27 h 37"/>
                  <a:gd name="T48" fmla="*/ 10 w 40"/>
                  <a:gd name="T49" fmla="*/ 29 h 37"/>
                  <a:gd name="T50" fmla="*/ 12 w 40"/>
                  <a:gd name="T51" fmla="*/ 27 h 37"/>
                  <a:gd name="T52" fmla="*/ 15 w 40"/>
                  <a:gd name="T53" fmla="*/ 28 h 37"/>
                  <a:gd name="T54" fmla="*/ 19 w 40"/>
                  <a:gd name="T55" fmla="*/ 23 h 37"/>
                  <a:gd name="T56" fmla="*/ 18 w 40"/>
                  <a:gd name="T57" fmla="*/ 30 h 37"/>
                  <a:gd name="T58" fmla="*/ 14 w 40"/>
                  <a:gd name="T59" fmla="*/ 35 h 37"/>
                  <a:gd name="T60" fmla="*/ 19 w 40"/>
                  <a:gd name="T61" fmla="*/ 37 h 37"/>
                  <a:gd name="T62" fmla="*/ 25 w 40"/>
                  <a:gd name="T63" fmla="*/ 36 h 37"/>
                  <a:gd name="T64" fmla="*/ 21 w 40"/>
                  <a:gd name="T65" fmla="*/ 28 h 37"/>
                  <a:gd name="T66" fmla="*/ 21 w 40"/>
                  <a:gd name="T67" fmla="*/ 25 h 37"/>
                  <a:gd name="T68" fmla="*/ 25 w 40"/>
                  <a:gd name="T69" fmla="*/ 24 h 37"/>
                  <a:gd name="T70" fmla="*/ 27 w 40"/>
                  <a:gd name="T71" fmla="*/ 26 h 37"/>
                  <a:gd name="T72" fmla="*/ 31 w 40"/>
                  <a:gd name="T73" fmla="*/ 34 h 37"/>
                  <a:gd name="T74" fmla="*/ 35 w 40"/>
                  <a:gd name="T75" fmla="*/ 30 h 37"/>
                  <a:gd name="T76" fmla="*/ 37 w 40"/>
                  <a:gd name="T77" fmla="*/ 25 h 37"/>
                  <a:gd name="T78" fmla="*/ 31 w 40"/>
                  <a:gd name="T79" fmla="*/ 24 h 37"/>
                  <a:gd name="T80" fmla="*/ 25 w 40"/>
                  <a:gd name="T81" fmla="*/ 21 h 37"/>
                  <a:gd name="T82" fmla="*/ 31 w 40"/>
                  <a:gd name="T83" fmla="*/ 21 h 37"/>
                  <a:gd name="T84" fmla="*/ 33 w 40"/>
                  <a:gd name="T85" fmla="*/ 18 h 37"/>
                  <a:gd name="T86" fmla="*/ 36 w 40"/>
                  <a:gd name="T87" fmla="*/ 1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0" h="37">
                    <a:moveTo>
                      <a:pt x="34" y="15"/>
                    </a:moveTo>
                    <a:cubicBezTo>
                      <a:pt x="33" y="16"/>
                      <a:pt x="33" y="16"/>
                      <a:pt x="33" y="16"/>
                    </a:cubicBezTo>
                    <a:cubicBezTo>
                      <a:pt x="32" y="16"/>
                      <a:pt x="32" y="16"/>
                      <a:pt x="32" y="16"/>
                    </a:cubicBezTo>
                    <a:cubicBezTo>
                      <a:pt x="33" y="15"/>
                      <a:pt x="33" y="15"/>
                      <a:pt x="33" y="15"/>
                    </a:cubicBezTo>
                    <a:cubicBezTo>
                      <a:pt x="32" y="14"/>
                      <a:pt x="32" y="14"/>
                      <a:pt x="32" y="14"/>
                    </a:cubicBezTo>
                    <a:cubicBezTo>
                      <a:pt x="32" y="14"/>
                      <a:pt x="31" y="13"/>
                      <a:pt x="31" y="13"/>
                    </a:cubicBezTo>
                    <a:cubicBezTo>
                      <a:pt x="28" y="16"/>
                      <a:pt x="28" y="16"/>
                      <a:pt x="28" y="16"/>
                    </a:cubicBezTo>
                    <a:cubicBezTo>
                      <a:pt x="26" y="16"/>
                      <a:pt x="26" y="16"/>
                      <a:pt x="26" y="16"/>
                    </a:cubicBezTo>
                    <a:cubicBezTo>
                      <a:pt x="26" y="15"/>
                      <a:pt x="26" y="14"/>
                      <a:pt x="25" y="14"/>
                    </a:cubicBezTo>
                    <a:cubicBezTo>
                      <a:pt x="27" y="12"/>
                      <a:pt x="27" y="12"/>
                      <a:pt x="27" y="12"/>
                    </a:cubicBezTo>
                    <a:cubicBezTo>
                      <a:pt x="29" y="12"/>
                      <a:pt x="29" y="12"/>
                      <a:pt x="29" y="12"/>
                    </a:cubicBezTo>
                    <a:cubicBezTo>
                      <a:pt x="28" y="11"/>
                      <a:pt x="27" y="10"/>
                      <a:pt x="25" y="9"/>
                    </a:cubicBezTo>
                    <a:cubicBezTo>
                      <a:pt x="25" y="10"/>
                      <a:pt x="25" y="10"/>
                      <a:pt x="25" y="10"/>
                    </a:cubicBezTo>
                    <a:cubicBezTo>
                      <a:pt x="24" y="12"/>
                      <a:pt x="24" y="12"/>
                      <a:pt x="24" y="12"/>
                    </a:cubicBezTo>
                    <a:cubicBezTo>
                      <a:pt x="23" y="11"/>
                      <a:pt x="22" y="11"/>
                      <a:pt x="21" y="11"/>
                    </a:cubicBezTo>
                    <a:cubicBezTo>
                      <a:pt x="21" y="9"/>
                      <a:pt x="21" y="9"/>
                      <a:pt x="21" y="9"/>
                    </a:cubicBezTo>
                    <a:cubicBezTo>
                      <a:pt x="22" y="8"/>
                      <a:pt x="22" y="8"/>
                      <a:pt x="22" y="8"/>
                    </a:cubicBezTo>
                    <a:cubicBezTo>
                      <a:pt x="21" y="7"/>
                      <a:pt x="20" y="6"/>
                      <a:pt x="19" y="5"/>
                    </a:cubicBezTo>
                    <a:cubicBezTo>
                      <a:pt x="19" y="6"/>
                      <a:pt x="19" y="6"/>
                      <a:pt x="19" y="6"/>
                    </a:cubicBezTo>
                    <a:cubicBezTo>
                      <a:pt x="18" y="4"/>
                      <a:pt x="18" y="4"/>
                      <a:pt x="18" y="4"/>
                    </a:cubicBezTo>
                    <a:cubicBezTo>
                      <a:pt x="16" y="6"/>
                      <a:pt x="16" y="6"/>
                      <a:pt x="16" y="6"/>
                    </a:cubicBezTo>
                    <a:cubicBezTo>
                      <a:pt x="19" y="9"/>
                      <a:pt x="19" y="9"/>
                      <a:pt x="19" y="9"/>
                    </a:cubicBezTo>
                    <a:cubicBezTo>
                      <a:pt x="19" y="11"/>
                      <a:pt x="19" y="11"/>
                      <a:pt x="19" y="11"/>
                    </a:cubicBezTo>
                    <a:cubicBezTo>
                      <a:pt x="18" y="11"/>
                      <a:pt x="17" y="11"/>
                      <a:pt x="17" y="12"/>
                    </a:cubicBezTo>
                    <a:cubicBezTo>
                      <a:pt x="15" y="10"/>
                      <a:pt x="15" y="10"/>
                      <a:pt x="15" y="10"/>
                    </a:cubicBezTo>
                    <a:cubicBezTo>
                      <a:pt x="15" y="6"/>
                      <a:pt x="15" y="6"/>
                      <a:pt x="15" y="6"/>
                    </a:cubicBezTo>
                    <a:cubicBezTo>
                      <a:pt x="13" y="6"/>
                      <a:pt x="13" y="6"/>
                      <a:pt x="13" y="6"/>
                    </a:cubicBezTo>
                    <a:cubicBezTo>
                      <a:pt x="13" y="8"/>
                      <a:pt x="13" y="8"/>
                      <a:pt x="13" y="8"/>
                    </a:cubicBezTo>
                    <a:cubicBezTo>
                      <a:pt x="12" y="7"/>
                      <a:pt x="12" y="7"/>
                      <a:pt x="12" y="7"/>
                    </a:cubicBezTo>
                    <a:cubicBezTo>
                      <a:pt x="12" y="0"/>
                      <a:pt x="12" y="0"/>
                      <a:pt x="12" y="0"/>
                    </a:cubicBezTo>
                    <a:cubicBezTo>
                      <a:pt x="10" y="0"/>
                      <a:pt x="10" y="0"/>
                      <a:pt x="10" y="0"/>
                    </a:cubicBezTo>
                    <a:cubicBezTo>
                      <a:pt x="10" y="5"/>
                      <a:pt x="10" y="5"/>
                      <a:pt x="10" y="5"/>
                    </a:cubicBezTo>
                    <a:cubicBezTo>
                      <a:pt x="7" y="2"/>
                      <a:pt x="7" y="2"/>
                      <a:pt x="7" y="2"/>
                    </a:cubicBezTo>
                    <a:cubicBezTo>
                      <a:pt x="5" y="4"/>
                      <a:pt x="5" y="4"/>
                      <a:pt x="5" y="4"/>
                    </a:cubicBezTo>
                    <a:cubicBezTo>
                      <a:pt x="8" y="7"/>
                      <a:pt x="8" y="7"/>
                      <a:pt x="8" y="7"/>
                    </a:cubicBezTo>
                    <a:cubicBezTo>
                      <a:pt x="3" y="7"/>
                      <a:pt x="3" y="7"/>
                      <a:pt x="3" y="7"/>
                    </a:cubicBezTo>
                    <a:cubicBezTo>
                      <a:pt x="3" y="9"/>
                      <a:pt x="3" y="9"/>
                      <a:pt x="3" y="9"/>
                    </a:cubicBezTo>
                    <a:cubicBezTo>
                      <a:pt x="10" y="9"/>
                      <a:pt x="10" y="9"/>
                      <a:pt x="10" y="9"/>
                    </a:cubicBezTo>
                    <a:cubicBezTo>
                      <a:pt x="11" y="10"/>
                      <a:pt x="11" y="10"/>
                      <a:pt x="11" y="10"/>
                    </a:cubicBezTo>
                    <a:cubicBezTo>
                      <a:pt x="9" y="10"/>
                      <a:pt x="9" y="10"/>
                      <a:pt x="9" y="10"/>
                    </a:cubicBezTo>
                    <a:cubicBezTo>
                      <a:pt x="9" y="12"/>
                      <a:pt x="9" y="12"/>
                      <a:pt x="9" y="12"/>
                    </a:cubicBezTo>
                    <a:cubicBezTo>
                      <a:pt x="14" y="12"/>
                      <a:pt x="14" y="12"/>
                      <a:pt x="14" y="12"/>
                    </a:cubicBezTo>
                    <a:cubicBezTo>
                      <a:pt x="15" y="14"/>
                      <a:pt x="15" y="14"/>
                      <a:pt x="15" y="14"/>
                    </a:cubicBezTo>
                    <a:cubicBezTo>
                      <a:pt x="15" y="14"/>
                      <a:pt x="14" y="15"/>
                      <a:pt x="14" y="16"/>
                    </a:cubicBezTo>
                    <a:cubicBezTo>
                      <a:pt x="12" y="16"/>
                      <a:pt x="12" y="16"/>
                      <a:pt x="12" y="16"/>
                    </a:cubicBezTo>
                    <a:cubicBezTo>
                      <a:pt x="9" y="13"/>
                      <a:pt x="9" y="13"/>
                      <a:pt x="9" y="13"/>
                    </a:cubicBezTo>
                    <a:cubicBezTo>
                      <a:pt x="7" y="15"/>
                      <a:pt x="7" y="15"/>
                      <a:pt x="7" y="15"/>
                    </a:cubicBezTo>
                    <a:cubicBezTo>
                      <a:pt x="9" y="16"/>
                      <a:pt x="9" y="16"/>
                      <a:pt x="9" y="16"/>
                    </a:cubicBezTo>
                    <a:cubicBezTo>
                      <a:pt x="7" y="16"/>
                      <a:pt x="7" y="16"/>
                      <a:pt x="7" y="16"/>
                    </a:cubicBezTo>
                    <a:cubicBezTo>
                      <a:pt x="2" y="11"/>
                      <a:pt x="2" y="11"/>
                      <a:pt x="2" y="11"/>
                    </a:cubicBezTo>
                    <a:cubicBezTo>
                      <a:pt x="1" y="12"/>
                      <a:pt x="1" y="12"/>
                      <a:pt x="1" y="12"/>
                    </a:cubicBezTo>
                    <a:cubicBezTo>
                      <a:pt x="4" y="16"/>
                      <a:pt x="4" y="16"/>
                      <a:pt x="4" y="16"/>
                    </a:cubicBezTo>
                    <a:cubicBezTo>
                      <a:pt x="0" y="16"/>
                      <a:pt x="0" y="16"/>
                      <a:pt x="0" y="16"/>
                    </a:cubicBezTo>
                    <a:cubicBezTo>
                      <a:pt x="0" y="18"/>
                      <a:pt x="0" y="18"/>
                      <a:pt x="0" y="18"/>
                    </a:cubicBezTo>
                    <a:cubicBezTo>
                      <a:pt x="4" y="18"/>
                      <a:pt x="4" y="18"/>
                      <a:pt x="4" y="18"/>
                    </a:cubicBezTo>
                    <a:cubicBezTo>
                      <a:pt x="1" y="22"/>
                      <a:pt x="1" y="22"/>
                      <a:pt x="1" y="22"/>
                    </a:cubicBezTo>
                    <a:cubicBezTo>
                      <a:pt x="2" y="23"/>
                      <a:pt x="2" y="23"/>
                      <a:pt x="2" y="23"/>
                    </a:cubicBezTo>
                    <a:cubicBezTo>
                      <a:pt x="7" y="18"/>
                      <a:pt x="7" y="18"/>
                      <a:pt x="7" y="18"/>
                    </a:cubicBezTo>
                    <a:cubicBezTo>
                      <a:pt x="9" y="18"/>
                      <a:pt x="9" y="18"/>
                      <a:pt x="9" y="18"/>
                    </a:cubicBezTo>
                    <a:cubicBezTo>
                      <a:pt x="7" y="19"/>
                      <a:pt x="7" y="19"/>
                      <a:pt x="7" y="19"/>
                    </a:cubicBezTo>
                    <a:cubicBezTo>
                      <a:pt x="9" y="21"/>
                      <a:pt x="9" y="21"/>
                      <a:pt x="9" y="21"/>
                    </a:cubicBezTo>
                    <a:cubicBezTo>
                      <a:pt x="12" y="18"/>
                      <a:pt x="12" y="18"/>
                      <a:pt x="12" y="18"/>
                    </a:cubicBezTo>
                    <a:cubicBezTo>
                      <a:pt x="14" y="18"/>
                      <a:pt x="14" y="18"/>
                      <a:pt x="14" y="18"/>
                    </a:cubicBezTo>
                    <a:cubicBezTo>
                      <a:pt x="14" y="19"/>
                      <a:pt x="15" y="20"/>
                      <a:pt x="15" y="21"/>
                    </a:cubicBezTo>
                    <a:cubicBezTo>
                      <a:pt x="14" y="22"/>
                      <a:pt x="14" y="22"/>
                      <a:pt x="14" y="22"/>
                    </a:cubicBezTo>
                    <a:cubicBezTo>
                      <a:pt x="9" y="22"/>
                      <a:pt x="9" y="22"/>
                      <a:pt x="9" y="22"/>
                    </a:cubicBezTo>
                    <a:cubicBezTo>
                      <a:pt x="9" y="24"/>
                      <a:pt x="9" y="24"/>
                      <a:pt x="9" y="24"/>
                    </a:cubicBezTo>
                    <a:cubicBezTo>
                      <a:pt x="11" y="24"/>
                      <a:pt x="11" y="24"/>
                      <a:pt x="11" y="24"/>
                    </a:cubicBezTo>
                    <a:cubicBezTo>
                      <a:pt x="10" y="25"/>
                      <a:pt x="10" y="25"/>
                      <a:pt x="10" y="25"/>
                    </a:cubicBezTo>
                    <a:cubicBezTo>
                      <a:pt x="3" y="25"/>
                      <a:pt x="3" y="25"/>
                      <a:pt x="3" y="25"/>
                    </a:cubicBezTo>
                    <a:cubicBezTo>
                      <a:pt x="3" y="27"/>
                      <a:pt x="3" y="27"/>
                      <a:pt x="3" y="27"/>
                    </a:cubicBezTo>
                    <a:cubicBezTo>
                      <a:pt x="8" y="27"/>
                      <a:pt x="8" y="27"/>
                      <a:pt x="8" y="27"/>
                    </a:cubicBezTo>
                    <a:cubicBezTo>
                      <a:pt x="5" y="30"/>
                      <a:pt x="5" y="30"/>
                      <a:pt x="5" y="30"/>
                    </a:cubicBezTo>
                    <a:cubicBezTo>
                      <a:pt x="7" y="32"/>
                      <a:pt x="7" y="32"/>
                      <a:pt x="7" y="32"/>
                    </a:cubicBezTo>
                    <a:cubicBezTo>
                      <a:pt x="10" y="29"/>
                      <a:pt x="10" y="29"/>
                      <a:pt x="10" y="29"/>
                    </a:cubicBezTo>
                    <a:cubicBezTo>
                      <a:pt x="10" y="34"/>
                      <a:pt x="10" y="34"/>
                      <a:pt x="10" y="34"/>
                    </a:cubicBezTo>
                    <a:cubicBezTo>
                      <a:pt x="12" y="34"/>
                      <a:pt x="12" y="34"/>
                      <a:pt x="12" y="34"/>
                    </a:cubicBezTo>
                    <a:cubicBezTo>
                      <a:pt x="12" y="27"/>
                      <a:pt x="12" y="27"/>
                      <a:pt x="12" y="27"/>
                    </a:cubicBezTo>
                    <a:cubicBezTo>
                      <a:pt x="13" y="26"/>
                      <a:pt x="13" y="26"/>
                      <a:pt x="13" y="26"/>
                    </a:cubicBezTo>
                    <a:cubicBezTo>
                      <a:pt x="13" y="28"/>
                      <a:pt x="13" y="28"/>
                      <a:pt x="13" y="28"/>
                    </a:cubicBezTo>
                    <a:cubicBezTo>
                      <a:pt x="15" y="28"/>
                      <a:pt x="15" y="28"/>
                      <a:pt x="15" y="28"/>
                    </a:cubicBezTo>
                    <a:cubicBezTo>
                      <a:pt x="15" y="24"/>
                      <a:pt x="15" y="24"/>
                      <a:pt x="15" y="24"/>
                    </a:cubicBezTo>
                    <a:cubicBezTo>
                      <a:pt x="17" y="22"/>
                      <a:pt x="17" y="22"/>
                      <a:pt x="17" y="22"/>
                    </a:cubicBezTo>
                    <a:cubicBezTo>
                      <a:pt x="17" y="23"/>
                      <a:pt x="18" y="23"/>
                      <a:pt x="19" y="23"/>
                    </a:cubicBezTo>
                    <a:cubicBezTo>
                      <a:pt x="19" y="25"/>
                      <a:pt x="19" y="25"/>
                      <a:pt x="19" y="25"/>
                    </a:cubicBezTo>
                    <a:cubicBezTo>
                      <a:pt x="16" y="28"/>
                      <a:pt x="16" y="28"/>
                      <a:pt x="16" y="28"/>
                    </a:cubicBezTo>
                    <a:cubicBezTo>
                      <a:pt x="18" y="30"/>
                      <a:pt x="18" y="30"/>
                      <a:pt x="18" y="30"/>
                    </a:cubicBezTo>
                    <a:cubicBezTo>
                      <a:pt x="19" y="28"/>
                      <a:pt x="19" y="28"/>
                      <a:pt x="19" y="28"/>
                    </a:cubicBezTo>
                    <a:cubicBezTo>
                      <a:pt x="19" y="30"/>
                      <a:pt x="19" y="30"/>
                      <a:pt x="19" y="30"/>
                    </a:cubicBezTo>
                    <a:cubicBezTo>
                      <a:pt x="14" y="35"/>
                      <a:pt x="14" y="35"/>
                      <a:pt x="14" y="35"/>
                    </a:cubicBezTo>
                    <a:cubicBezTo>
                      <a:pt x="16" y="36"/>
                      <a:pt x="16" y="36"/>
                      <a:pt x="16" y="36"/>
                    </a:cubicBezTo>
                    <a:cubicBezTo>
                      <a:pt x="19" y="33"/>
                      <a:pt x="19" y="33"/>
                      <a:pt x="19" y="33"/>
                    </a:cubicBezTo>
                    <a:cubicBezTo>
                      <a:pt x="19" y="37"/>
                      <a:pt x="19" y="37"/>
                      <a:pt x="19" y="37"/>
                    </a:cubicBezTo>
                    <a:cubicBezTo>
                      <a:pt x="21" y="37"/>
                      <a:pt x="21" y="37"/>
                      <a:pt x="21" y="37"/>
                    </a:cubicBezTo>
                    <a:cubicBezTo>
                      <a:pt x="21" y="33"/>
                      <a:pt x="21" y="33"/>
                      <a:pt x="21" y="33"/>
                    </a:cubicBezTo>
                    <a:cubicBezTo>
                      <a:pt x="25" y="36"/>
                      <a:pt x="25" y="36"/>
                      <a:pt x="25" y="36"/>
                    </a:cubicBezTo>
                    <a:cubicBezTo>
                      <a:pt x="26" y="35"/>
                      <a:pt x="26" y="35"/>
                      <a:pt x="26" y="35"/>
                    </a:cubicBezTo>
                    <a:cubicBezTo>
                      <a:pt x="21" y="30"/>
                      <a:pt x="21" y="30"/>
                      <a:pt x="21" y="30"/>
                    </a:cubicBezTo>
                    <a:cubicBezTo>
                      <a:pt x="21" y="28"/>
                      <a:pt x="21" y="28"/>
                      <a:pt x="21" y="28"/>
                    </a:cubicBezTo>
                    <a:cubicBezTo>
                      <a:pt x="23" y="30"/>
                      <a:pt x="23" y="30"/>
                      <a:pt x="23" y="30"/>
                    </a:cubicBezTo>
                    <a:cubicBezTo>
                      <a:pt x="24" y="28"/>
                      <a:pt x="24" y="28"/>
                      <a:pt x="24" y="28"/>
                    </a:cubicBezTo>
                    <a:cubicBezTo>
                      <a:pt x="21" y="25"/>
                      <a:pt x="21" y="25"/>
                      <a:pt x="21" y="25"/>
                    </a:cubicBezTo>
                    <a:cubicBezTo>
                      <a:pt x="21" y="23"/>
                      <a:pt x="21" y="23"/>
                      <a:pt x="21" y="23"/>
                    </a:cubicBezTo>
                    <a:cubicBezTo>
                      <a:pt x="22" y="23"/>
                      <a:pt x="23" y="23"/>
                      <a:pt x="24" y="22"/>
                    </a:cubicBezTo>
                    <a:cubicBezTo>
                      <a:pt x="25" y="24"/>
                      <a:pt x="25" y="24"/>
                      <a:pt x="25" y="24"/>
                    </a:cubicBezTo>
                    <a:cubicBezTo>
                      <a:pt x="25" y="28"/>
                      <a:pt x="25" y="28"/>
                      <a:pt x="25" y="28"/>
                    </a:cubicBezTo>
                    <a:cubicBezTo>
                      <a:pt x="27" y="28"/>
                      <a:pt x="27" y="28"/>
                      <a:pt x="27" y="28"/>
                    </a:cubicBezTo>
                    <a:cubicBezTo>
                      <a:pt x="27" y="26"/>
                      <a:pt x="27" y="26"/>
                      <a:pt x="27" y="26"/>
                    </a:cubicBezTo>
                    <a:cubicBezTo>
                      <a:pt x="28" y="27"/>
                      <a:pt x="28" y="27"/>
                      <a:pt x="28" y="27"/>
                    </a:cubicBezTo>
                    <a:cubicBezTo>
                      <a:pt x="28" y="34"/>
                      <a:pt x="28" y="34"/>
                      <a:pt x="28" y="34"/>
                    </a:cubicBezTo>
                    <a:cubicBezTo>
                      <a:pt x="31" y="34"/>
                      <a:pt x="31" y="34"/>
                      <a:pt x="31" y="34"/>
                    </a:cubicBezTo>
                    <a:cubicBezTo>
                      <a:pt x="31" y="29"/>
                      <a:pt x="31" y="29"/>
                      <a:pt x="31" y="29"/>
                    </a:cubicBezTo>
                    <a:cubicBezTo>
                      <a:pt x="34" y="32"/>
                      <a:pt x="34" y="32"/>
                      <a:pt x="34" y="32"/>
                    </a:cubicBezTo>
                    <a:cubicBezTo>
                      <a:pt x="35" y="30"/>
                      <a:pt x="35" y="30"/>
                      <a:pt x="35" y="30"/>
                    </a:cubicBezTo>
                    <a:cubicBezTo>
                      <a:pt x="32" y="27"/>
                      <a:pt x="32" y="27"/>
                      <a:pt x="32" y="27"/>
                    </a:cubicBezTo>
                    <a:cubicBezTo>
                      <a:pt x="37" y="27"/>
                      <a:pt x="37" y="27"/>
                      <a:pt x="37" y="27"/>
                    </a:cubicBezTo>
                    <a:cubicBezTo>
                      <a:pt x="37" y="25"/>
                      <a:pt x="37" y="25"/>
                      <a:pt x="37" y="25"/>
                    </a:cubicBezTo>
                    <a:cubicBezTo>
                      <a:pt x="30" y="25"/>
                      <a:pt x="30" y="25"/>
                      <a:pt x="30" y="25"/>
                    </a:cubicBezTo>
                    <a:cubicBezTo>
                      <a:pt x="29" y="24"/>
                      <a:pt x="29" y="24"/>
                      <a:pt x="29" y="24"/>
                    </a:cubicBezTo>
                    <a:cubicBezTo>
                      <a:pt x="31" y="24"/>
                      <a:pt x="31" y="24"/>
                      <a:pt x="31" y="24"/>
                    </a:cubicBezTo>
                    <a:cubicBezTo>
                      <a:pt x="31" y="22"/>
                      <a:pt x="31" y="22"/>
                      <a:pt x="31" y="22"/>
                    </a:cubicBezTo>
                    <a:cubicBezTo>
                      <a:pt x="27" y="22"/>
                      <a:pt x="27" y="22"/>
                      <a:pt x="27" y="22"/>
                    </a:cubicBezTo>
                    <a:cubicBezTo>
                      <a:pt x="25" y="21"/>
                      <a:pt x="25" y="21"/>
                      <a:pt x="25" y="21"/>
                    </a:cubicBezTo>
                    <a:cubicBezTo>
                      <a:pt x="26" y="20"/>
                      <a:pt x="26" y="19"/>
                      <a:pt x="26" y="18"/>
                    </a:cubicBezTo>
                    <a:cubicBezTo>
                      <a:pt x="28" y="18"/>
                      <a:pt x="28" y="18"/>
                      <a:pt x="28" y="18"/>
                    </a:cubicBezTo>
                    <a:cubicBezTo>
                      <a:pt x="31" y="21"/>
                      <a:pt x="31" y="21"/>
                      <a:pt x="31" y="21"/>
                    </a:cubicBezTo>
                    <a:cubicBezTo>
                      <a:pt x="33" y="19"/>
                      <a:pt x="33" y="19"/>
                      <a:pt x="33" y="19"/>
                    </a:cubicBezTo>
                    <a:cubicBezTo>
                      <a:pt x="32" y="18"/>
                      <a:pt x="32" y="18"/>
                      <a:pt x="32" y="18"/>
                    </a:cubicBezTo>
                    <a:cubicBezTo>
                      <a:pt x="33" y="18"/>
                      <a:pt x="33" y="18"/>
                      <a:pt x="33" y="18"/>
                    </a:cubicBezTo>
                    <a:cubicBezTo>
                      <a:pt x="38" y="23"/>
                      <a:pt x="38" y="23"/>
                      <a:pt x="38" y="23"/>
                    </a:cubicBezTo>
                    <a:cubicBezTo>
                      <a:pt x="40" y="22"/>
                      <a:pt x="40" y="22"/>
                      <a:pt x="40" y="22"/>
                    </a:cubicBezTo>
                    <a:cubicBezTo>
                      <a:pt x="36" y="18"/>
                      <a:pt x="36" y="18"/>
                      <a:pt x="36" y="18"/>
                    </a:cubicBezTo>
                    <a:cubicBezTo>
                      <a:pt x="39" y="18"/>
                      <a:pt x="39" y="18"/>
                      <a:pt x="39" y="18"/>
                    </a:cubicBezTo>
                    <a:cubicBezTo>
                      <a:pt x="37" y="17"/>
                      <a:pt x="36" y="16"/>
                      <a:pt x="34" y="15"/>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31" name="Freeform 665"/>
              <p:cNvSpPr>
                <a:spLocks/>
              </p:cNvSpPr>
              <p:nvPr/>
            </p:nvSpPr>
            <p:spPr bwMode="auto">
              <a:xfrm>
                <a:off x="3329114" y="1475919"/>
                <a:ext cx="115189" cy="113963"/>
              </a:xfrm>
              <a:custGeom>
                <a:avLst/>
                <a:gdLst>
                  <a:gd name="T0" fmla="*/ 25 w 26"/>
                  <a:gd name="T1" fmla="*/ 10 h 26"/>
                  <a:gd name="T2" fmla="*/ 20 w 26"/>
                  <a:gd name="T3" fmla="*/ 12 h 26"/>
                  <a:gd name="T4" fmla="*/ 18 w 26"/>
                  <a:gd name="T5" fmla="*/ 12 h 26"/>
                  <a:gd name="T6" fmla="*/ 17 w 26"/>
                  <a:gd name="T7" fmla="*/ 10 h 26"/>
                  <a:gd name="T8" fmla="*/ 18 w 26"/>
                  <a:gd name="T9" fmla="*/ 8 h 26"/>
                  <a:gd name="T10" fmla="*/ 24 w 26"/>
                  <a:gd name="T11" fmla="*/ 6 h 26"/>
                  <a:gd name="T12" fmla="*/ 21 w 26"/>
                  <a:gd name="T13" fmla="*/ 3 h 26"/>
                  <a:gd name="T14" fmla="*/ 18 w 26"/>
                  <a:gd name="T15" fmla="*/ 2 h 26"/>
                  <a:gd name="T16" fmla="*/ 17 w 26"/>
                  <a:gd name="T17" fmla="*/ 6 h 26"/>
                  <a:gd name="T18" fmla="*/ 15 w 26"/>
                  <a:gd name="T19" fmla="*/ 10 h 26"/>
                  <a:gd name="T20" fmla="*/ 15 w 26"/>
                  <a:gd name="T21" fmla="*/ 6 h 26"/>
                  <a:gd name="T22" fmla="*/ 13 w 26"/>
                  <a:gd name="T23" fmla="*/ 5 h 26"/>
                  <a:gd name="T24" fmla="*/ 13 w 26"/>
                  <a:gd name="T25" fmla="*/ 3 h 26"/>
                  <a:gd name="T26" fmla="*/ 12 w 26"/>
                  <a:gd name="T27" fmla="*/ 3 h 26"/>
                  <a:gd name="T28" fmla="*/ 12 w 26"/>
                  <a:gd name="T29" fmla="*/ 5 h 26"/>
                  <a:gd name="T30" fmla="*/ 10 w 26"/>
                  <a:gd name="T31" fmla="*/ 6 h 26"/>
                  <a:gd name="T32" fmla="*/ 10 w 26"/>
                  <a:gd name="T33" fmla="*/ 10 h 26"/>
                  <a:gd name="T34" fmla="*/ 8 w 26"/>
                  <a:gd name="T35" fmla="*/ 6 h 26"/>
                  <a:gd name="T36" fmla="*/ 7 w 26"/>
                  <a:gd name="T37" fmla="*/ 2 h 26"/>
                  <a:gd name="T38" fmla="*/ 4 w 26"/>
                  <a:gd name="T39" fmla="*/ 3 h 26"/>
                  <a:gd name="T40" fmla="*/ 2 w 26"/>
                  <a:gd name="T41" fmla="*/ 6 h 26"/>
                  <a:gd name="T42" fmla="*/ 7 w 26"/>
                  <a:gd name="T43" fmla="*/ 8 h 26"/>
                  <a:gd name="T44" fmla="*/ 8 w 26"/>
                  <a:gd name="T45" fmla="*/ 10 h 26"/>
                  <a:gd name="T46" fmla="*/ 7 w 26"/>
                  <a:gd name="T47" fmla="*/ 12 h 26"/>
                  <a:gd name="T48" fmla="*/ 5 w 26"/>
                  <a:gd name="T49" fmla="*/ 12 h 26"/>
                  <a:gd name="T50" fmla="*/ 0 w 26"/>
                  <a:gd name="T51" fmla="*/ 10 h 26"/>
                  <a:gd name="T52" fmla="*/ 0 w 26"/>
                  <a:gd name="T53" fmla="*/ 14 h 26"/>
                  <a:gd name="T54" fmla="*/ 1 w 26"/>
                  <a:gd name="T55" fmla="*/ 17 h 26"/>
                  <a:gd name="T56" fmla="*/ 4 w 26"/>
                  <a:gd name="T57" fmla="*/ 15 h 26"/>
                  <a:gd name="T58" fmla="*/ 9 w 26"/>
                  <a:gd name="T59" fmla="*/ 14 h 26"/>
                  <a:gd name="T60" fmla="*/ 6 w 26"/>
                  <a:gd name="T61" fmla="*/ 16 h 26"/>
                  <a:gd name="T62" fmla="*/ 6 w 26"/>
                  <a:gd name="T63" fmla="*/ 18 h 26"/>
                  <a:gd name="T64" fmla="*/ 5 w 26"/>
                  <a:gd name="T65" fmla="*/ 20 h 26"/>
                  <a:gd name="T66" fmla="*/ 6 w 26"/>
                  <a:gd name="T67" fmla="*/ 21 h 26"/>
                  <a:gd name="T68" fmla="*/ 7 w 26"/>
                  <a:gd name="T69" fmla="*/ 19 h 26"/>
                  <a:gd name="T70" fmla="*/ 9 w 26"/>
                  <a:gd name="T71" fmla="*/ 20 h 26"/>
                  <a:gd name="T72" fmla="*/ 12 w 26"/>
                  <a:gd name="T73" fmla="*/ 17 h 26"/>
                  <a:gd name="T74" fmla="*/ 11 w 26"/>
                  <a:gd name="T75" fmla="*/ 21 h 26"/>
                  <a:gd name="T76" fmla="*/ 9 w 26"/>
                  <a:gd name="T77" fmla="*/ 25 h 26"/>
                  <a:gd name="T78" fmla="*/ 12 w 26"/>
                  <a:gd name="T79" fmla="*/ 26 h 26"/>
                  <a:gd name="T80" fmla="*/ 16 w 26"/>
                  <a:gd name="T81" fmla="*/ 26 h 26"/>
                  <a:gd name="T82" fmla="*/ 13 w 26"/>
                  <a:gd name="T83" fmla="*/ 20 h 26"/>
                  <a:gd name="T84" fmla="*/ 13 w 26"/>
                  <a:gd name="T85" fmla="*/ 18 h 26"/>
                  <a:gd name="T86" fmla="*/ 16 w 26"/>
                  <a:gd name="T87" fmla="*/ 17 h 26"/>
                  <a:gd name="T88" fmla="*/ 17 w 26"/>
                  <a:gd name="T89" fmla="*/ 19 h 26"/>
                  <a:gd name="T90" fmla="*/ 19 w 26"/>
                  <a:gd name="T91" fmla="*/ 24 h 26"/>
                  <a:gd name="T92" fmla="*/ 22 w 26"/>
                  <a:gd name="T93" fmla="*/ 22 h 26"/>
                  <a:gd name="T94" fmla="*/ 24 w 26"/>
                  <a:gd name="T95" fmla="*/ 18 h 26"/>
                  <a:gd name="T96" fmla="*/ 19 w 26"/>
                  <a:gd name="T97" fmla="*/ 18 h 26"/>
                  <a:gd name="T98" fmla="*/ 16 w 26"/>
                  <a:gd name="T99" fmla="*/ 15 h 26"/>
                  <a:gd name="T100" fmla="*/ 20 w 26"/>
                  <a:gd name="T101" fmla="*/ 16 h 26"/>
                  <a:gd name="T102" fmla="*/ 21 w 26"/>
                  <a:gd name="T103" fmla="*/ 14 h 26"/>
                  <a:gd name="T104" fmla="*/ 23 w 26"/>
                  <a:gd name="T105" fmla="*/ 14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 h="26">
                    <a:moveTo>
                      <a:pt x="26" y="12"/>
                    </a:moveTo>
                    <a:cubicBezTo>
                      <a:pt x="23" y="12"/>
                      <a:pt x="23" y="12"/>
                      <a:pt x="23" y="12"/>
                    </a:cubicBezTo>
                    <a:cubicBezTo>
                      <a:pt x="25" y="10"/>
                      <a:pt x="25" y="10"/>
                      <a:pt x="25" y="10"/>
                    </a:cubicBezTo>
                    <a:cubicBezTo>
                      <a:pt x="24" y="9"/>
                      <a:pt x="24" y="9"/>
                      <a:pt x="24" y="9"/>
                    </a:cubicBezTo>
                    <a:cubicBezTo>
                      <a:pt x="21" y="12"/>
                      <a:pt x="21" y="12"/>
                      <a:pt x="21" y="12"/>
                    </a:cubicBezTo>
                    <a:cubicBezTo>
                      <a:pt x="20" y="12"/>
                      <a:pt x="20" y="12"/>
                      <a:pt x="20" y="12"/>
                    </a:cubicBezTo>
                    <a:cubicBezTo>
                      <a:pt x="21" y="12"/>
                      <a:pt x="21" y="12"/>
                      <a:pt x="21" y="12"/>
                    </a:cubicBezTo>
                    <a:cubicBezTo>
                      <a:pt x="20" y="11"/>
                      <a:pt x="20" y="11"/>
                      <a:pt x="20" y="11"/>
                    </a:cubicBezTo>
                    <a:cubicBezTo>
                      <a:pt x="18" y="12"/>
                      <a:pt x="18" y="12"/>
                      <a:pt x="18" y="12"/>
                    </a:cubicBezTo>
                    <a:cubicBezTo>
                      <a:pt x="17" y="12"/>
                      <a:pt x="17" y="12"/>
                      <a:pt x="17" y="12"/>
                    </a:cubicBezTo>
                    <a:cubicBezTo>
                      <a:pt x="16" y="12"/>
                      <a:pt x="16" y="11"/>
                      <a:pt x="16" y="11"/>
                    </a:cubicBezTo>
                    <a:cubicBezTo>
                      <a:pt x="17" y="10"/>
                      <a:pt x="17" y="10"/>
                      <a:pt x="17" y="10"/>
                    </a:cubicBezTo>
                    <a:cubicBezTo>
                      <a:pt x="19" y="10"/>
                      <a:pt x="19" y="10"/>
                      <a:pt x="19" y="10"/>
                    </a:cubicBezTo>
                    <a:cubicBezTo>
                      <a:pt x="19" y="8"/>
                      <a:pt x="19" y="8"/>
                      <a:pt x="19" y="8"/>
                    </a:cubicBezTo>
                    <a:cubicBezTo>
                      <a:pt x="18" y="8"/>
                      <a:pt x="18" y="8"/>
                      <a:pt x="18" y="8"/>
                    </a:cubicBezTo>
                    <a:cubicBezTo>
                      <a:pt x="19" y="8"/>
                      <a:pt x="19" y="8"/>
                      <a:pt x="19" y="8"/>
                    </a:cubicBezTo>
                    <a:cubicBezTo>
                      <a:pt x="24" y="8"/>
                      <a:pt x="24" y="8"/>
                      <a:pt x="24" y="8"/>
                    </a:cubicBezTo>
                    <a:cubicBezTo>
                      <a:pt x="24" y="6"/>
                      <a:pt x="24" y="6"/>
                      <a:pt x="24" y="6"/>
                    </a:cubicBezTo>
                    <a:cubicBezTo>
                      <a:pt x="20" y="6"/>
                      <a:pt x="20" y="6"/>
                      <a:pt x="20" y="6"/>
                    </a:cubicBezTo>
                    <a:cubicBezTo>
                      <a:pt x="22" y="4"/>
                      <a:pt x="22" y="4"/>
                      <a:pt x="22" y="4"/>
                    </a:cubicBezTo>
                    <a:cubicBezTo>
                      <a:pt x="21" y="3"/>
                      <a:pt x="21" y="3"/>
                      <a:pt x="21" y="3"/>
                    </a:cubicBezTo>
                    <a:cubicBezTo>
                      <a:pt x="19" y="5"/>
                      <a:pt x="19" y="5"/>
                      <a:pt x="19" y="5"/>
                    </a:cubicBezTo>
                    <a:cubicBezTo>
                      <a:pt x="19" y="2"/>
                      <a:pt x="19" y="2"/>
                      <a:pt x="19" y="2"/>
                    </a:cubicBezTo>
                    <a:cubicBezTo>
                      <a:pt x="18" y="2"/>
                      <a:pt x="18" y="2"/>
                      <a:pt x="18" y="2"/>
                    </a:cubicBezTo>
                    <a:cubicBezTo>
                      <a:pt x="18" y="7"/>
                      <a:pt x="18" y="7"/>
                      <a:pt x="18" y="7"/>
                    </a:cubicBezTo>
                    <a:cubicBezTo>
                      <a:pt x="17" y="7"/>
                      <a:pt x="17" y="7"/>
                      <a:pt x="17" y="7"/>
                    </a:cubicBezTo>
                    <a:cubicBezTo>
                      <a:pt x="17" y="6"/>
                      <a:pt x="17" y="6"/>
                      <a:pt x="17" y="6"/>
                    </a:cubicBezTo>
                    <a:cubicBezTo>
                      <a:pt x="16" y="6"/>
                      <a:pt x="16" y="6"/>
                      <a:pt x="16" y="6"/>
                    </a:cubicBezTo>
                    <a:cubicBezTo>
                      <a:pt x="16" y="9"/>
                      <a:pt x="16" y="9"/>
                      <a:pt x="16" y="9"/>
                    </a:cubicBezTo>
                    <a:cubicBezTo>
                      <a:pt x="15" y="10"/>
                      <a:pt x="15" y="10"/>
                      <a:pt x="15" y="10"/>
                    </a:cubicBezTo>
                    <a:cubicBezTo>
                      <a:pt x="14" y="10"/>
                      <a:pt x="14" y="9"/>
                      <a:pt x="13" y="9"/>
                    </a:cubicBezTo>
                    <a:cubicBezTo>
                      <a:pt x="13" y="8"/>
                      <a:pt x="13" y="8"/>
                      <a:pt x="13" y="8"/>
                    </a:cubicBezTo>
                    <a:cubicBezTo>
                      <a:pt x="15" y="6"/>
                      <a:pt x="15" y="6"/>
                      <a:pt x="15" y="6"/>
                    </a:cubicBezTo>
                    <a:cubicBezTo>
                      <a:pt x="14" y="5"/>
                      <a:pt x="14" y="5"/>
                      <a:pt x="14" y="5"/>
                    </a:cubicBezTo>
                    <a:cubicBezTo>
                      <a:pt x="13" y="6"/>
                      <a:pt x="13" y="6"/>
                      <a:pt x="13" y="6"/>
                    </a:cubicBezTo>
                    <a:cubicBezTo>
                      <a:pt x="13" y="5"/>
                      <a:pt x="13" y="5"/>
                      <a:pt x="13" y="5"/>
                    </a:cubicBezTo>
                    <a:cubicBezTo>
                      <a:pt x="17" y="2"/>
                      <a:pt x="17" y="2"/>
                      <a:pt x="17" y="2"/>
                    </a:cubicBezTo>
                    <a:cubicBezTo>
                      <a:pt x="16" y="1"/>
                      <a:pt x="16" y="1"/>
                      <a:pt x="16" y="1"/>
                    </a:cubicBezTo>
                    <a:cubicBezTo>
                      <a:pt x="13" y="3"/>
                      <a:pt x="13" y="3"/>
                      <a:pt x="13" y="3"/>
                    </a:cubicBezTo>
                    <a:cubicBezTo>
                      <a:pt x="13" y="0"/>
                      <a:pt x="13" y="0"/>
                      <a:pt x="13" y="0"/>
                    </a:cubicBezTo>
                    <a:cubicBezTo>
                      <a:pt x="12" y="0"/>
                      <a:pt x="12" y="0"/>
                      <a:pt x="12" y="0"/>
                    </a:cubicBezTo>
                    <a:cubicBezTo>
                      <a:pt x="12" y="3"/>
                      <a:pt x="12" y="3"/>
                      <a:pt x="12" y="3"/>
                    </a:cubicBezTo>
                    <a:cubicBezTo>
                      <a:pt x="10" y="1"/>
                      <a:pt x="10" y="1"/>
                      <a:pt x="10" y="1"/>
                    </a:cubicBezTo>
                    <a:cubicBezTo>
                      <a:pt x="9" y="2"/>
                      <a:pt x="9" y="2"/>
                      <a:pt x="9" y="2"/>
                    </a:cubicBezTo>
                    <a:cubicBezTo>
                      <a:pt x="12" y="5"/>
                      <a:pt x="12" y="5"/>
                      <a:pt x="12" y="5"/>
                    </a:cubicBezTo>
                    <a:cubicBezTo>
                      <a:pt x="12" y="6"/>
                      <a:pt x="12" y="6"/>
                      <a:pt x="12" y="6"/>
                    </a:cubicBezTo>
                    <a:cubicBezTo>
                      <a:pt x="11" y="5"/>
                      <a:pt x="11" y="5"/>
                      <a:pt x="11" y="5"/>
                    </a:cubicBezTo>
                    <a:cubicBezTo>
                      <a:pt x="10" y="6"/>
                      <a:pt x="10" y="6"/>
                      <a:pt x="10" y="6"/>
                    </a:cubicBezTo>
                    <a:cubicBezTo>
                      <a:pt x="12" y="8"/>
                      <a:pt x="12" y="8"/>
                      <a:pt x="12" y="8"/>
                    </a:cubicBezTo>
                    <a:cubicBezTo>
                      <a:pt x="12" y="9"/>
                      <a:pt x="12" y="9"/>
                      <a:pt x="12" y="9"/>
                    </a:cubicBezTo>
                    <a:cubicBezTo>
                      <a:pt x="11" y="9"/>
                      <a:pt x="11" y="10"/>
                      <a:pt x="10" y="10"/>
                    </a:cubicBezTo>
                    <a:cubicBezTo>
                      <a:pt x="9" y="9"/>
                      <a:pt x="9" y="9"/>
                      <a:pt x="9" y="9"/>
                    </a:cubicBezTo>
                    <a:cubicBezTo>
                      <a:pt x="9" y="6"/>
                      <a:pt x="9" y="6"/>
                      <a:pt x="9" y="6"/>
                    </a:cubicBezTo>
                    <a:cubicBezTo>
                      <a:pt x="8" y="6"/>
                      <a:pt x="8" y="6"/>
                      <a:pt x="8" y="6"/>
                    </a:cubicBezTo>
                    <a:cubicBezTo>
                      <a:pt x="8" y="7"/>
                      <a:pt x="8" y="7"/>
                      <a:pt x="8" y="7"/>
                    </a:cubicBezTo>
                    <a:cubicBezTo>
                      <a:pt x="7" y="7"/>
                      <a:pt x="7" y="7"/>
                      <a:pt x="7" y="7"/>
                    </a:cubicBezTo>
                    <a:cubicBezTo>
                      <a:pt x="7" y="2"/>
                      <a:pt x="7" y="2"/>
                      <a:pt x="7" y="2"/>
                    </a:cubicBezTo>
                    <a:cubicBezTo>
                      <a:pt x="6" y="2"/>
                      <a:pt x="6" y="2"/>
                      <a:pt x="6" y="2"/>
                    </a:cubicBezTo>
                    <a:cubicBezTo>
                      <a:pt x="6" y="5"/>
                      <a:pt x="6" y="5"/>
                      <a:pt x="6" y="5"/>
                    </a:cubicBezTo>
                    <a:cubicBezTo>
                      <a:pt x="4" y="3"/>
                      <a:pt x="4" y="3"/>
                      <a:pt x="4" y="3"/>
                    </a:cubicBezTo>
                    <a:cubicBezTo>
                      <a:pt x="3" y="4"/>
                      <a:pt x="3" y="4"/>
                      <a:pt x="3" y="4"/>
                    </a:cubicBezTo>
                    <a:cubicBezTo>
                      <a:pt x="5" y="6"/>
                      <a:pt x="5" y="6"/>
                      <a:pt x="5" y="6"/>
                    </a:cubicBezTo>
                    <a:cubicBezTo>
                      <a:pt x="2" y="6"/>
                      <a:pt x="2" y="6"/>
                      <a:pt x="2" y="6"/>
                    </a:cubicBezTo>
                    <a:cubicBezTo>
                      <a:pt x="2" y="8"/>
                      <a:pt x="2" y="8"/>
                      <a:pt x="2" y="8"/>
                    </a:cubicBezTo>
                    <a:cubicBezTo>
                      <a:pt x="6" y="8"/>
                      <a:pt x="6" y="8"/>
                      <a:pt x="6" y="8"/>
                    </a:cubicBezTo>
                    <a:cubicBezTo>
                      <a:pt x="7" y="8"/>
                      <a:pt x="7" y="8"/>
                      <a:pt x="7" y="8"/>
                    </a:cubicBezTo>
                    <a:cubicBezTo>
                      <a:pt x="6" y="8"/>
                      <a:pt x="6" y="8"/>
                      <a:pt x="6" y="8"/>
                    </a:cubicBezTo>
                    <a:cubicBezTo>
                      <a:pt x="6" y="10"/>
                      <a:pt x="6" y="10"/>
                      <a:pt x="6" y="10"/>
                    </a:cubicBezTo>
                    <a:cubicBezTo>
                      <a:pt x="8" y="10"/>
                      <a:pt x="8" y="10"/>
                      <a:pt x="8" y="10"/>
                    </a:cubicBezTo>
                    <a:cubicBezTo>
                      <a:pt x="9" y="11"/>
                      <a:pt x="9" y="11"/>
                      <a:pt x="9" y="11"/>
                    </a:cubicBezTo>
                    <a:cubicBezTo>
                      <a:pt x="9" y="11"/>
                      <a:pt x="9" y="12"/>
                      <a:pt x="9" y="12"/>
                    </a:cubicBezTo>
                    <a:cubicBezTo>
                      <a:pt x="7" y="12"/>
                      <a:pt x="7" y="12"/>
                      <a:pt x="7" y="12"/>
                    </a:cubicBezTo>
                    <a:cubicBezTo>
                      <a:pt x="5" y="11"/>
                      <a:pt x="5" y="11"/>
                      <a:pt x="5" y="11"/>
                    </a:cubicBezTo>
                    <a:cubicBezTo>
                      <a:pt x="4" y="12"/>
                      <a:pt x="4" y="12"/>
                      <a:pt x="4" y="12"/>
                    </a:cubicBezTo>
                    <a:cubicBezTo>
                      <a:pt x="5" y="12"/>
                      <a:pt x="5" y="12"/>
                      <a:pt x="5" y="12"/>
                    </a:cubicBezTo>
                    <a:cubicBezTo>
                      <a:pt x="4" y="12"/>
                      <a:pt x="4" y="12"/>
                      <a:pt x="4" y="12"/>
                    </a:cubicBezTo>
                    <a:cubicBezTo>
                      <a:pt x="1" y="9"/>
                      <a:pt x="1" y="9"/>
                      <a:pt x="1" y="9"/>
                    </a:cubicBezTo>
                    <a:cubicBezTo>
                      <a:pt x="0" y="10"/>
                      <a:pt x="0" y="10"/>
                      <a:pt x="0" y="10"/>
                    </a:cubicBezTo>
                    <a:cubicBezTo>
                      <a:pt x="2" y="12"/>
                      <a:pt x="2" y="12"/>
                      <a:pt x="2" y="12"/>
                    </a:cubicBezTo>
                    <a:cubicBezTo>
                      <a:pt x="0" y="12"/>
                      <a:pt x="0" y="12"/>
                      <a:pt x="0" y="12"/>
                    </a:cubicBezTo>
                    <a:cubicBezTo>
                      <a:pt x="0" y="14"/>
                      <a:pt x="0" y="14"/>
                      <a:pt x="0" y="14"/>
                    </a:cubicBezTo>
                    <a:cubicBezTo>
                      <a:pt x="2" y="14"/>
                      <a:pt x="2" y="14"/>
                      <a:pt x="2" y="14"/>
                    </a:cubicBezTo>
                    <a:cubicBezTo>
                      <a:pt x="0" y="16"/>
                      <a:pt x="0" y="16"/>
                      <a:pt x="0" y="16"/>
                    </a:cubicBezTo>
                    <a:cubicBezTo>
                      <a:pt x="1" y="17"/>
                      <a:pt x="1" y="17"/>
                      <a:pt x="1" y="17"/>
                    </a:cubicBezTo>
                    <a:cubicBezTo>
                      <a:pt x="4" y="14"/>
                      <a:pt x="4" y="14"/>
                      <a:pt x="4" y="14"/>
                    </a:cubicBezTo>
                    <a:cubicBezTo>
                      <a:pt x="5" y="14"/>
                      <a:pt x="5" y="14"/>
                      <a:pt x="5" y="14"/>
                    </a:cubicBezTo>
                    <a:cubicBezTo>
                      <a:pt x="4" y="15"/>
                      <a:pt x="4" y="15"/>
                      <a:pt x="4" y="15"/>
                    </a:cubicBezTo>
                    <a:cubicBezTo>
                      <a:pt x="5" y="16"/>
                      <a:pt x="5" y="16"/>
                      <a:pt x="5" y="16"/>
                    </a:cubicBezTo>
                    <a:cubicBezTo>
                      <a:pt x="7" y="14"/>
                      <a:pt x="7" y="14"/>
                      <a:pt x="7" y="14"/>
                    </a:cubicBezTo>
                    <a:cubicBezTo>
                      <a:pt x="9" y="14"/>
                      <a:pt x="9" y="14"/>
                      <a:pt x="9" y="14"/>
                    </a:cubicBezTo>
                    <a:cubicBezTo>
                      <a:pt x="9" y="14"/>
                      <a:pt x="9" y="15"/>
                      <a:pt x="9" y="15"/>
                    </a:cubicBezTo>
                    <a:cubicBezTo>
                      <a:pt x="8" y="16"/>
                      <a:pt x="8" y="16"/>
                      <a:pt x="8" y="16"/>
                    </a:cubicBezTo>
                    <a:cubicBezTo>
                      <a:pt x="6" y="16"/>
                      <a:pt x="6" y="16"/>
                      <a:pt x="6" y="16"/>
                    </a:cubicBezTo>
                    <a:cubicBezTo>
                      <a:pt x="6" y="18"/>
                      <a:pt x="6" y="18"/>
                      <a:pt x="6" y="18"/>
                    </a:cubicBezTo>
                    <a:cubicBezTo>
                      <a:pt x="7" y="18"/>
                      <a:pt x="7" y="18"/>
                      <a:pt x="7" y="18"/>
                    </a:cubicBezTo>
                    <a:cubicBezTo>
                      <a:pt x="6" y="18"/>
                      <a:pt x="6" y="18"/>
                      <a:pt x="6" y="18"/>
                    </a:cubicBezTo>
                    <a:cubicBezTo>
                      <a:pt x="2" y="18"/>
                      <a:pt x="2" y="18"/>
                      <a:pt x="2" y="18"/>
                    </a:cubicBezTo>
                    <a:cubicBezTo>
                      <a:pt x="2" y="20"/>
                      <a:pt x="2" y="20"/>
                      <a:pt x="2" y="20"/>
                    </a:cubicBezTo>
                    <a:cubicBezTo>
                      <a:pt x="5" y="20"/>
                      <a:pt x="5" y="20"/>
                      <a:pt x="5" y="20"/>
                    </a:cubicBezTo>
                    <a:cubicBezTo>
                      <a:pt x="3" y="22"/>
                      <a:pt x="3" y="22"/>
                      <a:pt x="3" y="22"/>
                    </a:cubicBezTo>
                    <a:cubicBezTo>
                      <a:pt x="4" y="23"/>
                      <a:pt x="4" y="23"/>
                      <a:pt x="4" y="23"/>
                    </a:cubicBezTo>
                    <a:cubicBezTo>
                      <a:pt x="6" y="21"/>
                      <a:pt x="6" y="21"/>
                      <a:pt x="6" y="21"/>
                    </a:cubicBezTo>
                    <a:cubicBezTo>
                      <a:pt x="6" y="24"/>
                      <a:pt x="6" y="24"/>
                      <a:pt x="6" y="24"/>
                    </a:cubicBezTo>
                    <a:cubicBezTo>
                      <a:pt x="7" y="24"/>
                      <a:pt x="7" y="24"/>
                      <a:pt x="7" y="24"/>
                    </a:cubicBezTo>
                    <a:cubicBezTo>
                      <a:pt x="7" y="19"/>
                      <a:pt x="7" y="19"/>
                      <a:pt x="7" y="19"/>
                    </a:cubicBezTo>
                    <a:cubicBezTo>
                      <a:pt x="8" y="19"/>
                      <a:pt x="8" y="19"/>
                      <a:pt x="8" y="19"/>
                    </a:cubicBezTo>
                    <a:cubicBezTo>
                      <a:pt x="8" y="20"/>
                      <a:pt x="8" y="20"/>
                      <a:pt x="8" y="20"/>
                    </a:cubicBezTo>
                    <a:cubicBezTo>
                      <a:pt x="9" y="20"/>
                      <a:pt x="9" y="20"/>
                      <a:pt x="9" y="20"/>
                    </a:cubicBezTo>
                    <a:cubicBezTo>
                      <a:pt x="9" y="17"/>
                      <a:pt x="9" y="17"/>
                      <a:pt x="9" y="17"/>
                    </a:cubicBezTo>
                    <a:cubicBezTo>
                      <a:pt x="10" y="16"/>
                      <a:pt x="10" y="16"/>
                      <a:pt x="10" y="16"/>
                    </a:cubicBezTo>
                    <a:cubicBezTo>
                      <a:pt x="11" y="17"/>
                      <a:pt x="11" y="17"/>
                      <a:pt x="12" y="17"/>
                    </a:cubicBezTo>
                    <a:cubicBezTo>
                      <a:pt x="12" y="18"/>
                      <a:pt x="12" y="18"/>
                      <a:pt x="12" y="18"/>
                    </a:cubicBezTo>
                    <a:cubicBezTo>
                      <a:pt x="10" y="20"/>
                      <a:pt x="10" y="20"/>
                      <a:pt x="10" y="20"/>
                    </a:cubicBezTo>
                    <a:cubicBezTo>
                      <a:pt x="11" y="21"/>
                      <a:pt x="11" y="21"/>
                      <a:pt x="11" y="21"/>
                    </a:cubicBezTo>
                    <a:cubicBezTo>
                      <a:pt x="12" y="20"/>
                      <a:pt x="12" y="20"/>
                      <a:pt x="12" y="20"/>
                    </a:cubicBezTo>
                    <a:cubicBezTo>
                      <a:pt x="12" y="21"/>
                      <a:pt x="12" y="21"/>
                      <a:pt x="12" y="21"/>
                    </a:cubicBezTo>
                    <a:cubicBezTo>
                      <a:pt x="9" y="25"/>
                      <a:pt x="9" y="25"/>
                      <a:pt x="9" y="25"/>
                    </a:cubicBezTo>
                    <a:cubicBezTo>
                      <a:pt x="10" y="26"/>
                      <a:pt x="10" y="26"/>
                      <a:pt x="10" y="26"/>
                    </a:cubicBezTo>
                    <a:cubicBezTo>
                      <a:pt x="12" y="23"/>
                      <a:pt x="12" y="23"/>
                      <a:pt x="12" y="23"/>
                    </a:cubicBezTo>
                    <a:cubicBezTo>
                      <a:pt x="12" y="26"/>
                      <a:pt x="12" y="26"/>
                      <a:pt x="12" y="26"/>
                    </a:cubicBezTo>
                    <a:cubicBezTo>
                      <a:pt x="13" y="26"/>
                      <a:pt x="13" y="26"/>
                      <a:pt x="13" y="26"/>
                    </a:cubicBezTo>
                    <a:cubicBezTo>
                      <a:pt x="13" y="23"/>
                      <a:pt x="13" y="23"/>
                      <a:pt x="13" y="23"/>
                    </a:cubicBezTo>
                    <a:cubicBezTo>
                      <a:pt x="16" y="26"/>
                      <a:pt x="16" y="26"/>
                      <a:pt x="16" y="26"/>
                    </a:cubicBezTo>
                    <a:cubicBezTo>
                      <a:pt x="17" y="25"/>
                      <a:pt x="17" y="25"/>
                      <a:pt x="17" y="25"/>
                    </a:cubicBezTo>
                    <a:cubicBezTo>
                      <a:pt x="13" y="21"/>
                      <a:pt x="13" y="21"/>
                      <a:pt x="13" y="21"/>
                    </a:cubicBezTo>
                    <a:cubicBezTo>
                      <a:pt x="13" y="20"/>
                      <a:pt x="13" y="20"/>
                      <a:pt x="13" y="20"/>
                    </a:cubicBezTo>
                    <a:cubicBezTo>
                      <a:pt x="14" y="21"/>
                      <a:pt x="14" y="21"/>
                      <a:pt x="14" y="21"/>
                    </a:cubicBezTo>
                    <a:cubicBezTo>
                      <a:pt x="15" y="20"/>
                      <a:pt x="15" y="20"/>
                      <a:pt x="15" y="20"/>
                    </a:cubicBezTo>
                    <a:cubicBezTo>
                      <a:pt x="13" y="18"/>
                      <a:pt x="13" y="18"/>
                      <a:pt x="13" y="18"/>
                    </a:cubicBezTo>
                    <a:cubicBezTo>
                      <a:pt x="13" y="17"/>
                      <a:pt x="13" y="17"/>
                      <a:pt x="13" y="17"/>
                    </a:cubicBezTo>
                    <a:cubicBezTo>
                      <a:pt x="14" y="17"/>
                      <a:pt x="14" y="17"/>
                      <a:pt x="15" y="16"/>
                    </a:cubicBezTo>
                    <a:cubicBezTo>
                      <a:pt x="16" y="17"/>
                      <a:pt x="16" y="17"/>
                      <a:pt x="16" y="17"/>
                    </a:cubicBezTo>
                    <a:cubicBezTo>
                      <a:pt x="16" y="20"/>
                      <a:pt x="16" y="20"/>
                      <a:pt x="16" y="20"/>
                    </a:cubicBezTo>
                    <a:cubicBezTo>
                      <a:pt x="17" y="20"/>
                      <a:pt x="17" y="20"/>
                      <a:pt x="17" y="20"/>
                    </a:cubicBezTo>
                    <a:cubicBezTo>
                      <a:pt x="17" y="19"/>
                      <a:pt x="17" y="19"/>
                      <a:pt x="17" y="19"/>
                    </a:cubicBezTo>
                    <a:cubicBezTo>
                      <a:pt x="18" y="19"/>
                      <a:pt x="18" y="19"/>
                      <a:pt x="18" y="19"/>
                    </a:cubicBezTo>
                    <a:cubicBezTo>
                      <a:pt x="18" y="24"/>
                      <a:pt x="18" y="24"/>
                      <a:pt x="18" y="24"/>
                    </a:cubicBezTo>
                    <a:cubicBezTo>
                      <a:pt x="19" y="24"/>
                      <a:pt x="19" y="24"/>
                      <a:pt x="19" y="24"/>
                    </a:cubicBezTo>
                    <a:cubicBezTo>
                      <a:pt x="19" y="21"/>
                      <a:pt x="19" y="21"/>
                      <a:pt x="19" y="21"/>
                    </a:cubicBezTo>
                    <a:cubicBezTo>
                      <a:pt x="21" y="23"/>
                      <a:pt x="21" y="23"/>
                      <a:pt x="21" y="23"/>
                    </a:cubicBezTo>
                    <a:cubicBezTo>
                      <a:pt x="22" y="22"/>
                      <a:pt x="22" y="22"/>
                      <a:pt x="22" y="22"/>
                    </a:cubicBezTo>
                    <a:cubicBezTo>
                      <a:pt x="20" y="20"/>
                      <a:pt x="20" y="20"/>
                      <a:pt x="20" y="20"/>
                    </a:cubicBezTo>
                    <a:cubicBezTo>
                      <a:pt x="24" y="20"/>
                      <a:pt x="24" y="20"/>
                      <a:pt x="24" y="20"/>
                    </a:cubicBezTo>
                    <a:cubicBezTo>
                      <a:pt x="24" y="18"/>
                      <a:pt x="24" y="18"/>
                      <a:pt x="24" y="18"/>
                    </a:cubicBezTo>
                    <a:cubicBezTo>
                      <a:pt x="19" y="18"/>
                      <a:pt x="19" y="18"/>
                      <a:pt x="19" y="18"/>
                    </a:cubicBezTo>
                    <a:cubicBezTo>
                      <a:pt x="18" y="18"/>
                      <a:pt x="18" y="18"/>
                      <a:pt x="18" y="18"/>
                    </a:cubicBezTo>
                    <a:cubicBezTo>
                      <a:pt x="19" y="18"/>
                      <a:pt x="19" y="18"/>
                      <a:pt x="19" y="18"/>
                    </a:cubicBezTo>
                    <a:cubicBezTo>
                      <a:pt x="19" y="16"/>
                      <a:pt x="19" y="16"/>
                      <a:pt x="19" y="16"/>
                    </a:cubicBezTo>
                    <a:cubicBezTo>
                      <a:pt x="17" y="16"/>
                      <a:pt x="17" y="16"/>
                      <a:pt x="17" y="16"/>
                    </a:cubicBezTo>
                    <a:cubicBezTo>
                      <a:pt x="16" y="15"/>
                      <a:pt x="16" y="15"/>
                      <a:pt x="16" y="15"/>
                    </a:cubicBezTo>
                    <a:cubicBezTo>
                      <a:pt x="16" y="15"/>
                      <a:pt x="16" y="14"/>
                      <a:pt x="17" y="14"/>
                    </a:cubicBezTo>
                    <a:cubicBezTo>
                      <a:pt x="18" y="14"/>
                      <a:pt x="18" y="14"/>
                      <a:pt x="18" y="14"/>
                    </a:cubicBezTo>
                    <a:cubicBezTo>
                      <a:pt x="20" y="16"/>
                      <a:pt x="20" y="16"/>
                      <a:pt x="20" y="16"/>
                    </a:cubicBezTo>
                    <a:cubicBezTo>
                      <a:pt x="21" y="15"/>
                      <a:pt x="21" y="15"/>
                      <a:pt x="21" y="15"/>
                    </a:cubicBezTo>
                    <a:cubicBezTo>
                      <a:pt x="20" y="14"/>
                      <a:pt x="20" y="14"/>
                      <a:pt x="20" y="14"/>
                    </a:cubicBezTo>
                    <a:cubicBezTo>
                      <a:pt x="21" y="14"/>
                      <a:pt x="21" y="14"/>
                      <a:pt x="21" y="14"/>
                    </a:cubicBezTo>
                    <a:cubicBezTo>
                      <a:pt x="24" y="17"/>
                      <a:pt x="24" y="17"/>
                      <a:pt x="24" y="17"/>
                    </a:cubicBezTo>
                    <a:cubicBezTo>
                      <a:pt x="25" y="16"/>
                      <a:pt x="25" y="16"/>
                      <a:pt x="25" y="16"/>
                    </a:cubicBezTo>
                    <a:cubicBezTo>
                      <a:pt x="23" y="14"/>
                      <a:pt x="23" y="14"/>
                      <a:pt x="23" y="14"/>
                    </a:cubicBezTo>
                    <a:cubicBezTo>
                      <a:pt x="26" y="14"/>
                      <a:pt x="26" y="14"/>
                      <a:pt x="26" y="14"/>
                    </a:cubicBezTo>
                    <a:lnTo>
                      <a:pt x="26" y="12"/>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33" name="Freeform 667"/>
              <p:cNvSpPr>
                <a:spLocks noEditPoints="1"/>
              </p:cNvSpPr>
              <p:nvPr/>
            </p:nvSpPr>
            <p:spPr bwMode="auto">
              <a:xfrm>
                <a:off x="4764072" y="3984339"/>
                <a:ext cx="278169" cy="136021"/>
              </a:xfrm>
              <a:custGeom>
                <a:avLst/>
                <a:gdLst>
                  <a:gd name="T0" fmla="*/ 54 w 63"/>
                  <a:gd name="T1" fmla="*/ 22 h 31"/>
                  <a:gd name="T2" fmla="*/ 63 w 63"/>
                  <a:gd name="T3" fmla="*/ 11 h 31"/>
                  <a:gd name="T4" fmla="*/ 54 w 63"/>
                  <a:gd name="T5" fmla="*/ 0 h 31"/>
                  <a:gd name="T6" fmla="*/ 54 w 63"/>
                  <a:gd name="T7" fmla="*/ 5 h 31"/>
                  <a:gd name="T8" fmla="*/ 58 w 63"/>
                  <a:gd name="T9" fmla="*/ 11 h 31"/>
                  <a:gd name="T10" fmla="*/ 54 w 63"/>
                  <a:gd name="T11" fmla="*/ 17 h 31"/>
                  <a:gd name="T12" fmla="*/ 54 w 63"/>
                  <a:gd name="T13" fmla="*/ 22 h 31"/>
                  <a:gd name="T14" fmla="*/ 26 w 63"/>
                  <a:gd name="T15" fmla="*/ 31 h 31"/>
                  <a:gd name="T16" fmla="*/ 47 w 63"/>
                  <a:gd name="T17" fmla="*/ 21 h 31"/>
                  <a:gd name="T18" fmla="*/ 52 w 63"/>
                  <a:gd name="T19" fmla="*/ 22 h 31"/>
                  <a:gd name="T20" fmla="*/ 54 w 63"/>
                  <a:gd name="T21" fmla="*/ 22 h 31"/>
                  <a:gd name="T22" fmla="*/ 54 w 63"/>
                  <a:gd name="T23" fmla="*/ 17 h 31"/>
                  <a:gd name="T24" fmla="*/ 52 w 63"/>
                  <a:gd name="T25" fmla="*/ 17 h 31"/>
                  <a:gd name="T26" fmla="*/ 50 w 63"/>
                  <a:gd name="T27" fmla="*/ 17 h 31"/>
                  <a:gd name="T28" fmla="*/ 53 w 63"/>
                  <a:gd name="T29" fmla="*/ 5 h 31"/>
                  <a:gd name="T30" fmla="*/ 53 w 63"/>
                  <a:gd name="T31" fmla="*/ 5 h 31"/>
                  <a:gd name="T32" fmla="*/ 53 w 63"/>
                  <a:gd name="T33" fmla="*/ 5 h 31"/>
                  <a:gd name="T34" fmla="*/ 54 w 63"/>
                  <a:gd name="T35" fmla="*/ 5 h 31"/>
                  <a:gd name="T36" fmla="*/ 54 w 63"/>
                  <a:gd name="T37" fmla="*/ 0 h 31"/>
                  <a:gd name="T38" fmla="*/ 52 w 63"/>
                  <a:gd name="T39" fmla="*/ 0 h 31"/>
                  <a:gd name="T40" fmla="*/ 52 w 63"/>
                  <a:gd name="T41" fmla="*/ 0 h 31"/>
                  <a:gd name="T42" fmla="*/ 0 w 63"/>
                  <a:gd name="T43" fmla="*/ 0 h 31"/>
                  <a:gd name="T44" fmla="*/ 0 w 63"/>
                  <a:gd name="T45" fmla="*/ 5 h 31"/>
                  <a:gd name="T46" fmla="*/ 26 w 63"/>
                  <a:gd name="T4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3" h="31">
                    <a:moveTo>
                      <a:pt x="54" y="22"/>
                    </a:moveTo>
                    <a:cubicBezTo>
                      <a:pt x="59" y="21"/>
                      <a:pt x="63" y="16"/>
                      <a:pt x="63" y="11"/>
                    </a:cubicBezTo>
                    <a:cubicBezTo>
                      <a:pt x="63" y="5"/>
                      <a:pt x="59" y="1"/>
                      <a:pt x="54" y="0"/>
                    </a:cubicBezTo>
                    <a:cubicBezTo>
                      <a:pt x="54" y="5"/>
                      <a:pt x="54" y="5"/>
                      <a:pt x="54" y="5"/>
                    </a:cubicBezTo>
                    <a:cubicBezTo>
                      <a:pt x="56" y="6"/>
                      <a:pt x="58" y="8"/>
                      <a:pt x="58" y="11"/>
                    </a:cubicBezTo>
                    <a:cubicBezTo>
                      <a:pt x="58" y="14"/>
                      <a:pt x="56" y="16"/>
                      <a:pt x="54" y="17"/>
                    </a:cubicBezTo>
                    <a:lnTo>
                      <a:pt x="54" y="22"/>
                    </a:lnTo>
                    <a:close/>
                    <a:moveTo>
                      <a:pt x="26" y="31"/>
                    </a:moveTo>
                    <a:cubicBezTo>
                      <a:pt x="35" y="31"/>
                      <a:pt x="42" y="27"/>
                      <a:pt x="47" y="21"/>
                    </a:cubicBezTo>
                    <a:cubicBezTo>
                      <a:pt x="49" y="22"/>
                      <a:pt x="50" y="22"/>
                      <a:pt x="52" y="22"/>
                    </a:cubicBezTo>
                    <a:cubicBezTo>
                      <a:pt x="53" y="22"/>
                      <a:pt x="53" y="22"/>
                      <a:pt x="54" y="22"/>
                    </a:cubicBezTo>
                    <a:cubicBezTo>
                      <a:pt x="54" y="17"/>
                      <a:pt x="54" y="17"/>
                      <a:pt x="54" y="17"/>
                    </a:cubicBezTo>
                    <a:cubicBezTo>
                      <a:pt x="53" y="17"/>
                      <a:pt x="53" y="17"/>
                      <a:pt x="52" y="17"/>
                    </a:cubicBezTo>
                    <a:cubicBezTo>
                      <a:pt x="51" y="17"/>
                      <a:pt x="50" y="17"/>
                      <a:pt x="50" y="17"/>
                    </a:cubicBezTo>
                    <a:cubicBezTo>
                      <a:pt x="52" y="13"/>
                      <a:pt x="53" y="9"/>
                      <a:pt x="53" y="5"/>
                    </a:cubicBezTo>
                    <a:cubicBezTo>
                      <a:pt x="53" y="5"/>
                      <a:pt x="53" y="5"/>
                      <a:pt x="53" y="5"/>
                    </a:cubicBezTo>
                    <a:cubicBezTo>
                      <a:pt x="53" y="5"/>
                      <a:pt x="53" y="5"/>
                      <a:pt x="53" y="5"/>
                    </a:cubicBezTo>
                    <a:cubicBezTo>
                      <a:pt x="53" y="5"/>
                      <a:pt x="54" y="5"/>
                      <a:pt x="54" y="5"/>
                    </a:cubicBezTo>
                    <a:cubicBezTo>
                      <a:pt x="54" y="0"/>
                      <a:pt x="54" y="0"/>
                      <a:pt x="54" y="0"/>
                    </a:cubicBezTo>
                    <a:cubicBezTo>
                      <a:pt x="54" y="0"/>
                      <a:pt x="53" y="0"/>
                      <a:pt x="52" y="0"/>
                    </a:cubicBezTo>
                    <a:cubicBezTo>
                      <a:pt x="52" y="0"/>
                      <a:pt x="52" y="0"/>
                      <a:pt x="52" y="0"/>
                    </a:cubicBezTo>
                    <a:cubicBezTo>
                      <a:pt x="0" y="0"/>
                      <a:pt x="0" y="0"/>
                      <a:pt x="0" y="0"/>
                    </a:cubicBezTo>
                    <a:cubicBezTo>
                      <a:pt x="0" y="1"/>
                      <a:pt x="0" y="3"/>
                      <a:pt x="0" y="5"/>
                    </a:cubicBezTo>
                    <a:cubicBezTo>
                      <a:pt x="0" y="19"/>
                      <a:pt x="12" y="31"/>
                      <a:pt x="26" y="31"/>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34" name="Rectangle 668"/>
              <p:cNvSpPr>
                <a:spLocks noChangeArrowheads="1"/>
              </p:cNvSpPr>
              <p:nvPr/>
            </p:nvSpPr>
            <p:spPr bwMode="auto">
              <a:xfrm>
                <a:off x="4764072" y="4133840"/>
                <a:ext cx="251210" cy="22057"/>
              </a:xfrm>
              <a:prstGeom prst="rect">
                <a:avLst/>
              </a:pr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35" name="Freeform 669"/>
              <p:cNvSpPr>
                <a:spLocks/>
              </p:cNvSpPr>
              <p:nvPr/>
            </p:nvSpPr>
            <p:spPr bwMode="auto">
              <a:xfrm>
                <a:off x="4821666" y="3921843"/>
                <a:ext cx="44115" cy="52693"/>
              </a:xfrm>
              <a:custGeom>
                <a:avLst/>
                <a:gdLst>
                  <a:gd name="T0" fmla="*/ 3 w 10"/>
                  <a:gd name="T1" fmla="*/ 6 h 12"/>
                  <a:gd name="T2" fmla="*/ 5 w 10"/>
                  <a:gd name="T3" fmla="*/ 11 h 12"/>
                  <a:gd name="T4" fmla="*/ 9 w 10"/>
                  <a:gd name="T5" fmla="*/ 2 h 12"/>
                  <a:gd name="T6" fmla="*/ 9 w 10"/>
                  <a:gd name="T7" fmla="*/ 0 h 12"/>
                  <a:gd name="T8" fmla="*/ 3 w 10"/>
                  <a:gd name="T9" fmla="*/ 1 h 12"/>
                  <a:gd name="T10" fmla="*/ 3 w 10"/>
                  <a:gd name="T11" fmla="*/ 6 h 12"/>
                </a:gdLst>
                <a:ahLst/>
                <a:cxnLst>
                  <a:cxn ang="0">
                    <a:pos x="T0" y="T1"/>
                  </a:cxn>
                  <a:cxn ang="0">
                    <a:pos x="T2" y="T3"/>
                  </a:cxn>
                  <a:cxn ang="0">
                    <a:pos x="T4" y="T5"/>
                  </a:cxn>
                  <a:cxn ang="0">
                    <a:pos x="T6" y="T7"/>
                  </a:cxn>
                  <a:cxn ang="0">
                    <a:pos x="T8" y="T9"/>
                  </a:cxn>
                  <a:cxn ang="0">
                    <a:pos x="T10" y="T11"/>
                  </a:cxn>
                </a:cxnLst>
                <a:rect l="0" t="0" r="r" b="b"/>
                <a:pathLst>
                  <a:path w="10" h="12">
                    <a:moveTo>
                      <a:pt x="3" y="6"/>
                    </a:moveTo>
                    <a:cubicBezTo>
                      <a:pt x="0" y="7"/>
                      <a:pt x="2" y="12"/>
                      <a:pt x="5" y="11"/>
                    </a:cubicBezTo>
                    <a:cubicBezTo>
                      <a:pt x="9" y="9"/>
                      <a:pt x="10" y="5"/>
                      <a:pt x="9" y="2"/>
                    </a:cubicBezTo>
                    <a:cubicBezTo>
                      <a:pt x="9" y="1"/>
                      <a:pt x="9" y="1"/>
                      <a:pt x="9" y="0"/>
                    </a:cubicBezTo>
                    <a:cubicBezTo>
                      <a:pt x="7" y="1"/>
                      <a:pt x="5" y="1"/>
                      <a:pt x="3" y="1"/>
                    </a:cubicBezTo>
                    <a:cubicBezTo>
                      <a:pt x="4" y="3"/>
                      <a:pt x="5" y="5"/>
                      <a:pt x="3" y="6"/>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36" name="Freeform 670"/>
              <p:cNvSpPr>
                <a:spLocks/>
              </p:cNvSpPr>
              <p:nvPr/>
            </p:nvSpPr>
            <p:spPr bwMode="auto">
              <a:xfrm>
                <a:off x="4887839" y="3908364"/>
                <a:ext cx="44115" cy="66172"/>
              </a:xfrm>
              <a:custGeom>
                <a:avLst/>
                <a:gdLst>
                  <a:gd name="T0" fmla="*/ 3 w 10"/>
                  <a:gd name="T1" fmla="*/ 9 h 15"/>
                  <a:gd name="T2" fmla="*/ 5 w 10"/>
                  <a:gd name="T3" fmla="*/ 14 h 15"/>
                  <a:gd name="T4" fmla="*/ 9 w 10"/>
                  <a:gd name="T5" fmla="*/ 5 h 15"/>
                  <a:gd name="T6" fmla="*/ 7 w 10"/>
                  <a:gd name="T7" fmla="*/ 0 h 15"/>
                  <a:gd name="T8" fmla="*/ 2 w 10"/>
                  <a:gd name="T9" fmla="*/ 1 h 15"/>
                  <a:gd name="T10" fmla="*/ 3 w 10"/>
                  <a:gd name="T11" fmla="*/ 9 h 15"/>
                </a:gdLst>
                <a:ahLst/>
                <a:cxnLst>
                  <a:cxn ang="0">
                    <a:pos x="T0" y="T1"/>
                  </a:cxn>
                  <a:cxn ang="0">
                    <a:pos x="T2" y="T3"/>
                  </a:cxn>
                  <a:cxn ang="0">
                    <a:pos x="T4" y="T5"/>
                  </a:cxn>
                  <a:cxn ang="0">
                    <a:pos x="T6" y="T7"/>
                  </a:cxn>
                  <a:cxn ang="0">
                    <a:pos x="T8" y="T9"/>
                  </a:cxn>
                  <a:cxn ang="0">
                    <a:pos x="T10" y="T11"/>
                  </a:cxn>
                </a:cxnLst>
                <a:rect l="0" t="0" r="r" b="b"/>
                <a:pathLst>
                  <a:path w="10" h="15">
                    <a:moveTo>
                      <a:pt x="3" y="9"/>
                    </a:moveTo>
                    <a:cubicBezTo>
                      <a:pt x="0" y="10"/>
                      <a:pt x="2" y="15"/>
                      <a:pt x="5" y="14"/>
                    </a:cubicBezTo>
                    <a:cubicBezTo>
                      <a:pt x="9" y="12"/>
                      <a:pt x="10" y="8"/>
                      <a:pt x="9" y="5"/>
                    </a:cubicBezTo>
                    <a:cubicBezTo>
                      <a:pt x="9" y="3"/>
                      <a:pt x="8" y="2"/>
                      <a:pt x="7" y="0"/>
                    </a:cubicBezTo>
                    <a:cubicBezTo>
                      <a:pt x="5" y="1"/>
                      <a:pt x="3" y="1"/>
                      <a:pt x="2" y="1"/>
                    </a:cubicBezTo>
                    <a:cubicBezTo>
                      <a:pt x="3" y="4"/>
                      <a:pt x="5" y="8"/>
                      <a:pt x="3" y="9"/>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38" name="Freeform 672"/>
              <p:cNvSpPr>
                <a:spLocks/>
              </p:cNvSpPr>
              <p:nvPr/>
            </p:nvSpPr>
            <p:spPr bwMode="auto">
              <a:xfrm>
                <a:off x="5775037" y="3467215"/>
                <a:ext cx="75976" cy="35537"/>
              </a:xfrm>
              <a:custGeom>
                <a:avLst/>
                <a:gdLst>
                  <a:gd name="T0" fmla="*/ 0 w 62"/>
                  <a:gd name="T1" fmla="*/ 18 h 29"/>
                  <a:gd name="T2" fmla="*/ 22 w 62"/>
                  <a:gd name="T3" fmla="*/ 29 h 29"/>
                  <a:gd name="T4" fmla="*/ 62 w 62"/>
                  <a:gd name="T5" fmla="*/ 29 h 29"/>
                  <a:gd name="T6" fmla="*/ 7 w 62"/>
                  <a:gd name="T7" fmla="*/ 0 h 29"/>
                  <a:gd name="T8" fmla="*/ 0 w 62"/>
                  <a:gd name="T9" fmla="*/ 18 h 29"/>
                </a:gdLst>
                <a:ahLst/>
                <a:cxnLst>
                  <a:cxn ang="0">
                    <a:pos x="T0" y="T1"/>
                  </a:cxn>
                  <a:cxn ang="0">
                    <a:pos x="T2" y="T3"/>
                  </a:cxn>
                  <a:cxn ang="0">
                    <a:pos x="T4" y="T5"/>
                  </a:cxn>
                  <a:cxn ang="0">
                    <a:pos x="T6" y="T7"/>
                  </a:cxn>
                  <a:cxn ang="0">
                    <a:pos x="T8" y="T9"/>
                  </a:cxn>
                </a:cxnLst>
                <a:rect l="0" t="0" r="r" b="b"/>
                <a:pathLst>
                  <a:path w="62" h="29">
                    <a:moveTo>
                      <a:pt x="0" y="18"/>
                    </a:moveTo>
                    <a:lnTo>
                      <a:pt x="22" y="29"/>
                    </a:lnTo>
                    <a:lnTo>
                      <a:pt x="62" y="29"/>
                    </a:lnTo>
                    <a:lnTo>
                      <a:pt x="7" y="0"/>
                    </a:lnTo>
                    <a:lnTo>
                      <a:pt x="0" y="18"/>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39" name="Freeform 673"/>
              <p:cNvSpPr>
                <a:spLocks noEditPoints="1"/>
              </p:cNvSpPr>
              <p:nvPr/>
            </p:nvSpPr>
            <p:spPr bwMode="auto">
              <a:xfrm>
                <a:off x="5775037" y="3506428"/>
                <a:ext cx="186263" cy="93131"/>
              </a:xfrm>
              <a:custGeom>
                <a:avLst/>
                <a:gdLst>
                  <a:gd name="T0" fmla="*/ 62 w 152"/>
                  <a:gd name="T1" fmla="*/ 76 h 76"/>
                  <a:gd name="T2" fmla="*/ 123 w 152"/>
                  <a:gd name="T3" fmla="*/ 76 h 76"/>
                  <a:gd name="T4" fmla="*/ 123 w 152"/>
                  <a:gd name="T5" fmla="*/ 62 h 76"/>
                  <a:gd name="T6" fmla="*/ 152 w 152"/>
                  <a:gd name="T7" fmla="*/ 62 h 76"/>
                  <a:gd name="T8" fmla="*/ 152 w 152"/>
                  <a:gd name="T9" fmla="*/ 15 h 76"/>
                  <a:gd name="T10" fmla="*/ 123 w 152"/>
                  <a:gd name="T11" fmla="*/ 15 h 76"/>
                  <a:gd name="T12" fmla="*/ 123 w 152"/>
                  <a:gd name="T13" fmla="*/ 0 h 76"/>
                  <a:gd name="T14" fmla="*/ 69 w 152"/>
                  <a:gd name="T15" fmla="*/ 0 h 76"/>
                  <a:gd name="T16" fmla="*/ 62 w 152"/>
                  <a:gd name="T17" fmla="*/ 0 h 76"/>
                  <a:gd name="T18" fmla="*/ 62 w 152"/>
                  <a:gd name="T19" fmla="*/ 29 h 76"/>
                  <a:gd name="T20" fmla="*/ 90 w 152"/>
                  <a:gd name="T21" fmla="*/ 29 h 76"/>
                  <a:gd name="T22" fmla="*/ 90 w 152"/>
                  <a:gd name="T23" fmla="*/ 47 h 76"/>
                  <a:gd name="T24" fmla="*/ 62 w 152"/>
                  <a:gd name="T25" fmla="*/ 47 h 76"/>
                  <a:gd name="T26" fmla="*/ 62 w 152"/>
                  <a:gd name="T27" fmla="*/ 76 h 76"/>
                  <a:gd name="T28" fmla="*/ 0 w 152"/>
                  <a:gd name="T29" fmla="*/ 76 h 76"/>
                  <a:gd name="T30" fmla="*/ 62 w 152"/>
                  <a:gd name="T31" fmla="*/ 76 h 76"/>
                  <a:gd name="T32" fmla="*/ 62 w 152"/>
                  <a:gd name="T33" fmla="*/ 47 h 76"/>
                  <a:gd name="T34" fmla="*/ 29 w 152"/>
                  <a:gd name="T35" fmla="*/ 47 h 76"/>
                  <a:gd name="T36" fmla="*/ 29 w 152"/>
                  <a:gd name="T37" fmla="*/ 29 h 76"/>
                  <a:gd name="T38" fmla="*/ 29 w 152"/>
                  <a:gd name="T39" fmla="*/ 29 h 76"/>
                  <a:gd name="T40" fmla="*/ 62 w 152"/>
                  <a:gd name="T41" fmla="*/ 29 h 76"/>
                  <a:gd name="T42" fmla="*/ 62 w 152"/>
                  <a:gd name="T43" fmla="*/ 0 h 76"/>
                  <a:gd name="T44" fmla="*/ 33 w 152"/>
                  <a:gd name="T45" fmla="*/ 0 h 76"/>
                  <a:gd name="T46" fmla="*/ 0 w 152"/>
                  <a:gd name="T47" fmla="*/ 0 h 76"/>
                  <a:gd name="T48" fmla="*/ 0 w 152"/>
                  <a:gd name="T49" fmla="*/ 7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2" h="76">
                    <a:moveTo>
                      <a:pt x="62" y="76"/>
                    </a:moveTo>
                    <a:lnTo>
                      <a:pt x="123" y="76"/>
                    </a:lnTo>
                    <a:lnTo>
                      <a:pt x="123" y="62"/>
                    </a:lnTo>
                    <a:lnTo>
                      <a:pt x="152" y="62"/>
                    </a:lnTo>
                    <a:lnTo>
                      <a:pt x="152" y="15"/>
                    </a:lnTo>
                    <a:lnTo>
                      <a:pt x="123" y="15"/>
                    </a:lnTo>
                    <a:lnTo>
                      <a:pt x="123" y="0"/>
                    </a:lnTo>
                    <a:lnTo>
                      <a:pt x="69" y="0"/>
                    </a:lnTo>
                    <a:lnTo>
                      <a:pt x="62" y="0"/>
                    </a:lnTo>
                    <a:lnTo>
                      <a:pt x="62" y="29"/>
                    </a:lnTo>
                    <a:lnTo>
                      <a:pt x="90" y="29"/>
                    </a:lnTo>
                    <a:lnTo>
                      <a:pt x="90" y="47"/>
                    </a:lnTo>
                    <a:lnTo>
                      <a:pt x="62" y="47"/>
                    </a:lnTo>
                    <a:lnTo>
                      <a:pt x="62" y="76"/>
                    </a:lnTo>
                    <a:close/>
                    <a:moveTo>
                      <a:pt x="0" y="76"/>
                    </a:moveTo>
                    <a:lnTo>
                      <a:pt x="62" y="76"/>
                    </a:lnTo>
                    <a:lnTo>
                      <a:pt x="62" y="47"/>
                    </a:lnTo>
                    <a:lnTo>
                      <a:pt x="29" y="47"/>
                    </a:lnTo>
                    <a:lnTo>
                      <a:pt x="29" y="29"/>
                    </a:lnTo>
                    <a:lnTo>
                      <a:pt x="29" y="29"/>
                    </a:lnTo>
                    <a:lnTo>
                      <a:pt x="62" y="29"/>
                    </a:lnTo>
                    <a:lnTo>
                      <a:pt x="62" y="0"/>
                    </a:lnTo>
                    <a:lnTo>
                      <a:pt x="33" y="0"/>
                    </a:lnTo>
                    <a:lnTo>
                      <a:pt x="0" y="0"/>
                    </a:lnTo>
                    <a:lnTo>
                      <a:pt x="0" y="76"/>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40" name="Freeform 674"/>
              <p:cNvSpPr>
                <a:spLocks noEditPoints="1"/>
              </p:cNvSpPr>
              <p:nvPr/>
            </p:nvSpPr>
            <p:spPr bwMode="auto">
              <a:xfrm>
                <a:off x="5064298" y="1038447"/>
                <a:ext cx="115189" cy="118865"/>
              </a:xfrm>
              <a:custGeom>
                <a:avLst/>
                <a:gdLst>
                  <a:gd name="T0" fmla="*/ 23 w 26"/>
                  <a:gd name="T1" fmla="*/ 19 h 27"/>
                  <a:gd name="T2" fmla="*/ 25 w 26"/>
                  <a:gd name="T3" fmla="*/ 20 h 27"/>
                  <a:gd name="T4" fmla="*/ 22 w 26"/>
                  <a:gd name="T5" fmla="*/ 24 h 27"/>
                  <a:gd name="T6" fmla="*/ 20 w 26"/>
                  <a:gd name="T7" fmla="*/ 22 h 27"/>
                  <a:gd name="T8" fmla="*/ 17 w 26"/>
                  <a:gd name="T9" fmla="*/ 24 h 27"/>
                  <a:gd name="T10" fmla="*/ 17 w 26"/>
                  <a:gd name="T11" fmla="*/ 26 h 27"/>
                  <a:gd name="T12" fmla="*/ 13 w 26"/>
                  <a:gd name="T13" fmla="*/ 27 h 27"/>
                  <a:gd name="T14" fmla="*/ 13 w 26"/>
                  <a:gd name="T15" fmla="*/ 21 h 27"/>
                  <a:gd name="T16" fmla="*/ 19 w 26"/>
                  <a:gd name="T17" fmla="*/ 18 h 27"/>
                  <a:gd name="T18" fmla="*/ 18 w 26"/>
                  <a:gd name="T19" fmla="*/ 8 h 27"/>
                  <a:gd name="T20" fmla="*/ 18 w 26"/>
                  <a:gd name="T21" fmla="*/ 8 h 27"/>
                  <a:gd name="T22" fmla="*/ 15 w 26"/>
                  <a:gd name="T23" fmla="*/ 6 h 27"/>
                  <a:gd name="T24" fmla="*/ 13 w 26"/>
                  <a:gd name="T25" fmla="*/ 6 h 27"/>
                  <a:gd name="T26" fmla="*/ 13 w 26"/>
                  <a:gd name="T27" fmla="*/ 0 h 27"/>
                  <a:gd name="T28" fmla="*/ 14 w 26"/>
                  <a:gd name="T29" fmla="*/ 0 h 27"/>
                  <a:gd name="T30" fmla="*/ 15 w 26"/>
                  <a:gd name="T31" fmla="*/ 2 h 27"/>
                  <a:gd name="T32" fmla="*/ 18 w 26"/>
                  <a:gd name="T33" fmla="*/ 3 h 27"/>
                  <a:gd name="T34" fmla="*/ 20 w 26"/>
                  <a:gd name="T35" fmla="*/ 2 h 27"/>
                  <a:gd name="T36" fmla="*/ 23 w 26"/>
                  <a:gd name="T37" fmla="*/ 5 h 27"/>
                  <a:gd name="T38" fmla="*/ 22 w 26"/>
                  <a:gd name="T39" fmla="*/ 7 h 27"/>
                  <a:gd name="T40" fmla="*/ 24 w 26"/>
                  <a:gd name="T41" fmla="*/ 10 h 27"/>
                  <a:gd name="T42" fmla="*/ 26 w 26"/>
                  <a:gd name="T43" fmla="*/ 10 h 27"/>
                  <a:gd name="T44" fmla="*/ 26 w 26"/>
                  <a:gd name="T45" fmla="*/ 15 h 27"/>
                  <a:gd name="T46" fmla="*/ 24 w 26"/>
                  <a:gd name="T47" fmla="*/ 15 h 27"/>
                  <a:gd name="T48" fmla="*/ 23 w 26"/>
                  <a:gd name="T49" fmla="*/ 19 h 27"/>
                  <a:gd name="T50" fmla="*/ 13 w 26"/>
                  <a:gd name="T51" fmla="*/ 27 h 27"/>
                  <a:gd name="T52" fmla="*/ 12 w 26"/>
                  <a:gd name="T53" fmla="*/ 27 h 27"/>
                  <a:gd name="T54" fmla="*/ 12 w 26"/>
                  <a:gd name="T55" fmla="*/ 25 h 27"/>
                  <a:gd name="T56" fmla="*/ 8 w 26"/>
                  <a:gd name="T57" fmla="*/ 24 h 27"/>
                  <a:gd name="T58" fmla="*/ 7 w 26"/>
                  <a:gd name="T59" fmla="*/ 25 h 27"/>
                  <a:gd name="T60" fmla="*/ 3 w 26"/>
                  <a:gd name="T61" fmla="*/ 22 h 27"/>
                  <a:gd name="T62" fmla="*/ 4 w 26"/>
                  <a:gd name="T63" fmla="*/ 20 h 27"/>
                  <a:gd name="T64" fmla="*/ 2 w 26"/>
                  <a:gd name="T65" fmla="*/ 17 h 27"/>
                  <a:gd name="T66" fmla="*/ 0 w 26"/>
                  <a:gd name="T67" fmla="*/ 17 h 27"/>
                  <a:gd name="T68" fmla="*/ 0 w 26"/>
                  <a:gd name="T69" fmla="*/ 12 h 27"/>
                  <a:gd name="T70" fmla="*/ 2 w 26"/>
                  <a:gd name="T71" fmla="*/ 12 h 27"/>
                  <a:gd name="T72" fmla="*/ 3 w 26"/>
                  <a:gd name="T73" fmla="*/ 8 h 27"/>
                  <a:gd name="T74" fmla="*/ 2 w 26"/>
                  <a:gd name="T75" fmla="*/ 7 h 27"/>
                  <a:gd name="T76" fmla="*/ 5 w 26"/>
                  <a:gd name="T77" fmla="*/ 3 h 27"/>
                  <a:gd name="T78" fmla="*/ 6 w 26"/>
                  <a:gd name="T79" fmla="*/ 4 h 27"/>
                  <a:gd name="T80" fmla="*/ 10 w 26"/>
                  <a:gd name="T81" fmla="*/ 3 h 27"/>
                  <a:gd name="T82" fmla="*/ 10 w 26"/>
                  <a:gd name="T83" fmla="*/ 1 h 27"/>
                  <a:gd name="T84" fmla="*/ 13 w 26"/>
                  <a:gd name="T85" fmla="*/ 0 h 27"/>
                  <a:gd name="T86" fmla="*/ 13 w 26"/>
                  <a:gd name="T87" fmla="*/ 6 h 27"/>
                  <a:gd name="T88" fmla="*/ 7 w 26"/>
                  <a:gd name="T89" fmla="*/ 9 h 27"/>
                  <a:gd name="T90" fmla="*/ 8 w 26"/>
                  <a:gd name="T91" fmla="*/ 19 h 27"/>
                  <a:gd name="T92" fmla="*/ 11 w 26"/>
                  <a:gd name="T93" fmla="*/ 21 h 27"/>
                  <a:gd name="T94" fmla="*/ 13 w 26"/>
                  <a:gd name="T95" fmla="*/ 21 h 27"/>
                  <a:gd name="T96" fmla="*/ 13 w 26"/>
                  <a:gd name="T97"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6" h="27">
                    <a:moveTo>
                      <a:pt x="23" y="19"/>
                    </a:moveTo>
                    <a:cubicBezTo>
                      <a:pt x="25" y="20"/>
                      <a:pt x="25" y="20"/>
                      <a:pt x="25" y="20"/>
                    </a:cubicBezTo>
                    <a:cubicBezTo>
                      <a:pt x="22" y="24"/>
                      <a:pt x="22" y="24"/>
                      <a:pt x="22" y="24"/>
                    </a:cubicBezTo>
                    <a:cubicBezTo>
                      <a:pt x="20" y="22"/>
                      <a:pt x="20" y="22"/>
                      <a:pt x="20" y="22"/>
                    </a:cubicBezTo>
                    <a:cubicBezTo>
                      <a:pt x="19" y="23"/>
                      <a:pt x="18" y="24"/>
                      <a:pt x="17" y="24"/>
                    </a:cubicBezTo>
                    <a:cubicBezTo>
                      <a:pt x="17" y="26"/>
                      <a:pt x="17" y="26"/>
                      <a:pt x="17" y="26"/>
                    </a:cubicBezTo>
                    <a:cubicBezTo>
                      <a:pt x="13" y="27"/>
                      <a:pt x="13" y="27"/>
                      <a:pt x="13" y="27"/>
                    </a:cubicBezTo>
                    <a:cubicBezTo>
                      <a:pt x="13" y="21"/>
                      <a:pt x="13" y="21"/>
                      <a:pt x="13" y="21"/>
                    </a:cubicBezTo>
                    <a:cubicBezTo>
                      <a:pt x="15" y="21"/>
                      <a:pt x="17" y="20"/>
                      <a:pt x="19" y="18"/>
                    </a:cubicBezTo>
                    <a:cubicBezTo>
                      <a:pt x="22" y="15"/>
                      <a:pt x="21" y="10"/>
                      <a:pt x="18" y="8"/>
                    </a:cubicBezTo>
                    <a:cubicBezTo>
                      <a:pt x="18" y="8"/>
                      <a:pt x="18" y="8"/>
                      <a:pt x="18" y="8"/>
                    </a:cubicBezTo>
                    <a:cubicBezTo>
                      <a:pt x="17" y="7"/>
                      <a:pt x="16" y="7"/>
                      <a:pt x="15" y="6"/>
                    </a:cubicBezTo>
                    <a:cubicBezTo>
                      <a:pt x="15" y="6"/>
                      <a:pt x="14" y="6"/>
                      <a:pt x="13" y="6"/>
                    </a:cubicBezTo>
                    <a:cubicBezTo>
                      <a:pt x="13" y="0"/>
                      <a:pt x="13" y="0"/>
                      <a:pt x="13" y="0"/>
                    </a:cubicBezTo>
                    <a:cubicBezTo>
                      <a:pt x="14" y="0"/>
                      <a:pt x="14" y="0"/>
                      <a:pt x="14" y="0"/>
                    </a:cubicBezTo>
                    <a:cubicBezTo>
                      <a:pt x="15" y="2"/>
                      <a:pt x="15" y="2"/>
                      <a:pt x="15" y="2"/>
                    </a:cubicBezTo>
                    <a:cubicBezTo>
                      <a:pt x="16" y="2"/>
                      <a:pt x="17" y="3"/>
                      <a:pt x="18" y="3"/>
                    </a:cubicBezTo>
                    <a:cubicBezTo>
                      <a:pt x="20" y="2"/>
                      <a:pt x="20" y="2"/>
                      <a:pt x="20" y="2"/>
                    </a:cubicBezTo>
                    <a:cubicBezTo>
                      <a:pt x="23" y="5"/>
                      <a:pt x="23" y="5"/>
                      <a:pt x="23" y="5"/>
                    </a:cubicBezTo>
                    <a:cubicBezTo>
                      <a:pt x="22" y="7"/>
                      <a:pt x="22" y="7"/>
                      <a:pt x="22" y="7"/>
                    </a:cubicBezTo>
                    <a:cubicBezTo>
                      <a:pt x="23" y="8"/>
                      <a:pt x="24" y="9"/>
                      <a:pt x="24" y="10"/>
                    </a:cubicBezTo>
                    <a:cubicBezTo>
                      <a:pt x="26" y="10"/>
                      <a:pt x="26" y="10"/>
                      <a:pt x="26" y="10"/>
                    </a:cubicBezTo>
                    <a:cubicBezTo>
                      <a:pt x="26" y="15"/>
                      <a:pt x="26" y="15"/>
                      <a:pt x="26" y="15"/>
                    </a:cubicBezTo>
                    <a:cubicBezTo>
                      <a:pt x="24" y="15"/>
                      <a:pt x="24" y="15"/>
                      <a:pt x="24" y="15"/>
                    </a:cubicBezTo>
                    <a:cubicBezTo>
                      <a:pt x="24" y="16"/>
                      <a:pt x="24" y="18"/>
                      <a:pt x="23" y="19"/>
                    </a:cubicBezTo>
                    <a:close/>
                    <a:moveTo>
                      <a:pt x="13" y="27"/>
                    </a:moveTo>
                    <a:cubicBezTo>
                      <a:pt x="12" y="27"/>
                      <a:pt x="12" y="27"/>
                      <a:pt x="12" y="27"/>
                    </a:cubicBezTo>
                    <a:cubicBezTo>
                      <a:pt x="12" y="25"/>
                      <a:pt x="12" y="25"/>
                      <a:pt x="12" y="25"/>
                    </a:cubicBezTo>
                    <a:cubicBezTo>
                      <a:pt x="10" y="25"/>
                      <a:pt x="9" y="24"/>
                      <a:pt x="8" y="24"/>
                    </a:cubicBezTo>
                    <a:cubicBezTo>
                      <a:pt x="7" y="25"/>
                      <a:pt x="7" y="25"/>
                      <a:pt x="7" y="25"/>
                    </a:cubicBezTo>
                    <a:cubicBezTo>
                      <a:pt x="3" y="22"/>
                      <a:pt x="3" y="22"/>
                      <a:pt x="3" y="22"/>
                    </a:cubicBezTo>
                    <a:cubicBezTo>
                      <a:pt x="4" y="20"/>
                      <a:pt x="4" y="20"/>
                      <a:pt x="4" y="20"/>
                    </a:cubicBezTo>
                    <a:cubicBezTo>
                      <a:pt x="3" y="19"/>
                      <a:pt x="3" y="18"/>
                      <a:pt x="2" y="17"/>
                    </a:cubicBezTo>
                    <a:cubicBezTo>
                      <a:pt x="0" y="17"/>
                      <a:pt x="0" y="17"/>
                      <a:pt x="0" y="17"/>
                    </a:cubicBezTo>
                    <a:cubicBezTo>
                      <a:pt x="0" y="12"/>
                      <a:pt x="0" y="12"/>
                      <a:pt x="0" y="12"/>
                    </a:cubicBezTo>
                    <a:cubicBezTo>
                      <a:pt x="2" y="12"/>
                      <a:pt x="2" y="12"/>
                      <a:pt x="2" y="12"/>
                    </a:cubicBezTo>
                    <a:cubicBezTo>
                      <a:pt x="2" y="11"/>
                      <a:pt x="2" y="9"/>
                      <a:pt x="3" y="8"/>
                    </a:cubicBezTo>
                    <a:cubicBezTo>
                      <a:pt x="2" y="7"/>
                      <a:pt x="2" y="7"/>
                      <a:pt x="2" y="7"/>
                    </a:cubicBezTo>
                    <a:cubicBezTo>
                      <a:pt x="5" y="3"/>
                      <a:pt x="5" y="3"/>
                      <a:pt x="5" y="3"/>
                    </a:cubicBezTo>
                    <a:cubicBezTo>
                      <a:pt x="6" y="4"/>
                      <a:pt x="6" y="4"/>
                      <a:pt x="6" y="4"/>
                    </a:cubicBezTo>
                    <a:cubicBezTo>
                      <a:pt x="7" y="4"/>
                      <a:pt x="8" y="3"/>
                      <a:pt x="10" y="3"/>
                    </a:cubicBezTo>
                    <a:cubicBezTo>
                      <a:pt x="10" y="1"/>
                      <a:pt x="10" y="1"/>
                      <a:pt x="10" y="1"/>
                    </a:cubicBezTo>
                    <a:cubicBezTo>
                      <a:pt x="13" y="0"/>
                      <a:pt x="13" y="0"/>
                      <a:pt x="13" y="0"/>
                    </a:cubicBezTo>
                    <a:cubicBezTo>
                      <a:pt x="13" y="6"/>
                      <a:pt x="13" y="6"/>
                      <a:pt x="13" y="6"/>
                    </a:cubicBezTo>
                    <a:cubicBezTo>
                      <a:pt x="11" y="6"/>
                      <a:pt x="9" y="7"/>
                      <a:pt x="7" y="9"/>
                    </a:cubicBezTo>
                    <a:cubicBezTo>
                      <a:pt x="5" y="12"/>
                      <a:pt x="5" y="17"/>
                      <a:pt x="8" y="19"/>
                    </a:cubicBezTo>
                    <a:cubicBezTo>
                      <a:pt x="9" y="20"/>
                      <a:pt x="10" y="20"/>
                      <a:pt x="11" y="21"/>
                    </a:cubicBezTo>
                    <a:cubicBezTo>
                      <a:pt x="12" y="21"/>
                      <a:pt x="12" y="21"/>
                      <a:pt x="13" y="21"/>
                    </a:cubicBezTo>
                    <a:lnTo>
                      <a:pt x="13" y="27"/>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1" name="Freeform 676"/>
              <p:cNvSpPr>
                <a:spLocks/>
              </p:cNvSpPr>
              <p:nvPr/>
            </p:nvSpPr>
            <p:spPr bwMode="auto">
              <a:xfrm>
                <a:off x="5430696" y="1236964"/>
                <a:ext cx="137246" cy="101709"/>
              </a:xfrm>
              <a:custGeom>
                <a:avLst/>
                <a:gdLst>
                  <a:gd name="T0" fmla="*/ 16 w 31"/>
                  <a:gd name="T1" fmla="*/ 0 h 23"/>
                  <a:gd name="T2" fmla="*/ 0 w 31"/>
                  <a:gd name="T3" fmla="*/ 15 h 23"/>
                  <a:gd name="T4" fmla="*/ 2 w 31"/>
                  <a:gd name="T5" fmla="*/ 23 h 23"/>
                  <a:gd name="T6" fmla="*/ 2 w 31"/>
                  <a:gd name="T7" fmla="*/ 19 h 23"/>
                  <a:gd name="T8" fmla="*/ 3 w 31"/>
                  <a:gd name="T9" fmla="*/ 17 h 23"/>
                  <a:gd name="T10" fmla="*/ 3 w 31"/>
                  <a:gd name="T11" fmla="*/ 15 h 23"/>
                  <a:gd name="T12" fmla="*/ 16 w 31"/>
                  <a:gd name="T13" fmla="*/ 3 h 23"/>
                  <a:gd name="T14" fmla="*/ 28 w 31"/>
                  <a:gd name="T15" fmla="*/ 15 h 23"/>
                  <a:gd name="T16" fmla="*/ 28 w 31"/>
                  <a:gd name="T17" fmla="*/ 17 h 23"/>
                  <a:gd name="T18" fmla="*/ 29 w 31"/>
                  <a:gd name="T19" fmla="*/ 19 h 23"/>
                  <a:gd name="T20" fmla="*/ 29 w 31"/>
                  <a:gd name="T21" fmla="*/ 23 h 23"/>
                  <a:gd name="T22" fmla="*/ 31 w 31"/>
                  <a:gd name="T23" fmla="*/ 15 h 23"/>
                  <a:gd name="T24" fmla="*/ 16 w 31"/>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 h="23">
                    <a:moveTo>
                      <a:pt x="16" y="0"/>
                    </a:moveTo>
                    <a:cubicBezTo>
                      <a:pt x="7" y="0"/>
                      <a:pt x="0" y="7"/>
                      <a:pt x="0" y="15"/>
                    </a:cubicBezTo>
                    <a:cubicBezTo>
                      <a:pt x="0" y="18"/>
                      <a:pt x="1" y="21"/>
                      <a:pt x="2" y="23"/>
                    </a:cubicBezTo>
                    <a:cubicBezTo>
                      <a:pt x="2" y="19"/>
                      <a:pt x="2" y="19"/>
                      <a:pt x="2" y="19"/>
                    </a:cubicBezTo>
                    <a:cubicBezTo>
                      <a:pt x="2" y="18"/>
                      <a:pt x="3" y="17"/>
                      <a:pt x="3" y="17"/>
                    </a:cubicBezTo>
                    <a:cubicBezTo>
                      <a:pt x="3" y="16"/>
                      <a:pt x="3" y="16"/>
                      <a:pt x="3" y="15"/>
                    </a:cubicBezTo>
                    <a:cubicBezTo>
                      <a:pt x="3" y="8"/>
                      <a:pt x="9" y="3"/>
                      <a:pt x="16" y="3"/>
                    </a:cubicBezTo>
                    <a:cubicBezTo>
                      <a:pt x="23" y="3"/>
                      <a:pt x="28" y="8"/>
                      <a:pt x="28" y="15"/>
                    </a:cubicBezTo>
                    <a:cubicBezTo>
                      <a:pt x="28" y="16"/>
                      <a:pt x="28" y="16"/>
                      <a:pt x="28" y="17"/>
                    </a:cubicBezTo>
                    <a:cubicBezTo>
                      <a:pt x="29" y="17"/>
                      <a:pt x="29" y="18"/>
                      <a:pt x="29" y="19"/>
                    </a:cubicBezTo>
                    <a:cubicBezTo>
                      <a:pt x="29" y="23"/>
                      <a:pt x="29" y="23"/>
                      <a:pt x="29" y="23"/>
                    </a:cubicBezTo>
                    <a:cubicBezTo>
                      <a:pt x="30" y="21"/>
                      <a:pt x="31" y="18"/>
                      <a:pt x="31" y="15"/>
                    </a:cubicBezTo>
                    <a:cubicBezTo>
                      <a:pt x="31" y="7"/>
                      <a:pt x="24" y="0"/>
                      <a:pt x="16" y="0"/>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2" name="Freeform 677"/>
              <p:cNvSpPr>
                <a:spLocks/>
              </p:cNvSpPr>
              <p:nvPr/>
            </p:nvSpPr>
            <p:spPr bwMode="auto">
              <a:xfrm>
                <a:off x="5444176" y="1308038"/>
                <a:ext cx="30635" cy="52693"/>
              </a:xfrm>
              <a:custGeom>
                <a:avLst/>
                <a:gdLst>
                  <a:gd name="T0" fmla="*/ 0 w 7"/>
                  <a:gd name="T1" fmla="*/ 2 h 12"/>
                  <a:gd name="T2" fmla="*/ 0 w 7"/>
                  <a:gd name="T3" fmla="*/ 3 h 12"/>
                  <a:gd name="T4" fmla="*/ 0 w 7"/>
                  <a:gd name="T5" fmla="*/ 7 h 12"/>
                  <a:gd name="T6" fmla="*/ 0 w 7"/>
                  <a:gd name="T7" fmla="*/ 8 h 12"/>
                  <a:gd name="T8" fmla="*/ 5 w 7"/>
                  <a:gd name="T9" fmla="*/ 12 h 12"/>
                  <a:gd name="T10" fmla="*/ 7 w 7"/>
                  <a:gd name="T11" fmla="*/ 12 h 12"/>
                  <a:gd name="T12" fmla="*/ 7 w 7"/>
                  <a:gd name="T13" fmla="*/ 0 h 12"/>
                  <a:gd name="T14" fmla="*/ 5 w 7"/>
                  <a:gd name="T15" fmla="*/ 0 h 12"/>
                  <a:gd name="T16" fmla="*/ 0 w 7"/>
                  <a:gd name="T17"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2">
                    <a:moveTo>
                      <a:pt x="0" y="2"/>
                    </a:moveTo>
                    <a:cubicBezTo>
                      <a:pt x="0" y="2"/>
                      <a:pt x="0" y="2"/>
                      <a:pt x="0" y="3"/>
                    </a:cubicBezTo>
                    <a:cubicBezTo>
                      <a:pt x="0" y="7"/>
                      <a:pt x="0" y="7"/>
                      <a:pt x="0" y="7"/>
                    </a:cubicBezTo>
                    <a:cubicBezTo>
                      <a:pt x="0" y="8"/>
                      <a:pt x="0" y="8"/>
                      <a:pt x="0" y="8"/>
                    </a:cubicBezTo>
                    <a:cubicBezTo>
                      <a:pt x="0" y="10"/>
                      <a:pt x="2" y="12"/>
                      <a:pt x="5" y="12"/>
                    </a:cubicBezTo>
                    <a:cubicBezTo>
                      <a:pt x="7" y="12"/>
                      <a:pt x="7" y="12"/>
                      <a:pt x="7" y="12"/>
                    </a:cubicBezTo>
                    <a:cubicBezTo>
                      <a:pt x="7" y="0"/>
                      <a:pt x="7" y="0"/>
                      <a:pt x="7" y="0"/>
                    </a:cubicBezTo>
                    <a:cubicBezTo>
                      <a:pt x="5" y="0"/>
                      <a:pt x="5" y="0"/>
                      <a:pt x="5" y="0"/>
                    </a:cubicBezTo>
                    <a:cubicBezTo>
                      <a:pt x="3" y="0"/>
                      <a:pt x="1" y="1"/>
                      <a:pt x="0" y="2"/>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3" name="Freeform 678"/>
              <p:cNvSpPr>
                <a:spLocks/>
              </p:cNvSpPr>
              <p:nvPr/>
            </p:nvSpPr>
            <p:spPr bwMode="auto">
              <a:xfrm>
                <a:off x="5523828" y="1308038"/>
                <a:ext cx="30635" cy="52693"/>
              </a:xfrm>
              <a:custGeom>
                <a:avLst/>
                <a:gdLst>
                  <a:gd name="T0" fmla="*/ 7 w 7"/>
                  <a:gd name="T1" fmla="*/ 8 h 12"/>
                  <a:gd name="T2" fmla="*/ 7 w 7"/>
                  <a:gd name="T3" fmla="*/ 7 h 12"/>
                  <a:gd name="T4" fmla="*/ 7 w 7"/>
                  <a:gd name="T5" fmla="*/ 3 h 12"/>
                  <a:gd name="T6" fmla="*/ 7 w 7"/>
                  <a:gd name="T7" fmla="*/ 2 h 12"/>
                  <a:gd name="T8" fmla="*/ 2 w 7"/>
                  <a:gd name="T9" fmla="*/ 0 h 12"/>
                  <a:gd name="T10" fmla="*/ 0 w 7"/>
                  <a:gd name="T11" fmla="*/ 0 h 12"/>
                  <a:gd name="T12" fmla="*/ 0 w 7"/>
                  <a:gd name="T13" fmla="*/ 12 h 12"/>
                  <a:gd name="T14" fmla="*/ 2 w 7"/>
                  <a:gd name="T15" fmla="*/ 12 h 12"/>
                  <a:gd name="T16" fmla="*/ 7 w 7"/>
                  <a:gd name="T17" fmla="*/ 8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2">
                    <a:moveTo>
                      <a:pt x="7" y="8"/>
                    </a:moveTo>
                    <a:cubicBezTo>
                      <a:pt x="7" y="7"/>
                      <a:pt x="7" y="7"/>
                      <a:pt x="7" y="7"/>
                    </a:cubicBezTo>
                    <a:cubicBezTo>
                      <a:pt x="7" y="3"/>
                      <a:pt x="7" y="3"/>
                      <a:pt x="7" y="3"/>
                    </a:cubicBezTo>
                    <a:cubicBezTo>
                      <a:pt x="7" y="3"/>
                      <a:pt x="7" y="2"/>
                      <a:pt x="7" y="2"/>
                    </a:cubicBezTo>
                    <a:cubicBezTo>
                      <a:pt x="7" y="1"/>
                      <a:pt x="5" y="0"/>
                      <a:pt x="2" y="0"/>
                    </a:cubicBezTo>
                    <a:cubicBezTo>
                      <a:pt x="0" y="0"/>
                      <a:pt x="0" y="0"/>
                      <a:pt x="0" y="0"/>
                    </a:cubicBezTo>
                    <a:cubicBezTo>
                      <a:pt x="0" y="12"/>
                      <a:pt x="0" y="12"/>
                      <a:pt x="0" y="12"/>
                    </a:cubicBezTo>
                    <a:cubicBezTo>
                      <a:pt x="2" y="12"/>
                      <a:pt x="2" y="12"/>
                      <a:pt x="2" y="12"/>
                    </a:cubicBezTo>
                    <a:cubicBezTo>
                      <a:pt x="5" y="12"/>
                      <a:pt x="7" y="10"/>
                      <a:pt x="7" y="8"/>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4" name="Freeform 679"/>
              <p:cNvSpPr>
                <a:spLocks noEditPoints="1"/>
              </p:cNvSpPr>
              <p:nvPr/>
            </p:nvSpPr>
            <p:spPr bwMode="auto">
              <a:xfrm>
                <a:off x="5987034" y="2883918"/>
                <a:ext cx="186263" cy="137246"/>
              </a:xfrm>
              <a:custGeom>
                <a:avLst/>
                <a:gdLst>
                  <a:gd name="T0" fmla="*/ 28 w 42"/>
                  <a:gd name="T1" fmla="*/ 31 h 31"/>
                  <a:gd name="T2" fmla="*/ 42 w 42"/>
                  <a:gd name="T3" fmla="*/ 31 h 31"/>
                  <a:gd name="T4" fmla="*/ 42 w 42"/>
                  <a:gd name="T5" fmla="*/ 0 h 31"/>
                  <a:gd name="T6" fmla="*/ 28 w 42"/>
                  <a:gd name="T7" fmla="*/ 0 h 31"/>
                  <a:gd name="T8" fmla="*/ 28 w 42"/>
                  <a:gd name="T9" fmla="*/ 13 h 31"/>
                  <a:gd name="T10" fmla="*/ 38 w 42"/>
                  <a:gd name="T11" fmla="*/ 27 h 31"/>
                  <a:gd name="T12" fmla="*/ 28 w 42"/>
                  <a:gd name="T13" fmla="*/ 27 h 31"/>
                  <a:gd name="T14" fmla="*/ 28 w 42"/>
                  <a:gd name="T15" fmla="*/ 31 h 31"/>
                  <a:gd name="T16" fmla="*/ 19 w 42"/>
                  <a:gd name="T17" fmla="*/ 31 h 31"/>
                  <a:gd name="T18" fmla="*/ 28 w 42"/>
                  <a:gd name="T19" fmla="*/ 31 h 31"/>
                  <a:gd name="T20" fmla="*/ 28 w 42"/>
                  <a:gd name="T21" fmla="*/ 27 h 31"/>
                  <a:gd name="T22" fmla="*/ 22 w 42"/>
                  <a:gd name="T23" fmla="*/ 27 h 31"/>
                  <a:gd name="T24" fmla="*/ 21 w 42"/>
                  <a:gd name="T25" fmla="*/ 26 h 31"/>
                  <a:gd name="T26" fmla="*/ 19 w 42"/>
                  <a:gd name="T27" fmla="*/ 23 h 31"/>
                  <a:gd name="T28" fmla="*/ 19 w 42"/>
                  <a:gd name="T29" fmla="*/ 25 h 31"/>
                  <a:gd name="T30" fmla="*/ 20 w 42"/>
                  <a:gd name="T31" fmla="*/ 27 h 31"/>
                  <a:gd name="T32" fmla="*/ 19 w 42"/>
                  <a:gd name="T33" fmla="*/ 27 h 31"/>
                  <a:gd name="T34" fmla="*/ 19 w 42"/>
                  <a:gd name="T35" fmla="*/ 31 h 31"/>
                  <a:gd name="T36" fmla="*/ 28 w 42"/>
                  <a:gd name="T37" fmla="*/ 0 h 31"/>
                  <a:gd name="T38" fmla="*/ 19 w 42"/>
                  <a:gd name="T39" fmla="*/ 0 h 31"/>
                  <a:gd name="T40" fmla="*/ 19 w 42"/>
                  <a:gd name="T41" fmla="*/ 20 h 31"/>
                  <a:gd name="T42" fmla="*/ 26 w 42"/>
                  <a:gd name="T43" fmla="*/ 10 h 31"/>
                  <a:gd name="T44" fmla="*/ 26 w 42"/>
                  <a:gd name="T45" fmla="*/ 10 h 31"/>
                  <a:gd name="T46" fmla="*/ 28 w 42"/>
                  <a:gd name="T47" fmla="*/ 13 h 31"/>
                  <a:gd name="T48" fmla="*/ 28 w 42"/>
                  <a:gd name="T49" fmla="*/ 0 h 31"/>
                  <a:gd name="T50" fmla="*/ 12 w 42"/>
                  <a:gd name="T51" fmla="*/ 31 h 31"/>
                  <a:gd name="T52" fmla="*/ 19 w 42"/>
                  <a:gd name="T53" fmla="*/ 31 h 31"/>
                  <a:gd name="T54" fmla="*/ 19 w 42"/>
                  <a:gd name="T55" fmla="*/ 27 h 31"/>
                  <a:gd name="T56" fmla="*/ 14 w 42"/>
                  <a:gd name="T57" fmla="*/ 27 h 31"/>
                  <a:gd name="T58" fmla="*/ 12 w 42"/>
                  <a:gd name="T59" fmla="*/ 27 h 31"/>
                  <a:gd name="T60" fmla="*/ 12 w 42"/>
                  <a:gd name="T61" fmla="*/ 31 h 31"/>
                  <a:gd name="T62" fmla="*/ 19 w 42"/>
                  <a:gd name="T63" fmla="*/ 0 h 31"/>
                  <a:gd name="T64" fmla="*/ 12 w 42"/>
                  <a:gd name="T65" fmla="*/ 0 h 31"/>
                  <a:gd name="T66" fmla="*/ 12 w 42"/>
                  <a:gd name="T67" fmla="*/ 6 h 31"/>
                  <a:gd name="T68" fmla="*/ 13 w 42"/>
                  <a:gd name="T69" fmla="*/ 8 h 31"/>
                  <a:gd name="T70" fmla="*/ 12 w 42"/>
                  <a:gd name="T71" fmla="*/ 10 h 31"/>
                  <a:gd name="T72" fmla="*/ 12 w 42"/>
                  <a:gd name="T73" fmla="*/ 16 h 31"/>
                  <a:gd name="T74" fmla="*/ 12 w 42"/>
                  <a:gd name="T75" fmla="*/ 16 h 31"/>
                  <a:gd name="T76" fmla="*/ 17 w 42"/>
                  <a:gd name="T77" fmla="*/ 23 h 31"/>
                  <a:gd name="T78" fmla="*/ 19 w 42"/>
                  <a:gd name="T79" fmla="*/ 25 h 31"/>
                  <a:gd name="T80" fmla="*/ 19 w 42"/>
                  <a:gd name="T81" fmla="*/ 23 h 31"/>
                  <a:gd name="T82" fmla="*/ 18 w 42"/>
                  <a:gd name="T83" fmla="*/ 22 h 31"/>
                  <a:gd name="T84" fmla="*/ 19 w 42"/>
                  <a:gd name="T85" fmla="*/ 20 h 31"/>
                  <a:gd name="T86" fmla="*/ 19 w 42"/>
                  <a:gd name="T87" fmla="*/ 0 h 31"/>
                  <a:gd name="T88" fmla="*/ 0 w 42"/>
                  <a:gd name="T89" fmla="*/ 31 h 31"/>
                  <a:gd name="T90" fmla="*/ 12 w 42"/>
                  <a:gd name="T91" fmla="*/ 31 h 31"/>
                  <a:gd name="T92" fmla="*/ 12 w 42"/>
                  <a:gd name="T93" fmla="*/ 27 h 31"/>
                  <a:gd name="T94" fmla="*/ 4 w 42"/>
                  <a:gd name="T95" fmla="*/ 27 h 31"/>
                  <a:gd name="T96" fmla="*/ 4 w 42"/>
                  <a:gd name="T97" fmla="*/ 27 h 31"/>
                  <a:gd name="T98" fmla="*/ 12 w 42"/>
                  <a:gd name="T99" fmla="*/ 16 h 31"/>
                  <a:gd name="T100" fmla="*/ 12 w 42"/>
                  <a:gd name="T101" fmla="*/ 10 h 31"/>
                  <a:gd name="T102" fmla="*/ 10 w 42"/>
                  <a:gd name="T103" fmla="*/ 11 h 31"/>
                  <a:gd name="T104" fmla="*/ 6 w 42"/>
                  <a:gd name="T105" fmla="*/ 8 h 31"/>
                  <a:gd name="T106" fmla="*/ 10 w 42"/>
                  <a:gd name="T107" fmla="*/ 4 h 31"/>
                  <a:gd name="T108" fmla="*/ 10 w 42"/>
                  <a:gd name="T109" fmla="*/ 4 h 31"/>
                  <a:gd name="T110" fmla="*/ 12 w 42"/>
                  <a:gd name="T111" fmla="*/ 6 h 31"/>
                  <a:gd name="T112" fmla="*/ 12 w 42"/>
                  <a:gd name="T113" fmla="*/ 0 h 31"/>
                  <a:gd name="T114" fmla="*/ 0 w 42"/>
                  <a:gd name="T115" fmla="*/ 0 h 31"/>
                  <a:gd name="T116" fmla="*/ 0 w 42"/>
                  <a:gd name="T117"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2" h="31">
                    <a:moveTo>
                      <a:pt x="28" y="31"/>
                    </a:moveTo>
                    <a:cubicBezTo>
                      <a:pt x="42" y="31"/>
                      <a:pt x="42" y="31"/>
                      <a:pt x="42" y="31"/>
                    </a:cubicBezTo>
                    <a:cubicBezTo>
                      <a:pt x="42" y="0"/>
                      <a:pt x="42" y="0"/>
                      <a:pt x="42" y="0"/>
                    </a:cubicBezTo>
                    <a:cubicBezTo>
                      <a:pt x="28" y="0"/>
                      <a:pt x="28" y="0"/>
                      <a:pt x="28" y="0"/>
                    </a:cubicBezTo>
                    <a:cubicBezTo>
                      <a:pt x="28" y="13"/>
                      <a:pt x="28" y="13"/>
                      <a:pt x="28" y="13"/>
                    </a:cubicBezTo>
                    <a:cubicBezTo>
                      <a:pt x="38" y="27"/>
                      <a:pt x="38" y="27"/>
                      <a:pt x="38" y="27"/>
                    </a:cubicBezTo>
                    <a:cubicBezTo>
                      <a:pt x="28" y="27"/>
                      <a:pt x="28" y="27"/>
                      <a:pt x="28" y="27"/>
                    </a:cubicBezTo>
                    <a:lnTo>
                      <a:pt x="28" y="31"/>
                    </a:lnTo>
                    <a:close/>
                    <a:moveTo>
                      <a:pt x="19" y="31"/>
                    </a:moveTo>
                    <a:cubicBezTo>
                      <a:pt x="28" y="31"/>
                      <a:pt x="28" y="31"/>
                      <a:pt x="28" y="31"/>
                    </a:cubicBezTo>
                    <a:cubicBezTo>
                      <a:pt x="28" y="27"/>
                      <a:pt x="28" y="27"/>
                      <a:pt x="28" y="27"/>
                    </a:cubicBezTo>
                    <a:cubicBezTo>
                      <a:pt x="22" y="27"/>
                      <a:pt x="22" y="27"/>
                      <a:pt x="22" y="27"/>
                    </a:cubicBezTo>
                    <a:cubicBezTo>
                      <a:pt x="21" y="26"/>
                      <a:pt x="21" y="26"/>
                      <a:pt x="21" y="26"/>
                    </a:cubicBezTo>
                    <a:cubicBezTo>
                      <a:pt x="19" y="23"/>
                      <a:pt x="19" y="23"/>
                      <a:pt x="19" y="23"/>
                    </a:cubicBezTo>
                    <a:cubicBezTo>
                      <a:pt x="19" y="25"/>
                      <a:pt x="19" y="25"/>
                      <a:pt x="19" y="25"/>
                    </a:cubicBezTo>
                    <a:cubicBezTo>
                      <a:pt x="20" y="27"/>
                      <a:pt x="20" y="27"/>
                      <a:pt x="20" y="27"/>
                    </a:cubicBezTo>
                    <a:cubicBezTo>
                      <a:pt x="19" y="27"/>
                      <a:pt x="19" y="27"/>
                      <a:pt x="19" y="27"/>
                    </a:cubicBezTo>
                    <a:cubicBezTo>
                      <a:pt x="19" y="31"/>
                      <a:pt x="19" y="31"/>
                      <a:pt x="19" y="31"/>
                    </a:cubicBezTo>
                    <a:close/>
                    <a:moveTo>
                      <a:pt x="28" y="0"/>
                    </a:moveTo>
                    <a:cubicBezTo>
                      <a:pt x="19" y="0"/>
                      <a:pt x="19" y="0"/>
                      <a:pt x="19" y="0"/>
                    </a:cubicBezTo>
                    <a:cubicBezTo>
                      <a:pt x="19" y="20"/>
                      <a:pt x="19" y="20"/>
                      <a:pt x="19" y="20"/>
                    </a:cubicBezTo>
                    <a:cubicBezTo>
                      <a:pt x="26" y="10"/>
                      <a:pt x="26" y="10"/>
                      <a:pt x="26" y="10"/>
                    </a:cubicBezTo>
                    <a:cubicBezTo>
                      <a:pt x="26" y="10"/>
                      <a:pt x="26" y="10"/>
                      <a:pt x="26" y="10"/>
                    </a:cubicBezTo>
                    <a:cubicBezTo>
                      <a:pt x="28" y="13"/>
                      <a:pt x="28" y="13"/>
                      <a:pt x="28" y="13"/>
                    </a:cubicBezTo>
                    <a:lnTo>
                      <a:pt x="28" y="0"/>
                    </a:lnTo>
                    <a:close/>
                    <a:moveTo>
                      <a:pt x="12" y="31"/>
                    </a:moveTo>
                    <a:cubicBezTo>
                      <a:pt x="19" y="31"/>
                      <a:pt x="19" y="31"/>
                      <a:pt x="19" y="31"/>
                    </a:cubicBezTo>
                    <a:cubicBezTo>
                      <a:pt x="19" y="27"/>
                      <a:pt x="19" y="27"/>
                      <a:pt x="19" y="27"/>
                    </a:cubicBezTo>
                    <a:cubicBezTo>
                      <a:pt x="14" y="27"/>
                      <a:pt x="14" y="27"/>
                      <a:pt x="14" y="27"/>
                    </a:cubicBezTo>
                    <a:cubicBezTo>
                      <a:pt x="12" y="27"/>
                      <a:pt x="12" y="27"/>
                      <a:pt x="12" y="27"/>
                    </a:cubicBezTo>
                    <a:cubicBezTo>
                      <a:pt x="12" y="31"/>
                      <a:pt x="12" y="31"/>
                      <a:pt x="12" y="31"/>
                    </a:cubicBezTo>
                    <a:close/>
                    <a:moveTo>
                      <a:pt x="19" y="0"/>
                    </a:moveTo>
                    <a:cubicBezTo>
                      <a:pt x="12" y="0"/>
                      <a:pt x="12" y="0"/>
                      <a:pt x="12" y="0"/>
                    </a:cubicBezTo>
                    <a:cubicBezTo>
                      <a:pt x="12" y="6"/>
                      <a:pt x="12" y="6"/>
                      <a:pt x="12" y="6"/>
                    </a:cubicBezTo>
                    <a:cubicBezTo>
                      <a:pt x="13" y="6"/>
                      <a:pt x="13" y="7"/>
                      <a:pt x="13" y="8"/>
                    </a:cubicBezTo>
                    <a:cubicBezTo>
                      <a:pt x="13" y="8"/>
                      <a:pt x="13" y="9"/>
                      <a:pt x="12" y="10"/>
                    </a:cubicBezTo>
                    <a:cubicBezTo>
                      <a:pt x="12" y="16"/>
                      <a:pt x="12" y="16"/>
                      <a:pt x="12" y="16"/>
                    </a:cubicBezTo>
                    <a:cubicBezTo>
                      <a:pt x="12" y="16"/>
                      <a:pt x="12" y="16"/>
                      <a:pt x="12" y="16"/>
                    </a:cubicBezTo>
                    <a:cubicBezTo>
                      <a:pt x="17" y="23"/>
                      <a:pt x="17" y="23"/>
                      <a:pt x="17" y="23"/>
                    </a:cubicBezTo>
                    <a:cubicBezTo>
                      <a:pt x="19" y="25"/>
                      <a:pt x="19" y="25"/>
                      <a:pt x="19" y="25"/>
                    </a:cubicBezTo>
                    <a:cubicBezTo>
                      <a:pt x="19" y="23"/>
                      <a:pt x="19" y="23"/>
                      <a:pt x="19" y="23"/>
                    </a:cubicBezTo>
                    <a:cubicBezTo>
                      <a:pt x="18" y="22"/>
                      <a:pt x="18" y="22"/>
                      <a:pt x="18" y="22"/>
                    </a:cubicBezTo>
                    <a:cubicBezTo>
                      <a:pt x="19" y="20"/>
                      <a:pt x="19" y="20"/>
                      <a:pt x="19" y="20"/>
                    </a:cubicBezTo>
                    <a:lnTo>
                      <a:pt x="19" y="0"/>
                    </a:lnTo>
                    <a:close/>
                    <a:moveTo>
                      <a:pt x="0" y="31"/>
                    </a:moveTo>
                    <a:cubicBezTo>
                      <a:pt x="12" y="31"/>
                      <a:pt x="12" y="31"/>
                      <a:pt x="12" y="31"/>
                    </a:cubicBezTo>
                    <a:cubicBezTo>
                      <a:pt x="12" y="27"/>
                      <a:pt x="12" y="27"/>
                      <a:pt x="12" y="27"/>
                    </a:cubicBezTo>
                    <a:cubicBezTo>
                      <a:pt x="4" y="27"/>
                      <a:pt x="4" y="27"/>
                      <a:pt x="4" y="27"/>
                    </a:cubicBezTo>
                    <a:cubicBezTo>
                      <a:pt x="4" y="27"/>
                      <a:pt x="4" y="27"/>
                      <a:pt x="4" y="27"/>
                    </a:cubicBezTo>
                    <a:cubicBezTo>
                      <a:pt x="12" y="16"/>
                      <a:pt x="12" y="16"/>
                      <a:pt x="12" y="16"/>
                    </a:cubicBezTo>
                    <a:cubicBezTo>
                      <a:pt x="12" y="10"/>
                      <a:pt x="12" y="10"/>
                      <a:pt x="12" y="10"/>
                    </a:cubicBezTo>
                    <a:cubicBezTo>
                      <a:pt x="12" y="10"/>
                      <a:pt x="11" y="11"/>
                      <a:pt x="10" y="11"/>
                    </a:cubicBezTo>
                    <a:cubicBezTo>
                      <a:pt x="8" y="11"/>
                      <a:pt x="6" y="9"/>
                      <a:pt x="6" y="8"/>
                    </a:cubicBezTo>
                    <a:cubicBezTo>
                      <a:pt x="6" y="6"/>
                      <a:pt x="8" y="4"/>
                      <a:pt x="10" y="4"/>
                    </a:cubicBezTo>
                    <a:cubicBezTo>
                      <a:pt x="10" y="4"/>
                      <a:pt x="10" y="4"/>
                      <a:pt x="10" y="4"/>
                    </a:cubicBezTo>
                    <a:cubicBezTo>
                      <a:pt x="11" y="4"/>
                      <a:pt x="12" y="5"/>
                      <a:pt x="12" y="6"/>
                    </a:cubicBezTo>
                    <a:cubicBezTo>
                      <a:pt x="12" y="0"/>
                      <a:pt x="12" y="0"/>
                      <a:pt x="12" y="0"/>
                    </a:cubicBezTo>
                    <a:cubicBezTo>
                      <a:pt x="0" y="0"/>
                      <a:pt x="0" y="0"/>
                      <a:pt x="0" y="0"/>
                    </a:cubicBezTo>
                    <a:lnTo>
                      <a:pt x="0" y="31"/>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0" name="Freeform 695"/>
              <p:cNvSpPr>
                <a:spLocks/>
              </p:cNvSpPr>
              <p:nvPr/>
            </p:nvSpPr>
            <p:spPr bwMode="auto">
              <a:xfrm>
                <a:off x="5766459" y="1895010"/>
                <a:ext cx="93131" cy="115189"/>
              </a:xfrm>
              <a:custGeom>
                <a:avLst/>
                <a:gdLst>
                  <a:gd name="T0" fmla="*/ 3 w 21"/>
                  <a:gd name="T1" fmla="*/ 23 h 26"/>
                  <a:gd name="T2" fmla="*/ 3 w 21"/>
                  <a:gd name="T3" fmla="*/ 22 h 26"/>
                  <a:gd name="T4" fmla="*/ 3 w 21"/>
                  <a:gd name="T5" fmla="*/ 22 h 26"/>
                  <a:gd name="T6" fmla="*/ 3 w 21"/>
                  <a:gd name="T7" fmla="*/ 6 h 26"/>
                  <a:gd name="T8" fmla="*/ 18 w 21"/>
                  <a:gd name="T9" fmla="*/ 6 h 26"/>
                  <a:gd name="T10" fmla="*/ 18 w 21"/>
                  <a:gd name="T11" fmla="*/ 17 h 26"/>
                  <a:gd name="T12" fmla="*/ 17 w 21"/>
                  <a:gd name="T13" fmla="*/ 17 h 26"/>
                  <a:gd name="T14" fmla="*/ 12 w 21"/>
                  <a:gd name="T15" fmla="*/ 22 h 26"/>
                  <a:gd name="T16" fmla="*/ 17 w 21"/>
                  <a:gd name="T17" fmla="*/ 26 h 26"/>
                  <a:gd name="T18" fmla="*/ 21 w 21"/>
                  <a:gd name="T19" fmla="*/ 22 h 26"/>
                  <a:gd name="T20" fmla="*/ 21 w 21"/>
                  <a:gd name="T21" fmla="*/ 22 h 26"/>
                  <a:gd name="T22" fmla="*/ 21 w 21"/>
                  <a:gd name="T23" fmla="*/ 22 h 26"/>
                  <a:gd name="T24" fmla="*/ 21 w 21"/>
                  <a:gd name="T25" fmla="*/ 6 h 26"/>
                  <a:gd name="T26" fmla="*/ 21 w 21"/>
                  <a:gd name="T27" fmla="*/ 0 h 26"/>
                  <a:gd name="T28" fmla="*/ 18 w 21"/>
                  <a:gd name="T29" fmla="*/ 0 h 26"/>
                  <a:gd name="T30" fmla="*/ 3 w 21"/>
                  <a:gd name="T31" fmla="*/ 0 h 26"/>
                  <a:gd name="T32" fmla="*/ 0 w 21"/>
                  <a:gd name="T33" fmla="*/ 0 h 26"/>
                  <a:gd name="T34" fmla="*/ 0 w 21"/>
                  <a:gd name="T35" fmla="*/ 6 h 26"/>
                  <a:gd name="T36" fmla="*/ 0 w 21"/>
                  <a:gd name="T37" fmla="*/ 17 h 26"/>
                  <a:gd name="T38" fmla="*/ 0 w 21"/>
                  <a:gd name="T39" fmla="*/ 17 h 26"/>
                  <a:gd name="T40" fmla="*/ 3 w 21"/>
                  <a:gd name="T41" fmla="*/ 2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 h="26">
                    <a:moveTo>
                      <a:pt x="3" y="23"/>
                    </a:moveTo>
                    <a:cubicBezTo>
                      <a:pt x="3" y="22"/>
                      <a:pt x="3" y="22"/>
                      <a:pt x="3" y="22"/>
                    </a:cubicBezTo>
                    <a:cubicBezTo>
                      <a:pt x="3" y="22"/>
                      <a:pt x="3" y="22"/>
                      <a:pt x="3" y="22"/>
                    </a:cubicBezTo>
                    <a:cubicBezTo>
                      <a:pt x="3" y="6"/>
                      <a:pt x="3" y="6"/>
                      <a:pt x="3" y="6"/>
                    </a:cubicBezTo>
                    <a:cubicBezTo>
                      <a:pt x="18" y="6"/>
                      <a:pt x="18" y="6"/>
                      <a:pt x="18" y="6"/>
                    </a:cubicBezTo>
                    <a:cubicBezTo>
                      <a:pt x="18" y="17"/>
                      <a:pt x="18" y="17"/>
                      <a:pt x="18" y="17"/>
                    </a:cubicBezTo>
                    <a:cubicBezTo>
                      <a:pt x="18" y="17"/>
                      <a:pt x="17" y="17"/>
                      <a:pt x="17" y="17"/>
                    </a:cubicBezTo>
                    <a:cubicBezTo>
                      <a:pt x="14" y="17"/>
                      <a:pt x="12" y="19"/>
                      <a:pt x="12" y="22"/>
                    </a:cubicBezTo>
                    <a:cubicBezTo>
                      <a:pt x="12" y="24"/>
                      <a:pt x="14" y="26"/>
                      <a:pt x="17" y="26"/>
                    </a:cubicBezTo>
                    <a:cubicBezTo>
                      <a:pt x="19" y="26"/>
                      <a:pt x="21" y="24"/>
                      <a:pt x="21" y="22"/>
                    </a:cubicBezTo>
                    <a:cubicBezTo>
                      <a:pt x="21" y="22"/>
                      <a:pt x="21" y="22"/>
                      <a:pt x="21" y="22"/>
                    </a:cubicBezTo>
                    <a:cubicBezTo>
                      <a:pt x="21" y="22"/>
                      <a:pt x="21" y="22"/>
                      <a:pt x="21" y="22"/>
                    </a:cubicBezTo>
                    <a:cubicBezTo>
                      <a:pt x="21" y="6"/>
                      <a:pt x="21" y="6"/>
                      <a:pt x="21" y="6"/>
                    </a:cubicBezTo>
                    <a:cubicBezTo>
                      <a:pt x="21" y="0"/>
                      <a:pt x="21" y="0"/>
                      <a:pt x="21" y="0"/>
                    </a:cubicBezTo>
                    <a:cubicBezTo>
                      <a:pt x="18" y="0"/>
                      <a:pt x="18" y="0"/>
                      <a:pt x="18" y="0"/>
                    </a:cubicBezTo>
                    <a:cubicBezTo>
                      <a:pt x="3" y="0"/>
                      <a:pt x="3" y="0"/>
                      <a:pt x="3" y="0"/>
                    </a:cubicBezTo>
                    <a:cubicBezTo>
                      <a:pt x="0" y="0"/>
                      <a:pt x="0" y="0"/>
                      <a:pt x="0" y="0"/>
                    </a:cubicBezTo>
                    <a:cubicBezTo>
                      <a:pt x="0" y="6"/>
                      <a:pt x="0" y="6"/>
                      <a:pt x="0" y="6"/>
                    </a:cubicBezTo>
                    <a:cubicBezTo>
                      <a:pt x="0" y="17"/>
                      <a:pt x="0" y="17"/>
                      <a:pt x="0" y="17"/>
                    </a:cubicBezTo>
                    <a:cubicBezTo>
                      <a:pt x="0" y="17"/>
                      <a:pt x="0" y="17"/>
                      <a:pt x="0" y="17"/>
                    </a:cubicBezTo>
                    <a:cubicBezTo>
                      <a:pt x="1" y="19"/>
                      <a:pt x="2" y="21"/>
                      <a:pt x="3" y="23"/>
                    </a:cubicBez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9" name="Group 8"/>
            <p:cNvGrpSpPr/>
            <p:nvPr/>
          </p:nvGrpSpPr>
          <p:grpSpPr>
            <a:xfrm>
              <a:off x="5968434" y="1819392"/>
              <a:ext cx="5062271" cy="5038608"/>
              <a:chOff x="4476325" y="1364544"/>
              <a:chExt cx="3796703" cy="3778956"/>
            </a:xfrm>
          </p:grpSpPr>
          <p:sp>
            <p:nvSpPr>
              <p:cNvPr id="246" name="Freeform 468"/>
              <p:cNvSpPr>
                <a:spLocks noEditPoints="1"/>
              </p:cNvSpPr>
              <p:nvPr/>
            </p:nvSpPr>
            <p:spPr bwMode="auto">
              <a:xfrm>
                <a:off x="4749783" y="1386364"/>
                <a:ext cx="2829064" cy="2829064"/>
              </a:xfrm>
              <a:custGeom>
                <a:avLst/>
                <a:gdLst>
                  <a:gd name="T0" fmla="*/ 315 w 630"/>
                  <a:gd name="T1" fmla="*/ 19 h 630"/>
                  <a:gd name="T2" fmla="*/ 611 w 630"/>
                  <a:gd name="T3" fmla="*/ 315 h 630"/>
                  <a:gd name="T4" fmla="*/ 315 w 630"/>
                  <a:gd name="T5" fmla="*/ 611 h 630"/>
                  <a:gd name="T6" fmla="*/ 315 w 630"/>
                  <a:gd name="T7" fmla="*/ 630 h 630"/>
                  <a:gd name="T8" fmla="*/ 630 w 630"/>
                  <a:gd name="T9" fmla="*/ 315 h 630"/>
                  <a:gd name="T10" fmla="*/ 315 w 630"/>
                  <a:gd name="T11" fmla="*/ 0 h 630"/>
                  <a:gd name="T12" fmla="*/ 315 w 630"/>
                  <a:gd name="T13" fmla="*/ 19 h 630"/>
                  <a:gd name="T14" fmla="*/ 315 w 630"/>
                  <a:gd name="T15" fmla="*/ 611 h 630"/>
                  <a:gd name="T16" fmla="*/ 19 w 630"/>
                  <a:gd name="T17" fmla="*/ 315 h 630"/>
                  <a:gd name="T18" fmla="*/ 315 w 630"/>
                  <a:gd name="T19" fmla="*/ 19 h 630"/>
                  <a:gd name="T20" fmla="*/ 315 w 630"/>
                  <a:gd name="T21" fmla="*/ 0 h 630"/>
                  <a:gd name="T22" fmla="*/ 0 w 630"/>
                  <a:gd name="T23" fmla="*/ 315 h 630"/>
                  <a:gd name="T24" fmla="*/ 315 w 630"/>
                  <a:gd name="T25" fmla="*/ 630 h 630"/>
                  <a:gd name="T26" fmla="*/ 315 w 630"/>
                  <a:gd name="T27" fmla="*/ 611 h 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0" h="630">
                    <a:moveTo>
                      <a:pt x="315" y="19"/>
                    </a:moveTo>
                    <a:cubicBezTo>
                      <a:pt x="479" y="19"/>
                      <a:pt x="611" y="152"/>
                      <a:pt x="611" y="315"/>
                    </a:cubicBezTo>
                    <a:cubicBezTo>
                      <a:pt x="611" y="479"/>
                      <a:pt x="479" y="611"/>
                      <a:pt x="315" y="611"/>
                    </a:cubicBezTo>
                    <a:cubicBezTo>
                      <a:pt x="315" y="630"/>
                      <a:pt x="315" y="630"/>
                      <a:pt x="315" y="630"/>
                    </a:cubicBezTo>
                    <a:cubicBezTo>
                      <a:pt x="489" y="630"/>
                      <a:pt x="630" y="489"/>
                      <a:pt x="630" y="315"/>
                    </a:cubicBezTo>
                    <a:cubicBezTo>
                      <a:pt x="630" y="141"/>
                      <a:pt x="489" y="0"/>
                      <a:pt x="315" y="0"/>
                    </a:cubicBezTo>
                    <a:lnTo>
                      <a:pt x="315" y="19"/>
                    </a:lnTo>
                    <a:close/>
                    <a:moveTo>
                      <a:pt x="315" y="611"/>
                    </a:moveTo>
                    <a:cubicBezTo>
                      <a:pt x="152" y="611"/>
                      <a:pt x="19" y="479"/>
                      <a:pt x="19" y="315"/>
                    </a:cubicBezTo>
                    <a:cubicBezTo>
                      <a:pt x="19" y="152"/>
                      <a:pt x="152" y="19"/>
                      <a:pt x="315" y="19"/>
                    </a:cubicBezTo>
                    <a:cubicBezTo>
                      <a:pt x="315" y="0"/>
                      <a:pt x="315" y="0"/>
                      <a:pt x="315" y="0"/>
                    </a:cubicBezTo>
                    <a:cubicBezTo>
                      <a:pt x="141" y="0"/>
                      <a:pt x="0" y="141"/>
                      <a:pt x="0" y="315"/>
                    </a:cubicBezTo>
                    <a:cubicBezTo>
                      <a:pt x="0" y="489"/>
                      <a:pt x="141" y="630"/>
                      <a:pt x="315" y="630"/>
                    </a:cubicBezTo>
                    <a:lnTo>
                      <a:pt x="315" y="611"/>
                    </a:lnTo>
                    <a:close/>
                  </a:path>
                </a:pathLst>
              </a:custGeom>
              <a:solidFill>
                <a:schemeClr val="bg1">
                  <a:lumMod val="95000"/>
                  <a:alpha val="61000"/>
                </a:schemeClr>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52" name="Freeform 251"/>
              <p:cNvSpPr>
                <a:spLocks/>
              </p:cNvSpPr>
              <p:nvPr/>
            </p:nvSpPr>
            <p:spPr bwMode="auto">
              <a:xfrm>
                <a:off x="6896145" y="3801414"/>
                <a:ext cx="1376883" cy="1342086"/>
              </a:xfrm>
              <a:custGeom>
                <a:avLst/>
                <a:gdLst>
                  <a:gd name="connsiteX0" fmla="*/ 246478 w 1376883"/>
                  <a:gd name="connsiteY0" fmla="*/ 0 h 1342086"/>
                  <a:gd name="connsiteX1" fmla="*/ 1376883 w 1376883"/>
                  <a:gd name="connsiteY1" fmla="*/ 1342086 h 1342086"/>
                  <a:gd name="connsiteX2" fmla="*/ 964218 w 1376883"/>
                  <a:gd name="connsiteY2" fmla="*/ 1342086 h 1342086"/>
                  <a:gd name="connsiteX3" fmla="*/ 0 w 1376883"/>
                  <a:gd name="connsiteY3" fmla="*/ 201522 h 1342086"/>
                </a:gdLst>
                <a:ahLst/>
                <a:cxnLst>
                  <a:cxn ang="0">
                    <a:pos x="connsiteX0" y="connsiteY0"/>
                  </a:cxn>
                  <a:cxn ang="0">
                    <a:pos x="connsiteX1" y="connsiteY1"/>
                  </a:cxn>
                  <a:cxn ang="0">
                    <a:pos x="connsiteX2" y="connsiteY2"/>
                  </a:cxn>
                  <a:cxn ang="0">
                    <a:pos x="connsiteX3" y="connsiteY3"/>
                  </a:cxn>
                </a:cxnLst>
                <a:rect l="l" t="t" r="r" b="b"/>
                <a:pathLst>
                  <a:path w="1376883" h="1342086">
                    <a:moveTo>
                      <a:pt x="246478" y="0"/>
                    </a:moveTo>
                    <a:lnTo>
                      <a:pt x="1376883" y="1342086"/>
                    </a:lnTo>
                    <a:lnTo>
                      <a:pt x="964218" y="1342086"/>
                    </a:lnTo>
                    <a:lnTo>
                      <a:pt x="0" y="201522"/>
                    </a:lnTo>
                    <a:close/>
                  </a:path>
                </a:pathLst>
              </a:custGeom>
              <a:solidFill>
                <a:schemeClr val="accent1">
                  <a:lumMod val="50000"/>
                </a:schemeClr>
              </a:solidFill>
              <a:ln>
                <a:noFill/>
              </a:ln>
            </p:spPr>
            <p:txBody>
              <a:bodyPr vert="horz" wrap="square" lIns="121920" tIns="60960" rIns="121920" bIns="60960" numCol="1" anchor="t" anchorCtr="0" compatLnSpc="1">
                <a:prstTxWarp prst="textNoShape">
                  <a:avLst/>
                </a:prstTxWarp>
                <a:noAutofit/>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48" name="Freeform 470"/>
              <p:cNvSpPr>
                <a:spLocks/>
              </p:cNvSpPr>
              <p:nvPr/>
            </p:nvSpPr>
            <p:spPr bwMode="auto">
              <a:xfrm>
                <a:off x="6810884" y="3702203"/>
                <a:ext cx="466602" cy="430948"/>
              </a:xfrm>
              <a:custGeom>
                <a:avLst/>
                <a:gdLst>
                  <a:gd name="T0" fmla="*/ 79 w 104"/>
                  <a:gd name="T1" fmla="*/ 0 h 96"/>
                  <a:gd name="T2" fmla="*/ 0 w 104"/>
                  <a:gd name="T3" fmla="*/ 65 h 96"/>
                  <a:gd name="T4" fmla="*/ 25 w 104"/>
                  <a:gd name="T5" fmla="*/ 96 h 96"/>
                  <a:gd name="T6" fmla="*/ 104 w 104"/>
                  <a:gd name="T7" fmla="*/ 31 h 96"/>
                  <a:gd name="T8" fmla="*/ 79 w 104"/>
                  <a:gd name="T9" fmla="*/ 0 h 96"/>
                </a:gdLst>
                <a:ahLst/>
                <a:cxnLst>
                  <a:cxn ang="0">
                    <a:pos x="T0" y="T1"/>
                  </a:cxn>
                  <a:cxn ang="0">
                    <a:pos x="T2" y="T3"/>
                  </a:cxn>
                  <a:cxn ang="0">
                    <a:pos x="T4" y="T5"/>
                  </a:cxn>
                  <a:cxn ang="0">
                    <a:pos x="T6" y="T7"/>
                  </a:cxn>
                  <a:cxn ang="0">
                    <a:pos x="T8" y="T9"/>
                  </a:cxn>
                </a:cxnLst>
                <a:rect l="0" t="0" r="r" b="b"/>
                <a:pathLst>
                  <a:path w="104" h="96">
                    <a:moveTo>
                      <a:pt x="79" y="0"/>
                    </a:moveTo>
                    <a:cubicBezTo>
                      <a:pt x="0" y="65"/>
                      <a:pt x="0" y="65"/>
                      <a:pt x="0" y="65"/>
                    </a:cubicBezTo>
                    <a:cubicBezTo>
                      <a:pt x="25" y="96"/>
                      <a:pt x="25" y="96"/>
                      <a:pt x="25" y="96"/>
                    </a:cubicBezTo>
                    <a:cubicBezTo>
                      <a:pt x="63" y="85"/>
                      <a:pt x="89" y="63"/>
                      <a:pt x="104" y="31"/>
                    </a:cubicBezTo>
                    <a:lnTo>
                      <a:pt x="79" y="0"/>
                    </a:lnTo>
                    <a:close/>
                  </a:path>
                </a:pathLst>
              </a:custGeom>
              <a:solidFill>
                <a:schemeClr val="tx1">
                  <a:lumMod val="95000"/>
                  <a:lumOff val="5000"/>
                </a:schemeClr>
              </a:solidFill>
              <a:ln>
                <a:noFill/>
              </a:ln>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49" name="Freeform 471"/>
              <p:cNvSpPr>
                <a:spLocks noEditPoints="1"/>
              </p:cNvSpPr>
              <p:nvPr/>
            </p:nvSpPr>
            <p:spPr bwMode="auto">
              <a:xfrm>
                <a:off x="4476325" y="1364544"/>
                <a:ext cx="3260012" cy="2853867"/>
              </a:xfrm>
              <a:custGeom>
                <a:avLst/>
                <a:gdLst>
                  <a:gd name="T0" fmla="*/ 363 w 726"/>
                  <a:gd name="T1" fmla="*/ 636 h 636"/>
                  <a:gd name="T2" fmla="*/ 516 w 726"/>
                  <a:gd name="T3" fmla="*/ 597 h 636"/>
                  <a:gd name="T4" fmla="*/ 642 w 726"/>
                  <a:gd name="T5" fmla="*/ 166 h 636"/>
                  <a:gd name="T6" fmla="*/ 363 w 726"/>
                  <a:gd name="T7" fmla="*/ 0 h 636"/>
                  <a:gd name="T8" fmla="*/ 363 w 726"/>
                  <a:gd name="T9" fmla="*/ 18 h 636"/>
                  <a:gd name="T10" fmla="*/ 627 w 726"/>
                  <a:gd name="T11" fmla="*/ 174 h 636"/>
                  <a:gd name="T12" fmla="*/ 507 w 726"/>
                  <a:gd name="T13" fmla="*/ 582 h 636"/>
                  <a:gd name="T14" fmla="*/ 363 w 726"/>
                  <a:gd name="T15" fmla="*/ 618 h 636"/>
                  <a:gd name="T16" fmla="*/ 363 w 726"/>
                  <a:gd name="T17" fmla="*/ 636 h 636"/>
                  <a:gd name="T18" fmla="*/ 211 w 726"/>
                  <a:gd name="T19" fmla="*/ 39 h 636"/>
                  <a:gd name="T20" fmla="*/ 84 w 726"/>
                  <a:gd name="T21" fmla="*/ 471 h 636"/>
                  <a:gd name="T22" fmla="*/ 363 w 726"/>
                  <a:gd name="T23" fmla="*/ 636 h 636"/>
                  <a:gd name="T24" fmla="*/ 363 w 726"/>
                  <a:gd name="T25" fmla="*/ 618 h 636"/>
                  <a:gd name="T26" fmla="*/ 100 w 726"/>
                  <a:gd name="T27" fmla="*/ 462 h 636"/>
                  <a:gd name="T28" fmla="*/ 219 w 726"/>
                  <a:gd name="T29" fmla="*/ 55 h 636"/>
                  <a:gd name="T30" fmla="*/ 363 w 726"/>
                  <a:gd name="T31" fmla="*/ 18 h 636"/>
                  <a:gd name="T32" fmla="*/ 363 w 726"/>
                  <a:gd name="T33" fmla="*/ 0 h 636"/>
                  <a:gd name="T34" fmla="*/ 211 w 726"/>
                  <a:gd name="T35" fmla="*/ 39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26" h="636">
                    <a:moveTo>
                      <a:pt x="363" y="636"/>
                    </a:moveTo>
                    <a:cubicBezTo>
                      <a:pt x="415" y="636"/>
                      <a:pt x="467" y="623"/>
                      <a:pt x="516" y="597"/>
                    </a:cubicBezTo>
                    <a:cubicBezTo>
                      <a:pt x="670" y="513"/>
                      <a:pt x="726" y="320"/>
                      <a:pt x="642" y="166"/>
                    </a:cubicBezTo>
                    <a:cubicBezTo>
                      <a:pt x="584" y="60"/>
                      <a:pt x="476" y="0"/>
                      <a:pt x="363" y="0"/>
                    </a:cubicBezTo>
                    <a:cubicBezTo>
                      <a:pt x="363" y="18"/>
                      <a:pt x="363" y="18"/>
                      <a:pt x="363" y="18"/>
                    </a:cubicBezTo>
                    <a:cubicBezTo>
                      <a:pt x="469" y="18"/>
                      <a:pt x="572" y="74"/>
                      <a:pt x="627" y="174"/>
                    </a:cubicBezTo>
                    <a:cubicBezTo>
                      <a:pt x="706" y="320"/>
                      <a:pt x="653" y="502"/>
                      <a:pt x="507" y="582"/>
                    </a:cubicBezTo>
                    <a:cubicBezTo>
                      <a:pt x="462" y="607"/>
                      <a:pt x="412" y="619"/>
                      <a:pt x="363" y="618"/>
                    </a:cubicBezTo>
                    <a:lnTo>
                      <a:pt x="363" y="636"/>
                    </a:lnTo>
                    <a:close/>
                    <a:moveTo>
                      <a:pt x="211" y="39"/>
                    </a:moveTo>
                    <a:cubicBezTo>
                      <a:pt x="57" y="124"/>
                      <a:pt x="0" y="317"/>
                      <a:pt x="84" y="471"/>
                    </a:cubicBezTo>
                    <a:cubicBezTo>
                      <a:pt x="142" y="576"/>
                      <a:pt x="251" y="636"/>
                      <a:pt x="363" y="636"/>
                    </a:cubicBezTo>
                    <a:cubicBezTo>
                      <a:pt x="363" y="618"/>
                      <a:pt x="363" y="618"/>
                      <a:pt x="363" y="618"/>
                    </a:cubicBezTo>
                    <a:cubicBezTo>
                      <a:pt x="257" y="618"/>
                      <a:pt x="154" y="562"/>
                      <a:pt x="100" y="462"/>
                    </a:cubicBezTo>
                    <a:cubicBezTo>
                      <a:pt x="20" y="317"/>
                      <a:pt x="74" y="134"/>
                      <a:pt x="219" y="55"/>
                    </a:cubicBezTo>
                    <a:cubicBezTo>
                      <a:pt x="265" y="30"/>
                      <a:pt x="315" y="18"/>
                      <a:pt x="363" y="18"/>
                    </a:cubicBezTo>
                    <a:cubicBezTo>
                      <a:pt x="363" y="0"/>
                      <a:pt x="363" y="0"/>
                      <a:pt x="363" y="0"/>
                    </a:cubicBezTo>
                    <a:cubicBezTo>
                      <a:pt x="312" y="0"/>
                      <a:pt x="259" y="13"/>
                      <a:pt x="211" y="39"/>
                    </a:cubicBezTo>
                    <a:close/>
                  </a:path>
                </a:pathLst>
              </a:custGeom>
              <a:solidFill>
                <a:srgbClr val="15303B"/>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50" name="Rectangle 249"/>
            <p:cNvSpPr/>
            <p:nvPr/>
          </p:nvSpPr>
          <p:spPr>
            <a:xfrm>
              <a:off x="6608406" y="2928730"/>
              <a:ext cx="3112878" cy="1721331"/>
            </a:xfrm>
            <a:prstGeom prst="rect">
              <a:avLst/>
            </a:prstGeom>
          </p:spPr>
          <p:txBody>
            <a:bodyPr wrap="none">
              <a:spAutoFit/>
            </a:bodyPr>
            <a:lstStyle/>
            <a:p>
              <a:pPr algn="ctr"/>
              <a:r>
                <a:rPr lang="en-US" sz="6400"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SEO</a:t>
              </a:r>
              <a:endParaRPr lang="en-US" sz="4800"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algn="ctr"/>
              <a:r>
                <a:rPr lang="en-US" sz="2667"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OPTIMIZATION</a:t>
              </a:r>
              <a:endParaRPr lang="en-US" sz="4800"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54" name="TextBox 253"/>
          <p:cNvSpPr txBox="1"/>
          <p:nvPr/>
        </p:nvSpPr>
        <p:spPr>
          <a:xfrm>
            <a:off x="1112423" y="2566893"/>
            <a:ext cx="3687719" cy="1598771"/>
          </a:xfrm>
          <a:prstGeom prst="rect">
            <a:avLst/>
          </a:prstGeom>
          <a:noFill/>
        </p:spPr>
        <p:txBody>
          <a:bodyPr wrap="square" rtlCol="0">
            <a:spAutoFit/>
          </a:bodyPr>
          <a:lstStyle/>
          <a:p>
            <a:pPr>
              <a:lnSpc>
                <a:spcPct val="150000"/>
              </a:lnSpc>
            </a:pP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Lorem ipsum dolor sit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amet</a:t>
            </a: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consetetur</a:t>
            </a: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sadipscing</a:t>
            </a: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elitr</a:t>
            </a: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sed</a:t>
            </a: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diam</a:t>
            </a: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nonumy</a:t>
            </a: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eirmod</a:t>
            </a: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tempor</a:t>
            </a: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invidunt</a:t>
            </a: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ut</a:t>
            </a: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labore</a:t>
            </a: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et. Cupcake ipsum dolor. Lorem ipsum dolor sit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amet</a:t>
            </a: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consetetur</a:t>
            </a: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sadipscing</a:t>
            </a: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elitr</a:t>
            </a: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sed diam</a:t>
            </a:r>
          </a:p>
        </p:txBody>
      </p:sp>
      <p:sp>
        <p:nvSpPr>
          <p:cNvPr id="255" name="Rectangle 254"/>
          <p:cNvSpPr/>
          <p:nvPr/>
        </p:nvSpPr>
        <p:spPr>
          <a:xfrm>
            <a:off x="1106704" y="1951339"/>
            <a:ext cx="3475760" cy="502766"/>
          </a:xfrm>
          <a:prstGeom prst="rect">
            <a:avLst/>
          </a:prstGeom>
        </p:spPr>
        <p:txBody>
          <a:bodyPr wrap="none">
            <a:spAutoFit/>
          </a:bodyPr>
          <a:lstStyle/>
          <a:p>
            <a:r>
              <a:rPr lang="en-US" sz="2667"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SEO OPTIMIZATION</a:t>
            </a:r>
          </a:p>
        </p:txBody>
      </p:sp>
      <p:sp>
        <p:nvSpPr>
          <p:cNvPr id="265" name="Flowchart: Process 264"/>
          <p:cNvSpPr/>
          <p:nvPr/>
        </p:nvSpPr>
        <p:spPr>
          <a:xfrm rot="16200000">
            <a:off x="1291023" y="5525069"/>
            <a:ext cx="146259" cy="171552"/>
          </a:xfrm>
          <a:prstGeom prst="flowChartProcess">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66" name="Flowchart: Process 265"/>
          <p:cNvSpPr/>
          <p:nvPr/>
        </p:nvSpPr>
        <p:spPr>
          <a:xfrm rot="16200000">
            <a:off x="1387083" y="5387616"/>
            <a:ext cx="421164" cy="171552"/>
          </a:xfrm>
          <a:prstGeom prst="flowChartProcess">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67" name="Flowchart: Process 266"/>
          <p:cNvSpPr/>
          <p:nvPr/>
        </p:nvSpPr>
        <p:spPr>
          <a:xfrm rot="16200000">
            <a:off x="1484463" y="5251483"/>
            <a:ext cx="693431" cy="171552"/>
          </a:xfrm>
          <a:prstGeom prst="flowChartProcess">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68" name="Flowchart: Process 267"/>
          <p:cNvSpPr/>
          <p:nvPr/>
        </p:nvSpPr>
        <p:spPr>
          <a:xfrm rot="16200000">
            <a:off x="1921977" y="5455483"/>
            <a:ext cx="285431" cy="171552"/>
          </a:xfrm>
          <a:prstGeom prst="flowChartProcess">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69" name="Flowchart: Process 268"/>
          <p:cNvSpPr/>
          <p:nvPr/>
        </p:nvSpPr>
        <p:spPr>
          <a:xfrm rot="16200000">
            <a:off x="2126358" y="5427356"/>
            <a:ext cx="341685" cy="171552"/>
          </a:xfrm>
          <a:prstGeom prst="flowChartProcess">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70" name="Flowchart: Process 269"/>
          <p:cNvSpPr/>
          <p:nvPr/>
        </p:nvSpPr>
        <p:spPr>
          <a:xfrm rot="16200000">
            <a:off x="2262586" y="5331076"/>
            <a:ext cx="534245" cy="171552"/>
          </a:xfrm>
          <a:prstGeom prst="flowChartProcess">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71" name="Flowchart: Process 270"/>
          <p:cNvSpPr/>
          <p:nvPr/>
        </p:nvSpPr>
        <p:spPr>
          <a:xfrm rot="16200000">
            <a:off x="2524508" y="5364395"/>
            <a:ext cx="467608" cy="171552"/>
          </a:xfrm>
          <a:prstGeom prst="flowChartProcess">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73" name="Flowchart: Process 272"/>
          <p:cNvSpPr/>
          <p:nvPr/>
        </p:nvSpPr>
        <p:spPr>
          <a:xfrm rot="5400000" flipH="1">
            <a:off x="3532744" y="4962293"/>
            <a:ext cx="1271809" cy="171552"/>
          </a:xfrm>
          <a:prstGeom prst="flowChartProcess">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74" name="Flowchart: Process 273"/>
          <p:cNvSpPr/>
          <p:nvPr/>
        </p:nvSpPr>
        <p:spPr>
          <a:xfrm rot="5400000" flipH="1">
            <a:off x="3249398" y="4912460"/>
            <a:ext cx="1371477" cy="171552"/>
          </a:xfrm>
          <a:prstGeom prst="flowChartProcess">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75" name="Flowchart: Process 274"/>
          <p:cNvSpPr/>
          <p:nvPr/>
        </p:nvSpPr>
        <p:spPr>
          <a:xfrm rot="5400000" flipH="1">
            <a:off x="3154764" y="5051340"/>
            <a:ext cx="1093717" cy="171552"/>
          </a:xfrm>
          <a:prstGeom prst="flowChartProcess">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76" name="Flowchart: Process 275"/>
          <p:cNvSpPr/>
          <p:nvPr/>
        </p:nvSpPr>
        <p:spPr>
          <a:xfrm rot="5400000" flipH="1">
            <a:off x="3018467" y="5148556"/>
            <a:ext cx="899284" cy="171552"/>
          </a:xfrm>
          <a:prstGeom prst="flowChartProcess">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77" name="Flowchart: Process 276"/>
          <p:cNvSpPr/>
          <p:nvPr/>
        </p:nvSpPr>
        <p:spPr>
          <a:xfrm rot="5400000" flipH="1">
            <a:off x="2835791" y="5198389"/>
            <a:ext cx="799619" cy="171552"/>
          </a:xfrm>
          <a:prstGeom prst="flowChartProcess">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78" name="Flowchart: Process 277"/>
          <p:cNvSpPr/>
          <p:nvPr/>
        </p:nvSpPr>
        <p:spPr>
          <a:xfrm rot="5400000" flipH="1">
            <a:off x="2735970" y="5331076"/>
            <a:ext cx="534245" cy="171552"/>
          </a:xfrm>
          <a:prstGeom prst="flowChartProcess">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81" name="TextBox 280"/>
          <p:cNvSpPr txBox="1"/>
          <p:nvPr/>
        </p:nvSpPr>
        <p:spPr>
          <a:xfrm>
            <a:off x="1278377" y="5763145"/>
            <a:ext cx="700236" cy="169277"/>
          </a:xfrm>
          <a:prstGeom prst="rect">
            <a:avLst/>
          </a:prstGeom>
          <a:noFill/>
        </p:spPr>
        <p:txBody>
          <a:bodyPr wrap="square" lIns="0" tIns="0" rtlCol="0">
            <a:spAutoFit/>
          </a:bodyPr>
          <a:lstStyle/>
          <a:p>
            <a:r>
              <a:rPr lang="en-US" sz="800"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MARCH</a:t>
            </a:r>
          </a:p>
        </p:txBody>
      </p:sp>
      <p:sp>
        <p:nvSpPr>
          <p:cNvPr id="282" name="TextBox 281"/>
          <p:cNvSpPr txBox="1"/>
          <p:nvPr/>
        </p:nvSpPr>
        <p:spPr>
          <a:xfrm>
            <a:off x="2408323" y="5762113"/>
            <a:ext cx="700236" cy="169277"/>
          </a:xfrm>
          <a:prstGeom prst="rect">
            <a:avLst/>
          </a:prstGeom>
          <a:noFill/>
        </p:spPr>
        <p:txBody>
          <a:bodyPr wrap="square" lIns="0" tIns="0" rIns="0" rtlCol="0">
            <a:spAutoFit/>
          </a:bodyPr>
          <a:lstStyle/>
          <a:p>
            <a:pPr algn="ctr"/>
            <a:r>
              <a:rPr lang="en-US" sz="800"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AUGUST</a:t>
            </a:r>
          </a:p>
        </p:txBody>
      </p:sp>
      <p:sp>
        <p:nvSpPr>
          <p:cNvPr id="283" name="TextBox 282"/>
          <p:cNvSpPr txBox="1"/>
          <p:nvPr/>
        </p:nvSpPr>
        <p:spPr>
          <a:xfrm>
            <a:off x="3546150" y="5760902"/>
            <a:ext cx="700236" cy="169277"/>
          </a:xfrm>
          <a:prstGeom prst="rect">
            <a:avLst/>
          </a:prstGeom>
          <a:noFill/>
        </p:spPr>
        <p:txBody>
          <a:bodyPr wrap="square" lIns="0" tIns="0" rIns="0" rtlCol="0">
            <a:spAutoFit/>
          </a:bodyPr>
          <a:lstStyle/>
          <a:p>
            <a:pPr algn="r"/>
            <a:r>
              <a:rPr lang="en-US" sz="800"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NOVEMBER</a:t>
            </a:r>
          </a:p>
        </p:txBody>
      </p:sp>
      <p:sp>
        <p:nvSpPr>
          <p:cNvPr id="11" name="Rounded Rectangular Callout 10"/>
          <p:cNvSpPr/>
          <p:nvPr/>
        </p:nvSpPr>
        <p:spPr>
          <a:xfrm>
            <a:off x="2174720" y="4543487"/>
            <a:ext cx="889325" cy="411739"/>
          </a:xfrm>
          <a:prstGeom prst="wedgeRoundRectCallout">
            <a:avLst>
              <a:gd name="adj1" fmla="val 33472"/>
              <a:gd name="adj2" fmla="val 74361"/>
              <a:gd name="adj3" fmla="val 16667"/>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START</a:t>
            </a:r>
            <a:endParaRPr lang="en-US" sz="1400"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53" name="Title 1_1">
            <a:extLst>
              <a:ext uri="{FF2B5EF4-FFF2-40B4-BE49-F238E27FC236}">
                <a16:creationId xmlns:a16="http://schemas.microsoft.com/office/drawing/2014/main" id="{DD85DAF7-D9D4-4439-BD2B-C0BB4733A5EE}"/>
              </a:ext>
            </a:extLst>
          </p:cNvPr>
          <p:cNvSpPr txBox="1">
            <a:spLocks/>
          </p:cNvSpPr>
          <p:nvPr/>
        </p:nvSpPr>
        <p:spPr>
          <a:xfrm>
            <a:off x="4306423" y="611474"/>
            <a:ext cx="3687304" cy="562527"/>
          </a:xfrm>
          <a:prstGeom prst="rect">
            <a:avLst/>
          </a:prstGeom>
        </p:spPr>
        <p:txBody>
          <a:bodyPr lIns="0" tIns="0" rIns="0" bIns="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d-ID" sz="3000" dirty="0">
                <a:latin typeface="思源黑体 CN Medium" panose="020B0600000000000000" pitchFamily="34" charset="-122"/>
                <a:ea typeface="思源黑体 CN Medium" panose="020B0600000000000000" pitchFamily="34" charset="-122"/>
                <a:cs typeface="Lato Heavy" panose="020F0502020204030203" pitchFamily="34" charset="0"/>
                <a:sym typeface="思源黑体 CN Medium" panose="020B0600000000000000" pitchFamily="34" charset="-122"/>
              </a:rPr>
              <a:t>Business Process</a:t>
            </a:r>
          </a:p>
        </p:txBody>
      </p:sp>
      <p:cxnSp>
        <p:nvCxnSpPr>
          <p:cNvPr id="258" name="Straight Connector 105_1">
            <a:extLst>
              <a:ext uri="{FF2B5EF4-FFF2-40B4-BE49-F238E27FC236}">
                <a16:creationId xmlns:a16="http://schemas.microsoft.com/office/drawing/2014/main" id="{6E5F60BA-E410-409B-A0EB-2BE44235A8D3}"/>
              </a:ext>
            </a:extLst>
          </p:cNvPr>
          <p:cNvCxnSpPr/>
          <p:nvPr/>
        </p:nvCxnSpPr>
        <p:spPr>
          <a:xfrm>
            <a:off x="5537436" y="1138303"/>
            <a:ext cx="1225279"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59" name="TextBox 13_1">
            <a:extLst>
              <a:ext uri="{FF2B5EF4-FFF2-40B4-BE49-F238E27FC236}">
                <a16:creationId xmlns:a16="http://schemas.microsoft.com/office/drawing/2014/main" id="{28C320DE-E4B8-4765-8B1C-40B1DBF4FC95}"/>
              </a:ext>
            </a:extLst>
          </p:cNvPr>
          <p:cNvSpPr txBox="1"/>
          <p:nvPr/>
        </p:nvSpPr>
        <p:spPr>
          <a:xfrm flipH="1">
            <a:off x="3417119" y="1182485"/>
            <a:ext cx="5465912" cy="525016"/>
          </a:xfrm>
          <a:prstGeom prst="rect">
            <a:avLst/>
          </a:prstGeom>
          <a:noFill/>
          <a:ln>
            <a:noFill/>
          </a:ln>
        </p:spPr>
        <p:txBody>
          <a:bodyPr wrap="square" lIns="0" tIns="0" rIns="0" bIns="0">
            <a:spAutoFit/>
          </a:bodyPr>
          <a:lstStyle/>
          <a:p>
            <a:pPr algn="ctr">
              <a:lnSpc>
                <a:spcPct val="150000"/>
              </a:lnSpc>
            </a:pP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Lorem ipsum dolor sit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amet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consectetur</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adipiscing</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elit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sed</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do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eiusmod</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tempor</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incididunt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ut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labore</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et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dolore</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magna</a:t>
            </a:r>
          </a:p>
        </p:txBody>
      </p:sp>
      <p:grpSp>
        <p:nvGrpSpPr>
          <p:cNvPr id="256" name="Group 2_1">
            <a:extLst>
              <a:ext uri="{FF2B5EF4-FFF2-40B4-BE49-F238E27FC236}">
                <a16:creationId xmlns:a16="http://schemas.microsoft.com/office/drawing/2014/main" id="{91E7CB58-E5FA-43D3-8971-35CE5513B898}"/>
              </a:ext>
            </a:extLst>
          </p:cNvPr>
          <p:cNvGrpSpPr/>
          <p:nvPr/>
        </p:nvGrpSpPr>
        <p:grpSpPr>
          <a:xfrm>
            <a:off x="0" y="0"/>
            <a:ext cx="1751115" cy="1097152"/>
            <a:chOff x="0" y="0"/>
            <a:chExt cx="1751115" cy="1097152"/>
          </a:xfrm>
        </p:grpSpPr>
        <p:grpSp>
          <p:nvGrpSpPr>
            <p:cNvPr id="257" name="组合 256">
              <a:extLst>
                <a:ext uri="{FF2B5EF4-FFF2-40B4-BE49-F238E27FC236}">
                  <a16:creationId xmlns:a16="http://schemas.microsoft.com/office/drawing/2014/main" id="{6DD6F4A0-B0D9-427D-B5E7-EB053171C07A}"/>
                </a:ext>
              </a:extLst>
            </p:cNvPr>
            <p:cNvGrpSpPr/>
            <p:nvPr/>
          </p:nvGrpSpPr>
          <p:grpSpPr>
            <a:xfrm>
              <a:off x="0" y="0"/>
              <a:ext cx="1751115" cy="1097152"/>
              <a:chOff x="-1832690" y="-1312191"/>
              <a:chExt cx="4302458" cy="3292533"/>
            </a:xfrm>
          </p:grpSpPr>
          <p:pic>
            <p:nvPicPr>
              <p:cNvPr id="261" name="PA-图片 2">
                <a:extLst>
                  <a:ext uri="{FF2B5EF4-FFF2-40B4-BE49-F238E27FC236}">
                    <a16:creationId xmlns:a16="http://schemas.microsoft.com/office/drawing/2014/main" id="{4619FDDB-3186-44B3-8D8D-952497A0E49D}"/>
                  </a:ext>
                </a:extLst>
              </p:cNvPr>
              <p:cNvPicPr>
                <a:picLocks noChangeAspect="1"/>
              </p:cNvPicPr>
              <p:nvPr>
                <p:custDataLst>
                  <p:tags r:id="rId2"/>
                </p:custDataLst>
              </p:nvPr>
            </p:nvPicPr>
            <p:blipFill rotWithShape="1">
              <a:blip r:embed="rId6" cstate="print">
                <a:extLst>
                  <a:ext uri="{28A0092B-C50C-407E-A947-70E740481C1C}">
                    <a14:useLocalDpi xmlns:a14="http://schemas.microsoft.com/office/drawing/2010/main" val="0"/>
                  </a:ext>
                </a:extLst>
              </a:blip>
              <a:srcRect l="15664" t="61151"/>
              <a:stretch/>
            </p:blipFill>
            <p:spPr>
              <a:xfrm>
                <a:off x="-1832690" y="-1312191"/>
                <a:ext cx="4302458" cy="2664265"/>
              </a:xfrm>
              <a:prstGeom prst="rect">
                <a:avLst/>
              </a:prstGeom>
            </p:spPr>
          </p:pic>
          <p:pic>
            <p:nvPicPr>
              <p:cNvPr id="262" name="PA-图片 7">
                <a:extLst>
                  <a:ext uri="{FF2B5EF4-FFF2-40B4-BE49-F238E27FC236}">
                    <a16:creationId xmlns:a16="http://schemas.microsoft.com/office/drawing/2014/main" id="{74D4ACBE-660D-4578-88AE-A469D142B761}"/>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975373" y="1127025"/>
                <a:ext cx="775743" cy="853317"/>
              </a:xfrm>
              <a:prstGeom prst="rect">
                <a:avLst/>
              </a:prstGeom>
            </p:spPr>
          </p:pic>
        </p:grpSp>
        <p:sp>
          <p:nvSpPr>
            <p:cNvPr id="260" name="PA-矩形8435759">
              <a:extLst>
                <a:ext uri="{FF2B5EF4-FFF2-40B4-BE49-F238E27FC236}">
                  <a16:creationId xmlns:a16="http://schemas.microsoft.com/office/drawing/2014/main" id="{E010BA26-506D-4FC1-A692-76BEE49E9ECD}"/>
                </a:ext>
              </a:extLst>
            </p:cNvPr>
            <p:cNvSpPr/>
            <p:nvPr>
              <p:custDataLst>
                <p:tags r:id="rId1"/>
              </p:custDataLst>
            </p:nvPr>
          </p:nvSpPr>
          <p:spPr>
            <a:xfrm>
              <a:off x="60033" y="136009"/>
              <a:ext cx="1398588" cy="400110"/>
            </a:xfrm>
            <a:prstGeom prst="rect">
              <a:avLst/>
            </a:prstGeom>
          </p:spPr>
          <p:txBody>
            <a:bodyPr wrap="none">
              <a:spAutoFit/>
            </a:bodyPr>
            <a:lstStyle/>
            <a:p>
              <a:r>
                <a:rPr lang="en-US" altLang="zh-CN" sz="2000" dirty="0">
                  <a:latin typeface="思源黑体 CN Medium" panose="020B0600000000000000" pitchFamily="34" charset="-122"/>
                  <a:ea typeface="思源黑体 CN Medium" panose="020B0600000000000000" pitchFamily="34" charset="-122"/>
                  <a:sym typeface="思源黑体" panose="020B0400000000000000" pitchFamily="34" charset="-122"/>
                </a:rPr>
                <a:t>Enter title</a:t>
              </a:r>
              <a:endParaRPr lang="zh-CN" altLang="en-US" sz="2000" dirty="0">
                <a:latin typeface="思源黑体 CN Medium" panose="020B0600000000000000" pitchFamily="34" charset="-122"/>
                <a:ea typeface="思源黑体 CN Medium" panose="020B0600000000000000" pitchFamily="34" charset="-122"/>
              </a:endParaRPr>
            </a:p>
          </p:txBody>
        </p:sp>
      </p:grpSp>
    </p:spTree>
    <p:extLst>
      <p:ext uri="{BB962C8B-B14F-4D97-AF65-F5344CB8AC3E}">
        <p14:creationId xmlns:p14="http://schemas.microsoft.com/office/powerpoint/2010/main" val="3283500501"/>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uppierung 9"/>
          <p:cNvGrpSpPr/>
          <p:nvPr/>
        </p:nvGrpSpPr>
        <p:grpSpPr>
          <a:xfrm>
            <a:off x="5926267" y="1522116"/>
            <a:ext cx="4708035" cy="4708035"/>
            <a:chOff x="1174709" y="1331126"/>
            <a:chExt cx="2626239" cy="2626239"/>
          </a:xfrm>
        </p:grpSpPr>
        <p:cxnSp>
          <p:nvCxnSpPr>
            <p:cNvPr id="6" name="Straight Connector 48"/>
            <p:cNvCxnSpPr/>
            <p:nvPr/>
          </p:nvCxnSpPr>
          <p:spPr>
            <a:xfrm rot="8100000" flipH="1">
              <a:off x="2483750" y="1331126"/>
              <a:ext cx="8158" cy="2626239"/>
            </a:xfrm>
            <a:prstGeom prst="line">
              <a:avLst/>
            </a:prstGeom>
            <a:ln w="28575" cap="rnd">
              <a:solidFill>
                <a:schemeClr val="bg1">
                  <a:lumMod val="50000"/>
                </a:schemeClr>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7" name="Straight Connector 50"/>
            <p:cNvCxnSpPr/>
            <p:nvPr/>
          </p:nvCxnSpPr>
          <p:spPr>
            <a:xfrm flipH="1">
              <a:off x="2491908" y="1718614"/>
              <a:ext cx="927322" cy="921552"/>
            </a:xfrm>
            <a:prstGeom prst="line">
              <a:avLst/>
            </a:prstGeom>
            <a:ln w="28575" cap="rnd">
              <a:solidFill>
                <a:schemeClr val="bg1">
                  <a:lumMod val="50000"/>
                </a:schemeClr>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8" name="Straight Connector 39"/>
            <p:cNvCxnSpPr/>
            <p:nvPr/>
          </p:nvCxnSpPr>
          <p:spPr>
            <a:xfrm rot="5400000" flipH="1">
              <a:off x="2483750" y="1331126"/>
              <a:ext cx="8158" cy="2626239"/>
            </a:xfrm>
            <a:prstGeom prst="line">
              <a:avLst/>
            </a:prstGeom>
            <a:ln w="28575" cap="rnd">
              <a:solidFill>
                <a:schemeClr val="bg1">
                  <a:lumMod val="50000"/>
                </a:schemeClr>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9" name="Straight Connector 62"/>
            <p:cNvCxnSpPr/>
            <p:nvPr/>
          </p:nvCxnSpPr>
          <p:spPr>
            <a:xfrm flipH="1">
              <a:off x="2483750" y="1331126"/>
              <a:ext cx="8158" cy="2626239"/>
            </a:xfrm>
            <a:prstGeom prst="line">
              <a:avLst/>
            </a:prstGeom>
            <a:ln w="28575" cap="rnd">
              <a:solidFill>
                <a:schemeClr val="bg1">
                  <a:lumMod val="50000"/>
                </a:schemeClr>
              </a:solidFill>
              <a:prstDash val="sysDot"/>
            </a:ln>
            <a:effectLst/>
          </p:spPr>
          <p:style>
            <a:lnRef idx="2">
              <a:schemeClr val="accent1"/>
            </a:lnRef>
            <a:fillRef idx="0">
              <a:schemeClr val="accent1"/>
            </a:fillRef>
            <a:effectRef idx="1">
              <a:schemeClr val="accent1"/>
            </a:effectRef>
            <a:fontRef idx="minor">
              <a:schemeClr val="tx1"/>
            </a:fontRef>
          </p:style>
        </p:cxnSp>
      </p:grpSp>
      <p:grpSp>
        <p:nvGrpSpPr>
          <p:cNvPr id="29" name="Gruppierung 28"/>
          <p:cNvGrpSpPr/>
          <p:nvPr/>
        </p:nvGrpSpPr>
        <p:grpSpPr>
          <a:xfrm>
            <a:off x="6773745" y="2754131"/>
            <a:ext cx="3025675" cy="1785059"/>
            <a:chOff x="3252355" y="1791162"/>
            <a:chExt cx="2655711" cy="1566793"/>
          </a:xfrm>
        </p:grpSpPr>
        <p:sp>
          <p:nvSpPr>
            <p:cNvPr id="11" name="Freihandform 10"/>
            <p:cNvSpPr/>
            <p:nvPr/>
          </p:nvSpPr>
          <p:spPr>
            <a:xfrm>
              <a:off x="3322719" y="1835566"/>
              <a:ext cx="2531181" cy="1461494"/>
            </a:xfrm>
            <a:custGeom>
              <a:avLst/>
              <a:gdLst>
                <a:gd name="connsiteX0" fmla="*/ 60887 w 2531181"/>
                <a:gd name="connsiteY0" fmla="*/ 800342 h 1461494"/>
                <a:gd name="connsiteX1" fmla="*/ 243550 w 2531181"/>
                <a:gd name="connsiteY1" fmla="*/ 643753 h 1461494"/>
                <a:gd name="connsiteX2" fmla="*/ 356627 w 2531181"/>
                <a:gd name="connsiteY2" fmla="*/ 608956 h 1461494"/>
                <a:gd name="connsiteX3" fmla="*/ 469703 w 2531181"/>
                <a:gd name="connsiteY3" fmla="*/ 287079 h 1461494"/>
                <a:gd name="connsiteX4" fmla="*/ 704555 w 2531181"/>
                <a:gd name="connsiteY4" fmla="*/ 78294 h 1461494"/>
                <a:gd name="connsiteX5" fmla="*/ 1026389 w 2531181"/>
                <a:gd name="connsiteY5" fmla="*/ 0 h 1461494"/>
                <a:gd name="connsiteX6" fmla="*/ 1313430 w 2531181"/>
                <a:gd name="connsiteY6" fmla="*/ 60896 h 1461494"/>
                <a:gd name="connsiteX7" fmla="*/ 1626566 w 2531181"/>
                <a:gd name="connsiteY7" fmla="*/ 365374 h 1461494"/>
                <a:gd name="connsiteX8" fmla="*/ 1765738 w 2531181"/>
                <a:gd name="connsiteY8" fmla="*/ 252282 h 1461494"/>
                <a:gd name="connsiteX9" fmla="*/ 1913607 w 2531181"/>
                <a:gd name="connsiteY9" fmla="*/ 243582 h 1461494"/>
                <a:gd name="connsiteX10" fmla="*/ 2104968 w 2531181"/>
                <a:gd name="connsiteY10" fmla="*/ 365374 h 1461494"/>
                <a:gd name="connsiteX11" fmla="*/ 2191950 w 2531181"/>
                <a:gd name="connsiteY11" fmla="*/ 591557 h 1461494"/>
                <a:gd name="connsiteX12" fmla="*/ 2374613 w 2531181"/>
                <a:gd name="connsiteY12" fmla="*/ 722048 h 1461494"/>
                <a:gd name="connsiteX13" fmla="*/ 2470293 w 2531181"/>
                <a:gd name="connsiteY13" fmla="*/ 852538 h 1461494"/>
                <a:gd name="connsiteX14" fmla="*/ 2531181 w 2531181"/>
                <a:gd name="connsiteY14" fmla="*/ 1052623 h 1461494"/>
                <a:gd name="connsiteX15" fmla="*/ 2478991 w 2531181"/>
                <a:gd name="connsiteY15" fmla="*/ 1217911 h 1461494"/>
                <a:gd name="connsiteX16" fmla="*/ 2365915 w 2531181"/>
                <a:gd name="connsiteY16" fmla="*/ 1391899 h 1461494"/>
                <a:gd name="connsiteX17" fmla="*/ 2200648 w 2531181"/>
                <a:gd name="connsiteY17" fmla="*/ 1452794 h 1461494"/>
                <a:gd name="connsiteX18" fmla="*/ 347928 w 2531181"/>
                <a:gd name="connsiteY18" fmla="*/ 1461494 h 1461494"/>
                <a:gd name="connsiteX19" fmla="*/ 156568 w 2531181"/>
                <a:gd name="connsiteY19" fmla="*/ 1383199 h 1461494"/>
                <a:gd name="connsiteX20" fmla="*/ 60887 w 2531181"/>
                <a:gd name="connsiteY20" fmla="*/ 1296206 h 1461494"/>
                <a:gd name="connsiteX21" fmla="*/ 0 w 2531181"/>
                <a:gd name="connsiteY21" fmla="*/ 1113519 h 1461494"/>
                <a:gd name="connsiteX22" fmla="*/ 8698 w 2531181"/>
                <a:gd name="connsiteY22" fmla="*/ 956930 h 1461494"/>
                <a:gd name="connsiteX23" fmla="*/ 60887 w 2531181"/>
                <a:gd name="connsiteY23" fmla="*/ 800342 h 1461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31181" h="1461494">
                  <a:moveTo>
                    <a:pt x="60887" y="800342"/>
                  </a:moveTo>
                  <a:lnTo>
                    <a:pt x="243550" y="643753"/>
                  </a:lnTo>
                  <a:lnTo>
                    <a:pt x="356627" y="608956"/>
                  </a:lnTo>
                  <a:lnTo>
                    <a:pt x="469703" y="287079"/>
                  </a:lnTo>
                  <a:lnTo>
                    <a:pt x="704555" y="78294"/>
                  </a:lnTo>
                  <a:lnTo>
                    <a:pt x="1026389" y="0"/>
                  </a:lnTo>
                  <a:lnTo>
                    <a:pt x="1313430" y="60896"/>
                  </a:lnTo>
                  <a:lnTo>
                    <a:pt x="1626566" y="365374"/>
                  </a:lnTo>
                  <a:lnTo>
                    <a:pt x="1765738" y="252282"/>
                  </a:lnTo>
                  <a:lnTo>
                    <a:pt x="1913607" y="243582"/>
                  </a:lnTo>
                  <a:lnTo>
                    <a:pt x="2104968" y="365374"/>
                  </a:lnTo>
                  <a:lnTo>
                    <a:pt x="2191950" y="591557"/>
                  </a:lnTo>
                  <a:lnTo>
                    <a:pt x="2374613" y="722048"/>
                  </a:lnTo>
                  <a:lnTo>
                    <a:pt x="2470293" y="852538"/>
                  </a:lnTo>
                  <a:lnTo>
                    <a:pt x="2531181" y="1052623"/>
                  </a:lnTo>
                  <a:lnTo>
                    <a:pt x="2478991" y="1217911"/>
                  </a:lnTo>
                  <a:lnTo>
                    <a:pt x="2365915" y="1391899"/>
                  </a:lnTo>
                  <a:lnTo>
                    <a:pt x="2200648" y="1452794"/>
                  </a:lnTo>
                  <a:lnTo>
                    <a:pt x="347928" y="1461494"/>
                  </a:lnTo>
                  <a:lnTo>
                    <a:pt x="156568" y="1383199"/>
                  </a:lnTo>
                  <a:lnTo>
                    <a:pt x="60887" y="1296206"/>
                  </a:lnTo>
                  <a:lnTo>
                    <a:pt x="0" y="1113519"/>
                  </a:lnTo>
                  <a:lnTo>
                    <a:pt x="8698" y="956930"/>
                  </a:lnTo>
                  <a:lnTo>
                    <a:pt x="60887" y="800342"/>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2133">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 name="Freeform 414"/>
            <p:cNvSpPr>
              <a:spLocks noEditPoints="1"/>
            </p:cNvSpPr>
            <p:nvPr/>
          </p:nvSpPr>
          <p:spPr bwMode="auto">
            <a:xfrm>
              <a:off x="3252355" y="1791162"/>
              <a:ext cx="2655711" cy="1566793"/>
            </a:xfrm>
            <a:custGeom>
              <a:avLst/>
              <a:gdLst>
                <a:gd name="T0" fmla="*/ 160 w 186"/>
                <a:gd name="T1" fmla="*/ 43 h 110"/>
                <a:gd name="T2" fmla="*/ 161 w 186"/>
                <a:gd name="T3" fmla="*/ 42 h 110"/>
                <a:gd name="T4" fmla="*/ 135 w 186"/>
                <a:gd name="T5" fmla="*/ 17 h 110"/>
                <a:gd name="T6" fmla="*/ 119 w 186"/>
                <a:gd name="T7" fmla="*/ 23 h 110"/>
                <a:gd name="T8" fmla="*/ 76 w 186"/>
                <a:gd name="T9" fmla="*/ 0 h 110"/>
                <a:gd name="T10" fmla="*/ 26 w 186"/>
                <a:gd name="T11" fmla="*/ 43 h 110"/>
                <a:gd name="T12" fmla="*/ 0 w 186"/>
                <a:gd name="T13" fmla="*/ 76 h 110"/>
                <a:gd name="T14" fmla="*/ 34 w 186"/>
                <a:gd name="T15" fmla="*/ 110 h 110"/>
                <a:gd name="T16" fmla="*/ 152 w 186"/>
                <a:gd name="T17" fmla="*/ 110 h 110"/>
                <a:gd name="T18" fmla="*/ 186 w 186"/>
                <a:gd name="T19" fmla="*/ 76 h 110"/>
                <a:gd name="T20" fmla="*/ 160 w 186"/>
                <a:gd name="T21" fmla="*/ 43 h 110"/>
                <a:gd name="T22" fmla="*/ 152 w 186"/>
                <a:gd name="T23" fmla="*/ 101 h 110"/>
                <a:gd name="T24" fmla="*/ 34 w 186"/>
                <a:gd name="T25" fmla="*/ 101 h 110"/>
                <a:gd name="T26" fmla="*/ 9 w 186"/>
                <a:gd name="T27" fmla="*/ 76 h 110"/>
                <a:gd name="T28" fmla="*/ 28 w 186"/>
                <a:gd name="T29" fmla="*/ 51 h 110"/>
                <a:gd name="T30" fmla="*/ 34 w 186"/>
                <a:gd name="T31" fmla="*/ 44 h 110"/>
                <a:gd name="T32" fmla="*/ 76 w 186"/>
                <a:gd name="T33" fmla="*/ 8 h 110"/>
                <a:gd name="T34" fmla="*/ 111 w 186"/>
                <a:gd name="T35" fmla="*/ 28 h 110"/>
                <a:gd name="T36" fmla="*/ 117 w 186"/>
                <a:gd name="T37" fmla="*/ 32 h 110"/>
                <a:gd name="T38" fmla="*/ 119 w 186"/>
                <a:gd name="T39" fmla="*/ 32 h 110"/>
                <a:gd name="T40" fmla="*/ 124 w 186"/>
                <a:gd name="T41" fmla="*/ 29 h 110"/>
                <a:gd name="T42" fmla="*/ 135 w 186"/>
                <a:gd name="T43" fmla="*/ 25 h 110"/>
                <a:gd name="T44" fmla="*/ 152 w 186"/>
                <a:gd name="T45" fmla="*/ 42 h 110"/>
                <a:gd name="T46" fmla="*/ 152 w 186"/>
                <a:gd name="T47" fmla="*/ 43 h 110"/>
                <a:gd name="T48" fmla="*/ 158 w 186"/>
                <a:gd name="T49" fmla="*/ 51 h 110"/>
                <a:gd name="T50" fmla="*/ 177 w 186"/>
                <a:gd name="T51" fmla="*/ 76 h 110"/>
                <a:gd name="T52" fmla="*/ 152 w 186"/>
                <a:gd name="T53" fmla="*/ 101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6" h="110">
                  <a:moveTo>
                    <a:pt x="160" y="43"/>
                  </a:moveTo>
                  <a:cubicBezTo>
                    <a:pt x="160" y="43"/>
                    <a:pt x="161" y="43"/>
                    <a:pt x="161" y="42"/>
                  </a:cubicBezTo>
                  <a:cubicBezTo>
                    <a:pt x="161" y="28"/>
                    <a:pt x="149" y="17"/>
                    <a:pt x="135" y="17"/>
                  </a:cubicBezTo>
                  <a:cubicBezTo>
                    <a:pt x="129" y="17"/>
                    <a:pt x="123" y="19"/>
                    <a:pt x="119" y="23"/>
                  </a:cubicBezTo>
                  <a:cubicBezTo>
                    <a:pt x="110" y="9"/>
                    <a:pt x="94" y="0"/>
                    <a:pt x="76" y="0"/>
                  </a:cubicBezTo>
                  <a:cubicBezTo>
                    <a:pt x="51" y="0"/>
                    <a:pt x="30" y="19"/>
                    <a:pt x="26" y="43"/>
                  </a:cubicBezTo>
                  <a:cubicBezTo>
                    <a:pt x="11" y="47"/>
                    <a:pt x="0" y="60"/>
                    <a:pt x="0" y="76"/>
                  </a:cubicBezTo>
                  <a:cubicBezTo>
                    <a:pt x="0" y="95"/>
                    <a:pt x="15" y="110"/>
                    <a:pt x="34" y="110"/>
                  </a:cubicBezTo>
                  <a:cubicBezTo>
                    <a:pt x="152" y="110"/>
                    <a:pt x="152" y="110"/>
                    <a:pt x="152" y="110"/>
                  </a:cubicBezTo>
                  <a:cubicBezTo>
                    <a:pt x="171" y="110"/>
                    <a:pt x="186" y="95"/>
                    <a:pt x="186" y="76"/>
                  </a:cubicBezTo>
                  <a:cubicBezTo>
                    <a:pt x="186" y="60"/>
                    <a:pt x="175" y="47"/>
                    <a:pt x="160" y="43"/>
                  </a:cubicBezTo>
                  <a:close/>
                  <a:moveTo>
                    <a:pt x="152" y="101"/>
                  </a:moveTo>
                  <a:cubicBezTo>
                    <a:pt x="34" y="101"/>
                    <a:pt x="34" y="101"/>
                    <a:pt x="34" y="101"/>
                  </a:cubicBezTo>
                  <a:cubicBezTo>
                    <a:pt x="20" y="101"/>
                    <a:pt x="9" y="90"/>
                    <a:pt x="9" y="76"/>
                  </a:cubicBezTo>
                  <a:cubicBezTo>
                    <a:pt x="9" y="64"/>
                    <a:pt x="17" y="54"/>
                    <a:pt x="28" y="51"/>
                  </a:cubicBezTo>
                  <a:cubicBezTo>
                    <a:pt x="31" y="51"/>
                    <a:pt x="34" y="48"/>
                    <a:pt x="34" y="44"/>
                  </a:cubicBezTo>
                  <a:cubicBezTo>
                    <a:pt x="38" y="24"/>
                    <a:pt x="55" y="8"/>
                    <a:pt x="76" y="8"/>
                  </a:cubicBezTo>
                  <a:cubicBezTo>
                    <a:pt x="90" y="8"/>
                    <a:pt x="104" y="16"/>
                    <a:pt x="111" y="28"/>
                  </a:cubicBezTo>
                  <a:cubicBezTo>
                    <a:pt x="113" y="30"/>
                    <a:pt x="115" y="31"/>
                    <a:pt x="117" y="32"/>
                  </a:cubicBezTo>
                  <a:cubicBezTo>
                    <a:pt x="118" y="32"/>
                    <a:pt x="118" y="32"/>
                    <a:pt x="119" y="32"/>
                  </a:cubicBezTo>
                  <a:cubicBezTo>
                    <a:pt x="121" y="32"/>
                    <a:pt x="123" y="31"/>
                    <a:pt x="124" y="29"/>
                  </a:cubicBezTo>
                  <a:cubicBezTo>
                    <a:pt x="127" y="27"/>
                    <a:pt x="131" y="25"/>
                    <a:pt x="135" y="25"/>
                  </a:cubicBezTo>
                  <a:cubicBezTo>
                    <a:pt x="145" y="25"/>
                    <a:pt x="152" y="33"/>
                    <a:pt x="152" y="42"/>
                  </a:cubicBezTo>
                  <a:cubicBezTo>
                    <a:pt x="152" y="43"/>
                    <a:pt x="152" y="43"/>
                    <a:pt x="152" y="43"/>
                  </a:cubicBezTo>
                  <a:cubicBezTo>
                    <a:pt x="152" y="47"/>
                    <a:pt x="154" y="50"/>
                    <a:pt x="158" y="51"/>
                  </a:cubicBezTo>
                  <a:cubicBezTo>
                    <a:pt x="170" y="54"/>
                    <a:pt x="177" y="64"/>
                    <a:pt x="177" y="76"/>
                  </a:cubicBezTo>
                  <a:cubicBezTo>
                    <a:pt x="177" y="90"/>
                    <a:pt x="166" y="101"/>
                    <a:pt x="152" y="101"/>
                  </a:cubicBez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endParaRPr lang="en-US" sz="16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 name="Rectangle 249"/>
            <p:cNvSpPr/>
            <p:nvPr/>
          </p:nvSpPr>
          <p:spPr>
            <a:xfrm>
              <a:off x="3853594" y="2240044"/>
              <a:ext cx="1443522" cy="873521"/>
            </a:xfrm>
            <a:prstGeom prst="rect">
              <a:avLst/>
            </a:prstGeom>
          </p:spPr>
          <p:txBody>
            <a:bodyPr wrap="none">
              <a:spAutoFit/>
            </a:bodyPr>
            <a:lstStyle/>
            <a:p>
              <a:pPr algn="ctr"/>
              <a:r>
                <a:rPr lang="en-US" sz="4267"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SEO</a:t>
              </a:r>
              <a:endParaRPr lang="en-US" sz="2667"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algn="ctr"/>
              <a:r>
                <a:rPr lang="en-US" sz="1600" b="1" dirty="0">
                  <a:solidFill>
                    <a:schemeClr val="bg1">
                      <a:lumMod val="50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IN THE CLOUD</a:t>
              </a:r>
              <a:endParaRPr lang="en-US" sz="2667" b="1" dirty="0">
                <a:solidFill>
                  <a:schemeClr val="bg1">
                    <a:lumMod val="50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12" name="Oval 11"/>
          <p:cNvSpPr>
            <a:spLocks noChangeAspect="1"/>
          </p:cNvSpPr>
          <p:nvPr/>
        </p:nvSpPr>
        <p:spPr>
          <a:xfrm>
            <a:off x="9352417" y="2083687"/>
            <a:ext cx="679571" cy="679571"/>
          </a:xfrm>
          <a:prstGeom prst="ellipse">
            <a:avLst/>
          </a:prstGeom>
          <a:solidFill>
            <a:schemeClr val="bg1"/>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 name="Oval 12"/>
          <p:cNvSpPr>
            <a:spLocks noChangeAspect="1"/>
          </p:cNvSpPr>
          <p:nvPr/>
        </p:nvSpPr>
        <p:spPr>
          <a:xfrm>
            <a:off x="10016559" y="3474823"/>
            <a:ext cx="679571" cy="679571"/>
          </a:xfrm>
          <a:prstGeom prst="ellipse">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4" name="Freeform 175"/>
          <p:cNvSpPr>
            <a:spLocks noEditPoints="1"/>
          </p:cNvSpPr>
          <p:nvPr/>
        </p:nvSpPr>
        <p:spPr bwMode="auto">
          <a:xfrm>
            <a:off x="10176985" y="3693819"/>
            <a:ext cx="382683" cy="241576"/>
          </a:xfrm>
          <a:custGeom>
            <a:avLst/>
            <a:gdLst>
              <a:gd name="T0" fmla="*/ 118 w 186"/>
              <a:gd name="T1" fmla="*/ 21 h 118"/>
              <a:gd name="T2" fmla="*/ 127 w 186"/>
              <a:gd name="T3" fmla="*/ 21 h 118"/>
              <a:gd name="T4" fmla="*/ 182 w 186"/>
              <a:gd name="T5" fmla="*/ 17 h 118"/>
              <a:gd name="T6" fmla="*/ 180 w 186"/>
              <a:gd name="T7" fmla="*/ 17 h 118"/>
              <a:gd name="T8" fmla="*/ 144 w 186"/>
              <a:gd name="T9" fmla="*/ 17 h 118"/>
              <a:gd name="T10" fmla="*/ 17 w 186"/>
              <a:gd name="T11" fmla="*/ 0 h 118"/>
              <a:gd name="T12" fmla="*/ 0 w 186"/>
              <a:gd name="T13" fmla="*/ 101 h 118"/>
              <a:gd name="T14" fmla="*/ 127 w 186"/>
              <a:gd name="T15" fmla="*/ 118 h 118"/>
              <a:gd name="T16" fmla="*/ 144 w 186"/>
              <a:gd name="T17" fmla="*/ 83 h 118"/>
              <a:gd name="T18" fmla="*/ 180 w 186"/>
              <a:gd name="T19" fmla="*/ 101 h 118"/>
              <a:gd name="T20" fmla="*/ 186 w 186"/>
              <a:gd name="T21" fmla="*/ 97 h 118"/>
              <a:gd name="T22" fmla="*/ 182 w 186"/>
              <a:gd name="T23" fmla="*/ 17 h 118"/>
              <a:gd name="T24" fmla="*/ 127 w 186"/>
              <a:gd name="T25" fmla="*/ 110 h 118"/>
              <a:gd name="T26" fmla="*/ 9 w 186"/>
              <a:gd name="T27" fmla="*/ 101 h 118"/>
              <a:gd name="T28" fmla="*/ 135 w 186"/>
              <a:gd name="T29" fmla="*/ 42 h 118"/>
              <a:gd name="T30" fmla="*/ 135 w 186"/>
              <a:gd name="T31" fmla="*/ 34 h 118"/>
              <a:gd name="T32" fmla="*/ 9 w 186"/>
              <a:gd name="T33" fmla="*/ 17 h 118"/>
              <a:gd name="T34" fmla="*/ 127 w 186"/>
              <a:gd name="T35" fmla="*/ 8 h 118"/>
              <a:gd name="T36" fmla="*/ 135 w 186"/>
              <a:gd name="T37" fmla="*/ 34 h 118"/>
              <a:gd name="T38" fmla="*/ 144 w 186"/>
              <a:gd name="T39" fmla="*/ 73 h 118"/>
              <a:gd name="T40" fmla="*/ 161 w 186"/>
              <a:gd name="T41" fmla="*/ 36 h 118"/>
              <a:gd name="T42" fmla="*/ 177 w 186"/>
              <a:gd name="T43" fmla="*/ 90 h 118"/>
              <a:gd name="T44" fmla="*/ 169 w 186"/>
              <a:gd name="T45" fmla="*/ 32 h 118"/>
              <a:gd name="T46" fmla="*/ 177 w 186"/>
              <a:gd name="T47" fmla="*/ 90 h 118"/>
              <a:gd name="T48" fmla="*/ 97 w 186"/>
              <a:gd name="T49" fmla="*/ 93 h 118"/>
              <a:gd name="T50" fmla="*/ 97 w 186"/>
              <a:gd name="T51" fmla="*/ 51 h 118"/>
              <a:gd name="T52" fmla="*/ 81 w 186"/>
              <a:gd name="T53" fmla="*/ 84 h 118"/>
              <a:gd name="T54" fmla="*/ 68 w 186"/>
              <a:gd name="T55" fmla="*/ 72 h 118"/>
              <a:gd name="T56" fmla="*/ 26 w 186"/>
              <a:gd name="T57" fmla="*/ 72 h 118"/>
              <a:gd name="T58" fmla="*/ 97 w 186"/>
              <a:gd name="T59" fmla="*/ 59 h 118"/>
              <a:gd name="T60" fmla="*/ 97 w 186"/>
              <a:gd name="T61" fmla="*/ 84 h 118"/>
              <a:gd name="T62" fmla="*/ 97 w 186"/>
              <a:gd name="T63" fmla="*/ 59 h 118"/>
              <a:gd name="T64" fmla="*/ 59 w 186"/>
              <a:gd name="T65" fmla="*/ 72 h 118"/>
              <a:gd name="T66" fmla="*/ 34 w 186"/>
              <a:gd name="T67" fmla="*/ 72 h 118"/>
              <a:gd name="T68" fmla="*/ 106 w 186"/>
              <a:gd name="T69" fmla="*/ 17 h 118"/>
              <a:gd name="T70" fmla="*/ 106 w 186"/>
              <a:gd name="T71" fmla="*/ 25 h 118"/>
              <a:gd name="T72" fmla="*/ 106 w 186"/>
              <a:gd name="T73" fmla="*/ 17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6" h="118">
                <a:moveTo>
                  <a:pt x="123" y="17"/>
                </a:moveTo>
                <a:cubicBezTo>
                  <a:pt x="120" y="17"/>
                  <a:pt x="118" y="19"/>
                  <a:pt x="118" y="21"/>
                </a:cubicBezTo>
                <a:cubicBezTo>
                  <a:pt x="118" y="23"/>
                  <a:pt x="120" y="25"/>
                  <a:pt x="123" y="25"/>
                </a:cubicBezTo>
                <a:cubicBezTo>
                  <a:pt x="125" y="25"/>
                  <a:pt x="127" y="23"/>
                  <a:pt x="127" y="21"/>
                </a:cubicBezTo>
                <a:cubicBezTo>
                  <a:pt x="127" y="19"/>
                  <a:pt x="125" y="17"/>
                  <a:pt x="123" y="17"/>
                </a:cubicBezTo>
                <a:close/>
                <a:moveTo>
                  <a:pt x="182" y="17"/>
                </a:moveTo>
                <a:cubicBezTo>
                  <a:pt x="181" y="17"/>
                  <a:pt x="180" y="17"/>
                  <a:pt x="180" y="17"/>
                </a:cubicBezTo>
                <a:cubicBezTo>
                  <a:pt x="180" y="17"/>
                  <a:pt x="180" y="17"/>
                  <a:pt x="180" y="17"/>
                </a:cubicBezTo>
                <a:cubicBezTo>
                  <a:pt x="144" y="35"/>
                  <a:pt x="144" y="35"/>
                  <a:pt x="144" y="35"/>
                </a:cubicBezTo>
                <a:cubicBezTo>
                  <a:pt x="144" y="17"/>
                  <a:pt x="144" y="17"/>
                  <a:pt x="144" y="17"/>
                </a:cubicBezTo>
                <a:cubicBezTo>
                  <a:pt x="144" y="8"/>
                  <a:pt x="136" y="0"/>
                  <a:pt x="127" y="0"/>
                </a:cubicBezTo>
                <a:cubicBezTo>
                  <a:pt x="17" y="0"/>
                  <a:pt x="17" y="0"/>
                  <a:pt x="17" y="0"/>
                </a:cubicBezTo>
                <a:cubicBezTo>
                  <a:pt x="8" y="0"/>
                  <a:pt x="0" y="8"/>
                  <a:pt x="0" y="17"/>
                </a:cubicBezTo>
                <a:cubicBezTo>
                  <a:pt x="0" y="101"/>
                  <a:pt x="0" y="101"/>
                  <a:pt x="0" y="101"/>
                </a:cubicBezTo>
                <a:cubicBezTo>
                  <a:pt x="0" y="111"/>
                  <a:pt x="8" y="118"/>
                  <a:pt x="17" y="118"/>
                </a:cubicBezTo>
                <a:cubicBezTo>
                  <a:pt x="127" y="118"/>
                  <a:pt x="127" y="118"/>
                  <a:pt x="127" y="118"/>
                </a:cubicBezTo>
                <a:cubicBezTo>
                  <a:pt x="136" y="118"/>
                  <a:pt x="144" y="111"/>
                  <a:pt x="144" y="101"/>
                </a:cubicBezTo>
                <a:cubicBezTo>
                  <a:pt x="144" y="83"/>
                  <a:pt x="144" y="83"/>
                  <a:pt x="144" y="83"/>
                </a:cubicBezTo>
                <a:cubicBezTo>
                  <a:pt x="180" y="101"/>
                  <a:pt x="180" y="101"/>
                  <a:pt x="180" y="101"/>
                </a:cubicBezTo>
                <a:cubicBezTo>
                  <a:pt x="180" y="101"/>
                  <a:pt x="180" y="101"/>
                  <a:pt x="180" y="101"/>
                </a:cubicBezTo>
                <a:cubicBezTo>
                  <a:pt x="180" y="101"/>
                  <a:pt x="181" y="101"/>
                  <a:pt x="182" y="101"/>
                </a:cubicBezTo>
                <a:cubicBezTo>
                  <a:pt x="184" y="101"/>
                  <a:pt x="186" y="99"/>
                  <a:pt x="186" y="97"/>
                </a:cubicBezTo>
                <a:cubicBezTo>
                  <a:pt x="186" y="21"/>
                  <a:pt x="186" y="21"/>
                  <a:pt x="186" y="21"/>
                </a:cubicBezTo>
                <a:cubicBezTo>
                  <a:pt x="186" y="19"/>
                  <a:pt x="184" y="17"/>
                  <a:pt x="182" y="17"/>
                </a:cubicBezTo>
                <a:close/>
                <a:moveTo>
                  <a:pt x="135" y="101"/>
                </a:moveTo>
                <a:cubicBezTo>
                  <a:pt x="135" y="106"/>
                  <a:pt x="132" y="110"/>
                  <a:pt x="127" y="110"/>
                </a:cubicBezTo>
                <a:cubicBezTo>
                  <a:pt x="17" y="110"/>
                  <a:pt x="17" y="110"/>
                  <a:pt x="17" y="110"/>
                </a:cubicBezTo>
                <a:cubicBezTo>
                  <a:pt x="13" y="110"/>
                  <a:pt x="9" y="106"/>
                  <a:pt x="9" y="101"/>
                </a:cubicBezTo>
                <a:cubicBezTo>
                  <a:pt x="9" y="42"/>
                  <a:pt x="9" y="42"/>
                  <a:pt x="9" y="42"/>
                </a:cubicBezTo>
                <a:cubicBezTo>
                  <a:pt x="135" y="42"/>
                  <a:pt x="135" y="42"/>
                  <a:pt x="135" y="42"/>
                </a:cubicBezTo>
                <a:lnTo>
                  <a:pt x="135" y="101"/>
                </a:lnTo>
                <a:close/>
                <a:moveTo>
                  <a:pt x="135" y="34"/>
                </a:moveTo>
                <a:cubicBezTo>
                  <a:pt x="9" y="34"/>
                  <a:pt x="9" y="34"/>
                  <a:pt x="9" y="34"/>
                </a:cubicBezTo>
                <a:cubicBezTo>
                  <a:pt x="9" y="17"/>
                  <a:pt x="9" y="17"/>
                  <a:pt x="9" y="17"/>
                </a:cubicBezTo>
                <a:cubicBezTo>
                  <a:pt x="9" y="12"/>
                  <a:pt x="13" y="8"/>
                  <a:pt x="17" y="8"/>
                </a:cubicBezTo>
                <a:cubicBezTo>
                  <a:pt x="127" y="8"/>
                  <a:pt x="127" y="8"/>
                  <a:pt x="127" y="8"/>
                </a:cubicBezTo>
                <a:cubicBezTo>
                  <a:pt x="132" y="8"/>
                  <a:pt x="135" y="12"/>
                  <a:pt x="135" y="17"/>
                </a:cubicBezTo>
                <a:lnTo>
                  <a:pt x="135" y="34"/>
                </a:lnTo>
                <a:close/>
                <a:moveTo>
                  <a:pt x="161" y="82"/>
                </a:moveTo>
                <a:cubicBezTo>
                  <a:pt x="144" y="73"/>
                  <a:pt x="144" y="73"/>
                  <a:pt x="144" y="73"/>
                </a:cubicBezTo>
                <a:cubicBezTo>
                  <a:pt x="144" y="45"/>
                  <a:pt x="144" y="45"/>
                  <a:pt x="144" y="45"/>
                </a:cubicBezTo>
                <a:cubicBezTo>
                  <a:pt x="161" y="36"/>
                  <a:pt x="161" y="36"/>
                  <a:pt x="161" y="36"/>
                </a:cubicBezTo>
                <a:lnTo>
                  <a:pt x="161" y="82"/>
                </a:lnTo>
                <a:close/>
                <a:moveTo>
                  <a:pt x="177" y="90"/>
                </a:moveTo>
                <a:cubicBezTo>
                  <a:pt x="169" y="86"/>
                  <a:pt x="169" y="86"/>
                  <a:pt x="169" y="86"/>
                </a:cubicBezTo>
                <a:cubicBezTo>
                  <a:pt x="169" y="32"/>
                  <a:pt x="169" y="32"/>
                  <a:pt x="169" y="32"/>
                </a:cubicBezTo>
                <a:cubicBezTo>
                  <a:pt x="177" y="28"/>
                  <a:pt x="177" y="28"/>
                  <a:pt x="177" y="28"/>
                </a:cubicBezTo>
                <a:lnTo>
                  <a:pt x="177" y="90"/>
                </a:lnTo>
                <a:close/>
                <a:moveTo>
                  <a:pt x="47" y="93"/>
                </a:moveTo>
                <a:cubicBezTo>
                  <a:pt x="97" y="93"/>
                  <a:pt x="97" y="93"/>
                  <a:pt x="97" y="93"/>
                </a:cubicBezTo>
                <a:cubicBezTo>
                  <a:pt x="109" y="93"/>
                  <a:pt x="118" y="83"/>
                  <a:pt x="118" y="72"/>
                </a:cubicBezTo>
                <a:cubicBezTo>
                  <a:pt x="118" y="60"/>
                  <a:pt x="109" y="51"/>
                  <a:pt x="97" y="51"/>
                </a:cubicBezTo>
                <a:cubicBezTo>
                  <a:pt x="86" y="51"/>
                  <a:pt x="76" y="60"/>
                  <a:pt x="76" y="72"/>
                </a:cubicBezTo>
                <a:cubicBezTo>
                  <a:pt x="76" y="77"/>
                  <a:pt x="78" y="81"/>
                  <a:pt x="81" y="84"/>
                </a:cubicBezTo>
                <a:cubicBezTo>
                  <a:pt x="63" y="84"/>
                  <a:pt x="63" y="84"/>
                  <a:pt x="63" y="84"/>
                </a:cubicBezTo>
                <a:cubicBezTo>
                  <a:pt x="66" y="81"/>
                  <a:pt x="68" y="77"/>
                  <a:pt x="68" y="72"/>
                </a:cubicBezTo>
                <a:cubicBezTo>
                  <a:pt x="68" y="60"/>
                  <a:pt x="58" y="51"/>
                  <a:pt x="47" y="51"/>
                </a:cubicBezTo>
                <a:cubicBezTo>
                  <a:pt x="35" y="51"/>
                  <a:pt x="26" y="60"/>
                  <a:pt x="26" y="72"/>
                </a:cubicBezTo>
                <a:cubicBezTo>
                  <a:pt x="26" y="83"/>
                  <a:pt x="35" y="93"/>
                  <a:pt x="47" y="93"/>
                </a:cubicBezTo>
                <a:close/>
                <a:moveTo>
                  <a:pt x="97" y="59"/>
                </a:moveTo>
                <a:cubicBezTo>
                  <a:pt x="104" y="59"/>
                  <a:pt x="110" y="65"/>
                  <a:pt x="110" y="72"/>
                </a:cubicBezTo>
                <a:cubicBezTo>
                  <a:pt x="110" y="79"/>
                  <a:pt x="104" y="84"/>
                  <a:pt x="97" y="84"/>
                </a:cubicBezTo>
                <a:cubicBezTo>
                  <a:pt x="90" y="84"/>
                  <a:pt x="85" y="79"/>
                  <a:pt x="85" y="72"/>
                </a:cubicBezTo>
                <a:cubicBezTo>
                  <a:pt x="85" y="65"/>
                  <a:pt x="90" y="59"/>
                  <a:pt x="97" y="59"/>
                </a:cubicBezTo>
                <a:close/>
                <a:moveTo>
                  <a:pt x="47" y="59"/>
                </a:moveTo>
                <a:cubicBezTo>
                  <a:pt x="54" y="59"/>
                  <a:pt x="59" y="65"/>
                  <a:pt x="59" y="72"/>
                </a:cubicBezTo>
                <a:cubicBezTo>
                  <a:pt x="59" y="79"/>
                  <a:pt x="54" y="84"/>
                  <a:pt x="47" y="84"/>
                </a:cubicBezTo>
                <a:cubicBezTo>
                  <a:pt x="40" y="84"/>
                  <a:pt x="34" y="79"/>
                  <a:pt x="34" y="72"/>
                </a:cubicBezTo>
                <a:cubicBezTo>
                  <a:pt x="34" y="65"/>
                  <a:pt x="40" y="59"/>
                  <a:pt x="47" y="59"/>
                </a:cubicBezTo>
                <a:close/>
                <a:moveTo>
                  <a:pt x="106" y="17"/>
                </a:moveTo>
                <a:cubicBezTo>
                  <a:pt x="103" y="17"/>
                  <a:pt x="102" y="19"/>
                  <a:pt x="102" y="21"/>
                </a:cubicBezTo>
                <a:cubicBezTo>
                  <a:pt x="102" y="23"/>
                  <a:pt x="103" y="25"/>
                  <a:pt x="106" y="25"/>
                </a:cubicBezTo>
                <a:cubicBezTo>
                  <a:pt x="108" y="25"/>
                  <a:pt x="110" y="23"/>
                  <a:pt x="110" y="21"/>
                </a:cubicBezTo>
                <a:cubicBezTo>
                  <a:pt x="110" y="19"/>
                  <a:pt x="108" y="17"/>
                  <a:pt x="106" y="17"/>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5" name="Oval 14"/>
          <p:cNvSpPr>
            <a:spLocks noChangeAspect="1"/>
          </p:cNvSpPr>
          <p:nvPr/>
        </p:nvSpPr>
        <p:spPr>
          <a:xfrm>
            <a:off x="9470889" y="4988315"/>
            <a:ext cx="679571" cy="679571"/>
          </a:xfrm>
          <a:prstGeom prst="ellipse">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6" name="Oval 15"/>
          <p:cNvSpPr>
            <a:spLocks noChangeAspect="1"/>
          </p:cNvSpPr>
          <p:nvPr/>
        </p:nvSpPr>
        <p:spPr>
          <a:xfrm>
            <a:off x="7978404" y="1491812"/>
            <a:ext cx="679571" cy="679571"/>
          </a:xfrm>
          <a:prstGeom prst="ellipse">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2400">
              <a:solidFill>
                <a:schemeClr val="tx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7" name="Oval 16"/>
          <p:cNvSpPr>
            <a:spLocks noChangeAspect="1"/>
          </p:cNvSpPr>
          <p:nvPr/>
        </p:nvSpPr>
        <p:spPr>
          <a:xfrm>
            <a:off x="6550437" y="2083687"/>
            <a:ext cx="679571" cy="679571"/>
          </a:xfrm>
          <a:prstGeom prst="ellipse">
            <a:avLst/>
          </a:prstGeom>
          <a:solidFill>
            <a:schemeClr val="bg1"/>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2400">
              <a:solidFill>
                <a:schemeClr val="tx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 name="Oval 17"/>
          <p:cNvSpPr>
            <a:spLocks noChangeAspect="1"/>
          </p:cNvSpPr>
          <p:nvPr/>
        </p:nvSpPr>
        <p:spPr>
          <a:xfrm>
            <a:off x="5873009" y="3474823"/>
            <a:ext cx="679571" cy="679571"/>
          </a:xfrm>
          <a:prstGeom prst="ellipse">
            <a:avLst/>
          </a:prstGeom>
          <a:solidFill>
            <a:schemeClr val="bg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2400">
              <a:solidFill>
                <a:schemeClr val="tx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1" name="Oval 20"/>
          <p:cNvSpPr>
            <a:spLocks noChangeAspect="1"/>
          </p:cNvSpPr>
          <p:nvPr/>
        </p:nvSpPr>
        <p:spPr>
          <a:xfrm>
            <a:off x="7969739" y="5519863"/>
            <a:ext cx="679571" cy="679571"/>
          </a:xfrm>
          <a:prstGeom prst="ellipse">
            <a:avLst/>
          </a:prstGeom>
          <a:solidFill>
            <a:schemeClr val="bg1"/>
          </a:solidFill>
          <a:ln w="12700">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tx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2" name="Freeform 288"/>
          <p:cNvSpPr>
            <a:spLocks noEditPoints="1"/>
          </p:cNvSpPr>
          <p:nvPr/>
        </p:nvSpPr>
        <p:spPr bwMode="auto">
          <a:xfrm>
            <a:off x="8129905" y="1682721"/>
            <a:ext cx="376569" cy="274072"/>
          </a:xfrm>
          <a:custGeom>
            <a:avLst/>
            <a:gdLst>
              <a:gd name="T0" fmla="*/ 169 w 186"/>
              <a:gd name="T1" fmla="*/ 0 h 135"/>
              <a:gd name="T2" fmla="*/ 17 w 186"/>
              <a:gd name="T3" fmla="*/ 0 h 135"/>
              <a:gd name="T4" fmla="*/ 0 w 186"/>
              <a:gd name="T5" fmla="*/ 17 h 135"/>
              <a:gd name="T6" fmla="*/ 0 w 186"/>
              <a:gd name="T7" fmla="*/ 118 h 135"/>
              <a:gd name="T8" fmla="*/ 17 w 186"/>
              <a:gd name="T9" fmla="*/ 135 h 135"/>
              <a:gd name="T10" fmla="*/ 169 w 186"/>
              <a:gd name="T11" fmla="*/ 135 h 135"/>
              <a:gd name="T12" fmla="*/ 186 w 186"/>
              <a:gd name="T13" fmla="*/ 118 h 135"/>
              <a:gd name="T14" fmla="*/ 186 w 186"/>
              <a:gd name="T15" fmla="*/ 17 h 135"/>
              <a:gd name="T16" fmla="*/ 169 w 186"/>
              <a:gd name="T17" fmla="*/ 0 h 135"/>
              <a:gd name="T18" fmla="*/ 17 w 186"/>
              <a:gd name="T19" fmla="*/ 9 h 135"/>
              <a:gd name="T20" fmla="*/ 169 w 186"/>
              <a:gd name="T21" fmla="*/ 9 h 135"/>
              <a:gd name="T22" fmla="*/ 172 w 186"/>
              <a:gd name="T23" fmla="*/ 9 h 135"/>
              <a:gd name="T24" fmla="*/ 99 w 186"/>
              <a:gd name="T25" fmla="*/ 82 h 135"/>
              <a:gd name="T26" fmla="*/ 93 w 186"/>
              <a:gd name="T27" fmla="*/ 84 h 135"/>
              <a:gd name="T28" fmla="*/ 87 w 186"/>
              <a:gd name="T29" fmla="*/ 82 h 135"/>
              <a:gd name="T30" fmla="*/ 14 w 186"/>
              <a:gd name="T31" fmla="*/ 9 h 135"/>
              <a:gd name="T32" fmla="*/ 17 w 186"/>
              <a:gd name="T33" fmla="*/ 9 h 135"/>
              <a:gd name="T34" fmla="*/ 8 w 186"/>
              <a:gd name="T35" fmla="*/ 118 h 135"/>
              <a:gd name="T36" fmla="*/ 8 w 186"/>
              <a:gd name="T37" fmla="*/ 17 h 135"/>
              <a:gd name="T38" fmla="*/ 9 w 186"/>
              <a:gd name="T39" fmla="*/ 16 h 135"/>
              <a:gd name="T40" fmla="*/ 61 w 186"/>
              <a:gd name="T41" fmla="*/ 68 h 135"/>
              <a:gd name="T42" fmla="*/ 9 w 186"/>
              <a:gd name="T43" fmla="*/ 120 h 135"/>
              <a:gd name="T44" fmla="*/ 8 w 186"/>
              <a:gd name="T45" fmla="*/ 118 h 135"/>
              <a:gd name="T46" fmla="*/ 169 w 186"/>
              <a:gd name="T47" fmla="*/ 127 h 135"/>
              <a:gd name="T48" fmla="*/ 17 w 186"/>
              <a:gd name="T49" fmla="*/ 127 h 135"/>
              <a:gd name="T50" fmla="*/ 14 w 186"/>
              <a:gd name="T51" fmla="*/ 126 h 135"/>
              <a:gd name="T52" fmla="*/ 67 w 186"/>
              <a:gd name="T53" fmla="*/ 74 h 135"/>
              <a:gd name="T54" fmla="*/ 81 w 186"/>
              <a:gd name="T55" fmla="*/ 88 h 135"/>
              <a:gd name="T56" fmla="*/ 93 w 186"/>
              <a:gd name="T57" fmla="*/ 93 h 135"/>
              <a:gd name="T58" fmla="*/ 105 w 186"/>
              <a:gd name="T59" fmla="*/ 88 h 135"/>
              <a:gd name="T60" fmla="*/ 119 w 186"/>
              <a:gd name="T61" fmla="*/ 74 h 135"/>
              <a:gd name="T62" fmla="*/ 172 w 186"/>
              <a:gd name="T63" fmla="*/ 126 h 135"/>
              <a:gd name="T64" fmla="*/ 169 w 186"/>
              <a:gd name="T65" fmla="*/ 127 h 135"/>
              <a:gd name="T66" fmla="*/ 177 w 186"/>
              <a:gd name="T67" fmla="*/ 118 h 135"/>
              <a:gd name="T68" fmla="*/ 177 w 186"/>
              <a:gd name="T69" fmla="*/ 120 h 135"/>
              <a:gd name="T70" fmla="*/ 125 w 186"/>
              <a:gd name="T71" fmla="*/ 68 h 135"/>
              <a:gd name="T72" fmla="*/ 177 w 186"/>
              <a:gd name="T73" fmla="*/ 16 h 135"/>
              <a:gd name="T74" fmla="*/ 177 w 186"/>
              <a:gd name="T75" fmla="*/ 17 h 135"/>
              <a:gd name="T76" fmla="*/ 177 w 186"/>
              <a:gd name="T77" fmla="*/ 11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86" h="135">
                <a:moveTo>
                  <a:pt x="169" y="0"/>
                </a:moveTo>
                <a:cubicBezTo>
                  <a:pt x="17" y="0"/>
                  <a:pt x="17" y="0"/>
                  <a:pt x="17" y="0"/>
                </a:cubicBezTo>
                <a:cubicBezTo>
                  <a:pt x="8" y="0"/>
                  <a:pt x="0" y="8"/>
                  <a:pt x="0" y="17"/>
                </a:cubicBezTo>
                <a:cubicBezTo>
                  <a:pt x="0" y="118"/>
                  <a:pt x="0" y="118"/>
                  <a:pt x="0" y="118"/>
                </a:cubicBezTo>
                <a:cubicBezTo>
                  <a:pt x="0" y="128"/>
                  <a:pt x="8" y="135"/>
                  <a:pt x="17" y="135"/>
                </a:cubicBezTo>
                <a:cubicBezTo>
                  <a:pt x="169" y="135"/>
                  <a:pt x="169" y="135"/>
                  <a:pt x="169" y="135"/>
                </a:cubicBezTo>
                <a:cubicBezTo>
                  <a:pt x="178" y="135"/>
                  <a:pt x="186" y="128"/>
                  <a:pt x="186" y="118"/>
                </a:cubicBezTo>
                <a:cubicBezTo>
                  <a:pt x="186" y="17"/>
                  <a:pt x="186" y="17"/>
                  <a:pt x="186" y="17"/>
                </a:cubicBezTo>
                <a:cubicBezTo>
                  <a:pt x="186" y="8"/>
                  <a:pt x="178" y="0"/>
                  <a:pt x="169" y="0"/>
                </a:cubicBezTo>
                <a:close/>
                <a:moveTo>
                  <a:pt x="17" y="9"/>
                </a:moveTo>
                <a:cubicBezTo>
                  <a:pt x="169" y="9"/>
                  <a:pt x="169" y="9"/>
                  <a:pt x="169" y="9"/>
                </a:cubicBezTo>
                <a:cubicBezTo>
                  <a:pt x="170" y="9"/>
                  <a:pt x="171" y="9"/>
                  <a:pt x="172" y="9"/>
                </a:cubicBezTo>
                <a:cubicBezTo>
                  <a:pt x="99" y="82"/>
                  <a:pt x="99" y="82"/>
                  <a:pt x="99" y="82"/>
                </a:cubicBezTo>
                <a:cubicBezTo>
                  <a:pt x="97" y="84"/>
                  <a:pt x="95" y="84"/>
                  <a:pt x="93" y="84"/>
                </a:cubicBezTo>
                <a:cubicBezTo>
                  <a:pt x="91" y="84"/>
                  <a:pt x="89" y="84"/>
                  <a:pt x="87" y="82"/>
                </a:cubicBezTo>
                <a:cubicBezTo>
                  <a:pt x="14" y="9"/>
                  <a:pt x="14" y="9"/>
                  <a:pt x="14" y="9"/>
                </a:cubicBezTo>
                <a:cubicBezTo>
                  <a:pt x="15" y="9"/>
                  <a:pt x="16" y="9"/>
                  <a:pt x="17" y="9"/>
                </a:cubicBezTo>
                <a:close/>
                <a:moveTo>
                  <a:pt x="8" y="118"/>
                </a:moveTo>
                <a:cubicBezTo>
                  <a:pt x="8" y="17"/>
                  <a:pt x="8" y="17"/>
                  <a:pt x="8" y="17"/>
                </a:cubicBezTo>
                <a:cubicBezTo>
                  <a:pt x="8" y="17"/>
                  <a:pt x="9" y="16"/>
                  <a:pt x="9" y="16"/>
                </a:cubicBezTo>
                <a:cubicBezTo>
                  <a:pt x="61" y="68"/>
                  <a:pt x="61" y="68"/>
                  <a:pt x="61" y="68"/>
                </a:cubicBezTo>
                <a:cubicBezTo>
                  <a:pt x="9" y="120"/>
                  <a:pt x="9" y="120"/>
                  <a:pt x="9" y="120"/>
                </a:cubicBezTo>
                <a:cubicBezTo>
                  <a:pt x="9" y="119"/>
                  <a:pt x="8" y="119"/>
                  <a:pt x="8" y="118"/>
                </a:cubicBezTo>
                <a:close/>
                <a:moveTo>
                  <a:pt x="169" y="127"/>
                </a:moveTo>
                <a:cubicBezTo>
                  <a:pt x="17" y="127"/>
                  <a:pt x="17" y="127"/>
                  <a:pt x="17" y="127"/>
                </a:cubicBezTo>
                <a:cubicBezTo>
                  <a:pt x="16" y="127"/>
                  <a:pt x="15" y="126"/>
                  <a:pt x="14" y="126"/>
                </a:cubicBezTo>
                <a:cubicBezTo>
                  <a:pt x="67" y="74"/>
                  <a:pt x="67" y="74"/>
                  <a:pt x="67" y="74"/>
                </a:cubicBezTo>
                <a:cubicBezTo>
                  <a:pt x="81" y="88"/>
                  <a:pt x="81" y="88"/>
                  <a:pt x="81" y="88"/>
                </a:cubicBezTo>
                <a:cubicBezTo>
                  <a:pt x="84" y="91"/>
                  <a:pt x="89" y="93"/>
                  <a:pt x="93" y="93"/>
                </a:cubicBezTo>
                <a:cubicBezTo>
                  <a:pt x="97" y="93"/>
                  <a:pt x="101" y="91"/>
                  <a:pt x="105" y="88"/>
                </a:cubicBezTo>
                <a:cubicBezTo>
                  <a:pt x="119" y="74"/>
                  <a:pt x="119" y="74"/>
                  <a:pt x="119" y="74"/>
                </a:cubicBezTo>
                <a:cubicBezTo>
                  <a:pt x="172" y="126"/>
                  <a:pt x="172" y="126"/>
                  <a:pt x="172" y="126"/>
                </a:cubicBezTo>
                <a:cubicBezTo>
                  <a:pt x="171" y="126"/>
                  <a:pt x="170" y="127"/>
                  <a:pt x="169" y="127"/>
                </a:cubicBezTo>
                <a:close/>
                <a:moveTo>
                  <a:pt x="177" y="118"/>
                </a:moveTo>
                <a:cubicBezTo>
                  <a:pt x="177" y="119"/>
                  <a:pt x="177" y="119"/>
                  <a:pt x="177" y="120"/>
                </a:cubicBezTo>
                <a:cubicBezTo>
                  <a:pt x="125" y="68"/>
                  <a:pt x="125" y="68"/>
                  <a:pt x="125" y="68"/>
                </a:cubicBezTo>
                <a:cubicBezTo>
                  <a:pt x="177" y="16"/>
                  <a:pt x="177" y="16"/>
                  <a:pt x="177" y="16"/>
                </a:cubicBezTo>
                <a:cubicBezTo>
                  <a:pt x="177" y="16"/>
                  <a:pt x="177" y="17"/>
                  <a:pt x="177" y="17"/>
                </a:cubicBezTo>
                <a:lnTo>
                  <a:pt x="177" y="118"/>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3" name="Freeform 305"/>
          <p:cNvSpPr>
            <a:spLocks noEditPoints="1"/>
          </p:cNvSpPr>
          <p:nvPr/>
        </p:nvSpPr>
        <p:spPr bwMode="auto">
          <a:xfrm>
            <a:off x="6736475" y="2235743"/>
            <a:ext cx="307495" cy="375456"/>
          </a:xfrm>
          <a:custGeom>
            <a:avLst/>
            <a:gdLst>
              <a:gd name="T0" fmla="*/ 76 w 152"/>
              <a:gd name="T1" fmla="*/ 101 h 185"/>
              <a:gd name="T2" fmla="*/ 50 w 152"/>
              <a:gd name="T3" fmla="*/ 126 h 185"/>
              <a:gd name="T4" fmla="*/ 59 w 152"/>
              <a:gd name="T5" fmla="*/ 177 h 185"/>
              <a:gd name="T6" fmla="*/ 67 w 152"/>
              <a:gd name="T7" fmla="*/ 185 h 185"/>
              <a:gd name="T8" fmla="*/ 84 w 152"/>
              <a:gd name="T9" fmla="*/ 185 h 185"/>
              <a:gd name="T10" fmla="*/ 93 w 152"/>
              <a:gd name="T11" fmla="*/ 177 h 185"/>
              <a:gd name="T12" fmla="*/ 101 w 152"/>
              <a:gd name="T13" fmla="*/ 126 h 185"/>
              <a:gd name="T14" fmla="*/ 76 w 152"/>
              <a:gd name="T15" fmla="*/ 101 h 185"/>
              <a:gd name="T16" fmla="*/ 85 w 152"/>
              <a:gd name="T17" fmla="*/ 173 h 185"/>
              <a:gd name="T18" fmla="*/ 83 w 152"/>
              <a:gd name="T19" fmla="*/ 177 h 185"/>
              <a:gd name="T20" fmla="*/ 69 w 152"/>
              <a:gd name="T21" fmla="*/ 177 h 185"/>
              <a:gd name="T22" fmla="*/ 66 w 152"/>
              <a:gd name="T23" fmla="*/ 173 h 185"/>
              <a:gd name="T24" fmla="*/ 59 w 152"/>
              <a:gd name="T25" fmla="*/ 126 h 185"/>
              <a:gd name="T26" fmla="*/ 76 w 152"/>
              <a:gd name="T27" fmla="*/ 109 h 185"/>
              <a:gd name="T28" fmla="*/ 93 w 152"/>
              <a:gd name="T29" fmla="*/ 126 h 185"/>
              <a:gd name="T30" fmla="*/ 85 w 152"/>
              <a:gd name="T31" fmla="*/ 173 h 185"/>
              <a:gd name="T32" fmla="*/ 76 w 152"/>
              <a:gd name="T33" fmla="*/ 0 h 185"/>
              <a:gd name="T34" fmla="*/ 0 w 152"/>
              <a:gd name="T35" fmla="*/ 75 h 185"/>
              <a:gd name="T36" fmla="*/ 43 w 152"/>
              <a:gd name="T37" fmla="*/ 144 h 185"/>
              <a:gd name="T38" fmla="*/ 42 w 152"/>
              <a:gd name="T39" fmla="*/ 134 h 185"/>
              <a:gd name="T40" fmla="*/ 8 w 152"/>
              <a:gd name="T41" fmla="*/ 75 h 185"/>
              <a:gd name="T42" fmla="*/ 76 w 152"/>
              <a:gd name="T43" fmla="*/ 8 h 185"/>
              <a:gd name="T44" fmla="*/ 143 w 152"/>
              <a:gd name="T45" fmla="*/ 75 h 185"/>
              <a:gd name="T46" fmla="*/ 109 w 152"/>
              <a:gd name="T47" fmla="*/ 134 h 185"/>
              <a:gd name="T48" fmla="*/ 108 w 152"/>
              <a:gd name="T49" fmla="*/ 144 h 185"/>
              <a:gd name="T50" fmla="*/ 152 w 152"/>
              <a:gd name="T51" fmla="*/ 75 h 185"/>
              <a:gd name="T52" fmla="*/ 76 w 152"/>
              <a:gd name="T53" fmla="*/ 0 h 185"/>
              <a:gd name="T54" fmla="*/ 93 w 152"/>
              <a:gd name="T55" fmla="*/ 75 h 185"/>
              <a:gd name="T56" fmla="*/ 76 w 152"/>
              <a:gd name="T57" fmla="*/ 59 h 185"/>
              <a:gd name="T58" fmla="*/ 59 w 152"/>
              <a:gd name="T59" fmla="*/ 75 h 185"/>
              <a:gd name="T60" fmla="*/ 76 w 152"/>
              <a:gd name="T61" fmla="*/ 92 h 185"/>
              <a:gd name="T62" fmla="*/ 93 w 152"/>
              <a:gd name="T63" fmla="*/ 75 h 185"/>
              <a:gd name="T64" fmla="*/ 67 w 152"/>
              <a:gd name="T65" fmla="*/ 75 h 185"/>
              <a:gd name="T66" fmla="*/ 76 w 152"/>
              <a:gd name="T67" fmla="*/ 67 h 185"/>
              <a:gd name="T68" fmla="*/ 84 w 152"/>
              <a:gd name="T69" fmla="*/ 75 h 185"/>
              <a:gd name="T70" fmla="*/ 76 w 152"/>
              <a:gd name="T71" fmla="*/ 84 h 185"/>
              <a:gd name="T72" fmla="*/ 67 w 152"/>
              <a:gd name="T73" fmla="*/ 75 h 185"/>
              <a:gd name="T74" fmla="*/ 76 w 152"/>
              <a:gd name="T75" fmla="*/ 29 h 185"/>
              <a:gd name="T76" fmla="*/ 29 w 152"/>
              <a:gd name="T77" fmla="*/ 75 h 185"/>
              <a:gd name="T78" fmla="*/ 45 w 152"/>
              <a:gd name="T79" fmla="*/ 110 h 185"/>
              <a:gd name="T80" fmla="*/ 49 w 152"/>
              <a:gd name="T81" fmla="*/ 103 h 185"/>
              <a:gd name="T82" fmla="*/ 38 w 152"/>
              <a:gd name="T83" fmla="*/ 75 h 185"/>
              <a:gd name="T84" fmla="*/ 76 w 152"/>
              <a:gd name="T85" fmla="*/ 38 h 185"/>
              <a:gd name="T86" fmla="*/ 114 w 152"/>
              <a:gd name="T87" fmla="*/ 75 h 185"/>
              <a:gd name="T88" fmla="*/ 102 w 152"/>
              <a:gd name="T89" fmla="*/ 103 h 185"/>
              <a:gd name="T90" fmla="*/ 106 w 152"/>
              <a:gd name="T91" fmla="*/ 110 h 185"/>
              <a:gd name="T92" fmla="*/ 122 w 152"/>
              <a:gd name="T93" fmla="*/ 75 h 185"/>
              <a:gd name="T94" fmla="*/ 76 w 152"/>
              <a:gd name="T95" fmla="*/ 29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52" h="185">
                <a:moveTo>
                  <a:pt x="76" y="101"/>
                </a:moveTo>
                <a:cubicBezTo>
                  <a:pt x="55" y="101"/>
                  <a:pt x="50" y="113"/>
                  <a:pt x="50" y="126"/>
                </a:cubicBezTo>
                <a:cubicBezTo>
                  <a:pt x="50" y="139"/>
                  <a:pt x="55" y="168"/>
                  <a:pt x="59" y="177"/>
                </a:cubicBezTo>
                <a:cubicBezTo>
                  <a:pt x="63" y="185"/>
                  <a:pt x="67" y="185"/>
                  <a:pt x="67" y="185"/>
                </a:cubicBezTo>
                <a:cubicBezTo>
                  <a:pt x="84" y="185"/>
                  <a:pt x="84" y="185"/>
                  <a:pt x="84" y="185"/>
                </a:cubicBezTo>
                <a:cubicBezTo>
                  <a:pt x="84" y="185"/>
                  <a:pt x="88" y="185"/>
                  <a:pt x="93" y="177"/>
                </a:cubicBezTo>
                <a:cubicBezTo>
                  <a:pt x="97" y="168"/>
                  <a:pt x="101" y="139"/>
                  <a:pt x="101" y="126"/>
                </a:cubicBezTo>
                <a:cubicBezTo>
                  <a:pt x="101" y="113"/>
                  <a:pt x="97" y="101"/>
                  <a:pt x="76" y="101"/>
                </a:cubicBezTo>
                <a:close/>
                <a:moveTo>
                  <a:pt x="85" y="173"/>
                </a:moveTo>
                <a:cubicBezTo>
                  <a:pt x="84" y="175"/>
                  <a:pt x="83" y="176"/>
                  <a:pt x="83" y="177"/>
                </a:cubicBezTo>
                <a:cubicBezTo>
                  <a:pt x="69" y="177"/>
                  <a:pt x="69" y="177"/>
                  <a:pt x="69" y="177"/>
                </a:cubicBezTo>
                <a:cubicBezTo>
                  <a:pt x="68" y="176"/>
                  <a:pt x="68" y="175"/>
                  <a:pt x="66" y="173"/>
                </a:cubicBezTo>
                <a:cubicBezTo>
                  <a:pt x="63" y="167"/>
                  <a:pt x="59" y="139"/>
                  <a:pt x="59" y="126"/>
                </a:cubicBezTo>
                <a:cubicBezTo>
                  <a:pt x="59" y="114"/>
                  <a:pt x="63" y="109"/>
                  <a:pt x="76" y="109"/>
                </a:cubicBezTo>
                <a:cubicBezTo>
                  <a:pt x="88" y="109"/>
                  <a:pt x="93" y="114"/>
                  <a:pt x="93" y="126"/>
                </a:cubicBezTo>
                <a:cubicBezTo>
                  <a:pt x="93" y="139"/>
                  <a:pt x="88" y="167"/>
                  <a:pt x="85" y="173"/>
                </a:cubicBezTo>
                <a:close/>
                <a:moveTo>
                  <a:pt x="76" y="0"/>
                </a:moveTo>
                <a:cubicBezTo>
                  <a:pt x="34" y="0"/>
                  <a:pt x="0" y="34"/>
                  <a:pt x="0" y="75"/>
                </a:cubicBezTo>
                <a:cubicBezTo>
                  <a:pt x="0" y="106"/>
                  <a:pt x="18" y="132"/>
                  <a:pt x="43" y="144"/>
                </a:cubicBezTo>
                <a:cubicBezTo>
                  <a:pt x="43" y="141"/>
                  <a:pt x="43" y="137"/>
                  <a:pt x="42" y="134"/>
                </a:cubicBezTo>
                <a:cubicBezTo>
                  <a:pt x="22" y="122"/>
                  <a:pt x="8" y="101"/>
                  <a:pt x="8" y="75"/>
                </a:cubicBezTo>
                <a:cubicBezTo>
                  <a:pt x="8" y="38"/>
                  <a:pt x="38" y="8"/>
                  <a:pt x="76" y="8"/>
                </a:cubicBezTo>
                <a:cubicBezTo>
                  <a:pt x="113" y="8"/>
                  <a:pt x="143" y="38"/>
                  <a:pt x="143" y="75"/>
                </a:cubicBezTo>
                <a:cubicBezTo>
                  <a:pt x="143" y="101"/>
                  <a:pt x="130" y="122"/>
                  <a:pt x="109" y="134"/>
                </a:cubicBezTo>
                <a:cubicBezTo>
                  <a:pt x="109" y="137"/>
                  <a:pt x="109" y="140"/>
                  <a:pt x="108" y="144"/>
                </a:cubicBezTo>
                <a:cubicBezTo>
                  <a:pt x="134" y="132"/>
                  <a:pt x="152" y="106"/>
                  <a:pt x="152" y="75"/>
                </a:cubicBezTo>
                <a:cubicBezTo>
                  <a:pt x="152" y="34"/>
                  <a:pt x="118" y="0"/>
                  <a:pt x="76" y="0"/>
                </a:cubicBezTo>
                <a:close/>
                <a:moveTo>
                  <a:pt x="93" y="75"/>
                </a:moveTo>
                <a:cubicBezTo>
                  <a:pt x="93" y="66"/>
                  <a:pt x="85" y="59"/>
                  <a:pt x="76" y="59"/>
                </a:cubicBezTo>
                <a:cubicBezTo>
                  <a:pt x="66" y="59"/>
                  <a:pt x="59" y="66"/>
                  <a:pt x="59" y="75"/>
                </a:cubicBezTo>
                <a:cubicBezTo>
                  <a:pt x="59" y="85"/>
                  <a:pt x="66" y="92"/>
                  <a:pt x="76" y="92"/>
                </a:cubicBezTo>
                <a:cubicBezTo>
                  <a:pt x="85" y="92"/>
                  <a:pt x="93" y="85"/>
                  <a:pt x="93" y="75"/>
                </a:cubicBezTo>
                <a:close/>
                <a:moveTo>
                  <a:pt x="67" y="75"/>
                </a:moveTo>
                <a:cubicBezTo>
                  <a:pt x="67" y="71"/>
                  <a:pt x="71" y="67"/>
                  <a:pt x="76" y="67"/>
                </a:cubicBezTo>
                <a:cubicBezTo>
                  <a:pt x="80" y="67"/>
                  <a:pt x="84" y="71"/>
                  <a:pt x="84" y="75"/>
                </a:cubicBezTo>
                <a:cubicBezTo>
                  <a:pt x="84" y="80"/>
                  <a:pt x="80" y="84"/>
                  <a:pt x="76" y="84"/>
                </a:cubicBezTo>
                <a:cubicBezTo>
                  <a:pt x="71" y="84"/>
                  <a:pt x="67" y="80"/>
                  <a:pt x="67" y="75"/>
                </a:cubicBezTo>
                <a:close/>
                <a:moveTo>
                  <a:pt x="76" y="29"/>
                </a:moveTo>
                <a:cubicBezTo>
                  <a:pt x="50" y="29"/>
                  <a:pt x="29" y="50"/>
                  <a:pt x="29" y="75"/>
                </a:cubicBezTo>
                <a:cubicBezTo>
                  <a:pt x="29" y="89"/>
                  <a:pt x="35" y="102"/>
                  <a:pt x="45" y="110"/>
                </a:cubicBezTo>
                <a:cubicBezTo>
                  <a:pt x="46" y="107"/>
                  <a:pt x="47" y="105"/>
                  <a:pt x="49" y="103"/>
                </a:cubicBezTo>
                <a:cubicBezTo>
                  <a:pt x="42" y="96"/>
                  <a:pt x="38" y="86"/>
                  <a:pt x="38" y="75"/>
                </a:cubicBezTo>
                <a:cubicBezTo>
                  <a:pt x="38" y="55"/>
                  <a:pt x="55" y="38"/>
                  <a:pt x="76" y="38"/>
                </a:cubicBezTo>
                <a:cubicBezTo>
                  <a:pt x="97" y="38"/>
                  <a:pt x="114" y="55"/>
                  <a:pt x="114" y="75"/>
                </a:cubicBezTo>
                <a:cubicBezTo>
                  <a:pt x="114" y="86"/>
                  <a:pt x="109" y="96"/>
                  <a:pt x="102" y="103"/>
                </a:cubicBezTo>
                <a:cubicBezTo>
                  <a:pt x="104" y="105"/>
                  <a:pt x="105" y="108"/>
                  <a:pt x="106" y="110"/>
                </a:cubicBezTo>
                <a:cubicBezTo>
                  <a:pt x="116" y="102"/>
                  <a:pt x="122" y="89"/>
                  <a:pt x="122" y="75"/>
                </a:cubicBezTo>
                <a:cubicBezTo>
                  <a:pt x="122" y="50"/>
                  <a:pt x="101" y="29"/>
                  <a:pt x="76" y="29"/>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4" name="Freeform 311"/>
          <p:cNvSpPr>
            <a:spLocks noEditPoints="1"/>
          </p:cNvSpPr>
          <p:nvPr/>
        </p:nvSpPr>
        <p:spPr bwMode="auto">
          <a:xfrm>
            <a:off x="9622390" y="5128095"/>
            <a:ext cx="376569" cy="375456"/>
          </a:xfrm>
          <a:custGeom>
            <a:avLst/>
            <a:gdLst>
              <a:gd name="T0" fmla="*/ 137 w 186"/>
              <a:gd name="T1" fmla="*/ 60 h 185"/>
              <a:gd name="T2" fmla="*/ 126 w 186"/>
              <a:gd name="T3" fmla="*/ 64 h 185"/>
              <a:gd name="T4" fmla="*/ 113 w 186"/>
              <a:gd name="T5" fmla="*/ 59 h 185"/>
              <a:gd name="T6" fmla="*/ 96 w 186"/>
              <a:gd name="T7" fmla="*/ 76 h 185"/>
              <a:gd name="T8" fmla="*/ 97 w 186"/>
              <a:gd name="T9" fmla="*/ 80 h 185"/>
              <a:gd name="T10" fmla="*/ 61 w 186"/>
              <a:gd name="T11" fmla="*/ 62 h 185"/>
              <a:gd name="T12" fmla="*/ 59 w 186"/>
              <a:gd name="T13" fmla="*/ 70 h 185"/>
              <a:gd name="T14" fmla="*/ 66 w 186"/>
              <a:gd name="T15" fmla="*/ 84 h 185"/>
              <a:gd name="T16" fmla="*/ 58 w 186"/>
              <a:gd name="T17" fmla="*/ 82 h 185"/>
              <a:gd name="T18" fmla="*/ 58 w 186"/>
              <a:gd name="T19" fmla="*/ 83 h 185"/>
              <a:gd name="T20" fmla="*/ 72 w 186"/>
              <a:gd name="T21" fmla="*/ 99 h 185"/>
              <a:gd name="T22" fmla="*/ 68 w 186"/>
              <a:gd name="T23" fmla="*/ 100 h 185"/>
              <a:gd name="T24" fmla="*/ 64 w 186"/>
              <a:gd name="T25" fmla="*/ 100 h 185"/>
              <a:gd name="T26" fmla="*/ 81 w 186"/>
              <a:gd name="T27" fmla="*/ 111 h 185"/>
              <a:gd name="T28" fmla="*/ 59 w 186"/>
              <a:gd name="T29" fmla="*/ 119 h 185"/>
              <a:gd name="T30" fmla="*/ 55 w 186"/>
              <a:gd name="T31" fmla="*/ 118 h 185"/>
              <a:gd name="T32" fmla="*/ 82 w 186"/>
              <a:gd name="T33" fmla="*/ 126 h 185"/>
              <a:gd name="T34" fmla="*/ 131 w 186"/>
              <a:gd name="T35" fmla="*/ 78 h 185"/>
              <a:gd name="T36" fmla="*/ 131 w 186"/>
              <a:gd name="T37" fmla="*/ 75 h 185"/>
              <a:gd name="T38" fmla="*/ 139 w 186"/>
              <a:gd name="T39" fmla="*/ 67 h 185"/>
              <a:gd name="T40" fmla="*/ 129 w 186"/>
              <a:gd name="T41" fmla="*/ 69 h 185"/>
              <a:gd name="T42" fmla="*/ 137 w 186"/>
              <a:gd name="T43" fmla="*/ 60 h 185"/>
              <a:gd name="T44" fmla="*/ 93 w 186"/>
              <a:gd name="T45" fmla="*/ 0 h 185"/>
              <a:gd name="T46" fmla="*/ 0 w 186"/>
              <a:gd name="T47" fmla="*/ 92 h 185"/>
              <a:gd name="T48" fmla="*/ 93 w 186"/>
              <a:gd name="T49" fmla="*/ 185 h 185"/>
              <a:gd name="T50" fmla="*/ 186 w 186"/>
              <a:gd name="T51" fmla="*/ 92 h 185"/>
              <a:gd name="T52" fmla="*/ 93 w 186"/>
              <a:gd name="T53" fmla="*/ 0 h 185"/>
              <a:gd name="T54" fmla="*/ 93 w 186"/>
              <a:gd name="T55" fmla="*/ 177 h 185"/>
              <a:gd name="T56" fmla="*/ 9 w 186"/>
              <a:gd name="T57" fmla="*/ 92 h 185"/>
              <a:gd name="T58" fmla="*/ 93 w 186"/>
              <a:gd name="T59" fmla="*/ 8 h 185"/>
              <a:gd name="T60" fmla="*/ 177 w 186"/>
              <a:gd name="T61" fmla="*/ 92 h 185"/>
              <a:gd name="T62" fmla="*/ 93 w 186"/>
              <a:gd name="T63" fmla="*/ 177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6" h="185">
                <a:moveTo>
                  <a:pt x="137" y="60"/>
                </a:moveTo>
                <a:cubicBezTo>
                  <a:pt x="134" y="62"/>
                  <a:pt x="130" y="63"/>
                  <a:pt x="126" y="64"/>
                </a:cubicBezTo>
                <a:cubicBezTo>
                  <a:pt x="123" y="61"/>
                  <a:pt x="118" y="59"/>
                  <a:pt x="113" y="59"/>
                </a:cubicBezTo>
                <a:cubicBezTo>
                  <a:pt x="104" y="59"/>
                  <a:pt x="96" y="66"/>
                  <a:pt x="96" y="76"/>
                </a:cubicBezTo>
                <a:cubicBezTo>
                  <a:pt x="96" y="77"/>
                  <a:pt x="96" y="78"/>
                  <a:pt x="97" y="80"/>
                </a:cubicBezTo>
                <a:cubicBezTo>
                  <a:pt x="82" y="79"/>
                  <a:pt x="69" y="72"/>
                  <a:pt x="61" y="62"/>
                </a:cubicBezTo>
                <a:cubicBezTo>
                  <a:pt x="59" y="64"/>
                  <a:pt x="59" y="67"/>
                  <a:pt x="59" y="70"/>
                </a:cubicBezTo>
                <a:cubicBezTo>
                  <a:pt x="59" y="76"/>
                  <a:pt x="62" y="81"/>
                  <a:pt x="66" y="84"/>
                </a:cubicBezTo>
                <a:cubicBezTo>
                  <a:pt x="63" y="84"/>
                  <a:pt x="61" y="84"/>
                  <a:pt x="58" y="82"/>
                </a:cubicBezTo>
                <a:cubicBezTo>
                  <a:pt x="58" y="82"/>
                  <a:pt x="58" y="82"/>
                  <a:pt x="58" y="83"/>
                </a:cubicBezTo>
                <a:cubicBezTo>
                  <a:pt x="58" y="91"/>
                  <a:pt x="64" y="98"/>
                  <a:pt x="72" y="99"/>
                </a:cubicBezTo>
                <a:cubicBezTo>
                  <a:pt x="71" y="100"/>
                  <a:pt x="69" y="100"/>
                  <a:pt x="68" y="100"/>
                </a:cubicBezTo>
                <a:cubicBezTo>
                  <a:pt x="67" y="100"/>
                  <a:pt x="66" y="100"/>
                  <a:pt x="64" y="100"/>
                </a:cubicBezTo>
                <a:cubicBezTo>
                  <a:pt x="67" y="106"/>
                  <a:pt x="73" y="111"/>
                  <a:pt x="81" y="111"/>
                </a:cubicBezTo>
                <a:cubicBezTo>
                  <a:pt x="75" y="116"/>
                  <a:pt x="67" y="119"/>
                  <a:pt x="59" y="119"/>
                </a:cubicBezTo>
                <a:cubicBezTo>
                  <a:pt x="58" y="119"/>
                  <a:pt x="56" y="119"/>
                  <a:pt x="55" y="118"/>
                </a:cubicBezTo>
                <a:cubicBezTo>
                  <a:pt x="63" y="123"/>
                  <a:pt x="72" y="126"/>
                  <a:pt x="82" y="126"/>
                </a:cubicBezTo>
                <a:cubicBezTo>
                  <a:pt x="113" y="126"/>
                  <a:pt x="131" y="100"/>
                  <a:pt x="131" y="78"/>
                </a:cubicBezTo>
                <a:cubicBezTo>
                  <a:pt x="131" y="77"/>
                  <a:pt x="131" y="76"/>
                  <a:pt x="131" y="75"/>
                </a:cubicBezTo>
                <a:cubicBezTo>
                  <a:pt x="134" y="73"/>
                  <a:pt x="137" y="70"/>
                  <a:pt x="139" y="67"/>
                </a:cubicBezTo>
                <a:cubicBezTo>
                  <a:pt x="136" y="68"/>
                  <a:pt x="133" y="69"/>
                  <a:pt x="129" y="69"/>
                </a:cubicBezTo>
                <a:cubicBezTo>
                  <a:pt x="133" y="67"/>
                  <a:pt x="136" y="64"/>
                  <a:pt x="137" y="60"/>
                </a:cubicBezTo>
                <a:close/>
                <a:moveTo>
                  <a:pt x="93" y="0"/>
                </a:moveTo>
                <a:cubicBezTo>
                  <a:pt x="42" y="0"/>
                  <a:pt x="0" y="41"/>
                  <a:pt x="0" y="92"/>
                </a:cubicBezTo>
                <a:cubicBezTo>
                  <a:pt x="0" y="144"/>
                  <a:pt x="42" y="185"/>
                  <a:pt x="93" y="185"/>
                </a:cubicBezTo>
                <a:cubicBezTo>
                  <a:pt x="144" y="185"/>
                  <a:pt x="186" y="144"/>
                  <a:pt x="186" y="92"/>
                </a:cubicBezTo>
                <a:cubicBezTo>
                  <a:pt x="186" y="41"/>
                  <a:pt x="144" y="0"/>
                  <a:pt x="93" y="0"/>
                </a:cubicBezTo>
                <a:close/>
                <a:moveTo>
                  <a:pt x="93" y="177"/>
                </a:moveTo>
                <a:cubicBezTo>
                  <a:pt x="46" y="177"/>
                  <a:pt x="9" y="139"/>
                  <a:pt x="9" y="92"/>
                </a:cubicBezTo>
                <a:cubicBezTo>
                  <a:pt x="9" y="46"/>
                  <a:pt x="46" y="8"/>
                  <a:pt x="93" y="8"/>
                </a:cubicBezTo>
                <a:cubicBezTo>
                  <a:pt x="140" y="8"/>
                  <a:pt x="177" y="46"/>
                  <a:pt x="177" y="92"/>
                </a:cubicBezTo>
                <a:cubicBezTo>
                  <a:pt x="177" y="139"/>
                  <a:pt x="140" y="177"/>
                  <a:pt x="93" y="177"/>
                </a:cubicBez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5" name="Freeform 312"/>
          <p:cNvSpPr>
            <a:spLocks noEditPoints="1"/>
          </p:cNvSpPr>
          <p:nvPr/>
        </p:nvSpPr>
        <p:spPr bwMode="auto">
          <a:xfrm>
            <a:off x="9504473" y="2235743"/>
            <a:ext cx="375456" cy="375456"/>
          </a:xfrm>
          <a:custGeom>
            <a:avLst/>
            <a:gdLst>
              <a:gd name="T0" fmla="*/ 101 w 185"/>
              <a:gd name="T1" fmla="*/ 72 h 185"/>
              <a:gd name="T2" fmla="*/ 106 w 185"/>
              <a:gd name="T3" fmla="*/ 67 h 185"/>
              <a:gd name="T4" fmla="*/ 113 w 185"/>
              <a:gd name="T5" fmla="*/ 67 h 185"/>
              <a:gd name="T6" fmla="*/ 113 w 185"/>
              <a:gd name="T7" fmla="*/ 54 h 185"/>
              <a:gd name="T8" fmla="*/ 102 w 185"/>
              <a:gd name="T9" fmla="*/ 54 h 185"/>
              <a:gd name="T10" fmla="*/ 84 w 185"/>
              <a:gd name="T11" fmla="*/ 71 h 185"/>
              <a:gd name="T12" fmla="*/ 84 w 185"/>
              <a:gd name="T13" fmla="*/ 80 h 185"/>
              <a:gd name="T14" fmla="*/ 75 w 185"/>
              <a:gd name="T15" fmla="*/ 80 h 185"/>
              <a:gd name="T16" fmla="*/ 75 w 185"/>
              <a:gd name="T17" fmla="*/ 92 h 185"/>
              <a:gd name="T18" fmla="*/ 84 w 185"/>
              <a:gd name="T19" fmla="*/ 92 h 185"/>
              <a:gd name="T20" fmla="*/ 84 w 185"/>
              <a:gd name="T21" fmla="*/ 130 h 185"/>
              <a:gd name="T22" fmla="*/ 101 w 185"/>
              <a:gd name="T23" fmla="*/ 130 h 185"/>
              <a:gd name="T24" fmla="*/ 101 w 185"/>
              <a:gd name="T25" fmla="*/ 92 h 185"/>
              <a:gd name="T26" fmla="*/ 112 w 185"/>
              <a:gd name="T27" fmla="*/ 92 h 185"/>
              <a:gd name="T28" fmla="*/ 113 w 185"/>
              <a:gd name="T29" fmla="*/ 80 h 185"/>
              <a:gd name="T30" fmla="*/ 101 w 185"/>
              <a:gd name="T31" fmla="*/ 80 h 185"/>
              <a:gd name="T32" fmla="*/ 101 w 185"/>
              <a:gd name="T33" fmla="*/ 72 h 185"/>
              <a:gd name="T34" fmla="*/ 92 w 185"/>
              <a:gd name="T35" fmla="*/ 0 h 185"/>
              <a:gd name="T36" fmla="*/ 0 w 185"/>
              <a:gd name="T37" fmla="*/ 92 h 185"/>
              <a:gd name="T38" fmla="*/ 92 w 185"/>
              <a:gd name="T39" fmla="*/ 185 h 185"/>
              <a:gd name="T40" fmla="*/ 185 w 185"/>
              <a:gd name="T41" fmla="*/ 92 h 185"/>
              <a:gd name="T42" fmla="*/ 92 w 185"/>
              <a:gd name="T43" fmla="*/ 0 h 185"/>
              <a:gd name="T44" fmla="*/ 92 w 185"/>
              <a:gd name="T45" fmla="*/ 177 h 185"/>
              <a:gd name="T46" fmla="*/ 8 w 185"/>
              <a:gd name="T47" fmla="*/ 92 h 185"/>
              <a:gd name="T48" fmla="*/ 92 w 185"/>
              <a:gd name="T49" fmla="*/ 8 h 185"/>
              <a:gd name="T50" fmla="*/ 177 w 185"/>
              <a:gd name="T51" fmla="*/ 92 h 185"/>
              <a:gd name="T52" fmla="*/ 92 w 185"/>
              <a:gd name="T53" fmla="*/ 177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5" h="185">
                <a:moveTo>
                  <a:pt x="101" y="72"/>
                </a:moveTo>
                <a:cubicBezTo>
                  <a:pt x="101" y="69"/>
                  <a:pt x="101" y="67"/>
                  <a:pt x="106" y="67"/>
                </a:cubicBezTo>
                <a:cubicBezTo>
                  <a:pt x="113" y="67"/>
                  <a:pt x="113" y="67"/>
                  <a:pt x="113" y="67"/>
                </a:cubicBezTo>
                <a:cubicBezTo>
                  <a:pt x="113" y="54"/>
                  <a:pt x="113" y="54"/>
                  <a:pt x="113" y="54"/>
                </a:cubicBezTo>
                <a:cubicBezTo>
                  <a:pt x="102" y="54"/>
                  <a:pt x="102" y="54"/>
                  <a:pt x="102" y="54"/>
                </a:cubicBezTo>
                <a:cubicBezTo>
                  <a:pt x="89" y="54"/>
                  <a:pt x="84" y="61"/>
                  <a:pt x="84" y="71"/>
                </a:cubicBezTo>
                <a:cubicBezTo>
                  <a:pt x="84" y="80"/>
                  <a:pt x="84" y="80"/>
                  <a:pt x="84" y="80"/>
                </a:cubicBezTo>
                <a:cubicBezTo>
                  <a:pt x="75" y="80"/>
                  <a:pt x="75" y="80"/>
                  <a:pt x="75" y="80"/>
                </a:cubicBezTo>
                <a:cubicBezTo>
                  <a:pt x="75" y="92"/>
                  <a:pt x="75" y="92"/>
                  <a:pt x="75" y="92"/>
                </a:cubicBezTo>
                <a:cubicBezTo>
                  <a:pt x="84" y="92"/>
                  <a:pt x="84" y="92"/>
                  <a:pt x="84" y="92"/>
                </a:cubicBezTo>
                <a:cubicBezTo>
                  <a:pt x="84" y="130"/>
                  <a:pt x="84" y="130"/>
                  <a:pt x="84" y="130"/>
                </a:cubicBezTo>
                <a:cubicBezTo>
                  <a:pt x="101" y="130"/>
                  <a:pt x="101" y="130"/>
                  <a:pt x="101" y="130"/>
                </a:cubicBezTo>
                <a:cubicBezTo>
                  <a:pt x="101" y="92"/>
                  <a:pt x="101" y="92"/>
                  <a:pt x="101" y="92"/>
                </a:cubicBezTo>
                <a:cubicBezTo>
                  <a:pt x="112" y="92"/>
                  <a:pt x="112" y="92"/>
                  <a:pt x="112" y="92"/>
                </a:cubicBezTo>
                <a:cubicBezTo>
                  <a:pt x="113" y="80"/>
                  <a:pt x="113" y="80"/>
                  <a:pt x="113" y="80"/>
                </a:cubicBezTo>
                <a:cubicBezTo>
                  <a:pt x="101" y="80"/>
                  <a:pt x="101" y="80"/>
                  <a:pt x="101" y="80"/>
                </a:cubicBezTo>
                <a:lnTo>
                  <a:pt x="101" y="72"/>
                </a:lnTo>
                <a:close/>
                <a:moveTo>
                  <a:pt x="92" y="0"/>
                </a:moveTo>
                <a:cubicBezTo>
                  <a:pt x="41" y="0"/>
                  <a:pt x="0" y="41"/>
                  <a:pt x="0" y="92"/>
                </a:cubicBezTo>
                <a:cubicBezTo>
                  <a:pt x="0" y="144"/>
                  <a:pt x="41" y="185"/>
                  <a:pt x="92" y="185"/>
                </a:cubicBezTo>
                <a:cubicBezTo>
                  <a:pt x="144" y="185"/>
                  <a:pt x="185" y="144"/>
                  <a:pt x="185" y="92"/>
                </a:cubicBezTo>
                <a:cubicBezTo>
                  <a:pt x="185" y="41"/>
                  <a:pt x="144" y="0"/>
                  <a:pt x="92" y="0"/>
                </a:cubicBezTo>
                <a:close/>
                <a:moveTo>
                  <a:pt x="92" y="177"/>
                </a:moveTo>
                <a:cubicBezTo>
                  <a:pt x="46" y="177"/>
                  <a:pt x="8" y="139"/>
                  <a:pt x="8" y="92"/>
                </a:cubicBezTo>
                <a:cubicBezTo>
                  <a:pt x="8" y="46"/>
                  <a:pt x="46" y="8"/>
                  <a:pt x="92" y="8"/>
                </a:cubicBezTo>
                <a:cubicBezTo>
                  <a:pt x="139" y="8"/>
                  <a:pt x="177" y="46"/>
                  <a:pt x="177" y="92"/>
                </a:cubicBezTo>
                <a:cubicBezTo>
                  <a:pt x="177" y="139"/>
                  <a:pt x="139" y="177"/>
                  <a:pt x="92" y="177"/>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6" name="Freeform 316"/>
          <p:cNvSpPr>
            <a:spLocks noEditPoints="1"/>
          </p:cNvSpPr>
          <p:nvPr/>
        </p:nvSpPr>
        <p:spPr bwMode="auto">
          <a:xfrm>
            <a:off x="6023952" y="3625764"/>
            <a:ext cx="377683" cy="377683"/>
          </a:xfrm>
          <a:custGeom>
            <a:avLst/>
            <a:gdLst>
              <a:gd name="T0" fmla="*/ 93 w 186"/>
              <a:gd name="T1" fmla="*/ 0 h 186"/>
              <a:gd name="T2" fmla="*/ 0 w 186"/>
              <a:gd name="T3" fmla="*/ 93 h 186"/>
              <a:gd name="T4" fmla="*/ 93 w 186"/>
              <a:gd name="T5" fmla="*/ 186 h 186"/>
              <a:gd name="T6" fmla="*/ 186 w 186"/>
              <a:gd name="T7" fmla="*/ 93 h 186"/>
              <a:gd name="T8" fmla="*/ 93 w 186"/>
              <a:gd name="T9" fmla="*/ 0 h 186"/>
              <a:gd name="T10" fmla="*/ 93 w 186"/>
              <a:gd name="T11" fmla="*/ 177 h 186"/>
              <a:gd name="T12" fmla="*/ 9 w 186"/>
              <a:gd name="T13" fmla="*/ 93 h 186"/>
              <a:gd name="T14" fmla="*/ 93 w 186"/>
              <a:gd name="T15" fmla="*/ 8 h 186"/>
              <a:gd name="T16" fmla="*/ 177 w 186"/>
              <a:gd name="T17" fmla="*/ 93 h 186"/>
              <a:gd name="T18" fmla="*/ 93 w 186"/>
              <a:gd name="T19" fmla="*/ 177 h 186"/>
              <a:gd name="T20" fmla="*/ 127 w 186"/>
              <a:gd name="T21" fmla="*/ 63 h 186"/>
              <a:gd name="T22" fmla="*/ 118 w 186"/>
              <a:gd name="T23" fmla="*/ 63 h 186"/>
              <a:gd name="T24" fmla="*/ 118 w 186"/>
              <a:gd name="T25" fmla="*/ 76 h 186"/>
              <a:gd name="T26" fmla="*/ 106 w 186"/>
              <a:gd name="T27" fmla="*/ 76 h 186"/>
              <a:gd name="T28" fmla="*/ 106 w 186"/>
              <a:gd name="T29" fmla="*/ 84 h 186"/>
              <a:gd name="T30" fmla="*/ 118 w 186"/>
              <a:gd name="T31" fmla="*/ 84 h 186"/>
              <a:gd name="T32" fmla="*/ 118 w 186"/>
              <a:gd name="T33" fmla="*/ 97 h 186"/>
              <a:gd name="T34" fmla="*/ 127 w 186"/>
              <a:gd name="T35" fmla="*/ 97 h 186"/>
              <a:gd name="T36" fmla="*/ 127 w 186"/>
              <a:gd name="T37" fmla="*/ 84 h 186"/>
              <a:gd name="T38" fmla="*/ 140 w 186"/>
              <a:gd name="T39" fmla="*/ 84 h 186"/>
              <a:gd name="T40" fmla="*/ 140 w 186"/>
              <a:gd name="T41" fmla="*/ 76 h 186"/>
              <a:gd name="T42" fmla="*/ 127 w 186"/>
              <a:gd name="T43" fmla="*/ 76 h 186"/>
              <a:gd name="T44" fmla="*/ 127 w 186"/>
              <a:gd name="T45" fmla="*/ 63 h 186"/>
              <a:gd name="T46" fmla="*/ 93 w 186"/>
              <a:gd name="T47" fmla="*/ 96 h 186"/>
              <a:gd name="T48" fmla="*/ 89 w 186"/>
              <a:gd name="T49" fmla="*/ 91 h 186"/>
              <a:gd name="T50" fmla="*/ 92 w 186"/>
              <a:gd name="T51" fmla="*/ 87 h 186"/>
              <a:gd name="T52" fmla="*/ 98 w 186"/>
              <a:gd name="T53" fmla="*/ 75 h 186"/>
              <a:gd name="T54" fmla="*/ 95 w 186"/>
              <a:gd name="T55" fmla="*/ 66 h 186"/>
              <a:gd name="T56" fmla="*/ 97 w 186"/>
              <a:gd name="T57" fmla="*/ 66 h 186"/>
              <a:gd name="T58" fmla="*/ 106 w 186"/>
              <a:gd name="T59" fmla="*/ 59 h 186"/>
              <a:gd name="T60" fmla="*/ 82 w 186"/>
              <a:gd name="T61" fmla="*/ 59 h 186"/>
              <a:gd name="T62" fmla="*/ 63 w 186"/>
              <a:gd name="T63" fmla="*/ 75 h 186"/>
              <a:gd name="T64" fmla="*/ 79 w 186"/>
              <a:gd name="T65" fmla="*/ 91 h 186"/>
              <a:gd name="T66" fmla="*/ 79 w 186"/>
              <a:gd name="T67" fmla="*/ 93 h 186"/>
              <a:gd name="T68" fmla="*/ 80 w 186"/>
              <a:gd name="T69" fmla="*/ 97 h 186"/>
              <a:gd name="T70" fmla="*/ 59 w 186"/>
              <a:gd name="T71" fmla="*/ 113 h 186"/>
              <a:gd name="T72" fmla="*/ 80 w 186"/>
              <a:gd name="T73" fmla="*/ 126 h 186"/>
              <a:gd name="T74" fmla="*/ 101 w 186"/>
              <a:gd name="T75" fmla="*/ 110 h 186"/>
              <a:gd name="T76" fmla="*/ 93 w 186"/>
              <a:gd name="T77" fmla="*/ 96 h 186"/>
              <a:gd name="T78" fmla="*/ 74 w 186"/>
              <a:gd name="T79" fmla="*/ 75 h 186"/>
              <a:gd name="T80" fmla="*/ 76 w 186"/>
              <a:gd name="T81" fmla="*/ 67 h 186"/>
              <a:gd name="T82" fmla="*/ 79 w 186"/>
              <a:gd name="T83" fmla="*/ 65 h 186"/>
              <a:gd name="T84" fmla="*/ 79 w 186"/>
              <a:gd name="T85" fmla="*/ 64 h 186"/>
              <a:gd name="T86" fmla="*/ 79 w 186"/>
              <a:gd name="T87" fmla="*/ 64 h 186"/>
              <a:gd name="T88" fmla="*/ 79 w 186"/>
              <a:gd name="T89" fmla="*/ 65 h 186"/>
              <a:gd name="T90" fmla="*/ 88 w 186"/>
              <a:gd name="T91" fmla="*/ 76 h 186"/>
              <a:gd name="T92" fmla="*/ 86 w 186"/>
              <a:gd name="T93" fmla="*/ 84 h 186"/>
              <a:gd name="T94" fmla="*/ 82 w 186"/>
              <a:gd name="T95" fmla="*/ 86 h 186"/>
              <a:gd name="T96" fmla="*/ 82 w 186"/>
              <a:gd name="T97" fmla="*/ 86 h 186"/>
              <a:gd name="T98" fmla="*/ 74 w 186"/>
              <a:gd name="T99" fmla="*/ 75 h 186"/>
              <a:gd name="T100" fmla="*/ 80 w 186"/>
              <a:gd name="T101" fmla="*/ 120 h 186"/>
              <a:gd name="T102" fmla="*/ 70 w 186"/>
              <a:gd name="T103" fmla="*/ 111 h 186"/>
              <a:gd name="T104" fmla="*/ 81 w 186"/>
              <a:gd name="T105" fmla="*/ 102 h 186"/>
              <a:gd name="T106" fmla="*/ 81 w 186"/>
              <a:gd name="T107" fmla="*/ 101 h 186"/>
              <a:gd name="T108" fmla="*/ 81 w 186"/>
              <a:gd name="T109" fmla="*/ 101 h 186"/>
              <a:gd name="T110" fmla="*/ 82 w 186"/>
              <a:gd name="T111" fmla="*/ 102 h 186"/>
              <a:gd name="T112" fmla="*/ 86 w 186"/>
              <a:gd name="T113" fmla="*/ 103 h 186"/>
              <a:gd name="T114" fmla="*/ 87 w 186"/>
              <a:gd name="T115" fmla="*/ 104 h 186"/>
              <a:gd name="T116" fmla="*/ 92 w 186"/>
              <a:gd name="T117" fmla="*/ 110 h 186"/>
              <a:gd name="T118" fmla="*/ 92 w 186"/>
              <a:gd name="T119" fmla="*/ 111 h 186"/>
              <a:gd name="T120" fmla="*/ 80 w 186"/>
              <a:gd name="T121" fmla="*/ 12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86" h="186">
                <a:moveTo>
                  <a:pt x="93" y="0"/>
                </a:moveTo>
                <a:cubicBezTo>
                  <a:pt x="42" y="0"/>
                  <a:pt x="0" y="41"/>
                  <a:pt x="0" y="93"/>
                </a:cubicBezTo>
                <a:cubicBezTo>
                  <a:pt x="0" y="144"/>
                  <a:pt x="42" y="186"/>
                  <a:pt x="93" y="186"/>
                </a:cubicBezTo>
                <a:cubicBezTo>
                  <a:pt x="144" y="186"/>
                  <a:pt x="186" y="144"/>
                  <a:pt x="186" y="93"/>
                </a:cubicBezTo>
                <a:cubicBezTo>
                  <a:pt x="186" y="41"/>
                  <a:pt x="144" y="0"/>
                  <a:pt x="93" y="0"/>
                </a:cubicBezTo>
                <a:close/>
                <a:moveTo>
                  <a:pt x="93" y="177"/>
                </a:moveTo>
                <a:cubicBezTo>
                  <a:pt x="47" y="177"/>
                  <a:pt x="9" y="139"/>
                  <a:pt x="9" y="93"/>
                </a:cubicBezTo>
                <a:cubicBezTo>
                  <a:pt x="9" y="46"/>
                  <a:pt x="47" y="8"/>
                  <a:pt x="93" y="8"/>
                </a:cubicBezTo>
                <a:cubicBezTo>
                  <a:pt x="140" y="8"/>
                  <a:pt x="177" y="46"/>
                  <a:pt x="177" y="93"/>
                </a:cubicBezTo>
                <a:cubicBezTo>
                  <a:pt x="177" y="139"/>
                  <a:pt x="140" y="177"/>
                  <a:pt x="93" y="177"/>
                </a:cubicBezTo>
                <a:close/>
                <a:moveTo>
                  <a:pt x="127" y="63"/>
                </a:moveTo>
                <a:cubicBezTo>
                  <a:pt x="118" y="63"/>
                  <a:pt x="118" y="63"/>
                  <a:pt x="118" y="63"/>
                </a:cubicBezTo>
                <a:cubicBezTo>
                  <a:pt x="118" y="76"/>
                  <a:pt x="118" y="76"/>
                  <a:pt x="118" y="76"/>
                </a:cubicBezTo>
                <a:cubicBezTo>
                  <a:pt x="106" y="76"/>
                  <a:pt x="106" y="76"/>
                  <a:pt x="106" y="76"/>
                </a:cubicBezTo>
                <a:cubicBezTo>
                  <a:pt x="106" y="84"/>
                  <a:pt x="106" y="84"/>
                  <a:pt x="106" y="84"/>
                </a:cubicBezTo>
                <a:cubicBezTo>
                  <a:pt x="118" y="84"/>
                  <a:pt x="118" y="84"/>
                  <a:pt x="118" y="84"/>
                </a:cubicBezTo>
                <a:cubicBezTo>
                  <a:pt x="118" y="97"/>
                  <a:pt x="118" y="97"/>
                  <a:pt x="118" y="97"/>
                </a:cubicBezTo>
                <a:cubicBezTo>
                  <a:pt x="127" y="97"/>
                  <a:pt x="127" y="97"/>
                  <a:pt x="127" y="97"/>
                </a:cubicBezTo>
                <a:cubicBezTo>
                  <a:pt x="127" y="84"/>
                  <a:pt x="127" y="84"/>
                  <a:pt x="127" y="84"/>
                </a:cubicBezTo>
                <a:cubicBezTo>
                  <a:pt x="140" y="84"/>
                  <a:pt x="140" y="84"/>
                  <a:pt x="140" y="84"/>
                </a:cubicBezTo>
                <a:cubicBezTo>
                  <a:pt x="140" y="76"/>
                  <a:pt x="140" y="76"/>
                  <a:pt x="140" y="76"/>
                </a:cubicBezTo>
                <a:cubicBezTo>
                  <a:pt x="127" y="76"/>
                  <a:pt x="127" y="76"/>
                  <a:pt x="127" y="76"/>
                </a:cubicBezTo>
                <a:lnTo>
                  <a:pt x="127" y="63"/>
                </a:lnTo>
                <a:close/>
                <a:moveTo>
                  <a:pt x="93" y="96"/>
                </a:moveTo>
                <a:cubicBezTo>
                  <a:pt x="91" y="95"/>
                  <a:pt x="89" y="92"/>
                  <a:pt x="89" y="91"/>
                </a:cubicBezTo>
                <a:cubicBezTo>
                  <a:pt x="89" y="90"/>
                  <a:pt x="89" y="90"/>
                  <a:pt x="92" y="87"/>
                </a:cubicBezTo>
                <a:cubicBezTo>
                  <a:pt x="96" y="84"/>
                  <a:pt x="98" y="80"/>
                  <a:pt x="98" y="75"/>
                </a:cubicBezTo>
                <a:cubicBezTo>
                  <a:pt x="98" y="72"/>
                  <a:pt x="97" y="68"/>
                  <a:pt x="95" y="66"/>
                </a:cubicBezTo>
                <a:cubicBezTo>
                  <a:pt x="97" y="66"/>
                  <a:pt x="97" y="66"/>
                  <a:pt x="97" y="66"/>
                </a:cubicBezTo>
                <a:cubicBezTo>
                  <a:pt x="106" y="59"/>
                  <a:pt x="106" y="59"/>
                  <a:pt x="106" y="59"/>
                </a:cubicBezTo>
                <a:cubicBezTo>
                  <a:pt x="82" y="59"/>
                  <a:pt x="82" y="59"/>
                  <a:pt x="82" y="59"/>
                </a:cubicBezTo>
                <a:cubicBezTo>
                  <a:pt x="72" y="59"/>
                  <a:pt x="63" y="67"/>
                  <a:pt x="63" y="75"/>
                </a:cubicBezTo>
                <a:cubicBezTo>
                  <a:pt x="63" y="84"/>
                  <a:pt x="70" y="91"/>
                  <a:pt x="79" y="91"/>
                </a:cubicBezTo>
                <a:cubicBezTo>
                  <a:pt x="79" y="92"/>
                  <a:pt x="79" y="93"/>
                  <a:pt x="79" y="93"/>
                </a:cubicBezTo>
                <a:cubicBezTo>
                  <a:pt x="79" y="95"/>
                  <a:pt x="79" y="96"/>
                  <a:pt x="80" y="97"/>
                </a:cubicBezTo>
                <a:cubicBezTo>
                  <a:pt x="69" y="97"/>
                  <a:pt x="59" y="104"/>
                  <a:pt x="59" y="113"/>
                </a:cubicBezTo>
                <a:cubicBezTo>
                  <a:pt x="59" y="121"/>
                  <a:pt x="68" y="126"/>
                  <a:pt x="80" y="126"/>
                </a:cubicBezTo>
                <a:cubicBezTo>
                  <a:pt x="94" y="126"/>
                  <a:pt x="101" y="118"/>
                  <a:pt x="101" y="110"/>
                </a:cubicBezTo>
                <a:cubicBezTo>
                  <a:pt x="101" y="104"/>
                  <a:pt x="99" y="100"/>
                  <a:pt x="93" y="96"/>
                </a:cubicBezTo>
                <a:close/>
                <a:moveTo>
                  <a:pt x="74" y="75"/>
                </a:moveTo>
                <a:cubicBezTo>
                  <a:pt x="73" y="72"/>
                  <a:pt x="74" y="69"/>
                  <a:pt x="76" y="67"/>
                </a:cubicBezTo>
                <a:cubicBezTo>
                  <a:pt x="76" y="66"/>
                  <a:pt x="78" y="65"/>
                  <a:pt x="79" y="65"/>
                </a:cubicBezTo>
                <a:cubicBezTo>
                  <a:pt x="79" y="64"/>
                  <a:pt x="79" y="64"/>
                  <a:pt x="79" y="64"/>
                </a:cubicBezTo>
                <a:cubicBezTo>
                  <a:pt x="79" y="64"/>
                  <a:pt x="79" y="64"/>
                  <a:pt x="79" y="64"/>
                </a:cubicBezTo>
                <a:cubicBezTo>
                  <a:pt x="79" y="65"/>
                  <a:pt x="79" y="65"/>
                  <a:pt x="79" y="65"/>
                </a:cubicBezTo>
                <a:cubicBezTo>
                  <a:pt x="83" y="65"/>
                  <a:pt x="87" y="70"/>
                  <a:pt x="88" y="76"/>
                </a:cubicBezTo>
                <a:cubicBezTo>
                  <a:pt x="88" y="79"/>
                  <a:pt x="88" y="82"/>
                  <a:pt x="86" y="84"/>
                </a:cubicBezTo>
                <a:cubicBezTo>
                  <a:pt x="85" y="85"/>
                  <a:pt x="84" y="86"/>
                  <a:pt x="82" y="86"/>
                </a:cubicBezTo>
                <a:cubicBezTo>
                  <a:pt x="82" y="86"/>
                  <a:pt x="82" y="86"/>
                  <a:pt x="82" y="86"/>
                </a:cubicBezTo>
                <a:cubicBezTo>
                  <a:pt x="78" y="86"/>
                  <a:pt x="74" y="81"/>
                  <a:pt x="74" y="75"/>
                </a:cubicBezTo>
                <a:close/>
                <a:moveTo>
                  <a:pt x="80" y="120"/>
                </a:moveTo>
                <a:cubicBezTo>
                  <a:pt x="74" y="120"/>
                  <a:pt x="70" y="116"/>
                  <a:pt x="70" y="111"/>
                </a:cubicBezTo>
                <a:cubicBezTo>
                  <a:pt x="70" y="106"/>
                  <a:pt x="75" y="102"/>
                  <a:pt x="81" y="102"/>
                </a:cubicBezTo>
                <a:cubicBezTo>
                  <a:pt x="81" y="101"/>
                  <a:pt x="81" y="101"/>
                  <a:pt x="81" y="101"/>
                </a:cubicBezTo>
                <a:cubicBezTo>
                  <a:pt x="81" y="101"/>
                  <a:pt x="81" y="101"/>
                  <a:pt x="81" y="101"/>
                </a:cubicBezTo>
                <a:cubicBezTo>
                  <a:pt x="82" y="102"/>
                  <a:pt x="82" y="102"/>
                  <a:pt x="82" y="102"/>
                </a:cubicBezTo>
                <a:cubicBezTo>
                  <a:pt x="83" y="102"/>
                  <a:pt x="84" y="103"/>
                  <a:pt x="86" y="103"/>
                </a:cubicBezTo>
                <a:cubicBezTo>
                  <a:pt x="87" y="104"/>
                  <a:pt x="87" y="104"/>
                  <a:pt x="87" y="104"/>
                </a:cubicBezTo>
                <a:cubicBezTo>
                  <a:pt x="90" y="106"/>
                  <a:pt x="92" y="108"/>
                  <a:pt x="92" y="110"/>
                </a:cubicBezTo>
                <a:cubicBezTo>
                  <a:pt x="92" y="110"/>
                  <a:pt x="92" y="111"/>
                  <a:pt x="92" y="111"/>
                </a:cubicBezTo>
                <a:cubicBezTo>
                  <a:pt x="92" y="117"/>
                  <a:pt x="88" y="120"/>
                  <a:pt x="80" y="12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7" name="Freeform 355"/>
          <p:cNvSpPr>
            <a:spLocks noEditPoints="1"/>
          </p:cNvSpPr>
          <p:nvPr/>
        </p:nvSpPr>
        <p:spPr bwMode="auto">
          <a:xfrm>
            <a:off x="8121240" y="5667884"/>
            <a:ext cx="376569" cy="377683"/>
          </a:xfrm>
          <a:custGeom>
            <a:avLst/>
            <a:gdLst>
              <a:gd name="T0" fmla="*/ 89 w 186"/>
              <a:gd name="T1" fmla="*/ 68 h 186"/>
              <a:gd name="T2" fmla="*/ 88 w 186"/>
              <a:gd name="T3" fmla="*/ 51 h 186"/>
              <a:gd name="T4" fmla="*/ 80 w 186"/>
              <a:gd name="T5" fmla="*/ 48 h 186"/>
              <a:gd name="T6" fmla="*/ 69 w 186"/>
              <a:gd name="T7" fmla="*/ 39 h 186"/>
              <a:gd name="T8" fmla="*/ 44 w 186"/>
              <a:gd name="T9" fmla="*/ 35 h 186"/>
              <a:gd name="T10" fmla="*/ 32 w 186"/>
              <a:gd name="T11" fmla="*/ 84 h 186"/>
              <a:gd name="T12" fmla="*/ 59 w 186"/>
              <a:gd name="T13" fmla="*/ 99 h 186"/>
              <a:gd name="T14" fmla="*/ 65 w 186"/>
              <a:gd name="T15" fmla="*/ 87 h 186"/>
              <a:gd name="T16" fmla="*/ 103 w 186"/>
              <a:gd name="T17" fmla="*/ 111 h 186"/>
              <a:gd name="T18" fmla="*/ 68 w 186"/>
              <a:gd name="T19" fmla="*/ 119 h 186"/>
              <a:gd name="T20" fmla="*/ 83 w 186"/>
              <a:gd name="T21" fmla="*/ 157 h 186"/>
              <a:gd name="T22" fmla="*/ 103 w 186"/>
              <a:gd name="T23" fmla="*/ 132 h 186"/>
              <a:gd name="T24" fmla="*/ 93 w 186"/>
              <a:gd name="T25" fmla="*/ 0 h 186"/>
              <a:gd name="T26" fmla="*/ 93 w 186"/>
              <a:gd name="T27" fmla="*/ 186 h 186"/>
              <a:gd name="T28" fmla="*/ 93 w 186"/>
              <a:gd name="T29" fmla="*/ 0 h 186"/>
              <a:gd name="T30" fmla="*/ 8 w 186"/>
              <a:gd name="T31" fmla="*/ 93 h 186"/>
              <a:gd name="T32" fmla="*/ 177 w 186"/>
              <a:gd name="T33" fmla="*/ 93 h 186"/>
              <a:gd name="T34" fmla="*/ 168 w 186"/>
              <a:gd name="T35" fmla="*/ 86 h 186"/>
              <a:gd name="T36" fmla="*/ 167 w 186"/>
              <a:gd name="T37" fmla="*/ 79 h 186"/>
              <a:gd name="T38" fmla="*/ 166 w 186"/>
              <a:gd name="T39" fmla="*/ 72 h 186"/>
              <a:gd name="T40" fmla="*/ 163 w 186"/>
              <a:gd name="T41" fmla="*/ 64 h 186"/>
              <a:gd name="T42" fmla="*/ 160 w 186"/>
              <a:gd name="T43" fmla="*/ 58 h 186"/>
              <a:gd name="T44" fmla="*/ 157 w 186"/>
              <a:gd name="T45" fmla="*/ 53 h 186"/>
              <a:gd name="T46" fmla="*/ 154 w 186"/>
              <a:gd name="T47" fmla="*/ 48 h 186"/>
              <a:gd name="T48" fmla="*/ 143 w 186"/>
              <a:gd name="T49" fmla="*/ 36 h 186"/>
              <a:gd name="T50" fmla="*/ 139 w 186"/>
              <a:gd name="T51" fmla="*/ 33 h 186"/>
              <a:gd name="T52" fmla="*/ 112 w 186"/>
              <a:gd name="T53" fmla="*/ 31 h 186"/>
              <a:gd name="T54" fmla="*/ 116 w 186"/>
              <a:gd name="T55" fmla="*/ 50 h 186"/>
              <a:gd name="T56" fmla="*/ 139 w 186"/>
              <a:gd name="T57" fmla="*/ 59 h 186"/>
              <a:gd name="T58" fmla="*/ 151 w 186"/>
              <a:gd name="T59" fmla="*/ 105 h 186"/>
              <a:gd name="T60" fmla="*/ 167 w 186"/>
              <a:gd name="T61" fmla="*/ 109 h 186"/>
              <a:gd name="T62" fmla="*/ 168 w 186"/>
              <a:gd name="T63" fmla="*/ 102 h 186"/>
              <a:gd name="T64" fmla="*/ 169 w 186"/>
              <a:gd name="T65" fmla="*/ 93 h 186"/>
              <a:gd name="T66" fmla="*/ 140 w 186"/>
              <a:gd name="T67" fmla="*/ 111 h 186"/>
              <a:gd name="T68" fmla="*/ 148 w 186"/>
              <a:gd name="T69" fmla="*/ 119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6" h="186">
                <a:moveTo>
                  <a:pt x="72" y="84"/>
                </a:moveTo>
                <a:cubicBezTo>
                  <a:pt x="73" y="78"/>
                  <a:pt x="82" y="71"/>
                  <a:pt x="89" y="68"/>
                </a:cubicBezTo>
                <a:cubicBezTo>
                  <a:pt x="96" y="66"/>
                  <a:pt x="102" y="64"/>
                  <a:pt x="101" y="59"/>
                </a:cubicBezTo>
                <a:cubicBezTo>
                  <a:pt x="100" y="54"/>
                  <a:pt x="98" y="51"/>
                  <a:pt x="88" y="51"/>
                </a:cubicBezTo>
                <a:cubicBezTo>
                  <a:pt x="78" y="51"/>
                  <a:pt x="82" y="64"/>
                  <a:pt x="74" y="56"/>
                </a:cubicBezTo>
                <a:cubicBezTo>
                  <a:pt x="65" y="48"/>
                  <a:pt x="76" y="50"/>
                  <a:pt x="80" y="48"/>
                </a:cubicBezTo>
                <a:cubicBezTo>
                  <a:pt x="84" y="47"/>
                  <a:pt x="88" y="39"/>
                  <a:pt x="81" y="38"/>
                </a:cubicBezTo>
                <a:cubicBezTo>
                  <a:pt x="73" y="38"/>
                  <a:pt x="75" y="42"/>
                  <a:pt x="69" y="39"/>
                </a:cubicBezTo>
                <a:cubicBezTo>
                  <a:pt x="63" y="37"/>
                  <a:pt x="61" y="47"/>
                  <a:pt x="57" y="45"/>
                </a:cubicBezTo>
                <a:cubicBezTo>
                  <a:pt x="55" y="45"/>
                  <a:pt x="48" y="40"/>
                  <a:pt x="44" y="35"/>
                </a:cubicBezTo>
                <a:cubicBezTo>
                  <a:pt x="35" y="42"/>
                  <a:pt x="28" y="52"/>
                  <a:pt x="23" y="62"/>
                </a:cubicBezTo>
                <a:cubicBezTo>
                  <a:pt x="25" y="76"/>
                  <a:pt x="32" y="84"/>
                  <a:pt x="32" y="84"/>
                </a:cubicBezTo>
                <a:cubicBezTo>
                  <a:pt x="32" y="84"/>
                  <a:pt x="36" y="93"/>
                  <a:pt x="60" y="104"/>
                </a:cubicBezTo>
                <a:cubicBezTo>
                  <a:pt x="60" y="104"/>
                  <a:pt x="65" y="105"/>
                  <a:pt x="59" y="99"/>
                </a:cubicBezTo>
                <a:cubicBezTo>
                  <a:pt x="54" y="94"/>
                  <a:pt x="48" y="87"/>
                  <a:pt x="55" y="84"/>
                </a:cubicBezTo>
                <a:cubicBezTo>
                  <a:pt x="61" y="81"/>
                  <a:pt x="63" y="81"/>
                  <a:pt x="65" y="87"/>
                </a:cubicBezTo>
                <a:cubicBezTo>
                  <a:pt x="66" y="93"/>
                  <a:pt x="72" y="90"/>
                  <a:pt x="72" y="84"/>
                </a:cubicBezTo>
                <a:close/>
                <a:moveTo>
                  <a:pt x="103" y="111"/>
                </a:moveTo>
                <a:cubicBezTo>
                  <a:pt x="94" y="104"/>
                  <a:pt x="95" y="100"/>
                  <a:pt x="84" y="100"/>
                </a:cubicBezTo>
                <a:cubicBezTo>
                  <a:pt x="73" y="100"/>
                  <a:pt x="66" y="103"/>
                  <a:pt x="68" y="119"/>
                </a:cubicBezTo>
                <a:cubicBezTo>
                  <a:pt x="71" y="135"/>
                  <a:pt x="80" y="127"/>
                  <a:pt x="79" y="140"/>
                </a:cubicBezTo>
                <a:cubicBezTo>
                  <a:pt x="78" y="152"/>
                  <a:pt x="81" y="154"/>
                  <a:pt x="83" y="157"/>
                </a:cubicBezTo>
                <a:cubicBezTo>
                  <a:pt x="85" y="160"/>
                  <a:pt x="90" y="169"/>
                  <a:pt x="92" y="157"/>
                </a:cubicBezTo>
                <a:cubicBezTo>
                  <a:pt x="95" y="145"/>
                  <a:pt x="99" y="138"/>
                  <a:pt x="103" y="132"/>
                </a:cubicBezTo>
                <a:cubicBezTo>
                  <a:pt x="108" y="127"/>
                  <a:pt x="112" y="119"/>
                  <a:pt x="103" y="111"/>
                </a:cubicBezTo>
                <a:close/>
                <a:moveTo>
                  <a:pt x="93" y="0"/>
                </a:moveTo>
                <a:cubicBezTo>
                  <a:pt x="41" y="0"/>
                  <a:pt x="0" y="42"/>
                  <a:pt x="0" y="93"/>
                </a:cubicBezTo>
                <a:cubicBezTo>
                  <a:pt x="0" y="144"/>
                  <a:pt x="41" y="186"/>
                  <a:pt x="93" y="186"/>
                </a:cubicBezTo>
                <a:cubicBezTo>
                  <a:pt x="144" y="186"/>
                  <a:pt x="186" y="144"/>
                  <a:pt x="186" y="93"/>
                </a:cubicBezTo>
                <a:cubicBezTo>
                  <a:pt x="186" y="42"/>
                  <a:pt x="144" y="0"/>
                  <a:pt x="93" y="0"/>
                </a:cubicBezTo>
                <a:close/>
                <a:moveTo>
                  <a:pt x="93" y="177"/>
                </a:moveTo>
                <a:cubicBezTo>
                  <a:pt x="46" y="177"/>
                  <a:pt x="8" y="140"/>
                  <a:pt x="8" y="93"/>
                </a:cubicBezTo>
                <a:cubicBezTo>
                  <a:pt x="8" y="46"/>
                  <a:pt x="46" y="9"/>
                  <a:pt x="93" y="9"/>
                </a:cubicBezTo>
                <a:cubicBezTo>
                  <a:pt x="139" y="9"/>
                  <a:pt x="177" y="46"/>
                  <a:pt x="177" y="93"/>
                </a:cubicBezTo>
                <a:cubicBezTo>
                  <a:pt x="177" y="140"/>
                  <a:pt x="139" y="177"/>
                  <a:pt x="93" y="177"/>
                </a:cubicBezTo>
                <a:close/>
                <a:moveTo>
                  <a:pt x="168" y="86"/>
                </a:moveTo>
                <a:cubicBezTo>
                  <a:pt x="168" y="85"/>
                  <a:pt x="168" y="84"/>
                  <a:pt x="168" y="84"/>
                </a:cubicBezTo>
                <a:cubicBezTo>
                  <a:pt x="168" y="82"/>
                  <a:pt x="168" y="81"/>
                  <a:pt x="167" y="79"/>
                </a:cubicBezTo>
                <a:cubicBezTo>
                  <a:pt x="167" y="78"/>
                  <a:pt x="167" y="77"/>
                  <a:pt x="167" y="77"/>
                </a:cubicBezTo>
                <a:cubicBezTo>
                  <a:pt x="167" y="75"/>
                  <a:pt x="166" y="73"/>
                  <a:pt x="166" y="72"/>
                </a:cubicBezTo>
                <a:cubicBezTo>
                  <a:pt x="165" y="71"/>
                  <a:pt x="165" y="71"/>
                  <a:pt x="165" y="70"/>
                </a:cubicBezTo>
                <a:cubicBezTo>
                  <a:pt x="164" y="68"/>
                  <a:pt x="164" y="66"/>
                  <a:pt x="163" y="64"/>
                </a:cubicBezTo>
                <a:cubicBezTo>
                  <a:pt x="163" y="63"/>
                  <a:pt x="162" y="62"/>
                  <a:pt x="162" y="61"/>
                </a:cubicBezTo>
                <a:cubicBezTo>
                  <a:pt x="161" y="60"/>
                  <a:pt x="161" y="59"/>
                  <a:pt x="160" y="58"/>
                </a:cubicBezTo>
                <a:cubicBezTo>
                  <a:pt x="160" y="57"/>
                  <a:pt x="159" y="56"/>
                  <a:pt x="158" y="55"/>
                </a:cubicBezTo>
                <a:cubicBezTo>
                  <a:pt x="158" y="54"/>
                  <a:pt x="157" y="53"/>
                  <a:pt x="157" y="53"/>
                </a:cubicBezTo>
                <a:cubicBezTo>
                  <a:pt x="156" y="51"/>
                  <a:pt x="156" y="50"/>
                  <a:pt x="155" y="49"/>
                </a:cubicBezTo>
                <a:cubicBezTo>
                  <a:pt x="154" y="49"/>
                  <a:pt x="154" y="48"/>
                  <a:pt x="154" y="48"/>
                </a:cubicBezTo>
                <a:cubicBezTo>
                  <a:pt x="151" y="44"/>
                  <a:pt x="147" y="40"/>
                  <a:pt x="144" y="37"/>
                </a:cubicBezTo>
                <a:cubicBezTo>
                  <a:pt x="143" y="37"/>
                  <a:pt x="143" y="36"/>
                  <a:pt x="143" y="36"/>
                </a:cubicBezTo>
                <a:cubicBezTo>
                  <a:pt x="142" y="35"/>
                  <a:pt x="140" y="34"/>
                  <a:pt x="139" y="33"/>
                </a:cubicBezTo>
                <a:cubicBezTo>
                  <a:pt x="139" y="33"/>
                  <a:pt x="139" y="33"/>
                  <a:pt x="139" y="33"/>
                </a:cubicBezTo>
                <a:cubicBezTo>
                  <a:pt x="133" y="28"/>
                  <a:pt x="126" y="24"/>
                  <a:pt x="119" y="22"/>
                </a:cubicBezTo>
                <a:cubicBezTo>
                  <a:pt x="117" y="25"/>
                  <a:pt x="115" y="30"/>
                  <a:pt x="112" y="31"/>
                </a:cubicBezTo>
                <a:cubicBezTo>
                  <a:pt x="108" y="33"/>
                  <a:pt x="109" y="42"/>
                  <a:pt x="116" y="41"/>
                </a:cubicBezTo>
                <a:cubicBezTo>
                  <a:pt x="116" y="41"/>
                  <a:pt x="114" y="43"/>
                  <a:pt x="116" y="50"/>
                </a:cubicBezTo>
                <a:cubicBezTo>
                  <a:pt x="118" y="58"/>
                  <a:pt x="121" y="60"/>
                  <a:pt x="132" y="56"/>
                </a:cubicBezTo>
                <a:cubicBezTo>
                  <a:pt x="136" y="54"/>
                  <a:pt x="140" y="55"/>
                  <a:pt x="139" y="59"/>
                </a:cubicBezTo>
                <a:cubicBezTo>
                  <a:pt x="138" y="69"/>
                  <a:pt x="131" y="69"/>
                  <a:pt x="136" y="84"/>
                </a:cubicBezTo>
                <a:cubicBezTo>
                  <a:pt x="140" y="94"/>
                  <a:pt x="148" y="97"/>
                  <a:pt x="151" y="105"/>
                </a:cubicBezTo>
                <a:cubicBezTo>
                  <a:pt x="153" y="109"/>
                  <a:pt x="160" y="113"/>
                  <a:pt x="165" y="115"/>
                </a:cubicBezTo>
                <a:cubicBezTo>
                  <a:pt x="166" y="113"/>
                  <a:pt x="166" y="111"/>
                  <a:pt x="167" y="109"/>
                </a:cubicBezTo>
                <a:cubicBezTo>
                  <a:pt x="167" y="108"/>
                  <a:pt x="167" y="108"/>
                  <a:pt x="167" y="107"/>
                </a:cubicBezTo>
                <a:cubicBezTo>
                  <a:pt x="168" y="105"/>
                  <a:pt x="168" y="104"/>
                  <a:pt x="168" y="102"/>
                </a:cubicBezTo>
                <a:cubicBezTo>
                  <a:pt x="168" y="101"/>
                  <a:pt x="168" y="101"/>
                  <a:pt x="168" y="100"/>
                </a:cubicBezTo>
                <a:cubicBezTo>
                  <a:pt x="169" y="98"/>
                  <a:pt x="169" y="95"/>
                  <a:pt x="169" y="93"/>
                </a:cubicBezTo>
                <a:cubicBezTo>
                  <a:pt x="169" y="91"/>
                  <a:pt x="169" y="88"/>
                  <a:pt x="168" y="86"/>
                </a:cubicBezTo>
                <a:close/>
                <a:moveTo>
                  <a:pt x="140" y="111"/>
                </a:moveTo>
                <a:cubicBezTo>
                  <a:pt x="137" y="113"/>
                  <a:pt x="137" y="117"/>
                  <a:pt x="139" y="119"/>
                </a:cubicBezTo>
                <a:cubicBezTo>
                  <a:pt x="142" y="121"/>
                  <a:pt x="147" y="124"/>
                  <a:pt x="148" y="119"/>
                </a:cubicBezTo>
                <a:cubicBezTo>
                  <a:pt x="150" y="114"/>
                  <a:pt x="143" y="109"/>
                  <a:pt x="140" y="111"/>
                </a:cubicBezTo>
                <a:close/>
              </a:path>
            </a:pathLst>
          </a:custGeom>
          <a:solidFill>
            <a:schemeClr val="bg1">
              <a:lumMod val="50000"/>
            </a:schemeClr>
          </a:solidFill>
          <a:ln>
            <a:noFill/>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88" name="Gruppierung 87"/>
          <p:cNvGrpSpPr/>
          <p:nvPr/>
        </p:nvGrpSpPr>
        <p:grpSpPr>
          <a:xfrm>
            <a:off x="4803174" y="4148020"/>
            <a:ext cx="3318065" cy="2215393"/>
            <a:chOff x="1854029" y="2815326"/>
            <a:chExt cx="2488549" cy="1661545"/>
          </a:xfrm>
        </p:grpSpPr>
        <p:grpSp>
          <p:nvGrpSpPr>
            <p:cNvPr id="83" name="Gruppierung 82"/>
            <p:cNvGrpSpPr/>
            <p:nvPr/>
          </p:nvGrpSpPr>
          <p:grpSpPr>
            <a:xfrm>
              <a:off x="1854029" y="2815326"/>
              <a:ext cx="2488549" cy="1661545"/>
              <a:chOff x="871245" y="1160642"/>
              <a:chExt cx="1719169" cy="1147848"/>
            </a:xfrm>
          </p:grpSpPr>
          <p:sp>
            <p:nvSpPr>
              <p:cNvPr id="50" name="Freeform 144"/>
              <p:cNvSpPr>
                <a:spLocks/>
              </p:cNvSpPr>
              <p:nvPr/>
            </p:nvSpPr>
            <p:spPr bwMode="auto">
              <a:xfrm>
                <a:off x="1519349" y="1579076"/>
                <a:ext cx="202973" cy="468396"/>
              </a:xfrm>
              <a:custGeom>
                <a:avLst/>
                <a:gdLst>
                  <a:gd name="T0" fmla="*/ 45 w 64"/>
                  <a:gd name="T1" fmla="*/ 146 h 148"/>
                  <a:gd name="T2" fmla="*/ 45 w 64"/>
                  <a:gd name="T3" fmla="*/ 146 h 148"/>
                  <a:gd name="T4" fmla="*/ 62 w 64"/>
                  <a:gd name="T5" fmla="*/ 123 h 148"/>
                  <a:gd name="T6" fmla="*/ 42 w 64"/>
                  <a:gd name="T7" fmla="*/ 19 h 148"/>
                  <a:gd name="T8" fmla="*/ 19 w 64"/>
                  <a:gd name="T9" fmla="*/ 2 h 148"/>
                  <a:gd name="T10" fmla="*/ 19 w 64"/>
                  <a:gd name="T11" fmla="*/ 2 h 148"/>
                  <a:gd name="T12" fmla="*/ 2 w 64"/>
                  <a:gd name="T13" fmla="*/ 25 h 148"/>
                  <a:gd name="T14" fmla="*/ 22 w 64"/>
                  <a:gd name="T15" fmla="*/ 129 h 148"/>
                  <a:gd name="T16" fmla="*/ 45 w 64"/>
                  <a:gd name="T17" fmla="*/ 146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148">
                    <a:moveTo>
                      <a:pt x="45" y="146"/>
                    </a:moveTo>
                    <a:cubicBezTo>
                      <a:pt x="45" y="146"/>
                      <a:pt x="45" y="146"/>
                      <a:pt x="45" y="146"/>
                    </a:cubicBezTo>
                    <a:cubicBezTo>
                      <a:pt x="56" y="144"/>
                      <a:pt x="64" y="134"/>
                      <a:pt x="62" y="123"/>
                    </a:cubicBezTo>
                    <a:cubicBezTo>
                      <a:pt x="42" y="19"/>
                      <a:pt x="42" y="19"/>
                      <a:pt x="42" y="19"/>
                    </a:cubicBezTo>
                    <a:cubicBezTo>
                      <a:pt x="40" y="8"/>
                      <a:pt x="30" y="0"/>
                      <a:pt x="19" y="2"/>
                    </a:cubicBezTo>
                    <a:cubicBezTo>
                      <a:pt x="19" y="2"/>
                      <a:pt x="19" y="2"/>
                      <a:pt x="19" y="2"/>
                    </a:cubicBezTo>
                    <a:cubicBezTo>
                      <a:pt x="8" y="4"/>
                      <a:pt x="0" y="14"/>
                      <a:pt x="2" y="25"/>
                    </a:cubicBezTo>
                    <a:cubicBezTo>
                      <a:pt x="22" y="129"/>
                      <a:pt x="22" y="129"/>
                      <a:pt x="22" y="129"/>
                    </a:cubicBezTo>
                    <a:cubicBezTo>
                      <a:pt x="24" y="140"/>
                      <a:pt x="34" y="148"/>
                      <a:pt x="45" y="146"/>
                    </a:cubicBezTo>
                    <a:close/>
                  </a:path>
                </a:pathLst>
              </a:custGeom>
              <a:solidFill>
                <a:srgbClr val="E4A96D"/>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133" b="1">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1" name="Freeform 145"/>
              <p:cNvSpPr>
                <a:spLocks/>
              </p:cNvSpPr>
              <p:nvPr/>
            </p:nvSpPr>
            <p:spPr bwMode="auto">
              <a:xfrm>
                <a:off x="1578678" y="1585322"/>
                <a:ext cx="340369" cy="418434"/>
              </a:xfrm>
              <a:custGeom>
                <a:avLst/>
                <a:gdLst>
                  <a:gd name="T0" fmla="*/ 96 w 108"/>
                  <a:gd name="T1" fmla="*/ 126 h 132"/>
                  <a:gd name="T2" fmla="*/ 96 w 108"/>
                  <a:gd name="T3" fmla="*/ 126 h 132"/>
                  <a:gd name="T4" fmla="*/ 102 w 108"/>
                  <a:gd name="T5" fmla="*/ 98 h 132"/>
                  <a:gd name="T6" fmla="*/ 40 w 108"/>
                  <a:gd name="T7" fmla="*/ 12 h 132"/>
                  <a:gd name="T8" fmla="*/ 12 w 108"/>
                  <a:gd name="T9" fmla="*/ 6 h 132"/>
                  <a:gd name="T10" fmla="*/ 12 w 108"/>
                  <a:gd name="T11" fmla="*/ 6 h 132"/>
                  <a:gd name="T12" fmla="*/ 6 w 108"/>
                  <a:gd name="T13" fmla="*/ 35 h 132"/>
                  <a:gd name="T14" fmla="*/ 68 w 108"/>
                  <a:gd name="T15" fmla="*/ 121 h 132"/>
                  <a:gd name="T16" fmla="*/ 96 w 108"/>
                  <a:gd name="T17" fmla="*/ 12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8" h="132">
                    <a:moveTo>
                      <a:pt x="96" y="126"/>
                    </a:moveTo>
                    <a:cubicBezTo>
                      <a:pt x="96" y="126"/>
                      <a:pt x="96" y="126"/>
                      <a:pt x="96" y="126"/>
                    </a:cubicBezTo>
                    <a:cubicBezTo>
                      <a:pt x="106" y="120"/>
                      <a:pt x="108" y="107"/>
                      <a:pt x="102" y="98"/>
                    </a:cubicBezTo>
                    <a:cubicBezTo>
                      <a:pt x="40" y="12"/>
                      <a:pt x="40" y="12"/>
                      <a:pt x="40" y="12"/>
                    </a:cubicBezTo>
                    <a:cubicBezTo>
                      <a:pt x="33" y="3"/>
                      <a:pt x="21" y="0"/>
                      <a:pt x="12" y="6"/>
                    </a:cubicBezTo>
                    <a:cubicBezTo>
                      <a:pt x="12" y="6"/>
                      <a:pt x="12" y="6"/>
                      <a:pt x="12" y="6"/>
                    </a:cubicBezTo>
                    <a:cubicBezTo>
                      <a:pt x="2" y="13"/>
                      <a:pt x="0" y="25"/>
                      <a:pt x="6" y="35"/>
                    </a:cubicBezTo>
                    <a:cubicBezTo>
                      <a:pt x="68" y="121"/>
                      <a:pt x="68" y="121"/>
                      <a:pt x="68" y="121"/>
                    </a:cubicBezTo>
                    <a:cubicBezTo>
                      <a:pt x="75" y="130"/>
                      <a:pt x="87" y="132"/>
                      <a:pt x="96" y="126"/>
                    </a:cubicBezTo>
                    <a:close/>
                  </a:path>
                </a:pathLst>
              </a:custGeom>
              <a:solidFill>
                <a:srgbClr val="E4A96D"/>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133" b="1">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3" name="Freeform 147"/>
              <p:cNvSpPr>
                <a:spLocks/>
              </p:cNvSpPr>
              <p:nvPr/>
            </p:nvSpPr>
            <p:spPr bwMode="auto">
              <a:xfrm>
                <a:off x="1191471" y="1510378"/>
                <a:ext cx="686981" cy="455906"/>
              </a:xfrm>
              <a:custGeom>
                <a:avLst/>
                <a:gdLst>
                  <a:gd name="T0" fmla="*/ 0 w 220"/>
                  <a:gd name="T1" fmla="*/ 103 h 146"/>
                  <a:gd name="T2" fmla="*/ 86 w 220"/>
                  <a:gd name="T3" fmla="*/ 0 h 146"/>
                  <a:gd name="T4" fmla="*/ 187 w 220"/>
                  <a:gd name="T5" fmla="*/ 33 h 146"/>
                  <a:gd name="T6" fmla="*/ 220 w 220"/>
                  <a:gd name="T7" fmla="*/ 94 h 146"/>
                  <a:gd name="T8" fmla="*/ 56 w 220"/>
                  <a:gd name="T9" fmla="*/ 146 h 146"/>
                  <a:gd name="T10" fmla="*/ 0 w 220"/>
                  <a:gd name="T11" fmla="*/ 103 h 146"/>
                </a:gdLst>
                <a:ahLst/>
                <a:cxnLst>
                  <a:cxn ang="0">
                    <a:pos x="T0" y="T1"/>
                  </a:cxn>
                  <a:cxn ang="0">
                    <a:pos x="T2" y="T3"/>
                  </a:cxn>
                  <a:cxn ang="0">
                    <a:pos x="T4" y="T5"/>
                  </a:cxn>
                  <a:cxn ang="0">
                    <a:pos x="T6" y="T7"/>
                  </a:cxn>
                  <a:cxn ang="0">
                    <a:pos x="T8" y="T9"/>
                  </a:cxn>
                  <a:cxn ang="0">
                    <a:pos x="T10" y="T11"/>
                  </a:cxn>
                </a:cxnLst>
                <a:rect l="0" t="0" r="r" b="b"/>
                <a:pathLst>
                  <a:path w="220" h="146">
                    <a:moveTo>
                      <a:pt x="0" y="103"/>
                    </a:moveTo>
                    <a:lnTo>
                      <a:pt x="86" y="0"/>
                    </a:lnTo>
                    <a:lnTo>
                      <a:pt x="187" y="33"/>
                    </a:lnTo>
                    <a:lnTo>
                      <a:pt x="220" y="94"/>
                    </a:lnTo>
                    <a:lnTo>
                      <a:pt x="56" y="146"/>
                    </a:lnTo>
                    <a:lnTo>
                      <a:pt x="0" y="103"/>
                    </a:lnTo>
                    <a:close/>
                  </a:path>
                </a:pathLst>
              </a:custGeom>
              <a:solidFill>
                <a:srgbClr val="E4A96D"/>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133" b="1">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7" name="Freeform 151"/>
              <p:cNvSpPr>
                <a:spLocks/>
              </p:cNvSpPr>
              <p:nvPr/>
            </p:nvSpPr>
            <p:spPr bwMode="auto">
              <a:xfrm>
                <a:off x="1071094" y="1433977"/>
                <a:ext cx="960502" cy="701189"/>
              </a:xfrm>
              <a:custGeom>
                <a:avLst/>
                <a:gdLst/>
                <a:ahLst/>
                <a:cxnLst/>
                <a:rect l="l" t="t" r="r" b="b"/>
                <a:pathLst>
                  <a:path w="960502" h="701189">
                    <a:moveTo>
                      <a:pt x="389203" y="0"/>
                    </a:moveTo>
                    <a:lnTo>
                      <a:pt x="394738" y="1662"/>
                    </a:lnTo>
                    <a:lnTo>
                      <a:pt x="402672" y="1555"/>
                    </a:lnTo>
                    <a:cubicBezTo>
                      <a:pt x="402672" y="1555"/>
                      <a:pt x="402672" y="1555"/>
                      <a:pt x="672212" y="64984"/>
                    </a:cubicBezTo>
                    <a:cubicBezTo>
                      <a:pt x="680933" y="66570"/>
                      <a:pt x="688860" y="69940"/>
                      <a:pt x="695747" y="74647"/>
                    </a:cubicBezTo>
                    <a:lnTo>
                      <a:pt x="696009" y="74915"/>
                    </a:lnTo>
                    <a:lnTo>
                      <a:pt x="699129" y="75860"/>
                    </a:lnTo>
                    <a:cubicBezTo>
                      <a:pt x="706523" y="79826"/>
                      <a:pt x="713272" y="85379"/>
                      <a:pt x="718830" y="92518"/>
                    </a:cubicBezTo>
                    <a:cubicBezTo>
                      <a:pt x="718830" y="92518"/>
                      <a:pt x="718830" y="92518"/>
                      <a:pt x="944328" y="343186"/>
                    </a:cubicBezTo>
                    <a:cubicBezTo>
                      <a:pt x="969736" y="368570"/>
                      <a:pt x="963384" y="409819"/>
                      <a:pt x="937976" y="432030"/>
                    </a:cubicBezTo>
                    <a:cubicBezTo>
                      <a:pt x="909392" y="454241"/>
                      <a:pt x="871279" y="451068"/>
                      <a:pt x="845871" y="425684"/>
                    </a:cubicBezTo>
                    <a:cubicBezTo>
                      <a:pt x="845871" y="425684"/>
                      <a:pt x="845871" y="425684"/>
                      <a:pt x="694805" y="257756"/>
                    </a:cubicBezTo>
                    <a:lnTo>
                      <a:pt x="632466" y="188459"/>
                    </a:lnTo>
                    <a:lnTo>
                      <a:pt x="619081" y="185309"/>
                    </a:lnTo>
                    <a:cubicBezTo>
                      <a:pt x="602424" y="181389"/>
                      <a:pt x="575773" y="175118"/>
                      <a:pt x="533131" y="165083"/>
                    </a:cubicBezTo>
                    <a:lnTo>
                      <a:pt x="480070" y="152597"/>
                    </a:lnTo>
                    <a:lnTo>
                      <a:pt x="490880" y="159442"/>
                    </a:lnTo>
                    <a:cubicBezTo>
                      <a:pt x="446469" y="200508"/>
                      <a:pt x="271997" y="367933"/>
                      <a:pt x="417919" y="421635"/>
                    </a:cubicBezTo>
                    <a:cubicBezTo>
                      <a:pt x="444684" y="431112"/>
                      <a:pt x="452714" y="441255"/>
                      <a:pt x="448093" y="451481"/>
                    </a:cubicBezTo>
                    <a:lnTo>
                      <a:pt x="442675" y="457919"/>
                    </a:lnTo>
                    <a:lnTo>
                      <a:pt x="446415" y="462347"/>
                    </a:lnTo>
                    <a:cubicBezTo>
                      <a:pt x="451344" y="469272"/>
                      <a:pt x="455050" y="475813"/>
                      <a:pt x="457422" y="481759"/>
                    </a:cubicBezTo>
                    <a:cubicBezTo>
                      <a:pt x="473234" y="529331"/>
                      <a:pt x="419473" y="653017"/>
                      <a:pt x="289813" y="687902"/>
                    </a:cubicBezTo>
                    <a:cubicBezTo>
                      <a:pt x="156991" y="722788"/>
                      <a:pt x="36819" y="687902"/>
                      <a:pt x="5195" y="595931"/>
                    </a:cubicBezTo>
                    <a:cubicBezTo>
                      <a:pt x="-7257" y="555694"/>
                      <a:pt x="3293" y="497245"/>
                      <a:pt x="30223" y="445550"/>
                    </a:cubicBezTo>
                    <a:lnTo>
                      <a:pt x="58153" y="408193"/>
                    </a:lnTo>
                    <a:lnTo>
                      <a:pt x="57211" y="397014"/>
                    </a:lnTo>
                    <a:cubicBezTo>
                      <a:pt x="58784" y="381197"/>
                      <a:pt x="65865" y="365380"/>
                      <a:pt x="76879" y="352726"/>
                    </a:cubicBezTo>
                    <a:cubicBezTo>
                      <a:pt x="76879" y="352726"/>
                      <a:pt x="76879" y="352726"/>
                      <a:pt x="341214" y="14235"/>
                    </a:cubicBezTo>
                    <a:cubicBezTo>
                      <a:pt x="355375" y="3163"/>
                      <a:pt x="372682" y="-1582"/>
                      <a:pt x="389203" y="0"/>
                    </a:cubicBezTo>
                    <a:close/>
                  </a:path>
                </a:pathLst>
              </a:custGeom>
              <a:solidFill>
                <a:srgbClr val="F4C696"/>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133" b="1">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0" name="Freeform 154"/>
              <p:cNvSpPr>
                <a:spLocks/>
              </p:cNvSpPr>
              <p:nvPr/>
            </p:nvSpPr>
            <p:spPr bwMode="auto">
              <a:xfrm>
                <a:off x="871245" y="1833849"/>
                <a:ext cx="399698" cy="474641"/>
              </a:xfrm>
              <a:custGeom>
                <a:avLst/>
                <a:gdLst>
                  <a:gd name="T0" fmla="*/ 64 w 128"/>
                  <a:gd name="T1" fmla="*/ 0 h 152"/>
                  <a:gd name="T2" fmla="*/ 128 w 128"/>
                  <a:gd name="T3" fmla="*/ 117 h 152"/>
                  <a:gd name="T4" fmla="*/ 65 w 128"/>
                  <a:gd name="T5" fmla="*/ 152 h 152"/>
                  <a:gd name="T6" fmla="*/ 0 w 128"/>
                  <a:gd name="T7" fmla="*/ 34 h 152"/>
                  <a:gd name="T8" fmla="*/ 64 w 128"/>
                  <a:gd name="T9" fmla="*/ 0 h 152"/>
                </a:gdLst>
                <a:ahLst/>
                <a:cxnLst>
                  <a:cxn ang="0">
                    <a:pos x="T0" y="T1"/>
                  </a:cxn>
                  <a:cxn ang="0">
                    <a:pos x="T2" y="T3"/>
                  </a:cxn>
                  <a:cxn ang="0">
                    <a:pos x="T4" y="T5"/>
                  </a:cxn>
                  <a:cxn ang="0">
                    <a:pos x="T6" y="T7"/>
                  </a:cxn>
                  <a:cxn ang="0">
                    <a:pos x="T8" y="T9"/>
                  </a:cxn>
                </a:cxnLst>
                <a:rect l="0" t="0" r="r" b="b"/>
                <a:pathLst>
                  <a:path w="128" h="152">
                    <a:moveTo>
                      <a:pt x="64" y="0"/>
                    </a:moveTo>
                    <a:lnTo>
                      <a:pt x="128" y="117"/>
                    </a:lnTo>
                    <a:lnTo>
                      <a:pt x="65" y="152"/>
                    </a:lnTo>
                    <a:lnTo>
                      <a:pt x="0" y="34"/>
                    </a:lnTo>
                    <a:lnTo>
                      <a:pt x="64" y="0"/>
                    </a:lnTo>
                    <a:close/>
                  </a:path>
                </a:pathLst>
              </a:custGeom>
              <a:solidFill>
                <a:schemeClr val="tx1">
                  <a:lumMod val="65000"/>
                  <a:lumOff val="35000"/>
                </a:scheme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133" b="1">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6" name="Freeform 171"/>
              <p:cNvSpPr>
                <a:spLocks/>
              </p:cNvSpPr>
              <p:nvPr/>
            </p:nvSpPr>
            <p:spPr bwMode="auto">
              <a:xfrm>
                <a:off x="1800387" y="1616548"/>
                <a:ext cx="274792" cy="262302"/>
              </a:xfrm>
              <a:custGeom>
                <a:avLst/>
                <a:gdLst>
                  <a:gd name="T0" fmla="*/ 18 w 88"/>
                  <a:gd name="T1" fmla="*/ 84 h 84"/>
                  <a:gd name="T2" fmla="*/ 0 w 88"/>
                  <a:gd name="T3" fmla="*/ 65 h 84"/>
                  <a:gd name="T4" fmla="*/ 71 w 88"/>
                  <a:gd name="T5" fmla="*/ 0 h 84"/>
                  <a:gd name="T6" fmla="*/ 88 w 88"/>
                  <a:gd name="T7" fmla="*/ 20 h 84"/>
                  <a:gd name="T8" fmla="*/ 18 w 88"/>
                  <a:gd name="T9" fmla="*/ 84 h 84"/>
                </a:gdLst>
                <a:ahLst/>
                <a:cxnLst>
                  <a:cxn ang="0">
                    <a:pos x="T0" y="T1"/>
                  </a:cxn>
                  <a:cxn ang="0">
                    <a:pos x="T2" y="T3"/>
                  </a:cxn>
                  <a:cxn ang="0">
                    <a:pos x="T4" y="T5"/>
                  </a:cxn>
                  <a:cxn ang="0">
                    <a:pos x="T6" y="T7"/>
                  </a:cxn>
                  <a:cxn ang="0">
                    <a:pos x="T8" y="T9"/>
                  </a:cxn>
                </a:cxnLst>
                <a:rect l="0" t="0" r="r" b="b"/>
                <a:pathLst>
                  <a:path w="88" h="84">
                    <a:moveTo>
                      <a:pt x="18" y="84"/>
                    </a:moveTo>
                    <a:lnTo>
                      <a:pt x="0" y="65"/>
                    </a:lnTo>
                    <a:lnTo>
                      <a:pt x="71" y="0"/>
                    </a:lnTo>
                    <a:lnTo>
                      <a:pt x="88" y="20"/>
                    </a:lnTo>
                    <a:lnTo>
                      <a:pt x="18" y="84"/>
                    </a:lnTo>
                    <a:close/>
                  </a:path>
                </a:pathLst>
              </a:custGeom>
              <a:solidFill>
                <a:schemeClr val="accent4"/>
              </a:solidFill>
              <a:ln>
                <a:noFill/>
              </a:ln>
            </p:spPr>
            <p:txBody>
              <a:bodyPr vert="horz" wrap="square" lIns="121920" tIns="60960" rIns="121920" bIns="60960" numCol="1" anchor="t" anchorCtr="0" compatLnSpc="1">
                <a:prstTxWarp prst="textNoShape">
                  <a:avLst/>
                </a:prstTxWarp>
              </a:bodyPr>
              <a:lstStyle/>
              <a:p>
                <a:endParaRPr lang="en-US" sz="2133" b="1">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7" name="Freeform 172"/>
              <p:cNvSpPr>
                <a:spLocks/>
              </p:cNvSpPr>
              <p:nvPr/>
            </p:nvSpPr>
            <p:spPr bwMode="auto">
              <a:xfrm>
                <a:off x="1647376" y="1682125"/>
                <a:ext cx="352859" cy="337245"/>
              </a:xfrm>
              <a:custGeom>
                <a:avLst/>
                <a:gdLst>
                  <a:gd name="T0" fmla="*/ 38 w 112"/>
                  <a:gd name="T1" fmla="*/ 98 h 106"/>
                  <a:gd name="T2" fmla="*/ 8 w 112"/>
                  <a:gd name="T3" fmla="*/ 97 h 106"/>
                  <a:gd name="T4" fmla="*/ 9 w 112"/>
                  <a:gd name="T5" fmla="*/ 67 h 106"/>
                  <a:gd name="T6" fmla="*/ 75 w 112"/>
                  <a:gd name="T7" fmla="*/ 7 h 106"/>
                  <a:gd name="T8" fmla="*/ 105 w 112"/>
                  <a:gd name="T9" fmla="*/ 9 h 106"/>
                  <a:gd name="T10" fmla="*/ 103 w 112"/>
                  <a:gd name="T11" fmla="*/ 38 h 106"/>
                  <a:gd name="T12" fmla="*/ 38 w 112"/>
                  <a:gd name="T13" fmla="*/ 98 h 106"/>
                </a:gdLst>
                <a:ahLst/>
                <a:cxnLst>
                  <a:cxn ang="0">
                    <a:pos x="T0" y="T1"/>
                  </a:cxn>
                  <a:cxn ang="0">
                    <a:pos x="T2" y="T3"/>
                  </a:cxn>
                  <a:cxn ang="0">
                    <a:pos x="T4" y="T5"/>
                  </a:cxn>
                  <a:cxn ang="0">
                    <a:pos x="T6" y="T7"/>
                  </a:cxn>
                  <a:cxn ang="0">
                    <a:pos x="T8" y="T9"/>
                  </a:cxn>
                  <a:cxn ang="0">
                    <a:pos x="T10" y="T11"/>
                  </a:cxn>
                  <a:cxn ang="0">
                    <a:pos x="T12" y="T13"/>
                  </a:cxn>
                </a:cxnLst>
                <a:rect l="0" t="0" r="r" b="b"/>
                <a:pathLst>
                  <a:path w="112" h="106">
                    <a:moveTo>
                      <a:pt x="38" y="98"/>
                    </a:moveTo>
                    <a:cubicBezTo>
                      <a:pt x="29" y="106"/>
                      <a:pt x="16" y="105"/>
                      <a:pt x="8" y="97"/>
                    </a:cubicBezTo>
                    <a:cubicBezTo>
                      <a:pt x="0" y="88"/>
                      <a:pt x="1" y="75"/>
                      <a:pt x="9" y="67"/>
                    </a:cubicBezTo>
                    <a:cubicBezTo>
                      <a:pt x="75" y="7"/>
                      <a:pt x="75" y="7"/>
                      <a:pt x="75" y="7"/>
                    </a:cubicBezTo>
                    <a:cubicBezTo>
                      <a:pt x="84" y="0"/>
                      <a:pt x="97" y="0"/>
                      <a:pt x="105" y="9"/>
                    </a:cubicBezTo>
                    <a:cubicBezTo>
                      <a:pt x="112" y="17"/>
                      <a:pt x="112" y="31"/>
                      <a:pt x="103" y="38"/>
                    </a:cubicBezTo>
                    <a:lnTo>
                      <a:pt x="38" y="98"/>
                    </a:lnTo>
                    <a:close/>
                  </a:path>
                </a:pathLst>
              </a:custGeom>
              <a:solidFill>
                <a:srgbClr val="4E4E4E"/>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133" b="1">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8" name="Freeform 173"/>
              <p:cNvSpPr>
                <a:spLocks noEditPoints="1"/>
              </p:cNvSpPr>
              <p:nvPr/>
            </p:nvSpPr>
            <p:spPr bwMode="auto">
              <a:xfrm>
                <a:off x="1909678" y="1160642"/>
                <a:ext cx="680736" cy="612038"/>
              </a:xfrm>
              <a:custGeom>
                <a:avLst/>
                <a:gdLst>
                  <a:gd name="T0" fmla="*/ 179 w 215"/>
                  <a:gd name="T1" fmla="*/ 31 h 193"/>
                  <a:gd name="T2" fmla="*/ 107 w 215"/>
                  <a:gd name="T3" fmla="*/ 0 h 193"/>
                  <a:gd name="T4" fmla="*/ 107 w 215"/>
                  <a:gd name="T5" fmla="*/ 18 h 193"/>
                  <a:gd name="T6" fmla="*/ 166 w 215"/>
                  <a:gd name="T7" fmla="*/ 43 h 193"/>
                  <a:gd name="T8" fmla="*/ 160 w 215"/>
                  <a:gd name="T9" fmla="*/ 154 h 193"/>
                  <a:gd name="T10" fmla="*/ 107 w 215"/>
                  <a:gd name="T11" fmla="*/ 175 h 193"/>
                  <a:gd name="T12" fmla="*/ 107 w 215"/>
                  <a:gd name="T13" fmla="*/ 193 h 193"/>
                  <a:gd name="T14" fmla="*/ 172 w 215"/>
                  <a:gd name="T15" fmla="*/ 168 h 193"/>
                  <a:gd name="T16" fmla="*/ 179 w 215"/>
                  <a:gd name="T17" fmla="*/ 31 h 193"/>
                  <a:gd name="T18" fmla="*/ 107 w 215"/>
                  <a:gd name="T19" fmla="*/ 0 h 193"/>
                  <a:gd name="T20" fmla="*/ 43 w 215"/>
                  <a:gd name="T21" fmla="*/ 25 h 193"/>
                  <a:gd name="T22" fmla="*/ 36 w 215"/>
                  <a:gd name="T23" fmla="*/ 161 h 193"/>
                  <a:gd name="T24" fmla="*/ 107 w 215"/>
                  <a:gd name="T25" fmla="*/ 193 h 193"/>
                  <a:gd name="T26" fmla="*/ 107 w 215"/>
                  <a:gd name="T27" fmla="*/ 175 h 193"/>
                  <a:gd name="T28" fmla="*/ 49 w 215"/>
                  <a:gd name="T29" fmla="*/ 149 h 193"/>
                  <a:gd name="T30" fmla="*/ 49 w 215"/>
                  <a:gd name="T31" fmla="*/ 149 h 193"/>
                  <a:gd name="T32" fmla="*/ 55 w 215"/>
                  <a:gd name="T33" fmla="*/ 38 h 193"/>
                  <a:gd name="T34" fmla="*/ 107 w 215"/>
                  <a:gd name="T35" fmla="*/ 18 h 193"/>
                  <a:gd name="T36" fmla="*/ 107 w 215"/>
                  <a:gd name="T37" fmla="*/ 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5" h="193">
                    <a:moveTo>
                      <a:pt x="179" y="31"/>
                    </a:moveTo>
                    <a:cubicBezTo>
                      <a:pt x="160" y="10"/>
                      <a:pt x="134" y="0"/>
                      <a:pt x="107" y="0"/>
                    </a:cubicBezTo>
                    <a:cubicBezTo>
                      <a:pt x="107" y="18"/>
                      <a:pt x="107" y="18"/>
                      <a:pt x="107" y="18"/>
                    </a:cubicBezTo>
                    <a:cubicBezTo>
                      <a:pt x="129" y="18"/>
                      <a:pt x="150" y="26"/>
                      <a:pt x="166" y="43"/>
                    </a:cubicBezTo>
                    <a:cubicBezTo>
                      <a:pt x="195" y="75"/>
                      <a:pt x="192" y="125"/>
                      <a:pt x="160" y="154"/>
                    </a:cubicBezTo>
                    <a:cubicBezTo>
                      <a:pt x="145" y="168"/>
                      <a:pt x="126" y="175"/>
                      <a:pt x="107" y="175"/>
                    </a:cubicBezTo>
                    <a:cubicBezTo>
                      <a:pt x="107" y="193"/>
                      <a:pt x="107" y="193"/>
                      <a:pt x="107" y="193"/>
                    </a:cubicBezTo>
                    <a:cubicBezTo>
                      <a:pt x="131" y="193"/>
                      <a:pt x="154" y="184"/>
                      <a:pt x="172" y="168"/>
                    </a:cubicBezTo>
                    <a:cubicBezTo>
                      <a:pt x="212" y="132"/>
                      <a:pt x="215" y="71"/>
                      <a:pt x="179" y="31"/>
                    </a:cubicBezTo>
                    <a:close/>
                    <a:moveTo>
                      <a:pt x="107" y="0"/>
                    </a:moveTo>
                    <a:cubicBezTo>
                      <a:pt x="84" y="0"/>
                      <a:pt x="61" y="8"/>
                      <a:pt x="43" y="25"/>
                    </a:cubicBezTo>
                    <a:cubicBezTo>
                      <a:pt x="3" y="60"/>
                      <a:pt x="0" y="122"/>
                      <a:pt x="36" y="161"/>
                    </a:cubicBezTo>
                    <a:cubicBezTo>
                      <a:pt x="55" y="182"/>
                      <a:pt x="81" y="193"/>
                      <a:pt x="107" y="193"/>
                    </a:cubicBezTo>
                    <a:cubicBezTo>
                      <a:pt x="107" y="175"/>
                      <a:pt x="107" y="175"/>
                      <a:pt x="107" y="175"/>
                    </a:cubicBezTo>
                    <a:cubicBezTo>
                      <a:pt x="86" y="175"/>
                      <a:pt x="65" y="166"/>
                      <a:pt x="49" y="149"/>
                    </a:cubicBezTo>
                    <a:cubicBezTo>
                      <a:pt x="49" y="149"/>
                      <a:pt x="49" y="149"/>
                      <a:pt x="49" y="149"/>
                    </a:cubicBezTo>
                    <a:cubicBezTo>
                      <a:pt x="20" y="117"/>
                      <a:pt x="22" y="67"/>
                      <a:pt x="55" y="38"/>
                    </a:cubicBezTo>
                    <a:cubicBezTo>
                      <a:pt x="70" y="24"/>
                      <a:pt x="89" y="18"/>
                      <a:pt x="107" y="18"/>
                    </a:cubicBezTo>
                    <a:lnTo>
                      <a:pt x="107" y="0"/>
                    </a:lnTo>
                    <a:close/>
                  </a:path>
                </a:pathLst>
              </a:custGeom>
              <a:solidFill>
                <a:srgbClr val="4E4E4E"/>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133" b="1">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0" name="Freeform 175"/>
              <p:cNvSpPr>
                <a:spLocks/>
              </p:cNvSpPr>
              <p:nvPr/>
            </p:nvSpPr>
            <p:spPr bwMode="auto">
              <a:xfrm>
                <a:off x="1400689" y="1763313"/>
                <a:ext cx="524604" cy="252935"/>
              </a:xfrm>
              <a:custGeom>
                <a:avLst/>
                <a:gdLst>
                  <a:gd name="T0" fmla="*/ 2 w 166"/>
                  <a:gd name="T1" fmla="*/ 57 h 80"/>
                  <a:gd name="T2" fmla="*/ 2 w 166"/>
                  <a:gd name="T3" fmla="*/ 57 h 80"/>
                  <a:gd name="T4" fmla="*/ 29 w 166"/>
                  <a:gd name="T5" fmla="*/ 77 h 80"/>
                  <a:gd name="T6" fmla="*/ 144 w 166"/>
                  <a:gd name="T7" fmla="*/ 49 h 80"/>
                  <a:gd name="T8" fmla="*/ 164 w 166"/>
                  <a:gd name="T9" fmla="*/ 22 h 80"/>
                  <a:gd name="T10" fmla="*/ 164 w 166"/>
                  <a:gd name="T11" fmla="*/ 22 h 80"/>
                  <a:gd name="T12" fmla="*/ 136 w 166"/>
                  <a:gd name="T13" fmla="*/ 2 h 80"/>
                  <a:gd name="T14" fmla="*/ 21 w 166"/>
                  <a:gd name="T15" fmla="*/ 30 h 80"/>
                  <a:gd name="T16" fmla="*/ 2 w 166"/>
                  <a:gd name="T17" fmla="*/ 57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6" h="80">
                    <a:moveTo>
                      <a:pt x="2" y="57"/>
                    </a:moveTo>
                    <a:cubicBezTo>
                      <a:pt x="2" y="57"/>
                      <a:pt x="2" y="57"/>
                      <a:pt x="2" y="57"/>
                    </a:cubicBezTo>
                    <a:cubicBezTo>
                      <a:pt x="4" y="70"/>
                      <a:pt x="16" y="80"/>
                      <a:pt x="29" y="77"/>
                    </a:cubicBezTo>
                    <a:cubicBezTo>
                      <a:pt x="144" y="49"/>
                      <a:pt x="144" y="49"/>
                      <a:pt x="144" y="49"/>
                    </a:cubicBezTo>
                    <a:cubicBezTo>
                      <a:pt x="157" y="46"/>
                      <a:pt x="166" y="35"/>
                      <a:pt x="164" y="22"/>
                    </a:cubicBezTo>
                    <a:cubicBezTo>
                      <a:pt x="164" y="22"/>
                      <a:pt x="164" y="22"/>
                      <a:pt x="164" y="22"/>
                    </a:cubicBezTo>
                    <a:cubicBezTo>
                      <a:pt x="161" y="9"/>
                      <a:pt x="149" y="0"/>
                      <a:pt x="136" y="2"/>
                    </a:cubicBezTo>
                    <a:cubicBezTo>
                      <a:pt x="21" y="30"/>
                      <a:pt x="21" y="30"/>
                      <a:pt x="21" y="30"/>
                    </a:cubicBezTo>
                    <a:cubicBezTo>
                      <a:pt x="9" y="33"/>
                      <a:pt x="0" y="44"/>
                      <a:pt x="2" y="57"/>
                    </a:cubicBezTo>
                    <a:close/>
                  </a:path>
                </a:pathLst>
              </a:custGeom>
              <a:solidFill>
                <a:srgbClr val="F4C696"/>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133" b="1">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1" name="Freeform 176"/>
              <p:cNvSpPr>
                <a:spLocks/>
              </p:cNvSpPr>
              <p:nvPr/>
            </p:nvSpPr>
            <p:spPr bwMode="auto">
              <a:xfrm>
                <a:off x="1778527" y="1763313"/>
                <a:ext cx="165501" cy="143642"/>
              </a:xfrm>
              <a:custGeom>
                <a:avLst/>
                <a:gdLst>
                  <a:gd name="T0" fmla="*/ 15 w 52"/>
                  <a:gd name="T1" fmla="*/ 7 h 46"/>
                  <a:gd name="T2" fmla="*/ 5 w 52"/>
                  <a:gd name="T3" fmla="*/ 11 h 46"/>
                  <a:gd name="T4" fmla="*/ 16 w 52"/>
                  <a:gd name="T5" fmla="*/ 46 h 46"/>
                  <a:gd name="T6" fmla="*/ 26 w 52"/>
                  <a:gd name="T7" fmla="*/ 43 h 46"/>
                  <a:gd name="T8" fmla="*/ 15 w 52"/>
                  <a:gd name="T9" fmla="*/ 7 h 46"/>
                </a:gdLst>
                <a:ahLst/>
                <a:cxnLst>
                  <a:cxn ang="0">
                    <a:pos x="T0" y="T1"/>
                  </a:cxn>
                  <a:cxn ang="0">
                    <a:pos x="T2" y="T3"/>
                  </a:cxn>
                  <a:cxn ang="0">
                    <a:pos x="T4" y="T5"/>
                  </a:cxn>
                  <a:cxn ang="0">
                    <a:pos x="T6" y="T7"/>
                  </a:cxn>
                  <a:cxn ang="0">
                    <a:pos x="T8" y="T9"/>
                  </a:cxn>
                </a:cxnLst>
                <a:rect l="0" t="0" r="r" b="b"/>
                <a:pathLst>
                  <a:path w="52" h="46">
                    <a:moveTo>
                      <a:pt x="15" y="7"/>
                    </a:moveTo>
                    <a:cubicBezTo>
                      <a:pt x="5" y="11"/>
                      <a:pt x="5" y="11"/>
                      <a:pt x="5" y="11"/>
                    </a:cubicBezTo>
                    <a:cubicBezTo>
                      <a:pt x="0" y="25"/>
                      <a:pt x="4" y="37"/>
                      <a:pt x="16" y="46"/>
                    </a:cubicBezTo>
                    <a:cubicBezTo>
                      <a:pt x="26" y="43"/>
                      <a:pt x="26" y="43"/>
                      <a:pt x="26" y="43"/>
                    </a:cubicBezTo>
                    <a:cubicBezTo>
                      <a:pt x="52" y="35"/>
                      <a:pt x="36" y="0"/>
                      <a:pt x="15" y="7"/>
                    </a:cubicBezTo>
                    <a:close/>
                  </a:path>
                </a:pathLst>
              </a:custGeom>
              <a:solidFill>
                <a:srgbClr val="FEDFB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133" b="1">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87" name="Oval 86"/>
            <p:cNvSpPr/>
            <p:nvPr/>
          </p:nvSpPr>
          <p:spPr>
            <a:xfrm>
              <a:off x="3479332" y="2885767"/>
              <a:ext cx="740656" cy="740656"/>
            </a:xfrm>
            <a:prstGeom prst="ellipse">
              <a:avLst/>
            </a:prstGeom>
            <a:solidFill>
              <a:schemeClr val="accent2">
                <a:alpha val="57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24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89" name="TextBox 87"/>
          <p:cNvSpPr txBox="1"/>
          <p:nvPr/>
        </p:nvSpPr>
        <p:spPr>
          <a:xfrm>
            <a:off x="931681" y="2413395"/>
            <a:ext cx="4176700" cy="912814"/>
          </a:xfrm>
          <a:prstGeom prst="rect">
            <a:avLst/>
          </a:prstGeom>
          <a:noFill/>
        </p:spPr>
        <p:txBody>
          <a:bodyPr wrap="square" rtlCol="0">
            <a:spAutoFit/>
          </a:bodyPr>
          <a:lstStyle/>
          <a:p>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Lorem ipsum dolor sit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amet</a:t>
            </a: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consetetur</a:t>
            </a: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sadipscing</a:t>
            </a: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elitr</a:t>
            </a: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sed</a:t>
            </a: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diam</a:t>
            </a: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nonumy</a:t>
            </a: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eirmod</a:t>
            </a: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tempor</a:t>
            </a: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invidunt</a:t>
            </a: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ut</a:t>
            </a: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labore</a:t>
            </a:r>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et. Cupcake ipsum dolor</a:t>
            </a:r>
          </a:p>
        </p:txBody>
      </p:sp>
      <p:sp>
        <p:nvSpPr>
          <p:cNvPr id="90" name="Rectangle 88"/>
          <p:cNvSpPr/>
          <p:nvPr/>
        </p:nvSpPr>
        <p:spPr>
          <a:xfrm>
            <a:off x="925962" y="1797841"/>
            <a:ext cx="2165914" cy="502766"/>
          </a:xfrm>
          <a:prstGeom prst="rect">
            <a:avLst/>
          </a:prstGeom>
        </p:spPr>
        <p:txBody>
          <a:bodyPr wrap="none">
            <a:spAutoFit/>
          </a:bodyPr>
          <a:lstStyle/>
          <a:p>
            <a:r>
              <a:rPr lang="en-US" sz="2667"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CLOUD SEO</a:t>
            </a:r>
          </a:p>
        </p:txBody>
      </p:sp>
      <p:grpSp>
        <p:nvGrpSpPr>
          <p:cNvPr id="91" name="Group 89"/>
          <p:cNvGrpSpPr/>
          <p:nvPr/>
        </p:nvGrpSpPr>
        <p:grpSpPr>
          <a:xfrm>
            <a:off x="1060315" y="3634130"/>
            <a:ext cx="3775821" cy="772444"/>
            <a:chOff x="6421404" y="1046580"/>
            <a:chExt cx="2831866" cy="579333"/>
          </a:xfrm>
        </p:grpSpPr>
        <p:sp>
          <p:nvSpPr>
            <p:cNvPr id="92" name="Freeform 504"/>
            <p:cNvSpPr>
              <a:spLocks noEditPoints="1"/>
            </p:cNvSpPr>
            <p:nvPr/>
          </p:nvSpPr>
          <p:spPr bwMode="auto">
            <a:xfrm>
              <a:off x="6421404" y="1107441"/>
              <a:ext cx="284763" cy="283083"/>
            </a:xfrm>
            <a:custGeom>
              <a:avLst/>
              <a:gdLst>
                <a:gd name="T0" fmla="*/ 85 w 186"/>
                <a:gd name="T1" fmla="*/ 93 h 185"/>
                <a:gd name="T2" fmla="*/ 101 w 186"/>
                <a:gd name="T3" fmla="*/ 93 h 185"/>
                <a:gd name="T4" fmla="*/ 186 w 186"/>
                <a:gd name="T5" fmla="*/ 93 h 185"/>
                <a:gd name="T6" fmla="*/ 159 w 186"/>
                <a:gd name="T7" fmla="*/ 27 h 185"/>
                <a:gd name="T8" fmla="*/ 93 w 186"/>
                <a:gd name="T9" fmla="*/ 0 h 185"/>
                <a:gd name="T10" fmla="*/ 27 w 186"/>
                <a:gd name="T11" fmla="*/ 27 h 185"/>
                <a:gd name="T12" fmla="*/ 0 w 186"/>
                <a:gd name="T13" fmla="*/ 93 h 185"/>
                <a:gd name="T14" fmla="*/ 27 w 186"/>
                <a:gd name="T15" fmla="*/ 158 h 185"/>
                <a:gd name="T16" fmla="*/ 93 w 186"/>
                <a:gd name="T17" fmla="*/ 185 h 185"/>
                <a:gd name="T18" fmla="*/ 159 w 186"/>
                <a:gd name="T19" fmla="*/ 158 h 185"/>
                <a:gd name="T20" fmla="*/ 186 w 186"/>
                <a:gd name="T21" fmla="*/ 93 h 185"/>
                <a:gd name="T22" fmla="*/ 36 w 186"/>
                <a:gd name="T23" fmla="*/ 74 h 185"/>
                <a:gd name="T24" fmla="*/ 36 w 186"/>
                <a:gd name="T25" fmla="*/ 111 h 185"/>
                <a:gd name="T26" fmla="*/ 60 w 186"/>
                <a:gd name="T27" fmla="*/ 79 h 185"/>
                <a:gd name="T28" fmla="*/ 44 w 186"/>
                <a:gd name="T29" fmla="*/ 72 h 185"/>
                <a:gd name="T30" fmla="*/ 60 w 186"/>
                <a:gd name="T31" fmla="*/ 79 h 185"/>
                <a:gd name="T32" fmla="*/ 44 w 186"/>
                <a:gd name="T33" fmla="*/ 113 h 185"/>
                <a:gd name="T34" fmla="*/ 60 w 186"/>
                <a:gd name="T35" fmla="*/ 107 h 185"/>
                <a:gd name="T36" fmla="*/ 33 w 186"/>
                <a:gd name="T37" fmla="*/ 152 h 185"/>
                <a:gd name="T38" fmla="*/ 61 w 186"/>
                <a:gd name="T39" fmla="*/ 124 h 185"/>
                <a:gd name="T40" fmla="*/ 33 w 186"/>
                <a:gd name="T41" fmla="*/ 152 h 185"/>
                <a:gd name="T42" fmla="*/ 39 w 186"/>
                <a:gd name="T43" fmla="*/ 65 h 185"/>
                <a:gd name="T44" fmla="*/ 66 w 186"/>
                <a:gd name="T45" fmla="*/ 39 h 185"/>
                <a:gd name="T46" fmla="*/ 116 w 186"/>
                <a:gd name="T47" fmla="*/ 60 h 185"/>
                <a:gd name="T48" fmla="*/ 100 w 186"/>
                <a:gd name="T49" fmla="*/ 53 h 185"/>
                <a:gd name="T50" fmla="*/ 116 w 186"/>
                <a:gd name="T51" fmla="*/ 60 h 185"/>
                <a:gd name="T52" fmla="*/ 112 w 186"/>
                <a:gd name="T53" fmla="*/ 35 h 185"/>
                <a:gd name="T54" fmla="*/ 74 w 186"/>
                <a:gd name="T55" fmla="*/ 35 h 185"/>
                <a:gd name="T56" fmla="*/ 73 w 186"/>
                <a:gd name="T57" fmla="*/ 43 h 185"/>
                <a:gd name="T58" fmla="*/ 79 w 186"/>
                <a:gd name="T59" fmla="*/ 59 h 185"/>
                <a:gd name="T60" fmla="*/ 73 w 186"/>
                <a:gd name="T61" fmla="*/ 43 h 185"/>
                <a:gd name="T62" fmla="*/ 79 w 186"/>
                <a:gd name="T63" fmla="*/ 126 h 185"/>
                <a:gd name="T64" fmla="*/ 73 w 186"/>
                <a:gd name="T65" fmla="*/ 142 h 185"/>
                <a:gd name="T66" fmla="*/ 93 w 186"/>
                <a:gd name="T67" fmla="*/ 177 h 185"/>
                <a:gd name="T68" fmla="*/ 93 w 186"/>
                <a:gd name="T69" fmla="*/ 137 h 185"/>
                <a:gd name="T70" fmla="*/ 93 w 186"/>
                <a:gd name="T71" fmla="*/ 177 h 185"/>
                <a:gd name="T72" fmla="*/ 100 w 186"/>
                <a:gd name="T73" fmla="*/ 132 h 185"/>
                <a:gd name="T74" fmla="*/ 116 w 186"/>
                <a:gd name="T75" fmla="*/ 125 h 185"/>
                <a:gd name="T76" fmla="*/ 118 w 186"/>
                <a:gd name="T77" fmla="*/ 103 h 185"/>
                <a:gd name="T78" fmla="*/ 103 w 186"/>
                <a:gd name="T79" fmla="*/ 118 h 185"/>
                <a:gd name="T80" fmla="*/ 83 w 186"/>
                <a:gd name="T81" fmla="*/ 118 h 185"/>
                <a:gd name="T82" fmla="*/ 68 w 186"/>
                <a:gd name="T83" fmla="*/ 103 h 185"/>
                <a:gd name="T84" fmla="*/ 68 w 186"/>
                <a:gd name="T85" fmla="*/ 82 h 185"/>
                <a:gd name="T86" fmla="*/ 83 w 186"/>
                <a:gd name="T87" fmla="*/ 68 h 185"/>
                <a:gd name="T88" fmla="*/ 103 w 186"/>
                <a:gd name="T89" fmla="*/ 68 h 185"/>
                <a:gd name="T90" fmla="*/ 118 w 186"/>
                <a:gd name="T91" fmla="*/ 82 h 185"/>
                <a:gd name="T92" fmla="*/ 118 w 186"/>
                <a:gd name="T93" fmla="*/ 103 h 185"/>
                <a:gd name="T94" fmla="*/ 147 w 186"/>
                <a:gd name="T95" fmla="*/ 65 h 185"/>
                <a:gd name="T96" fmla="*/ 120 w 186"/>
                <a:gd name="T97" fmla="*/ 39 h 185"/>
                <a:gd name="T98" fmla="*/ 133 w 186"/>
                <a:gd name="T99" fmla="*/ 86 h 185"/>
                <a:gd name="T100" fmla="*/ 126 w 186"/>
                <a:gd name="T101" fmla="*/ 69 h 185"/>
                <a:gd name="T102" fmla="*/ 133 w 186"/>
                <a:gd name="T103" fmla="*/ 86 h 185"/>
                <a:gd name="T104" fmla="*/ 142 w 186"/>
                <a:gd name="T105" fmla="*/ 113 h 185"/>
                <a:gd name="T106" fmla="*/ 126 w 186"/>
                <a:gd name="T107" fmla="*/ 107 h 185"/>
                <a:gd name="T108" fmla="*/ 153 w 186"/>
                <a:gd name="T109" fmla="*/ 152 h 185"/>
                <a:gd name="T110" fmla="*/ 125 w 186"/>
                <a:gd name="T111" fmla="*/ 124 h 185"/>
                <a:gd name="T112" fmla="*/ 153 w 186"/>
                <a:gd name="T113" fmla="*/ 152 h 185"/>
                <a:gd name="T114" fmla="*/ 138 w 186"/>
                <a:gd name="T115" fmla="*/ 93 h 185"/>
                <a:gd name="T116" fmla="*/ 177 w 186"/>
                <a:gd name="T117" fmla="*/ 93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86" h="185">
                  <a:moveTo>
                    <a:pt x="93" y="84"/>
                  </a:moveTo>
                  <a:cubicBezTo>
                    <a:pt x="88" y="84"/>
                    <a:pt x="85" y="88"/>
                    <a:pt x="85" y="93"/>
                  </a:cubicBezTo>
                  <a:cubicBezTo>
                    <a:pt x="85" y="97"/>
                    <a:pt x="88" y="101"/>
                    <a:pt x="93" y="101"/>
                  </a:cubicBezTo>
                  <a:cubicBezTo>
                    <a:pt x="98" y="101"/>
                    <a:pt x="101" y="97"/>
                    <a:pt x="101" y="93"/>
                  </a:cubicBezTo>
                  <a:cubicBezTo>
                    <a:pt x="101" y="88"/>
                    <a:pt x="98" y="84"/>
                    <a:pt x="93" y="84"/>
                  </a:cubicBezTo>
                  <a:close/>
                  <a:moveTo>
                    <a:pt x="186" y="93"/>
                  </a:moveTo>
                  <a:cubicBezTo>
                    <a:pt x="186" y="83"/>
                    <a:pt x="174" y="74"/>
                    <a:pt x="154" y="67"/>
                  </a:cubicBezTo>
                  <a:cubicBezTo>
                    <a:pt x="163" y="49"/>
                    <a:pt x="166" y="34"/>
                    <a:pt x="159" y="27"/>
                  </a:cubicBezTo>
                  <a:cubicBezTo>
                    <a:pt x="151" y="20"/>
                    <a:pt x="136" y="22"/>
                    <a:pt x="118" y="32"/>
                  </a:cubicBezTo>
                  <a:cubicBezTo>
                    <a:pt x="112" y="12"/>
                    <a:pt x="103" y="0"/>
                    <a:pt x="93" y="0"/>
                  </a:cubicBezTo>
                  <a:cubicBezTo>
                    <a:pt x="83" y="0"/>
                    <a:pt x="74" y="12"/>
                    <a:pt x="68" y="32"/>
                  </a:cubicBezTo>
                  <a:cubicBezTo>
                    <a:pt x="50" y="22"/>
                    <a:pt x="35" y="20"/>
                    <a:pt x="27" y="27"/>
                  </a:cubicBezTo>
                  <a:cubicBezTo>
                    <a:pt x="20" y="34"/>
                    <a:pt x="23" y="49"/>
                    <a:pt x="32" y="67"/>
                  </a:cubicBezTo>
                  <a:cubicBezTo>
                    <a:pt x="12" y="74"/>
                    <a:pt x="0" y="83"/>
                    <a:pt x="0" y="93"/>
                  </a:cubicBezTo>
                  <a:cubicBezTo>
                    <a:pt x="0" y="103"/>
                    <a:pt x="12" y="112"/>
                    <a:pt x="32" y="118"/>
                  </a:cubicBezTo>
                  <a:cubicBezTo>
                    <a:pt x="23" y="136"/>
                    <a:pt x="20" y="151"/>
                    <a:pt x="27" y="158"/>
                  </a:cubicBezTo>
                  <a:cubicBezTo>
                    <a:pt x="35" y="165"/>
                    <a:pt x="50" y="163"/>
                    <a:pt x="68" y="154"/>
                  </a:cubicBezTo>
                  <a:cubicBezTo>
                    <a:pt x="74" y="173"/>
                    <a:pt x="83" y="185"/>
                    <a:pt x="93" y="185"/>
                  </a:cubicBezTo>
                  <a:cubicBezTo>
                    <a:pt x="103" y="185"/>
                    <a:pt x="112" y="173"/>
                    <a:pt x="118" y="154"/>
                  </a:cubicBezTo>
                  <a:cubicBezTo>
                    <a:pt x="136" y="163"/>
                    <a:pt x="151" y="165"/>
                    <a:pt x="159" y="158"/>
                  </a:cubicBezTo>
                  <a:cubicBezTo>
                    <a:pt x="166" y="151"/>
                    <a:pt x="163" y="136"/>
                    <a:pt x="154" y="118"/>
                  </a:cubicBezTo>
                  <a:cubicBezTo>
                    <a:pt x="174" y="112"/>
                    <a:pt x="186" y="103"/>
                    <a:pt x="186" y="93"/>
                  </a:cubicBezTo>
                  <a:close/>
                  <a:moveTo>
                    <a:pt x="9" y="93"/>
                  </a:moveTo>
                  <a:cubicBezTo>
                    <a:pt x="9" y="85"/>
                    <a:pt x="19" y="79"/>
                    <a:pt x="36" y="74"/>
                  </a:cubicBezTo>
                  <a:cubicBezTo>
                    <a:pt x="39" y="80"/>
                    <a:pt x="43" y="86"/>
                    <a:pt x="48" y="93"/>
                  </a:cubicBezTo>
                  <a:cubicBezTo>
                    <a:pt x="43" y="99"/>
                    <a:pt x="39" y="105"/>
                    <a:pt x="36" y="111"/>
                  </a:cubicBezTo>
                  <a:cubicBezTo>
                    <a:pt x="19" y="107"/>
                    <a:pt x="9" y="100"/>
                    <a:pt x="9" y="93"/>
                  </a:cubicBezTo>
                  <a:close/>
                  <a:moveTo>
                    <a:pt x="60" y="79"/>
                  </a:moveTo>
                  <a:cubicBezTo>
                    <a:pt x="58" y="81"/>
                    <a:pt x="55" y="84"/>
                    <a:pt x="53" y="86"/>
                  </a:cubicBezTo>
                  <a:cubicBezTo>
                    <a:pt x="50" y="81"/>
                    <a:pt x="46" y="77"/>
                    <a:pt x="44" y="72"/>
                  </a:cubicBezTo>
                  <a:cubicBezTo>
                    <a:pt x="49" y="71"/>
                    <a:pt x="54" y="70"/>
                    <a:pt x="60" y="69"/>
                  </a:cubicBezTo>
                  <a:cubicBezTo>
                    <a:pt x="60" y="72"/>
                    <a:pt x="60" y="76"/>
                    <a:pt x="60" y="79"/>
                  </a:cubicBezTo>
                  <a:close/>
                  <a:moveTo>
                    <a:pt x="60" y="116"/>
                  </a:moveTo>
                  <a:cubicBezTo>
                    <a:pt x="54" y="115"/>
                    <a:pt x="49" y="114"/>
                    <a:pt x="44" y="113"/>
                  </a:cubicBezTo>
                  <a:cubicBezTo>
                    <a:pt x="46" y="109"/>
                    <a:pt x="50" y="104"/>
                    <a:pt x="53" y="99"/>
                  </a:cubicBezTo>
                  <a:cubicBezTo>
                    <a:pt x="55" y="102"/>
                    <a:pt x="58" y="104"/>
                    <a:pt x="60" y="107"/>
                  </a:cubicBezTo>
                  <a:cubicBezTo>
                    <a:pt x="60" y="110"/>
                    <a:pt x="60" y="113"/>
                    <a:pt x="60" y="116"/>
                  </a:cubicBezTo>
                  <a:close/>
                  <a:moveTo>
                    <a:pt x="33" y="152"/>
                  </a:moveTo>
                  <a:cubicBezTo>
                    <a:pt x="28" y="147"/>
                    <a:pt x="31" y="135"/>
                    <a:pt x="39" y="120"/>
                  </a:cubicBezTo>
                  <a:cubicBezTo>
                    <a:pt x="46" y="122"/>
                    <a:pt x="53" y="123"/>
                    <a:pt x="61" y="124"/>
                  </a:cubicBezTo>
                  <a:cubicBezTo>
                    <a:pt x="62" y="132"/>
                    <a:pt x="64" y="140"/>
                    <a:pt x="66" y="146"/>
                  </a:cubicBezTo>
                  <a:cubicBezTo>
                    <a:pt x="51" y="155"/>
                    <a:pt x="39" y="158"/>
                    <a:pt x="33" y="152"/>
                  </a:cubicBezTo>
                  <a:close/>
                  <a:moveTo>
                    <a:pt x="61" y="61"/>
                  </a:moveTo>
                  <a:cubicBezTo>
                    <a:pt x="53" y="62"/>
                    <a:pt x="46" y="63"/>
                    <a:pt x="39" y="65"/>
                  </a:cubicBezTo>
                  <a:cubicBezTo>
                    <a:pt x="31" y="50"/>
                    <a:pt x="28" y="38"/>
                    <a:pt x="33" y="33"/>
                  </a:cubicBezTo>
                  <a:cubicBezTo>
                    <a:pt x="39" y="28"/>
                    <a:pt x="51" y="31"/>
                    <a:pt x="66" y="39"/>
                  </a:cubicBezTo>
                  <a:cubicBezTo>
                    <a:pt x="64" y="46"/>
                    <a:pt x="62" y="53"/>
                    <a:pt x="61" y="61"/>
                  </a:cubicBezTo>
                  <a:close/>
                  <a:moveTo>
                    <a:pt x="116" y="60"/>
                  </a:moveTo>
                  <a:cubicBezTo>
                    <a:pt x="113" y="60"/>
                    <a:pt x="110" y="60"/>
                    <a:pt x="107" y="59"/>
                  </a:cubicBezTo>
                  <a:cubicBezTo>
                    <a:pt x="104" y="57"/>
                    <a:pt x="102" y="55"/>
                    <a:pt x="100" y="53"/>
                  </a:cubicBezTo>
                  <a:cubicBezTo>
                    <a:pt x="104" y="49"/>
                    <a:pt x="109" y="46"/>
                    <a:pt x="114" y="43"/>
                  </a:cubicBezTo>
                  <a:cubicBezTo>
                    <a:pt x="115" y="48"/>
                    <a:pt x="116" y="54"/>
                    <a:pt x="116" y="60"/>
                  </a:cubicBezTo>
                  <a:close/>
                  <a:moveTo>
                    <a:pt x="93" y="8"/>
                  </a:moveTo>
                  <a:cubicBezTo>
                    <a:pt x="100" y="8"/>
                    <a:pt x="107" y="19"/>
                    <a:pt x="112" y="35"/>
                  </a:cubicBezTo>
                  <a:cubicBezTo>
                    <a:pt x="106" y="39"/>
                    <a:pt x="99" y="43"/>
                    <a:pt x="93" y="48"/>
                  </a:cubicBezTo>
                  <a:cubicBezTo>
                    <a:pt x="87" y="43"/>
                    <a:pt x="80" y="39"/>
                    <a:pt x="74" y="35"/>
                  </a:cubicBezTo>
                  <a:cubicBezTo>
                    <a:pt x="79" y="19"/>
                    <a:pt x="86" y="8"/>
                    <a:pt x="93" y="8"/>
                  </a:cubicBezTo>
                  <a:close/>
                  <a:moveTo>
                    <a:pt x="73" y="43"/>
                  </a:moveTo>
                  <a:cubicBezTo>
                    <a:pt x="77" y="46"/>
                    <a:pt x="82" y="49"/>
                    <a:pt x="86" y="53"/>
                  </a:cubicBezTo>
                  <a:cubicBezTo>
                    <a:pt x="84" y="55"/>
                    <a:pt x="82" y="57"/>
                    <a:pt x="79" y="59"/>
                  </a:cubicBezTo>
                  <a:cubicBezTo>
                    <a:pt x="76" y="60"/>
                    <a:pt x="73" y="60"/>
                    <a:pt x="70" y="60"/>
                  </a:cubicBezTo>
                  <a:cubicBezTo>
                    <a:pt x="70" y="54"/>
                    <a:pt x="71" y="48"/>
                    <a:pt x="73" y="43"/>
                  </a:cubicBezTo>
                  <a:close/>
                  <a:moveTo>
                    <a:pt x="70" y="125"/>
                  </a:moveTo>
                  <a:cubicBezTo>
                    <a:pt x="73" y="126"/>
                    <a:pt x="76" y="126"/>
                    <a:pt x="79" y="126"/>
                  </a:cubicBezTo>
                  <a:cubicBezTo>
                    <a:pt x="82" y="128"/>
                    <a:pt x="84" y="130"/>
                    <a:pt x="86" y="132"/>
                  </a:cubicBezTo>
                  <a:cubicBezTo>
                    <a:pt x="82" y="136"/>
                    <a:pt x="77" y="139"/>
                    <a:pt x="73" y="142"/>
                  </a:cubicBezTo>
                  <a:cubicBezTo>
                    <a:pt x="71" y="137"/>
                    <a:pt x="70" y="131"/>
                    <a:pt x="70" y="125"/>
                  </a:cubicBezTo>
                  <a:close/>
                  <a:moveTo>
                    <a:pt x="93" y="177"/>
                  </a:moveTo>
                  <a:cubicBezTo>
                    <a:pt x="86" y="177"/>
                    <a:pt x="79" y="167"/>
                    <a:pt x="74" y="150"/>
                  </a:cubicBezTo>
                  <a:cubicBezTo>
                    <a:pt x="80" y="147"/>
                    <a:pt x="87" y="142"/>
                    <a:pt x="93" y="137"/>
                  </a:cubicBezTo>
                  <a:cubicBezTo>
                    <a:pt x="99" y="142"/>
                    <a:pt x="106" y="147"/>
                    <a:pt x="112" y="150"/>
                  </a:cubicBezTo>
                  <a:cubicBezTo>
                    <a:pt x="107" y="167"/>
                    <a:pt x="100" y="177"/>
                    <a:pt x="93" y="177"/>
                  </a:cubicBezTo>
                  <a:close/>
                  <a:moveTo>
                    <a:pt x="114" y="142"/>
                  </a:moveTo>
                  <a:cubicBezTo>
                    <a:pt x="109" y="139"/>
                    <a:pt x="104" y="136"/>
                    <a:pt x="100" y="132"/>
                  </a:cubicBezTo>
                  <a:cubicBezTo>
                    <a:pt x="102" y="130"/>
                    <a:pt x="104" y="128"/>
                    <a:pt x="107" y="126"/>
                  </a:cubicBezTo>
                  <a:cubicBezTo>
                    <a:pt x="110" y="126"/>
                    <a:pt x="113" y="126"/>
                    <a:pt x="116" y="125"/>
                  </a:cubicBezTo>
                  <a:cubicBezTo>
                    <a:pt x="116" y="131"/>
                    <a:pt x="115" y="137"/>
                    <a:pt x="114" y="142"/>
                  </a:cubicBezTo>
                  <a:close/>
                  <a:moveTo>
                    <a:pt x="118" y="103"/>
                  </a:moveTo>
                  <a:cubicBezTo>
                    <a:pt x="116" y="106"/>
                    <a:pt x="113" y="108"/>
                    <a:pt x="111" y="111"/>
                  </a:cubicBezTo>
                  <a:cubicBezTo>
                    <a:pt x="108" y="113"/>
                    <a:pt x="106" y="115"/>
                    <a:pt x="103" y="118"/>
                  </a:cubicBezTo>
                  <a:cubicBezTo>
                    <a:pt x="100" y="118"/>
                    <a:pt x="97" y="118"/>
                    <a:pt x="93" y="118"/>
                  </a:cubicBezTo>
                  <a:cubicBezTo>
                    <a:pt x="89" y="118"/>
                    <a:pt x="86" y="118"/>
                    <a:pt x="83" y="118"/>
                  </a:cubicBezTo>
                  <a:cubicBezTo>
                    <a:pt x="80" y="115"/>
                    <a:pt x="78" y="113"/>
                    <a:pt x="75" y="111"/>
                  </a:cubicBezTo>
                  <a:cubicBezTo>
                    <a:pt x="73" y="108"/>
                    <a:pt x="70" y="106"/>
                    <a:pt x="68" y="103"/>
                  </a:cubicBezTo>
                  <a:cubicBezTo>
                    <a:pt x="68" y="100"/>
                    <a:pt x="68" y="96"/>
                    <a:pt x="68" y="93"/>
                  </a:cubicBezTo>
                  <a:cubicBezTo>
                    <a:pt x="68" y="89"/>
                    <a:pt x="68" y="86"/>
                    <a:pt x="68" y="82"/>
                  </a:cubicBezTo>
                  <a:cubicBezTo>
                    <a:pt x="70" y="80"/>
                    <a:pt x="73" y="77"/>
                    <a:pt x="75" y="75"/>
                  </a:cubicBezTo>
                  <a:cubicBezTo>
                    <a:pt x="78" y="72"/>
                    <a:pt x="80" y="70"/>
                    <a:pt x="83" y="68"/>
                  </a:cubicBezTo>
                  <a:cubicBezTo>
                    <a:pt x="86" y="67"/>
                    <a:pt x="89" y="67"/>
                    <a:pt x="93" y="67"/>
                  </a:cubicBezTo>
                  <a:cubicBezTo>
                    <a:pt x="97" y="67"/>
                    <a:pt x="100" y="67"/>
                    <a:pt x="103" y="68"/>
                  </a:cubicBezTo>
                  <a:cubicBezTo>
                    <a:pt x="106" y="70"/>
                    <a:pt x="108" y="72"/>
                    <a:pt x="111" y="75"/>
                  </a:cubicBezTo>
                  <a:cubicBezTo>
                    <a:pt x="113" y="77"/>
                    <a:pt x="116" y="80"/>
                    <a:pt x="118" y="82"/>
                  </a:cubicBezTo>
                  <a:cubicBezTo>
                    <a:pt x="118" y="86"/>
                    <a:pt x="118" y="89"/>
                    <a:pt x="118" y="93"/>
                  </a:cubicBezTo>
                  <a:cubicBezTo>
                    <a:pt x="118" y="96"/>
                    <a:pt x="118" y="100"/>
                    <a:pt x="118" y="103"/>
                  </a:cubicBezTo>
                  <a:close/>
                  <a:moveTo>
                    <a:pt x="153" y="33"/>
                  </a:moveTo>
                  <a:cubicBezTo>
                    <a:pt x="158" y="38"/>
                    <a:pt x="155" y="50"/>
                    <a:pt x="147" y="65"/>
                  </a:cubicBezTo>
                  <a:cubicBezTo>
                    <a:pt x="140" y="63"/>
                    <a:pt x="133" y="62"/>
                    <a:pt x="125" y="61"/>
                  </a:cubicBezTo>
                  <a:cubicBezTo>
                    <a:pt x="124" y="53"/>
                    <a:pt x="122" y="46"/>
                    <a:pt x="120" y="39"/>
                  </a:cubicBezTo>
                  <a:cubicBezTo>
                    <a:pt x="135" y="31"/>
                    <a:pt x="147" y="28"/>
                    <a:pt x="153" y="33"/>
                  </a:cubicBezTo>
                  <a:close/>
                  <a:moveTo>
                    <a:pt x="133" y="86"/>
                  </a:moveTo>
                  <a:cubicBezTo>
                    <a:pt x="131" y="84"/>
                    <a:pt x="128" y="81"/>
                    <a:pt x="126" y="79"/>
                  </a:cubicBezTo>
                  <a:cubicBezTo>
                    <a:pt x="126" y="76"/>
                    <a:pt x="126" y="72"/>
                    <a:pt x="126" y="69"/>
                  </a:cubicBezTo>
                  <a:cubicBezTo>
                    <a:pt x="132" y="70"/>
                    <a:pt x="137" y="71"/>
                    <a:pt x="142" y="72"/>
                  </a:cubicBezTo>
                  <a:cubicBezTo>
                    <a:pt x="140" y="77"/>
                    <a:pt x="136" y="81"/>
                    <a:pt x="133" y="86"/>
                  </a:cubicBezTo>
                  <a:close/>
                  <a:moveTo>
                    <a:pt x="133" y="99"/>
                  </a:moveTo>
                  <a:cubicBezTo>
                    <a:pt x="136" y="104"/>
                    <a:pt x="140" y="109"/>
                    <a:pt x="142" y="113"/>
                  </a:cubicBezTo>
                  <a:cubicBezTo>
                    <a:pt x="137" y="114"/>
                    <a:pt x="132" y="115"/>
                    <a:pt x="126" y="116"/>
                  </a:cubicBezTo>
                  <a:cubicBezTo>
                    <a:pt x="126" y="113"/>
                    <a:pt x="126" y="110"/>
                    <a:pt x="126" y="107"/>
                  </a:cubicBezTo>
                  <a:cubicBezTo>
                    <a:pt x="129" y="104"/>
                    <a:pt x="131" y="102"/>
                    <a:pt x="133" y="99"/>
                  </a:cubicBezTo>
                  <a:close/>
                  <a:moveTo>
                    <a:pt x="153" y="152"/>
                  </a:moveTo>
                  <a:cubicBezTo>
                    <a:pt x="147" y="158"/>
                    <a:pt x="135" y="155"/>
                    <a:pt x="120" y="146"/>
                  </a:cubicBezTo>
                  <a:cubicBezTo>
                    <a:pt x="122" y="140"/>
                    <a:pt x="124" y="132"/>
                    <a:pt x="125" y="124"/>
                  </a:cubicBezTo>
                  <a:cubicBezTo>
                    <a:pt x="133" y="123"/>
                    <a:pt x="140" y="122"/>
                    <a:pt x="147" y="120"/>
                  </a:cubicBezTo>
                  <a:cubicBezTo>
                    <a:pt x="155" y="135"/>
                    <a:pt x="158" y="147"/>
                    <a:pt x="153" y="152"/>
                  </a:cubicBezTo>
                  <a:close/>
                  <a:moveTo>
                    <a:pt x="150" y="111"/>
                  </a:moveTo>
                  <a:cubicBezTo>
                    <a:pt x="147" y="105"/>
                    <a:pt x="143" y="99"/>
                    <a:pt x="138" y="93"/>
                  </a:cubicBezTo>
                  <a:cubicBezTo>
                    <a:pt x="143" y="86"/>
                    <a:pt x="147" y="80"/>
                    <a:pt x="150" y="74"/>
                  </a:cubicBezTo>
                  <a:cubicBezTo>
                    <a:pt x="167" y="79"/>
                    <a:pt x="177" y="85"/>
                    <a:pt x="177" y="93"/>
                  </a:cubicBezTo>
                  <a:cubicBezTo>
                    <a:pt x="177" y="100"/>
                    <a:pt x="167" y="107"/>
                    <a:pt x="150" y="11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3" name="TextBox 91"/>
            <p:cNvSpPr txBox="1"/>
            <p:nvPr/>
          </p:nvSpPr>
          <p:spPr>
            <a:xfrm>
              <a:off x="6823393" y="1248983"/>
              <a:ext cx="2429877" cy="376930"/>
            </a:xfrm>
            <a:prstGeom prst="rect">
              <a:avLst/>
            </a:prstGeom>
            <a:noFill/>
          </p:spPr>
          <p:txBody>
            <a:bodyPr wrap="square" rtlCol="0">
              <a:spAutoFit/>
            </a:bodyPr>
            <a:lstStyle/>
            <a:p>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Sugar plum gummi bears. Apple pie yummy cake with candy bar </a:t>
              </a:r>
              <a:r>
                <a:rPr lang="en-US" sz="1333" dirty="0" err="1">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choco</a:t>
              </a:r>
              <a:endPar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4" name="Rectangle 92"/>
            <p:cNvSpPr/>
            <p:nvPr/>
          </p:nvSpPr>
          <p:spPr>
            <a:xfrm>
              <a:off x="6819104" y="1046580"/>
              <a:ext cx="1296990" cy="223091"/>
            </a:xfrm>
            <a:prstGeom prst="rect">
              <a:avLst/>
            </a:prstGeom>
          </p:spPr>
          <p:txBody>
            <a:bodyPr wrap="none">
              <a:spAutoFit/>
            </a:bodyPr>
            <a:lstStyle/>
            <a:p>
              <a:r>
                <a:rPr lang="en-US" sz="1333"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AWESOME STATES</a:t>
              </a:r>
            </a:p>
          </p:txBody>
        </p:sp>
      </p:grpSp>
      <p:grpSp>
        <p:nvGrpSpPr>
          <p:cNvPr id="95" name="Group 94"/>
          <p:cNvGrpSpPr/>
          <p:nvPr/>
        </p:nvGrpSpPr>
        <p:grpSpPr>
          <a:xfrm>
            <a:off x="1060315" y="4760755"/>
            <a:ext cx="3305211" cy="977565"/>
            <a:chOff x="6421404" y="2072740"/>
            <a:chExt cx="2478908" cy="733174"/>
          </a:xfrm>
        </p:grpSpPr>
        <p:sp>
          <p:nvSpPr>
            <p:cNvPr id="96" name="Freeform 500"/>
            <p:cNvSpPr>
              <a:spLocks noEditPoints="1"/>
            </p:cNvSpPr>
            <p:nvPr/>
          </p:nvSpPr>
          <p:spPr bwMode="auto">
            <a:xfrm>
              <a:off x="6421404" y="2144534"/>
              <a:ext cx="284763" cy="284763"/>
            </a:xfrm>
            <a:custGeom>
              <a:avLst/>
              <a:gdLst>
                <a:gd name="T0" fmla="*/ 152 w 186"/>
                <a:gd name="T1" fmla="*/ 55 h 186"/>
                <a:gd name="T2" fmla="*/ 127 w 186"/>
                <a:gd name="T3" fmla="*/ 55 h 186"/>
                <a:gd name="T4" fmla="*/ 140 w 186"/>
                <a:gd name="T5" fmla="*/ 51 h 186"/>
                <a:gd name="T6" fmla="*/ 140 w 186"/>
                <a:gd name="T7" fmla="*/ 60 h 186"/>
                <a:gd name="T8" fmla="*/ 140 w 186"/>
                <a:gd name="T9" fmla="*/ 51 h 186"/>
                <a:gd name="T10" fmla="*/ 102 w 186"/>
                <a:gd name="T11" fmla="*/ 9 h 186"/>
                <a:gd name="T12" fmla="*/ 85 w 186"/>
                <a:gd name="T13" fmla="*/ 9 h 186"/>
                <a:gd name="T14" fmla="*/ 0 w 186"/>
                <a:gd name="T15" fmla="*/ 17 h 186"/>
                <a:gd name="T16" fmla="*/ 9 w 186"/>
                <a:gd name="T17" fmla="*/ 34 h 186"/>
                <a:gd name="T18" fmla="*/ 17 w 186"/>
                <a:gd name="T19" fmla="*/ 144 h 186"/>
                <a:gd name="T20" fmla="*/ 89 w 186"/>
                <a:gd name="T21" fmla="*/ 155 h 186"/>
                <a:gd name="T22" fmla="*/ 64 w 186"/>
                <a:gd name="T23" fmla="*/ 182 h 186"/>
                <a:gd name="T24" fmla="*/ 71 w 186"/>
                <a:gd name="T25" fmla="*/ 185 h 186"/>
                <a:gd name="T26" fmla="*/ 116 w 186"/>
                <a:gd name="T27" fmla="*/ 185 h 186"/>
                <a:gd name="T28" fmla="*/ 123 w 186"/>
                <a:gd name="T29" fmla="*/ 182 h 186"/>
                <a:gd name="T30" fmla="*/ 97 w 186"/>
                <a:gd name="T31" fmla="*/ 155 h 186"/>
                <a:gd name="T32" fmla="*/ 169 w 186"/>
                <a:gd name="T33" fmla="*/ 144 h 186"/>
                <a:gd name="T34" fmla="*/ 178 w 186"/>
                <a:gd name="T35" fmla="*/ 34 h 186"/>
                <a:gd name="T36" fmla="*/ 186 w 186"/>
                <a:gd name="T37" fmla="*/ 17 h 186"/>
                <a:gd name="T38" fmla="*/ 169 w 186"/>
                <a:gd name="T39" fmla="*/ 135 h 186"/>
                <a:gd name="T40" fmla="*/ 17 w 186"/>
                <a:gd name="T41" fmla="*/ 34 h 186"/>
                <a:gd name="T42" fmla="*/ 169 w 186"/>
                <a:gd name="T43" fmla="*/ 135 h 186"/>
                <a:gd name="T44" fmla="*/ 9 w 186"/>
                <a:gd name="T45" fmla="*/ 26 h 186"/>
                <a:gd name="T46" fmla="*/ 178 w 186"/>
                <a:gd name="T47" fmla="*/ 17 h 186"/>
                <a:gd name="T48" fmla="*/ 38 w 186"/>
                <a:gd name="T49" fmla="*/ 119 h 186"/>
                <a:gd name="T50" fmla="*/ 152 w 186"/>
                <a:gd name="T51" fmla="*/ 114 h 186"/>
                <a:gd name="T52" fmla="*/ 151 w 186"/>
                <a:gd name="T53" fmla="*/ 112 h 186"/>
                <a:gd name="T54" fmla="*/ 126 w 186"/>
                <a:gd name="T55" fmla="*/ 78 h 186"/>
                <a:gd name="T56" fmla="*/ 120 w 186"/>
                <a:gd name="T57" fmla="*/ 78 h 186"/>
                <a:gd name="T58" fmla="*/ 75 w 186"/>
                <a:gd name="T59" fmla="*/ 61 h 186"/>
                <a:gd name="T60" fmla="*/ 69 w 186"/>
                <a:gd name="T61" fmla="*/ 61 h 186"/>
                <a:gd name="T62" fmla="*/ 35 w 186"/>
                <a:gd name="T63" fmla="*/ 112 h 186"/>
                <a:gd name="T64" fmla="*/ 34 w 186"/>
                <a:gd name="T65" fmla="*/ 114 h 186"/>
                <a:gd name="T66" fmla="*/ 73 w 186"/>
                <a:gd name="T67" fmla="*/ 70 h 186"/>
                <a:gd name="T68" fmla="*/ 106 w 186"/>
                <a:gd name="T69" fmla="*/ 102 h 186"/>
                <a:gd name="T70" fmla="*/ 122 w 186"/>
                <a:gd name="T71" fmla="*/ 87 h 186"/>
                <a:gd name="T72" fmla="*/ 46 w 186"/>
                <a:gd name="T73" fmla="*/ 11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6" h="186">
                  <a:moveTo>
                    <a:pt x="140" y="68"/>
                  </a:moveTo>
                  <a:cubicBezTo>
                    <a:pt x="147" y="68"/>
                    <a:pt x="152" y="62"/>
                    <a:pt x="152" y="55"/>
                  </a:cubicBezTo>
                  <a:cubicBezTo>
                    <a:pt x="152" y="48"/>
                    <a:pt x="147" y="43"/>
                    <a:pt x="140" y="43"/>
                  </a:cubicBezTo>
                  <a:cubicBezTo>
                    <a:pt x="133" y="43"/>
                    <a:pt x="127" y="48"/>
                    <a:pt x="127" y="55"/>
                  </a:cubicBezTo>
                  <a:cubicBezTo>
                    <a:pt x="127" y="62"/>
                    <a:pt x="133" y="68"/>
                    <a:pt x="140" y="68"/>
                  </a:cubicBezTo>
                  <a:close/>
                  <a:moveTo>
                    <a:pt x="140" y="51"/>
                  </a:moveTo>
                  <a:cubicBezTo>
                    <a:pt x="142" y="51"/>
                    <a:pt x="144" y="53"/>
                    <a:pt x="144" y="55"/>
                  </a:cubicBezTo>
                  <a:cubicBezTo>
                    <a:pt x="144" y="58"/>
                    <a:pt x="142" y="60"/>
                    <a:pt x="140" y="60"/>
                  </a:cubicBezTo>
                  <a:cubicBezTo>
                    <a:pt x="137" y="60"/>
                    <a:pt x="135" y="58"/>
                    <a:pt x="135" y="55"/>
                  </a:cubicBezTo>
                  <a:cubicBezTo>
                    <a:pt x="135" y="53"/>
                    <a:pt x="137" y="51"/>
                    <a:pt x="140" y="51"/>
                  </a:cubicBezTo>
                  <a:close/>
                  <a:moveTo>
                    <a:pt x="178" y="9"/>
                  </a:moveTo>
                  <a:cubicBezTo>
                    <a:pt x="102" y="9"/>
                    <a:pt x="102" y="9"/>
                    <a:pt x="102" y="9"/>
                  </a:cubicBezTo>
                  <a:cubicBezTo>
                    <a:pt x="102" y="4"/>
                    <a:pt x="98" y="0"/>
                    <a:pt x="93" y="0"/>
                  </a:cubicBezTo>
                  <a:cubicBezTo>
                    <a:pt x="89" y="0"/>
                    <a:pt x="85" y="4"/>
                    <a:pt x="85" y="9"/>
                  </a:cubicBezTo>
                  <a:cubicBezTo>
                    <a:pt x="9" y="9"/>
                    <a:pt x="9" y="9"/>
                    <a:pt x="9" y="9"/>
                  </a:cubicBezTo>
                  <a:cubicBezTo>
                    <a:pt x="4" y="9"/>
                    <a:pt x="0" y="13"/>
                    <a:pt x="0" y="17"/>
                  </a:cubicBezTo>
                  <a:cubicBezTo>
                    <a:pt x="0" y="26"/>
                    <a:pt x="0" y="26"/>
                    <a:pt x="0" y="26"/>
                  </a:cubicBezTo>
                  <a:cubicBezTo>
                    <a:pt x="0" y="30"/>
                    <a:pt x="4" y="34"/>
                    <a:pt x="9" y="34"/>
                  </a:cubicBezTo>
                  <a:cubicBezTo>
                    <a:pt x="9" y="135"/>
                    <a:pt x="9" y="135"/>
                    <a:pt x="9" y="135"/>
                  </a:cubicBezTo>
                  <a:cubicBezTo>
                    <a:pt x="9" y="140"/>
                    <a:pt x="13" y="144"/>
                    <a:pt x="17" y="144"/>
                  </a:cubicBezTo>
                  <a:cubicBezTo>
                    <a:pt x="89" y="144"/>
                    <a:pt x="89" y="144"/>
                    <a:pt x="89" y="144"/>
                  </a:cubicBezTo>
                  <a:cubicBezTo>
                    <a:pt x="89" y="155"/>
                    <a:pt x="89" y="155"/>
                    <a:pt x="89" y="155"/>
                  </a:cubicBezTo>
                  <a:cubicBezTo>
                    <a:pt x="65" y="179"/>
                    <a:pt x="65" y="179"/>
                    <a:pt x="65" y="179"/>
                  </a:cubicBezTo>
                  <a:cubicBezTo>
                    <a:pt x="64" y="180"/>
                    <a:pt x="64" y="181"/>
                    <a:pt x="64" y="182"/>
                  </a:cubicBezTo>
                  <a:cubicBezTo>
                    <a:pt x="64" y="184"/>
                    <a:pt x="66" y="186"/>
                    <a:pt x="68" y="186"/>
                  </a:cubicBezTo>
                  <a:cubicBezTo>
                    <a:pt x="69" y="186"/>
                    <a:pt x="70" y="186"/>
                    <a:pt x="71" y="185"/>
                  </a:cubicBezTo>
                  <a:cubicBezTo>
                    <a:pt x="93" y="163"/>
                    <a:pt x="93" y="163"/>
                    <a:pt x="93" y="163"/>
                  </a:cubicBezTo>
                  <a:cubicBezTo>
                    <a:pt x="116" y="185"/>
                    <a:pt x="116" y="185"/>
                    <a:pt x="116" y="185"/>
                  </a:cubicBezTo>
                  <a:cubicBezTo>
                    <a:pt x="116" y="186"/>
                    <a:pt x="117" y="186"/>
                    <a:pt x="119" y="186"/>
                  </a:cubicBezTo>
                  <a:cubicBezTo>
                    <a:pt x="121" y="186"/>
                    <a:pt x="123" y="184"/>
                    <a:pt x="123" y="182"/>
                  </a:cubicBezTo>
                  <a:cubicBezTo>
                    <a:pt x="123" y="181"/>
                    <a:pt x="122" y="180"/>
                    <a:pt x="122" y="179"/>
                  </a:cubicBezTo>
                  <a:cubicBezTo>
                    <a:pt x="97" y="155"/>
                    <a:pt x="97" y="155"/>
                    <a:pt x="97" y="155"/>
                  </a:cubicBezTo>
                  <a:cubicBezTo>
                    <a:pt x="97" y="144"/>
                    <a:pt x="97" y="144"/>
                    <a:pt x="97" y="144"/>
                  </a:cubicBezTo>
                  <a:cubicBezTo>
                    <a:pt x="169" y="144"/>
                    <a:pt x="169" y="144"/>
                    <a:pt x="169" y="144"/>
                  </a:cubicBezTo>
                  <a:cubicBezTo>
                    <a:pt x="174" y="144"/>
                    <a:pt x="178" y="140"/>
                    <a:pt x="178" y="135"/>
                  </a:cubicBezTo>
                  <a:cubicBezTo>
                    <a:pt x="178" y="34"/>
                    <a:pt x="178" y="34"/>
                    <a:pt x="178" y="34"/>
                  </a:cubicBezTo>
                  <a:cubicBezTo>
                    <a:pt x="182" y="34"/>
                    <a:pt x="186" y="30"/>
                    <a:pt x="186" y="26"/>
                  </a:cubicBezTo>
                  <a:cubicBezTo>
                    <a:pt x="186" y="17"/>
                    <a:pt x="186" y="17"/>
                    <a:pt x="186" y="17"/>
                  </a:cubicBezTo>
                  <a:cubicBezTo>
                    <a:pt x="186" y="13"/>
                    <a:pt x="182" y="9"/>
                    <a:pt x="178" y="9"/>
                  </a:cubicBezTo>
                  <a:close/>
                  <a:moveTo>
                    <a:pt x="169" y="135"/>
                  </a:moveTo>
                  <a:cubicBezTo>
                    <a:pt x="17" y="135"/>
                    <a:pt x="17" y="135"/>
                    <a:pt x="17" y="135"/>
                  </a:cubicBezTo>
                  <a:cubicBezTo>
                    <a:pt x="17" y="34"/>
                    <a:pt x="17" y="34"/>
                    <a:pt x="17" y="34"/>
                  </a:cubicBezTo>
                  <a:cubicBezTo>
                    <a:pt x="169" y="34"/>
                    <a:pt x="169" y="34"/>
                    <a:pt x="169" y="34"/>
                  </a:cubicBezTo>
                  <a:lnTo>
                    <a:pt x="169" y="135"/>
                  </a:lnTo>
                  <a:close/>
                  <a:moveTo>
                    <a:pt x="178" y="26"/>
                  </a:moveTo>
                  <a:cubicBezTo>
                    <a:pt x="9" y="26"/>
                    <a:pt x="9" y="26"/>
                    <a:pt x="9" y="26"/>
                  </a:cubicBezTo>
                  <a:cubicBezTo>
                    <a:pt x="9" y="17"/>
                    <a:pt x="9" y="17"/>
                    <a:pt x="9" y="17"/>
                  </a:cubicBezTo>
                  <a:cubicBezTo>
                    <a:pt x="178" y="17"/>
                    <a:pt x="178" y="17"/>
                    <a:pt x="178" y="17"/>
                  </a:cubicBezTo>
                  <a:lnTo>
                    <a:pt x="178" y="26"/>
                  </a:lnTo>
                  <a:close/>
                  <a:moveTo>
                    <a:pt x="38" y="119"/>
                  </a:moveTo>
                  <a:cubicBezTo>
                    <a:pt x="148" y="119"/>
                    <a:pt x="148" y="119"/>
                    <a:pt x="148" y="119"/>
                  </a:cubicBezTo>
                  <a:cubicBezTo>
                    <a:pt x="150" y="119"/>
                    <a:pt x="152" y="117"/>
                    <a:pt x="152" y="114"/>
                  </a:cubicBezTo>
                  <a:cubicBezTo>
                    <a:pt x="152" y="113"/>
                    <a:pt x="152" y="113"/>
                    <a:pt x="151" y="112"/>
                  </a:cubicBezTo>
                  <a:cubicBezTo>
                    <a:pt x="151" y="112"/>
                    <a:pt x="151" y="112"/>
                    <a:pt x="151" y="112"/>
                  </a:cubicBezTo>
                  <a:cubicBezTo>
                    <a:pt x="126" y="78"/>
                    <a:pt x="126" y="78"/>
                    <a:pt x="126" y="78"/>
                  </a:cubicBezTo>
                  <a:cubicBezTo>
                    <a:pt x="126" y="78"/>
                    <a:pt x="126" y="78"/>
                    <a:pt x="126" y="78"/>
                  </a:cubicBezTo>
                  <a:cubicBezTo>
                    <a:pt x="125" y="77"/>
                    <a:pt x="124" y="76"/>
                    <a:pt x="123" y="76"/>
                  </a:cubicBezTo>
                  <a:cubicBezTo>
                    <a:pt x="122" y="76"/>
                    <a:pt x="121" y="77"/>
                    <a:pt x="120" y="78"/>
                  </a:cubicBezTo>
                  <a:cubicBezTo>
                    <a:pt x="106" y="92"/>
                    <a:pt x="106" y="92"/>
                    <a:pt x="106" y="92"/>
                  </a:cubicBezTo>
                  <a:cubicBezTo>
                    <a:pt x="75" y="61"/>
                    <a:pt x="75" y="61"/>
                    <a:pt x="75" y="61"/>
                  </a:cubicBezTo>
                  <a:cubicBezTo>
                    <a:pt x="74" y="60"/>
                    <a:pt x="73" y="60"/>
                    <a:pt x="72" y="60"/>
                  </a:cubicBezTo>
                  <a:cubicBezTo>
                    <a:pt x="71" y="60"/>
                    <a:pt x="69" y="60"/>
                    <a:pt x="69" y="61"/>
                  </a:cubicBezTo>
                  <a:cubicBezTo>
                    <a:pt x="69" y="61"/>
                    <a:pt x="69" y="61"/>
                    <a:pt x="69" y="61"/>
                  </a:cubicBezTo>
                  <a:cubicBezTo>
                    <a:pt x="35" y="112"/>
                    <a:pt x="35" y="112"/>
                    <a:pt x="35" y="112"/>
                  </a:cubicBezTo>
                  <a:cubicBezTo>
                    <a:pt x="35" y="112"/>
                    <a:pt x="35" y="112"/>
                    <a:pt x="35" y="112"/>
                  </a:cubicBezTo>
                  <a:cubicBezTo>
                    <a:pt x="34" y="113"/>
                    <a:pt x="34" y="114"/>
                    <a:pt x="34" y="114"/>
                  </a:cubicBezTo>
                  <a:cubicBezTo>
                    <a:pt x="34" y="117"/>
                    <a:pt x="36" y="119"/>
                    <a:pt x="38" y="119"/>
                  </a:cubicBezTo>
                  <a:close/>
                  <a:moveTo>
                    <a:pt x="73" y="70"/>
                  </a:moveTo>
                  <a:cubicBezTo>
                    <a:pt x="103" y="101"/>
                    <a:pt x="103" y="101"/>
                    <a:pt x="103" y="101"/>
                  </a:cubicBezTo>
                  <a:cubicBezTo>
                    <a:pt x="104" y="101"/>
                    <a:pt x="105" y="102"/>
                    <a:pt x="106" y="102"/>
                  </a:cubicBezTo>
                  <a:cubicBezTo>
                    <a:pt x="107" y="102"/>
                    <a:pt x="108" y="101"/>
                    <a:pt x="109" y="101"/>
                  </a:cubicBezTo>
                  <a:cubicBezTo>
                    <a:pt x="122" y="87"/>
                    <a:pt x="122" y="87"/>
                    <a:pt x="122" y="87"/>
                  </a:cubicBezTo>
                  <a:cubicBezTo>
                    <a:pt x="140" y="110"/>
                    <a:pt x="140" y="110"/>
                    <a:pt x="140" y="110"/>
                  </a:cubicBezTo>
                  <a:cubicBezTo>
                    <a:pt x="46" y="110"/>
                    <a:pt x="46" y="110"/>
                    <a:pt x="46" y="110"/>
                  </a:cubicBezTo>
                  <a:lnTo>
                    <a:pt x="73" y="7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7" name="TextBox 96"/>
            <p:cNvSpPr txBox="1"/>
            <p:nvPr/>
          </p:nvSpPr>
          <p:spPr>
            <a:xfrm>
              <a:off x="6819104" y="2275143"/>
              <a:ext cx="2081208" cy="530771"/>
            </a:xfrm>
            <a:prstGeom prst="rect">
              <a:avLst/>
            </a:prstGeom>
            <a:noFill/>
          </p:spPr>
          <p:txBody>
            <a:bodyPr wrap="square" rtlCol="0">
              <a:spAutoFit/>
            </a:bodyPr>
            <a:lstStyle/>
            <a:p>
              <a:r>
                <a:rPr lang="en-US" sz="1333" dirty="0">
                  <a:solidFill>
                    <a:schemeClr val="bg1">
                      <a:lumMod val="6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Sugar plum gummi bears. Apple pie yummy cake with candy bar chocolate</a:t>
              </a:r>
            </a:p>
          </p:txBody>
        </p:sp>
        <p:sp>
          <p:nvSpPr>
            <p:cNvPr id="98" name="Rectangle 97"/>
            <p:cNvSpPr/>
            <p:nvPr/>
          </p:nvSpPr>
          <p:spPr>
            <a:xfrm>
              <a:off x="6814814" y="2072740"/>
              <a:ext cx="1106890" cy="223091"/>
            </a:xfrm>
            <a:prstGeom prst="rect">
              <a:avLst/>
            </a:prstGeom>
          </p:spPr>
          <p:txBody>
            <a:bodyPr wrap="none">
              <a:spAutoFit/>
            </a:bodyPr>
            <a:lstStyle/>
            <a:p>
              <a:r>
                <a:rPr lang="en-US" sz="1333"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LOWEST CRIME</a:t>
              </a:r>
            </a:p>
          </p:txBody>
        </p:sp>
      </p:grpSp>
      <p:sp>
        <p:nvSpPr>
          <p:cNvPr id="52" name="Title 1_1">
            <a:extLst>
              <a:ext uri="{FF2B5EF4-FFF2-40B4-BE49-F238E27FC236}">
                <a16:creationId xmlns:a16="http://schemas.microsoft.com/office/drawing/2014/main" id="{7DB65DCA-BFD8-4A67-ABDC-DB2ADBFAEBE9}"/>
              </a:ext>
            </a:extLst>
          </p:cNvPr>
          <p:cNvSpPr txBox="1">
            <a:spLocks/>
          </p:cNvSpPr>
          <p:nvPr/>
        </p:nvSpPr>
        <p:spPr>
          <a:xfrm>
            <a:off x="4306423" y="611474"/>
            <a:ext cx="3687304" cy="562527"/>
          </a:xfrm>
          <a:prstGeom prst="rect">
            <a:avLst/>
          </a:prstGeom>
        </p:spPr>
        <p:txBody>
          <a:bodyPr lIns="0" tIns="0" rIns="0" bIns="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d-ID" sz="3000" dirty="0">
                <a:latin typeface="思源黑体 CN Medium" panose="020B0600000000000000" pitchFamily="34" charset="-122"/>
                <a:ea typeface="思源黑体 CN Medium" panose="020B0600000000000000" pitchFamily="34" charset="-122"/>
                <a:cs typeface="Lato Heavy" panose="020F0502020204030203" pitchFamily="34" charset="0"/>
                <a:sym typeface="思源黑体 CN Medium" panose="020B0600000000000000" pitchFamily="34" charset="-122"/>
              </a:rPr>
              <a:t>Business Process</a:t>
            </a:r>
          </a:p>
        </p:txBody>
      </p:sp>
      <p:cxnSp>
        <p:nvCxnSpPr>
          <p:cNvPr id="54" name="Straight Connector 105_1">
            <a:extLst>
              <a:ext uri="{FF2B5EF4-FFF2-40B4-BE49-F238E27FC236}">
                <a16:creationId xmlns:a16="http://schemas.microsoft.com/office/drawing/2014/main" id="{A430DD21-511D-41DA-880E-5EBC05554834}"/>
              </a:ext>
            </a:extLst>
          </p:cNvPr>
          <p:cNvCxnSpPr/>
          <p:nvPr/>
        </p:nvCxnSpPr>
        <p:spPr>
          <a:xfrm>
            <a:off x="5537436" y="1138303"/>
            <a:ext cx="1225279"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8" name="TextBox 13_1">
            <a:extLst>
              <a:ext uri="{FF2B5EF4-FFF2-40B4-BE49-F238E27FC236}">
                <a16:creationId xmlns:a16="http://schemas.microsoft.com/office/drawing/2014/main" id="{EF1C4ED2-3B89-4314-8452-40FDD4603022}"/>
              </a:ext>
            </a:extLst>
          </p:cNvPr>
          <p:cNvSpPr txBox="1"/>
          <p:nvPr/>
        </p:nvSpPr>
        <p:spPr>
          <a:xfrm flipH="1">
            <a:off x="3417119" y="1182485"/>
            <a:ext cx="5465912" cy="525016"/>
          </a:xfrm>
          <a:prstGeom prst="rect">
            <a:avLst/>
          </a:prstGeom>
          <a:noFill/>
          <a:ln>
            <a:noFill/>
          </a:ln>
        </p:spPr>
        <p:txBody>
          <a:bodyPr wrap="square" lIns="0" tIns="0" rIns="0" bIns="0">
            <a:spAutoFit/>
          </a:bodyPr>
          <a:lstStyle/>
          <a:p>
            <a:pPr algn="ctr">
              <a:lnSpc>
                <a:spcPct val="150000"/>
              </a:lnSpc>
            </a:pP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Lorem ipsum dolor sit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amet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consectetur</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adipiscing</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elit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sed</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do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eiusmod</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tempor</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incididunt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ut</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labore</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et </a:t>
            </a:r>
            <a:r>
              <a:rPr lang="en-US" altLang="en-US" sz="1200" err="1">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dolore</a:t>
            </a:r>
            <a:r>
              <a:rPr lang="en-US" altLang="en-US" sz="1200">
                <a:latin typeface="思源黑体 CN Medium" panose="020B0600000000000000" pitchFamily="34" charset="-122"/>
                <a:ea typeface="思源黑体 CN Medium" panose="020B0600000000000000" pitchFamily="34" charset="-122"/>
                <a:cs typeface="Lato Medium" panose="020F0502020204030203" pitchFamily="34" charset="0"/>
                <a:sym typeface="思源黑体 CN Medium" panose="020B0600000000000000" pitchFamily="34" charset="-122"/>
              </a:rPr>
              <a:t> magna</a:t>
            </a:r>
          </a:p>
        </p:txBody>
      </p:sp>
      <p:grpSp>
        <p:nvGrpSpPr>
          <p:cNvPr id="55" name="Group 2_1">
            <a:extLst>
              <a:ext uri="{FF2B5EF4-FFF2-40B4-BE49-F238E27FC236}">
                <a16:creationId xmlns:a16="http://schemas.microsoft.com/office/drawing/2014/main" id="{B8AC4D5D-0B20-46A3-909D-E268E65DBDA5}"/>
              </a:ext>
            </a:extLst>
          </p:cNvPr>
          <p:cNvGrpSpPr/>
          <p:nvPr/>
        </p:nvGrpSpPr>
        <p:grpSpPr>
          <a:xfrm>
            <a:off x="0" y="0"/>
            <a:ext cx="1751115" cy="1097152"/>
            <a:chOff x="0" y="0"/>
            <a:chExt cx="1751115" cy="1097152"/>
          </a:xfrm>
        </p:grpSpPr>
        <p:grpSp>
          <p:nvGrpSpPr>
            <p:cNvPr id="56" name="组合 55">
              <a:extLst>
                <a:ext uri="{FF2B5EF4-FFF2-40B4-BE49-F238E27FC236}">
                  <a16:creationId xmlns:a16="http://schemas.microsoft.com/office/drawing/2014/main" id="{0CA1ABCB-C8A3-4EDF-98B7-A39D5B846FE9}"/>
                </a:ext>
              </a:extLst>
            </p:cNvPr>
            <p:cNvGrpSpPr/>
            <p:nvPr/>
          </p:nvGrpSpPr>
          <p:grpSpPr>
            <a:xfrm>
              <a:off x="0" y="0"/>
              <a:ext cx="1751115" cy="1097152"/>
              <a:chOff x="-1832690" y="-1312191"/>
              <a:chExt cx="4302458" cy="3292533"/>
            </a:xfrm>
          </p:grpSpPr>
          <p:pic>
            <p:nvPicPr>
              <p:cNvPr id="61" name="PA-图片 2">
                <a:extLst>
                  <a:ext uri="{FF2B5EF4-FFF2-40B4-BE49-F238E27FC236}">
                    <a16:creationId xmlns:a16="http://schemas.microsoft.com/office/drawing/2014/main" id="{F39C3870-3149-4F8C-B55C-B015BE2A31EE}"/>
                  </a:ext>
                </a:extLst>
              </p:cNvPr>
              <p:cNvPicPr>
                <a:picLocks noChangeAspect="1"/>
              </p:cNvPicPr>
              <p:nvPr>
                <p:custDataLst>
                  <p:tags r:id="rId2"/>
                </p:custDataLst>
              </p:nvPr>
            </p:nvPicPr>
            <p:blipFill rotWithShape="1">
              <a:blip r:embed="rId6" cstate="print">
                <a:extLst>
                  <a:ext uri="{28A0092B-C50C-407E-A947-70E740481C1C}">
                    <a14:useLocalDpi xmlns:a14="http://schemas.microsoft.com/office/drawing/2010/main" val="0"/>
                  </a:ext>
                </a:extLst>
              </a:blip>
              <a:srcRect l="15664" t="61151"/>
              <a:stretch/>
            </p:blipFill>
            <p:spPr>
              <a:xfrm>
                <a:off x="-1832690" y="-1312191"/>
                <a:ext cx="4302458" cy="2664265"/>
              </a:xfrm>
              <a:prstGeom prst="rect">
                <a:avLst/>
              </a:prstGeom>
            </p:spPr>
          </p:pic>
          <p:pic>
            <p:nvPicPr>
              <p:cNvPr id="62" name="PA-图片 7">
                <a:extLst>
                  <a:ext uri="{FF2B5EF4-FFF2-40B4-BE49-F238E27FC236}">
                    <a16:creationId xmlns:a16="http://schemas.microsoft.com/office/drawing/2014/main" id="{D66DC6BF-119C-4DCC-9982-8453709C0A09}"/>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975373" y="1127025"/>
                <a:ext cx="775743" cy="853317"/>
              </a:xfrm>
              <a:prstGeom prst="rect">
                <a:avLst/>
              </a:prstGeom>
            </p:spPr>
          </p:pic>
        </p:grpSp>
        <p:sp>
          <p:nvSpPr>
            <p:cNvPr id="59" name="PA-矩形8435759">
              <a:extLst>
                <a:ext uri="{FF2B5EF4-FFF2-40B4-BE49-F238E27FC236}">
                  <a16:creationId xmlns:a16="http://schemas.microsoft.com/office/drawing/2014/main" id="{02FFF38E-4EDD-48FA-8103-CECA2B688C07}"/>
                </a:ext>
              </a:extLst>
            </p:cNvPr>
            <p:cNvSpPr/>
            <p:nvPr>
              <p:custDataLst>
                <p:tags r:id="rId1"/>
              </p:custDataLst>
            </p:nvPr>
          </p:nvSpPr>
          <p:spPr>
            <a:xfrm>
              <a:off x="60033" y="136009"/>
              <a:ext cx="1398588" cy="400110"/>
            </a:xfrm>
            <a:prstGeom prst="rect">
              <a:avLst/>
            </a:prstGeom>
          </p:spPr>
          <p:txBody>
            <a:bodyPr wrap="none">
              <a:spAutoFit/>
            </a:bodyPr>
            <a:lstStyle/>
            <a:p>
              <a:r>
                <a:rPr lang="en-US" altLang="zh-CN" sz="2000" dirty="0">
                  <a:latin typeface="思源黑体 CN Medium" panose="020B0600000000000000" pitchFamily="34" charset="-122"/>
                  <a:ea typeface="思源黑体 CN Medium" panose="020B0600000000000000" pitchFamily="34" charset="-122"/>
                  <a:sym typeface="思源黑体" panose="020B0400000000000000" pitchFamily="34" charset="-122"/>
                </a:rPr>
                <a:t>Enter title</a:t>
              </a:r>
              <a:endParaRPr lang="zh-CN" altLang="en-US" sz="2000" dirty="0">
                <a:latin typeface="思源黑体 CN Medium" panose="020B0600000000000000" pitchFamily="34" charset="-122"/>
                <a:ea typeface="思源黑体 CN Medium" panose="020B0600000000000000" pitchFamily="34" charset="-122"/>
              </a:endParaRPr>
            </a:p>
          </p:txBody>
        </p:sp>
      </p:grpSp>
    </p:spTree>
    <p:extLst>
      <p:ext uri="{BB962C8B-B14F-4D97-AF65-F5344CB8AC3E}">
        <p14:creationId xmlns:p14="http://schemas.microsoft.com/office/powerpoint/2010/main" val="2209539309"/>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A-图片 4">
            <a:extLst>
              <a:ext uri="{FF2B5EF4-FFF2-40B4-BE49-F238E27FC236}">
                <a16:creationId xmlns:a16="http://schemas.microsoft.com/office/drawing/2014/main" id="{47FC2181-40EB-4DE3-AC4E-AA387E14B601}"/>
              </a:ext>
            </a:extLst>
          </p:cNvPr>
          <p:cNvPicPr>
            <a:picLocks noChangeAspect="1"/>
          </p:cNvPicPr>
          <p:nvPr>
            <p:custDataLst>
              <p:tags r:id="rId1"/>
            </p:custDataLst>
          </p:nvPr>
        </p:nvPicPr>
        <p:blipFill>
          <a:blip r:embed="rId13" cstate="print">
            <a:extLst>
              <a:ext uri="{28A0092B-C50C-407E-A947-70E740481C1C}">
                <a14:useLocalDpi xmlns:a14="http://schemas.microsoft.com/office/drawing/2010/main" val="0"/>
              </a:ext>
            </a:extLst>
          </a:blip>
          <a:stretch>
            <a:fillRect/>
          </a:stretch>
        </p:blipFill>
        <p:spPr>
          <a:xfrm rot="16200000">
            <a:off x="11001867" y="1092648"/>
            <a:ext cx="775742" cy="853316"/>
          </a:xfrm>
          <a:prstGeom prst="rect">
            <a:avLst/>
          </a:prstGeom>
        </p:spPr>
      </p:pic>
      <p:grpSp>
        <p:nvGrpSpPr>
          <p:cNvPr id="12" name="PA-组合 11">
            <a:extLst>
              <a:ext uri="{FF2B5EF4-FFF2-40B4-BE49-F238E27FC236}">
                <a16:creationId xmlns:a16="http://schemas.microsoft.com/office/drawing/2014/main" id="{DED0E7F4-5AF5-41D6-AACE-356B2133DBC8}"/>
              </a:ext>
            </a:extLst>
          </p:cNvPr>
          <p:cNvGrpSpPr/>
          <p:nvPr>
            <p:custDataLst>
              <p:tags r:id="rId2"/>
            </p:custDataLst>
          </p:nvPr>
        </p:nvGrpSpPr>
        <p:grpSpPr>
          <a:xfrm>
            <a:off x="1040886" y="729916"/>
            <a:ext cx="10110227" cy="5398168"/>
            <a:chOff x="1648900" y="585538"/>
            <a:chExt cx="10110227" cy="5398168"/>
          </a:xfrm>
        </p:grpSpPr>
        <p:pic>
          <p:nvPicPr>
            <p:cNvPr id="7" name="PA-图片 6">
              <a:extLst>
                <a:ext uri="{FF2B5EF4-FFF2-40B4-BE49-F238E27FC236}">
                  <a16:creationId xmlns:a16="http://schemas.microsoft.com/office/drawing/2014/main" id="{E00BAE66-4853-4DCE-92D5-C16E00319285}"/>
                </a:ext>
              </a:extLst>
            </p:cNvPr>
            <p:cNvPicPr>
              <a:picLocks noChangeAspect="1"/>
            </p:cNvPicPr>
            <p:nvPr>
              <p:custDataLst>
                <p:tags r:id="rId8"/>
              </p:custDataLst>
            </p:nvPr>
          </p:nvPicPr>
          <p:blipFill rotWithShape="1">
            <a:blip r:embed="rId14" cstate="print">
              <a:extLst>
                <a:ext uri="{28A0092B-C50C-407E-A947-70E740481C1C}">
                  <a14:useLocalDpi xmlns:a14="http://schemas.microsoft.com/office/drawing/2010/main" val="0"/>
                </a:ext>
              </a:extLst>
            </a:blip>
            <a:srcRect l="16354"/>
            <a:stretch/>
          </p:blipFill>
          <p:spPr>
            <a:xfrm>
              <a:off x="8400234" y="585538"/>
              <a:ext cx="3358893" cy="5398168"/>
            </a:xfrm>
            <a:prstGeom prst="rect">
              <a:avLst/>
            </a:prstGeom>
          </p:spPr>
        </p:pic>
        <p:pic>
          <p:nvPicPr>
            <p:cNvPr id="9" name="PA-图片 8">
              <a:extLst>
                <a:ext uri="{FF2B5EF4-FFF2-40B4-BE49-F238E27FC236}">
                  <a16:creationId xmlns:a16="http://schemas.microsoft.com/office/drawing/2014/main" id="{3DE9FE3F-17CE-4C7F-A676-B1062BACF6CE}"/>
                </a:ext>
              </a:extLst>
            </p:cNvPr>
            <p:cNvPicPr>
              <a:picLocks noChangeAspect="1"/>
            </p:cNvPicPr>
            <p:nvPr>
              <p:custDataLst>
                <p:tags r:id="rId9"/>
              </p:custDataLst>
            </p:nvPr>
          </p:nvPicPr>
          <p:blipFill rotWithShape="1">
            <a:blip r:embed="rId14" cstate="print">
              <a:extLst>
                <a:ext uri="{28A0092B-C50C-407E-A947-70E740481C1C}">
                  <a14:useLocalDpi xmlns:a14="http://schemas.microsoft.com/office/drawing/2010/main" val="0"/>
                </a:ext>
              </a:extLst>
            </a:blip>
            <a:srcRect r="32086"/>
            <a:stretch/>
          </p:blipFill>
          <p:spPr>
            <a:xfrm>
              <a:off x="1648900" y="585538"/>
              <a:ext cx="2727158" cy="5398168"/>
            </a:xfrm>
            <a:prstGeom prst="rect">
              <a:avLst/>
            </a:prstGeom>
          </p:spPr>
        </p:pic>
        <p:pic>
          <p:nvPicPr>
            <p:cNvPr id="11" name="PA-图片 10">
              <a:extLst>
                <a:ext uri="{FF2B5EF4-FFF2-40B4-BE49-F238E27FC236}">
                  <a16:creationId xmlns:a16="http://schemas.microsoft.com/office/drawing/2014/main" id="{102F5A9A-1582-4606-80FE-00C647527334}"/>
                </a:ext>
              </a:extLst>
            </p:cNvPr>
            <p:cNvPicPr>
              <a:picLocks noChangeAspect="1"/>
            </p:cNvPicPr>
            <p:nvPr>
              <p:custDataLst>
                <p:tags r:id="rId10"/>
              </p:custDataLst>
            </p:nvPr>
          </p:nvPicPr>
          <p:blipFill rotWithShape="1">
            <a:blip r:embed="rId15" cstate="print">
              <a:extLst>
                <a:ext uri="{28A0092B-C50C-407E-A947-70E740481C1C}">
                  <a14:useLocalDpi xmlns:a14="http://schemas.microsoft.com/office/drawing/2010/main" val="0"/>
                </a:ext>
              </a:extLst>
            </a:blip>
            <a:srcRect l="16354" r="27510"/>
            <a:stretch/>
          </p:blipFill>
          <p:spPr>
            <a:xfrm flipH="1">
              <a:off x="4376058" y="585538"/>
              <a:ext cx="4024176" cy="5398168"/>
            </a:xfrm>
            <a:prstGeom prst="rect">
              <a:avLst/>
            </a:prstGeom>
          </p:spPr>
        </p:pic>
      </p:grpSp>
      <p:sp>
        <p:nvSpPr>
          <p:cNvPr id="14" name="PA-矩形 13">
            <a:extLst>
              <a:ext uri="{FF2B5EF4-FFF2-40B4-BE49-F238E27FC236}">
                <a16:creationId xmlns:a16="http://schemas.microsoft.com/office/drawing/2014/main" id="{7DBAC21F-0254-4C47-A3A5-BB581B5A3099}"/>
              </a:ext>
            </a:extLst>
          </p:cNvPr>
          <p:cNvSpPr/>
          <p:nvPr>
            <p:custDataLst>
              <p:tags r:id="rId3"/>
            </p:custDataLst>
          </p:nvPr>
        </p:nvSpPr>
        <p:spPr>
          <a:xfrm>
            <a:off x="2194730" y="4643796"/>
            <a:ext cx="1741650" cy="312650"/>
          </a:xfrm>
          <a:prstGeom prst="rect">
            <a:avLst/>
          </a:prstGeom>
        </p:spPr>
        <p:txBody>
          <a:bodyPr wrap="square" numCol="1" spcCol="360000">
            <a:spAutoFit/>
          </a:bodyPr>
          <a:lstStyle/>
          <a:p>
            <a:pPr algn="dist" defTabSz="608965">
              <a:lnSpc>
                <a:spcPct val="130000"/>
              </a:lnSpc>
            </a:pPr>
            <a:r>
              <a:rPr lang="en-US" altLang="zh-CN" sz="1200" dirty="0">
                <a:solidFill>
                  <a:srgbClr val="39445F"/>
                </a:solidFill>
                <a:latin typeface="+mj-ea"/>
                <a:ea typeface="+mj-ea"/>
                <a:sym typeface="思源黑体 CN Medium" panose="020B0600000000000000" pitchFamily="34" charset="-122"/>
              </a:rPr>
              <a:t>SENYANSHEJI</a:t>
            </a:r>
            <a:endParaRPr lang="zh-CN" altLang="en-US" sz="1200" dirty="0">
              <a:solidFill>
                <a:srgbClr val="39445F"/>
              </a:solidFill>
              <a:latin typeface="+mj-ea"/>
              <a:ea typeface="+mj-ea"/>
              <a:sym typeface="思源黑体 CN Medium" panose="020B0600000000000000" pitchFamily="34" charset="-122"/>
            </a:endParaRPr>
          </a:p>
        </p:txBody>
      </p:sp>
      <p:sp>
        <p:nvSpPr>
          <p:cNvPr id="15" name="PA-矩形 14">
            <a:extLst>
              <a:ext uri="{FF2B5EF4-FFF2-40B4-BE49-F238E27FC236}">
                <a16:creationId xmlns:a16="http://schemas.microsoft.com/office/drawing/2014/main" id="{9D789075-6895-4ECC-829B-10DEF5C7D011}"/>
              </a:ext>
            </a:extLst>
          </p:cNvPr>
          <p:cNvSpPr/>
          <p:nvPr>
            <p:custDataLst>
              <p:tags r:id="rId4"/>
            </p:custDataLst>
          </p:nvPr>
        </p:nvSpPr>
        <p:spPr>
          <a:xfrm>
            <a:off x="4437934" y="4658886"/>
            <a:ext cx="1293793" cy="312650"/>
          </a:xfrm>
          <a:prstGeom prst="rect">
            <a:avLst/>
          </a:prstGeom>
        </p:spPr>
        <p:txBody>
          <a:bodyPr wrap="square" numCol="1" spcCol="360000">
            <a:spAutoFit/>
          </a:bodyPr>
          <a:lstStyle/>
          <a:p>
            <a:pPr algn="dist" defTabSz="608965">
              <a:lnSpc>
                <a:spcPct val="130000"/>
              </a:lnSpc>
            </a:pPr>
            <a:r>
              <a:rPr lang="en-US" altLang="zh-CN" sz="1200" dirty="0">
                <a:solidFill>
                  <a:srgbClr val="39445F"/>
                </a:solidFill>
                <a:latin typeface="+mj-ea"/>
                <a:ea typeface="+mj-ea"/>
                <a:sym typeface="思源黑体 CN Medium" panose="020B0600000000000000" pitchFamily="34" charset="-122"/>
              </a:rPr>
              <a:t>2023.06.06</a:t>
            </a:r>
            <a:endParaRPr lang="zh-CN" altLang="en-US" sz="1200" dirty="0">
              <a:solidFill>
                <a:srgbClr val="39445F"/>
              </a:solidFill>
              <a:latin typeface="+mj-ea"/>
              <a:ea typeface="+mj-ea"/>
              <a:sym typeface="思源黑体 CN Medium" panose="020B0600000000000000" pitchFamily="34" charset="-122"/>
            </a:endParaRPr>
          </a:p>
        </p:txBody>
      </p:sp>
      <p:sp>
        <p:nvSpPr>
          <p:cNvPr id="17" name="PA-矩形 16">
            <a:extLst>
              <a:ext uri="{FF2B5EF4-FFF2-40B4-BE49-F238E27FC236}">
                <a16:creationId xmlns:a16="http://schemas.microsoft.com/office/drawing/2014/main" id="{A112F90B-13BA-4EB9-B745-5DAC6C72D6B2}"/>
              </a:ext>
            </a:extLst>
          </p:cNvPr>
          <p:cNvSpPr/>
          <p:nvPr>
            <p:custDataLst>
              <p:tags r:id="rId5"/>
            </p:custDataLst>
          </p:nvPr>
        </p:nvSpPr>
        <p:spPr>
          <a:xfrm>
            <a:off x="2113455" y="1970412"/>
            <a:ext cx="5982329" cy="1446550"/>
          </a:xfrm>
          <a:prstGeom prst="rect">
            <a:avLst/>
          </a:prstGeom>
        </p:spPr>
        <p:txBody>
          <a:bodyPr wrap="square">
            <a:spAutoFit/>
          </a:bodyPr>
          <a:lstStyle/>
          <a:p>
            <a:pPr algn="dist"/>
            <a:r>
              <a:rPr lang="en-US" altLang="zh-CN" sz="8800" dirty="0">
                <a:solidFill>
                  <a:srgbClr val="39445F"/>
                </a:solidFill>
                <a:latin typeface="Franklin Gothic Heavy" panose="020B0903020102020204" pitchFamily="34" charset="0"/>
                <a:ea typeface="庞门正道标题体" panose="02010600030101010101" pitchFamily="2" charset="-122"/>
                <a:sym typeface="思源黑体 CN Medium" panose="020B0600000000000000" pitchFamily="34" charset="-122"/>
              </a:rPr>
              <a:t>THANKS</a:t>
            </a:r>
          </a:p>
        </p:txBody>
      </p:sp>
      <p:cxnSp>
        <p:nvCxnSpPr>
          <p:cNvPr id="18" name="PA-直接连接符 17">
            <a:extLst>
              <a:ext uri="{FF2B5EF4-FFF2-40B4-BE49-F238E27FC236}">
                <a16:creationId xmlns:a16="http://schemas.microsoft.com/office/drawing/2014/main" id="{9E7729D8-9BD6-407E-97D3-AFD3EB07967E}"/>
              </a:ext>
            </a:extLst>
          </p:cNvPr>
          <p:cNvCxnSpPr/>
          <p:nvPr>
            <p:custDataLst>
              <p:tags r:id="rId6"/>
            </p:custDataLst>
          </p:nvPr>
        </p:nvCxnSpPr>
        <p:spPr>
          <a:xfrm>
            <a:off x="2273407" y="4598936"/>
            <a:ext cx="4662068" cy="0"/>
          </a:xfrm>
          <a:prstGeom prst="line">
            <a:avLst/>
          </a:prstGeom>
          <a:ln w="19050">
            <a:solidFill>
              <a:srgbClr val="39445F"/>
            </a:solidFill>
          </a:ln>
        </p:spPr>
        <p:style>
          <a:lnRef idx="1">
            <a:schemeClr val="accent1"/>
          </a:lnRef>
          <a:fillRef idx="0">
            <a:schemeClr val="accent1"/>
          </a:fillRef>
          <a:effectRef idx="0">
            <a:schemeClr val="accent1"/>
          </a:effectRef>
          <a:fontRef idx="minor">
            <a:schemeClr val="tx1"/>
          </a:fontRef>
        </p:style>
      </p:cxnSp>
      <p:sp>
        <p:nvSpPr>
          <p:cNvPr id="19" name="PA-文本框 8">
            <a:extLst>
              <a:ext uri="{FF2B5EF4-FFF2-40B4-BE49-F238E27FC236}">
                <a16:creationId xmlns:a16="http://schemas.microsoft.com/office/drawing/2014/main" id="{DF29AF8A-AEDC-4C6C-B787-9D7CF48FD0DF}"/>
              </a:ext>
            </a:extLst>
          </p:cNvPr>
          <p:cNvSpPr txBox="1"/>
          <p:nvPr>
            <p:custDataLst>
              <p:tags r:id="rId7"/>
            </p:custDataLst>
          </p:nvPr>
        </p:nvSpPr>
        <p:spPr>
          <a:xfrm>
            <a:off x="2192749" y="3130605"/>
            <a:ext cx="5865307" cy="3145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50000"/>
              </a:lnSpc>
            </a:pPr>
            <a:r>
              <a:rPr lang="en-US" altLang="zh-CN" sz="1050" dirty="0">
                <a:solidFill>
                  <a:srgbClr val="39445F"/>
                </a:solidFill>
                <a:latin typeface="+mj-ea"/>
                <a:ea typeface="+mj-ea"/>
                <a:cs typeface="Aharoni" panose="02010803020104030203" pitchFamily="2" charset="-79"/>
                <a:sym typeface="+mn-lt"/>
              </a:rPr>
              <a:t>THIS POWERPOINT MADE BY SHENYAN.</a:t>
            </a:r>
            <a:endParaRPr lang="zh-CN" altLang="en-US" sz="1050" dirty="0">
              <a:solidFill>
                <a:srgbClr val="39445F"/>
              </a:solidFill>
              <a:latin typeface="+mj-ea"/>
              <a:ea typeface="+mj-ea"/>
              <a:cs typeface="Aharoni" panose="02010803020104030203" pitchFamily="2" charset="-79"/>
              <a:sym typeface="+mn-lt"/>
            </a:endParaRPr>
          </a:p>
        </p:txBody>
      </p:sp>
    </p:spTree>
    <p:extLst>
      <p:ext uri="{BB962C8B-B14F-4D97-AF65-F5344CB8AC3E}">
        <p14:creationId xmlns:p14="http://schemas.microsoft.com/office/powerpoint/2010/main" val="215435119"/>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nodeType="withEffect">
                                  <p:stCondLst>
                                    <p:cond delay="0"/>
                                  </p:stCondLst>
                                  <p:childTnLst>
                                    <p:set>
                                      <p:cBhvr>
                                        <p:cTn id="6" dur="750" fill="hold">
                                          <p:stCondLst>
                                            <p:cond delay="0"/>
                                          </p:stCondLst>
                                        </p:cTn>
                                        <p:tgtEl>
                                          <p:spTgt spid="5"/>
                                        </p:tgtEl>
                                        <p:attrNameLst>
                                          <p:attrName>style.visibility</p:attrName>
                                        </p:attrNameLst>
                                      </p:cBhvr>
                                      <p:to>
                                        <p:strVal val="visible"/>
                                      </p:to>
                                    </p:set>
                                    <p:anim to="" calcmode="lin" valueType="num">
                                      <p:cBhvr>
                                        <p:cTn id="7" dur="750" fill="hold">
                                          <p:stCondLst>
                                            <p:cond delay="0"/>
                                          </p:stCondLst>
                                        </p:cTn>
                                        <p:tgtEl>
                                          <p:spTgt spid="5"/>
                                        </p:tgtEl>
                                        <p:attrNameLst>
                                          <p:attrName>ppt_h</p:attrName>
                                        </p:attrNameLst>
                                      </p:cBhvr>
                                      <p:tavLst>
                                        <p:tav tm="0" fmla="#ppt_h-#ppt_h*((1.5-1.5*$)^3-(1.5-1.5*$)^2)">
                                          <p:val>
                                            <p:strVal val="0"/>
                                          </p:val>
                                        </p:tav>
                                        <p:tav tm="100000">
                                          <p:val>
                                            <p:strVal val="1"/>
                                          </p:val>
                                        </p:tav>
                                      </p:tavLst>
                                    </p:anim>
                                    <p:anim to="" calcmode="lin" valueType="num">
                                      <p:cBhvr>
                                        <p:cTn id="8" dur="750" fill="hold">
                                          <p:stCondLst>
                                            <p:cond delay="0"/>
                                          </p:stCondLst>
                                        </p:cTn>
                                        <p:tgtEl>
                                          <p:spTgt spid="5"/>
                                        </p:tgtEl>
                                        <p:attrNameLst>
                                          <p:attrName>ppt_w</p:attrName>
                                        </p:attrNameLst>
                                      </p:cBhvr>
                                      <p:tavLst>
                                        <p:tav tm="0" fmla="#ppt_w-#ppt_w*((1.5-1.5*$)^3-(1.5-1.5*$)^2)">
                                          <p:val>
                                            <p:strVal val="0"/>
                                          </p:val>
                                        </p:tav>
                                        <p:tav tm="100000">
                                          <p:val>
                                            <p:strVal val="1"/>
                                          </p:val>
                                        </p:tav>
                                      </p:tavLst>
                                    </p:anim>
                                    <p:anim to="" calcmode="lin" valueType="num">
                                      <p:cBhvr>
                                        <p:cTn id="9" dur="750" fill="hold">
                                          <p:stCondLst>
                                            <p:cond delay="0"/>
                                          </p:stCondLst>
                                        </p:cTn>
                                        <p:tgtEl>
                                          <p:spTgt spid="5"/>
                                        </p:tgtEl>
                                        <p:attrNameLst>
                                          <p:attrName>transform.rotation_z</p:attrName>
                                        </p:attrNameLst>
                                      </p:cBhvr>
                                      <p:tavLst>
                                        <p:tav tm="0" fmla="#ppt_r+45*((1.5-1.5*$)^3-(1.5-1.5*$)^2)">
                                          <p:val>
                                            <p:strVal val="0"/>
                                          </p:val>
                                        </p:tav>
                                        <p:tav tm="100000">
                                          <p:val>
                                            <p:strVal val="1"/>
                                          </p:val>
                                        </p:tav>
                                      </p:tavLst>
                                    </p:anim>
                                    <p:animEffect filter="fade">
                                      <p:cBhvr>
                                        <p:cTn id="10" dur="750">
                                          <p:stCondLst>
                                            <p:cond delay="0"/>
                                          </p:stCondLst>
                                        </p:cTn>
                                        <p:tgtEl>
                                          <p:spTgt spid="5"/>
                                        </p:tgtEl>
                                      </p:cBhvr>
                                    </p:animEffect>
                                  </p:childTnLst>
                                </p:cTn>
                              </p:par>
                              <p:par>
                                <p:cTn id="11" presetID="0" presetClass="entr" presetSubtype="0" fill="hold" nodeType="withEffect">
                                  <p:stCondLst>
                                    <p:cond delay="0"/>
                                  </p:stCondLst>
                                  <p:childTnLst>
                                    <p:set>
                                      <p:cBhvr>
                                        <p:cTn id="12" dur="750" fill="hold">
                                          <p:stCondLst>
                                            <p:cond delay="0"/>
                                          </p:stCondLst>
                                        </p:cTn>
                                        <p:tgtEl>
                                          <p:spTgt spid="12"/>
                                        </p:tgtEl>
                                        <p:attrNameLst>
                                          <p:attrName>style.visibility</p:attrName>
                                        </p:attrNameLst>
                                      </p:cBhvr>
                                      <p:to>
                                        <p:strVal val="visible"/>
                                      </p:to>
                                    </p:set>
                                    <p:anim to="" calcmode="lin" valueType="num">
                                      <p:cBhvr>
                                        <p:cTn id="13" dur="750" fill="hold">
                                          <p:stCondLst>
                                            <p:cond delay="0"/>
                                          </p:stCondLst>
                                        </p:cTn>
                                        <p:tgtEl>
                                          <p:spTgt spid="12"/>
                                        </p:tgtEl>
                                        <p:attrNameLst>
                                          <p:attrName>ppt_h</p:attrName>
                                        </p:attrNameLst>
                                      </p:cBhvr>
                                      <p:tavLst>
                                        <p:tav tm="0" fmla="#ppt_h-#ppt_h*((1.5-1.5*$)^3-(1.5-1.5*$)^2)">
                                          <p:val>
                                            <p:strVal val="0"/>
                                          </p:val>
                                        </p:tav>
                                        <p:tav tm="100000">
                                          <p:val>
                                            <p:strVal val="1"/>
                                          </p:val>
                                        </p:tav>
                                      </p:tavLst>
                                    </p:anim>
                                    <p:anim to="" calcmode="lin" valueType="num">
                                      <p:cBhvr>
                                        <p:cTn id="14" dur="750" fill="hold">
                                          <p:stCondLst>
                                            <p:cond delay="0"/>
                                          </p:stCondLst>
                                        </p:cTn>
                                        <p:tgtEl>
                                          <p:spTgt spid="12"/>
                                        </p:tgtEl>
                                        <p:attrNameLst>
                                          <p:attrName>ppt_w</p:attrName>
                                        </p:attrNameLst>
                                      </p:cBhvr>
                                      <p:tavLst>
                                        <p:tav tm="0" fmla="#ppt_w-#ppt_w*((1.5-1.5*$)^3-(1.5-1.5*$)^2)">
                                          <p:val>
                                            <p:strVal val="0"/>
                                          </p:val>
                                        </p:tav>
                                        <p:tav tm="100000">
                                          <p:val>
                                            <p:strVal val="1"/>
                                          </p:val>
                                        </p:tav>
                                      </p:tavLst>
                                    </p:anim>
                                    <p:anim to="" calcmode="lin" valueType="num">
                                      <p:cBhvr>
                                        <p:cTn id="15" dur="750" fill="hold">
                                          <p:stCondLst>
                                            <p:cond delay="0"/>
                                          </p:stCondLst>
                                        </p:cTn>
                                        <p:tgtEl>
                                          <p:spTgt spid="12"/>
                                        </p:tgtEl>
                                        <p:attrNameLst>
                                          <p:attrName>transform.rotation_z</p:attrName>
                                        </p:attrNameLst>
                                      </p:cBhvr>
                                      <p:tavLst>
                                        <p:tav tm="0" fmla="#ppt_r+45*((1.5-1.5*$)^3-(1.5-1.5*$)^2)">
                                          <p:val>
                                            <p:strVal val="0"/>
                                          </p:val>
                                        </p:tav>
                                        <p:tav tm="100000">
                                          <p:val>
                                            <p:strVal val="1"/>
                                          </p:val>
                                        </p:tav>
                                      </p:tavLst>
                                    </p:anim>
                                    <p:animEffect filter="fade">
                                      <p:cBhvr>
                                        <p:cTn id="16" dur="750">
                                          <p:stCondLst>
                                            <p:cond delay="0"/>
                                          </p:stCondLst>
                                        </p:cTn>
                                        <p:tgtEl>
                                          <p:spTgt spid="12"/>
                                        </p:tgtEl>
                                      </p:cBhvr>
                                    </p:animEffect>
                                  </p:childTnLst>
                                </p:cTn>
                              </p:par>
                              <p:par>
                                <p:cTn id="17" presetID="0" presetClass="entr" presetSubtype="0" fill="hold" grpId="0" nodeType="withEffect">
                                  <p:stCondLst>
                                    <p:cond delay="0"/>
                                  </p:stCondLst>
                                  <p:childTnLst>
                                    <p:set>
                                      <p:cBhvr>
                                        <p:cTn id="18" dur="750" fill="hold">
                                          <p:stCondLst>
                                            <p:cond delay="0"/>
                                          </p:stCondLst>
                                        </p:cTn>
                                        <p:tgtEl>
                                          <p:spTgt spid="14"/>
                                        </p:tgtEl>
                                        <p:attrNameLst>
                                          <p:attrName>style.visibility</p:attrName>
                                        </p:attrNameLst>
                                      </p:cBhvr>
                                      <p:to>
                                        <p:strVal val="visible"/>
                                      </p:to>
                                    </p:set>
                                    <p:anim to="" calcmode="lin" valueType="num">
                                      <p:cBhvr>
                                        <p:cTn id="19" dur="750" fill="hold">
                                          <p:stCondLst>
                                            <p:cond delay="0"/>
                                          </p:stCondLst>
                                        </p:cTn>
                                        <p:tgtEl>
                                          <p:spTgt spid="14"/>
                                        </p:tgtEl>
                                        <p:attrNameLst>
                                          <p:attrName>ppt_h</p:attrName>
                                        </p:attrNameLst>
                                      </p:cBhvr>
                                      <p:tavLst>
                                        <p:tav tm="0" fmla="#ppt_h-#ppt_h*((1.5-1.5*$)^3-(1.5-1.5*$)^2)">
                                          <p:val>
                                            <p:strVal val="0"/>
                                          </p:val>
                                        </p:tav>
                                        <p:tav tm="100000">
                                          <p:val>
                                            <p:strVal val="1"/>
                                          </p:val>
                                        </p:tav>
                                      </p:tavLst>
                                    </p:anim>
                                    <p:anim to="" calcmode="lin" valueType="num">
                                      <p:cBhvr>
                                        <p:cTn id="20" dur="750" fill="hold">
                                          <p:stCondLst>
                                            <p:cond delay="0"/>
                                          </p:stCondLst>
                                        </p:cTn>
                                        <p:tgtEl>
                                          <p:spTgt spid="14"/>
                                        </p:tgtEl>
                                        <p:attrNameLst>
                                          <p:attrName>ppt_w</p:attrName>
                                        </p:attrNameLst>
                                      </p:cBhvr>
                                      <p:tavLst>
                                        <p:tav tm="0" fmla="#ppt_w-#ppt_w*((1.5-1.5*$)^3-(1.5-1.5*$)^2)">
                                          <p:val>
                                            <p:strVal val="0"/>
                                          </p:val>
                                        </p:tav>
                                        <p:tav tm="100000">
                                          <p:val>
                                            <p:strVal val="1"/>
                                          </p:val>
                                        </p:tav>
                                      </p:tavLst>
                                    </p:anim>
                                    <p:anim to="" calcmode="lin" valueType="num">
                                      <p:cBhvr>
                                        <p:cTn id="21" dur="750" fill="hold">
                                          <p:stCondLst>
                                            <p:cond delay="0"/>
                                          </p:stCondLst>
                                        </p:cTn>
                                        <p:tgtEl>
                                          <p:spTgt spid="14"/>
                                        </p:tgtEl>
                                        <p:attrNameLst>
                                          <p:attrName>transform.rotation_z</p:attrName>
                                        </p:attrNameLst>
                                      </p:cBhvr>
                                      <p:tavLst>
                                        <p:tav tm="0" fmla="#ppt_r+45*((1.5-1.5*$)^3-(1.5-1.5*$)^2)">
                                          <p:val>
                                            <p:strVal val="0"/>
                                          </p:val>
                                        </p:tav>
                                        <p:tav tm="100000">
                                          <p:val>
                                            <p:strVal val="1"/>
                                          </p:val>
                                        </p:tav>
                                      </p:tavLst>
                                    </p:anim>
                                    <p:animEffect filter="fade">
                                      <p:cBhvr>
                                        <p:cTn id="22" dur="750">
                                          <p:stCondLst>
                                            <p:cond delay="0"/>
                                          </p:stCondLst>
                                        </p:cTn>
                                        <p:tgtEl>
                                          <p:spTgt spid="14"/>
                                        </p:tgtEl>
                                      </p:cBhvr>
                                    </p:animEffect>
                                  </p:childTnLst>
                                </p:cTn>
                              </p:par>
                              <p:par>
                                <p:cTn id="23" presetID="0" presetClass="entr" presetSubtype="0" fill="hold" grpId="0" nodeType="withEffect">
                                  <p:stCondLst>
                                    <p:cond delay="0"/>
                                  </p:stCondLst>
                                  <p:childTnLst>
                                    <p:set>
                                      <p:cBhvr>
                                        <p:cTn id="24" dur="750" fill="hold">
                                          <p:stCondLst>
                                            <p:cond delay="0"/>
                                          </p:stCondLst>
                                        </p:cTn>
                                        <p:tgtEl>
                                          <p:spTgt spid="15"/>
                                        </p:tgtEl>
                                        <p:attrNameLst>
                                          <p:attrName>style.visibility</p:attrName>
                                        </p:attrNameLst>
                                      </p:cBhvr>
                                      <p:to>
                                        <p:strVal val="visible"/>
                                      </p:to>
                                    </p:set>
                                    <p:anim to="" calcmode="lin" valueType="num">
                                      <p:cBhvr>
                                        <p:cTn id="25" dur="750" fill="hold">
                                          <p:stCondLst>
                                            <p:cond delay="0"/>
                                          </p:stCondLst>
                                        </p:cTn>
                                        <p:tgtEl>
                                          <p:spTgt spid="15"/>
                                        </p:tgtEl>
                                        <p:attrNameLst>
                                          <p:attrName>ppt_h</p:attrName>
                                        </p:attrNameLst>
                                      </p:cBhvr>
                                      <p:tavLst>
                                        <p:tav tm="0" fmla="#ppt_h-#ppt_h*((1.5-1.5*$)^3-(1.5-1.5*$)^2)">
                                          <p:val>
                                            <p:strVal val="0"/>
                                          </p:val>
                                        </p:tav>
                                        <p:tav tm="100000">
                                          <p:val>
                                            <p:strVal val="1"/>
                                          </p:val>
                                        </p:tav>
                                      </p:tavLst>
                                    </p:anim>
                                    <p:anim to="" calcmode="lin" valueType="num">
                                      <p:cBhvr>
                                        <p:cTn id="26" dur="750" fill="hold">
                                          <p:stCondLst>
                                            <p:cond delay="0"/>
                                          </p:stCondLst>
                                        </p:cTn>
                                        <p:tgtEl>
                                          <p:spTgt spid="15"/>
                                        </p:tgtEl>
                                        <p:attrNameLst>
                                          <p:attrName>ppt_w</p:attrName>
                                        </p:attrNameLst>
                                      </p:cBhvr>
                                      <p:tavLst>
                                        <p:tav tm="0" fmla="#ppt_w-#ppt_w*((1.5-1.5*$)^3-(1.5-1.5*$)^2)">
                                          <p:val>
                                            <p:strVal val="0"/>
                                          </p:val>
                                        </p:tav>
                                        <p:tav tm="100000">
                                          <p:val>
                                            <p:strVal val="1"/>
                                          </p:val>
                                        </p:tav>
                                      </p:tavLst>
                                    </p:anim>
                                    <p:anim to="" calcmode="lin" valueType="num">
                                      <p:cBhvr>
                                        <p:cTn id="27" dur="750" fill="hold">
                                          <p:stCondLst>
                                            <p:cond delay="0"/>
                                          </p:stCondLst>
                                        </p:cTn>
                                        <p:tgtEl>
                                          <p:spTgt spid="15"/>
                                        </p:tgtEl>
                                        <p:attrNameLst>
                                          <p:attrName>transform.rotation_z</p:attrName>
                                        </p:attrNameLst>
                                      </p:cBhvr>
                                      <p:tavLst>
                                        <p:tav tm="0" fmla="#ppt_r+45*((1.5-1.5*$)^3-(1.5-1.5*$)^2)">
                                          <p:val>
                                            <p:strVal val="0"/>
                                          </p:val>
                                        </p:tav>
                                        <p:tav tm="100000">
                                          <p:val>
                                            <p:strVal val="1"/>
                                          </p:val>
                                        </p:tav>
                                      </p:tavLst>
                                    </p:anim>
                                    <p:animEffect filter="fade">
                                      <p:cBhvr>
                                        <p:cTn id="28" dur="750">
                                          <p:stCondLst>
                                            <p:cond delay="0"/>
                                          </p:stCondLst>
                                        </p:cTn>
                                        <p:tgtEl>
                                          <p:spTgt spid="15"/>
                                        </p:tgtEl>
                                      </p:cBhvr>
                                    </p:animEffect>
                                  </p:childTnLst>
                                </p:cTn>
                              </p:par>
                              <p:par>
                                <p:cTn id="29" presetID="0" presetClass="entr" presetSubtype="0" fill="hold" grpId="0" nodeType="withEffect">
                                  <p:stCondLst>
                                    <p:cond delay="0"/>
                                  </p:stCondLst>
                                  <p:childTnLst>
                                    <p:set>
                                      <p:cBhvr>
                                        <p:cTn id="30" dur="750" fill="hold">
                                          <p:stCondLst>
                                            <p:cond delay="0"/>
                                          </p:stCondLst>
                                        </p:cTn>
                                        <p:tgtEl>
                                          <p:spTgt spid="17"/>
                                        </p:tgtEl>
                                        <p:attrNameLst>
                                          <p:attrName>style.visibility</p:attrName>
                                        </p:attrNameLst>
                                      </p:cBhvr>
                                      <p:to>
                                        <p:strVal val="visible"/>
                                      </p:to>
                                    </p:set>
                                    <p:anim to="" calcmode="lin" valueType="num">
                                      <p:cBhvr>
                                        <p:cTn id="31" dur="750" fill="hold">
                                          <p:stCondLst>
                                            <p:cond delay="0"/>
                                          </p:stCondLst>
                                        </p:cTn>
                                        <p:tgtEl>
                                          <p:spTgt spid="17"/>
                                        </p:tgtEl>
                                        <p:attrNameLst>
                                          <p:attrName>ppt_h</p:attrName>
                                        </p:attrNameLst>
                                      </p:cBhvr>
                                      <p:tavLst>
                                        <p:tav tm="0" fmla="#ppt_h-#ppt_h*((1.5-1.5*$)^3-(1.5-1.5*$)^2)">
                                          <p:val>
                                            <p:strVal val="0"/>
                                          </p:val>
                                        </p:tav>
                                        <p:tav tm="100000">
                                          <p:val>
                                            <p:strVal val="1"/>
                                          </p:val>
                                        </p:tav>
                                      </p:tavLst>
                                    </p:anim>
                                    <p:anim to="" calcmode="lin" valueType="num">
                                      <p:cBhvr>
                                        <p:cTn id="32" dur="750" fill="hold">
                                          <p:stCondLst>
                                            <p:cond delay="0"/>
                                          </p:stCondLst>
                                        </p:cTn>
                                        <p:tgtEl>
                                          <p:spTgt spid="17"/>
                                        </p:tgtEl>
                                        <p:attrNameLst>
                                          <p:attrName>ppt_w</p:attrName>
                                        </p:attrNameLst>
                                      </p:cBhvr>
                                      <p:tavLst>
                                        <p:tav tm="0" fmla="#ppt_w-#ppt_w*((1.5-1.5*$)^3-(1.5-1.5*$)^2)">
                                          <p:val>
                                            <p:strVal val="0"/>
                                          </p:val>
                                        </p:tav>
                                        <p:tav tm="100000">
                                          <p:val>
                                            <p:strVal val="1"/>
                                          </p:val>
                                        </p:tav>
                                      </p:tavLst>
                                    </p:anim>
                                    <p:anim to="" calcmode="lin" valueType="num">
                                      <p:cBhvr>
                                        <p:cTn id="33" dur="750" fill="hold">
                                          <p:stCondLst>
                                            <p:cond delay="0"/>
                                          </p:stCondLst>
                                        </p:cTn>
                                        <p:tgtEl>
                                          <p:spTgt spid="17"/>
                                        </p:tgtEl>
                                        <p:attrNameLst>
                                          <p:attrName>transform.rotation_z</p:attrName>
                                        </p:attrNameLst>
                                      </p:cBhvr>
                                      <p:tavLst>
                                        <p:tav tm="0" fmla="#ppt_r+45*((1.5-1.5*$)^3-(1.5-1.5*$)^2)">
                                          <p:val>
                                            <p:strVal val="0"/>
                                          </p:val>
                                        </p:tav>
                                        <p:tav tm="100000">
                                          <p:val>
                                            <p:strVal val="1"/>
                                          </p:val>
                                        </p:tav>
                                      </p:tavLst>
                                    </p:anim>
                                    <p:animEffect filter="fade">
                                      <p:cBhvr>
                                        <p:cTn id="34" dur="750">
                                          <p:stCondLst>
                                            <p:cond delay="0"/>
                                          </p:stCondLst>
                                        </p:cTn>
                                        <p:tgtEl>
                                          <p:spTgt spid="17"/>
                                        </p:tgtEl>
                                      </p:cBhvr>
                                    </p:animEffect>
                                  </p:childTnLst>
                                </p:cTn>
                              </p:par>
                              <p:par>
                                <p:cTn id="35" presetID="0" presetClass="entr" presetSubtype="0" fill="hold" nodeType="withEffect">
                                  <p:stCondLst>
                                    <p:cond delay="0"/>
                                  </p:stCondLst>
                                  <p:childTnLst>
                                    <p:set>
                                      <p:cBhvr>
                                        <p:cTn id="36" dur="750" fill="hold">
                                          <p:stCondLst>
                                            <p:cond delay="0"/>
                                          </p:stCondLst>
                                        </p:cTn>
                                        <p:tgtEl>
                                          <p:spTgt spid="18"/>
                                        </p:tgtEl>
                                        <p:attrNameLst>
                                          <p:attrName>style.visibility</p:attrName>
                                        </p:attrNameLst>
                                      </p:cBhvr>
                                      <p:to>
                                        <p:strVal val="visible"/>
                                      </p:to>
                                    </p:set>
                                    <p:anim to="" calcmode="lin" valueType="num">
                                      <p:cBhvr>
                                        <p:cTn id="37" dur="750" fill="hold">
                                          <p:stCondLst>
                                            <p:cond delay="0"/>
                                          </p:stCondLst>
                                        </p:cTn>
                                        <p:tgtEl>
                                          <p:spTgt spid="18"/>
                                        </p:tgtEl>
                                        <p:attrNameLst>
                                          <p:attrName>ppt_h</p:attrName>
                                        </p:attrNameLst>
                                      </p:cBhvr>
                                      <p:tavLst>
                                        <p:tav tm="0" fmla="#ppt_h-#ppt_h*((1.5-1.5*$)^3-(1.5-1.5*$)^2)">
                                          <p:val>
                                            <p:strVal val="0"/>
                                          </p:val>
                                        </p:tav>
                                        <p:tav tm="100000">
                                          <p:val>
                                            <p:strVal val="1"/>
                                          </p:val>
                                        </p:tav>
                                      </p:tavLst>
                                    </p:anim>
                                    <p:anim to="" calcmode="lin" valueType="num">
                                      <p:cBhvr>
                                        <p:cTn id="38" dur="750" fill="hold">
                                          <p:stCondLst>
                                            <p:cond delay="0"/>
                                          </p:stCondLst>
                                        </p:cTn>
                                        <p:tgtEl>
                                          <p:spTgt spid="18"/>
                                        </p:tgtEl>
                                        <p:attrNameLst>
                                          <p:attrName>ppt_w</p:attrName>
                                        </p:attrNameLst>
                                      </p:cBhvr>
                                      <p:tavLst>
                                        <p:tav tm="0" fmla="#ppt_w-#ppt_w*((1.5-1.5*$)^3-(1.5-1.5*$)^2)">
                                          <p:val>
                                            <p:strVal val="0"/>
                                          </p:val>
                                        </p:tav>
                                        <p:tav tm="100000">
                                          <p:val>
                                            <p:strVal val="1"/>
                                          </p:val>
                                        </p:tav>
                                      </p:tavLst>
                                    </p:anim>
                                    <p:anim to="" calcmode="lin" valueType="num">
                                      <p:cBhvr>
                                        <p:cTn id="39" dur="750" fill="hold">
                                          <p:stCondLst>
                                            <p:cond delay="0"/>
                                          </p:stCondLst>
                                        </p:cTn>
                                        <p:tgtEl>
                                          <p:spTgt spid="18"/>
                                        </p:tgtEl>
                                        <p:attrNameLst>
                                          <p:attrName>transform.rotation_z</p:attrName>
                                        </p:attrNameLst>
                                      </p:cBhvr>
                                      <p:tavLst>
                                        <p:tav tm="0" fmla="#ppt_r+45*((1.5-1.5*$)^3-(1.5-1.5*$)^2)">
                                          <p:val>
                                            <p:strVal val="0"/>
                                          </p:val>
                                        </p:tav>
                                        <p:tav tm="100000">
                                          <p:val>
                                            <p:strVal val="1"/>
                                          </p:val>
                                        </p:tav>
                                      </p:tavLst>
                                    </p:anim>
                                    <p:animEffect filter="fade">
                                      <p:cBhvr>
                                        <p:cTn id="40" dur="750">
                                          <p:stCondLst>
                                            <p:cond delay="0"/>
                                          </p:stCondLst>
                                        </p:cTn>
                                        <p:tgtEl>
                                          <p:spTgt spid="18"/>
                                        </p:tgtEl>
                                      </p:cBhvr>
                                    </p:animEffect>
                                  </p:childTnLst>
                                </p:cTn>
                              </p:par>
                              <p:par>
                                <p:cTn id="41" presetID="0" presetClass="entr" presetSubtype="0" fill="hold" grpId="0" nodeType="withEffect">
                                  <p:stCondLst>
                                    <p:cond delay="0"/>
                                  </p:stCondLst>
                                  <p:childTnLst>
                                    <p:set>
                                      <p:cBhvr>
                                        <p:cTn id="42" dur="750" fill="hold">
                                          <p:stCondLst>
                                            <p:cond delay="0"/>
                                          </p:stCondLst>
                                        </p:cTn>
                                        <p:tgtEl>
                                          <p:spTgt spid="19"/>
                                        </p:tgtEl>
                                        <p:attrNameLst>
                                          <p:attrName>style.visibility</p:attrName>
                                        </p:attrNameLst>
                                      </p:cBhvr>
                                      <p:to>
                                        <p:strVal val="visible"/>
                                      </p:to>
                                    </p:set>
                                    <p:anim to="" calcmode="lin" valueType="num">
                                      <p:cBhvr>
                                        <p:cTn id="43" dur="750" fill="hold">
                                          <p:stCondLst>
                                            <p:cond delay="0"/>
                                          </p:stCondLst>
                                        </p:cTn>
                                        <p:tgtEl>
                                          <p:spTgt spid="19"/>
                                        </p:tgtEl>
                                        <p:attrNameLst>
                                          <p:attrName>ppt_h</p:attrName>
                                        </p:attrNameLst>
                                      </p:cBhvr>
                                      <p:tavLst>
                                        <p:tav tm="0" fmla="#ppt_h-#ppt_h*((1.5-1.5*$)^3-(1.5-1.5*$)^2)">
                                          <p:val>
                                            <p:strVal val="0"/>
                                          </p:val>
                                        </p:tav>
                                        <p:tav tm="100000">
                                          <p:val>
                                            <p:strVal val="1"/>
                                          </p:val>
                                        </p:tav>
                                      </p:tavLst>
                                    </p:anim>
                                    <p:anim to="" calcmode="lin" valueType="num">
                                      <p:cBhvr>
                                        <p:cTn id="44" dur="750" fill="hold">
                                          <p:stCondLst>
                                            <p:cond delay="0"/>
                                          </p:stCondLst>
                                        </p:cTn>
                                        <p:tgtEl>
                                          <p:spTgt spid="19"/>
                                        </p:tgtEl>
                                        <p:attrNameLst>
                                          <p:attrName>ppt_w</p:attrName>
                                        </p:attrNameLst>
                                      </p:cBhvr>
                                      <p:tavLst>
                                        <p:tav tm="0" fmla="#ppt_w-#ppt_w*((1.5-1.5*$)^3-(1.5-1.5*$)^2)">
                                          <p:val>
                                            <p:strVal val="0"/>
                                          </p:val>
                                        </p:tav>
                                        <p:tav tm="100000">
                                          <p:val>
                                            <p:strVal val="1"/>
                                          </p:val>
                                        </p:tav>
                                      </p:tavLst>
                                    </p:anim>
                                    <p:anim to="" calcmode="lin" valueType="num">
                                      <p:cBhvr>
                                        <p:cTn id="45" dur="750" fill="hold">
                                          <p:stCondLst>
                                            <p:cond delay="0"/>
                                          </p:stCondLst>
                                        </p:cTn>
                                        <p:tgtEl>
                                          <p:spTgt spid="19"/>
                                        </p:tgtEl>
                                        <p:attrNameLst>
                                          <p:attrName>transform.rotation_z</p:attrName>
                                        </p:attrNameLst>
                                      </p:cBhvr>
                                      <p:tavLst>
                                        <p:tav tm="0" fmla="#ppt_r+45*((1.5-1.5*$)^3-(1.5-1.5*$)^2)">
                                          <p:val>
                                            <p:strVal val="0"/>
                                          </p:val>
                                        </p:tav>
                                        <p:tav tm="100000">
                                          <p:val>
                                            <p:strVal val="1"/>
                                          </p:val>
                                        </p:tav>
                                      </p:tavLst>
                                    </p:anim>
                                    <p:animEffect filter="fade">
                                      <p:cBhvr>
                                        <p:cTn id="46" dur="750">
                                          <p:stCondLst>
                                            <p:cond delay="0"/>
                                          </p:stCondLst>
                                        </p:cTn>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7" grpId="0"/>
      <p:bldP spid="19"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1204"/>
</p:tagLst>
</file>

<file path=ppt/tags/tag2.xml><?xml version="1.0" encoding="utf-8"?>
<p:tagLst xmlns:a="http://schemas.openxmlformats.org/drawingml/2006/main" xmlns:r="http://schemas.openxmlformats.org/officeDocument/2006/relationships" xmlns:p="http://schemas.openxmlformats.org/presentationml/2006/main">
  <p:tag name="PA" val="v5.2.10"/>
  <p:tag name="RESOURCELIBID_ANIM" val="463"/>
</p:tagLst>
</file>

<file path=ppt/tags/tag3.xml><?xml version="1.0" encoding="utf-8"?>
<p:tagLst xmlns:a="http://schemas.openxmlformats.org/drawingml/2006/main" xmlns:r="http://schemas.openxmlformats.org/officeDocument/2006/relationships" xmlns:p="http://schemas.openxmlformats.org/presentationml/2006/main">
  <p:tag name="PA" val="v5.2.10"/>
  <p:tag name="RESOURCELIBID_ANIM" val="463"/>
</p:tagLst>
</file>

<file path=ppt/tags/tag4.xml><?xml version="1.0" encoding="utf-8"?>
<p:tagLst xmlns:a="http://schemas.openxmlformats.org/drawingml/2006/main" xmlns:r="http://schemas.openxmlformats.org/officeDocument/2006/relationships" xmlns:p="http://schemas.openxmlformats.org/presentationml/2006/main">
  <p:tag name="PA" val="v5.2.10"/>
  <p:tag name="RESOURCELIBID_ANIM" val="463"/>
</p:tagLst>
</file>

<file path=ppt/tags/tag5.xml><?xml version="1.0" encoding="utf-8"?>
<p:tagLst xmlns:a="http://schemas.openxmlformats.org/drawingml/2006/main" xmlns:r="http://schemas.openxmlformats.org/officeDocument/2006/relationships" xmlns:p="http://schemas.openxmlformats.org/presentationml/2006/main">
  <p:tag name="PA" val="v5.2.10"/>
  <p:tag name="RESOURCELIBID_ANIM" val="463"/>
</p:tagLst>
</file>

<file path=ppt/tags/tag6.xml><?xml version="1.0" encoding="utf-8"?>
<p:tagLst xmlns:a="http://schemas.openxmlformats.org/drawingml/2006/main" xmlns:r="http://schemas.openxmlformats.org/officeDocument/2006/relationships" xmlns:p="http://schemas.openxmlformats.org/presentationml/2006/main">
  <p:tag name="PA" val="v5.2.10"/>
  <p:tag name="RESOURCELIBID_ANIM" val="463"/>
</p:tagLst>
</file>

<file path=ppt/tags/tag7.xml><?xml version="1.0" encoding="utf-8"?>
<p:tagLst xmlns:a="http://schemas.openxmlformats.org/drawingml/2006/main" xmlns:r="http://schemas.openxmlformats.org/officeDocument/2006/relationships" xmlns:p="http://schemas.openxmlformats.org/presentationml/2006/main">
  <p:tag name="PA" val="v5.2.10"/>
  <p:tag name="RESOURCELIBID_ANIM" val="463"/>
</p:tagLst>
</file>

<file path=ppt/tags/tag8.xml><?xml version="1.0" encoding="utf-8"?>
<p:tagLst xmlns:a="http://schemas.openxmlformats.org/drawingml/2006/main" xmlns:r="http://schemas.openxmlformats.org/officeDocument/2006/relationships" xmlns:p="http://schemas.openxmlformats.org/presentationml/2006/main">
  <p:tag name="PA" val="v5.2.10"/>
  <p:tag name="RESOURCELIBID_ANIM" val="463"/>
</p:tagLst>
</file>

<file path=ppt/tags/tag9.xml><?xml version="1.0" encoding="utf-8"?>
<p:tagLst xmlns:a="http://schemas.openxmlformats.org/drawingml/2006/main" xmlns:r="http://schemas.openxmlformats.org/officeDocument/2006/relationships" xmlns:p="http://schemas.openxmlformats.org/presentationml/2006/main">
  <p:tag name="PA" val="v5.2.10"/>
</p:tagLst>
</file>

<file path=ppt/tags/tag10.xml><?xml version="1.0" encoding="utf-8"?>
<p:tagLst xmlns:a="http://schemas.openxmlformats.org/drawingml/2006/main" xmlns:r="http://schemas.openxmlformats.org/officeDocument/2006/relationships" xmlns:p="http://schemas.openxmlformats.org/presentationml/2006/main">
  <p:tag name="PA" val="v5.2.10"/>
</p:tagLst>
</file>

<file path=ppt/tags/tag11.xml><?xml version="1.0" encoding="utf-8"?>
<p:tagLst xmlns:a="http://schemas.openxmlformats.org/drawingml/2006/main" xmlns:r="http://schemas.openxmlformats.org/officeDocument/2006/relationships" xmlns:p="http://schemas.openxmlformats.org/presentationml/2006/main">
  <p:tag name="PA" val="v5.2.10"/>
</p:tagLst>
</file>

<file path=ppt/tags/tag12.xml><?xml version="1.0" encoding="utf-8"?>
<p:tagLst xmlns:a="http://schemas.openxmlformats.org/drawingml/2006/main" xmlns:r="http://schemas.openxmlformats.org/officeDocument/2006/relationships" xmlns:p="http://schemas.openxmlformats.org/presentationml/2006/main">
  <p:tag name="PA" val="v5.2.10"/>
  <p:tag name="RESOURCELIBID_ANIM" val="432"/>
</p:tagLst>
</file>

<file path=ppt/tags/tag13.xml><?xml version="1.0" encoding="utf-8"?>
<p:tagLst xmlns:a="http://schemas.openxmlformats.org/drawingml/2006/main" xmlns:r="http://schemas.openxmlformats.org/officeDocument/2006/relationships" xmlns:p="http://schemas.openxmlformats.org/presentationml/2006/main">
  <p:tag name="PA" val="v5.2.10"/>
  <p:tag name="RESOURCELIBID_ANIM" val="432"/>
</p:tagLst>
</file>

<file path=ppt/tags/tag14.xml><?xml version="1.0" encoding="utf-8"?>
<p:tagLst xmlns:a="http://schemas.openxmlformats.org/drawingml/2006/main" xmlns:r="http://schemas.openxmlformats.org/officeDocument/2006/relationships" xmlns:p="http://schemas.openxmlformats.org/presentationml/2006/main">
  <p:tag name="PA" val="v5.2.10"/>
  <p:tag name="RESOURCELIBID_ANIM" val="432"/>
</p:tagLst>
</file>

<file path=ppt/tags/tag15.xml><?xml version="1.0" encoding="utf-8"?>
<p:tagLst xmlns:a="http://schemas.openxmlformats.org/drawingml/2006/main" xmlns:r="http://schemas.openxmlformats.org/officeDocument/2006/relationships" xmlns:p="http://schemas.openxmlformats.org/presentationml/2006/main">
  <p:tag name="PA" val="v5.2.10"/>
  <p:tag name="RESOURCELIBID_ANIM" val="445"/>
</p:tagLst>
</file>

<file path=ppt/tags/tag16.xml><?xml version="1.0" encoding="utf-8"?>
<p:tagLst xmlns:a="http://schemas.openxmlformats.org/drawingml/2006/main" xmlns:r="http://schemas.openxmlformats.org/officeDocument/2006/relationships" xmlns:p="http://schemas.openxmlformats.org/presentationml/2006/main">
  <p:tag name="PA" val="v5.2.10"/>
  <p:tag name="RESOURCELIBID_ANIM" val="445"/>
</p:tagLst>
</file>

<file path=ppt/tags/tag17.xml><?xml version="1.0" encoding="utf-8"?>
<p:tagLst xmlns:a="http://schemas.openxmlformats.org/drawingml/2006/main" xmlns:r="http://schemas.openxmlformats.org/officeDocument/2006/relationships" xmlns:p="http://schemas.openxmlformats.org/presentationml/2006/main">
  <p:tag name="PA" val="v5.2.10"/>
  <p:tag name="RESOURCELIBID_ANIM" val="445"/>
</p:tagLst>
</file>

<file path=ppt/tags/tag18.xml><?xml version="1.0" encoding="utf-8"?>
<p:tagLst xmlns:a="http://schemas.openxmlformats.org/drawingml/2006/main" xmlns:r="http://schemas.openxmlformats.org/officeDocument/2006/relationships" xmlns:p="http://schemas.openxmlformats.org/presentationml/2006/main">
  <p:tag name="PA" val="v5.2.10"/>
  <p:tag name="RESOURCELIBID_ANIM" val="445"/>
</p:tagLst>
</file>

<file path=ppt/tags/tag19.xml><?xml version="1.0" encoding="utf-8"?>
<p:tagLst xmlns:a="http://schemas.openxmlformats.org/drawingml/2006/main" xmlns:r="http://schemas.openxmlformats.org/officeDocument/2006/relationships" xmlns:p="http://schemas.openxmlformats.org/presentationml/2006/main">
  <p:tag name="PA" val="v5.2.10"/>
  <p:tag name="RESOURCELIBID_ANIM" val="432"/>
</p:tagLst>
</file>

<file path=ppt/tags/tag20.xml><?xml version="1.0" encoding="utf-8"?>
<p:tagLst xmlns:a="http://schemas.openxmlformats.org/drawingml/2006/main" xmlns:r="http://schemas.openxmlformats.org/officeDocument/2006/relationships" xmlns:p="http://schemas.openxmlformats.org/presentationml/2006/main">
  <p:tag name="PA" val="v5.2.10"/>
</p:tagLst>
</file>

<file path=ppt/tags/tag21.xml><?xml version="1.0" encoding="utf-8"?>
<p:tagLst xmlns:a="http://schemas.openxmlformats.org/drawingml/2006/main" xmlns:r="http://schemas.openxmlformats.org/officeDocument/2006/relationships" xmlns:p="http://schemas.openxmlformats.org/presentationml/2006/main">
  <p:tag name="PA" val="v5.2.10"/>
</p:tagLst>
</file>

<file path=ppt/tags/tag22.xml><?xml version="1.0" encoding="utf-8"?>
<p:tagLst xmlns:a="http://schemas.openxmlformats.org/drawingml/2006/main" xmlns:r="http://schemas.openxmlformats.org/officeDocument/2006/relationships" xmlns:p="http://schemas.openxmlformats.org/presentationml/2006/main">
  <p:tag name="PA" val="v5.2.10"/>
</p:tagLst>
</file>

<file path=ppt/tags/tag23.xml><?xml version="1.0" encoding="utf-8"?>
<p:tagLst xmlns:a="http://schemas.openxmlformats.org/drawingml/2006/main" xmlns:r="http://schemas.openxmlformats.org/officeDocument/2006/relationships" xmlns:p="http://schemas.openxmlformats.org/presentationml/2006/main">
  <p:tag name="PA" val="v5.2.10"/>
</p:tagLst>
</file>

<file path=ppt/tags/tag24.xml><?xml version="1.0" encoding="utf-8"?>
<p:tagLst xmlns:a="http://schemas.openxmlformats.org/drawingml/2006/main" xmlns:r="http://schemas.openxmlformats.org/officeDocument/2006/relationships" xmlns:p="http://schemas.openxmlformats.org/presentationml/2006/main">
  <p:tag name="PA" val="v5.2.10"/>
</p:tagLst>
</file>

<file path=ppt/tags/tag25.xml><?xml version="1.0" encoding="utf-8"?>
<p:tagLst xmlns:a="http://schemas.openxmlformats.org/drawingml/2006/main" xmlns:r="http://schemas.openxmlformats.org/officeDocument/2006/relationships" xmlns:p="http://schemas.openxmlformats.org/presentationml/2006/main">
  <p:tag name="PA" val="v5.2.10"/>
</p:tagLst>
</file>

<file path=ppt/tags/tag26.xml><?xml version="1.0" encoding="utf-8"?>
<p:tagLst xmlns:a="http://schemas.openxmlformats.org/drawingml/2006/main" xmlns:r="http://schemas.openxmlformats.org/officeDocument/2006/relationships" xmlns:p="http://schemas.openxmlformats.org/presentationml/2006/main">
  <p:tag name="PA" val="v5.2.10"/>
</p:tagLst>
</file>

<file path=ppt/tags/tag27.xml><?xml version="1.0" encoding="utf-8"?>
<p:tagLst xmlns:a="http://schemas.openxmlformats.org/drawingml/2006/main" xmlns:r="http://schemas.openxmlformats.org/officeDocument/2006/relationships" xmlns:p="http://schemas.openxmlformats.org/presentationml/2006/main">
  <p:tag name="PA" val="v5.2.10"/>
</p:tagLst>
</file>

<file path=ppt/tags/tag28.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29.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30.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31.xml><?xml version="1.0" encoding="utf-8"?>
<p:tagLst xmlns:a="http://schemas.openxmlformats.org/drawingml/2006/main" xmlns:r="http://schemas.openxmlformats.org/officeDocument/2006/relationships" xmlns:p="http://schemas.openxmlformats.org/presentationml/2006/main">
  <p:tag name="PA" val="v5.2.10"/>
  <p:tag name="RESOURCELIBID_ANIM" val="455"/>
</p:tagLst>
</file>

<file path=ppt/tags/tag32.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33.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34.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35.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36.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37.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38.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39.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40.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41.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42.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43.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44.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45.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46.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47.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48.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49.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50.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51.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52.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53.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54.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55.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56.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57.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58.xml><?xml version="1.0" encoding="utf-8"?>
<p:tagLst xmlns:a="http://schemas.openxmlformats.org/drawingml/2006/main" xmlns:r="http://schemas.openxmlformats.org/officeDocument/2006/relationships" xmlns:p="http://schemas.openxmlformats.org/presentationml/2006/main">
  <p:tag name="PA" val="v5.2.10"/>
  <p:tag name="RESOURCELIBID_ANIM" val="455"/>
</p:tagLst>
</file>

<file path=ppt/tags/tag59.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60.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61.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62.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63.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64.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65.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66.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67.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68.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69.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70.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71.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72.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73.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74.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75.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76.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77.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78.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79.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80.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81.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82.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83.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84.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85.xml><?xml version="1.0" encoding="utf-8"?>
<p:tagLst xmlns:a="http://schemas.openxmlformats.org/drawingml/2006/main" xmlns:r="http://schemas.openxmlformats.org/officeDocument/2006/relationships" xmlns:p="http://schemas.openxmlformats.org/presentationml/2006/main">
  <p:tag name="PA" val="v5.2.10"/>
  <p:tag name="RESOURCELIBID_ANIM" val="455"/>
</p:tagLst>
</file>

<file path=ppt/tags/tag86.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87.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88.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89.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90.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91.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92.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93.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94.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95.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96.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97.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98.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99.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100.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101.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102.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103.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104.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105.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106.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107.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108.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109.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110.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111.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112.xml><?xml version="1.0" encoding="utf-8"?>
<p:tagLst xmlns:a="http://schemas.openxmlformats.org/drawingml/2006/main" xmlns:r="http://schemas.openxmlformats.org/officeDocument/2006/relationships" xmlns:p="http://schemas.openxmlformats.org/presentationml/2006/main">
  <p:tag name="PA" val="v5.2.10"/>
  <p:tag name="RESOURCELIBID_ANIM" val="455"/>
</p:tagLst>
</file>

<file path=ppt/tags/tag113.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114.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115.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116.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117.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118.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119.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120.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121.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122.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123.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124.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125.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126.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127.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128.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129.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130.xml><?xml version="1.0" encoding="utf-8"?>
<p:tagLst xmlns:a="http://schemas.openxmlformats.org/drawingml/2006/main" xmlns:r="http://schemas.openxmlformats.org/officeDocument/2006/relationships" xmlns:p="http://schemas.openxmlformats.org/presentationml/2006/main">
  <p:tag name="PA" val="v5.2.10"/>
  <p:tag name="RESOURCELIBID_ANIM" val="435"/>
</p:tagLst>
</file>

<file path=ppt/tags/tag131.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132.xml><?xml version="1.0" encoding="utf-8"?>
<p:tagLst xmlns:a="http://schemas.openxmlformats.org/drawingml/2006/main" xmlns:r="http://schemas.openxmlformats.org/officeDocument/2006/relationships" xmlns:p="http://schemas.openxmlformats.org/presentationml/2006/main">
  <p:tag name="PA" val="v5.2.10"/>
  <p:tag name="RESOURCELIBID_ANIM" val="462"/>
</p:tagLst>
</file>

<file path=ppt/tags/tag133.xml><?xml version="1.0" encoding="utf-8"?>
<p:tagLst xmlns:a="http://schemas.openxmlformats.org/drawingml/2006/main" xmlns:r="http://schemas.openxmlformats.org/officeDocument/2006/relationships" xmlns:p="http://schemas.openxmlformats.org/presentationml/2006/main">
  <p:tag name="PA" val="v5.2.10"/>
  <p:tag name="RESOURCELIBID_ANIM" val="463"/>
</p:tagLst>
</file>

<file path=ppt/tags/tag134.xml><?xml version="1.0" encoding="utf-8"?>
<p:tagLst xmlns:a="http://schemas.openxmlformats.org/drawingml/2006/main" xmlns:r="http://schemas.openxmlformats.org/officeDocument/2006/relationships" xmlns:p="http://schemas.openxmlformats.org/presentationml/2006/main">
  <p:tag name="PA" val="v5.2.10"/>
  <p:tag name="RESOURCELIBID_ANIM" val="463"/>
</p:tagLst>
</file>

<file path=ppt/tags/tag135.xml><?xml version="1.0" encoding="utf-8"?>
<p:tagLst xmlns:a="http://schemas.openxmlformats.org/drawingml/2006/main" xmlns:r="http://schemas.openxmlformats.org/officeDocument/2006/relationships" xmlns:p="http://schemas.openxmlformats.org/presentationml/2006/main">
  <p:tag name="PA" val="v5.2.10"/>
  <p:tag name="RESOURCELIBID_ANIM" val="463"/>
</p:tagLst>
</file>

<file path=ppt/tags/tag136.xml><?xml version="1.0" encoding="utf-8"?>
<p:tagLst xmlns:a="http://schemas.openxmlformats.org/drawingml/2006/main" xmlns:r="http://schemas.openxmlformats.org/officeDocument/2006/relationships" xmlns:p="http://schemas.openxmlformats.org/presentationml/2006/main">
  <p:tag name="PA" val="v5.2.10"/>
  <p:tag name="RESOURCELIBID_ANIM" val="463"/>
</p:tagLst>
</file>

<file path=ppt/tags/tag137.xml><?xml version="1.0" encoding="utf-8"?>
<p:tagLst xmlns:a="http://schemas.openxmlformats.org/drawingml/2006/main" xmlns:r="http://schemas.openxmlformats.org/officeDocument/2006/relationships" xmlns:p="http://schemas.openxmlformats.org/presentationml/2006/main">
  <p:tag name="PA" val="v5.2.10"/>
  <p:tag name="RESOURCELIBID_ANIM" val="463"/>
</p:tagLst>
</file>

<file path=ppt/tags/tag138.xml><?xml version="1.0" encoding="utf-8"?>
<p:tagLst xmlns:a="http://schemas.openxmlformats.org/drawingml/2006/main" xmlns:r="http://schemas.openxmlformats.org/officeDocument/2006/relationships" xmlns:p="http://schemas.openxmlformats.org/presentationml/2006/main">
  <p:tag name="PA" val="v5.2.10"/>
  <p:tag name="RESOURCELIBID_ANIM" val="463"/>
</p:tagLst>
</file>

<file path=ppt/tags/tag139.xml><?xml version="1.0" encoding="utf-8"?>
<p:tagLst xmlns:a="http://schemas.openxmlformats.org/drawingml/2006/main" xmlns:r="http://schemas.openxmlformats.org/officeDocument/2006/relationships" xmlns:p="http://schemas.openxmlformats.org/presentationml/2006/main">
  <p:tag name="PA" val="v5.2.10"/>
  <p:tag name="RESOURCELIBID_ANIM" val="463"/>
</p:tagLst>
</file>

<file path=ppt/tags/tag140.xml><?xml version="1.0" encoding="utf-8"?>
<p:tagLst xmlns:a="http://schemas.openxmlformats.org/drawingml/2006/main" xmlns:r="http://schemas.openxmlformats.org/officeDocument/2006/relationships" xmlns:p="http://schemas.openxmlformats.org/presentationml/2006/main">
  <p:tag name="PA" val="v5.2.10"/>
</p:tagLst>
</file>

<file path=ppt/tags/tag141.xml><?xml version="1.0" encoding="utf-8"?>
<p:tagLst xmlns:a="http://schemas.openxmlformats.org/drawingml/2006/main" xmlns:r="http://schemas.openxmlformats.org/officeDocument/2006/relationships" xmlns:p="http://schemas.openxmlformats.org/presentationml/2006/main">
  <p:tag name="PA" val="v5.2.10"/>
</p:tagLst>
</file>

<file path=ppt/tags/tag142.xml><?xml version="1.0" encoding="utf-8"?>
<p:tagLst xmlns:a="http://schemas.openxmlformats.org/drawingml/2006/main" xmlns:r="http://schemas.openxmlformats.org/officeDocument/2006/relationships" xmlns:p="http://schemas.openxmlformats.org/presentationml/2006/main">
  <p:tag name="PA" val="v5.2.10"/>
</p:tagLst>
</file>

<file path=ppt/theme/theme1.xml><?xml version="1.0" encoding="utf-8"?>
<a:theme xmlns:a="http://schemas.openxmlformats.org/drawingml/2006/main" name="Office 主题">
  <a:themeElements>
    <a:clrScheme name="Office">
      <a:dk1>
        <a:srgbClr val="39445F"/>
      </a:dk1>
      <a:lt1>
        <a:srgbClr val="F3F3F0"/>
      </a:lt1>
      <a:dk2>
        <a:srgbClr val="39445F"/>
      </a:dk2>
      <a:lt2>
        <a:srgbClr val="FFFFFF"/>
      </a:lt2>
      <a:accent1>
        <a:srgbClr val="39445F"/>
      </a:accent1>
      <a:accent2>
        <a:srgbClr val="39445F"/>
      </a:accent2>
      <a:accent3>
        <a:srgbClr val="39445F"/>
      </a:accent3>
      <a:accent4>
        <a:srgbClr val="39445F"/>
      </a:accent4>
      <a:accent5>
        <a:srgbClr val="39445F"/>
      </a:accent5>
      <a:accent6>
        <a:srgbClr val="39445F"/>
      </a:accent6>
      <a:hlink>
        <a:srgbClr val="39445F"/>
      </a:hlink>
      <a:folHlink>
        <a:srgbClr val="39445F"/>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39445F"/>
    </a:dk1>
    <a:lt1>
      <a:srgbClr val="F3F3F0"/>
    </a:lt1>
    <a:dk2>
      <a:srgbClr val="39445F"/>
    </a:dk2>
    <a:lt2>
      <a:srgbClr val="FFFFFF"/>
    </a:lt2>
    <a:accent1>
      <a:srgbClr val="39445F"/>
    </a:accent1>
    <a:accent2>
      <a:srgbClr val="39445F"/>
    </a:accent2>
    <a:accent3>
      <a:srgbClr val="39445F"/>
    </a:accent3>
    <a:accent4>
      <a:srgbClr val="39445F"/>
    </a:accent4>
    <a:accent5>
      <a:srgbClr val="39445F"/>
    </a:accent5>
    <a:accent6>
      <a:srgbClr val="39445F"/>
    </a:accent6>
    <a:hlink>
      <a:srgbClr val="39445F"/>
    </a:hlink>
    <a:folHlink>
      <a:srgbClr val="39445F"/>
    </a:folHlink>
  </a:clrScheme>
</a:themeOverride>
</file>

<file path=ppt/theme/themeOverride2.xml><?xml version="1.0" encoding="utf-8"?>
<a:themeOverride xmlns:a="http://schemas.openxmlformats.org/drawingml/2006/main">
  <a:clrScheme name="Office">
    <a:dk1>
      <a:srgbClr val="39445F"/>
    </a:dk1>
    <a:lt1>
      <a:srgbClr val="F3F3F0"/>
    </a:lt1>
    <a:dk2>
      <a:srgbClr val="39445F"/>
    </a:dk2>
    <a:lt2>
      <a:srgbClr val="FFFFFF"/>
    </a:lt2>
    <a:accent1>
      <a:srgbClr val="39445F"/>
    </a:accent1>
    <a:accent2>
      <a:srgbClr val="39445F"/>
    </a:accent2>
    <a:accent3>
      <a:srgbClr val="39445F"/>
    </a:accent3>
    <a:accent4>
      <a:srgbClr val="39445F"/>
    </a:accent4>
    <a:accent5>
      <a:srgbClr val="39445F"/>
    </a:accent5>
    <a:accent6>
      <a:srgbClr val="39445F"/>
    </a:accent6>
    <a:hlink>
      <a:srgbClr val="39445F"/>
    </a:hlink>
    <a:folHlink>
      <a:srgbClr val="39445F"/>
    </a:folHlink>
  </a:clrScheme>
</a:themeOverride>
</file>

<file path=docProps/app.xml><?xml version="1.0" encoding="utf-8"?>
<Properties xmlns="http://schemas.openxmlformats.org/officeDocument/2006/extended-properties" xmlns:vt="http://schemas.openxmlformats.org/officeDocument/2006/docPropsVTypes">
  <TotalTime>29</TotalTime>
  <Words>2166</Words>
  <Application>Microsoft Office PowerPoint</Application>
  <PresentationFormat>宽屏</PresentationFormat>
  <Paragraphs>379</Paragraphs>
  <Slides>30</Slides>
  <Notes>30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30</vt:i4>
      </vt:variant>
    </vt:vector>
  </HeadingPairs>
  <TitlesOfParts>
    <vt:vector size="40" baseType="lpstr">
      <vt:lpstr>游ゴシック</vt:lpstr>
      <vt:lpstr>思源黑体</vt:lpstr>
      <vt:lpstr>思源黑体 CN Heavy</vt:lpstr>
      <vt:lpstr>思源黑体 CN Medium</vt:lpstr>
      <vt:lpstr>思源黑体 CN Regular</vt:lpstr>
      <vt:lpstr>微软雅黑</vt:lpstr>
      <vt:lpstr>Arial</vt:lpstr>
      <vt:lpstr>Calibri</vt:lpstr>
      <vt:lpstr>Franklin Gothic Heavy</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1204</dc:title>
  <dc:creator/>
  <cp:lastModifiedBy>Windows 用户</cp:lastModifiedBy>
  <cp:revision>25</cp:revision>
  <dcterms:modified xsi:type="dcterms:W3CDTF">2023-03-16T01:04:25Z</dcterms:modified>
</cp:coreProperties>
</file>